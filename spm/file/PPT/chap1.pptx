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5.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7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6"/>
  </p:notesMasterIdLst>
  <p:sldIdLst>
    <p:sldId id="311" r:id="rId2"/>
    <p:sldId id="407" r:id="rId3"/>
    <p:sldId id="331" r:id="rId4"/>
    <p:sldId id="332" r:id="rId5"/>
    <p:sldId id="373" r:id="rId6"/>
    <p:sldId id="385" r:id="rId7"/>
    <p:sldId id="418" r:id="rId8"/>
    <p:sldId id="256" r:id="rId9"/>
    <p:sldId id="262" r:id="rId10"/>
    <p:sldId id="266" r:id="rId11"/>
    <p:sldId id="257" r:id="rId12"/>
    <p:sldId id="258" r:id="rId13"/>
    <p:sldId id="270" r:id="rId14"/>
    <p:sldId id="282" r:id="rId15"/>
    <p:sldId id="283" r:id="rId16"/>
    <p:sldId id="259" r:id="rId17"/>
    <p:sldId id="261" r:id="rId18"/>
    <p:sldId id="260" r:id="rId19"/>
    <p:sldId id="302" r:id="rId20"/>
    <p:sldId id="303" r:id="rId21"/>
    <p:sldId id="304" r:id="rId22"/>
    <p:sldId id="305" r:id="rId23"/>
    <p:sldId id="306" r:id="rId24"/>
    <p:sldId id="307" r:id="rId25"/>
    <p:sldId id="308" r:id="rId26"/>
    <p:sldId id="309" r:id="rId27"/>
    <p:sldId id="314" r:id="rId28"/>
    <p:sldId id="285" r:id="rId29"/>
    <p:sldId id="286" r:id="rId30"/>
    <p:sldId id="328" r:id="rId31"/>
    <p:sldId id="327" r:id="rId32"/>
    <p:sldId id="315" r:id="rId33"/>
    <p:sldId id="316" r:id="rId34"/>
    <p:sldId id="317" r:id="rId35"/>
    <p:sldId id="318" r:id="rId36"/>
    <p:sldId id="319" r:id="rId37"/>
    <p:sldId id="320" r:id="rId38"/>
    <p:sldId id="321" r:id="rId39"/>
    <p:sldId id="322" r:id="rId40"/>
    <p:sldId id="323" r:id="rId41"/>
    <p:sldId id="324" r:id="rId42"/>
    <p:sldId id="325" r:id="rId43"/>
    <p:sldId id="326" r:id="rId44"/>
    <p:sldId id="329" r:id="rId45"/>
    <p:sldId id="330" r:id="rId46"/>
    <p:sldId id="312" r:id="rId47"/>
    <p:sldId id="310" r:id="rId48"/>
    <p:sldId id="267" r:id="rId49"/>
    <p:sldId id="268" r:id="rId50"/>
    <p:sldId id="269" r:id="rId51"/>
    <p:sldId id="271" r:id="rId52"/>
    <p:sldId id="409" r:id="rId53"/>
    <p:sldId id="408" r:id="rId54"/>
    <p:sldId id="410" r:id="rId55"/>
    <p:sldId id="411" r:id="rId56"/>
    <p:sldId id="291" r:id="rId57"/>
    <p:sldId id="292" r:id="rId58"/>
    <p:sldId id="293" r:id="rId59"/>
    <p:sldId id="294" r:id="rId60"/>
    <p:sldId id="299" r:id="rId61"/>
    <p:sldId id="300" r:id="rId62"/>
    <p:sldId id="301" r:id="rId63"/>
    <p:sldId id="298" r:id="rId64"/>
    <p:sldId id="414" r:id="rId65"/>
    <p:sldId id="415" r:id="rId66"/>
    <p:sldId id="416" r:id="rId67"/>
    <p:sldId id="295" r:id="rId68"/>
    <p:sldId id="296" r:id="rId69"/>
    <p:sldId id="297" r:id="rId70"/>
    <p:sldId id="413" r:id="rId71"/>
    <p:sldId id="339" r:id="rId72"/>
    <p:sldId id="333" r:id="rId73"/>
    <p:sldId id="334" r:id="rId74"/>
    <p:sldId id="386" r:id="rId75"/>
    <p:sldId id="387" r:id="rId76"/>
    <p:sldId id="405" r:id="rId77"/>
    <p:sldId id="335" r:id="rId78"/>
    <p:sldId id="336" r:id="rId79"/>
    <p:sldId id="337" r:id="rId80"/>
    <p:sldId id="338" r:id="rId81"/>
    <p:sldId id="345" r:id="rId82"/>
    <p:sldId id="384" r:id="rId83"/>
    <p:sldId id="340" r:id="rId84"/>
    <p:sldId id="346" r:id="rId85"/>
    <p:sldId id="341" r:id="rId86"/>
    <p:sldId id="342" r:id="rId87"/>
    <p:sldId id="343" r:id="rId88"/>
    <p:sldId id="403" r:id="rId89"/>
    <p:sldId id="359" r:id="rId90"/>
    <p:sldId id="347" r:id="rId91"/>
    <p:sldId id="348" r:id="rId92"/>
    <p:sldId id="349" r:id="rId93"/>
    <p:sldId id="350" r:id="rId94"/>
    <p:sldId id="351" r:id="rId95"/>
    <p:sldId id="352" r:id="rId96"/>
    <p:sldId id="353" r:id="rId97"/>
    <p:sldId id="354" r:id="rId98"/>
    <p:sldId id="355" r:id="rId99"/>
    <p:sldId id="356" r:id="rId100"/>
    <p:sldId id="357" r:id="rId101"/>
    <p:sldId id="358" r:id="rId102"/>
    <p:sldId id="360" r:id="rId103"/>
    <p:sldId id="361" r:id="rId104"/>
    <p:sldId id="362" r:id="rId105"/>
    <p:sldId id="363" r:id="rId106"/>
    <p:sldId id="364" r:id="rId107"/>
    <p:sldId id="344" r:id="rId108"/>
    <p:sldId id="380" r:id="rId109"/>
    <p:sldId id="381" r:id="rId110"/>
    <p:sldId id="382" r:id="rId111"/>
    <p:sldId id="383" r:id="rId112"/>
    <p:sldId id="365" r:id="rId113"/>
    <p:sldId id="366" r:id="rId114"/>
    <p:sldId id="368" r:id="rId115"/>
    <p:sldId id="369" r:id="rId116"/>
    <p:sldId id="370" r:id="rId117"/>
    <p:sldId id="371" r:id="rId118"/>
    <p:sldId id="372" r:id="rId119"/>
    <p:sldId id="374" r:id="rId120"/>
    <p:sldId id="375" r:id="rId121"/>
    <p:sldId id="376" r:id="rId122"/>
    <p:sldId id="377" r:id="rId123"/>
    <p:sldId id="378" r:id="rId124"/>
    <p:sldId id="379" r:id="rId125"/>
    <p:sldId id="273" r:id="rId126"/>
    <p:sldId id="274" r:id="rId127"/>
    <p:sldId id="419" r:id="rId128"/>
    <p:sldId id="420" r:id="rId129"/>
    <p:sldId id="421" r:id="rId130"/>
    <p:sldId id="422" r:id="rId131"/>
    <p:sldId id="424" r:id="rId132"/>
    <p:sldId id="423" r:id="rId133"/>
    <p:sldId id="275" r:id="rId134"/>
    <p:sldId id="276" r:id="rId135"/>
    <p:sldId id="277" r:id="rId136"/>
    <p:sldId id="313" r:id="rId137"/>
    <p:sldId id="263" r:id="rId138"/>
    <p:sldId id="264" r:id="rId139"/>
    <p:sldId id="265" r:id="rId140"/>
    <p:sldId id="278" r:id="rId141"/>
    <p:sldId id="390" r:id="rId142"/>
    <p:sldId id="391" r:id="rId143"/>
    <p:sldId id="388" r:id="rId144"/>
    <p:sldId id="389" r:id="rId145"/>
    <p:sldId id="279" r:id="rId146"/>
    <p:sldId id="393" r:id="rId147"/>
    <p:sldId id="392" r:id="rId148"/>
    <p:sldId id="395" r:id="rId149"/>
    <p:sldId id="394" r:id="rId150"/>
    <p:sldId id="396" r:id="rId151"/>
    <p:sldId id="397" r:id="rId152"/>
    <p:sldId id="398" r:id="rId153"/>
    <p:sldId id="280" r:id="rId154"/>
    <p:sldId id="399" r:id="rId155"/>
    <p:sldId id="287" r:id="rId156"/>
    <p:sldId id="288" r:id="rId157"/>
    <p:sldId id="289" r:id="rId158"/>
    <p:sldId id="290" r:id="rId159"/>
    <p:sldId id="281" r:id="rId160"/>
    <p:sldId id="400" r:id="rId161"/>
    <p:sldId id="402" r:id="rId162"/>
    <p:sldId id="401" r:id="rId163"/>
    <p:sldId id="412" r:id="rId164"/>
    <p:sldId id="367" r:id="rId16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F6F62"/>
    <a:srgbClr val="5CC197"/>
    <a:srgbClr val="F8D070"/>
    <a:srgbClr val="FB8971"/>
    <a:srgbClr val="EE5C69"/>
    <a:srgbClr val="4472C4"/>
    <a:srgbClr val="998675"/>
    <a:srgbClr val="CCBFAE"/>
    <a:srgbClr val="EADAC1"/>
    <a:srgbClr val="4D997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9704" autoAdjust="0"/>
  </p:normalViewPr>
  <p:slideViewPr>
    <p:cSldViewPr snapToGrid="0">
      <p:cViewPr varScale="1">
        <p:scale>
          <a:sx n="101" d="100"/>
          <a:sy n="101" d="100"/>
        </p:scale>
        <p:origin x="936" y="114"/>
      </p:cViewPr>
      <p:guideLst/>
    </p:cSldViewPr>
  </p:slideViewPr>
  <p:notesTextViewPr>
    <p:cViewPr>
      <p:scale>
        <a:sx n="1" d="1"/>
        <a:sy n="1" d="1"/>
      </p:scale>
      <p:origin x="0" y="-138"/>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ACCFAB-3586-4C89-82F5-30CA64F870D8}" type="doc">
      <dgm:prSet loTypeId="urn:microsoft.com/office/officeart/2008/layout/VerticalCurvedList" loCatId="list" qsTypeId="urn:microsoft.com/office/officeart/2005/8/quickstyle/simple1" qsCatId="simple" csTypeId="urn:microsoft.com/office/officeart/2005/8/colors/colorful5" csCatId="colorful" phldr="1"/>
      <dgm:spPr/>
      <dgm:t>
        <a:bodyPr/>
        <a:lstStyle/>
        <a:p>
          <a:endParaRPr lang="zh-CN" altLang="en-US"/>
        </a:p>
      </dgm:t>
    </dgm:pt>
    <dgm:pt modelId="{8A8A65F4-3297-48D4-BA56-5E009D932CE9}">
      <dgm:prSet phldrT="[Text]"/>
      <dgm:spPr/>
      <dgm:t>
        <a:bodyPr/>
        <a:lstStyle/>
        <a:p>
          <a:r>
            <a:rPr lang="zh-CN" altLang="en-US" dirty="0">
              <a:latin typeface="微软雅黑 Light" panose="020B0502040204020203" pitchFamily="34" charset="-122"/>
              <a:ea typeface="微软雅黑 Light" panose="020B0502040204020203" pitchFamily="34" charset="-122"/>
            </a:rPr>
            <a:t>有明确的目标</a:t>
          </a:r>
          <a:endParaRPr lang="zh-CN" altLang="en-US" dirty="0"/>
        </a:p>
      </dgm:t>
    </dgm:pt>
    <dgm:pt modelId="{334A39A2-FF71-4BDD-9616-86C39CE7B69C}" type="parTrans" cxnId="{EA1E26A0-B55A-483C-93D6-CE65C1AE0420}">
      <dgm:prSet/>
      <dgm:spPr/>
      <dgm:t>
        <a:bodyPr/>
        <a:lstStyle/>
        <a:p>
          <a:endParaRPr lang="zh-CN" altLang="en-US"/>
        </a:p>
      </dgm:t>
    </dgm:pt>
    <dgm:pt modelId="{03D3FB13-FD44-4B83-8171-008A3801D643}" type="sibTrans" cxnId="{EA1E26A0-B55A-483C-93D6-CE65C1AE0420}">
      <dgm:prSet/>
      <dgm:spPr/>
      <dgm:t>
        <a:bodyPr/>
        <a:lstStyle/>
        <a:p>
          <a:endParaRPr lang="zh-CN" altLang="en-US"/>
        </a:p>
      </dgm:t>
    </dgm:pt>
    <dgm:pt modelId="{CB5B879A-6E15-4F22-99E7-D93FB8BE0F74}">
      <dgm:prSet phldrT="[Text]"/>
      <dgm:spPr/>
      <dgm:t>
        <a:bodyPr/>
        <a:lstStyle/>
        <a:p>
          <a:r>
            <a:rPr lang="zh-CN" altLang="en-US" dirty="0">
              <a:latin typeface="微软雅黑 Light" panose="020B0502040204020203" pitchFamily="34" charset="-122"/>
              <a:ea typeface="微软雅黑 Light" panose="020B0502040204020203" pitchFamily="34" charset="-122"/>
            </a:rPr>
            <a:t>项目之间的活动具有相关性</a:t>
          </a:r>
          <a:endParaRPr lang="zh-CN" altLang="en-US" dirty="0"/>
        </a:p>
      </dgm:t>
    </dgm:pt>
    <dgm:pt modelId="{72249B3D-5D25-4798-9643-B2BBCF2D115B}" type="parTrans" cxnId="{48EDB646-ACA0-4910-83EE-0F3C067EEFDA}">
      <dgm:prSet/>
      <dgm:spPr/>
      <dgm:t>
        <a:bodyPr/>
        <a:lstStyle/>
        <a:p>
          <a:endParaRPr lang="zh-CN" altLang="en-US"/>
        </a:p>
      </dgm:t>
    </dgm:pt>
    <dgm:pt modelId="{6CDD844A-482E-4808-9DDF-DA99A5C417F5}" type="sibTrans" cxnId="{48EDB646-ACA0-4910-83EE-0F3C067EEFDA}">
      <dgm:prSet/>
      <dgm:spPr/>
      <dgm:t>
        <a:bodyPr/>
        <a:lstStyle/>
        <a:p>
          <a:endParaRPr lang="zh-CN" altLang="en-US"/>
        </a:p>
      </dgm:t>
    </dgm:pt>
    <dgm:pt modelId="{446430FD-F2F4-476B-98F5-9A925A78FC3A}">
      <dgm:prSet phldrT="[Text]"/>
      <dgm:spPr/>
      <dgm:t>
        <a:bodyPr/>
        <a:lstStyle/>
        <a:p>
          <a:r>
            <a:rPr lang="zh-CN" altLang="en-US" dirty="0">
              <a:latin typeface="微软雅黑 Light" panose="020B0502040204020203" pitchFamily="34" charset="-122"/>
              <a:ea typeface="微软雅黑 Light" panose="020B0502040204020203" pitchFamily="34" charset="-122"/>
            </a:rPr>
            <a:t>限定的周期</a:t>
          </a:r>
          <a:endParaRPr lang="zh-CN" altLang="en-US" dirty="0"/>
        </a:p>
      </dgm:t>
    </dgm:pt>
    <dgm:pt modelId="{02E8D32E-D7F0-4144-AD3E-2C1C18F83F1A}" type="parTrans" cxnId="{31AF39F6-3C31-4C06-8BE6-D647A8EC59D0}">
      <dgm:prSet/>
      <dgm:spPr/>
      <dgm:t>
        <a:bodyPr/>
        <a:lstStyle/>
        <a:p>
          <a:endParaRPr lang="zh-CN" altLang="en-US"/>
        </a:p>
      </dgm:t>
    </dgm:pt>
    <dgm:pt modelId="{7D0852B4-8680-47AF-BD9B-F9EB79E56F9F}" type="sibTrans" cxnId="{31AF39F6-3C31-4C06-8BE6-D647A8EC59D0}">
      <dgm:prSet/>
      <dgm:spPr/>
      <dgm:t>
        <a:bodyPr/>
        <a:lstStyle/>
        <a:p>
          <a:endParaRPr lang="zh-CN" altLang="en-US"/>
        </a:p>
      </dgm:t>
    </dgm:pt>
    <dgm:pt modelId="{6FA26B6B-FE4B-41F5-B2A9-9ADC30544D27}">
      <dgm:prSet phldrT="[Text]"/>
      <dgm:spPr/>
      <dgm:t>
        <a:bodyPr/>
        <a:lstStyle/>
        <a:p>
          <a:r>
            <a:rPr lang="zh-CN" altLang="en-US" dirty="0">
              <a:latin typeface="微软雅黑 Light" panose="020B0502040204020203" pitchFamily="34" charset="-122"/>
              <a:ea typeface="微软雅黑 Light" panose="020B0502040204020203" pitchFamily="34" charset="-122"/>
            </a:rPr>
            <a:t>有独特性</a:t>
          </a:r>
          <a:endParaRPr lang="zh-CN" altLang="en-US" dirty="0">
            <a:latin typeface="黑体" panose="02010609060101010101" pitchFamily="49" charset="-122"/>
            <a:ea typeface="黑体" panose="02010609060101010101" pitchFamily="49" charset="-122"/>
          </a:endParaRPr>
        </a:p>
      </dgm:t>
    </dgm:pt>
    <dgm:pt modelId="{245EF0CD-4968-48A8-8F70-EDA6261BA5C2}" type="parTrans" cxnId="{694963BB-EB24-47EB-94FB-55D63B6750DF}">
      <dgm:prSet/>
      <dgm:spPr/>
      <dgm:t>
        <a:bodyPr/>
        <a:lstStyle/>
        <a:p>
          <a:endParaRPr lang="zh-CN" altLang="en-US"/>
        </a:p>
      </dgm:t>
    </dgm:pt>
    <dgm:pt modelId="{C27AA268-7724-445B-AE9F-7BBDD4272BB6}" type="sibTrans" cxnId="{694963BB-EB24-47EB-94FB-55D63B6750DF}">
      <dgm:prSet/>
      <dgm:spPr/>
      <dgm:t>
        <a:bodyPr/>
        <a:lstStyle/>
        <a:p>
          <a:endParaRPr lang="zh-CN" altLang="en-US"/>
        </a:p>
      </dgm:t>
    </dgm:pt>
    <dgm:pt modelId="{A3D7627C-3309-4716-B9B9-F2D918728006}">
      <dgm:prSet/>
      <dgm:spPr/>
      <dgm:t>
        <a:bodyPr/>
        <a:lstStyle/>
        <a:p>
          <a:r>
            <a:rPr lang="zh-CN" altLang="en-US" dirty="0">
              <a:latin typeface="微软雅黑 Light" panose="020B0502040204020203" pitchFamily="34" charset="-122"/>
              <a:ea typeface="微软雅黑 Light" panose="020B0502040204020203" pitchFamily="34" charset="-122"/>
            </a:rPr>
            <a:t>资源成本的约束性</a:t>
          </a:r>
          <a:endParaRPr lang="zh-CN" altLang="en-US" dirty="0">
            <a:latin typeface="黑体" panose="02010609060101010101" pitchFamily="49" charset="-122"/>
            <a:ea typeface="黑体" panose="02010609060101010101" pitchFamily="49" charset="-122"/>
          </a:endParaRPr>
        </a:p>
      </dgm:t>
    </dgm:pt>
    <dgm:pt modelId="{14A5C181-2E0E-45C8-AF76-F5B9C5488B2E}" type="parTrans" cxnId="{7FAB5738-257D-4EAD-AEED-2D99BB6CFEB3}">
      <dgm:prSet/>
      <dgm:spPr/>
      <dgm:t>
        <a:bodyPr/>
        <a:lstStyle/>
        <a:p>
          <a:endParaRPr lang="zh-CN" altLang="en-US"/>
        </a:p>
      </dgm:t>
    </dgm:pt>
    <dgm:pt modelId="{6679EA37-D4D9-4E66-BF74-08CB3ACD6E47}" type="sibTrans" cxnId="{7FAB5738-257D-4EAD-AEED-2D99BB6CFEB3}">
      <dgm:prSet/>
      <dgm:spPr/>
      <dgm:t>
        <a:bodyPr/>
        <a:lstStyle/>
        <a:p>
          <a:endParaRPr lang="zh-CN" altLang="en-US"/>
        </a:p>
      </dgm:t>
    </dgm:pt>
    <dgm:pt modelId="{71912B78-BC6D-417B-BC7C-5618600615C4}">
      <dgm:prSet/>
      <dgm:spPr/>
      <dgm:t>
        <a:bodyPr/>
        <a:lstStyle/>
        <a:p>
          <a:r>
            <a:rPr lang="zh-CN" altLang="en-US" dirty="0">
              <a:latin typeface="微软雅黑 Light" panose="020B0502040204020203" pitchFamily="34" charset="-122"/>
              <a:ea typeface="微软雅黑 Light" panose="020B0502040204020203" pitchFamily="34" charset="-122"/>
            </a:rPr>
            <a:t>项目的不确定性</a:t>
          </a:r>
          <a:endParaRPr lang="zh-CN" altLang="en-US" dirty="0">
            <a:latin typeface="黑体" pitchFamily="49" charset="-122"/>
            <a:ea typeface="黑体" pitchFamily="49" charset="-122"/>
          </a:endParaRPr>
        </a:p>
      </dgm:t>
    </dgm:pt>
    <dgm:pt modelId="{6872400D-8454-49C4-8E0A-84401AF342E7}" type="parTrans" cxnId="{44857260-1946-4623-98F7-13F272A3C74A}">
      <dgm:prSet/>
      <dgm:spPr/>
      <dgm:t>
        <a:bodyPr/>
        <a:lstStyle/>
        <a:p>
          <a:endParaRPr lang="zh-CN" altLang="en-US"/>
        </a:p>
      </dgm:t>
    </dgm:pt>
    <dgm:pt modelId="{3283CE3E-ADC3-41DA-B8B7-7E600A05C0DA}" type="sibTrans" cxnId="{44857260-1946-4623-98F7-13F272A3C74A}">
      <dgm:prSet/>
      <dgm:spPr/>
      <dgm:t>
        <a:bodyPr/>
        <a:lstStyle/>
        <a:p>
          <a:endParaRPr lang="zh-CN" altLang="en-US"/>
        </a:p>
      </dgm:t>
    </dgm:pt>
    <dgm:pt modelId="{D9AC989D-0392-4E4F-99CD-2C53326A6D27}" type="pres">
      <dgm:prSet presAssocID="{BAACCFAB-3586-4C89-82F5-30CA64F870D8}" presName="Name0" presStyleCnt="0">
        <dgm:presLayoutVars>
          <dgm:chMax val="7"/>
          <dgm:chPref val="7"/>
          <dgm:dir/>
        </dgm:presLayoutVars>
      </dgm:prSet>
      <dgm:spPr/>
    </dgm:pt>
    <dgm:pt modelId="{4326E8B3-941A-4426-AF03-8F04119C7B5E}" type="pres">
      <dgm:prSet presAssocID="{BAACCFAB-3586-4C89-82F5-30CA64F870D8}" presName="Name1" presStyleCnt="0"/>
      <dgm:spPr/>
    </dgm:pt>
    <dgm:pt modelId="{EBF0CB57-1D7C-46E6-8D1C-837FC77CA2DB}" type="pres">
      <dgm:prSet presAssocID="{BAACCFAB-3586-4C89-82F5-30CA64F870D8}" presName="cycle" presStyleCnt="0"/>
      <dgm:spPr/>
    </dgm:pt>
    <dgm:pt modelId="{99C9E886-D521-4426-8B22-767111540D6D}" type="pres">
      <dgm:prSet presAssocID="{BAACCFAB-3586-4C89-82F5-30CA64F870D8}" presName="srcNode" presStyleLbl="node1" presStyleIdx="0" presStyleCnt="6"/>
      <dgm:spPr/>
    </dgm:pt>
    <dgm:pt modelId="{CEC8AA7D-EF4E-4DA8-9550-E2EA63F97D35}" type="pres">
      <dgm:prSet presAssocID="{BAACCFAB-3586-4C89-82F5-30CA64F870D8}" presName="conn" presStyleLbl="parChTrans1D2" presStyleIdx="0" presStyleCnt="1"/>
      <dgm:spPr/>
    </dgm:pt>
    <dgm:pt modelId="{1B055E60-233D-4622-B64D-35F4FB8190BC}" type="pres">
      <dgm:prSet presAssocID="{BAACCFAB-3586-4C89-82F5-30CA64F870D8}" presName="extraNode" presStyleLbl="node1" presStyleIdx="0" presStyleCnt="6"/>
      <dgm:spPr/>
    </dgm:pt>
    <dgm:pt modelId="{AD6EDB53-8DDE-4491-A6D8-441205F3C400}" type="pres">
      <dgm:prSet presAssocID="{BAACCFAB-3586-4C89-82F5-30CA64F870D8}" presName="dstNode" presStyleLbl="node1" presStyleIdx="0" presStyleCnt="6"/>
      <dgm:spPr/>
    </dgm:pt>
    <dgm:pt modelId="{279D66B1-924F-4156-A795-F5AD9EBCE56B}" type="pres">
      <dgm:prSet presAssocID="{8A8A65F4-3297-48D4-BA56-5E009D932CE9}" presName="text_1" presStyleLbl="node1" presStyleIdx="0" presStyleCnt="6">
        <dgm:presLayoutVars>
          <dgm:bulletEnabled val="1"/>
        </dgm:presLayoutVars>
      </dgm:prSet>
      <dgm:spPr/>
    </dgm:pt>
    <dgm:pt modelId="{4B6FCCC4-07BB-41FE-A522-AF3D59937221}" type="pres">
      <dgm:prSet presAssocID="{8A8A65F4-3297-48D4-BA56-5E009D932CE9}" presName="accent_1" presStyleCnt="0"/>
      <dgm:spPr/>
    </dgm:pt>
    <dgm:pt modelId="{A5D8DC03-AC76-4F8B-9095-82230B702966}" type="pres">
      <dgm:prSet presAssocID="{8A8A65F4-3297-48D4-BA56-5E009D932CE9}" presName="accentRepeatNode" presStyleLbl="solidFgAcc1" presStyleIdx="0" presStyleCnt="6"/>
      <dgm:spPr/>
    </dgm:pt>
    <dgm:pt modelId="{8D79543D-0D4F-4D1C-9E04-9B163A8C7FF2}" type="pres">
      <dgm:prSet presAssocID="{CB5B879A-6E15-4F22-99E7-D93FB8BE0F74}" presName="text_2" presStyleLbl="node1" presStyleIdx="1" presStyleCnt="6">
        <dgm:presLayoutVars>
          <dgm:bulletEnabled val="1"/>
        </dgm:presLayoutVars>
      </dgm:prSet>
      <dgm:spPr/>
    </dgm:pt>
    <dgm:pt modelId="{676C91B2-566A-4982-9B9A-9CA8A51BF231}" type="pres">
      <dgm:prSet presAssocID="{CB5B879A-6E15-4F22-99E7-D93FB8BE0F74}" presName="accent_2" presStyleCnt="0"/>
      <dgm:spPr/>
    </dgm:pt>
    <dgm:pt modelId="{A694E9F5-D20F-4CE0-AAEF-A8AF7BCB9440}" type="pres">
      <dgm:prSet presAssocID="{CB5B879A-6E15-4F22-99E7-D93FB8BE0F74}" presName="accentRepeatNode" presStyleLbl="solidFgAcc1" presStyleIdx="1" presStyleCnt="6"/>
      <dgm:spPr/>
    </dgm:pt>
    <dgm:pt modelId="{59B95563-7B5B-4225-831A-29E1EEB39012}" type="pres">
      <dgm:prSet presAssocID="{446430FD-F2F4-476B-98F5-9A925A78FC3A}" presName="text_3" presStyleLbl="node1" presStyleIdx="2" presStyleCnt="6">
        <dgm:presLayoutVars>
          <dgm:bulletEnabled val="1"/>
        </dgm:presLayoutVars>
      </dgm:prSet>
      <dgm:spPr/>
    </dgm:pt>
    <dgm:pt modelId="{BECF69A7-2196-47C3-BE4C-D989FD88B487}" type="pres">
      <dgm:prSet presAssocID="{446430FD-F2F4-476B-98F5-9A925A78FC3A}" presName="accent_3" presStyleCnt="0"/>
      <dgm:spPr/>
    </dgm:pt>
    <dgm:pt modelId="{206E9F62-904C-4E09-965F-8F6A1D50CE99}" type="pres">
      <dgm:prSet presAssocID="{446430FD-F2F4-476B-98F5-9A925A78FC3A}" presName="accentRepeatNode" presStyleLbl="solidFgAcc1" presStyleIdx="2" presStyleCnt="6"/>
      <dgm:spPr/>
    </dgm:pt>
    <dgm:pt modelId="{6361ADEE-DDC8-4B92-A22E-8B90489C3496}" type="pres">
      <dgm:prSet presAssocID="{6FA26B6B-FE4B-41F5-B2A9-9ADC30544D27}" presName="text_4" presStyleLbl="node1" presStyleIdx="3" presStyleCnt="6">
        <dgm:presLayoutVars>
          <dgm:bulletEnabled val="1"/>
        </dgm:presLayoutVars>
      </dgm:prSet>
      <dgm:spPr/>
    </dgm:pt>
    <dgm:pt modelId="{B73B53AD-4868-436B-8E6C-DE9549E1B95D}" type="pres">
      <dgm:prSet presAssocID="{6FA26B6B-FE4B-41F5-B2A9-9ADC30544D27}" presName="accent_4" presStyleCnt="0"/>
      <dgm:spPr/>
    </dgm:pt>
    <dgm:pt modelId="{2701C0E2-42F7-4EF8-915B-95DB5DB722B2}" type="pres">
      <dgm:prSet presAssocID="{6FA26B6B-FE4B-41F5-B2A9-9ADC30544D27}" presName="accentRepeatNode" presStyleLbl="solidFgAcc1" presStyleIdx="3" presStyleCnt="6"/>
      <dgm:spPr/>
    </dgm:pt>
    <dgm:pt modelId="{BD20C5DB-CD08-4AEF-87F2-098846C6D817}" type="pres">
      <dgm:prSet presAssocID="{A3D7627C-3309-4716-B9B9-F2D918728006}" presName="text_5" presStyleLbl="node1" presStyleIdx="4" presStyleCnt="6">
        <dgm:presLayoutVars>
          <dgm:bulletEnabled val="1"/>
        </dgm:presLayoutVars>
      </dgm:prSet>
      <dgm:spPr/>
    </dgm:pt>
    <dgm:pt modelId="{1BB83503-308E-492B-8BF7-EB6AC7849597}" type="pres">
      <dgm:prSet presAssocID="{A3D7627C-3309-4716-B9B9-F2D918728006}" presName="accent_5" presStyleCnt="0"/>
      <dgm:spPr/>
    </dgm:pt>
    <dgm:pt modelId="{B0C54EBB-8ADF-4962-BF7D-1A4063195482}" type="pres">
      <dgm:prSet presAssocID="{A3D7627C-3309-4716-B9B9-F2D918728006}" presName="accentRepeatNode" presStyleLbl="solidFgAcc1" presStyleIdx="4" presStyleCnt="6"/>
      <dgm:spPr/>
    </dgm:pt>
    <dgm:pt modelId="{126B5754-9BAB-4335-8048-CAA059B4AA0E}" type="pres">
      <dgm:prSet presAssocID="{71912B78-BC6D-417B-BC7C-5618600615C4}" presName="text_6" presStyleLbl="node1" presStyleIdx="5" presStyleCnt="6">
        <dgm:presLayoutVars>
          <dgm:bulletEnabled val="1"/>
        </dgm:presLayoutVars>
      </dgm:prSet>
      <dgm:spPr/>
    </dgm:pt>
    <dgm:pt modelId="{89B00F1C-2CBE-49FE-B6D2-CB51C88DE4E0}" type="pres">
      <dgm:prSet presAssocID="{71912B78-BC6D-417B-BC7C-5618600615C4}" presName="accent_6" presStyleCnt="0"/>
      <dgm:spPr/>
    </dgm:pt>
    <dgm:pt modelId="{C2EDE2D4-FAE3-405D-AAC7-232D5860DC6B}" type="pres">
      <dgm:prSet presAssocID="{71912B78-BC6D-417B-BC7C-5618600615C4}" presName="accentRepeatNode" presStyleLbl="solidFgAcc1" presStyleIdx="5" presStyleCnt="6"/>
      <dgm:spPr/>
    </dgm:pt>
  </dgm:ptLst>
  <dgm:cxnLst>
    <dgm:cxn modelId="{D6A5550B-0109-4D84-AD28-906067C0059E}" type="presOf" srcId="{6FA26B6B-FE4B-41F5-B2A9-9ADC30544D27}" destId="{6361ADEE-DDC8-4B92-A22E-8B90489C3496}" srcOrd="0" destOrd="0" presId="urn:microsoft.com/office/officeart/2008/layout/VerticalCurvedList"/>
    <dgm:cxn modelId="{09520928-7CF9-4F30-A744-3D9FCF71043C}" type="presOf" srcId="{BAACCFAB-3586-4C89-82F5-30CA64F870D8}" destId="{D9AC989D-0392-4E4F-99CD-2C53326A6D27}" srcOrd="0" destOrd="0" presId="urn:microsoft.com/office/officeart/2008/layout/VerticalCurvedList"/>
    <dgm:cxn modelId="{7FAB5738-257D-4EAD-AEED-2D99BB6CFEB3}" srcId="{BAACCFAB-3586-4C89-82F5-30CA64F870D8}" destId="{A3D7627C-3309-4716-B9B9-F2D918728006}" srcOrd="4" destOrd="0" parTransId="{14A5C181-2E0E-45C8-AF76-F5B9C5488B2E}" sibTransId="{6679EA37-D4D9-4E66-BF74-08CB3ACD6E47}"/>
    <dgm:cxn modelId="{85608F3F-C375-4A0C-AC92-3A3816EB0448}" type="presOf" srcId="{71912B78-BC6D-417B-BC7C-5618600615C4}" destId="{126B5754-9BAB-4335-8048-CAA059B4AA0E}" srcOrd="0" destOrd="0" presId="urn:microsoft.com/office/officeart/2008/layout/VerticalCurvedList"/>
    <dgm:cxn modelId="{44857260-1946-4623-98F7-13F272A3C74A}" srcId="{BAACCFAB-3586-4C89-82F5-30CA64F870D8}" destId="{71912B78-BC6D-417B-BC7C-5618600615C4}" srcOrd="5" destOrd="0" parTransId="{6872400D-8454-49C4-8E0A-84401AF342E7}" sibTransId="{3283CE3E-ADC3-41DA-B8B7-7E600A05C0DA}"/>
    <dgm:cxn modelId="{48EDB646-ACA0-4910-83EE-0F3C067EEFDA}" srcId="{BAACCFAB-3586-4C89-82F5-30CA64F870D8}" destId="{CB5B879A-6E15-4F22-99E7-D93FB8BE0F74}" srcOrd="1" destOrd="0" parTransId="{72249B3D-5D25-4798-9643-B2BBCF2D115B}" sibTransId="{6CDD844A-482E-4808-9DDF-DA99A5C417F5}"/>
    <dgm:cxn modelId="{85ADAB6C-F822-40DC-AF07-AB0245A0FC4B}" type="presOf" srcId="{CB5B879A-6E15-4F22-99E7-D93FB8BE0F74}" destId="{8D79543D-0D4F-4D1C-9E04-9B163A8C7FF2}" srcOrd="0" destOrd="0" presId="urn:microsoft.com/office/officeart/2008/layout/VerticalCurvedList"/>
    <dgm:cxn modelId="{E8D5086E-3A81-4B0F-8E90-0FB97FF0E577}" type="presOf" srcId="{03D3FB13-FD44-4B83-8171-008A3801D643}" destId="{CEC8AA7D-EF4E-4DA8-9550-E2EA63F97D35}" srcOrd="0" destOrd="0" presId="urn:microsoft.com/office/officeart/2008/layout/VerticalCurvedList"/>
    <dgm:cxn modelId="{BF7D8F70-81C7-4E48-97E8-08399131DE37}" type="presOf" srcId="{8A8A65F4-3297-48D4-BA56-5E009D932CE9}" destId="{279D66B1-924F-4156-A795-F5AD9EBCE56B}" srcOrd="0" destOrd="0" presId="urn:microsoft.com/office/officeart/2008/layout/VerticalCurvedList"/>
    <dgm:cxn modelId="{EA1E26A0-B55A-483C-93D6-CE65C1AE0420}" srcId="{BAACCFAB-3586-4C89-82F5-30CA64F870D8}" destId="{8A8A65F4-3297-48D4-BA56-5E009D932CE9}" srcOrd="0" destOrd="0" parTransId="{334A39A2-FF71-4BDD-9616-86C39CE7B69C}" sibTransId="{03D3FB13-FD44-4B83-8171-008A3801D643}"/>
    <dgm:cxn modelId="{694963BB-EB24-47EB-94FB-55D63B6750DF}" srcId="{BAACCFAB-3586-4C89-82F5-30CA64F870D8}" destId="{6FA26B6B-FE4B-41F5-B2A9-9ADC30544D27}" srcOrd="3" destOrd="0" parTransId="{245EF0CD-4968-48A8-8F70-EDA6261BA5C2}" sibTransId="{C27AA268-7724-445B-AE9F-7BBDD4272BB6}"/>
    <dgm:cxn modelId="{A24D34DD-8B66-4972-81CF-2887B787E5DE}" type="presOf" srcId="{A3D7627C-3309-4716-B9B9-F2D918728006}" destId="{BD20C5DB-CD08-4AEF-87F2-098846C6D817}" srcOrd="0" destOrd="0" presId="urn:microsoft.com/office/officeart/2008/layout/VerticalCurvedList"/>
    <dgm:cxn modelId="{FC7507ED-1855-46BF-8EF6-81B905137BAB}" type="presOf" srcId="{446430FD-F2F4-476B-98F5-9A925A78FC3A}" destId="{59B95563-7B5B-4225-831A-29E1EEB39012}" srcOrd="0" destOrd="0" presId="urn:microsoft.com/office/officeart/2008/layout/VerticalCurvedList"/>
    <dgm:cxn modelId="{31AF39F6-3C31-4C06-8BE6-D647A8EC59D0}" srcId="{BAACCFAB-3586-4C89-82F5-30CA64F870D8}" destId="{446430FD-F2F4-476B-98F5-9A925A78FC3A}" srcOrd="2" destOrd="0" parTransId="{02E8D32E-D7F0-4144-AD3E-2C1C18F83F1A}" sibTransId="{7D0852B4-8680-47AF-BD9B-F9EB79E56F9F}"/>
    <dgm:cxn modelId="{558409AD-A731-448E-B68E-30D5E38E13BE}" type="presParOf" srcId="{D9AC989D-0392-4E4F-99CD-2C53326A6D27}" destId="{4326E8B3-941A-4426-AF03-8F04119C7B5E}" srcOrd="0" destOrd="0" presId="urn:microsoft.com/office/officeart/2008/layout/VerticalCurvedList"/>
    <dgm:cxn modelId="{515EB6E3-496A-4268-AD99-6DEFE35C317A}" type="presParOf" srcId="{4326E8B3-941A-4426-AF03-8F04119C7B5E}" destId="{EBF0CB57-1D7C-46E6-8D1C-837FC77CA2DB}" srcOrd="0" destOrd="0" presId="urn:microsoft.com/office/officeart/2008/layout/VerticalCurvedList"/>
    <dgm:cxn modelId="{509F4B5B-6226-4AE7-8873-89F00A14E64D}" type="presParOf" srcId="{EBF0CB57-1D7C-46E6-8D1C-837FC77CA2DB}" destId="{99C9E886-D521-4426-8B22-767111540D6D}" srcOrd="0" destOrd="0" presId="urn:microsoft.com/office/officeart/2008/layout/VerticalCurvedList"/>
    <dgm:cxn modelId="{B3ED85F0-34C3-43CC-9C63-02B4D9EE0B67}" type="presParOf" srcId="{EBF0CB57-1D7C-46E6-8D1C-837FC77CA2DB}" destId="{CEC8AA7D-EF4E-4DA8-9550-E2EA63F97D35}" srcOrd="1" destOrd="0" presId="urn:microsoft.com/office/officeart/2008/layout/VerticalCurvedList"/>
    <dgm:cxn modelId="{FF41EE68-8AD1-40BD-B80C-2B1F9B903693}" type="presParOf" srcId="{EBF0CB57-1D7C-46E6-8D1C-837FC77CA2DB}" destId="{1B055E60-233D-4622-B64D-35F4FB8190BC}" srcOrd="2" destOrd="0" presId="urn:microsoft.com/office/officeart/2008/layout/VerticalCurvedList"/>
    <dgm:cxn modelId="{C7EAA817-D895-47E6-83F0-44158E886BF2}" type="presParOf" srcId="{EBF0CB57-1D7C-46E6-8D1C-837FC77CA2DB}" destId="{AD6EDB53-8DDE-4491-A6D8-441205F3C400}" srcOrd="3" destOrd="0" presId="urn:microsoft.com/office/officeart/2008/layout/VerticalCurvedList"/>
    <dgm:cxn modelId="{636F86D9-0DB6-43A0-8EE3-6166886FD4E1}" type="presParOf" srcId="{4326E8B3-941A-4426-AF03-8F04119C7B5E}" destId="{279D66B1-924F-4156-A795-F5AD9EBCE56B}" srcOrd="1" destOrd="0" presId="urn:microsoft.com/office/officeart/2008/layout/VerticalCurvedList"/>
    <dgm:cxn modelId="{AFE396AC-6536-42E9-B244-734CCB4C0722}" type="presParOf" srcId="{4326E8B3-941A-4426-AF03-8F04119C7B5E}" destId="{4B6FCCC4-07BB-41FE-A522-AF3D59937221}" srcOrd="2" destOrd="0" presId="urn:microsoft.com/office/officeart/2008/layout/VerticalCurvedList"/>
    <dgm:cxn modelId="{2C4686AD-E2EC-4270-B4F7-D83678AD4523}" type="presParOf" srcId="{4B6FCCC4-07BB-41FE-A522-AF3D59937221}" destId="{A5D8DC03-AC76-4F8B-9095-82230B702966}" srcOrd="0" destOrd="0" presId="urn:microsoft.com/office/officeart/2008/layout/VerticalCurvedList"/>
    <dgm:cxn modelId="{2E6C2334-7D94-44F8-B217-BFA432EA51F1}" type="presParOf" srcId="{4326E8B3-941A-4426-AF03-8F04119C7B5E}" destId="{8D79543D-0D4F-4D1C-9E04-9B163A8C7FF2}" srcOrd="3" destOrd="0" presId="urn:microsoft.com/office/officeart/2008/layout/VerticalCurvedList"/>
    <dgm:cxn modelId="{B79C14DD-6292-4FF9-96B1-7B67E010F2BA}" type="presParOf" srcId="{4326E8B3-941A-4426-AF03-8F04119C7B5E}" destId="{676C91B2-566A-4982-9B9A-9CA8A51BF231}" srcOrd="4" destOrd="0" presId="urn:microsoft.com/office/officeart/2008/layout/VerticalCurvedList"/>
    <dgm:cxn modelId="{902B5732-C413-4F61-A58D-B9D1A88FDD62}" type="presParOf" srcId="{676C91B2-566A-4982-9B9A-9CA8A51BF231}" destId="{A694E9F5-D20F-4CE0-AAEF-A8AF7BCB9440}" srcOrd="0" destOrd="0" presId="urn:microsoft.com/office/officeart/2008/layout/VerticalCurvedList"/>
    <dgm:cxn modelId="{DD92076B-F683-4DA0-AEF5-CC1BAFFA6BCA}" type="presParOf" srcId="{4326E8B3-941A-4426-AF03-8F04119C7B5E}" destId="{59B95563-7B5B-4225-831A-29E1EEB39012}" srcOrd="5" destOrd="0" presId="urn:microsoft.com/office/officeart/2008/layout/VerticalCurvedList"/>
    <dgm:cxn modelId="{71F868BD-867F-421C-A8A0-4CFCF0512CE0}" type="presParOf" srcId="{4326E8B3-941A-4426-AF03-8F04119C7B5E}" destId="{BECF69A7-2196-47C3-BE4C-D989FD88B487}" srcOrd="6" destOrd="0" presId="urn:microsoft.com/office/officeart/2008/layout/VerticalCurvedList"/>
    <dgm:cxn modelId="{4DC9B1D4-F82F-47C7-A500-D780CCA36B3F}" type="presParOf" srcId="{BECF69A7-2196-47C3-BE4C-D989FD88B487}" destId="{206E9F62-904C-4E09-965F-8F6A1D50CE99}" srcOrd="0" destOrd="0" presId="urn:microsoft.com/office/officeart/2008/layout/VerticalCurvedList"/>
    <dgm:cxn modelId="{8FF430CA-93D8-416F-920C-6BFF9C011834}" type="presParOf" srcId="{4326E8B3-941A-4426-AF03-8F04119C7B5E}" destId="{6361ADEE-DDC8-4B92-A22E-8B90489C3496}" srcOrd="7" destOrd="0" presId="urn:microsoft.com/office/officeart/2008/layout/VerticalCurvedList"/>
    <dgm:cxn modelId="{7ECF39A8-F633-45DA-BEB2-9BFFC637141F}" type="presParOf" srcId="{4326E8B3-941A-4426-AF03-8F04119C7B5E}" destId="{B73B53AD-4868-436B-8E6C-DE9549E1B95D}" srcOrd="8" destOrd="0" presId="urn:microsoft.com/office/officeart/2008/layout/VerticalCurvedList"/>
    <dgm:cxn modelId="{B6B73A3E-E29D-45F2-9CEA-DDDBABE8A0A2}" type="presParOf" srcId="{B73B53AD-4868-436B-8E6C-DE9549E1B95D}" destId="{2701C0E2-42F7-4EF8-915B-95DB5DB722B2}" srcOrd="0" destOrd="0" presId="urn:microsoft.com/office/officeart/2008/layout/VerticalCurvedList"/>
    <dgm:cxn modelId="{EFD5AFD0-98C0-436D-B579-4E1F24C990BE}" type="presParOf" srcId="{4326E8B3-941A-4426-AF03-8F04119C7B5E}" destId="{BD20C5DB-CD08-4AEF-87F2-098846C6D817}" srcOrd="9" destOrd="0" presId="urn:microsoft.com/office/officeart/2008/layout/VerticalCurvedList"/>
    <dgm:cxn modelId="{A9E9C6E0-81E4-49CC-8EC9-1BD3281F6093}" type="presParOf" srcId="{4326E8B3-941A-4426-AF03-8F04119C7B5E}" destId="{1BB83503-308E-492B-8BF7-EB6AC7849597}" srcOrd="10" destOrd="0" presId="urn:microsoft.com/office/officeart/2008/layout/VerticalCurvedList"/>
    <dgm:cxn modelId="{022B68BD-A836-49FC-93BD-A39EBEB8F2D9}" type="presParOf" srcId="{1BB83503-308E-492B-8BF7-EB6AC7849597}" destId="{B0C54EBB-8ADF-4962-BF7D-1A4063195482}" srcOrd="0" destOrd="0" presId="urn:microsoft.com/office/officeart/2008/layout/VerticalCurvedList"/>
    <dgm:cxn modelId="{8E7F85A6-8663-44E6-B8A2-A825E79A1279}" type="presParOf" srcId="{4326E8B3-941A-4426-AF03-8F04119C7B5E}" destId="{126B5754-9BAB-4335-8048-CAA059B4AA0E}" srcOrd="11" destOrd="0" presId="urn:microsoft.com/office/officeart/2008/layout/VerticalCurvedList"/>
    <dgm:cxn modelId="{084DA166-2973-4F3E-95CC-BA0E082C046C}" type="presParOf" srcId="{4326E8B3-941A-4426-AF03-8F04119C7B5E}" destId="{89B00F1C-2CBE-49FE-B6D2-CB51C88DE4E0}" srcOrd="12" destOrd="0" presId="urn:microsoft.com/office/officeart/2008/layout/VerticalCurvedList"/>
    <dgm:cxn modelId="{23710884-5BDA-4A50-A4E8-89C275F49CF7}" type="presParOf" srcId="{89B00F1C-2CBE-49FE-B6D2-CB51C88DE4E0}" destId="{C2EDE2D4-FAE3-405D-AAC7-232D5860DC6B}"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84DE132-2077-4703-B7A4-A2AADC558C7E}" type="doc">
      <dgm:prSet loTypeId="urn:microsoft.com/office/officeart/2008/layout/RadialCluster" loCatId="relationship" qsTypeId="urn:microsoft.com/office/officeart/2005/8/quickstyle/3d5" qsCatId="3D" csTypeId="urn:microsoft.com/office/officeart/2005/8/colors/colorful1" csCatId="colorful" phldr="1"/>
      <dgm:spPr/>
      <dgm:t>
        <a:bodyPr/>
        <a:lstStyle/>
        <a:p>
          <a:endParaRPr lang="zh-CN" altLang="en-US"/>
        </a:p>
      </dgm:t>
    </dgm:pt>
    <dgm:pt modelId="{314BF430-32F3-4937-B7A8-CDBC50A28586}">
      <dgm:prSet phldrT="[文本]" custT="1"/>
      <dgm:spPr/>
      <dgm:t>
        <a:bodyPr/>
        <a:lstStyle/>
        <a:p>
          <a:r>
            <a:rPr lang="zh-CN" altLang="en-US" sz="2400" dirty="0"/>
            <a:t>为什么需要敏捷</a:t>
          </a:r>
        </a:p>
      </dgm:t>
    </dgm:pt>
    <dgm:pt modelId="{FFF528F2-CD86-4C30-9CDA-FBA4F0F0AD51}" type="parTrans" cxnId="{7A3587CB-3A67-4010-9066-02B15F2FD936}">
      <dgm:prSet/>
      <dgm:spPr/>
      <dgm:t>
        <a:bodyPr/>
        <a:lstStyle/>
        <a:p>
          <a:endParaRPr lang="zh-CN" altLang="en-US" sz="1600"/>
        </a:p>
      </dgm:t>
    </dgm:pt>
    <dgm:pt modelId="{305F5B84-54DA-40BC-92F0-2D234A72D198}" type="sibTrans" cxnId="{7A3587CB-3A67-4010-9066-02B15F2FD936}">
      <dgm:prSet/>
      <dgm:spPr/>
      <dgm:t>
        <a:bodyPr/>
        <a:lstStyle/>
        <a:p>
          <a:endParaRPr lang="zh-CN" altLang="en-US" sz="1600"/>
        </a:p>
      </dgm:t>
    </dgm:pt>
    <dgm:pt modelId="{324CA685-49BD-4BD5-A8FD-A5710D9AC13B}">
      <dgm:prSet phldrT="[文本]" custT="1"/>
      <dgm:spPr/>
      <dgm:t>
        <a:bodyPr/>
        <a:lstStyle/>
        <a:p>
          <a:r>
            <a:rPr lang="zh-CN" altLang="en-US" sz="1600" dirty="0"/>
            <a:t>更加灵活</a:t>
          </a:r>
        </a:p>
      </dgm:t>
    </dgm:pt>
    <dgm:pt modelId="{7D8C2A10-8A07-4F15-B8A5-39F77B79AFE9}" type="parTrans" cxnId="{73B17A59-9241-4F2B-B6B4-885F888C132A}">
      <dgm:prSet/>
      <dgm:spPr/>
      <dgm:t>
        <a:bodyPr/>
        <a:lstStyle/>
        <a:p>
          <a:endParaRPr lang="zh-CN" altLang="en-US" sz="1600"/>
        </a:p>
      </dgm:t>
    </dgm:pt>
    <dgm:pt modelId="{28D2BF1F-59FB-44D8-8FD5-92B443E44216}" type="sibTrans" cxnId="{73B17A59-9241-4F2B-B6B4-885F888C132A}">
      <dgm:prSet/>
      <dgm:spPr/>
      <dgm:t>
        <a:bodyPr/>
        <a:lstStyle/>
        <a:p>
          <a:endParaRPr lang="zh-CN" altLang="en-US" sz="1600"/>
        </a:p>
      </dgm:t>
    </dgm:pt>
    <dgm:pt modelId="{87606509-C3F9-4238-A894-635D82EAB841}">
      <dgm:prSet phldrT="[文本]" custT="1"/>
      <dgm:spPr/>
      <dgm:t>
        <a:bodyPr/>
        <a:lstStyle/>
        <a:p>
          <a:r>
            <a:rPr lang="zh-CN" altLang="en-US" sz="1600" dirty="0"/>
            <a:t>快速交付</a:t>
          </a:r>
        </a:p>
      </dgm:t>
    </dgm:pt>
    <dgm:pt modelId="{D87EC061-DBBC-46D1-80B0-D3B15C61D5FF}" type="parTrans" cxnId="{1BC08063-DF8E-4682-A997-CCAA4FAB1183}">
      <dgm:prSet/>
      <dgm:spPr/>
      <dgm:t>
        <a:bodyPr/>
        <a:lstStyle/>
        <a:p>
          <a:endParaRPr lang="zh-CN" altLang="en-US" sz="1600"/>
        </a:p>
      </dgm:t>
    </dgm:pt>
    <dgm:pt modelId="{70C0542A-0A11-4E9D-9606-9272B5AF48C0}" type="sibTrans" cxnId="{1BC08063-DF8E-4682-A997-CCAA4FAB1183}">
      <dgm:prSet/>
      <dgm:spPr/>
      <dgm:t>
        <a:bodyPr/>
        <a:lstStyle/>
        <a:p>
          <a:endParaRPr lang="zh-CN" altLang="en-US" sz="1600"/>
        </a:p>
      </dgm:t>
    </dgm:pt>
    <dgm:pt modelId="{D8FE1109-6BE6-4606-AE0B-4682160FB4B6}">
      <dgm:prSet phldrT="[文本]" custT="1"/>
      <dgm:spPr/>
      <dgm:t>
        <a:bodyPr/>
        <a:lstStyle/>
        <a:p>
          <a:r>
            <a:rPr lang="zh-CN" altLang="en-US" sz="1600" dirty="0"/>
            <a:t>持续改进</a:t>
          </a:r>
        </a:p>
      </dgm:t>
    </dgm:pt>
    <dgm:pt modelId="{5662D5C6-378B-4690-BCED-2C584281D3AA}" type="parTrans" cxnId="{4E294A44-DFF9-48D0-A9F0-63F8A415BCD3}">
      <dgm:prSet/>
      <dgm:spPr/>
      <dgm:t>
        <a:bodyPr/>
        <a:lstStyle/>
        <a:p>
          <a:endParaRPr lang="zh-CN" altLang="en-US" sz="1600"/>
        </a:p>
      </dgm:t>
    </dgm:pt>
    <dgm:pt modelId="{EDA8ED59-D48E-4854-BCE5-1B6D47008CE9}" type="sibTrans" cxnId="{4E294A44-DFF9-48D0-A9F0-63F8A415BCD3}">
      <dgm:prSet/>
      <dgm:spPr/>
      <dgm:t>
        <a:bodyPr/>
        <a:lstStyle/>
        <a:p>
          <a:endParaRPr lang="zh-CN" altLang="en-US" sz="1600"/>
        </a:p>
      </dgm:t>
    </dgm:pt>
    <dgm:pt modelId="{39635E2A-0DDE-480A-BDA0-5F9B3A206D03}">
      <dgm:prSet phldrT="[文本]" custT="1"/>
      <dgm:spPr/>
      <dgm:t>
        <a:bodyPr/>
        <a:lstStyle/>
        <a:p>
          <a:r>
            <a:rPr lang="zh-CN" altLang="en-US" sz="1600" dirty="0"/>
            <a:t>更低风险</a:t>
          </a:r>
        </a:p>
      </dgm:t>
    </dgm:pt>
    <dgm:pt modelId="{D8A66E85-A2FA-4154-ACB7-ADCF5F955258}" type="parTrans" cxnId="{9120F8DE-3D09-4BF1-B92A-C934B465E308}">
      <dgm:prSet/>
      <dgm:spPr/>
      <dgm:t>
        <a:bodyPr/>
        <a:lstStyle/>
        <a:p>
          <a:endParaRPr lang="zh-CN" altLang="en-US" sz="1600"/>
        </a:p>
      </dgm:t>
    </dgm:pt>
    <dgm:pt modelId="{EBC4C119-FFAC-44A5-A81A-730732D0306D}" type="sibTrans" cxnId="{9120F8DE-3D09-4BF1-B92A-C934B465E308}">
      <dgm:prSet/>
      <dgm:spPr/>
      <dgm:t>
        <a:bodyPr/>
        <a:lstStyle/>
        <a:p>
          <a:endParaRPr lang="zh-CN" altLang="en-US" sz="1600"/>
        </a:p>
      </dgm:t>
    </dgm:pt>
    <dgm:pt modelId="{824CE0B2-F960-45F2-BCBE-1CD5E253A7F9}" type="pres">
      <dgm:prSet presAssocID="{D84DE132-2077-4703-B7A4-A2AADC558C7E}" presName="Name0" presStyleCnt="0">
        <dgm:presLayoutVars>
          <dgm:chMax val="1"/>
          <dgm:chPref val="1"/>
          <dgm:dir/>
          <dgm:animOne val="branch"/>
          <dgm:animLvl val="lvl"/>
        </dgm:presLayoutVars>
      </dgm:prSet>
      <dgm:spPr/>
    </dgm:pt>
    <dgm:pt modelId="{B54C53F5-4A22-4491-98CE-52D3E8765D02}" type="pres">
      <dgm:prSet presAssocID="{314BF430-32F3-4937-B7A8-CDBC50A28586}" presName="singleCycle" presStyleCnt="0"/>
      <dgm:spPr/>
    </dgm:pt>
    <dgm:pt modelId="{40C8E036-C2EE-4600-A051-491B681C8C8D}" type="pres">
      <dgm:prSet presAssocID="{314BF430-32F3-4937-B7A8-CDBC50A28586}" presName="singleCenter" presStyleLbl="node1" presStyleIdx="0" presStyleCnt="5">
        <dgm:presLayoutVars>
          <dgm:chMax val="7"/>
          <dgm:chPref val="7"/>
        </dgm:presLayoutVars>
      </dgm:prSet>
      <dgm:spPr/>
    </dgm:pt>
    <dgm:pt modelId="{2E08CFCD-6332-40E2-A17E-084ED5E59966}" type="pres">
      <dgm:prSet presAssocID="{7D8C2A10-8A07-4F15-B8A5-39F77B79AFE9}" presName="Name56" presStyleLbl="parChTrans1D2" presStyleIdx="0" presStyleCnt="4"/>
      <dgm:spPr/>
    </dgm:pt>
    <dgm:pt modelId="{A285A515-1A1B-44A4-867B-3B42E36AD233}" type="pres">
      <dgm:prSet presAssocID="{324CA685-49BD-4BD5-A8FD-A5710D9AC13B}" presName="text0" presStyleLbl="node1" presStyleIdx="1" presStyleCnt="5">
        <dgm:presLayoutVars>
          <dgm:bulletEnabled val="1"/>
        </dgm:presLayoutVars>
      </dgm:prSet>
      <dgm:spPr/>
    </dgm:pt>
    <dgm:pt modelId="{98E87A3E-8EDA-4E31-A58E-16C5DE7484A6}" type="pres">
      <dgm:prSet presAssocID="{D87EC061-DBBC-46D1-80B0-D3B15C61D5FF}" presName="Name56" presStyleLbl="parChTrans1D2" presStyleIdx="1" presStyleCnt="4"/>
      <dgm:spPr/>
    </dgm:pt>
    <dgm:pt modelId="{103858DB-0D8A-4A94-A8ED-8B7CB632D64B}" type="pres">
      <dgm:prSet presAssocID="{87606509-C3F9-4238-A894-635D82EAB841}" presName="text0" presStyleLbl="node1" presStyleIdx="2" presStyleCnt="5">
        <dgm:presLayoutVars>
          <dgm:bulletEnabled val="1"/>
        </dgm:presLayoutVars>
      </dgm:prSet>
      <dgm:spPr/>
    </dgm:pt>
    <dgm:pt modelId="{5A634463-5CA1-45DE-9DC2-51CE4525DE68}" type="pres">
      <dgm:prSet presAssocID="{5662D5C6-378B-4690-BCED-2C584281D3AA}" presName="Name56" presStyleLbl="parChTrans1D2" presStyleIdx="2" presStyleCnt="4"/>
      <dgm:spPr/>
    </dgm:pt>
    <dgm:pt modelId="{E5D4D3A5-5361-4E22-BE21-44F88B118BAD}" type="pres">
      <dgm:prSet presAssocID="{D8FE1109-6BE6-4606-AE0B-4682160FB4B6}" presName="text0" presStyleLbl="node1" presStyleIdx="3" presStyleCnt="5">
        <dgm:presLayoutVars>
          <dgm:bulletEnabled val="1"/>
        </dgm:presLayoutVars>
      </dgm:prSet>
      <dgm:spPr/>
    </dgm:pt>
    <dgm:pt modelId="{6917A371-A8D4-46BF-B362-B6BAC5B093F8}" type="pres">
      <dgm:prSet presAssocID="{D8A66E85-A2FA-4154-ACB7-ADCF5F955258}" presName="Name56" presStyleLbl="parChTrans1D2" presStyleIdx="3" presStyleCnt="4"/>
      <dgm:spPr/>
    </dgm:pt>
    <dgm:pt modelId="{F15E34B5-BCBC-4EE4-9EED-6AB235023B27}" type="pres">
      <dgm:prSet presAssocID="{39635E2A-0DDE-480A-BDA0-5F9B3A206D03}" presName="text0" presStyleLbl="node1" presStyleIdx="4" presStyleCnt="5">
        <dgm:presLayoutVars>
          <dgm:bulletEnabled val="1"/>
        </dgm:presLayoutVars>
      </dgm:prSet>
      <dgm:spPr/>
    </dgm:pt>
  </dgm:ptLst>
  <dgm:cxnLst>
    <dgm:cxn modelId="{FC3F7714-C301-4E3D-B22B-A6E2B15F0D19}" type="presOf" srcId="{D8A66E85-A2FA-4154-ACB7-ADCF5F955258}" destId="{6917A371-A8D4-46BF-B362-B6BAC5B093F8}" srcOrd="0" destOrd="0" presId="urn:microsoft.com/office/officeart/2008/layout/RadialCluster"/>
    <dgm:cxn modelId="{5A865718-E565-487D-A6E8-0E5796F0D5EE}" type="presOf" srcId="{87606509-C3F9-4238-A894-635D82EAB841}" destId="{103858DB-0D8A-4A94-A8ED-8B7CB632D64B}" srcOrd="0" destOrd="0" presId="urn:microsoft.com/office/officeart/2008/layout/RadialCluster"/>
    <dgm:cxn modelId="{91A4173A-F907-4179-98AD-44D77052B42E}" type="presOf" srcId="{D84DE132-2077-4703-B7A4-A2AADC558C7E}" destId="{824CE0B2-F960-45F2-BCBE-1CD5E253A7F9}" srcOrd="0" destOrd="0" presId="urn:microsoft.com/office/officeart/2008/layout/RadialCluster"/>
    <dgm:cxn modelId="{BD82F53E-2381-4A90-ABF5-1D4D25795834}" type="presOf" srcId="{D8FE1109-6BE6-4606-AE0B-4682160FB4B6}" destId="{E5D4D3A5-5361-4E22-BE21-44F88B118BAD}" srcOrd="0" destOrd="0" presId="urn:microsoft.com/office/officeart/2008/layout/RadialCluster"/>
    <dgm:cxn modelId="{1BC08063-DF8E-4682-A997-CCAA4FAB1183}" srcId="{314BF430-32F3-4937-B7A8-CDBC50A28586}" destId="{87606509-C3F9-4238-A894-635D82EAB841}" srcOrd="1" destOrd="0" parTransId="{D87EC061-DBBC-46D1-80B0-D3B15C61D5FF}" sibTransId="{70C0542A-0A11-4E9D-9606-9272B5AF48C0}"/>
    <dgm:cxn modelId="{4E294A44-DFF9-48D0-A9F0-63F8A415BCD3}" srcId="{314BF430-32F3-4937-B7A8-CDBC50A28586}" destId="{D8FE1109-6BE6-4606-AE0B-4682160FB4B6}" srcOrd="2" destOrd="0" parTransId="{5662D5C6-378B-4690-BCED-2C584281D3AA}" sibTransId="{EDA8ED59-D48E-4854-BCE5-1B6D47008CE9}"/>
    <dgm:cxn modelId="{BC32EA45-7D9F-4EF1-AF81-38B9B844AC91}" type="presOf" srcId="{7D8C2A10-8A07-4F15-B8A5-39F77B79AFE9}" destId="{2E08CFCD-6332-40E2-A17E-084ED5E59966}" srcOrd="0" destOrd="0" presId="urn:microsoft.com/office/officeart/2008/layout/RadialCluster"/>
    <dgm:cxn modelId="{73B17A59-9241-4F2B-B6B4-885F888C132A}" srcId="{314BF430-32F3-4937-B7A8-CDBC50A28586}" destId="{324CA685-49BD-4BD5-A8FD-A5710D9AC13B}" srcOrd="0" destOrd="0" parTransId="{7D8C2A10-8A07-4F15-B8A5-39F77B79AFE9}" sibTransId="{28D2BF1F-59FB-44D8-8FD5-92B443E44216}"/>
    <dgm:cxn modelId="{CFB060CA-1CDF-4B8E-8529-80E6B3AAF100}" type="presOf" srcId="{5662D5C6-378B-4690-BCED-2C584281D3AA}" destId="{5A634463-5CA1-45DE-9DC2-51CE4525DE68}" srcOrd="0" destOrd="0" presId="urn:microsoft.com/office/officeart/2008/layout/RadialCluster"/>
    <dgm:cxn modelId="{3ECA4DCA-93D3-4E2E-8335-23FA3217E0EA}" type="presOf" srcId="{D87EC061-DBBC-46D1-80B0-D3B15C61D5FF}" destId="{98E87A3E-8EDA-4E31-A58E-16C5DE7484A6}" srcOrd="0" destOrd="0" presId="urn:microsoft.com/office/officeart/2008/layout/RadialCluster"/>
    <dgm:cxn modelId="{7A3587CB-3A67-4010-9066-02B15F2FD936}" srcId="{D84DE132-2077-4703-B7A4-A2AADC558C7E}" destId="{314BF430-32F3-4937-B7A8-CDBC50A28586}" srcOrd="0" destOrd="0" parTransId="{FFF528F2-CD86-4C30-9CDA-FBA4F0F0AD51}" sibTransId="{305F5B84-54DA-40BC-92F0-2D234A72D198}"/>
    <dgm:cxn modelId="{9120F8DE-3D09-4BF1-B92A-C934B465E308}" srcId="{314BF430-32F3-4937-B7A8-CDBC50A28586}" destId="{39635E2A-0DDE-480A-BDA0-5F9B3A206D03}" srcOrd="3" destOrd="0" parTransId="{D8A66E85-A2FA-4154-ACB7-ADCF5F955258}" sibTransId="{EBC4C119-FFAC-44A5-A81A-730732D0306D}"/>
    <dgm:cxn modelId="{8B4E0DE9-02CD-492F-92A6-2509C6C092E5}" type="presOf" srcId="{39635E2A-0DDE-480A-BDA0-5F9B3A206D03}" destId="{F15E34B5-BCBC-4EE4-9EED-6AB235023B27}" srcOrd="0" destOrd="0" presId="urn:microsoft.com/office/officeart/2008/layout/RadialCluster"/>
    <dgm:cxn modelId="{BE615EE9-C165-4423-8441-0A6FB6E80D6D}" type="presOf" srcId="{324CA685-49BD-4BD5-A8FD-A5710D9AC13B}" destId="{A285A515-1A1B-44A4-867B-3B42E36AD233}" srcOrd="0" destOrd="0" presId="urn:microsoft.com/office/officeart/2008/layout/RadialCluster"/>
    <dgm:cxn modelId="{DF39FCF3-F28A-4F54-A978-F2DD934CC6A6}" type="presOf" srcId="{314BF430-32F3-4937-B7A8-CDBC50A28586}" destId="{40C8E036-C2EE-4600-A051-491B681C8C8D}" srcOrd="0" destOrd="0" presId="urn:microsoft.com/office/officeart/2008/layout/RadialCluster"/>
    <dgm:cxn modelId="{F7DB3DD6-9236-4395-814F-4E3A0DB81BF2}" type="presParOf" srcId="{824CE0B2-F960-45F2-BCBE-1CD5E253A7F9}" destId="{B54C53F5-4A22-4491-98CE-52D3E8765D02}" srcOrd="0" destOrd="0" presId="urn:microsoft.com/office/officeart/2008/layout/RadialCluster"/>
    <dgm:cxn modelId="{5FFA1774-5A00-4410-9B50-99E4E37EC1DA}" type="presParOf" srcId="{B54C53F5-4A22-4491-98CE-52D3E8765D02}" destId="{40C8E036-C2EE-4600-A051-491B681C8C8D}" srcOrd="0" destOrd="0" presId="urn:microsoft.com/office/officeart/2008/layout/RadialCluster"/>
    <dgm:cxn modelId="{1A16B853-1EC4-4FBE-B4E0-A1121959ABD5}" type="presParOf" srcId="{B54C53F5-4A22-4491-98CE-52D3E8765D02}" destId="{2E08CFCD-6332-40E2-A17E-084ED5E59966}" srcOrd="1" destOrd="0" presId="urn:microsoft.com/office/officeart/2008/layout/RadialCluster"/>
    <dgm:cxn modelId="{008742E3-02BE-4DDC-9344-1FF903368E18}" type="presParOf" srcId="{B54C53F5-4A22-4491-98CE-52D3E8765D02}" destId="{A285A515-1A1B-44A4-867B-3B42E36AD233}" srcOrd="2" destOrd="0" presId="urn:microsoft.com/office/officeart/2008/layout/RadialCluster"/>
    <dgm:cxn modelId="{ACA181CC-8E47-425C-BE7E-0DE33D6E56EA}" type="presParOf" srcId="{B54C53F5-4A22-4491-98CE-52D3E8765D02}" destId="{98E87A3E-8EDA-4E31-A58E-16C5DE7484A6}" srcOrd="3" destOrd="0" presId="urn:microsoft.com/office/officeart/2008/layout/RadialCluster"/>
    <dgm:cxn modelId="{322B153B-7A15-4CCB-AD50-D6B36B480BED}" type="presParOf" srcId="{B54C53F5-4A22-4491-98CE-52D3E8765D02}" destId="{103858DB-0D8A-4A94-A8ED-8B7CB632D64B}" srcOrd="4" destOrd="0" presId="urn:microsoft.com/office/officeart/2008/layout/RadialCluster"/>
    <dgm:cxn modelId="{F9AED44C-5E3C-4A5A-ADF3-426FAE88A4E4}" type="presParOf" srcId="{B54C53F5-4A22-4491-98CE-52D3E8765D02}" destId="{5A634463-5CA1-45DE-9DC2-51CE4525DE68}" srcOrd="5" destOrd="0" presId="urn:microsoft.com/office/officeart/2008/layout/RadialCluster"/>
    <dgm:cxn modelId="{5F3AF859-507C-4736-80CD-58B1B8A3DE4C}" type="presParOf" srcId="{B54C53F5-4A22-4491-98CE-52D3E8765D02}" destId="{E5D4D3A5-5361-4E22-BE21-44F88B118BAD}" srcOrd="6" destOrd="0" presId="urn:microsoft.com/office/officeart/2008/layout/RadialCluster"/>
    <dgm:cxn modelId="{D1B91DD2-5421-4F0E-8D17-CD5314AC0B56}" type="presParOf" srcId="{B54C53F5-4A22-4491-98CE-52D3E8765D02}" destId="{6917A371-A8D4-46BF-B362-B6BAC5B093F8}" srcOrd="7" destOrd="0" presId="urn:microsoft.com/office/officeart/2008/layout/RadialCluster"/>
    <dgm:cxn modelId="{B1C9F850-0A2D-41A3-9DF0-900266242A46}" type="presParOf" srcId="{B54C53F5-4A22-4491-98CE-52D3E8765D02}" destId="{F15E34B5-BCBC-4EE4-9EED-6AB235023B27}" srcOrd="8" destOrd="0" presId="urn:microsoft.com/office/officeart/2008/layout/RadialCluster"/>
  </dgm:cxnLst>
  <dgm:bg/>
  <dgm:whole>
    <a:ln w="12700">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54691F0-94F8-43DE-820A-E282164893BD}" type="doc">
      <dgm:prSet loTypeId="urn:microsoft.com/office/officeart/2005/8/layout/chevron1" loCatId="process" qsTypeId="urn:microsoft.com/office/officeart/2005/8/quickstyle/simple1" qsCatId="simple" csTypeId="urn:microsoft.com/office/officeart/2005/8/colors/colorful5" csCatId="colorful" phldr="1"/>
      <dgm:spPr/>
      <dgm:t>
        <a:bodyPr/>
        <a:lstStyle/>
        <a:p>
          <a:endParaRPr lang="zh-CN" altLang="en-US"/>
        </a:p>
      </dgm:t>
    </dgm:pt>
    <dgm:pt modelId="{184D60CB-27ED-4780-A10E-4CC49C9E76D3}">
      <dgm:prSet phldrT="[文本]" phldr="0"/>
      <dgm:spPr/>
      <dgm:t>
        <a:bodyPr/>
        <a:lstStyle/>
        <a:p>
          <a:r>
            <a:rPr lang="zh-CN" altLang="en-US" dirty="0"/>
            <a:t>项目建议</a:t>
          </a:r>
        </a:p>
      </dgm:t>
    </dgm:pt>
    <dgm:pt modelId="{9C1ADE14-4A7C-4C45-A868-79CA352F05EB}" type="parTrans" cxnId="{8EA1B4EF-69D9-4935-9F40-6A0D97B5F08C}">
      <dgm:prSet/>
      <dgm:spPr/>
      <dgm:t>
        <a:bodyPr/>
        <a:lstStyle/>
        <a:p>
          <a:endParaRPr lang="zh-CN" altLang="en-US"/>
        </a:p>
      </dgm:t>
    </dgm:pt>
    <dgm:pt modelId="{41B6E64C-E9EB-43BD-9C0E-762B52FA6BC7}" type="sibTrans" cxnId="{8EA1B4EF-69D9-4935-9F40-6A0D97B5F08C}">
      <dgm:prSet/>
      <dgm:spPr/>
      <dgm:t>
        <a:bodyPr/>
        <a:lstStyle/>
        <a:p>
          <a:endParaRPr lang="zh-CN" altLang="en-US"/>
        </a:p>
      </dgm:t>
    </dgm:pt>
    <dgm:pt modelId="{2A575AB9-61F1-4AC2-9D05-93C951B08D73}">
      <dgm:prSet phldrT="[文本]"/>
      <dgm:spPr/>
      <dgm:t>
        <a:bodyPr/>
        <a:lstStyle/>
        <a:p>
          <a:r>
            <a:rPr lang="zh-CN" altLang="en-US" dirty="0"/>
            <a:t>项目可行性分析</a:t>
          </a:r>
        </a:p>
      </dgm:t>
    </dgm:pt>
    <dgm:pt modelId="{6DB42CE6-3CB0-4856-BF35-0C90A2451A4E}" type="parTrans" cxnId="{CBB60AEE-5AE0-4834-B8F3-A53F7583A090}">
      <dgm:prSet/>
      <dgm:spPr/>
      <dgm:t>
        <a:bodyPr/>
        <a:lstStyle/>
        <a:p>
          <a:endParaRPr lang="zh-CN" altLang="en-US"/>
        </a:p>
      </dgm:t>
    </dgm:pt>
    <dgm:pt modelId="{956A8CB9-3798-49D8-84BF-B4A09A248CBC}" type="sibTrans" cxnId="{CBB60AEE-5AE0-4834-B8F3-A53F7583A090}">
      <dgm:prSet/>
      <dgm:spPr/>
      <dgm:t>
        <a:bodyPr/>
        <a:lstStyle/>
        <a:p>
          <a:endParaRPr lang="zh-CN" altLang="en-US"/>
        </a:p>
      </dgm:t>
    </dgm:pt>
    <dgm:pt modelId="{F50E392A-E371-45A8-B68D-90001E61108A}">
      <dgm:prSet phldrT="[文本]"/>
      <dgm:spPr/>
      <dgm:t>
        <a:bodyPr/>
        <a:lstStyle/>
        <a:p>
          <a:r>
            <a:rPr lang="zh-CN" altLang="en-US" dirty="0"/>
            <a:t>项目审批</a:t>
          </a:r>
        </a:p>
      </dgm:t>
    </dgm:pt>
    <dgm:pt modelId="{34BC6687-7E0B-4F30-AC64-FB0D6F36AFCF}" type="parTrans" cxnId="{AEB15708-5602-48CC-AA6E-8AA90D1FBB65}">
      <dgm:prSet/>
      <dgm:spPr/>
      <dgm:t>
        <a:bodyPr/>
        <a:lstStyle/>
        <a:p>
          <a:endParaRPr lang="zh-CN" altLang="en-US"/>
        </a:p>
      </dgm:t>
    </dgm:pt>
    <dgm:pt modelId="{8F4DC57A-E897-469E-9DBF-448E70714E8C}" type="sibTrans" cxnId="{AEB15708-5602-48CC-AA6E-8AA90D1FBB65}">
      <dgm:prSet/>
      <dgm:spPr/>
      <dgm:t>
        <a:bodyPr/>
        <a:lstStyle/>
        <a:p>
          <a:endParaRPr lang="zh-CN" altLang="en-US"/>
        </a:p>
      </dgm:t>
    </dgm:pt>
    <dgm:pt modelId="{068F73D6-FD2B-4819-92FF-A1D420338598}">
      <dgm:prSet phldrT="[文本]"/>
      <dgm:spPr/>
      <dgm:t>
        <a:bodyPr/>
        <a:lstStyle/>
        <a:p>
          <a:r>
            <a:rPr lang="zh-CN" altLang="en-US" dirty="0"/>
            <a:t>项目招投标</a:t>
          </a:r>
        </a:p>
      </dgm:t>
    </dgm:pt>
    <dgm:pt modelId="{68FE74F0-0AF2-4FB0-98C4-EC9C2655B818}" type="parTrans" cxnId="{5A8B46E0-DCAC-408B-B419-1EF002BC679A}">
      <dgm:prSet/>
      <dgm:spPr/>
      <dgm:t>
        <a:bodyPr/>
        <a:lstStyle/>
        <a:p>
          <a:endParaRPr lang="zh-CN" altLang="en-US"/>
        </a:p>
      </dgm:t>
    </dgm:pt>
    <dgm:pt modelId="{38CB38AF-D860-4B18-BCBB-91F8D1EE4D6E}" type="sibTrans" cxnId="{5A8B46E0-DCAC-408B-B419-1EF002BC679A}">
      <dgm:prSet/>
      <dgm:spPr/>
      <dgm:t>
        <a:bodyPr/>
        <a:lstStyle/>
        <a:p>
          <a:endParaRPr lang="zh-CN" altLang="en-US"/>
        </a:p>
      </dgm:t>
    </dgm:pt>
    <dgm:pt modelId="{AA46264F-C891-49B9-8E74-1FFD253D616C}">
      <dgm:prSet phldrT="[文本]"/>
      <dgm:spPr/>
      <dgm:t>
        <a:bodyPr/>
        <a:lstStyle/>
        <a:p>
          <a:r>
            <a:rPr lang="zh-CN" altLang="en-US" dirty="0"/>
            <a:t>项目合同谈判和签到</a:t>
          </a:r>
        </a:p>
      </dgm:t>
    </dgm:pt>
    <dgm:pt modelId="{795D5C6C-FC24-4BE6-BAFC-BC7A436374FA}" type="parTrans" cxnId="{0A5C0DF5-DCF1-4B17-A3AB-6BA34FBBCFCC}">
      <dgm:prSet/>
      <dgm:spPr/>
      <dgm:t>
        <a:bodyPr/>
        <a:lstStyle/>
        <a:p>
          <a:endParaRPr lang="zh-CN" altLang="en-US"/>
        </a:p>
      </dgm:t>
    </dgm:pt>
    <dgm:pt modelId="{FE3A84E4-D74C-4FD0-8559-64B047FAF8B4}" type="sibTrans" cxnId="{0A5C0DF5-DCF1-4B17-A3AB-6BA34FBBCFCC}">
      <dgm:prSet/>
      <dgm:spPr/>
      <dgm:t>
        <a:bodyPr/>
        <a:lstStyle/>
        <a:p>
          <a:endParaRPr lang="zh-CN" altLang="en-US"/>
        </a:p>
      </dgm:t>
    </dgm:pt>
    <dgm:pt modelId="{331D744C-3E25-4F72-A3A3-2D171B1FAE4A}" type="pres">
      <dgm:prSet presAssocID="{C54691F0-94F8-43DE-820A-E282164893BD}" presName="Name0" presStyleCnt="0">
        <dgm:presLayoutVars>
          <dgm:dir/>
          <dgm:animLvl val="lvl"/>
          <dgm:resizeHandles val="exact"/>
        </dgm:presLayoutVars>
      </dgm:prSet>
      <dgm:spPr/>
    </dgm:pt>
    <dgm:pt modelId="{BFADCE9A-F623-4A8D-9AE7-8DD25E7A76D8}" type="pres">
      <dgm:prSet presAssocID="{184D60CB-27ED-4780-A10E-4CC49C9E76D3}" presName="parTxOnly" presStyleLbl="node1" presStyleIdx="0" presStyleCnt="5">
        <dgm:presLayoutVars>
          <dgm:chMax val="0"/>
          <dgm:chPref val="0"/>
          <dgm:bulletEnabled val="1"/>
        </dgm:presLayoutVars>
      </dgm:prSet>
      <dgm:spPr/>
    </dgm:pt>
    <dgm:pt modelId="{F4E419B9-A508-4B41-A5AF-63310C5C51D6}" type="pres">
      <dgm:prSet presAssocID="{41B6E64C-E9EB-43BD-9C0E-762B52FA6BC7}" presName="parTxOnlySpace" presStyleCnt="0"/>
      <dgm:spPr/>
    </dgm:pt>
    <dgm:pt modelId="{7A3D29DB-D217-4EDB-96A3-52B1BB0C6283}" type="pres">
      <dgm:prSet presAssocID="{2A575AB9-61F1-4AC2-9D05-93C951B08D73}" presName="parTxOnly" presStyleLbl="node1" presStyleIdx="1" presStyleCnt="5">
        <dgm:presLayoutVars>
          <dgm:chMax val="0"/>
          <dgm:chPref val="0"/>
          <dgm:bulletEnabled val="1"/>
        </dgm:presLayoutVars>
      </dgm:prSet>
      <dgm:spPr/>
    </dgm:pt>
    <dgm:pt modelId="{93753795-0ADE-4AC2-9931-33EF9D0FA0AD}" type="pres">
      <dgm:prSet presAssocID="{956A8CB9-3798-49D8-84BF-B4A09A248CBC}" presName="parTxOnlySpace" presStyleCnt="0"/>
      <dgm:spPr/>
    </dgm:pt>
    <dgm:pt modelId="{4B334B34-EF96-49E0-B66E-133BD48100CA}" type="pres">
      <dgm:prSet presAssocID="{F50E392A-E371-45A8-B68D-90001E61108A}" presName="parTxOnly" presStyleLbl="node1" presStyleIdx="2" presStyleCnt="5">
        <dgm:presLayoutVars>
          <dgm:chMax val="0"/>
          <dgm:chPref val="0"/>
          <dgm:bulletEnabled val="1"/>
        </dgm:presLayoutVars>
      </dgm:prSet>
      <dgm:spPr/>
    </dgm:pt>
    <dgm:pt modelId="{B2AAC982-46E5-4C16-81EB-6037924D60A8}" type="pres">
      <dgm:prSet presAssocID="{8F4DC57A-E897-469E-9DBF-448E70714E8C}" presName="parTxOnlySpace" presStyleCnt="0"/>
      <dgm:spPr/>
    </dgm:pt>
    <dgm:pt modelId="{5BAD45FD-29D7-48E3-8439-87C6F2A3A98B}" type="pres">
      <dgm:prSet presAssocID="{068F73D6-FD2B-4819-92FF-A1D420338598}" presName="parTxOnly" presStyleLbl="node1" presStyleIdx="3" presStyleCnt="5">
        <dgm:presLayoutVars>
          <dgm:chMax val="0"/>
          <dgm:chPref val="0"/>
          <dgm:bulletEnabled val="1"/>
        </dgm:presLayoutVars>
      </dgm:prSet>
      <dgm:spPr/>
    </dgm:pt>
    <dgm:pt modelId="{42954CDD-A8EF-4773-B744-6CF7CAD82C73}" type="pres">
      <dgm:prSet presAssocID="{38CB38AF-D860-4B18-BCBB-91F8D1EE4D6E}" presName="parTxOnlySpace" presStyleCnt="0"/>
      <dgm:spPr/>
    </dgm:pt>
    <dgm:pt modelId="{C1A69100-C77D-4BF6-A329-8693DB5210CB}" type="pres">
      <dgm:prSet presAssocID="{AA46264F-C891-49B9-8E74-1FFD253D616C}" presName="parTxOnly" presStyleLbl="node1" presStyleIdx="4" presStyleCnt="5">
        <dgm:presLayoutVars>
          <dgm:chMax val="0"/>
          <dgm:chPref val="0"/>
          <dgm:bulletEnabled val="1"/>
        </dgm:presLayoutVars>
      </dgm:prSet>
      <dgm:spPr/>
    </dgm:pt>
  </dgm:ptLst>
  <dgm:cxnLst>
    <dgm:cxn modelId="{AEB15708-5602-48CC-AA6E-8AA90D1FBB65}" srcId="{C54691F0-94F8-43DE-820A-E282164893BD}" destId="{F50E392A-E371-45A8-B68D-90001E61108A}" srcOrd="2" destOrd="0" parTransId="{34BC6687-7E0B-4F30-AC64-FB0D6F36AFCF}" sibTransId="{8F4DC57A-E897-469E-9DBF-448E70714E8C}"/>
    <dgm:cxn modelId="{89A8E242-8EAD-4DBE-8FF1-1F4F7D05BDD7}" type="presOf" srcId="{068F73D6-FD2B-4819-92FF-A1D420338598}" destId="{5BAD45FD-29D7-48E3-8439-87C6F2A3A98B}" srcOrd="0" destOrd="0" presId="urn:microsoft.com/office/officeart/2005/8/layout/chevron1"/>
    <dgm:cxn modelId="{4EDA7052-94EC-480B-8242-7C40B83F752F}" type="presOf" srcId="{184D60CB-27ED-4780-A10E-4CC49C9E76D3}" destId="{BFADCE9A-F623-4A8D-9AE7-8DD25E7A76D8}" srcOrd="0" destOrd="0" presId="urn:microsoft.com/office/officeart/2005/8/layout/chevron1"/>
    <dgm:cxn modelId="{2AFFAFB6-FA90-4DC3-82E8-D79BF685A3A9}" type="presOf" srcId="{2A575AB9-61F1-4AC2-9D05-93C951B08D73}" destId="{7A3D29DB-D217-4EDB-96A3-52B1BB0C6283}" srcOrd="0" destOrd="0" presId="urn:microsoft.com/office/officeart/2005/8/layout/chevron1"/>
    <dgm:cxn modelId="{EE8EC5DC-97C5-408A-8F7A-59723FA8A219}" type="presOf" srcId="{C54691F0-94F8-43DE-820A-E282164893BD}" destId="{331D744C-3E25-4F72-A3A3-2D171B1FAE4A}" srcOrd="0" destOrd="0" presId="urn:microsoft.com/office/officeart/2005/8/layout/chevron1"/>
    <dgm:cxn modelId="{5A8B46E0-DCAC-408B-B419-1EF002BC679A}" srcId="{C54691F0-94F8-43DE-820A-E282164893BD}" destId="{068F73D6-FD2B-4819-92FF-A1D420338598}" srcOrd="3" destOrd="0" parTransId="{68FE74F0-0AF2-4FB0-98C4-EC9C2655B818}" sibTransId="{38CB38AF-D860-4B18-BCBB-91F8D1EE4D6E}"/>
    <dgm:cxn modelId="{E1CA65EB-3790-4AF2-994D-1BD2702B9E2E}" type="presOf" srcId="{F50E392A-E371-45A8-B68D-90001E61108A}" destId="{4B334B34-EF96-49E0-B66E-133BD48100CA}" srcOrd="0" destOrd="0" presId="urn:microsoft.com/office/officeart/2005/8/layout/chevron1"/>
    <dgm:cxn modelId="{CBB60AEE-5AE0-4834-B8F3-A53F7583A090}" srcId="{C54691F0-94F8-43DE-820A-E282164893BD}" destId="{2A575AB9-61F1-4AC2-9D05-93C951B08D73}" srcOrd="1" destOrd="0" parTransId="{6DB42CE6-3CB0-4856-BF35-0C90A2451A4E}" sibTransId="{956A8CB9-3798-49D8-84BF-B4A09A248CBC}"/>
    <dgm:cxn modelId="{8EA1B4EF-69D9-4935-9F40-6A0D97B5F08C}" srcId="{C54691F0-94F8-43DE-820A-E282164893BD}" destId="{184D60CB-27ED-4780-A10E-4CC49C9E76D3}" srcOrd="0" destOrd="0" parTransId="{9C1ADE14-4A7C-4C45-A868-79CA352F05EB}" sibTransId="{41B6E64C-E9EB-43BD-9C0E-762B52FA6BC7}"/>
    <dgm:cxn modelId="{8A44F7F2-849D-4F25-A5B9-F4B8D8BB1E69}" type="presOf" srcId="{AA46264F-C891-49B9-8E74-1FFD253D616C}" destId="{C1A69100-C77D-4BF6-A329-8693DB5210CB}" srcOrd="0" destOrd="0" presId="urn:microsoft.com/office/officeart/2005/8/layout/chevron1"/>
    <dgm:cxn modelId="{0A5C0DF5-DCF1-4B17-A3AB-6BA34FBBCFCC}" srcId="{C54691F0-94F8-43DE-820A-E282164893BD}" destId="{AA46264F-C891-49B9-8E74-1FFD253D616C}" srcOrd="4" destOrd="0" parTransId="{795D5C6C-FC24-4BE6-BAFC-BC7A436374FA}" sibTransId="{FE3A84E4-D74C-4FD0-8559-64B047FAF8B4}"/>
    <dgm:cxn modelId="{92BE9480-D164-46F8-BF69-185E7BE3BCE2}" type="presParOf" srcId="{331D744C-3E25-4F72-A3A3-2D171B1FAE4A}" destId="{BFADCE9A-F623-4A8D-9AE7-8DD25E7A76D8}" srcOrd="0" destOrd="0" presId="urn:microsoft.com/office/officeart/2005/8/layout/chevron1"/>
    <dgm:cxn modelId="{06751FBD-65F7-4C7B-9B3F-7CF1208B03ED}" type="presParOf" srcId="{331D744C-3E25-4F72-A3A3-2D171B1FAE4A}" destId="{F4E419B9-A508-4B41-A5AF-63310C5C51D6}" srcOrd="1" destOrd="0" presId="urn:microsoft.com/office/officeart/2005/8/layout/chevron1"/>
    <dgm:cxn modelId="{2DB420D7-4C65-40A5-B8DB-874F2E240F23}" type="presParOf" srcId="{331D744C-3E25-4F72-A3A3-2D171B1FAE4A}" destId="{7A3D29DB-D217-4EDB-96A3-52B1BB0C6283}" srcOrd="2" destOrd="0" presId="urn:microsoft.com/office/officeart/2005/8/layout/chevron1"/>
    <dgm:cxn modelId="{B94DCE4F-06F5-4C49-913A-CB86C0D5B314}" type="presParOf" srcId="{331D744C-3E25-4F72-A3A3-2D171B1FAE4A}" destId="{93753795-0ADE-4AC2-9931-33EF9D0FA0AD}" srcOrd="3" destOrd="0" presId="urn:microsoft.com/office/officeart/2005/8/layout/chevron1"/>
    <dgm:cxn modelId="{A53E31D1-744C-4E05-AC2A-B4C0FCC82966}" type="presParOf" srcId="{331D744C-3E25-4F72-A3A3-2D171B1FAE4A}" destId="{4B334B34-EF96-49E0-B66E-133BD48100CA}" srcOrd="4" destOrd="0" presId="urn:microsoft.com/office/officeart/2005/8/layout/chevron1"/>
    <dgm:cxn modelId="{1FFCA7B4-1079-467B-B3EF-6F37FF17E384}" type="presParOf" srcId="{331D744C-3E25-4F72-A3A3-2D171B1FAE4A}" destId="{B2AAC982-46E5-4C16-81EB-6037924D60A8}" srcOrd="5" destOrd="0" presId="urn:microsoft.com/office/officeart/2005/8/layout/chevron1"/>
    <dgm:cxn modelId="{A88BBE68-4708-4D72-BC09-4EEAEDE847C9}" type="presParOf" srcId="{331D744C-3E25-4F72-A3A3-2D171B1FAE4A}" destId="{5BAD45FD-29D7-48E3-8439-87C6F2A3A98B}" srcOrd="6" destOrd="0" presId="urn:microsoft.com/office/officeart/2005/8/layout/chevron1"/>
    <dgm:cxn modelId="{0625AAB4-C082-47D3-B430-CE85C0DA37CD}" type="presParOf" srcId="{331D744C-3E25-4F72-A3A3-2D171B1FAE4A}" destId="{42954CDD-A8EF-4773-B744-6CF7CAD82C73}" srcOrd="7" destOrd="0" presId="urn:microsoft.com/office/officeart/2005/8/layout/chevron1"/>
    <dgm:cxn modelId="{65555B43-7896-484C-9610-D2C60719B745}" type="presParOf" srcId="{331D744C-3E25-4F72-A3A3-2D171B1FAE4A}" destId="{C1A69100-C77D-4BF6-A329-8693DB5210CB}" srcOrd="8" destOrd="0" presId="urn:microsoft.com/office/officeart/2005/8/layout/chevro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3E1F960-B538-4893-8383-948EDC951F2A}" type="doc">
      <dgm:prSet loTypeId="urn:microsoft.com/office/officeart/2005/8/layout/radial1" loCatId="relationship" qsTypeId="urn:microsoft.com/office/officeart/2005/8/quickstyle/simple1" qsCatId="simple" csTypeId="urn:microsoft.com/office/officeart/2005/8/colors/colorful1" csCatId="colorful" phldr="1"/>
      <dgm:spPr/>
      <dgm:t>
        <a:bodyPr/>
        <a:lstStyle/>
        <a:p>
          <a:endParaRPr lang="zh-CN" altLang="en-US"/>
        </a:p>
      </dgm:t>
    </dgm:pt>
    <dgm:pt modelId="{CE8EEB70-791E-48FA-8C8F-2E8FADFCC934}">
      <dgm:prSet phldrT="[文本]" custT="1"/>
      <dgm:spPr>
        <a:effectLst>
          <a:outerShdw blurRad="50800" dist="38100" dir="2700000" algn="tl" rotWithShape="0">
            <a:prstClr val="black">
              <a:alpha val="40000"/>
            </a:prstClr>
          </a:outerShdw>
        </a:effectLst>
      </dgm:spPr>
      <dgm:t>
        <a:bodyPr/>
        <a:lstStyle/>
        <a:p>
          <a:pPr>
            <a:lnSpc>
              <a:spcPct val="100000"/>
            </a:lnSpc>
            <a:spcAft>
              <a:spcPts val="0"/>
            </a:spcAft>
          </a:pPr>
          <a:r>
            <a:rPr lang="zh-CN" altLang="en-US" sz="1600" dirty="0"/>
            <a:t>价值观</a:t>
          </a:r>
          <a:endParaRPr lang="en-US" altLang="zh-CN" sz="1600" dirty="0"/>
        </a:p>
        <a:p>
          <a:pPr>
            <a:lnSpc>
              <a:spcPct val="100000"/>
            </a:lnSpc>
            <a:spcAft>
              <a:spcPts val="0"/>
            </a:spcAft>
          </a:pPr>
          <a:r>
            <a:rPr lang="en-US" altLang="zh-CN" sz="1600" dirty="0"/>
            <a:t>Values</a:t>
          </a:r>
          <a:endParaRPr lang="zh-CN" altLang="en-US" sz="1600" dirty="0"/>
        </a:p>
      </dgm:t>
    </dgm:pt>
    <dgm:pt modelId="{D679ABF5-33EF-44B1-9295-F95FC9DB4790}" type="parTrans" cxnId="{8A30AAEF-E2CA-41E8-8EEC-187D68F9271C}">
      <dgm:prSet/>
      <dgm:spPr/>
      <dgm:t>
        <a:bodyPr/>
        <a:lstStyle/>
        <a:p>
          <a:endParaRPr lang="zh-CN" altLang="en-US"/>
        </a:p>
      </dgm:t>
    </dgm:pt>
    <dgm:pt modelId="{649C98F4-4855-402E-BD76-26014EDD963B}" type="sibTrans" cxnId="{8A30AAEF-E2CA-41E8-8EEC-187D68F9271C}">
      <dgm:prSet/>
      <dgm:spPr/>
      <dgm:t>
        <a:bodyPr/>
        <a:lstStyle/>
        <a:p>
          <a:endParaRPr lang="zh-CN" altLang="en-US"/>
        </a:p>
      </dgm:t>
    </dgm:pt>
    <dgm:pt modelId="{16A05B42-C487-4BD1-9030-18BBD9553FCD}">
      <dgm:prSet phldrT="[文本]" custT="1"/>
      <dgm:spPr>
        <a:effectLst>
          <a:outerShdw blurRad="50800" dist="38100" dir="2700000" algn="tl" rotWithShape="0">
            <a:prstClr val="black">
              <a:alpha val="40000"/>
            </a:prstClr>
          </a:outerShdw>
        </a:effectLst>
      </dgm:spPr>
      <dgm:t>
        <a:bodyPr/>
        <a:lstStyle/>
        <a:p>
          <a:r>
            <a:rPr lang="zh-CN" altLang="en-US" sz="1800" dirty="0"/>
            <a:t>承诺</a:t>
          </a:r>
        </a:p>
      </dgm:t>
    </dgm:pt>
    <dgm:pt modelId="{41AA5E90-B5B1-4317-8E91-CCB14A726C95}" type="parTrans" cxnId="{490D9D66-0135-44D2-90A0-1DEDCAC39AF3}">
      <dgm:prSet/>
      <dgm:spPr/>
      <dgm:t>
        <a:bodyPr/>
        <a:lstStyle/>
        <a:p>
          <a:endParaRPr lang="zh-CN" altLang="en-US"/>
        </a:p>
      </dgm:t>
    </dgm:pt>
    <dgm:pt modelId="{C561E714-DEE2-4F34-8F82-FF5B38302E5A}" type="sibTrans" cxnId="{490D9D66-0135-44D2-90A0-1DEDCAC39AF3}">
      <dgm:prSet/>
      <dgm:spPr/>
      <dgm:t>
        <a:bodyPr/>
        <a:lstStyle/>
        <a:p>
          <a:endParaRPr lang="zh-CN" altLang="en-US"/>
        </a:p>
      </dgm:t>
    </dgm:pt>
    <dgm:pt modelId="{0BBA5288-D454-4A5E-8B5F-4581CC5975F5}">
      <dgm:prSet phldrT="[文本]" custT="1"/>
      <dgm:spPr>
        <a:effectLst>
          <a:outerShdw blurRad="50800" dist="38100" dir="2700000" algn="tl" rotWithShape="0">
            <a:prstClr val="black">
              <a:alpha val="40000"/>
            </a:prstClr>
          </a:outerShdw>
        </a:effectLst>
      </dgm:spPr>
      <dgm:t>
        <a:bodyPr/>
        <a:lstStyle/>
        <a:p>
          <a:r>
            <a:rPr lang="zh-CN" altLang="en-US" sz="1800" dirty="0"/>
            <a:t>专注</a:t>
          </a:r>
        </a:p>
      </dgm:t>
    </dgm:pt>
    <dgm:pt modelId="{9B16A6A3-77F5-4938-AD2E-C5618ABDA282}" type="parTrans" cxnId="{D79A3B41-6133-403B-8DD2-815A4464B569}">
      <dgm:prSet/>
      <dgm:spPr/>
      <dgm:t>
        <a:bodyPr/>
        <a:lstStyle/>
        <a:p>
          <a:endParaRPr lang="zh-CN" altLang="en-US"/>
        </a:p>
      </dgm:t>
    </dgm:pt>
    <dgm:pt modelId="{74089577-39A7-4704-9D32-EED588F1AA4C}" type="sibTrans" cxnId="{D79A3B41-6133-403B-8DD2-815A4464B569}">
      <dgm:prSet/>
      <dgm:spPr/>
      <dgm:t>
        <a:bodyPr/>
        <a:lstStyle/>
        <a:p>
          <a:endParaRPr lang="zh-CN" altLang="en-US"/>
        </a:p>
      </dgm:t>
    </dgm:pt>
    <dgm:pt modelId="{623C5F3B-28F6-4B1C-A15C-7168C9F0016F}">
      <dgm:prSet phldrT="[文本]" custT="1"/>
      <dgm:spPr>
        <a:effectLst>
          <a:outerShdw blurRad="50800" dist="38100" dir="2700000" algn="tl" rotWithShape="0">
            <a:prstClr val="black">
              <a:alpha val="40000"/>
            </a:prstClr>
          </a:outerShdw>
        </a:effectLst>
      </dgm:spPr>
      <dgm:t>
        <a:bodyPr/>
        <a:lstStyle/>
        <a:p>
          <a:r>
            <a:rPr lang="zh-CN" altLang="en-US" sz="1800" dirty="0"/>
            <a:t>开放</a:t>
          </a:r>
        </a:p>
      </dgm:t>
    </dgm:pt>
    <dgm:pt modelId="{0025FC4C-8281-478C-92EC-0FE302523F92}" type="parTrans" cxnId="{574AF3FB-D184-469C-9002-1D1B7748635D}">
      <dgm:prSet/>
      <dgm:spPr/>
      <dgm:t>
        <a:bodyPr/>
        <a:lstStyle/>
        <a:p>
          <a:endParaRPr lang="zh-CN" altLang="en-US"/>
        </a:p>
      </dgm:t>
    </dgm:pt>
    <dgm:pt modelId="{D31C1F9B-88D0-4D66-85CB-A0C1D74D83F4}" type="sibTrans" cxnId="{574AF3FB-D184-469C-9002-1D1B7748635D}">
      <dgm:prSet/>
      <dgm:spPr/>
      <dgm:t>
        <a:bodyPr/>
        <a:lstStyle/>
        <a:p>
          <a:endParaRPr lang="zh-CN" altLang="en-US"/>
        </a:p>
      </dgm:t>
    </dgm:pt>
    <dgm:pt modelId="{3B25D58D-6F58-453F-82D4-34D27E172010}">
      <dgm:prSet phldrT="[文本]" custT="1"/>
      <dgm:spPr>
        <a:effectLst>
          <a:outerShdw blurRad="50800" dist="38100" dir="2700000" algn="tl" rotWithShape="0">
            <a:prstClr val="black">
              <a:alpha val="40000"/>
            </a:prstClr>
          </a:outerShdw>
        </a:effectLst>
      </dgm:spPr>
      <dgm:t>
        <a:bodyPr/>
        <a:lstStyle/>
        <a:p>
          <a:r>
            <a:rPr lang="zh-CN" altLang="en-US" sz="1800" dirty="0"/>
            <a:t>尊重</a:t>
          </a:r>
        </a:p>
      </dgm:t>
    </dgm:pt>
    <dgm:pt modelId="{075048E8-485B-4CF2-A313-ECBD44945DD4}" type="parTrans" cxnId="{652C6B38-F41C-47D1-B6BD-4A5871BAA11A}">
      <dgm:prSet/>
      <dgm:spPr/>
      <dgm:t>
        <a:bodyPr/>
        <a:lstStyle/>
        <a:p>
          <a:endParaRPr lang="zh-CN" altLang="en-US"/>
        </a:p>
      </dgm:t>
    </dgm:pt>
    <dgm:pt modelId="{39FBD948-B2D4-4F65-8868-960198B6B3CF}" type="sibTrans" cxnId="{652C6B38-F41C-47D1-B6BD-4A5871BAA11A}">
      <dgm:prSet/>
      <dgm:spPr/>
      <dgm:t>
        <a:bodyPr/>
        <a:lstStyle/>
        <a:p>
          <a:endParaRPr lang="zh-CN" altLang="en-US"/>
        </a:p>
      </dgm:t>
    </dgm:pt>
    <dgm:pt modelId="{F8A88CB0-C5FA-4968-84AD-9D45338DB00E}">
      <dgm:prSet phldrT="[文本]" custT="1"/>
      <dgm:spPr>
        <a:effectLst>
          <a:outerShdw blurRad="50800" dist="38100" dir="2700000" algn="tl" rotWithShape="0">
            <a:prstClr val="black">
              <a:alpha val="40000"/>
            </a:prstClr>
          </a:outerShdw>
        </a:effectLst>
      </dgm:spPr>
      <dgm:t>
        <a:bodyPr/>
        <a:lstStyle/>
        <a:p>
          <a:r>
            <a:rPr lang="zh-CN" altLang="en-US" sz="1800" dirty="0"/>
            <a:t>勇气</a:t>
          </a:r>
        </a:p>
      </dgm:t>
    </dgm:pt>
    <dgm:pt modelId="{B46081CB-D0CA-47FB-9772-1BDBFC236950}" type="parTrans" cxnId="{53D9C23C-A4DC-4E5A-A4EC-816C0887A094}">
      <dgm:prSet/>
      <dgm:spPr/>
      <dgm:t>
        <a:bodyPr/>
        <a:lstStyle/>
        <a:p>
          <a:endParaRPr lang="zh-CN" altLang="en-US"/>
        </a:p>
      </dgm:t>
    </dgm:pt>
    <dgm:pt modelId="{F1C38DA3-052E-4FC8-BA67-5B4B200CC764}" type="sibTrans" cxnId="{53D9C23C-A4DC-4E5A-A4EC-816C0887A094}">
      <dgm:prSet/>
      <dgm:spPr/>
      <dgm:t>
        <a:bodyPr/>
        <a:lstStyle/>
        <a:p>
          <a:endParaRPr lang="zh-CN" altLang="en-US"/>
        </a:p>
      </dgm:t>
    </dgm:pt>
    <dgm:pt modelId="{B5D3370E-ECE8-4EE3-87F2-C8C5618BCDA0}" type="pres">
      <dgm:prSet presAssocID="{D3E1F960-B538-4893-8383-948EDC951F2A}" presName="cycle" presStyleCnt="0">
        <dgm:presLayoutVars>
          <dgm:chMax val="1"/>
          <dgm:dir/>
          <dgm:animLvl val="ctr"/>
          <dgm:resizeHandles val="exact"/>
        </dgm:presLayoutVars>
      </dgm:prSet>
      <dgm:spPr/>
    </dgm:pt>
    <dgm:pt modelId="{A96581BA-45EF-4CB9-A1A8-9CFB4998A264}" type="pres">
      <dgm:prSet presAssocID="{CE8EEB70-791E-48FA-8C8F-2E8FADFCC934}" presName="centerShape" presStyleLbl="node0" presStyleIdx="0" presStyleCnt="1" custScaleX="112303" custScaleY="112303"/>
      <dgm:spPr/>
    </dgm:pt>
    <dgm:pt modelId="{2697905C-40A9-4D8E-AE89-88ADE6C34F0A}" type="pres">
      <dgm:prSet presAssocID="{41AA5E90-B5B1-4317-8E91-CCB14A726C95}" presName="Name9" presStyleLbl="parChTrans1D2" presStyleIdx="0" presStyleCnt="5"/>
      <dgm:spPr/>
    </dgm:pt>
    <dgm:pt modelId="{C4E0B2F5-7632-485B-B03A-601C1A11F4FC}" type="pres">
      <dgm:prSet presAssocID="{41AA5E90-B5B1-4317-8E91-CCB14A726C95}" presName="connTx" presStyleLbl="parChTrans1D2" presStyleIdx="0" presStyleCnt="5"/>
      <dgm:spPr/>
    </dgm:pt>
    <dgm:pt modelId="{A768ED12-DF85-403F-B898-D6729C70787D}" type="pres">
      <dgm:prSet presAssocID="{16A05B42-C487-4BD1-9030-18BBD9553FCD}" presName="node" presStyleLbl="node1" presStyleIdx="0" presStyleCnt="5" custScaleX="93586" custScaleY="93586">
        <dgm:presLayoutVars>
          <dgm:bulletEnabled val="1"/>
        </dgm:presLayoutVars>
      </dgm:prSet>
      <dgm:spPr/>
    </dgm:pt>
    <dgm:pt modelId="{B58731E0-DBD1-435A-ADD7-B425A898B445}" type="pres">
      <dgm:prSet presAssocID="{9B16A6A3-77F5-4938-AD2E-C5618ABDA282}" presName="Name9" presStyleLbl="parChTrans1D2" presStyleIdx="1" presStyleCnt="5"/>
      <dgm:spPr/>
    </dgm:pt>
    <dgm:pt modelId="{330FBA93-3A1A-47D5-9CC5-B3E47AB9E5DF}" type="pres">
      <dgm:prSet presAssocID="{9B16A6A3-77F5-4938-AD2E-C5618ABDA282}" presName="connTx" presStyleLbl="parChTrans1D2" presStyleIdx="1" presStyleCnt="5"/>
      <dgm:spPr/>
    </dgm:pt>
    <dgm:pt modelId="{A3CECE51-0A63-4775-BBDE-4FA68841EC20}" type="pres">
      <dgm:prSet presAssocID="{0BBA5288-D454-4A5E-8B5F-4581CC5975F5}" presName="node" presStyleLbl="node1" presStyleIdx="1" presStyleCnt="5" custScaleX="93586" custScaleY="93586">
        <dgm:presLayoutVars>
          <dgm:bulletEnabled val="1"/>
        </dgm:presLayoutVars>
      </dgm:prSet>
      <dgm:spPr/>
    </dgm:pt>
    <dgm:pt modelId="{C763681C-8D89-4BC9-887B-1CD1363C9AA1}" type="pres">
      <dgm:prSet presAssocID="{0025FC4C-8281-478C-92EC-0FE302523F92}" presName="Name9" presStyleLbl="parChTrans1D2" presStyleIdx="2" presStyleCnt="5"/>
      <dgm:spPr/>
    </dgm:pt>
    <dgm:pt modelId="{0AA7E569-EFC1-41AE-8E53-7AABDD2D38CF}" type="pres">
      <dgm:prSet presAssocID="{0025FC4C-8281-478C-92EC-0FE302523F92}" presName="connTx" presStyleLbl="parChTrans1D2" presStyleIdx="2" presStyleCnt="5"/>
      <dgm:spPr/>
    </dgm:pt>
    <dgm:pt modelId="{7C396246-E3D5-44E8-B402-F252989E77DB}" type="pres">
      <dgm:prSet presAssocID="{623C5F3B-28F6-4B1C-A15C-7168C9F0016F}" presName="node" presStyleLbl="node1" presStyleIdx="2" presStyleCnt="5" custScaleX="93586" custScaleY="93586">
        <dgm:presLayoutVars>
          <dgm:bulletEnabled val="1"/>
        </dgm:presLayoutVars>
      </dgm:prSet>
      <dgm:spPr/>
    </dgm:pt>
    <dgm:pt modelId="{979B44D0-1574-46A1-BD25-F046F787F5A7}" type="pres">
      <dgm:prSet presAssocID="{075048E8-485B-4CF2-A313-ECBD44945DD4}" presName="Name9" presStyleLbl="parChTrans1D2" presStyleIdx="3" presStyleCnt="5"/>
      <dgm:spPr/>
    </dgm:pt>
    <dgm:pt modelId="{C763AEEF-5F2C-44BA-9E5D-397922963F01}" type="pres">
      <dgm:prSet presAssocID="{075048E8-485B-4CF2-A313-ECBD44945DD4}" presName="connTx" presStyleLbl="parChTrans1D2" presStyleIdx="3" presStyleCnt="5"/>
      <dgm:spPr/>
    </dgm:pt>
    <dgm:pt modelId="{E45FD601-8F42-45A7-A248-D87DB5F9943A}" type="pres">
      <dgm:prSet presAssocID="{3B25D58D-6F58-453F-82D4-34D27E172010}" presName="node" presStyleLbl="node1" presStyleIdx="3" presStyleCnt="5" custScaleX="93586" custScaleY="93586">
        <dgm:presLayoutVars>
          <dgm:bulletEnabled val="1"/>
        </dgm:presLayoutVars>
      </dgm:prSet>
      <dgm:spPr/>
    </dgm:pt>
    <dgm:pt modelId="{B74C3A2B-0533-446F-AE56-FFBBBC35155B}" type="pres">
      <dgm:prSet presAssocID="{B46081CB-D0CA-47FB-9772-1BDBFC236950}" presName="Name9" presStyleLbl="parChTrans1D2" presStyleIdx="4" presStyleCnt="5"/>
      <dgm:spPr/>
    </dgm:pt>
    <dgm:pt modelId="{72A0FF43-5233-4D9B-ADFF-E97C97B46D15}" type="pres">
      <dgm:prSet presAssocID="{B46081CB-D0CA-47FB-9772-1BDBFC236950}" presName="connTx" presStyleLbl="parChTrans1D2" presStyleIdx="4" presStyleCnt="5"/>
      <dgm:spPr/>
    </dgm:pt>
    <dgm:pt modelId="{0ECE6D9B-1A91-4A29-82E7-FADB2EE4F6DC}" type="pres">
      <dgm:prSet presAssocID="{F8A88CB0-C5FA-4968-84AD-9D45338DB00E}" presName="node" presStyleLbl="node1" presStyleIdx="4" presStyleCnt="5" custScaleX="93586" custScaleY="93586">
        <dgm:presLayoutVars>
          <dgm:bulletEnabled val="1"/>
        </dgm:presLayoutVars>
      </dgm:prSet>
      <dgm:spPr/>
    </dgm:pt>
  </dgm:ptLst>
  <dgm:cxnLst>
    <dgm:cxn modelId="{68AA5C02-892F-401C-8640-1C536B1945E7}" type="presOf" srcId="{075048E8-485B-4CF2-A313-ECBD44945DD4}" destId="{979B44D0-1574-46A1-BD25-F046F787F5A7}" srcOrd="0" destOrd="0" presId="urn:microsoft.com/office/officeart/2005/8/layout/radial1"/>
    <dgm:cxn modelId="{C8790822-876E-4670-AAE2-4F5F4D1CA55B}" type="presOf" srcId="{CE8EEB70-791E-48FA-8C8F-2E8FADFCC934}" destId="{A96581BA-45EF-4CB9-A1A8-9CFB4998A264}" srcOrd="0" destOrd="0" presId="urn:microsoft.com/office/officeart/2005/8/layout/radial1"/>
    <dgm:cxn modelId="{3F8BD833-5738-45A6-817F-122C710B11B1}" type="presOf" srcId="{41AA5E90-B5B1-4317-8E91-CCB14A726C95}" destId="{2697905C-40A9-4D8E-AE89-88ADE6C34F0A}" srcOrd="0" destOrd="0" presId="urn:microsoft.com/office/officeart/2005/8/layout/radial1"/>
    <dgm:cxn modelId="{652C6B38-F41C-47D1-B6BD-4A5871BAA11A}" srcId="{CE8EEB70-791E-48FA-8C8F-2E8FADFCC934}" destId="{3B25D58D-6F58-453F-82D4-34D27E172010}" srcOrd="3" destOrd="0" parTransId="{075048E8-485B-4CF2-A313-ECBD44945DD4}" sibTransId="{39FBD948-B2D4-4F65-8868-960198B6B3CF}"/>
    <dgm:cxn modelId="{53D9C23C-A4DC-4E5A-A4EC-816C0887A094}" srcId="{CE8EEB70-791E-48FA-8C8F-2E8FADFCC934}" destId="{F8A88CB0-C5FA-4968-84AD-9D45338DB00E}" srcOrd="4" destOrd="0" parTransId="{B46081CB-D0CA-47FB-9772-1BDBFC236950}" sibTransId="{F1C38DA3-052E-4FC8-BA67-5B4B200CC764}"/>
    <dgm:cxn modelId="{D79A3B41-6133-403B-8DD2-815A4464B569}" srcId="{CE8EEB70-791E-48FA-8C8F-2E8FADFCC934}" destId="{0BBA5288-D454-4A5E-8B5F-4581CC5975F5}" srcOrd="1" destOrd="0" parTransId="{9B16A6A3-77F5-4938-AD2E-C5618ABDA282}" sibTransId="{74089577-39A7-4704-9D32-EED588F1AA4C}"/>
    <dgm:cxn modelId="{490D9D66-0135-44D2-90A0-1DEDCAC39AF3}" srcId="{CE8EEB70-791E-48FA-8C8F-2E8FADFCC934}" destId="{16A05B42-C487-4BD1-9030-18BBD9553FCD}" srcOrd="0" destOrd="0" parTransId="{41AA5E90-B5B1-4317-8E91-CCB14A726C95}" sibTransId="{C561E714-DEE2-4F34-8F82-FF5B38302E5A}"/>
    <dgm:cxn modelId="{D8824567-B4A5-4570-A923-371C8C26A5F6}" type="presOf" srcId="{0BBA5288-D454-4A5E-8B5F-4581CC5975F5}" destId="{A3CECE51-0A63-4775-BBDE-4FA68841EC20}" srcOrd="0" destOrd="0" presId="urn:microsoft.com/office/officeart/2005/8/layout/radial1"/>
    <dgm:cxn modelId="{F5F44B4E-B486-4586-B362-E35484DBEEE0}" type="presOf" srcId="{B46081CB-D0CA-47FB-9772-1BDBFC236950}" destId="{B74C3A2B-0533-446F-AE56-FFBBBC35155B}" srcOrd="0" destOrd="0" presId="urn:microsoft.com/office/officeart/2005/8/layout/radial1"/>
    <dgm:cxn modelId="{C3FF3357-F9EE-465C-85D9-3A83EAED6720}" type="presOf" srcId="{41AA5E90-B5B1-4317-8E91-CCB14A726C95}" destId="{C4E0B2F5-7632-485B-B03A-601C1A11F4FC}" srcOrd="1" destOrd="0" presId="urn:microsoft.com/office/officeart/2005/8/layout/radial1"/>
    <dgm:cxn modelId="{DDF2498C-8503-4DBE-BA9A-6F84C2A2C5A9}" type="presOf" srcId="{D3E1F960-B538-4893-8383-948EDC951F2A}" destId="{B5D3370E-ECE8-4EE3-87F2-C8C5618BCDA0}" srcOrd="0" destOrd="0" presId="urn:microsoft.com/office/officeart/2005/8/layout/radial1"/>
    <dgm:cxn modelId="{F617CAA2-5AAF-41C1-9378-188A59A29563}" type="presOf" srcId="{16A05B42-C487-4BD1-9030-18BBD9553FCD}" destId="{A768ED12-DF85-403F-B898-D6729C70787D}" srcOrd="0" destOrd="0" presId="urn:microsoft.com/office/officeart/2005/8/layout/radial1"/>
    <dgm:cxn modelId="{D1EED8A3-BA04-47CE-BF60-4E0C59008D19}" type="presOf" srcId="{0025FC4C-8281-478C-92EC-0FE302523F92}" destId="{C763681C-8D89-4BC9-887B-1CD1363C9AA1}" srcOrd="0" destOrd="0" presId="urn:microsoft.com/office/officeart/2005/8/layout/radial1"/>
    <dgm:cxn modelId="{90BE34B8-4EEF-4053-A28E-18F04DEDA9BA}" type="presOf" srcId="{9B16A6A3-77F5-4938-AD2E-C5618ABDA282}" destId="{B58731E0-DBD1-435A-ADD7-B425A898B445}" srcOrd="0" destOrd="0" presId="urn:microsoft.com/office/officeart/2005/8/layout/radial1"/>
    <dgm:cxn modelId="{881E69BB-A183-4B8E-9CF7-F3CB096C616B}" type="presOf" srcId="{B46081CB-D0CA-47FB-9772-1BDBFC236950}" destId="{72A0FF43-5233-4D9B-ADFF-E97C97B46D15}" srcOrd="1" destOrd="0" presId="urn:microsoft.com/office/officeart/2005/8/layout/radial1"/>
    <dgm:cxn modelId="{586E86C4-7123-41FD-8C5B-B7CA8D6FCB66}" type="presOf" srcId="{075048E8-485B-4CF2-A313-ECBD44945DD4}" destId="{C763AEEF-5F2C-44BA-9E5D-397922963F01}" srcOrd="1" destOrd="0" presId="urn:microsoft.com/office/officeart/2005/8/layout/radial1"/>
    <dgm:cxn modelId="{DB3E7ACE-6411-43F2-9EC0-7CB45795605C}" type="presOf" srcId="{0025FC4C-8281-478C-92EC-0FE302523F92}" destId="{0AA7E569-EFC1-41AE-8E53-7AABDD2D38CF}" srcOrd="1" destOrd="0" presId="urn:microsoft.com/office/officeart/2005/8/layout/radial1"/>
    <dgm:cxn modelId="{9F713ECF-8379-47D7-AFE8-A9F71D67462D}" type="presOf" srcId="{3B25D58D-6F58-453F-82D4-34D27E172010}" destId="{E45FD601-8F42-45A7-A248-D87DB5F9943A}" srcOrd="0" destOrd="0" presId="urn:microsoft.com/office/officeart/2005/8/layout/radial1"/>
    <dgm:cxn modelId="{E7963EEE-64CE-4C08-884D-49921549449D}" type="presOf" srcId="{9B16A6A3-77F5-4938-AD2E-C5618ABDA282}" destId="{330FBA93-3A1A-47D5-9CC5-B3E47AB9E5DF}" srcOrd="1" destOrd="0" presId="urn:microsoft.com/office/officeart/2005/8/layout/radial1"/>
    <dgm:cxn modelId="{8A30AAEF-E2CA-41E8-8EEC-187D68F9271C}" srcId="{D3E1F960-B538-4893-8383-948EDC951F2A}" destId="{CE8EEB70-791E-48FA-8C8F-2E8FADFCC934}" srcOrd="0" destOrd="0" parTransId="{D679ABF5-33EF-44B1-9295-F95FC9DB4790}" sibTransId="{649C98F4-4855-402E-BD76-26014EDD963B}"/>
    <dgm:cxn modelId="{07624BF1-F049-4CED-A5BA-04C350521BD1}" type="presOf" srcId="{F8A88CB0-C5FA-4968-84AD-9D45338DB00E}" destId="{0ECE6D9B-1A91-4A29-82E7-FADB2EE4F6DC}" srcOrd="0" destOrd="0" presId="urn:microsoft.com/office/officeart/2005/8/layout/radial1"/>
    <dgm:cxn modelId="{9F7096FA-AF85-4246-BC3C-8B9A2720735E}" type="presOf" srcId="{623C5F3B-28F6-4B1C-A15C-7168C9F0016F}" destId="{7C396246-E3D5-44E8-B402-F252989E77DB}" srcOrd="0" destOrd="0" presId="urn:microsoft.com/office/officeart/2005/8/layout/radial1"/>
    <dgm:cxn modelId="{574AF3FB-D184-469C-9002-1D1B7748635D}" srcId="{CE8EEB70-791E-48FA-8C8F-2E8FADFCC934}" destId="{623C5F3B-28F6-4B1C-A15C-7168C9F0016F}" srcOrd="2" destOrd="0" parTransId="{0025FC4C-8281-478C-92EC-0FE302523F92}" sibTransId="{D31C1F9B-88D0-4D66-85CB-A0C1D74D83F4}"/>
    <dgm:cxn modelId="{6FCC23B9-82F0-4A9B-BCC7-9031DD696F9B}" type="presParOf" srcId="{B5D3370E-ECE8-4EE3-87F2-C8C5618BCDA0}" destId="{A96581BA-45EF-4CB9-A1A8-9CFB4998A264}" srcOrd="0" destOrd="0" presId="urn:microsoft.com/office/officeart/2005/8/layout/radial1"/>
    <dgm:cxn modelId="{A0FE91FA-7DFE-4B7E-AF80-A9100BC434CD}" type="presParOf" srcId="{B5D3370E-ECE8-4EE3-87F2-C8C5618BCDA0}" destId="{2697905C-40A9-4D8E-AE89-88ADE6C34F0A}" srcOrd="1" destOrd="0" presId="urn:microsoft.com/office/officeart/2005/8/layout/radial1"/>
    <dgm:cxn modelId="{D7EC596C-AF63-48AF-82E8-BCC924D13E02}" type="presParOf" srcId="{2697905C-40A9-4D8E-AE89-88ADE6C34F0A}" destId="{C4E0B2F5-7632-485B-B03A-601C1A11F4FC}" srcOrd="0" destOrd="0" presId="urn:microsoft.com/office/officeart/2005/8/layout/radial1"/>
    <dgm:cxn modelId="{9EDFDDD3-E63E-4385-9C8A-1EABCE858CF0}" type="presParOf" srcId="{B5D3370E-ECE8-4EE3-87F2-C8C5618BCDA0}" destId="{A768ED12-DF85-403F-B898-D6729C70787D}" srcOrd="2" destOrd="0" presId="urn:microsoft.com/office/officeart/2005/8/layout/radial1"/>
    <dgm:cxn modelId="{A0FE6AA8-9997-4DC9-AD6C-A0647EDECFB8}" type="presParOf" srcId="{B5D3370E-ECE8-4EE3-87F2-C8C5618BCDA0}" destId="{B58731E0-DBD1-435A-ADD7-B425A898B445}" srcOrd="3" destOrd="0" presId="urn:microsoft.com/office/officeart/2005/8/layout/radial1"/>
    <dgm:cxn modelId="{30F04C35-5AA8-4216-8E80-DFBBDFDADA4C}" type="presParOf" srcId="{B58731E0-DBD1-435A-ADD7-B425A898B445}" destId="{330FBA93-3A1A-47D5-9CC5-B3E47AB9E5DF}" srcOrd="0" destOrd="0" presId="urn:microsoft.com/office/officeart/2005/8/layout/radial1"/>
    <dgm:cxn modelId="{F272BAEE-1523-4AEC-B3E3-488B467D1BD1}" type="presParOf" srcId="{B5D3370E-ECE8-4EE3-87F2-C8C5618BCDA0}" destId="{A3CECE51-0A63-4775-BBDE-4FA68841EC20}" srcOrd="4" destOrd="0" presId="urn:microsoft.com/office/officeart/2005/8/layout/radial1"/>
    <dgm:cxn modelId="{46041276-52F2-4C42-9D9F-F072E90CB244}" type="presParOf" srcId="{B5D3370E-ECE8-4EE3-87F2-C8C5618BCDA0}" destId="{C763681C-8D89-4BC9-887B-1CD1363C9AA1}" srcOrd="5" destOrd="0" presId="urn:microsoft.com/office/officeart/2005/8/layout/radial1"/>
    <dgm:cxn modelId="{29BAA8B5-A711-4B2F-AEAD-4B4A94D46A8E}" type="presParOf" srcId="{C763681C-8D89-4BC9-887B-1CD1363C9AA1}" destId="{0AA7E569-EFC1-41AE-8E53-7AABDD2D38CF}" srcOrd="0" destOrd="0" presId="urn:microsoft.com/office/officeart/2005/8/layout/radial1"/>
    <dgm:cxn modelId="{C314A784-DDCF-4C74-9988-49321F7A6A1E}" type="presParOf" srcId="{B5D3370E-ECE8-4EE3-87F2-C8C5618BCDA0}" destId="{7C396246-E3D5-44E8-B402-F252989E77DB}" srcOrd="6" destOrd="0" presId="urn:microsoft.com/office/officeart/2005/8/layout/radial1"/>
    <dgm:cxn modelId="{AB7CF0F1-F435-405C-BB14-1CA72F694EBB}" type="presParOf" srcId="{B5D3370E-ECE8-4EE3-87F2-C8C5618BCDA0}" destId="{979B44D0-1574-46A1-BD25-F046F787F5A7}" srcOrd="7" destOrd="0" presId="urn:microsoft.com/office/officeart/2005/8/layout/radial1"/>
    <dgm:cxn modelId="{291FD52D-2AE3-4983-88A8-421C97EC1D52}" type="presParOf" srcId="{979B44D0-1574-46A1-BD25-F046F787F5A7}" destId="{C763AEEF-5F2C-44BA-9E5D-397922963F01}" srcOrd="0" destOrd="0" presId="urn:microsoft.com/office/officeart/2005/8/layout/radial1"/>
    <dgm:cxn modelId="{7ED2CBD2-EC95-42FE-82A7-9B08FED21DFA}" type="presParOf" srcId="{B5D3370E-ECE8-4EE3-87F2-C8C5618BCDA0}" destId="{E45FD601-8F42-45A7-A248-D87DB5F9943A}" srcOrd="8" destOrd="0" presId="urn:microsoft.com/office/officeart/2005/8/layout/radial1"/>
    <dgm:cxn modelId="{A3A392A2-4EA7-4D59-BDFA-23A38B187C4F}" type="presParOf" srcId="{B5D3370E-ECE8-4EE3-87F2-C8C5618BCDA0}" destId="{B74C3A2B-0533-446F-AE56-FFBBBC35155B}" srcOrd="9" destOrd="0" presId="urn:microsoft.com/office/officeart/2005/8/layout/radial1"/>
    <dgm:cxn modelId="{5A26FC25-E3C6-406C-8055-3C0A875FFEFE}" type="presParOf" srcId="{B74C3A2B-0533-446F-AE56-FFBBBC35155B}" destId="{72A0FF43-5233-4D9B-ADFF-E97C97B46D15}" srcOrd="0" destOrd="0" presId="urn:microsoft.com/office/officeart/2005/8/layout/radial1"/>
    <dgm:cxn modelId="{93B4E826-26C5-44D6-8E7B-15179FFB107F}" type="presParOf" srcId="{B5D3370E-ECE8-4EE3-87F2-C8C5618BCDA0}" destId="{0ECE6D9B-1A91-4A29-82E7-FADB2EE4F6DC}" srcOrd="10" destOrd="0" presId="urn:microsoft.com/office/officeart/2005/8/layout/radial1"/>
  </dgm:cxnLst>
  <dgm:bg>
    <a:effect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3E1F960-B538-4893-8383-948EDC951F2A}" type="doc">
      <dgm:prSet loTypeId="urn:microsoft.com/office/officeart/2005/8/layout/radial1" loCatId="relationship" qsTypeId="urn:microsoft.com/office/officeart/2005/8/quickstyle/simple1" qsCatId="simple" csTypeId="urn:microsoft.com/office/officeart/2005/8/colors/colorful5" csCatId="colorful" phldr="1"/>
      <dgm:spPr/>
      <dgm:t>
        <a:bodyPr/>
        <a:lstStyle/>
        <a:p>
          <a:endParaRPr lang="zh-CN" altLang="en-US"/>
        </a:p>
      </dgm:t>
    </dgm:pt>
    <dgm:pt modelId="{CE8EEB70-791E-48FA-8C8F-2E8FADFCC934}">
      <dgm:prSet phldrT="[文本]" custT="1"/>
      <dgm:spPr>
        <a:effectLst>
          <a:outerShdw blurRad="50800" dist="38100" dir="2700000" algn="tl" rotWithShape="0">
            <a:prstClr val="black">
              <a:alpha val="40000"/>
            </a:prstClr>
          </a:outerShdw>
        </a:effectLst>
      </dgm:spPr>
      <dgm:t>
        <a:bodyPr/>
        <a:lstStyle/>
        <a:p>
          <a:r>
            <a:rPr lang="zh-CN" altLang="en-US" sz="1600" dirty="0"/>
            <a:t>理念</a:t>
          </a:r>
        </a:p>
      </dgm:t>
    </dgm:pt>
    <dgm:pt modelId="{D679ABF5-33EF-44B1-9295-F95FC9DB4790}" type="parTrans" cxnId="{8A30AAEF-E2CA-41E8-8EEC-187D68F9271C}">
      <dgm:prSet/>
      <dgm:spPr/>
      <dgm:t>
        <a:bodyPr/>
        <a:lstStyle/>
        <a:p>
          <a:endParaRPr lang="zh-CN" altLang="en-US"/>
        </a:p>
      </dgm:t>
    </dgm:pt>
    <dgm:pt modelId="{649C98F4-4855-402E-BD76-26014EDD963B}" type="sibTrans" cxnId="{8A30AAEF-E2CA-41E8-8EEC-187D68F9271C}">
      <dgm:prSet/>
      <dgm:spPr/>
      <dgm:t>
        <a:bodyPr/>
        <a:lstStyle/>
        <a:p>
          <a:endParaRPr lang="zh-CN" altLang="en-US"/>
        </a:p>
      </dgm:t>
    </dgm:pt>
    <dgm:pt modelId="{16A05B42-C487-4BD1-9030-18BBD9553FCD}">
      <dgm:prSet phldrT="[文本]" custT="1"/>
      <dgm:spPr>
        <a:effectLst>
          <a:outerShdw blurRad="50800" dist="38100" dir="2700000" algn="tl" rotWithShape="0">
            <a:prstClr val="black">
              <a:alpha val="40000"/>
            </a:prstClr>
          </a:outerShdw>
        </a:effectLst>
      </dgm:spPr>
      <dgm:t>
        <a:bodyPr/>
        <a:lstStyle/>
        <a:p>
          <a:r>
            <a:rPr lang="zh-CN" altLang="en-US" sz="1800" dirty="0"/>
            <a:t>透明</a:t>
          </a:r>
        </a:p>
      </dgm:t>
    </dgm:pt>
    <dgm:pt modelId="{41AA5E90-B5B1-4317-8E91-CCB14A726C95}" type="parTrans" cxnId="{490D9D66-0135-44D2-90A0-1DEDCAC39AF3}">
      <dgm:prSet/>
      <dgm:spPr/>
      <dgm:t>
        <a:bodyPr/>
        <a:lstStyle/>
        <a:p>
          <a:endParaRPr lang="zh-CN" altLang="en-US"/>
        </a:p>
      </dgm:t>
    </dgm:pt>
    <dgm:pt modelId="{C561E714-DEE2-4F34-8F82-FF5B38302E5A}" type="sibTrans" cxnId="{490D9D66-0135-44D2-90A0-1DEDCAC39AF3}">
      <dgm:prSet/>
      <dgm:spPr/>
      <dgm:t>
        <a:bodyPr/>
        <a:lstStyle/>
        <a:p>
          <a:endParaRPr lang="zh-CN" altLang="en-US"/>
        </a:p>
      </dgm:t>
    </dgm:pt>
    <dgm:pt modelId="{0BBA5288-D454-4A5E-8B5F-4581CC5975F5}">
      <dgm:prSet phldrT="[文本]" custT="1"/>
      <dgm:spPr>
        <a:effectLst>
          <a:outerShdw blurRad="50800" dist="38100" dir="2700000" algn="tl" rotWithShape="0">
            <a:prstClr val="black">
              <a:alpha val="40000"/>
            </a:prstClr>
          </a:outerShdw>
        </a:effectLst>
      </dgm:spPr>
      <dgm:t>
        <a:bodyPr/>
        <a:lstStyle/>
        <a:p>
          <a:r>
            <a:rPr lang="zh-CN" altLang="en-US" sz="1800" dirty="0"/>
            <a:t>监视</a:t>
          </a:r>
        </a:p>
      </dgm:t>
    </dgm:pt>
    <dgm:pt modelId="{9B16A6A3-77F5-4938-AD2E-C5618ABDA282}" type="parTrans" cxnId="{D79A3B41-6133-403B-8DD2-815A4464B569}">
      <dgm:prSet/>
      <dgm:spPr/>
      <dgm:t>
        <a:bodyPr/>
        <a:lstStyle/>
        <a:p>
          <a:endParaRPr lang="zh-CN" altLang="en-US"/>
        </a:p>
      </dgm:t>
    </dgm:pt>
    <dgm:pt modelId="{74089577-39A7-4704-9D32-EED588F1AA4C}" type="sibTrans" cxnId="{D79A3B41-6133-403B-8DD2-815A4464B569}">
      <dgm:prSet/>
      <dgm:spPr/>
      <dgm:t>
        <a:bodyPr/>
        <a:lstStyle/>
        <a:p>
          <a:endParaRPr lang="zh-CN" altLang="en-US"/>
        </a:p>
      </dgm:t>
    </dgm:pt>
    <dgm:pt modelId="{F8A88CB0-C5FA-4968-84AD-9D45338DB00E}">
      <dgm:prSet phldrT="[文本]" custT="1"/>
      <dgm:spPr>
        <a:effectLst>
          <a:outerShdw blurRad="50800" dist="38100" dir="2700000" algn="tl" rotWithShape="0">
            <a:prstClr val="black">
              <a:alpha val="40000"/>
            </a:prstClr>
          </a:outerShdw>
        </a:effectLst>
      </dgm:spPr>
      <dgm:t>
        <a:bodyPr/>
        <a:lstStyle/>
        <a:p>
          <a:r>
            <a:rPr lang="zh-CN" altLang="en-US" sz="1800" dirty="0"/>
            <a:t>适应</a:t>
          </a:r>
        </a:p>
      </dgm:t>
    </dgm:pt>
    <dgm:pt modelId="{B46081CB-D0CA-47FB-9772-1BDBFC236950}" type="parTrans" cxnId="{53D9C23C-A4DC-4E5A-A4EC-816C0887A094}">
      <dgm:prSet/>
      <dgm:spPr/>
      <dgm:t>
        <a:bodyPr/>
        <a:lstStyle/>
        <a:p>
          <a:endParaRPr lang="zh-CN" altLang="en-US"/>
        </a:p>
      </dgm:t>
    </dgm:pt>
    <dgm:pt modelId="{F1C38DA3-052E-4FC8-BA67-5B4B200CC764}" type="sibTrans" cxnId="{53D9C23C-A4DC-4E5A-A4EC-816C0887A094}">
      <dgm:prSet/>
      <dgm:spPr/>
      <dgm:t>
        <a:bodyPr/>
        <a:lstStyle/>
        <a:p>
          <a:endParaRPr lang="zh-CN" altLang="en-US"/>
        </a:p>
      </dgm:t>
    </dgm:pt>
    <dgm:pt modelId="{B5D3370E-ECE8-4EE3-87F2-C8C5618BCDA0}" type="pres">
      <dgm:prSet presAssocID="{D3E1F960-B538-4893-8383-948EDC951F2A}" presName="cycle" presStyleCnt="0">
        <dgm:presLayoutVars>
          <dgm:chMax val="1"/>
          <dgm:dir/>
          <dgm:animLvl val="ctr"/>
          <dgm:resizeHandles val="exact"/>
        </dgm:presLayoutVars>
      </dgm:prSet>
      <dgm:spPr/>
    </dgm:pt>
    <dgm:pt modelId="{A96581BA-45EF-4CB9-A1A8-9CFB4998A264}" type="pres">
      <dgm:prSet presAssocID="{CE8EEB70-791E-48FA-8C8F-2E8FADFCC934}" presName="centerShape" presStyleLbl="node0" presStyleIdx="0" presStyleCnt="1" custScaleX="98857" custScaleY="98857"/>
      <dgm:spPr/>
    </dgm:pt>
    <dgm:pt modelId="{2697905C-40A9-4D8E-AE89-88ADE6C34F0A}" type="pres">
      <dgm:prSet presAssocID="{41AA5E90-B5B1-4317-8E91-CCB14A726C95}" presName="Name9" presStyleLbl="parChTrans1D2" presStyleIdx="0" presStyleCnt="3"/>
      <dgm:spPr/>
    </dgm:pt>
    <dgm:pt modelId="{C4E0B2F5-7632-485B-B03A-601C1A11F4FC}" type="pres">
      <dgm:prSet presAssocID="{41AA5E90-B5B1-4317-8E91-CCB14A726C95}" presName="connTx" presStyleLbl="parChTrans1D2" presStyleIdx="0" presStyleCnt="3"/>
      <dgm:spPr/>
    </dgm:pt>
    <dgm:pt modelId="{A768ED12-DF85-403F-B898-D6729C70787D}" type="pres">
      <dgm:prSet presAssocID="{16A05B42-C487-4BD1-9030-18BBD9553FCD}" presName="node" presStyleLbl="node1" presStyleIdx="0" presStyleCnt="3" custScaleX="82381" custScaleY="82381">
        <dgm:presLayoutVars>
          <dgm:bulletEnabled val="1"/>
        </dgm:presLayoutVars>
      </dgm:prSet>
      <dgm:spPr/>
    </dgm:pt>
    <dgm:pt modelId="{B58731E0-DBD1-435A-ADD7-B425A898B445}" type="pres">
      <dgm:prSet presAssocID="{9B16A6A3-77F5-4938-AD2E-C5618ABDA282}" presName="Name9" presStyleLbl="parChTrans1D2" presStyleIdx="1" presStyleCnt="3"/>
      <dgm:spPr/>
    </dgm:pt>
    <dgm:pt modelId="{330FBA93-3A1A-47D5-9CC5-B3E47AB9E5DF}" type="pres">
      <dgm:prSet presAssocID="{9B16A6A3-77F5-4938-AD2E-C5618ABDA282}" presName="connTx" presStyleLbl="parChTrans1D2" presStyleIdx="1" presStyleCnt="3"/>
      <dgm:spPr/>
    </dgm:pt>
    <dgm:pt modelId="{A3CECE51-0A63-4775-BBDE-4FA68841EC20}" type="pres">
      <dgm:prSet presAssocID="{0BBA5288-D454-4A5E-8B5F-4581CC5975F5}" presName="node" presStyleLbl="node1" presStyleIdx="1" presStyleCnt="3" custScaleX="82381" custScaleY="82381">
        <dgm:presLayoutVars>
          <dgm:bulletEnabled val="1"/>
        </dgm:presLayoutVars>
      </dgm:prSet>
      <dgm:spPr/>
    </dgm:pt>
    <dgm:pt modelId="{B74C3A2B-0533-446F-AE56-FFBBBC35155B}" type="pres">
      <dgm:prSet presAssocID="{B46081CB-D0CA-47FB-9772-1BDBFC236950}" presName="Name9" presStyleLbl="parChTrans1D2" presStyleIdx="2" presStyleCnt="3"/>
      <dgm:spPr/>
    </dgm:pt>
    <dgm:pt modelId="{72A0FF43-5233-4D9B-ADFF-E97C97B46D15}" type="pres">
      <dgm:prSet presAssocID="{B46081CB-D0CA-47FB-9772-1BDBFC236950}" presName="connTx" presStyleLbl="parChTrans1D2" presStyleIdx="2" presStyleCnt="3"/>
      <dgm:spPr/>
    </dgm:pt>
    <dgm:pt modelId="{0ECE6D9B-1A91-4A29-82E7-FADB2EE4F6DC}" type="pres">
      <dgm:prSet presAssocID="{F8A88CB0-C5FA-4968-84AD-9D45338DB00E}" presName="node" presStyleLbl="node1" presStyleIdx="2" presStyleCnt="3" custScaleX="82381" custScaleY="82381">
        <dgm:presLayoutVars>
          <dgm:bulletEnabled val="1"/>
        </dgm:presLayoutVars>
      </dgm:prSet>
      <dgm:spPr/>
    </dgm:pt>
  </dgm:ptLst>
  <dgm:cxnLst>
    <dgm:cxn modelId="{C8790822-876E-4670-AAE2-4F5F4D1CA55B}" type="presOf" srcId="{CE8EEB70-791E-48FA-8C8F-2E8FADFCC934}" destId="{A96581BA-45EF-4CB9-A1A8-9CFB4998A264}" srcOrd="0" destOrd="0" presId="urn:microsoft.com/office/officeart/2005/8/layout/radial1"/>
    <dgm:cxn modelId="{3F8BD833-5738-45A6-817F-122C710B11B1}" type="presOf" srcId="{41AA5E90-B5B1-4317-8E91-CCB14A726C95}" destId="{2697905C-40A9-4D8E-AE89-88ADE6C34F0A}" srcOrd="0" destOrd="0" presId="urn:microsoft.com/office/officeart/2005/8/layout/radial1"/>
    <dgm:cxn modelId="{53D9C23C-A4DC-4E5A-A4EC-816C0887A094}" srcId="{CE8EEB70-791E-48FA-8C8F-2E8FADFCC934}" destId="{F8A88CB0-C5FA-4968-84AD-9D45338DB00E}" srcOrd="2" destOrd="0" parTransId="{B46081CB-D0CA-47FB-9772-1BDBFC236950}" sibTransId="{F1C38DA3-052E-4FC8-BA67-5B4B200CC764}"/>
    <dgm:cxn modelId="{D79A3B41-6133-403B-8DD2-815A4464B569}" srcId="{CE8EEB70-791E-48FA-8C8F-2E8FADFCC934}" destId="{0BBA5288-D454-4A5E-8B5F-4581CC5975F5}" srcOrd="1" destOrd="0" parTransId="{9B16A6A3-77F5-4938-AD2E-C5618ABDA282}" sibTransId="{74089577-39A7-4704-9D32-EED588F1AA4C}"/>
    <dgm:cxn modelId="{490D9D66-0135-44D2-90A0-1DEDCAC39AF3}" srcId="{CE8EEB70-791E-48FA-8C8F-2E8FADFCC934}" destId="{16A05B42-C487-4BD1-9030-18BBD9553FCD}" srcOrd="0" destOrd="0" parTransId="{41AA5E90-B5B1-4317-8E91-CCB14A726C95}" sibTransId="{C561E714-DEE2-4F34-8F82-FF5B38302E5A}"/>
    <dgm:cxn modelId="{D8824567-B4A5-4570-A923-371C8C26A5F6}" type="presOf" srcId="{0BBA5288-D454-4A5E-8B5F-4581CC5975F5}" destId="{A3CECE51-0A63-4775-BBDE-4FA68841EC20}" srcOrd="0" destOrd="0" presId="urn:microsoft.com/office/officeart/2005/8/layout/radial1"/>
    <dgm:cxn modelId="{F5F44B4E-B486-4586-B362-E35484DBEEE0}" type="presOf" srcId="{B46081CB-D0CA-47FB-9772-1BDBFC236950}" destId="{B74C3A2B-0533-446F-AE56-FFBBBC35155B}" srcOrd="0" destOrd="0" presId="urn:microsoft.com/office/officeart/2005/8/layout/radial1"/>
    <dgm:cxn modelId="{C3FF3357-F9EE-465C-85D9-3A83EAED6720}" type="presOf" srcId="{41AA5E90-B5B1-4317-8E91-CCB14A726C95}" destId="{C4E0B2F5-7632-485B-B03A-601C1A11F4FC}" srcOrd="1" destOrd="0" presId="urn:microsoft.com/office/officeart/2005/8/layout/radial1"/>
    <dgm:cxn modelId="{DDF2498C-8503-4DBE-BA9A-6F84C2A2C5A9}" type="presOf" srcId="{D3E1F960-B538-4893-8383-948EDC951F2A}" destId="{B5D3370E-ECE8-4EE3-87F2-C8C5618BCDA0}" srcOrd="0" destOrd="0" presId="urn:microsoft.com/office/officeart/2005/8/layout/radial1"/>
    <dgm:cxn modelId="{F617CAA2-5AAF-41C1-9378-188A59A29563}" type="presOf" srcId="{16A05B42-C487-4BD1-9030-18BBD9553FCD}" destId="{A768ED12-DF85-403F-B898-D6729C70787D}" srcOrd="0" destOrd="0" presId="urn:microsoft.com/office/officeart/2005/8/layout/radial1"/>
    <dgm:cxn modelId="{90BE34B8-4EEF-4053-A28E-18F04DEDA9BA}" type="presOf" srcId="{9B16A6A3-77F5-4938-AD2E-C5618ABDA282}" destId="{B58731E0-DBD1-435A-ADD7-B425A898B445}" srcOrd="0" destOrd="0" presId="urn:microsoft.com/office/officeart/2005/8/layout/radial1"/>
    <dgm:cxn modelId="{881E69BB-A183-4B8E-9CF7-F3CB096C616B}" type="presOf" srcId="{B46081CB-D0CA-47FB-9772-1BDBFC236950}" destId="{72A0FF43-5233-4D9B-ADFF-E97C97B46D15}" srcOrd="1" destOrd="0" presId="urn:microsoft.com/office/officeart/2005/8/layout/radial1"/>
    <dgm:cxn modelId="{E7963EEE-64CE-4C08-884D-49921549449D}" type="presOf" srcId="{9B16A6A3-77F5-4938-AD2E-C5618ABDA282}" destId="{330FBA93-3A1A-47D5-9CC5-B3E47AB9E5DF}" srcOrd="1" destOrd="0" presId="urn:microsoft.com/office/officeart/2005/8/layout/radial1"/>
    <dgm:cxn modelId="{8A30AAEF-E2CA-41E8-8EEC-187D68F9271C}" srcId="{D3E1F960-B538-4893-8383-948EDC951F2A}" destId="{CE8EEB70-791E-48FA-8C8F-2E8FADFCC934}" srcOrd="0" destOrd="0" parTransId="{D679ABF5-33EF-44B1-9295-F95FC9DB4790}" sibTransId="{649C98F4-4855-402E-BD76-26014EDD963B}"/>
    <dgm:cxn modelId="{07624BF1-F049-4CED-A5BA-04C350521BD1}" type="presOf" srcId="{F8A88CB0-C5FA-4968-84AD-9D45338DB00E}" destId="{0ECE6D9B-1A91-4A29-82E7-FADB2EE4F6DC}" srcOrd="0" destOrd="0" presId="urn:microsoft.com/office/officeart/2005/8/layout/radial1"/>
    <dgm:cxn modelId="{6FCC23B9-82F0-4A9B-BCC7-9031DD696F9B}" type="presParOf" srcId="{B5D3370E-ECE8-4EE3-87F2-C8C5618BCDA0}" destId="{A96581BA-45EF-4CB9-A1A8-9CFB4998A264}" srcOrd="0" destOrd="0" presId="urn:microsoft.com/office/officeart/2005/8/layout/radial1"/>
    <dgm:cxn modelId="{A0FE91FA-7DFE-4B7E-AF80-A9100BC434CD}" type="presParOf" srcId="{B5D3370E-ECE8-4EE3-87F2-C8C5618BCDA0}" destId="{2697905C-40A9-4D8E-AE89-88ADE6C34F0A}" srcOrd="1" destOrd="0" presId="urn:microsoft.com/office/officeart/2005/8/layout/radial1"/>
    <dgm:cxn modelId="{D7EC596C-AF63-48AF-82E8-BCC924D13E02}" type="presParOf" srcId="{2697905C-40A9-4D8E-AE89-88ADE6C34F0A}" destId="{C4E0B2F5-7632-485B-B03A-601C1A11F4FC}" srcOrd="0" destOrd="0" presId="urn:microsoft.com/office/officeart/2005/8/layout/radial1"/>
    <dgm:cxn modelId="{9EDFDDD3-E63E-4385-9C8A-1EABCE858CF0}" type="presParOf" srcId="{B5D3370E-ECE8-4EE3-87F2-C8C5618BCDA0}" destId="{A768ED12-DF85-403F-B898-D6729C70787D}" srcOrd="2" destOrd="0" presId="urn:microsoft.com/office/officeart/2005/8/layout/radial1"/>
    <dgm:cxn modelId="{A0FE6AA8-9997-4DC9-AD6C-A0647EDECFB8}" type="presParOf" srcId="{B5D3370E-ECE8-4EE3-87F2-C8C5618BCDA0}" destId="{B58731E0-DBD1-435A-ADD7-B425A898B445}" srcOrd="3" destOrd="0" presId="urn:microsoft.com/office/officeart/2005/8/layout/radial1"/>
    <dgm:cxn modelId="{30F04C35-5AA8-4216-8E80-DFBBDFDADA4C}" type="presParOf" srcId="{B58731E0-DBD1-435A-ADD7-B425A898B445}" destId="{330FBA93-3A1A-47D5-9CC5-B3E47AB9E5DF}" srcOrd="0" destOrd="0" presId="urn:microsoft.com/office/officeart/2005/8/layout/radial1"/>
    <dgm:cxn modelId="{F272BAEE-1523-4AEC-B3E3-488B467D1BD1}" type="presParOf" srcId="{B5D3370E-ECE8-4EE3-87F2-C8C5618BCDA0}" destId="{A3CECE51-0A63-4775-BBDE-4FA68841EC20}" srcOrd="4" destOrd="0" presId="urn:microsoft.com/office/officeart/2005/8/layout/radial1"/>
    <dgm:cxn modelId="{A3A392A2-4EA7-4D59-BDFA-23A38B187C4F}" type="presParOf" srcId="{B5D3370E-ECE8-4EE3-87F2-C8C5618BCDA0}" destId="{B74C3A2B-0533-446F-AE56-FFBBBC35155B}" srcOrd="5" destOrd="0" presId="urn:microsoft.com/office/officeart/2005/8/layout/radial1"/>
    <dgm:cxn modelId="{5A26FC25-E3C6-406C-8055-3C0A875FFEFE}" type="presParOf" srcId="{B74C3A2B-0533-446F-AE56-FFBBBC35155B}" destId="{72A0FF43-5233-4D9B-ADFF-E97C97B46D15}" srcOrd="0" destOrd="0" presId="urn:microsoft.com/office/officeart/2005/8/layout/radial1"/>
    <dgm:cxn modelId="{93B4E826-26C5-44D6-8E7B-15179FFB107F}" type="presParOf" srcId="{B5D3370E-ECE8-4EE3-87F2-C8C5618BCDA0}" destId="{0ECE6D9B-1A91-4A29-82E7-FADB2EE4F6DC}" srcOrd="6" destOrd="0" presId="urn:microsoft.com/office/officeart/2005/8/layout/radial1"/>
  </dgm:cxnLst>
  <dgm:bg>
    <a:effect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5B0DA7E-CBE2-4552-A8A7-5AB34385133B}" type="doc">
      <dgm:prSet loTypeId="urn:microsoft.com/office/officeart/2005/8/layout/orgChart1" loCatId="hierarchy" qsTypeId="urn:microsoft.com/office/officeart/2005/8/quickstyle/simple1" qsCatId="simple" csTypeId="urn:microsoft.com/office/officeart/2005/8/colors/colorful4" csCatId="colorful" phldr="1"/>
      <dgm:spPr/>
      <dgm:t>
        <a:bodyPr/>
        <a:lstStyle/>
        <a:p>
          <a:endParaRPr lang="zh-CN" altLang="en-US"/>
        </a:p>
      </dgm:t>
    </dgm:pt>
    <dgm:pt modelId="{2C63AD44-5545-48ED-B3E1-4923A2AC4FAA}">
      <dgm:prSet phldrT="[文本]" custT="1"/>
      <dgm:spPr>
        <a:solidFill>
          <a:schemeClr val="accent2"/>
        </a:solidFill>
      </dgm:spPr>
      <dgm:t>
        <a:bodyPr/>
        <a:lstStyle/>
        <a:p>
          <a:pPr>
            <a:lnSpc>
              <a:spcPct val="100000"/>
            </a:lnSpc>
            <a:spcAft>
              <a:spcPts val="0"/>
            </a:spcAft>
          </a:pPr>
          <a:r>
            <a:rPr lang="en-US" altLang="zh-CN" sz="1800" dirty="0"/>
            <a:t>Scrum Team</a:t>
          </a:r>
        </a:p>
        <a:p>
          <a:pPr>
            <a:lnSpc>
              <a:spcPct val="100000"/>
            </a:lnSpc>
            <a:spcAft>
              <a:spcPts val="0"/>
            </a:spcAft>
          </a:pPr>
          <a:r>
            <a:rPr lang="zh-CN" altLang="en-US" sz="1800" dirty="0"/>
            <a:t>团队</a:t>
          </a:r>
        </a:p>
      </dgm:t>
    </dgm:pt>
    <dgm:pt modelId="{460988F8-E170-49CF-B05B-898C6D4813EA}" type="parTrans" cxnId="{DCBFF955-EC2E-43F5-ADB9-606A6989915C}">
      <dgm:prSet/>
      <dgm:spPr/>
      <dgm:t>
        <a:bodyPr/>
        <a:lstStyle/>
        <a:p>
          <a:endParaRPr lang="zh-CN" altLang="en-US" sz="1800"/>
        </a:p>
      </dgm:t>
    </dgm:pt>
    <dgm:pt modelId="{F6A5CB87-F37F-4A9E-AB8E-A4C82C593886}" type="sibTrans" cxnId="{DCBFF955-EC2E-43F5-ADB9-606A6989915C}">
      <dgm:prSet/>
      <dgm:spPr/>
      <dgm:t>
        <a:bodyPr/>
        <a:lstStyle/>
        <a:p>
          <a:endParaRPr lang="zh-CN" altLang="en-US" sz="1800"/>
        </a:p>
      </dgm:t>
    </dgm:pt>
    <dgm:pt modelId="{A5B41717-E523-4E36-8FF4-299EFDF0A00C}">
      <dgm:prSet phldrT="[文本]" custT="1"/>
      <dgm:spPr/>
      <dgm:t>
        <a:bodyPr/>
        <a:lstStyle/>
        <a:p>
          <a:pPr>
            <a:lnSpc>
              <a:spcPct val="100000"/>
            </a:lnSpc>
            <a:spcAft>
              <a:spcPts val="0"/>
            </a:spcAft>
          </a:pPr>
          <a:r>
            <a:rPr lang="en-US" altLang="zh-CN" sz="1800" dirty="0"/>
            <a:t>Developer</a:t>
          </a:r>
        </a:p>
        <a:p>
          <a:pPr>
            <a:lnSpc>
              <a:spcPct val="100000"/>
            </a:lnSpc>
            <a:spcAft>
              <a:spcPts val="0"/>
            </a:spcAft>
          </a:pPr>
          <a:r>
            <a:rPr lang="zh-CN" altLang="en-US" sz="1800" dirty="0"/>
            <a:t>开发者</a:t>
          </a:r>
        </a:p>
      </dgm:t>
    </dgm:pt>
    <dgm:pt modelId="{7C2C86E9-6E44-404B-AA36-4D3C6466F1E2}" type="parTrans" cxnId="{C678C83D-1178-44CC-A51D-4FAD772276D1}">
      <dgm:prSet/>
      <dgm:spPr/>
      <dgm:t>
        <a:bodyPr/>
        <a:lstStyle/>
        <a:p>
          <a:endParaRPr lang="zh-CN" altLang="en-US" sz="1800"/>
        </a:p>
      </dgm:t>
    </dgm:pt>
    <dgm:pt modelId="{A11BD8B9-AEA8-4662-B10A-0CEBDAFCC933}" type="sibTrans" cxnId="{C678C83D-1178-44CC-A51D-4FAD772276D1}">
      <dgm:prSet/>
      <dgm:spPr/>
      <dgm:t>
        <a:bodyPr/>
        <a:lstStyle/>
        <a:p>
          <a:endParaRPr lang="zh-CN" altLang="en-US" sz="1800"/>
        </a:p>
      </dgm:t>
    </dgm:pt>
    <dgm:pt modelId="{9928A676-F7EE-4D1A-A698-399B198B9A4C}">
      <dgm:prSet phldrT="[文本]" custT="1"/>
      <dgm:spPr/>
      <dgm:t>
        <a:bodyPr/>
        <a:lstStyle/>
        <a:p>
          <a:pPr>
            <a:lnSpc>
              <a:spcPct val="100000"/>
            </a:lnSpc>
            <a:spcAft>
              <a:spcPts val="0"/>
            </a:spcAft>
          </a:pPr>
          <a:r>
            <a:rPr lang="en-US" altLang="zh-CN" sz="1800" dirty="0"/>
            <a:t>Product Owner</a:t>
          </a:r>
        </a:p>
        <a:p>
          <a:pPr>
            <a:lnSpc>
              <a:spcPct val="100000"/>
            </a:lnSpc>
            <a:spcAft>
              <a:spcPts val="0"/>
            </a:spcAft>
          </a:pPr>
          <a:r>
            <a:rPr lang="zh-CN" altLang="en-US" sz="1800" dirty="0"/>
            <a:t>产品负责人</a:t>
          </a:r>
        </a:p>
      </dgm:t>
    </dgm:pt>
    <dgm:pt modelId="{05AC3703-48EB-43E4-B717-6F19AB9E8B6C}" type="parTrans" cxnId="{9A9C71B0-1DD1-457B-A26D-F580FE3A0600}">
      <dgm:prSet/>
      <dgm:spPr/>
      <dgm:t>
        <a:bodyPr/>
        <a:lstStyle/>
        <a:p>
          <a:endParaRPr lang="zh-CN" altLang="en-US" sz="1800"/>
        </a:p>
      </dgm:t>
    </dgm:pt>
    <dgm:pt modelId="{6E082CE1-FA13-48BB-9FBF-B704C5ADB758}" type="sibTrans" cxnId="{9A9C71B0-1DD1-457B-A26D-F580FE3A0600}">
      <dgm:prSet/>
      <dgm:spPr/>
      <dgm:t>
        <a:bodyPr/>
        <a:lstStyle/>
        <a:p>
          <a:endParaRPr lang="zh-CN" altLang="en-US" sz="1800"/>
        </a:p>
      </dgm:t>
    </dgm:pt>
    <dgm:pt modelId="{7ABC4384-A1A5-42B9-A937-00D575C2EAC4}">
      <dgm:prSet phldrT="[文本]" custT="1"/>
      <dgm:spPr/>
      <dgm:t>
        <a:bodyPr/>
        <a:lstStyle/>
        <a:p>
          <a:pPr>
            <a:lnSpc>
              <a:spcPct val="100000"/>
            </a:lnSpc>
            <a:spcAft>
              <a:spcPts val="0"/>
            </a:spcAft>
          </a:pPr>
          <a:r>
            <a:rPr lang="en-US" altLang="zh-CN" sz="1800" dirty="0"/>
            <a:t>Scrum Master</a:t>
          </a:r>
        </a:p>
        <a:p>
          <a:pPr>
            <a:lnSpc>
              <a:spcPct val="100000"/>
            </a:lnSpc>
            <a:spcAft>
              <a:spcPts val="0"/>
            </a:spcAft>
          </a:pPr>
          <a:r>
            <a:rPr lang="zh-CN" altLang="en-US" sz="1800" dirty="0"/>
            <a:t>敏捷教练</a:t>
          </a:r>
        </a:p>
      </dgm:t>
    </dgm:pt>
    <dgm:pt modelId="{DB6EAF03-585D-46DB-9568-94C8598AB98D}" type="parTrans" cxnId="{5F02DD32-F92A-4224-BA98-E296371D3FB1}">
      <dgm:prSet/>
      <dgm:spPr/>
      <dgm:t>
        <a:bodyPr/>
        <a:lstStyle/>
        <a:p>
          <a:endParaRPr lang="zh-CN" altLang="en-US" sz="1800"/>
        </a:p>
      </dgm:t>
    </dgm:pt>
    <dgm:pt modelId="{043DB222-9121-42E1-8AD0-5AFFFDDCA6F1}" type="sibTrans" cxnId="{5F02DD32-F92A-4224-BA98-E296371D3FB1}">
      <dgm:prSet/>
      <dgm:spPr/>
      <dgm:t>
        <a:bodyPr/>
        <a:lstStyle/>
        <a:p>
          <a:endParaRPr lang="zh-CN" altLang="en-US" sz="1800"/>
        </a:p>
      </dgm:t>
    </dgm:pt>
    <dgm:pt modelId="{9B471BEC-AC44-42AD-B11A-707E30B97E4E}" type="pres">
      <dgm:prSet presAssocID="{D5B0DA7E-CBE2-4552-A8A7-5AB34385133B}" presName="hierChild1" presStyleCnt="0">
        <dgm:presLayoutVars>
          <dgm:orgChart val="1"/>
          <dgm:chPref val="1"/>
          <dgm:dir/>
          <dgm:animOne val="branch"/>
          <dgm:animLvl val="lvl"/>
          <dgm:resizeHandles/>
        </dgm:presLayoutVars>
      </dgm:prSet>
      <dgm:spPr/>
    </dgm:pt>
    <dgm:pt modelId="{AB54A245-4ADF-4D0A-9D90-B92C03DD7DB1}" type="pres">
      <dgm:prSet presAssocID="{2C63AD44-5545-48ED-B3E1-4923A2AC4FAA}" presName="hierRoot1" presStyleCnt="0">
        <dgm:presLayoutVars>
          <dgm:hierBranch val="init"/>
        </dgm:presLayoutVars>
      </dgm:prSet>
      <dgm:spPr/>
    </dgm:pt>
    <dgm:pt modelId="{AED5EF2C-9BEB-44AD-9AEF-B2D465843B54}" type="pres">
      <dgm:prSet presAssocID="{2C63AD44-5545-48ED-B3E1-4923A2AC4FAA}" presName="rootComposite1" presStyleCnt="0"/>
      <dgm:spPr/>
    </dgm:pt>
    <dgm:pt modelId="{4D9CCFF9-BD17-4D75-86B1-78E586639F4F}" type="pres">
      <dgm:prSet presAssocID="{2C63AD44-5545-48ED-B3E1-4923A2AC4FAA}" presName="rootText1" presStyleLbl="node0" presStyleIdx="0" presStyleCnt="1" custScaleY="71251">
        <dgm:presLayoutVars>
          <dgm:chPref val="3"/>
        </dgm:presLayoutVars>
      </dgm:prSet>
      <dgm:spPr/>
    </dgm:pt>
    <dgm:pt modelId="{0387F2FC-E99B-45ED-AA38-20F988FC8BC6}" type="pres">
      <dgm:prSet presAssocID="{2C63AD44-5545-48ED-B3E1-4923A2AC4FAA}" presName="rootConnector1" presStyleLbl="node1" presStyleIdx="0" presStyleCnt="0"/>
      <dgm:spPr/>
    </dgm:pt>
    <dgm:pt modelId="{F48CA8D6-1239-487C-BA02-C79906DBA8D7}" type="pres">
      <dgm:prSet presAssocID="{2C63AD44-5545-48ED-B3E1-4923A2AC4FAA}" presName="hierChild2" presStyleCnt="0"/>
      <dgm:spPr/>
    </dgm:pt>
    <dgm:pt modelId="{77AD3EA0-D08B-44E0-90FF-941318A849A9}" type="pres">
      <dgm:prSet presAssocID="{7C2C86E9-6E44-404B-AA36-4D3C6466F1E2}" presName="Name37" presStyleLbl="parChTrans1D2" presStyleIdx="0" presStyleCnt="3"/>
      <dgm:spPr/>
    </dgm:pt>
    <dgm:pt modelId="{4FBB0E8C-0474-4D2E-A8C2-CC93B425BA5C}" type="pres">
      <dgm:prSet presAssocID="{A5B41717-E523-4E36-8FF4-299EFDF0A00C}" presName="hierRoot2" presStyleCnt="0">
        <dgm:presLayoutVars>
          <dgm:hierBranch val="init"/>
        </dgm:presLayoutVars>
      </dgm:prSet>
      <dgm:spPr/>
    </dgm:pt>
    <dgm:pt modelId="{DC517A7C-C96E-40EB-BE3F-0B25EDB19C79}" type="pres">
      <dgm:prSet presAssocID="{A5B41717-E523-4E36-8FF4-299EFDF0A00C}" presName="rootComposite" presStyleCnt="0"/>
      <dgm:spPr/>
    </dgm:pt>
    <dgm:pt modelId="{E1B194E7-E9A2-4E57-9BB7-20DBBFCA2C24}" type="pres">
      <dgm:prSet presAssocID="{A5B41717-E523-4E36-8FF4-299EFDF0A00C}" presName="rootText" presStyleLbl="node2" presStyleIdx="0" presStyleCnt="3" custScaleY="71251">
        <dgm:presLayoutVars>
          <dgm:chPref val="3"/>
        </dgm:presLayoutVars>
      </dgm:prSet>
      <dgm:spPr/>
    </dgm:pt>
    <dgm:pt modelId="{6C4E8E94-ADAD-493B-83F3-4BB485BD15BA}" type="pres">
      <dgm:prSet presAssocID="{A5B41717-E523-4E36-8FF4-299EFDF0A00C}" presName="rootConnector" presStyleLbl="node2" presStyleIdx="0" presStyleCnt="3"/>
      <dgm:spPr/>
    </dgm:pt>
    <dgm:pt modelId="{1FEB4788-5936-421D-A201-F6308D3C777C}" type="pres">
      <dgm:prSet presAssocID="{A5B41717-E523-4E36-8FF4-299EFDF0A00C}" presName="hierChild4" presStyleCnt="0"/>
      <dgm:spPr/>
    </dgm:pt>
    <dgm:pt modelId="{F26F6516-8AB2-4981-A59F-4B0F381E4CDD}" type="pres">
      <dgm:prSet presAssocID="{A5B41717-E523-4E36-8FF4-299EFDF0A00C}" presName="hierChild5" presStyleCnt="0"/>
      <dgm:spPr/>
    </dgm:pt>
    <dgm:pt modelId="{591147C7-2FCD-4627-B9AE-9C0A7122E164}" type="pres">
      <dgm:prSet presAssocID="{05AC3703-48EB-43E4-B717-6F19AB9E8B6C}" presName="Name37" presStyleLbl="parChTrans1D2" presStyleIdx="1" presStyleCnt="3"/>
      <dgm:spPr/>
    </dgm:pt>
    <dgm:pt modelId="{121AAE99-A0A8-4284-9E01-285F357742EC}" type="pres">
      <dgm:prSet presAssocID="{9928A676-F7EE-4D1A-A698-399B198B9A4C}" presName="hierRoot2" presStyleCnt="0">
        <dgm:presLayoutVars>
          <dgm:hierBranch val="init"/>
        </dgm:presLayoutVars>
      </dgm:prSet>
      <dgm:spPr/>
    </dgm:pt>
    <dgm:pt modelId="{53BA791C-84AB-413C-AE7A-A86DD2AE5983}" type="pres">
      <dgm:prSet presAssocID="{9928A676-F7EE-4D1A-A698-399B198B9A4C}" presName="rootComposite" presStyleCnt="0"/>
      <dgm:spPr/>
    </dgm:pt>
    <dgm:pt modelId="{3BD3742E-89D8-4278-B047-2E690CF46C27}" type="pres">
      <dgm:prSet presAssocID="{9928A676-F7EE-4D1A-A698-399B198B9A4C}" presName="rootText" presStyleLbl="node2" presStyleIdx="1" presStyleCnt="3" custScaleY="71251">
        <dgm:presLayoutVars>
          <dgm:chPref val="3"/>
        </dgm:presLayoutVars>
      </dgm:prSet>
      <dgm:spPr/>
    </dgm:pt>
    <dgm:pt modelId="{1C196A48-6022-498A-9527-F4773465C43B}" type="pres">
      <dgm:prSet presAssocID="{9928A676-F7EE-4D1A-A698-399B198B9A4C}" presName="rootConnector" presStyleLbl="node2" presStyleIdx="1" presStyleCnt="3"/>
      <dgm:spPr/>
    </dgm:pt>
    <dgm:pt modelId="{8B392C00-EA94-478D-AC2F-0982A676C659}" type="pres">
      <dgm:prSet presAssocID="{9928A676-F7EE-4D1A-A698-399B198B9A4C}" presName="hierChild4" presStyleCnt="0"/>
      <dgm:spPr/>
    </dgm:pt>
    <dgm:pt modelId="{7B4FAA56-6C6D-4FA5-A6D0-19C31DC2AFC6}" type="pres">
      <dgm:prSet presAssocID="{9928A676-F7EE-4D1A-A698-399B198B9A4C}" presName="hierChild5" presStyleCnt="0"/>
      <dgm:spPr/>
    </dgm:pt>
    <dgm:pt modelId="{FCC79863-28B7-4641-A9CA-CA81A5866EAD}" type="pres">
      <dgm:prSet presAssocID="{DB6EAF03-585D-46DB-9568-94C8598AB98D}" presName="Name37" presStyleLbl="parChTrans1D2" presStyleIdx="2" presStyleCnt="3"/>
      <dgm:spPr/>
    </dgm:pt>
    <dgm:pt modelId="{CE1207AE-853D-4C2E-83C4-080F2BD63AF0}" type="pres">
      <dgm:prSet presAssocID="{7ABC4384-A1A5-42B9-A937-00D575C2EAC4}" presName="hierRoot2" presStyleCnt="0">
        <dgm:presLayoutVars>
          <dgm:hierBranch val="init"/>
        </dgm:presLayoutVars>
      </dgm:prSet>
      <dgm:spPr/>
    </dgm:pt>
    <dgm:pt modelId="{CB7CFF74-24B9-44BB-A2B5-92109B681CBE}" type="pres">
      <dgm:prSet presAssocID="{7ABC4384-A1A5-42B9-A937-00D575C2EAC4}" presName="rootComposite" presStyleCnt="0"/>
      <dgm:spPr/>
    </dgm:pt>
    <dgm:pt modelId="{E24E934A-6782-4A44-B105-7B83B7DB5B47}" type="pres">
      <dgm:prSet presAssocID="{7ABC4384-A1A5-42B9-A937-00D575C2EAC4}" presName="rootText" presStyleLbl="node2" presStyleIdx="2" presStyleCnt="3" custScaleY="71251">
        <dgm:presLayoutVars>
          <dgm:chPref val="3"/>
        </dgm:presLayoutVars>
      </dgm:prSet>
      <dgm:spPr/>
    </dgm:pt>
    <dgm:pt modelId="{5AA88587-4138-4C96-A469-54661A164102}" type="pres">
      <dgm:prSet presAssocID="{7ABC4384-A1A5-42B9-A937-00D575C2EAC4}" presName="rootConnector" presStyleLbl="node2" presStyleIdx="2" presStyleCnt="3"/>
      <dgm:spPr/>
    </dgm:pt>
    <dgm:pt modelId="{B9543503-0585-40B0-A235-9443F235BCF9}" type="pres">
      <dgm:prSet presAssocID="{7ABC4384-A1A5-42B9-A937-00D575C2EAC4}" presName="hierChild4" presStyleCnt="0"/>
      <dgm:spPr/>
    </dgm:pt>
    <dgm:pt modelId="{D58E9973-4CC6-41F0-9B44-4CB3E7C15DE2}" type="pres">
      <dgm:prSet presAssocID="{7ABC4384-A1A5-42B9-A937-00D575C2EAC4}" presName="hierChild5" presStyleCnt="0"/>
      <dgm:spPr/>
    </dgm:pt>
    <dgm:pt modelId="{593FC476-5F45-4442-B7F5-D6C3520F3D12}" type="pres">
      <dgm:prSet presAssocID="{2C63AD44-5545-48ED-B3E1-4923A2AC4FAA}" presName="hierChild3" presStyleCnt="0"/>
      <dgm:spPr/>
    </dgm:pt>
  </dgm:ptLst>
  <dgm:cxnLst>
    <dgm:cxn modelId="{73129002-6F80-4C66-AF83-B0E63173CB0A}" type="presOf" srcId="{A5B41717-E523-4E36-8FF4-299EFDF0A00C}" destId="{6C4E8E94-ADAD-493B-83F3-4BB485BD15BA}" srcOrd="1" destOrd="0" presId="urn:microsoft.com/office/officeart/2005/8/layout/orgChart1"/>
    <dgm:cxn modelId="{2923C71C-1389-4AC0-BBB7-05F926056FAF}" type="presOf" srcId="{DB6EAF03-585D-46DB-9568-94C8598AB98D}" destId="{FCC79863-28B7-4641-A9CA-CA81A5866EAD}" srcOrd="0" destOrd="0" presId="urn:microsoft.com/office/officeart/2005/8/layout/orgChart1"/>
    <dgm:cxn modelId="{561DBF23-B884-42EB-9FC1-E576492922E4}" type="presOf" srcId="{05AC3703-48EB-43E4-B717-6F19AB9E8B6C}" destId="{591147C7-2FCD-4627-B9AE-9C0A7122E164}" srcOrd="0" destOrd="0" presId="urn:microsoft.com/office/officeart/2005/8/layout/orgChart1"/>
    <dgm:cxn modelId="{A0643524-C065-46DC-8451-C0C94C37D877}" type="presOf" srcId="{D5B0DA7E-CBE2-4552-A8A7-5AB34385133B}" destId="{9B471BEC-AC44-42AD-B11A-707E30B97E4E}" srcOrd="0" destOrd="0" presId="urn:microsoft.com/office/officeart/2005/8/layout/orgChart1"/>
    <dgm:cxn modelId="{5F02DD32-F92A-4224-BA98-E296371D3FB1}" srcId="{2C63AD44-5545-48ED-B3E1-4923A2AC4FAA}" destId="{7ABC4384-A1A5-42B9-A937-00D575C2EAC4}" srcOrd="2" destOrd="0" parTransId="{DB6EAF03-585D-46DB-9568-94C8598AB98D}" sibTransId="{043DB222-9121-42E1-8AD0-5AFFFDDCA6F1}"/>
    <dgm:cxn modelId="{DAEC3D3B-C74D-4359-BFB7-1E81539C158C}" type="presOf" srcId="{7ABC4384-A1A5-42B9-A937-00D575C2EAC4}" destId="{5AA88587-4138-4C96-A469-54661A164102}" srcOrd="1" destOrd="0" presId="urn:microsoft.com/office/officeart/2005/8/layout/orgChart1"/>
    <dgm:cxn modelId="{C678C83D-1178-44CC-A51D-4FAD772276D1}" srcId="{2C63AD44-5545-48ED-B3E1-4923A2AC4FAA}" destId="{A5B41717-E523-4E36-8FF4-299EFDF0A00C}" srcOrd="0" destOrd="0" parTransId="{7C2C86E9-6E44-404B-AA36-4D3C6466F1E2}" sibTransId="{A11BD8B9-AEA8-4662-B10A-0CEBDAFCC933}"/>
    <dgm:cxn modelId="{7413B15F-F93D-485B-8F57-67CDA39374A7}" type="presOf" srcId="{9928A676-F7EE-4D1A-A698-399B198B9A4C}" destId="{1C196A48-6022-498A-9527-F4773465C43B}" srcOrd="1" destOrd="0" presId="urn:microsoft.com/office/officeart/2005/8/layout/orgChart1"/>
    <dgm:cxn modelId="{D921F251-47C9-4F90-8DC5-8BD8480921F1}" type="presOf" srcId="{A5B41717-E523-4E36-8FF4-299EFDF0A00C}" destId="{E1B194E7-E9A2-4E57-9BB7-20DBBFCA2C24}" srcOrd="0" destOrd="0" presId="urn:microsoft.com/office/officeart/2005/8/layout/orgChart1"/>
    <dgm:cxn modelId="{DCBFF955-EC2E-43F5-ADB9-606A6989915C}" srcId="{D5B0DA7E-CBE2-4552-A8A7-5AB34385133B}" destId="{2C63AD44-5545-48ED-B3E1-4923A2AC4FAA}" srcOrd="0" destOrd="0" parTransId="{460988F8-E170-49CF-B05B-898C6D4813EA}" sibTransId="{F6A5CB87-F37F-4A9E-AB8E-A4C82C593886}"/>
    <dgm:cxn modelId="{7D25F684-FE7C-4534-A9F5-7541BD7E9C38}" type="presOf" srcId="{2C63AD44-5545-48ED-B3E1-4923A2AC4FAA}" destId="{0387F2FC-E99B-45ED-AA38-20F988FC8BC6}" srcOrd="1" destOrd="0" presId="urn:microsoft.com/office/officeart/2005/8/layout/orgChart1"/>
    <dgm:cxn modelId="{F638079A-9E37-47B9-9948-E3B5FE5B6ABE}" type="presOf" srcId="{2C63AD44-5545-48ED-B3E1-4923A2AC4FAA}" destId="{4D9CCFF9-BD17-4D75-86B1-78E586639F4F}" srcOrd="0" destOrd="0" presId="urn:microsoft.com/office/officeart/2005/8/layout/orgChart1"/>
    <dgm:cxn modelId="{80F339A9-DE98-490F-9FF3-321DB481DCAE}" type="presOf" srcId="{7C2C86E9-6E44-404B-AA36-4D3C6466F1E2}" destId="{77AD3EA0-D08B-44E0-90FF-941318A849A9}" srcOrd="0" destOrd="0" presId="urn:microsoft.com/office/officeart/2005/8/layout/orgChart1"/>
    <dgm:cxn modelId="{05D9E3AC-1DA2-4DEC-9028-7F123F190FF0}" type="presOf" srcId="{7ABC4384-A1A5-42B9-A937-00D575C2EAC4}" destId="{E24E934A-6782-4A44-B105-7B83B7DB5B47}" srcOrd="0" destOrd="0" presId="urn:microsoft.com/office/officeart/2005/8/layout/orgChart1"/>
    <dgm:cxn modelId="{9A9C71B0-1DD1-457B-A26D-F580FE3A0600}" srcId="{2C63AD44-5545-48ED-B3E1-4923A2AC4FAA}" destId="{9928A676-F7EE-4D1A-A698-399B198B9A4C}" srcOrd="1" destOrd="0" parTransId="{05AC3703-48EB-43E4-B717-6F19AB9E8B6C}" sibTransId="{6E082CE1-FA13-48BB-9FBF-B704C5ADB758}"/>
    <dgm:cxn modelId="{C4E655BE-BCB1-4210-A337-876FCA711285}" type="presOf" srcId="{9928A676-F7EE-4D1A-A698-399B198B9A4C}" destId="{3BD3742E-89D8-4278-B047-2E690CF46C27}" srcOrd="0" destOrd="0" presId="urn:microsoft.com/office/officeart/2005/8/layout/orgChart1"/>
    <dgm:cxn modelId="{6DA87987-777C-4693-8CA7-C891B06E5648}" type="presParOf" srcId="{9B471BEC-AC44-42AD-B11A-707E30B97E4E}" destId="{AB54A245-4ADF-4D0A-9D90-B92C03DD7DB1}" srcOrd="0" destOrd="0" presId="urn:microsoft.com/office/officeart/2005/8/layout/orgChart1"/>
    <dgm:cxn modelId="{3B6A4210-3147-445C-9B37-339C877AC7F8}" type="presParOf" srcId="{AB54A245-4ADF-4D0A-9D90-B92C03DD7DB1}" destId="{AED5EF2C-9BEB-44AD-9AEF-B2D465843B54}" srcOrd="0" destOrd="0" presId="urn:microsoft.com/office/officeart/2005/8/layout/orgChart1"/>
    <dgm:cxn modelId="{82DAA314-0B43-4C0A-ABD7-4E774932FE83}" type="presParOf" srcId="{AED5EF2C-9BEB-44AD-9AEF-B2D465843B54}" destId="{4D9CCFF9-BD17-4D75-86B1-78E586639F4F}" srcOrd="0" destOrd="0" presId="urn:microsoft.com/office/officeart/2005/8/layout/orgChart1"/>
    <dgm:cxn modelId="{D2488730-77DE-4869-A338-267909061CD4}" type="presParOf" srcId="{AED5EF2C-9BEB-44AD-9AEF-B2D465843B54}" destId="{0387F2FC-E99B-45ED-AA38-20F988FC8BC6}" srcOrd="1" destOrd="0" presId="urn:microsoft.com/office/officeart/2005/8/layout/orgChart1"/>
    <dgm:cxn modelId="{98C52BC7-FAE8-4501-8629-5384793E60F4}" type="presParOf" srcId="{AB54A245-4ADF-4D0A-9D90-B92C03DD7DB1}" destId="{F48CA8D6-1239-487C-BA02-C79906DBA8D7}" srcOrd="1" destOrd="0" presId="urn:microsoft.com/office/officeart/2005/8/layout/orgChart1"/>
    <dgm:cxn modelId="{CFAF12A8-ED0B-4F4A-B0E7-664765EE4E1F}" type="presParOf" srcId="{F48CA8D6-1239-487C-BA02-C79906DBA8D7}" destId="{77AD3EA0-D08B-44E0-90FF-941318A849A9}" srcOrd="0" destOrd="0" presId="urn:microsoft.com/office/officeart/2005/8/layout/orgChart1"/>
    <dgm:cxn modelId="{91C1B27A-6B00-484F-9593-48CE02CEACB1}" type="presParOf" srcId="{F48CA8D6-1239-487C-BA02-C79906DBA8D7}" destId="{4FBB0E8C-0474-4D2E-A8C2-CC93B425BA5C}" srcOrd="1" destOrd="0" presId="urn:microsoft.com/office/officeart/2005/8/layout/orgChart1"/>
    <dgm:cxn modelId="{058D2628-7392-4C96-BEFE-F61882B8B5C8}" type="presParOf" srcId="{4FBB0E8C-0474-4D2E-A8C2-CC93B425BA5C}" destId="{DC517A7C-C96E-40EB-BE3F-0B25EDB19C79}" srcOrd="0" destOrd="0" presId="urn:microsoft.com/office/officeart/2005/8/layout/orgChart1"/>
    <dgm:cxn modelId="{B0FE5BB7-4CA0-43E0-B224-A51710773FFF}" type="presParOf" srcId="{DC517A7C-C96E-40EB-BE3F-0B25EDB19C79}" destId="{E1B194E7-E9A2-4E57-9BB7-20DBBFCA2C24}" srcOrd="0" destOrd="0" presId="urn:microsoft.com/office/officeart/2005/8/layout/orgChart1"/>
    <dgm:cxn modelId="{77843084-8C2C-4F19-8045-52E215B83223}" type="presParOf" srcId="{DC517A7C-C96E-40EB-BE3F-0B25EDB19C79}" destId="{6C4E8E94-ADAD-493B-83F3-4BB485BD15BA}" srcOrd="1" destOrd="0" presId="urn:microsoft.com/office/officeart/2005/8/layout/orgChart1"/>
    <dgm:cxn modelId="{7CB555AC-C81F-478C-BD83-72E85EF7EB87}" type="presParOf" srcId="{4FBB0E8C-0474-4D2E-A8C2-CC93B425BA5C}" destId="{1FEB4788-5936-421D-A201-F6308D3C777C}" srcOrd="1" destOrd="0" presId="urn:microsoft.com/office/officeart/2005/8/layout/orgChart1"/>
    <dgm:cxn modelId="{1E473BC0-8C26-4C46-99E3-10E0ADA450FB}" type="presParOf" srcId="{4FBB0E8C-0474-4D2E-A8C2-CC93B425BA5C}" destId="{F26F6516-8AB2-4981-A59F-4B0F381E4CDD}" srcOrd="2" destOrd="0" presId="urn:microsoft.com/office/officeart/2005/8/layout/orgChart1"/>
    <dgm:cxn modelId="{145148D6-4768-4A1C-B4B2-8699751CA7CC}" type="presParOf" srcId="{F48CA8D6-1239-487C-BA02-C79906DBA8D7}" destId="{591147C7-2FCD-4627-B9AE-9C0A7122E164}" srcOrd="2" destOrd="0" presId="urn:microsoft.com/office/officeart/2005/8/layout/orgChart1"/>
    <dgm:cxn modelId="{5DE4F274-1E07-4FD6-B067-35FD1F788C50}" type="presParOf" srcId="{F48CA8D6-1239-487C-BA02-C79906DBA8D7}" destId="{121AAE99-A0A8-4284-9E01-285F357742EC}" srcOrd="3" destOrd="0" presId="urn:microsoft.com/office/officeart/2005/8/layout/orgChart1"/>
    <dgm:cxn modelId="{BA903617-A820-45B0-9F07-D6105EE9378C}" type="presParOf" srcId="{121AAE99-A0A8-4284-9E01-285F357742EC}" destId="{53BA791C-84AB-413C-AE7A-A86DD2AE5983}" srcOrd="0" destOrd="0" presId="urn:microsoft.com/office/officeart/2005/8/layout/orgChart1"/>
    <dgm:cxn modelId="{5C165DE1-599B-4C66-8625-8493A0AFB164}" type="presParOf" srcId="{53BA791C-84AB-413C-AE7A-A86DD2AE5983}" destId="{3BD3742E-89D8-4278-B047-2E690CF46C27}" srcOrd="0" destOrd="0" presId="urn:microsoft.com/office/officeart/2005/8/layout/orgChart1"/>
    <dgm:cxn modelId="{A15E2697-B05A-440B-82ED-511BDB8B072F}" type="presParOf" srcId="{53BA791C-84AB-413C-AE7A-A86DD2AE5983}" destId="{1C196A48-6022-498A-9527-F4773465C43B}" srcOrd="1" destOrd="0" presId="urn:microsoft.com/office/officeart/2005/8/layout/orgChart1"/>
    <dgm:cxn modelId="{42676DEE-AB96-4620-BAF1-04681383992D}" type="presParOf" srcId="{121AAE99-A0A8-4284-9E01-285F357742EC}" destId="{8B392C00-EA94-478D-AC2F-0982A676C659}" srcOrd="1" destOrd="0" presId="urn:microsoft.com/office/officeart/2005/8/layout/orgChart1"/>
    <dgm:cxn modelId="{DDF48116-6D40-453B-85CD-E0B1877F348A}" type="presParOf" srcId="{121AAE99-A0A8-4284-9E01-285F357742EC}" destId="{7B4FAA56-6C6D-4FA5-A6D0-19C31DC2AFC6}" srcOrd="2" destOrd="0" presId="urn:microsoft.com/office/officeart/2005/8/layout/orgChart1"/>
    <dgm:cxn modelId="{7A83F7FB-BE35-4544-983D-0881C1F92106}" type="presParOf" srcId="{F48CA8D6-1239-487C-BA02-C79906DBA8D7}" destId="{FCC79863-28B7-4641-A9CA-CA81A5866EAD}" srcOrd="4" destOrd="0" presId="urn:microsoft.com/office/officeart/2005/8/layout/orgChart1"/>
    <dgm:cxn modelId="{72C06D6B-4CAA-45C9-A51F-1C4AE18D6278}" type="presParOf" srcId="{F48CA8D6-1239-487C-BA02-C79906DBA8D7}" destId="{CE1207AE-853D-4C2E-83C4-080F2BD63AF0}" srcOrd="5" destOrd="0" presId="urn:microsoft.com/office/officeart/2005/8/layout/orgChart1"/>
    <dgm:cxn modelId="{3536A4F2-7498-4079-9C9C-6EF7D8C70FA7}" type="presParOf" srcId="{CE1207AE-853D-4C2E-83C4-080F2BD63AF0}" destId="{CB7CFF74-24B9-44BB-A2B5-92109B681CBE}" srcOrd="0" destOrd="0" presId="urn:microsoft.com/office/officeart/2005/8/layout/orgChart1"/>
    <dgm:cxn modelId="{C446E1EB-1529-43AE-829F-66B4C5B908AF}" type="presParOf" srcId="{CB7CFF74-24B9-44BB-A2B5-92109B681CBE}" destId="{E24E934A-6782-4A44-B105-7B83B7DB5B47}" srcOrd="0" destOrd="0" presId="urn:microsoft.com/office/officeart/2005/8/layout/orgChart1"/>
    <dgm:cxn modelId="{C3B9DEE9-3CE2-4ABF-95D6-F95D96ECE652}" type="presParOf" srcId="{CB7CFF74-24B9-44BB-A2B5-92109B681CBE}" destId="{5AA88587-4138-4C96-A469-54661A164102}" srcOrd="1" destOrd="0" presId="urn:microsoft.com/office/officeart/2005/8/layout/orgChart1"/>
    <dgm:cxn modelId="{803EA1F8-9139-4A3C-9D6C-D9614E15B764}" type="presParOf" srcId="{CE1207AE-853D-4C2E-83C4-080F2BD63AF0}" destId="{B9543503-0585-40B0-A235-9443F235BCF9}" srcOrd="1" destOrd="0" presId="urn:microsoft.com/office/officeart/2005/8/layout/orgChart1"/>
    <dgm:cxn modelId="{87FD65E4-C0BC-4453-8CCB-D85B95CD570D}" type="presParOf" srcId="{CE1207AE-853D-4C2E-83C4-080F2BD63AF0}" destId="{D58E9973-4CC6-41F0-9B44-4CB3E7C15DE2}" srcOrd="2" destOrd="0" presId="urn:microsoft.com/office/officeart/2005/8/layout/orgChart1"/>
    <dgm:cxn modelId="{488C47A9-9688-4F9E-99D6-5A42BA93DB68}" type="presParOf" srcId="{AB54A245-4ADF-4D0A-9D90-B92C03DD7DB1}" destId="{593FC476-5F45-4442-B7F5-D6C3520F3D12}"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A8570DF-D6EB-4605-92EC-111A78DD04C8}" type="doc">
      <dgm:prSet loTypeId="urn:microsoft.com/office/officeart/2009/3/layout/IncreasingArrowsProcess" loCatId="process" qsTypeId="urn:microsoft.com/office/officeart/2005/8/quickstyle/simple1" qsCatId="simple" csTypeId="urn:microsoft.com/office/officeart/2005/8/colors/colorful5" csCatId="colorful" phldr="1"/>
      <dgm:spPr/>
      <dgm:t>
        <a:bodyPr/>
        <a:lstStyle/>
        <a:p>
          <a:endParaRPr lang="zh-CN" altLang="en-US"/>
        </a:p>
      </dgm:t>
    </dgm:pt>
    <dgm:pt modelId="{27174115-FD95-4E62-B33A-C2D8FA744ED4}">
      <dgm:prSet phldrT="[文本]" phldr="0"/>
      <dgm:spPr/>
      <dgm:t>
        <a:bodyPr/>
        <a:lstStyle/>
        <a:p>
          <a:r>
            <a:rPr lang="en-US" altLang="zh-CN" dirty="0"/>
            <a:t>Sprint</a:t>
          </a:r>
          <a:endParaRPr lang="zh-CN" altLang="en-US" dirty="0"/>
        </a:p>
      </dgm:t>
    </dgm:pt>
    <dgm:pt modelId="{0272BAA0-E293-418B-8CB7-BCBF7D92DA3B}" type="parTrans" cxnId="{ACF9B48E-162D-4BC9-AF57-38300A3F6243}">
      <dgm:prSet/>
      <dgm:spPr/>
      <dgm:t>
        <a:bodyPr/>
        <a:lstStyle/>
        <a:p>
          <a:endParaRPr lang="zh-CN" altLang="en-US"/>
        </a:p>
      </dgm:t>
    </dgm:pt>
    <dgm:pt modelId="{5BFB1068-2037-493F-A484-A25F7039D8BA}" type="sibTrans" cxnId="{ACF9B48E-162D-4BC9-AF57-38300A3F6243}">
      <dgm:prSet/>
      <dgm:spPr/>
      <dgm:t>
        <a:bodyPr/>
        <a:lstStyle/>
        <a:p>
          <a:endParaRPr lang="zh-CN" altLang="en-US"/>
        </a:p>
      </dgm:t>
    </dgm:pt>
    <dgm:pt modelId="{54A42531-F6CF-4017-96EB-95C8615A3294}">
      <dgm:prSet phldrT="[文本]"/>
      <dgm:spPr/>
      <dgm:t>
        <a:bodyPr/>
        <a:lstStyle/>
        <a:p>
          <a:r>
            <a:rPr lang="zh-CN" altLang="en-US" dirty="0"/>
            <a:t>冲刺</a:t>
          </a:r>
        </a:p>
      </dgm:t>
    </dgm:pt>
    <dgm:pt modelId="{925C0D60-EDFF-4DAA-8C9A-450B1DE40C85}" type="parTrans" cxnId="{BC60CE86-214B-4263-B72A-3154B9B94234}">
      <dgm:prSet/>
      <dgm:spPr/>
      <dgm:t>
        <a:bodyPr/>
        <a:lstStyle/>
        <a:p>
          <a:endParaRPr lang="zh-CN" altLang="en-US"/>
        </a:p>
      </dgm:t>
    </dgm:pt>
    <dgm:pt modelId="{096C92D1-D232-4365-9EF8-408E540F7561}" type="sibTrans" cxnId="{BC60CE86-214B-4263-B72A-3154B9B94234}">
      <dgm:prSet/>
      <dgm:spPr/>
      <dgm:t>
        <a:bodyPr/>
        <a:lstStyle/>
        <a:p>
          <a:endParaRPr lang="zh-CN" altLang="en-US"/>
        </a:p>
      </dgm:t>
    </dgm:pt>
    <dgm:pt modelId="{44B57C55-2B17-4C87-A444-485482BB1579}">
      <dgm:prSet phldrT="[文本]"/>
      <dgm:spPr/>
      <dgm:t>
        <a:bodyPr/>
        <a:lstStyle/>
        <a:p>
          <a:r>
            <a:rPr lang="en-US" altLang="zh-CN" dirty="0"/>
            <a:t>Spring Planning</a:t>
          </a:r>
          <a:endParaRPr lang="zh-CN" altLang="en-US" dirty="0"/>
        </a:p>
      </dgm:t>
    </dgm:pt>
    <dgm:pt modelId="{F287AE56-46E9-4E3A-8FC6-3EB1D2BB58A3}" type="parTrans" cxnId="{062FB0AC-1D74-4DDE-841C-3D9B3F3991A3}">
      <dgm:prSet/>
      <dgm:spPr/>
      <dgm:t>
        <a:bodyPr/>
        <a:lstStyle/>
        <a:p>
          <a:endParaRPr lang="zh-CN" altLang="en-US"/>
        </a:p>
      </dgm:t>
    </dgm:pt>
    <dgm:pt modelId="{13DE7946-9FB2-49CB-9BF7-8401DBD6EDF4}" type="sibTrans" cxnId="{062FB0AC-1D74-4DDE-841C-3D9B3F3991A3}">
      <dgm:prSet/>
      <dgm:spPr/>
      <dgm:t>
        <a:bodyPr/>
        <a:lstStyle/>
        <a:p>
          <a:endParaRPr lang="zh-CN" altLang="en-US"/>
        </a:p>
      </dgm:t>
    </dgm:pt>
    <dgm:pt modelId="{A7F2DD4B-9069-431A-96B2-D35103A66940}">
      <dgm:prSet phldrT="[文本]"/>
      <dgm:spPr/>
      <dgm:t>
        <a:bodyPr/>
        <a:lstStyle/>
        <a:p>
          <a:r>
            <a:rPr lang="zh-CN" altLang="en-US" dirty="0"/>
            <a:t>规划</a:t>
          </a:r>
        </a:p>
      </dgm:t>
    </dgm:pt>
    <dgm:pt modelId="{9E6FADB4-0E10-48E4-A448-80AC9138B5F3}" type="parTrans" cxnId="{25C09A10-1142-4521-886A-B8416008464A}">
      <dgm:prSet/>
      <dgm:spPr/>
      <dgm:t>
        <a:bodyPr/>
        <a:lstStyle/>
        <a:p>
          <a:endParaRPr lang="zh-CN" altLang="en-US"/>
        </a:p>
      </dgm:t>
    </dgm:pt>
    <dgm:pt modelId="{6411CDAA-A48D-44F5-83F1-9229675A04EF}" type="sibTrans" cxnId="{25C09A10-1142-4521-886A-B8416008464A}">
      <dgm:prSet/>
      <dgm:spPr/>
      <dgm:t>
        <a:bodyPr/>
        <a:lstStyle/>
        <a:p>
          <a:endParaRPr lang="zh-CN" altLang="en-US"/>
        </a:p>
      </dgm:t>
    </dgm:pt>
    <dgm:pt modelId="{F7A46958-C503-4AAE-A847-4641297F8D89}">
      <dgm:prSet phldrT="[文本]"/>
      <dgm:spPr/>
      <dgm:t>
        <a:bodyPr/>
        <a:lstStyle/>
        <a:p>
          <a:r>
            <a:rPr lang="en-US" altLang="zh-CN" dirty="0"/>
            <a:t>Daily Scrum</a:t>
          </a:r>
          <a:endParaRPr lang="zh-CN" altLang="en-US" dirty="0"/>
        </a:p>
      </dgm:t>
    </dgm:pt>
    <dgm:pt modelId="{D8A7B5A7-A843-4F1C-979F-141322ADF43B}" type="parTrans" cxnId="{CF1FAF76-0A52-49AA-B793-BBB61493A4AC}">
      <dgm:prSet/>
      <dgm:spPr/>
      <dgm:t>
        <a:bodyPr/>
        <a:lstStyle/>
        <a:p>
          <a:endParaRPr lang="zh-CN" altLang="en-US"/>
        </a:p>
      </dgm:t>
    </dgm:pt>
    <dgm:pt modelId="{7A562CAC-600C-478B-BFD7-FD93B3815C03}" type="sibTrans" cxnId="{CF1FAF76-0A52-49AA-B793-BBB61493A4AC}">
      <dgm:prSet/>
      <dgm:spPr/>
      <dgm:t>
        <a:bodyPr/>
        <a:lstStyle/>
        <a:p>
          <a:endParaRPr lang="zh-CN" altLang="en-US"/>
        </a:p>
      </dgm:t>
    </dgm:pt>
    <dgm:pt modelId="{7BEB3467-3C35-4A0E-A004-15FC82181F10}">
      <dgm:prSet phldrT="[文本]"/>
      <dgm:spPr/>
      <dgm:t>
        <a:bodyPr/>
        <a:lstStyle/>
        <a:p>
          <a:r>
            <a:rPr lang="zh-CN" altLang="en-US" dirty="0"/>
            <a:t>每日站会</a:t>
          </a:r>
        </a:p>
      </dgm:t>
    </dgm:pt>
    <dgm:pt modelId="{05BA3D8D-35FF-4536-9334-4A8F8A93BA8F}" type="parTrans" cxnId="{0A6E8ED2-1FD6-4D46-886C-ED38DE32E94A}">
      <dgm:prSet/>
      <dgm:spPr/>
      <dgm:t>
        <a:bodyPr/>
        <a:lstStyle/>
        <a:p>
          <a:endParaRPr lang="zh-CN" altLang="en-US"/>
        </a:p>
      </dgm:t>
    </dgm:pt>
    <dgm:pt modelId="{D43588C1-6611-4485-9E73-E693916771F7}" type="sibTrans" cxnId="{0A6E8ED2-1FD6-4D46-886C-ED38DE32E94A}">
      <dgm:prSet/>
      <dgm:spPr/>
      <dgm:t>
        <a:bodyPr/>
        <a:lstStyle/>
        <a:p>
          <a:endParaRPr lang="zh-CN" altLang="en-US"/>
        </a:p>
      </dgm:t>
    </dgm:pt>
    <dgm:pt modelId="{2A0230E0-88F0-4F81-BAF8-58E270957BCA}">
      <dgm:prSet phldrT="[文本]"/>
      <dgm:spPr/>
      <dgm:t>
        <a:bodyPr/>
        <a:lstStyle/>
        <a:p>
          <a:r>
            <a:rPr lang="en-US" altLang="zh-CN" dirty="0"/>
            <a:t>Review</a:t>
          </a:r>
          <a:endParaRPr lang="zh-CN" altLang="en-US" dirty="0"/>
        </a:p>
      </dgm:t>
    </dgm:pt>
    <dgm:pt modelId="{F392463D-EF57-40EC-B67C-C427D234A650}" type="parTrans" cxnId="{22B89D49-9562-441A-A3C0-200200FF53F9}">
      <dgm:prSet/>
      <dgm:spPr/>
      <dgm:t>
        <a:bodyPr/>
        <a:lstStyle/>
        <a:p>
          <a:endParaRPr lang="zh-CN" altLang="en-US"/>
        </a:p>
      </dgm:t>
    </dgm:pt>
    <dgm:pt modelId="{1230CFE9-5BEE-4C51-993B-44F31F0578A1}" type="sibTrans" cxnId="{22B89D49-9562-441A-A3C0-200200FF53F9}">
      <dgm:prSet/>
      <dgm:spPr/>
      <dgm:t>
        <a:bodyPr/>
        <a:lstStyle/>
        <a:p>
          <a:endParaRPr lang="zh-CN" altLang="en-US"/>
        </a:p>
      </dgm:t>
    </dgm:pt>
    <dgm:pt modelId="{8E71BD4B-776B-47D4-AA46-165AA34C906F}">
      <dgm:prSet phldrT="[文本]"/>
      <dgm:spPr/>
      <dgm:t>
        <a:bodyPr/>
        <a:lstStyle/>
        <a:p>
          <a:r>
            <a:rPr lang="zh-CN" altLang="en-US" dirty="0"/>
            <a:t>回顾</a:t>
          </a:r>
        </a:p>
      </dgm:t>
    </dgm:pt>
    <dgm:pt modelId="{C925A356-4720-4E67-B167-949855C276AA}" type="parTrans" cxnId="{DC7B6575-D619-40D3-A5CF-88DD0C7AFCE6}">
      <dgm:prSet/>
      <dgm:spPr/>
      <dgm:t>
        <a:bodyPr/>
        <a:lstStyle/>
        <a:p>
          <a:endParaRPr lang="zh-CN" altLang="en-US"/>
        </a:p>
      </dgm:t>
    </dgm:pt>
    <dgm:pt modelId="{2314D5BD-917B-47AB-9FDE-9F9C4C6931B5}" type="sibTrans" cxnId="{DC7B6575-D619-40D3-A5CF-88DD0C7AFCE6}">
      <dgm:prSet/>
      <dgm:spPr/>
      <dgm:t>
        <a:bodyPr/>
        <a:lstStyle/>
        <a:p>
          <a:endParaRPr lang="zh-CN" altLang="en-US"/>
        </a:p>
      </dgm:t>
    </dgm:pt>
    <dgm:pt modelId="{39015ED6-41D0-4554-9CAD-7105BDB878C4}">
      <dgm:prSet phldrT="[文本]"/>
      <dgm:spPr/>
      <dgm:t>
        <a:bodyPr/>
        <a:lstStyle/>
        <a:p>
          <a:r>
            <a:rPr lang="en-US" altLang="zh-CN" dirty="0"/>
            <a:t>Retrospective</a:t>
          </a:r>
          <a:endParaRPr lang="zh-CN" altLang="en-US" dirty="0"/>
        </a:p>
      </dgm:t>
    </dgm:pt>
    <dgm:pt modelId="{6DCD1CAC-583A-4100-9B98-DB6842F3CDB7}" type="parTrans" cxnId="{AE292B29-323D-49C7-99AD-047EF273DC3B}">
      <dgm:prSet/>
      <dgm:spPr/>
      <dgm:t>
        <a:bodyPr/>
        <a:lstStyle/>
        <a:p>
          <a:endParaRPr lang="zh-CN" altLang="en-US"/>
        </a:p>
      </dgm:t>
    </dgm:pt>
    <dgm:pt modelId="{5F328325-9871-47CB-977A-F457C8CDB2CA}" type="sibTrans" cxnId="{AE292B29-323D-49C7-99AD-047EF273DC3B}">
      <dgm:prSet/>
      <dgm:spPr/>
      <dgm:t>
        <a:bodyPr/>
        <a:lstStyle/>
        <a:p>
          <a:endParaRPr lang="zh-CN" altLang="en-US"/>
        </a:p>
      </dgm:t>
    </dgm:pt>
    <dgm:pt modelId="{456063A0-C6C6-447E-84DB-3526F269FD58}">
      <dgm:prSet phldrT="[文本]"/>
      <dgm:spPr/>
      <dgm:t>
        <a:bodyPr/>
        <a:lstStyle/>
        <a:p>
          <a:r>
            <a:rPr lang="zh-CN" altLang="en-US" dirty="0"/>
            <a:t>评审</a:t>
          </a:r>
        </a:p>
      </dgm:t>
    </dgm:pt>
    <dgm:pt modelId="{49298535-35D2-4D69-AA6D-45D615C7DADB}" type="parTrans" cxnId="{5BA08229-F1AD-4AF5-A3FA-A8269B63959C}">
      <dgm:prSet/>
      <dgm:spPr/>
      <dgm:t>
        <a:bodyPr/>
        <a:lstStyle/>
        <a:p>
          <a:endParaRPr lang="zh-CN" altLang="en-US"/>
        </a:p>
      </dgm:t>
    </dgm:pt>
    <dgm:pt modelId="{9EC5BF2E-09EC-4648-B356-2173EF72710F}" type="sibTrans" cxnId="{5BA08229-F1AD-4AF5-A3FA-A8269B63959C}">
      <dgm:prSet/>
      <dgm:spPr/>
      <dgm:t>
        <a:bodyPr/>
        <a:lstStyle/>
        <a:p>
          <a:endParaRPr lang="zh-CN" altLang="en-US"/>
        </a:p>
      </dgm:t>
    </dgm:pt>
    <dgm:pt modelId="{7E98DD0F-2D96-4F62-B946-5235C76F447F}" type="pres">
      <dgm:prSet presAssocID="{2A8570DF-D6EB-4605-92EC-111A78DD04C8}" presName="Name0" presStyleCnt="0">
        <dgm:presLayoutVars>
          <dgm:chMax val="5"/>
          <dgm:chPref val="5"/>
          <dgm:dir/>
          <dgm:animLvl val="lvl"/>
        </dgm:presLayoutVars>
      </dgm:prSet>
      <dgm:spPr/>
    </dgm:pt>
    <dgm:pt modelId="{094F4DF1-37BB-4ECD-9418-D07081488686}" type="pres">
      <dgm:prSet presAssocID="{27174115-FD95-4E62-B33A-C2D8FA744ED4}" presName="parentText1" presStyleLbl="node1" presStyleIdx="0" presStyleCnt="5">
        <dgm:presLayoutVars>
          <dgm:chMax/>
          <dgm:chPref val="3"/>
          <dgm:bulletEnabled val="1"/>
        </dgm:presLayoutVars>
      </dgm:prSet>
      <dgm:spPr/>
    </dgm:pt>
    <dgm:pt modelId="{E86EC7DA-1671-4DAB-B8CD-684A0A10D28B}" type="pres">
      <dgm:prSet presAssocID="{27174115-FD95-4E62-B33A-C2D8FA744ED4}" presName="childText1" presStyleLbl="solidAlignAcc1" presStyleIdx="0" presStyleCnt="5">
        <dgm:presLayoutVars>
          <dgm:chMax val="0"/>
          <dgm:chPref val="0"/>
          <dgm:bulletEnabled val="1"/>
        </dgm:presLayoutVars>
      </dgm:prSet>
      <dgm:spPr/>
    </dgm:pt>
    <dgm:pt modelId="{3377E146-BBE8-4251-922A-3A142A5DB22A}" type="pres">
      <dgm:prSet presAssocID="{44B57C55-2B17-4C87-A444-485482BB1579}" presName="parentText2" presStyleLbl="node1" presStyleIdx="1" presStyleCnt="5">
        <dgm:presLayoutVars>
          <dgm:chMax/>
          <dgm:chPref val="3"/>
          <dgm:bulletEnabled val="1"/>
        </dgm:presLayoutVars>
      </dgm:prSet>
      <dgm:spPr/>
    </dgm:pt>
    <dgm:pt modelId="{3F0F4678-4480-4F65-812F-7188E8E3BA27}" type="pres">
      <dgm:prSet presAssocID="{44B57C55-2B17-4C87-A444-485482BB1579}" presName="childText2" presStyleLbl="solidAlignAcc1" presStyleIdx="1" presStyleCnt="5">
        <dgm:presLayoutVars>
          <dgm:chMax val="0"/>
          <dgm:chPref val="0"/>
          <dgm:bulletEnabled val="1"/>
        </dgm:presLayoutVars>
      </dgm:prSet>
      <dgm:spPr/>
    </dgm:pt>
    <dgm:pt modelId="{962DE86B-57FB-4E57-B9E2-1CDD9869201D}" type="pres">
      <dgm:prSet presAssocID="{F7A46958-C503-4AAE-A847-4641297F8D89}" presName="parentText3" presStyleLbl="node1" presStyleIdx="2" presStyleCnt="5">
        <dgm:presLayoutVars>
          <dgm:chMax/>
          <dgm:chPref val="3"/>
          <dgm:bulletEnabled val="1"/>
        </dgm:presLayoutVars>
      </dgm:prSet>
      <dgm:spPr/>
    </dgm:pt>
    <dgm:pt modelId="{A2FE8EDA-D970-4B0B-BEE7-3C260734EB3F}" type="pres">
      <dgm:prSet presAssocID="{F7A46958-C503-4AAE-A847-4641297F8D89}" presName="childText3" presStyleLbl="solidAlignAcc1" presStyleIdx="2" presStyleCnt="5">
        <dgm:presLayoutVars>
          <dgm:chMax val="0"/>
          <dgm:chPref val="0"/>
          <dgm:bulletEnabled val="1"/>
        </dgm:presLayoutVars>
      </dgm:prSet>
      <dgm:spPr/>
    </dgm:pt>
    <dgm:pt modelId="{C0E91409-81B0-4028-907D-5327B5143ADB}" type="pres">
      <dgm:prSet presAssocID="{2A0230E0-88F0-4F81-BAF8-58E270957BCA}" presName="parentText4" presStyleLbl="node1" presStyleIdx="3" presStyleCnt="5">
        <dgm:presLayoutVars>
          <dgm:chMax/>
          <dgm:chPref val="3"/>
          <dgm:bulletEnabled val="1"/>
        </dgm:presLayoutVars>
      </dgm:prSet>
      <dgm:spPr/>
    </dgm:pt>
    <dgm:pt modelId="{2B2584B2-DDE4-43C5-AC13-F191D54BFA19}" type="pres">
      <dgm:prSet presAssocID="{2A0230E0-88F0-4F81-BAF8-58E270957BCA}" presName="childText4" presStyleLbl="solidAlignAcc1" presStyleIdx="3" presStyleCnt="5">
        <dgm:presLayoutVars>
          <dgm:chMax val="0"/>
          <dgm:chPref val="0"/>
          <dgm:bulletEnabled val="1"/>
        </dgm:presLayoutVars>
      </dgm:prSet>
      <dgm:spPr/>
    </dgm:pt>
    <dgm:pt modelId="{C2F78D87-5BAB-4238-BA32-642972FEF7AA}" type="pres">
      <dgm:prSet presAssocID="{39015ED6-41D0-4554-9CAD-7105BDB878C4}" presName="parentText5" presStyleLbl="node1" presStyleIdx="4" presStyleCnt="5">
        <dgm:presLayoutVars>
          <dgm:chMax/>
          <dgm:chPref val="3"/>
          <dgm:bulletEnabled val="1"/>
        </dgm:presLayoutVars>
      </dgm:prSet>
      <dgm:spPr/>
    </dgm:pt>
    <dgm:pt modelId="{5E52CB30-E02C-40CD-B263-64B93A59E37F}" type="pres">
      <dgm:prSet presAssocID="{39015ED6-41D0-4554-9CAD-7105BDB878C4}" presName="childText5" presStyleLbl="solidAlignAcc1" presStyleIdx="4" presStyleCnt="5">
        <dgm:presLayoutVars>
          <dgm:chMax val="0"/>
          <dgm:chPref val="0"/>
          <dgm:bulletEnabled val="1"/>
        </dgm:presLayoutVars>
      </dgm:prSet>
      <dgm:spPr/>
    </dgm:pt>
  </dgm:ptLst>
  <dgm:cxnLst>
    <dgm:cxn modelId="{A66BED05-8A46-43B2-8A0D-338A0EC4C718}" type="presOf" srcId="{F7A46958-C503-4AAE-A847-4641297F8D89}" destId="{962DE86B-57FB-4E57-B9E2-1CDD9869201D}" srcOrd="0" destOrd="0" presId="urn:microsoft.com/office/officeart/2009/3/layout/IncreasingArrowsProcess"/>
    <dgm:cxn modelId="{25C09A10-1142-4521-886A-B8416008464A}" srcId="{44B57C55-2B17-4C87-A444-485482BB1579}" destId="{A7F2DD4B-9069-431A-96B2-D35103A66940}" srcOrd="0" destOrd="0" parTransId="{9E6FADB4-0E10-48E4-A448-80AC9138B5F3}" sibTransId="{6411CDAA-A48D-44F5-83F1-9229675A04EF}"/>
    <dgm:cxn modelId="{A32E7711-D049-4311-918A-483A71EC6FFC}" type="presOf" srcId="{A7F2DD4B-9069-431A-96B2-D35103A66940}" destId="{3F0F4678-4480-4F65-812F-7188E8E3BA27}" srcOrd="0" destOrd="0" presId="urn:microsoft.com/office/officeart/2009/3/layout/IncreasingArrowsProcess"/>
    <dgm:cxn modelId="{550B8113-A838-4639-A3FB-B533024EDA3F}" type="presOf" srcId="{2A8570DF-D6EB-4605-92EC-111A78DD04C8}" destId="{7E98DD0F-2D96-4F62-B946-5235C76F447F}" srcOrd="0" destOrd="0" presId="urn:microsoft.com/office/officeart/2009/3/layout/IncreasingArrowsProcess"/>
    <dgm:cxn modelId="{60852A27-AC1B-4706-A529-244E8DF4F374}" type="presOf" srcId="{456063A0-C6C6-447E-84DB-3526F269FD58}" destId="{2B2584B2-DDE4-43C5-AC13-F191D54BFA19}" srcOrd="0" destOrd="0" presId="urn:microsoft.com/office/officeart/2009/3/layout/IncreasingArrowsProcess"/>
    <dgm:cxn modelId="{E0530229-B731-4F27-A3D4-98B8289B7B7C}" type="presOf" srcId="{54A42531-F6CF-4017-96EB-95C8615A3294}" destId="{E86EC7DA-1671-4DAB-B8CD-684A0A10D28B}" srcOrd="0" destOrd="0" presId="urn:microsoft.com/office/officeart/2009/3/layout/IncreasingArrowsProcess"/>
    <dgm:cxn modelId="{AE292B29-323D-49C7-99AD-047EF273DC3B}" srcId="{2A8570DF-D6EB-4605-92EC-111A78DD04C8}" destId="{39015ED6-41D0-4554-9CAD-7105BDB878C4}" srcOrd="4" destOrd="0" parTransId="{6DCD1CAC-583A-4100-9B98-DB6842F3CDB7}" sibTransId="{5F328325-9871-47CB-977A-F457C8CDB2CA}"/>
    <dgm:cxn modelId="{5BA08229-F1AD-4AF5-A3FA-A8269B63959C}" srcId="{2A0230E0-88F0-4F81-BAF8-58E270957BCA}" destId="{456063A0-C6C6-447E-84DB-3526F269FD58}" srcOrd="0" destOrd="0" parTransId="{49298535-35D2-4D69-AA6D-45D615C7DADB}" sibTransId="{9EC5BF2E-09EC-4648-B356-2173EF72710F}"/>
    <dgm:cxn modelId="{B4D02142-953A-49C0-B1E4-09C9369F6EF3}" type="presOf" srcId="{8E71BD4B-776B-47D4-AA46-165AA34C906F}" destId="{5E52CB30-E02C-40CD-B263-64B93A59E37F}" srcOrd="0" destOrd="0" presId="urn:microsoft.com/office/officeart/2009/3/layout/IncreasingArrowsProcess"/>
    <dgm:cxn modelId="{22B89D49-9562-441A-A3C0-200200FF53F9}" srcId="{2A8570DF-D6EB-4605-92EC-111A78DD04C8}" destId="{2A0230E0-88F0-4F81-BAF8-58E270957BCA}" srcOrd="3" destOrd="0" parTransId="{F392463D-EF57-40EC-B67C-C427D234A650}" sibTransId="{1230CFE9-5BEE-4C51-993B-44F31F0578A1}"/>
    <dgm:cxn modelId="{DC7B6575-D619-40D3-A5CF-88DD0C7AFCE6}" srcId="{39015ED6-41D0-4554-9CAD-7105BDB878C4}" destId="{8E71BD4B-776B-47D4-AA46-165AA34C906F}" srcOrd="0" destOrd="0" parTransId="{C925A356-4720-4E67-B167-949855C276AA}" sibTransId="{2314D5BD-917B-47AB-9FDE-9F9C4C6931B5}"/>
    <dgm:cxn modelId="{CF1FAF76-0A52-49AA-B793-BBB61493A4AC}" srcId="{2A8570DF-D6EB-4605-92EC-111A78DD04C8}" destId="{F7A46958-C503-4AAE-A847-4641297F8D89}" srcOrd="2" destOrd="0" parTransId="{D8A7B5A7-A843-4F1C-979F-141322ADF43B}" sibTransId="{7A562CAC-600C-478B-BFD7-FD93B3815C03}"/>
    <dgm:cxn modelId="{42F8BC58-3FE0-410C-A9C8-F5AA09461B07}" type="presOf" srcId="{27174115-FD95-4E62-B33A-C2D8FA744ED4}" destId="{094F4DF1-37BB-4ECD-9418-D07081488686}" srcOrd="0" destOrd="0" presId="urn:microsoft.com/office/officeart/2009/3/layout/IncreasingArrowsProcess"/>
    <dgm:cxn modelId="{25C27684-A316-41AC-A75C-48D86CFF029B}" type="presOf" srcId="{2A0230E0-88F0-4F81-BAF8-58E270957BCA}" destId="{C0E91409-81B0-4028-907D-5327B5143ADB}" srcOrd="0" destOrd="0" presId="urn:microsoft.com/office/officeart/2009/3/layout/IncreasingArrowsProcess"/>
    <dgm:cxn modelId="{BC60CE86-214B-4263-B72A-3154B9B94234}" srcId="{27174115-FD95-4E62-B33A-C2D8FA744ED4}" destId="{54A42531-F6CF-4017-96EB-95C8615A3294}" srcOrd="0" destOrd="0" parTransId="{925C0D60-EDFF-4DAA-8C9A-450B1DE40C85}" sibTransId="{096C92D1-D232-4365-9EF8-408E540F7561}"/>
    <dgm:cxn modelId="{ACF9B48E-162D-4BC9-AF57-38300A3F6243}" srcId="{2A8570DF-D6EB-4605-92EC-111A78DD04C8}" destId="{27174115-FD95-4E62-B33A-C2D8FA744ED4}" srcOrd="0" destOrd="0" parTransId="{0272BAA0-E293-418B-8CB7-BCBF7D92DA3B}" sibTransId="{5BFB1068-2037-493F-A484-A25F7039D8BA}"/>
    <dgm:cxn modelId="{05FA468F-6FC3-44D1-B820-A2B22E3BD8DF}" type="presOf" srcId="{39015ED6-41D0-4554-9CAD-7105BDB878C4}" destId="{C2F78D87-5BAB-4238-BA32-642972FEF7AA}" srcOrd="0" destOrd="0" presId="urn:microsoft.com/office/officeart/2009/3/layout/IncreasingArrowsProcess"/>
    <dgm:cxn modelId="{3E34AA92-BB1E-4B6A-B2F3-5D134A67B9E8}" type="presOf" srcId="{44B57C55-2B17-4C87-A444-485482BB1579}" destId="{3377E146-BBE8-4251-922A-3A142A5DB22A}" srcOrd="0" destOrd="0" presId="urn:microsoft.com/office/officeart/2009/3/layout/IncreasingArrowsProcess"/>
    <dgm:cxn modelId="{6C82C39C-88EE-448F-A4C0-36F6F9A23AC9}" type="presOf" srcId="{7BEB3467-3C35-4A0E-A004-15FC82181F10}" destId="{A2FE8EDA-D970-4B0B-BEE7-3C260734EB3F}" srcOrd="0" destOrd="0" presId="urn:microsoft.com/office/officeart/2009/3/layout/IncreasingArrowsProcess"/>
    <dgm:cxn modelId="{062FB0AC-1D74-4DDE-841C-3D9B3F3991A3}" srcId="{2A8570DF-D6EB-4605-92EC-111A78DD04C8}" destId="{44B57C55-2B17-4C87-A444-485482BB1579}" srcOrd="1" destOrd="0" parTransId="{F287AE56-46E9-4E3A-8FC6-3EB1D2BB58A3}" sibTransId="{13DE7946-9FB2-49CB-9BF7-8401DBD6EDF4}"/>
    <dgm:cxn modelId="{0A6E8ED2-1FD6-4D46-886C-ED38DE32E94A}" srcId="{F7A46958-C503-4AAE-A847-4641297F8D89}" destId="{7BEB3467-3C35-4A0E-A004-15FC82181F10}" srcOrd="0" destOrd="0" parTransId="{05BA3D8D-35FF-4536-9334-4A8F8A93BA8F}" sibTransId="{D43588C1-6611-4485-9E73-E693916771F7}"/>
    <dgm:cxn modelId="{A955FB5D-190D-464D-AAC4-85485535903A}" type="presParOf" srcId="{7E98DD0F-2D96-4F62-B946-5235C76F447F}" destId="{094F4DF1-37BB-4ECD-9418-D07081488686}" srcOrd="0" destOrd="0" presId="urn:microsoft.com/office/officeart/2009/3/layout/IncreasingArrowsProcess"/>
    <dgm:cxn modelId="{EB8AAE4C-EB0B-49A6-AC2C-838B300104AF}" type="presParOf" srcId="{7E98DD0F-2D96-4F62-B946-5235C76F447F}" destId="{E86EC7DA-1671-4DAB-B8CD-684A0A10D28B}" srcOrd="1" destOrd="0" presId="urn:microsoft.com/office/officeart/2009/3/layout/IncreasingArrowsProcess"/>
    <dgm:cxn modelId="{2B4D0CD2-FAB0-4749-A215-6B28E53632D0}" type="presParOf" srcId="{7E98DD0F-2D96-4F62-B946-5235C76F447F}" destId="{3377E146-BBE8-4251-922A-3A142A5DB22A}" srcOrd="2" destOrd="0" presId="urn:microsoft.com/office/officeart/2009/3/layout/IncreasingArrowsProcess"/>
    <dgm:cxn modelId="{11F85046-68CC-477F-839F-D0B59DD95964}" type="presParOf" srcId="{7E98DD0F-2D96-4F62-B946-5235C76F447F}" destId="{3F0F4678-4480-4F65-812F-7188E8E3BA27}" srcOrd="3" destOrd="0" presId="urn:microsoft.com/office/officeart/2009/3/layout/IncreasingArrowsProcess"/>
    <dgm:cxn modelId="{8F9C801A-2F3B-4A9F-96E7-18C7FC53A204}" type="presParOf" srcId="{7E98DD0F-2D96-4F62-B946-5235C76F447F}" destId="{962DE86B-57FB-4E57-B9E2-1CDD9869201D}" srcOrd="4" destOrd="0" presId="urn:microsoft.com/office/officeart/2009/3/layout/IncreasingArrowsProcess"/>
    <dgm:cxn modelId="{7CBD9D99-89D7-4ACF-B05F-8F15C9A3EF59}" type="presParOf" srcId="{7E98DD0F-2D96-4F62-B946-5235C76F447F}" destId="{A2FE8EDA-D970-4B0B-BEE7-3C260734EB3F}" srcOrd="5" destOrd="0" presId="urn:microsoft.com/office/officeart/2009/3/layout/IncreasingArrowsProcess"/>
    <dgm:cxn modelId="{072321A2-A90F-4764-AE18-EC5485AFDFB7}" type="presParOf" srcId="{7E98DD0F-2D96-4F62-B946-5235C76F447F}" destId="{C0E91409-81B0-4028-907D-5327B5143ADB}" srcOrd="6" destOrd="0" presId="urn:microsoft.com/office/officeart/2009/3/layout/IncreasingArrowsProcess"/>
    <dgm:cxn modelId="{D0F7A523-68E5-4C2A-8FA7-CB55714F95FC}" type="presParOf" srcId="{7E98DD0F-2D96-4F62-B946-5235C76F447F}" destId="{2B2584B2-DDE4-43C5-AC13-F191D54BFA19}" srcOrd="7" destOrd="0" presId="urn:microsoft.com/office/officeart/2009/3/layout/IncreasingArrowsProcess"/>
    <dgm:cxn modelId="{71EC015C-B832-4515-ADA0-31294DD52490}" type="presParOf" srcId="{7E98DD0F-2D96-4F62-B946-5235C76F447F}" destId="{C2F78D87-5BAB-4238-BA32-642972FEF7AA}" srcOrd="8" destOrd="0" presId="urn:microsoft.com/office/officeart/2009/3/layout/IncreasingArrowsProcess"/>
    <dgm:cxn modelId="{80FF57AF-6FCD-4D97-9366-B300556969B6}" type="presParOf" srcId="{7E98DD0F-2D96-4F62-B946-5235C76F447F}" destId="{5E52CB30-E02C-40CD-B263-64B93A59E37F}" srcOrd="9" destOrd="0" presId="urn:microsoft.com/office/officeart/2009/3/layout/IncreasingArrows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4630D51-AF33-446F-BBFA-44FD96D55F14}"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zh-CN" altLang="en-US"/>
        </a:p>
      </dgm:t>
    </dgm:pt>
    <dgm:pt modelId="{95ED1A9E-E38D-42B2-9D0A-5BE954589F12}">
      <dgm:prSet phldrT="[文本]"/>
      <dgm:spPr/>
      <dgm:t>
        <a:bodyPr/>
        <a:lstStyle/>
        <a:p>
          <a:r>
            <a:rPr lang="en-US" altLang="zh-CN" dirty="0"/>
            <a:t>Product Backlog </a:t>
          </a:r>
          <a:r>
            <a:rPr lang="zh-CN" altLang="en-US" dirty="0"/>
            <a:t>产品待办事项 </a:t>
          </a:r>
        </a:p>
      </dgm:t>
    </dgm:pt>
    <dgm:pt modelId="{35B26F15-481E-4980-8B11-9EE0F478DD59}" type="parTrans" cxnId="{D79B505B-9D89-4968-8277-F0D430410105}">
      <dgm:prSet/>
      <dgm:spPr/>
      <dgm:t>
        <a:bodyPr/>
        <a:lstStyle/>
        <a:p>
          <a:endParaRPr lang="zh-CN" altLang="en-US"/>
        </a:p>
      </dgm:t>
    </dgm:pt>
    <dgm:pt modelId="{A94150D4-C492-46EB-B1AC-9F736396AA0D}" type="sibTrans" cxnId="{D79B505B-9D89-4968-8277-F0D430410105}">
      <dgm:prSet/>
      <dgm:spPr/>
      <dgm:t>
        <a:bodyPr/>
        <a:lstStyle/>
        <a:p>
          <a:endParaRPr lang="zh-CN" altLang="en-US"/>
        </a:p>
      </dgm:t>
    </dgm:pt>
    <dgm:pt modelId="{CFB0D99E-28ED-4902-8D61-7ACF91349FF3}">
      <dgm:prSet phldrT="[文本]"/>
      <dgm:spPr/>
      <dgm:t>
        <a:bodyPr/>
        <a:lstStyle/>
        <a:p>
          <a:r>
            <a:rPr lang="en-US" altLang="zh-CN" dirty="0"/>
            <a:t>Sprint Backlog </a:t>
          </a:r>
          <a:r>
            <a:rPr lang="zh-CN" altLang="en-US" dirty="0"/>
            <a:t>冲刺待办事项</a:t>
          </a:r>
        </a:p>
      </dgm:t>
    </dgm:pt>
    <dgm:pt modelId="{99722672-1784-4400-81B7-D0DF21E97805}" type="parTrans" cxnId="{E1AF4824-10A9-4F9E-8664-538DE83A0D90}">
      <dgm:prSet/>
      <dgm:spPr/>
      <dgm:t>
        <a:bodyPr/>
        <a:lstStyle/>
        <a:p>
          <a:endParaRPr lang="zh-CN" altLang="en-US"/>
        </a:p>
      </dgm:t>
    </dgm:pt>
    <dgm:pt modelId="{F3F17E05-AEAE-4D48-8949-759579CCD152}" type="sibTrans" cxnId="{E1AF4824-10A9-4F9E-8664-538DE83A0D90}">
      <dgm:prSet/>
      <dgm:spPr/>
      <dgm:t>
        <a:bodyPr/>
        <a:lstStyle/>
        <a:p>
          <a:endParaRPr lang="zh-CN" altLang="en-US"/>
        </a:p>
      </dgm:t>
    </dgm:pt>
    <dgm:pt modelId="{0BE932A6-6974-4FF5-9D55-B28BE60115AD}">
      <dgm:prSet phldrT="[文本]"/>
      <dgm:spPr/>
      <dgm:t>
        <a:bodyPr/>
        <a:lstStyle/>
        <a:p>
          <a:r>
            <a:rPr lang="en-US" altLang="zh-CN" dirty="0"/>
            <a:t>Increment </a:t>
          </a:r>
          <a:r>
            <a:rPr lang="zh-CN" altLang="en-US" dirty="0"/>
            <a:t>增量</a:t>
          </a:r>
        </a:p>
      </dgm:t>
    </dgm:pt>
    <dgm:pt modelId="{17D82F36-9F94-4776-98C5-AE3B3F0F3E6C}" type="parTrans" cxnId="{A392CC0F-611C-4D9E-BCC9-4711500668CE}">
      <dgm:prSet/>
      <dgm:spPr/>
      <dgm:t>
        <a:bodyPr/>
        <a:lstStyle/>
        <a:p>
          <a:endParaRPr lang="zh-CN" altLang="en-US"/>
        </a:p>
      </dgm:t>
    </dgm:pt>
    <dgm:pt modelId="{AB964673-9E14-4EF3-BC35-34F63573595B}" type="sibTrans" cxnId="{A392CC0F-611C-4D9E-BCC9-4711500668CE}">
      <dgm:prSet/>
      <dgm:spPr/>
      <dgm:t>
        <a:bodyPr/>
        <a:lstStyle/>
        <a:p>
          <a:endParaRPr lang="zh-CN" altLang="en-US"/>
        </a:p>
      </dgm:t>
    </dgm:pt>
    <dgm:pt modelId="{BF7DEF04-E53A-4D1E-B708-6263A9D0922B}" type="pres">
      <dgm:prSet presAssocID="{64630D51-AF33-446F-BBFA-44FD96D55F14}" presName="linear" presStyleCnt="0">
        <dgm:presLayoutVars>
          <dgm:dir/>
          <dgm:animLvl val="lvl"/>
          <dgm:resizeHandles val="exact"/>
        </dgm:presLayoutVars>
      </dgm:prSet>
      <dgm:spPr/>
    </dgm:pt>
    <dgm:pt modelId="{133C7E76-CA13-46C5-BA9B-7ABE7C2B1D04}" type="pres">
      <dgm:prSet presAssocID="{95ED1A9E-E38D-42B2-9D0A-5BE954589F12}" presName="parentLin" presStyleCnt="0"/>
      <dgm:spPr/>
    </dgm:pt>
    <dgm:pt modelId="{158E9AAA-CAE5-4792-A1B4-83A90D5C332B}" type="pres">
      <dgm:prSet presAssocID="{95ED1A9E-E38D-42B2-9D0A-5BE954589F12}" presName="parentLeftMargin" presStyleLbl="node1" presStyleIdx="0" presStyleCnt="3"/>
      <dgm:spPr/>
    </dgm:pt>
    <dgm:pt modelId="{DD02235A-25BF-4B29-9162-A7F92081A1E0}" type="pres">
      <dgm:prSet presAssocID="{95ED1A9E-E38D-42B2-9D0A-5BE954589F12}" presName="parentText" presStyleLbl="node1" presStyleIdx="0" presStyleCnt="3">
        <dgm:presLayoutVars>
          <dgm:chMax val="0"/>
          <dgm:bulletEnabled val="1"/>
        </dgm:presLayoutVars>
      </dgm:prSet>
      <dgm:spPr/>
    </dgm:pt>
    <dgm:pt modelId="{72CCA6E7-20A2-40F6-A12E-792EF63775BB}" type="pres">
      <dgm:prSet presAssocID="{95ED1A9E-E38D-42B2-9D0A-5BE954589F12}" presName="negativeSpace" presStyleCnt="0"/>
      <dgm:spPr/>
    </dgm:pt>
    <dgm:pt modelId="{1DA210CE-E0B8-452A-AD79-866B094362ED}" type="pres">
      <dgm:prSet presAssocID="{95ED1A9E-E38D-42B2-9D0A-5BE954589F12}" presName="childText" presStyleLbl="conFgAcc1" presStyleIdx="0" presStyleCnt="3">
        <dgm:presLayoutVars>
          <dgm:bulletEnabled val="1"/>
        </dgm:presLayoutVars>
      </dgm:prSet>
      <dgm:spPr/>
    </dgm:pt>
    <dgm:pt modelId="{A89CF975-5116-4783-8481-4F237334A9D5}" type="pres">
      <dgm:prSet presAssocID="{A94150D4-C492-46EB-B1AC-9F736396AA0D}" presName="spaceBetweenRectangles" presStyleCnt="0"/>
      <dgm:spPr/>
    </dgm:pt>
    <dgm:pt modelId="{D1ABF7A7-8BA0-42E8-AC70-1C622A0A9CA8}" type="pres">
      <dgm:prSet presAssocID="{CFB0D99E-28ED-4902-8D61-7ACF91349FF3}" presName="parentLin" presStyleCnt="0"/>
      <dgm:spPr/>
    </dgm:pt>
    <dgm:pt modelId="{5381098F-BFAA-4B00-8A31-9A99AF189B1A}" type="pres">
      <dgm:prSet presAssocID="{CFB0D99E-28ED-4902-8D61-7ACF91349FF3}" presName="parentLeftMargin" presStyleLbl="node1" presStyleIdx="0" presStyleCnt="3"/>
      <dgm:spPr/>
    </dgm:pt>
    <dgm:pt modelId="{FD40A4DF-7C4E-41CE-A7B9-B01921CDC790}" type="pres">
      <dgm:prSet presAssocID="{CFB0D99E-28ED-4902-8D61-7ACF91349FF3}" presName="parentText" presStyleLbl="node1" presStyleIdx="1" presStyleCnt="3">
        <dgm:presLayoutVars>
          <dgm:chMax val="0"/>
          <dgm:bulletEnabled val="1"/>
        </dgm:presLayoutVars>
      </dgm:prSet>
      <dgm:spPr/>
    </dgm:pt>
    <dgm:pt modelId="{ED6ED8EE-B2DC-49A8-9696-985A956FCB62}" type="pres">
      <dgm:prSet presAssocID="{CFB0D99E-28ED-4902-8D61-7ACF91349FF3}" presName="negativeSpace" presStyleCnt="0"/>
      <dgm:spPr/>
    </dgm:pt>
    <dgm:pt modelId="{F7F664A6-DE14-4ED8-B93A-D4F9738CC253}" type="pres">
      <dgm:prSet presAssocID="{CFB0D99E-28ED-4902-8D61-7ACF91349FF3}" presName="childText" presStyleLbl="conFgAcc1" presStyleIdx="1" presStyleCnt="3">
        <dgm:presLayoutVars>
          <dgm:bulletEnabled val="1"/>
        </dgm:presLayoutVars>
      </dgm:prSet>
      <dgm:spPr/>
    </dgm:pt>
    <dgm:pt modelId="{38047EAB-5916-4A4C-813C-B59708DC6726}" type="pres">
      <dgm:prSet presAssocID="{F3F17E05-AEAE-4D48-8949-759579CCD152}" presName="spaceBetweenRectangles" presStyleCnt="0"/>
      <dgm:spPr/>
    </dgm:pt>
    <dgm:pt modelId="{2F719F66-0E83-44FA-B32C-C022CB3BDAA5}" type="pres">
      <dgm:prSet presAssocID="{0BE932A6-6974-4FF5-9D55-B28BE60115AD}" presName="parentLin" presStyleCnt="0"/>
      <dgm:spPr/>
    </dgm:pt>
    <dgm:pt modelId="{0EB91F7C-FC75-4C8F-9F36-3E93C8F0ED6B}" type="pres">
      <dgm:prSet presAssocID="{0BE932A6-6974-4FF5-9D55-B28BE60115AD}" presName="parentLeftMargin" presStyleLbl="node1" presStyleIdx="1" presStyleCnt="3"/>
      <dgm:spPr/>
    </dgm:pt>
    <dgm:pt modelId="{0CC10CEA-1E00-49BD-A38F-CC6B008709AD}" type="pres">
      <dgm:prSet presAssocID="{0BE932A6-6974-4FF5-9D55-B28BE60115AD}" presName="parentText" presStyleLbl="node1" presStyleIdx="2" presStyleCnt="3">
        <dgm:presLayoutVars>
          <dgm:chMax val="0"/>
          <dgm:bulletEnabled val="1"/>
        </dgm:presLayoutVars>
      </dgm:prSet>
      <dgm:spPr/>
    </dgm:pt>
    <dgm:pt modelId="{7759B597-5578-4712-9DDF-4B04DD2D17E4}" type="pres">
      <dgm:prSet presAssocID="{0BE932A6-6974-4FF5-9D55-B28BE60115AD}" presName="negativeSpace" presStyleCnt="0"/>
      <dgm:spPr/>
    </dgm:pt>
    <dgm:pt modelId="{44DB4402-D2FD-4BD6-9786-F158A4EC5712}" type="pres">
      <dgm:prSet presAssocID="{0BE932A6-6974-4FF5-9D55-B28BE60115AD}" presName="childText" presStyleLbl="conFgAcc1" presStyleIdx="2" presStyleCnt="3">
        <dgm:presLayoutVars>
          <dgm:bulletEnabled val="1"/>
        </dgm:presLayoutVars>
      </dgm:prSet>
      <dgm:spPr/>
    </dgm:pt>
  </dgm:ptLst>
  <dgm:cxnLst>
    <dgm:cxn modelId="{A392CC0F-611C-4D9E-BCC9-4711500668CE}" srcId="{64630D51-AF33-446F-BBFA-44FD96D55F14}" destId="{0BE932A6-6974-4FF5-9D55-B28BE60115AD}" srcOrd="2" destOrd="0" parTransId="{17D82F36-9F94-4776-98C5-AE3B3F0F3E6C}" sibTransId="{AB964673-9E14-4EF3-BC35-34F63573595B}"/>
    <dgm:cxn modelId="{6D9B2516-A53A-4E3A-98A9-B70FC9DFE0DE}" type="presOf" srcId="{95ED1A9E-E38D-42B2-9D0A-5BE954589F12}" destId="{DD02235A-25BF-4B29-9162-A7F92081A1E0}" srcOrd="1" destOrd="0" presId="urn:microsoft.com/office/officeart/2005/8/layout/list1"/>
    <dgm:cxn modelId="{E1AF4824-10A9-4F9E-8664-538DE83A0D90}" srcId="{64630D51-AF33-446F-BBFA-44FD96D55F14}" destId="{CFB0D99E-28ED-4902-8D61-7ACF91349FF3}" srcOrd="1" destOrd="0" parTransId="{99722672-1784-4400-81B7-D0DF21E97805}" sibTransId="{F3F17E05-AEAE-4D48-8949-759579CCD152}"/>
    <dgm:cxn modelId="{4F30693C-97FA-4E2E-8849-FCE0E7656406}" type="presOf" srcId="{CFB0D99E-28ED-4902-8D61-7ACF91349FF3}" destId="{5381098F-BFAA-4B00-8A31-9A99AF189B1A}" srcOrd="0" destOrd="0" presId="urn:microsoft.com/office/officeart/2005/8/layout/list1"/>
    <dgm:cxn modelId="{D79B505B-9D89-4968-8277-F0D430410105}" srcId="{64630D51-AF33-446F-BBFA-44FD96D55F14}" destId="{95ED1A9E-E38D-42B2-9D0A-5BE954589F12}" srcOrd="0" destOrd="0" parTransId="{35B26F15-481E-4980-8B11-9EE0F478DD59}" sibTransId="{A94150D4-C492-46EB-B1AC-9F736396AA0D}"/>
    <dgm:cxn modelId="{2AD73E6F-AAF9-419E-A3EF-16F3DBFB3742}" type="presOf" srcId="{64630D51-AF33-446F-BBFA-44FD96D55F14}" destId="{BF7DEF04-E53A-4D1E-B708-6263A9D0922B}" srcOrd="0" destOrd="0" presId="urn:microsoft.com/office/officeart/2005/8/layout/list1"/>
    <dgm:cxn modelId="{9F3B7772-5B46-422C-9E98-62E1E6E3FFA7}" type="presOf" srcId="{0BE932A6-6974-4FF5-9D55-B28BE60115AD}" destId="{0CC10CEA-1E00-49BD-A38F-CC6B008709AD}" srcOrd="1" destOrd="0" presId="urn:microsoft.com/office/officeart/2005/8/layout/list1"/>
    <dgm:cxn modelId="{3E34D486-DEE0-4198-B40A-8C983BC6A74C}" type="presOf" srcId="{0BE932A6-6974-4FF5-9D55-B28BE60115AD}" destId="{0EB91F7C-FC75-4C8F-9F36-3E93C8F0ED6B}" srcOrd="0" destOrd="0" presId="urn:microsoft.com/office/officeart/2005/8/layout/list1"/>
    <dgm:cxn modelId="{B4CE748C-BAE0-4CAD-BDB5-4A40C7EB835D}" type="presOf" srcId="{95ED1A9E-E38D-42B2-9D0A-5BE954589F12}" destId="{158E9AAA-CAE5-4792-A1B4-83A90D5C332B}" srcOrd="0" destOrd="0" presId="urn:microsoft.com/office/officeart/2005/8/layout/list1"/>
    <dgm:cxn modelId="{496B24FD-810F-44B5-8D66-A954D811A0DE}" type="presOf" srcId="{CFB0D99E-28ED-4902-8D61-7ACF91349FF3}" destId="{FD40A4DF-7C4E-41CE-A7B9-B01921CDC790}" srcOrd="1" destOrd="0" presId="urn:microsoft.com/office/officeart/2005/8/layout/list1"/>
    <dgm:cxn modelId="{AFA20D32-C055-4AA5-92F4-5F59FD0D33CF}" type="presParOf" srcId="{BF7DEF04-E53A-4D1E-B708-6263A9D0922B}" destId="{133C7E76-CA13-46C5-BA9B-7ABE7C2B1D04}" srcOrd="0" destOrd="0" presId="urn:microsoft.com/office/officeart/2005/8/layout/list1"/>
    <dgm:cxn modelId="{926A2C36-7271-4F4B-A69B-EA097EF58824}" type="presParOf" srcId="{133C7E76-CA13-46C5-BA9B-7ABE7C2B1D04}" destId="{158E9AAA-CAE5-4792-A1B4-83A90D5C332B}" srcOrd="0" destOrd="0" presId="urn:microsoft.com/office/officeart/2005/8/layout/list1"/>
    <dgm:cxn modelId="{D8D06147-FEDF-4DEA-83B5-80BC423CC111}" type="presParOf" srcId="{133C7E76-CA13-46C5-BA9B-7ABE7C2B1D04}" destId="{DD02235A-25BF-4B29-9162-A7F92081A1E0}" srcOrd="1" destOrd="0" presId="urn:microsoft.com/office/officeart/2005/8/layout/list1"/>
    <dgm:cxn modelId="{48635821-F49C-43A6-8CFC-B1AFBB899B27}" type="presParOf" srcId="{BF7DEF04-E53A-4D1E-B708-6263A9D0922B}" destId="{72CCA6E7-20A2-40F6-A12E-792EF63775BB}" srcOrd="1" destOrd="0" presId="urn:microsoft.com/office/officeart/2005/8/layout/list1"/>
    <dgm:cxn modelId="{485F3352-A239-47C3-844D-4794C06F2297}" type="presParOf" srcId="{BF7DEF04-E53A-4D1E-B708-6263A9D0922B}" destId="{1DA210CE-E0B8-452A-AD79-866B094362ED}" srcOrd="2" destOrd="0" presId="urn:microsoft.com/office/officeart/2005/8/layout/list1"/>
    <dgm:cxn modelId="{BD10CFB5-A4D6-4CDF-9717-7CE1E8AF1987}" type="presParOf" srcId="{BF7DEF04-E53A-4D1E-B708-6263A9D0922B}" destId="{A89CF975-5116-4783-8481-4F237334A9D5}" srcOrd="3" destOrd="0" presId="urn:microsoft.com/office/officeart/2005/8/layout/list1"/>
    <dgm:cxn modelId="{975A22F9-F3C9-4272-AF55-B11782E937C2}" type="presParOf" srcId="{BF7DEF04-E53A-4D1E-B708-6263A9D0922B}" destId="{D1ABF7A7-8BA0-42E8-AC70-1C622A0A9CA8}" srcOrd="4" destOrd="0" presId="urn:microsoft.com/office/officeart/2005/8/layout/list1"/>
    <dgm:cxn modelId="{9083D8F1-540D-4755-8C89-E5D35112C269}" type="presParOf" srcId="{D1ABF7A7-8BA0-42E8-AC70-1C622A0A9CA8}" destId="{5381098F-BFAA-4B00-8A31-9A99AF189B1A}" srcOrd="0" destOrd="0" presId="urn:microsoft.com/office/officeart/2005/8/layout/list1"/>
    <dgm:cxn modelId="{378A66BB-409D-4C25-AC4D-AC06894ED348}" type="presParOf" srcId="{D1ABF7A7-8BA0-42E8-AC70-1C622A0A9CA8}" destId="{FD40A4DF-7C4E-41CE-A7B9-B01921CDC790}" srcOrd="1" destOrd="0" presId="urn:microsoft.com/office/officeart/2005/8/layout/list1"/>
    <dgm:cxn modelId="{7063B6DA-FB36-450F-B4DD-54A1D0225FFB}" type="presParOf" srcId="{BF7DEF04-E53A-4D1E-B708-6263A9D0922B}" destId="{ED6ED8EE-B2DC-49A8-9696-985A956FCB62}" srcOrd="5" destOrd="0" presId="urn:microsoft.com/office/officeart/2005/8/layout/list1"/>
    <dgm:cxn modelId="{AC87EC03-8921-43CC-8DD1-2833102E46D2}" type="presParOf" srcId="{BF7DEF04-E53A-4D1E-B708-6263A9D0922B}" destId="{F7F664A6-DE14-4ED8-B93A-D4F9738CC253}" srcOrd="6" destOrd="0" presId="urn:microsoft.com/office/officeart/2005/8/layout/list1"/>
    <dgm:cxn modelId="{5D181AF2-715C-4B1A-887A-FACA3F308380}" type="presParOf" srcId="{BF7DEF04-E53A-4D1E-B708-6263A9D0922B}" destId="{38047EAB-5916-4A4C-813C-B59708DC6726}" srcOrd="7" destOrd="0" presId="urn:microsoft.com/office/officeart/2005/8/layout/list1"/>
    <dgm:cxn modelId="{53B53813-268D-4382-ACB8-7E56E84E9442}" type="presParOf" srcId="{BF7DEF04-E53A-4D1E-B708-6263A9D0922B}" destId="{2F719F66-0E83-44FA-B32C-C022CB3BDAA5}" srcOrd="8" destOrd="0" presId="urn:microsoft.com/office/officeart/2005/8/layout/list1"/>
    <dgm:cxn modelId="{263096C2-0BEE-413E-A365-E3F02543B7D8}" type="presParOf" srcId="{2F719F66-0E83-44FA-B32C-C022CB3BDAA5}" destId="{0EB91F7C-FC75-4C8F-9F36-3E93C8F0ED6B}" srcOrd="0" destOrd="0" presId="urn:microsoft.com/office/officeart/2005/8/layout/list1"/>
    <dgm:cxn modelId="{313F1B2B-58DC-4D2D-9052-789D118263EE}" type="presParOf" srcId="{2F719F66-0E83-44FA-B32C-C022CB3BDAA5}" destId="{0CC10CEA-1E00-49BD-A38F-CC6B008709AD}" srcOrd="1" destOrd="0" presId="urn:microsoft.com/office/officeart/2005/8/layout/list1"/>
    <dgm:cxn modelId="{9172D2DA-F153-4E4A-814F-2851227F641E}" type="presParOf" srcId="{BF7DEF04-E53A-4D1E-B708-6263A9D0922B}" destId="{7759B597-5578-4712-9DDF-4B04DD2D17E4}" srcOrd="9" destOrd="0" presId="urn:microsoft.com/office/officeart/2005/8/layout/list1"/>
    <dgm:cxn modelId="{09177B8A-B8D1-4D3C-BCBC-D6703F20D2A2}" type="presParOf" srcId="{BF7DEF04-E53A-4D1E-B708-6263A9D0922B}" destId="{44DB4402-D2FD-4BD6-9786-F158A4EC5712}"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3718C7F-952B-43D8-B236-C1CA17DC4DEA}" type="doc">
      <dgm:prSet loTypeId="urn:microsoft.com/office/officeart/2008/layout/RadialCluster" loCatId="cycle" qsTypeId="urn:microsoft.com/office/officeart/2005/8/quickstyle/simple1" qsCatId="simple" csTypeId="urn:microsoft.com/office/officeart/2005/8/colors/colorful5" csCatId="colorful" phldr="1"/>
      <dgm:spPr/>
      <dgm:t>
        <a:bodyPr/>
        <a:lstStyle/>
        <a:p>
          <a:endParaRPr lang="zh-CN" altLang="en-US"/>
        </a:p>
      </dgm:t>
    </dgm:pt>
    <dgm:pt modelId="{6FC8360C-7E51-4DAB-89B2-04BC7ADAC253}">
      <dgm:prSet phldrT="[文本]"/>
      <dgm:spPr>
        <a:solidFill>
          <a:schemeClr val="accent2"/>
        </a:solidFill>
      </dgm:spPr>
      <dgm:t>
        <a:bodyPr/>
        <a:lstStyle/>
        <a:p>
          <a:r>
            <a:rPr lang="zh-CN" altLang="en-US" dirty="0"/>
            <a:t>三要素</a:t>
          </a:r>
        </a:p>
      </dgm:t>
    </dgm:pt>
    <dgm:pt modelId="{DC36D7DE-CEAA-402F-B6D4-7528890B4F16}" type="parTrans" cxnId="{E151F5F8-988E-4631-A6D4-D653EB71213B}">
      <dgm:prSet/>
      <dgm:spPr/>
      <dgm:t>
        <a:bodyPr/>
        <a:lstStyle/>
        <a:p>
          <a:endParaRPr lang="zh-CN" altLang="en-US"/>
        </a:p>
      </dgm:t>
    </dgm:pt>
    <dgm:pt modelId="{05E96745-9085-415A-8CDD-7F1561D7DC43}" type="sibTrans" cxnId="{E151F5F8-988E-4631-A6D4-D653EB71213B}">
      <dgm:prSet/>
      <dgm:spPr/>
      <dgm:t>
        <a:bodyPr/>
        <a:lstStyle/>
        <a:p>
          <a:endParaRPr lang="zh-CN" altLang="en-US"/>
        </a:p>
      </dgm:t>
    </dgm:pt>
    <dgm:pt modelId="{827350E3-7C6A-4FB3-A7A5-6C2E4715A8E4}">
      <dgm:prSet phldrT="[文本]"/>
      <dgm:spPr/>
      <dgm:t>
        <a:bodyPr/>
        <a:lstStyle/>
        <a:p>
          <a:r>
            <a:rPr lang="zh-CN" altLang="en-US" dirty="0"/>
            <a:t>风险事件</a:t>
          </a:r>
        </a:p>
      </dgm:t>
    </dgm:pt>
    <dgm:pt modelId="{4138DF3B-EF2F-4337-9C4E-6928ED341584}" type="parTrans" cxnId="{9DAEBF8C-5F3C-41A9-8D83-8BBBE6CE299B}">
      <dgm:prSet/>
      <dgm:spPr/>
      <dgm:t>
        <a:bodyPr/>
        <a:lstStyle/>
        <a:p>
          <a:endParaRPr lang="zh-CN" altLang="en-US"/>
        </a:p>
      </dgm:t>
    </dgm:pt>
    <dgm:pt modelId="{EEEF473E-5984-4FA3-9523-1B08AB1ABE18}" type="sibTrans" cxnId="{9DAEBF8C-5F3C-41A9-8D83-8BBBE6CE299B}">
      <dgm:prSet/>
      <dgm:spPr/>
      <dgm:t>
        <a:bodyPr/>
        <a:lstStyle/>
        <a:p>
          <a:endParaRPr lang="zh-CN" altLang="en-US"/>
        </a:p>
      </dgm:t>
    </dgm:pt>
    <dgm:pt modelId="{BEA91E73-DE4B-4FF0-AE83-04F204EFE305}">
      <dgm:prSet phldrT="[文本]"/>
      <dgm:spPr/>
      <dgm:t>
        <a:bodyPr/>
        <a:lstStyle/>
        <a:p>
          <a:r>
            <a:rPr lang="zh-CN" altLang="en-US"/>
            <a:t>事件影响</a:t>
          </a:r>
          <a:endParaRPr lang="zh-CN" altLang="en-US" dirty="0"/>
        </a:p>
      </dgm:t>
    </dgm:pt>
    <dgm:pt modelId="{E73A7361-8B1B-4816-8D90-E3F68E536BE4}" type="parTrans" cxnId="{001F7EB0-905B-468B-8BBF-15804CD346E0}">
      <dgm:prSet/>
      <dgm:spPr/>
      <dgm:t>
        <a:bodyPr/>
        <a:lstStyle/>
        <a:p>
          <a:endParaRPr lang="zh-CN" altLang="en-US"/>
        </a:p>
      </dgm:t>
    </dgm:pt>
    <dgm:pt modelId="{DDA6C6FC-36C0-49E4-8DED-FB1BBC0B8394}" type="sibTrans" cxnId="{001F7EB0-905B-468B-8BBF-15804CD346E0}">
      <dgm:prSet/>
      <dgm:spPr/>
      <dgm:t>
        <a:bodyPr/>
        <a:lstStyle/>
        <a:p>
          <a:endParaRPr lang="zh-CN" altLang="en-US"/>
        </a:p>
      </dgm:t>
    </dgm:pt>
    <dgm:pt modelId="{DBBFE259-F8F9-4A3E-8807-4287E2AE625F}">
      <dgm:prSet phldrT="[文本]"/>
      <dgm:spPr/>
      <dgm:t>
        <a:bodyPr/>
        <a:lstStyle/>
        <a:p>
          <a:r>
            <a:rPr lang="zh-CN" altLang="en-US"/>
            <a:t>事件概率</a:t>
          </a:r>
          <a:endParaRPr lang="zh-CN" altLang="en-US" dirty="0"/>
        </a:p>
      </dgm:t>
    </dgm:pt>
    <dgm:pt modelId="{B25AF6E7-C6B6-478C-9979-6098E52ACFBE}" type="parTrans" cxnId="{0FC09938-8AA1-4A84-B7FA-4BFD2507C5F6}">
      <dgm:prSet/>
      <dgm:spPr/>
      <dgm:t>
        <a:bodyPr/>
        <a:lstStyle/>
        <a:p>
          <a:endParaRPr lang="zh-CN" altLang="en-US"/>
        </a:p>
      </dgm:t>
    </dgm:pt>
    <dgm:pt modelId="{8CEAD9E3-C60E-47A7-9033-D3328C0046D6}" type="sibTrans" cxnId="{0FC09938-8AA1-4A84-B7FA-4BFD2507C5F6}">
      <dgm:prSet/>
      <dgm:spPr/>
      <dgm:t>
        <a:bodyPr/>
        <a:lstStyle/>
        <a:p>
          <a:endParaRPr lang="zh-CN" altLang="en-US"/>
        </a:p>
      </dgm:t>
    </dgm:pt>
    <dgm:pt modelId="{007DD5EE-625A-45A9-A4C8-677BE6F5DE40}" type="pres">
      <dgm:prSet presAssocID="{63718C7F-952B-43D8-B236-C1CA17DC4DEA}" presName="Name0" presStyleCnt="0">
        <dgm:presLayoutVars>
          <dgm:chMax val="1"/>
          <dgm:chPref val="1"/>
          <dgm:dir/>
          <dgm:animOne val="branch"/>
          <dgm:animLvl val="lvl"/>
        </dgm:presLayoutVars>
      </dgm:prSet>
      <dgm:spPr/>
    </dgm:pt>
    <dgm:pt modelId="{41B71BF1-B249-465F-B120-9885501DEA83}" type="pres">
      <dgm:prSet presAssocID="{6FC8360C-7E51-4DAB-89B2-04BC7ADAC253}" presName="singleCycle" presStyleCnt="0"/>
      <dgm:spPr/>
    </dgm:pt>
    <dgm:pt modelId="{56A9159D-38C1-4756-A832-CEDDEB14E691}" type="pres">
      <dgm:prSet presAssocID="{6FC8360C-7E51-4DAB-89B2-04BC7ADAC253}" presName="singleCenter" presStyleLbl="node1" presStyleIdx="0" presStyleCnt="4" custScaleX="114017">
        <dgm:presLayoutVars>
          <dgm:chMax val="7"/>
          <dgm:chPref val="7"/>
        </dgm:presLayoutVars>
      </dgm:prSet>
      <dgm:spPr/>
    </dgm:pt>
    <dgm:pt modelId="{E036DDC7-86A9-4942-86FB-0BD5462B5B84}" type="pres">
      <dgm:prSet presAssocID="{4138DF3B-EF2F-4337-9C4E-6928ED341584}" presName="Name56" presStyleLbl="parChTrans1D2" presStyleIdx="0" presStyleCnt="3"/>
      <dgm:spPr/>
    </dgm:pt>
    <dgm:pt modelId="{4AADCF43-3232-40F4-97EF-08E0483DDA09}" type="pres">
      <dgm:prSet presAssocID="{827350E3-7C6A-4FB3-A7A5-6C2E4715A8E4}" presName="text0" presStyleLbl="node1" presStyleIdx="1" presStyleCnt="4" custScaleX="190063">
        <dgm:presLayoutVars>
          <dgm:bulletEnabled val="1"/>
        </dgm:presLayoutVars>
      </dgm:prSet>
      <dgm:spPr/>
    </dgm:pt>
    <dgm:pt modelId="{67336EBA-D51C-4A59-8645-56330AC30058}" type="pres">
      <dgm:prSet presAssocID="{E73A7361-8B1B-4816-8D90-E3F68E536BE4}" presName="Name56" presStyleLbl="parChTrans1D2" presStyleIdx="1" presStyleCnt="3"/>
      <dgm:spPr/>
    </dgm:pt>
    <dgm:pt modelId="{CF0164DC-E322-40FD-9B12-21763D0605E5}" type="pres">
      <dgm:prSet presAssocID="{BEA91E73-DE4B-4FF0-AE83-04F204EFE305}" presName="text0" presStyleLbl="node1" presStyleIdx="2" presStyleCnt="4" custScaleX="166067">
        <dgm:presLayoutVars>
          <dgm:bulletEnabled val="1"/>
        </dgm:presLayoutVars>
      </dgm:prSet>
      <dgm:spPr/>
    </dgm:pt>
    <dgm:pt modelId="{29F38271-CCB7-4FD1-AC5B-FE0118D83BDF}" type="pres">
      <dgm:prSet presAssocID="{B25AF6E7-C6B6-478C-9979-6098E52ACFBE}" presName="Name56" presStyleLbl="parChTrans1D2" presStyleIdx="2" presStyleCnt="3"/>
      <dgm:spPr/>
    </dgm:pt>
    <dgm:pt modelId="{CF146E54-6BB3-4FBC-8ADD-0B6ECF04AED9}" type="pres">
      <dgm:prSet presAssocID="{DBBFE259-F8F9-4A3E-8807-4287E2AE625F}" presName="text0" presStyleLbl="node1" presStyleIdx="3" presStyleCnt="4" custScaleX="165646">
        <dgm:presLayoutVars>
          <dgm:bulletEnabled val="1"/>
        </dgm:presLayoutVars>
      </dgm:prSet>
      <dgm:spPr/>
    </dgm:pt>
  </dgm:ptLst>
  <dgm:cxnLst>
    <dgm:cxn modelId="{0FC09938-8AA1-4A84-B7FA-4BFD2507C5F6}" srcId="{6FC8360C-7E51-4DAB-89B2-04BC7ADAC253}" destId="{DBBFE259-F8F9-4A3E-8807-4287E2AE625F}" srcOrd="2" destOrd="0" parTransId="{B25AF6E7-C6B6-478C-9979-6098E52ACFBE}" sibTransId="{8CEAD9E3-C60E-47A7-9033-D3328C0046D6}"/>
    <dgm:cxn modelId="{9FA2DD42-DF0E-4359-9342-71DC3BDCAEF9}" type="presOf" srcId="{B25AF6E7-C6B6-478C-9979-6098E52ACFBE}" destId="{29F38271-CCB7-4FD1-AC5B-FE0118D83BDF}" srcOrd="0" destOrd="0" presId="urn:microsoft.com/office/officeart/2008/layout/RadialCluster"/>
    <dgm:cxn modelId="{86FE334D-5C4A-4D79-8C1B-34D06224251A}" type="presOf" srcId="{6FC8360C-7E51-4DAB-89B2-04BC7ADAC253}" destId="{56A9159D-38C1-4756-A832-CEDDEB14E691}" srcOrd="0" destOrd="0" presId="urn:microsoft.com/office/officeart/2008/layout/RadialCluster"/>
    <dgm:cxn modelId="{9DAEBF8C-5F3C-41A9-8D83-8BBBE6CE299B}" srcId="{6FC8360C-7E51-4DAB-89B2-04BC7ADAC253}" destId="{827350E3-7C6A-4FB3-A7A5-6C2E4715A8E4}" srcOrd="0" destOrd="0" parTransId="{4138DF3B-EF2F-4337-9C4E-6928ED341584}" sibTransId="{EEEF473E-5984-4FA3-9523-1B08AB1ABE18}"/>
    <dgm:cxn modelId="{36B18EAE-A424-4777-81A5-8D1A7C9CD4C4}" type="presOf" srcId="{DBBFE259-F8F9-4A3E-8807-4287E2AE625F}" destId="{CF146E54-6BB3-4FBC-8ADD-0B6ECF04AED9}" srcOrd="0" destOrd="0" presId="urn:microsoft.com/office/officeart/2008/layout/RadialCluster"/>
    <dgm:cxn modelId="{001F7EB0-905B-468B-8BBF-15804CD346E0}" srcId="{6FC8360C-7E51-4DAB-89B2-04BC7ADAC253}" destId="{BEA91E73-DE4B-4FF0-AE83-04F204EFE305}" srcOrd="1" destOrd="0" parTransId="{E73A7361-8B1B-4816-8D90-E3F68E536BE4}" sibTransId="{DDA6C6FC-36C0-49E4-8DED-FB1BBC0B8394}"/>
    <dgm:cxn modelId="{F77779C8-FA55-403E-A037-259AFAA354C8}" type="presOf" srcId="{827350E3-7C6A-4FB3-A7A5-6C2E4715A8E4}" destId="{4AADCF43-3232-40F4-97EF-08E0483DDA09}" srcOrd="0" destOrd="0" presId="urn:microsoft.com/office/officeart/2008/layout/RadialCluster"/>
    <dgm:cxn modelId="{7BA9D4CC-DAF2-4F07-8483-AAEA2CEE4468}" type="presOf" srcId="{63718C7F-952B-43D8-B236-C1CA17DC4DEA}" destId="{007DD5EE-625A-45A9-A4C8-677BE6F5DE40}" srcOrd="0" destOrd="0" presId="urn:microsoft.com/office/officeart/2008/layout/RadialCluster"/>
    <dgm:cxn modelId="{2F94B1D3-3ECA-48A1-B885-B0C81B617DF5}" type="presOf" srcId="{4138DF3B-EF2F-4337-9C4E-6928ED341584}" destId="{E036DDC7-86A9-4942-86FB-0BD5462B5B84}" srcOrd="0" destOrd="0" presId="urn:microsoft.com/office/officeart/2008/layout/RadialCluster"/>
    <dgm:cxn modelId="{D7F705DE-B19C-420C-927E-462161A7C7C0}" type="presOf" srcId="{E73A7361-8B1B-4816-8D90-E3F68E536BE4}" destId="{67336EBA-D51C-4A59-8645-56330AC30058}" srcOrd="0" destOrd="0" presId="urn:microsoft.com/office/officeart/2008/layout/RadialCluster"/>
    <dgm:cxn modelId="{C04DF1F4-55A5-4E7B-9AB3-82165F54EE90}" type="presOf" srcId="{BEA91E73-DE4B-4FF0-AE83-04F204EFE305}" destId="{CF0164DC-E322-40FD-9B12-21763D0605E5}" srcOrd="0" destOrd="0" presId="urn:microsoft.com/office/officeart/2008/layout/RadialCluster"/>
    <dgm:cxn modelId="{E151F5F8-988E-4631-A6D4-D653EB71213B}" srcId="{63718C7F-952B-43D8-B236-C1CA17DC4DEA}" destId="{6FC8360C-7E51-4DAB-89B2-04BC7ADAC253}" srcOrd="0" destOrd="0" parTransId="{DC36D7DE-CEAA-402F-B6D4-7528890B4F16}" sibTransId="{05E96745-9085-415A-8CDD-7F1561D7DC43}"/>
    <dgm:cxn modelId="{7DFE56A7-0CC5-4E3F-81D0-AA73D29BD910}" type="presParOf" srcId="{007DD5EE-625A-45A9-A4C8-677BE6F5DE40}" destId="{41B71BF1-B249-465F-B120-9885501DEA83}" srcOrd="0" destOrd="0" presId="urn:microsoft.com/office/officeart/2008/layout/RadialCluster"/>
    <dgm:cxn modelId="{58D08A0B-92CC-41DE-803F-C59DEE8BABE2}" type="presParOf" srcId="{41B71BF1-B249-465F-B120-9885501DEA83}" destId="{56A9159D-38C1-4756-A832-CEDDEB14E691}" srcOrd="0" destOrd="0" presId="urn:microsoft.com/office/officeart/2008/layout/RadialCluster"/>
    <dgm:cxn modelId="{32EE635C-174F-4BCC-A98C-5724A1511D5C}" type="presParOf" srcId="{41B71BF1-B249-465F-B120-9885501DEA83}" destId="{E036DDC7-86A9-4942-86FB-0BD5462B5B84}" srcOrd="1" destOrd="0" presId="urn:microsoft.com/office/officeart/2008/layout/RadialCluster"/>
    <dgm:cxn modelId="{AB058D19-E31F-456E-BBDD-B5985D782157}" type="presParOf" srcId="{41B71BF1-B249-465F-B120-9885501DEA83}" destId="{4AADCF43-3232-40F4-97EF-08E0483DDA09}" srcOrd="2" destOrd="0" presId="urn:microsoft.com/office/officeart/2008/layout/RadialCluster"/>
    <dgm:cxn modelId="{80B0139C-A025-4D2B-88FE-36C6E2284339}" type="presParOf" srcId="{41B71BF1-B249-465F-B120-9885501DEA83}" destId="{67336EBA-D51C-4A59-8645-56330AC30058}" srcOrd="3" destOrd="0" presId="urn:microsoft.com/office/officeart/2008/layout/RadialCluster"/>
    <dgm:cxn modelId="{512D6268-4594-452C-9A00-9CC0CA78FE59}" type="presParOf" srcId="{41B71BF1-B249-465F-B120-9885501DEA83}" destId="{CF0164DC-E322-40FD-9B12-21763D0605E5}" srcOrd="4" destOrd="0" presId="urn:microsoft.com/office/officeart/2008/layout/RadialCluster"/>
    <dgm:cxn modelId="{C3C25C35-F89D-44C8-BDBB-4639F8278519}" type="presParOf" srcId="{41B71BF1-B249-465F-B120-9885501DEA83}" destId="{29F38271-CCB7-4FD1-AC5B-FE0118D83BDF}" srcOrd="5" destOrd="0" presId="urn:microsoft.com/office/officeart/2008/layout/RadialCluster"/>
    <dgm:cxn modelId="{69C69CAD-BB54-4892-ABF3-9D0CD31A7F07}" type="presParOf" srcId="{41B71BF1-B249-465F-B120-9885501DEA83}" destId="{CF146E54-6BB3-4FBC-8ADD-0B6ECF04AED9}" srcOrd="6" destOrd="0" presId="urn:microsoft.com/office/officeart/2008/layout/RadialCluster"/>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BAACCFAB-3586-4C89-82F5-30CA64F870D8}" type="doc">
      <dgm:prSet loTypeId="urn:microsoft.com/office/officeart/2005/8/layout/hList6" loCatId="list" qsTypeId="urn:microsoft.com/office/officeart/2005/8/quickstyle/simple1" qsCatId="simple" csTypeId="urn:microsoft.com/office/officeart/2005/8/colors/colorful5" csCatId="colorful" phldr="1"/>
      <dgm:spPr/>
      <dgm:t>
        <a:bodyPr/>
        <a:lstStyle/>
        <a:p>
          <a:endParaRPr lang="zh-CN" altLang="en-US"/>
        </a:p>
      </dgm:t>
    </dgm:pt>
    <dgm:pt modelId="{8A8A65F4-3297-48D4-BA56-5E009D932CE9}">
      <dgm:prSet phldrT="[Text]" custT="1"/>
      <dgm:spPr>
        <a:ln>
          <a:solidFill>
            <a:schemeClr val="bg1"/>
          </a:solidFill>
        </a:ln>
        <a:effectLst>
          <a:outerShdw blurRad="50800" dist="38100" dir="2700000" algn="tl" rotWithShape="0">
            <a:prstClr val="black">
              <a:alpha val="40000"/>
            </a:prstClr>
          </a:outerShdw>
        </a:effectLst>
      </dgm:spPr>
      <dgm:t>
        <a:bodyPr/>
        <a:lstStyle/>
        <a:p>
          <a:r>
            <a:rPr lang="zh-CN" altLang="en-US" sz="2000" baseline="0" dirty="0">
              <a:latin typeface="Montserrat" panose="00000500000000000000" pitchFamily="2" charset="0"/>
              <a:ea typeface="微软雅黑 Light" panose="020B0502040204020203" pitchFamily="34" charset="-122"/>
            </a:rPr>
            <a:t>成本补偿合同</a:t>
          </a:r>
        </a:p>
      </dgm:t>
    </dgm:pt>
    <dgm:pt modelId="{334A39A2-FF71-4BDD-9616-86C39CE7B69C}" type="parTrans" cxnId="{EA1E26A0-B55A-483C-93D6-CE65C1AE0420}">
      <dgm:prSet/>
      <dgm:spPr/>
      <dgm:t>
        <a:bodyPr/>
        <a:lstStyle/>
        <a:p>
          <a:endParaRPr lang="zh-CN" altLang="en-US" sz="2000" baseline="0">
            <a:latin typeface="Montserrat" panose="00000500000000000000" pitchFamily="2" charset="0"/>
            <a:ea typeface="微软雅黑 Light" panose="020B0502040204020203" pitchFamily="34" charset="-122"/>
          </a:endParaRPr>
        </a:p>
      </dgm:t>
    </dgm:pt>
    <dgm:pt modelId="{03D3FB13-FD44-4B83-8171-008A3801D643}" type="sibTrans" cxnId="{EA1E26A0-B55A-483C-93D6-CE65C1AE0420}">
      <dgm:prSet/>
      <dgm:spPr>
        <a:ln>
          <a:solidFill>
            <a:schemeClr val="bg1">
              <a:lumMod val="65000"/>
            </a:schemeClr>
          </a:solidFill>
        </a:ln>
      </dgm:spPr>
      <dgm:t>
        <a:bodyPr/>
        <a:lstStyle/>
        <a:p>
          <a:endParaRPr lang="zh-CN" altLang="en-US" sz="2000" baseline="0">
            <a:latin typeface="Montserrat" panose="00000500000000000000" pitchFamily="2" charset="0"/>
            <a:ea typeface="微软雅黑 Light" panose="020B0502040204020203" pitchFamily="34" charset="-122"/>
          </a:endParaRPr>
        </a:p>
      </dgm:t>
    </dgm:pt>
    <dgm:pt modelId="{CB5B879A-6E15-4F22-99E7-D93FB8BE0F74}">
      <dgm:prSet phldrT="[Text]" custT="1"/>
      <dgm:spPr>
        <a:solidFill>
          <a:schemeClr val="accent2"/>
        </a:solidFill>
        <a:ln>
          <a:solidFill>
            <a:schemeClr val="bg1"/>
          </a:solidFill>
        </a:ln>
        <a:effectLst>
          <a:outerShdw blurRad="50800" dist="38100" dir="2700000" algn="tl" rotWithShape="0">
            <a:prstClr val="black">
              <a:alpha val="40000"/>
            </a:prstClr>
          </a:outerShdw>
        </a:effectLst>
      </dgm:spPr>
      <dgm:t>
        <a:bodyPr/>
        <a:lstStyle/>
        <a:p>
          <a:r>
            <a:rPr lang="zh-CN" altLang="en-US" sz="2000" baseline="0" dirty="0">
              <a:latin typeface="Montserrat" panose="00000500000000000000" pitchFamily="2" charset="0"/>
              <a:ea typeface="微软雅黑 Light" panose="020B0502040204020203" pitchFamily="34" charset="-122"/>
            </a:rPr>
            <a:t>总价合同</a:t>
          </a:r>
        </a:p>
      </dgm:t>
    </dgm:pt>
    <dgm:pt modelId="{72249B3D-5D25-4798-9643-B2BBCF2D115B}" type="parTrans" cxnId="{48EDB646-ACA0-4910-83EE-0F3C067EEFDA}">
      <dgm:prSet/>
      <dgm:spPr/>
      <dgm:t>
        <a:bodyPr/>
        <a:lstStyle/>
        <a:p>
          <a:endParaRPr lang="zh-CN" altLang="en-US" sz="2000" baseline="0">
            <a:latin typeface="Montserrat" panose="00000500000000000000" pitchFamily="2" charset="0"/>
            <a:ea typeface="微软雅黑 Light" panose="020B0502040204020203" pitchFamily="34" charset="-122"/>
          </a:endParaRPr>
        </a:p>
      </dgm:t>
    </dgm:pt>
    <dgm:pt modelId="{6CDD844A-482E-4808-9DDF-DA99A5C417F5}" type="sibTrans" cxnId="{48EDB646-ACA0-4910-83EE-0F3C067EEFDA}">
      <dgm:prSet/>
      <dgm:spPr/>
      <dgm:t>
        <a:bodyPr/>
        <a:lstStyle/>
        <a:p>
          <a:endParaRPr lang="zh-CN" altLang="en-US" sz="2000" baseline="0">
            <a:latin typeface="Montserrat" panose="00000500000000000000" pitchFamily="2" charset="0"/>
            <a:ea typeface="微软雅黑 Light" panose="020B0502040204020203" pitchFamily="34" charset="-122"/>
          </a:endParaRPr>
        </a:p>
      </dgm:t>
    </dgm:pt>
    <dgm:pt modelId="{446430FD-F2F4-476B-98F5-9A925A78FC3A}">
      <dgm:prSet phldrT="[Text]" custT="1"/>
      <dgm:spPr>
        <a:ln>
          <a:solidFill>
            <a:schemeClr val="bg1"/>
          </a:solidFill>
        </a:ln>
        <a:effectLst>
          <a:outerShdw blurRad="50800" dist="38100" dir="2700000" algn="tl" rotWithShape="0">
            <a:prstClr val="black">
              <a:alpha val="40000"/>
            </a:prstClr>
          </a:outerShdw>
        </a:effectLst>
      </dgm:spPr>
      <dgm:t>
        <a:bodyPr/>
        <a:lstStyle/>
        <a:p>
          <a:r>
            <a:rPr lang="zh-CN" sz="2000" baseline="0" dirty="0">
              <a:latin typeface="Montserrat" panose="00000500000000000000" pitchFamily="2" charset="0"/>
              <a:ea typeface="微软雅黑 Light" panose="020B0502040204020203" pitchFamily="34" charset="-122"/>
            </a:rPr>
            <a:t>工料合同</a:t>
          </a:r>
          <a:r>
            <a:rPr lang="en-US" sz="2000" baseline="0" dirty="0">
              <a:latin typeface="Montserrat" panose="00000500000000000000" pitchFamily="2" charset="0"/>
              <a:ea typeface="微软雅黑 Light" panose="020B0502040204020203" pitchFamily="34" charset="-122"/>
            </a:rPr>
            <a:t> (T&amp;M)</a:t>
          </a:r>
          <a:endParaRPr lang="zh-CN" altLang="en-US" sz="2000" baseline="0" dirty="0">
            <a:latin typeface="Montserrat" panose="00000500000000000000" pitchFamily="2" charset="0"/>
            <a:ea typeface="微软雅黑 Light" panose="020B0502040204020203" pitchFamily="34" charset="-122"/>
          </a:endParaRPr>
        </a:p>
      </dgm:t>
    </dgm:pt>
    <dgm:pt modelId="{02E8D32E-D7F0-4144-AD3E-2C1C18F83F1A}" type="parTrans" cxnId="{31AF39F6-3C31-4C06-8BE6-D647A8EC59D0}">
      <dgm:prSet/>
      <dgm:spPr/>
      <dgm:t>
        <a:bodyPr/>
        <a:lstStyle/>
        <a:p>
          <a:endParaRPr lang="zh-CN" altLang="en-US" sz="2000" baseline="0">
            <a:latin typeface="Montserrat" panose="00000500000000000000" pitchFamily="2" charset="0"/>
            <a:ea typeface="微软雅黑 Light" panose="020B0502040204020203" pitchFamily="34" charset="-122"/>
          </a:endParaRPr>
        </a:p>
      </dgm:t>
    </dgm:pt>
    <dgm:pt modelId="{7D0852B4-8680-47AF-BD9B-F9EB79E56F9F}" type="sibTrans" cxnId="{31AF39F6-3C31-4C06-8BE6-D647A8EC59D0}">
      <dgm:prSet/>
      <dgm:spPr/>
      <dgm:t>
        <a:bodyPr/>
        <a:lstStyle/>
        <a:p>
          <a:endParaRPr lang="zh-CN" altLang="en-US" sz="2000" baseline="0">
            <a:latin typeface="Montserrat" panose="00000500000000000000" pitchFamily="2" charset="0"/>
            <a:ea typeface="微软雅黑 Light" panose="020B0502040204020203" pitchFamily="34" charset="-122"/>
          </a:endParaRPr>
        </a:p>
      </dgm:t>
    </dgm:pt>
    <dgm:pt modelId="{4A310EC1-FE5F-4F20-9E01-29ACD37F6A17}" type="pres">
      <dgm:prSet presAssocID="{BAACCFAB-3586-4C89-82F5-30CA64F870D8}" presName="Name0" presStyleCnt="0">
        <dgm:presLayoutVars>
          <dgm:dir/>
          <dgm:resizeHandles val="exact"/>
        </dgm:presLayoutVars>
      </dgm:prSet>
      <dgm:spPr/>
    </dgm:pt>
    <dgm:pt modelId="{AA1DEA56-CC33-43BE-8735-4441E7C69179}" type="pres">
      <dgm:prSet presAssocID="{8A8A65F4-3297-48D4-BA56-5E009D932CE9}" presName="node" presStyleLbl="node1" presStyleIdx="0" presStyleCnt="3">
        <dgm:presLayoutVars>
          <dgm:bulletEnabled val="1"/>
        </dgm:presLayoutVars>
      </dgm:prSet>
      <dgm:spPr/>
    </dgm:pt>
    <dgm:pt modelId="{C1C59A16-AED7-4FAB-8FAC-6F8EC110EF93}" type="pres">
      <dgm:prSet presAssocID="{03D3FB13-FD44-4B83-8171-008A3801D643}" presName="sibTrans" presStyleCnt="0"/>
      <dgm:spPr/>
    </dgm:pt>
    <dgm:pt modelId="{1056B091-CD94-4BB0-8E96-169F35FE1625}" type="pres">
      <dgm:prSet presAssocID="{CB5B879A-6E15-4F22-99E7-D93FB8BE0F74}" presName="node" presStyleLbl="node1" presStyleIdx="1" presStyleCnt="3">
        <dgm:presLayoutVars>
          <dgm:bulletEnabled val="1"/>
        </dgm:presLayoutVars>
      </dgm:prSet>
      <dgm:spPr/>
    </dgm:pt>
    <dgm:pt modelId="{8662E0D7-5468-4C5F-96A5-DA44532EB416}" type="pres">
      <dgm:prSet presAssocID="{6CDD844A-482E-4808-9DDF-DA99A5C417F5}" presName="sibTrans" presStyleCnt="0"/>
      <dgm:spPr/>
    </dgm:pt>
    <dgm:pt modelId="{16BA34B7-974C-4F6C-94BC-484155B2C518}" type="pres">
      <dgm:prSet presAssocID="{446430FD-F2F4-476B-98F5-9A925A78FC3A}" presName="node" presStyleLbl="node1" presStyleIdx="2" presStyleCnt="3">
        <dgm:presLayoutVars>
          <dgm:bulletEnabled val="1"/>
        </dgm:presLayoutVars>
      </dgm:prSet>
      <dgm:spPr/>
    </dgm:pt>
  </dgm:ptLst>
  <dgm:cxnLst>
    <dgm:cxn modelId="{C98A5D30-FE03-4742-A4C2-7B07AC552BEF}" type="presOf" srcId="{CB5B879A-6E15-4F22-99E7-D93FB8BE0F74}" destId="{1056B091-CD94-4BB0-8E96-169F35FE1625}" srcOrd="0" destOrd="0" presId="urn:microsoft.com/office/officeart/2005/8/layout/hList6"/>
    <dgm:cxn modelId="{48EDB646-ACA0-4910-83EE-0F3C067EEFDA}" srcId="{BAACCFAB-3586-4C89-82F5-30CA64F870D8}" destId="{CB5B879A-6E15-4F22-99E7-D93FB8BE0F74}" srcOrd="1" destOrd="0" parTransId="{72249B3D-5D25-4798-9643-B2BBCF2D115B}" sibTransId="{6CDD844A-482E-4808-9DDF-DA99A5C417F5}"/>
    <dgm:cxn modelId="{F3E6E699-0927-489E-92C4-80B6E4AA6199}" type="presOf" srcId="{BAACCFAB-3586-4C89-82F5-30CA64F870D8}" destId="{4A310EC1-FE5F-4F20-9E01-29ACD37F6A17}" srcOrd="0" destOrd="0" presId="urn:microsoft.com/office/officeart/2005/8/layout/hList6"/>
    <dgm:cxn modelId="{EA1E26A0-B55A-483C-93D6-CE65C1AE0420}" srcId="{BAACCFAB-3586-4C89-82F5-30CA64F870D8}" destId="{8A8A65F4-3297-48D4-BA56-5E009D932CE9}" srcOrd="0" destOrd="0" parTransId="{334A39A2-FF71-4BDD-9616-86C39CE7B69C}" sibTransId="{03D3FB13-FD44-4B83-8171-008A3801D643}"/>
    <dgm:cxn modelId="{56FA3BB1-9135-448C-95D7-9E55A572A619}" type="presOf" srcId="{446430FD-F2F4-476B-98F5-9A925A78FC3A}" destId="{16BA34B7-974C-4F6C-94BC-484155B2C518}" srcOrd="0" destOrd="0" presId="urn:microsoft.com/office/officeart/2005/8/layout/hList6"/>
    <dgm:cxn modelId="{97B3D9F1-38B7-4163-A4F8-5AA1E9B42352}" type="presOf" srcId="{8A8A65F4-3297-48D4-BA56-5E009D932CE9}" destId="{AA1DEA56-CC33-43BE-8735-4441E7C69179}" srcOrd="0" destOrd="0" presId="urn:microsoft.com/office/officeart/2005/8/layout/hList6"/>
    <dgm:cxn modelId="{31AF39F6-3C31-4C06-8BE6-D647A8EC59D0}" srcId="{BAACCFAB-3586-4C89-82F5-30CA64F870D8}" destId="{446430FD-F2F4-476B-98F5-9A925A78FC3A}" srcOrd="2" destOrd="0" parTransId="{02E8D32E-D7F0-4144-AD3E-2C1C18F83F1A}" sibTransId="{7D0852B4-8680-47AF-BD9B-F9EB79E56F9F}"/>
    <dgm:cxn modelId="{EE942C26-C297-4C23-9332-0DD0B13092A4}" type="presParOf" srcId="{4A310EC1-FE5F-4F20-9E01-29ACD37F6A17}" destId="{AA1DEA56-CC33-43BE-8735-4441E7C69179}" srcOrd="0" destOrd="0" presId="urn:microsoft.com/office/officeart/2005/8/layout/hList6"/>
    <dgm:cxn modelId="{74A6A0AA-7F28-4B4A-A3BD-B65A2D721E9C}" type="presParOf" srcId="{4A310EC1-FE5F-4F20-9E01-29ACD37F6A17}" destId="{C1C59A16-AED7-4FAB-8FAC-6F8EC110EF93}" srcOrd="1" destOrd="0" presId="urn:microsoft.com/office/officeart/2005/8/layout/hList6"/>
    <dgm:cxn modelId="{CE33895A-16CC-4E05-8151-D61789531081}" type="presParOf" srcId="{4A310EC1-FE5F-4F20-9E01-29ACD37F6A17}" destId="{1056B091-CD94-4BB0-8E96-169F35FE1625}" srcOrd="2" destOrd="0" presId="urn:microsoft.com/office/officeart/2005/8/layout/hList6"/>
    <dgm:cxn modelId="{21FAE52D-0C23-4F66-B219-475B9B40BA10}" type="presParOf" srcId="{4A310EC1-FE5F-4F20-9E01-29ACD37F6A17}" destId="{8662E0D7-5468-4C5F-96A5-DA44532EB416}" srcOrd="3" destOrd="0" presId="urn:microsoft.com/office/officeart/2005/8/layout/hList6"/>
    <dgm:cxn modelId="{3D51D667-9852-4F9A-9C93-2282D0F97544}" type="presParOf" srcId="{4A310EC1-FE5F-4F20-9E01-29ACD37F6A17}" destId="{16BA34B7-974C-4F6C-94BC-484155B2C518}" srcOrd="4" destOrd="0" presId="urn:microsoft.com/office/officeart/2005/8/layout/hList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B503B8F-ADB8-4B2E-ACF0-4C32D51FDFF4}" type="doc">
      <dgm:prSet loTypeId="urn:microsoft.com/office/officeart/2005/8/layout/cycle2" loCatId="cycle" qsTypeId="urn:microsoft.com/office/officeart/2005/8/quickstyle/simple5" qsCatId="simple" csTypeId="urn:microsoft.com/office/officeart/2005/8/colors/colorful4" csCatId="colorful" phldr="1"/>
      <dgm:spPr/>
      <dgm:t>
        <a:bodyPr/>
        <a:lstStyle/>
        <a:p>
          <a:endParaRPr lang="zh-CN" altLang="en-US"/>
        </a:p>
      </dgm:t>
    </dgm:pt>
    <dgm:pt modelId="{B0DFB638-4FC4-4955-A4D6-8EE2F4DCE952}">
      <dgm:prSet phldrT="[文本]"/>
      <dgm:spPr/>
      <dgm:t>
        <a:bodyPr anchor="t" anchorCtr="0"/>
        <a:lstStyle/>
        <a:p>
          <a:r>
            <a:rPr lang="en-US" altLang="zh-CN" dirty="0"/>
            <a:t>Scope</a:t>
          </a:r>
          <a:endParaRPr lang="zh-CN" altLang="en-US" dirty="0"/>
        </a:p>
      </dgm:t>
    </dgm:pt>
    <dgm:pt modelId="{5AF3B8D8-8DE9-4F0C-9004-373CDED870AF}" type="parTrans" cxnId="{0869350A-7314-42BF-918D-2E6BD01F5776}">
      <dgm:prSet/>
      <dgm:spPr/>
      <dgm:t>
        <a:bodyPr/>
        <a:lstStyle/>
        <a:p>
          <a:endParaRPr lang="zh-CN" altLang="en-US"/>
        </a:p>
      </dgm:t>
    </dgm:pt>
    <dgm:pt modelId="{DF5DA457-3A23-4DF3-A65A-224247BD0DCA}" type="sibTrans" cxnId="{0869350A-7314-42BF-918D-2E6BD01F5776}">
      <dgm:prSet/>
      <dgm:spPr/>
      <dgm:t>
        <a:bodyPr/>
        <a:lstStyle/>
        <a:p>
          <a:endParaRPr lang="zh-CN" altLang="en-US"/>
        </a:p>
      </dgm:t>
    </dgm:pt>
    <dgm:pt modelId="{549136A1-80CA-4D41-8A6C-9816800711CD}">
      <dgm:prSet phldrT="[文本]" phldr="0"/>
      <dgm:spPr/>
      <dgm:t>
        <a:bodyPr anchor="t" anchorCtr="0"/>
        <a:lstStyle/>
        <a:p>
          <a:r>
            <a:rPr lang="en-US" altLang="zh-CN" dirty="0"/>
            <a:t>Time</a:t>
          </a:r>
          <a:endParaRPr lang="zh-CN" altLang="en-US" dirty="0"/>
        </a:p>
      </dgm:t>
    </dgm:pt>
    <dgm:pt modelId="{D0396B9A-EE48-4E38-98DF-5B8862927DF7}" type="parTrans" cxnId="{524684CD-6449-4926-9B25-7936E416F902}">
      <dgm:prSet/>
      <dgm:spPr/>
      <dgm:t>
        <a:bodyPr/>
        <a:lstStyle/>
        <a:p>
          <a:endParaRPr lang="zh-CN" altLang="en-US"/>
        </a:p>
      </dgm:t>
    </dgm:pt>
    <dgm:pt modelId="{20D7630C-DC92-44AD-9A19-381E32515EFA}" type="sibTrans" cxnId="{524684CD-6449-4926-9B25-7936E416F902}">
      <dgm:prSet/>
      <dgm:spPr/>
      <dgm:t>
        <a:bodyPr/>
        <a:lstStyle/>
        <a:p>
          <a:endParaRPr lang="zh-CN" altLang="en-US"/>
        </a:p>
      </dgm:t>
    </dgm:pt>
    <dgm:pt modelId="{C73835C6-C083-4AD4-B08E-F44077B245BE}">
      <dgm:prSet phldrT="[文本]"/>
      <dgm:spPr/>
      <dgm:t>
        <a:bodyPr anchor="t" anchorCtr="0"/>
        <a:lstStyle/>
        <a:p>
          <a:r>
            <a:rPr lang="en-US" altLang="zh-CN" dirty="0"/>
            <a:t>Cost</a:t>
          </a:r>
          <a:endParaRPr lang="zh-CN" altLang="en-US" dirty="0"/>
        </a:p>
      </dgm:t>
    </dgm:pt>
    <dgm:pt modelId="{AB31E2B7-0868-4878-B89C-A601E238E35A}" type="parTrans" cxnId="{30D97A5E-F92D-42C9-8917-4483EDBC7EF2}">
      <dgm:prSet/>
      <dgm:spPr/>
      <dgm:t>
        <a:bodyPr/>
        <a:lstStyle/>
        <a:p>
          <a:endParaRPr lang="zh-CN" altLang="en-US"/>
        </a:p>
      </dgm:t>
    </dgm:pt>
    <dgm:pt modelId="{B806725C-022D-4FB9-BC77-4DDF7FCA24E8}" type="sibTrans" cxnId="{30D97A5E-F92D-42C9-8917-4483EDBC7EF2}">
      <dgm:prSet/>
      <dgm:spPr/>
      <dgm:t>
        <a:bodyPr/>
        <a:lstStyle/>
        <a:p>
          <a:endParaRPr lang="zh-CN" altLang="en-US"/>
        </a:p>
      </dgm:t>
    </dgm:pt>
    <dgm:pt modelId="{63CB093D-4BA5-41AA-84F2-E3F7FE4FF8B9}" type="pres">
      <dgm:prSet presAssocID="{CB503B8F-ADB8-4B2E-ACF0-4C32D51FDFF4}" presName="cycle" presStyleCnt="0">
        <dgm:presLayoutVars>
          <dgm:dir/>
          <dgm:resizeHandles val="exact"/>
        </dgm:presLayoutVars>
      </dgm:prSet>
      <dgm:spPr/>
    </dgm:pt>
    <dgm:pt modelId="{DDF1A2CC-DA64-4E6D-800E-759648269836}" type="pres">
      <dgm:prSet presAssocID="{B0DFB638-4FC4-4955-A4D6-8EE2F4DCE952}" presName="node" presStyleLbl="node1" presStyleIdx="0" presStyleCnt="3">
        <dgm:presLayoutVars>
          <dgm:bulletEnabled val="1"/>
        </dgm:presLayoutVars>
      </dgm:prSet>
      <dgm:spPr/>
    </dgm:pt>
    <dgm:pt modelId="{F5AD4191-EEF8-4A65-ABCF-ECF913895E65}" type="pres">
      <dgm:prSet presAssocID="{DF5DA457-3A23-4DF3-A65A-224247BD0DCA}" presName="sibTrans" presStyleLbl="sibTrans2D1" presStyleIdx="0" presStyleCnt="3"/>
      <dgm:spPr/>
    </dgm:pt>
    <dgm:pt modelId="{CD80C70A-32EB-4897-AD1C-6B5682EA32A6}" type="pres">
      <dgm:prSet presAssocID="{DF5DA457-3A23-4DF3-A65A-224247BD0DCA}" presName="connectorText" presStyleLbl="sibTrans2D1" presStyleIdx="0" presStyleCnt="3"/>
      <dgm:spPr/>
    </dgm:pt>
    <dgm:pt modelId="{2B85E611-1B0D-45CA-B9E9-D8AD1A1F5E8C}" type="pres">
      <dgm:prSet presAssocID="{549136A1-80CA-4D41-8A6C-9816800711CD}" presName="node" presStyleLbl="node1" presStyleIdx="1" presStyleCnt="3">
        <dgm:presLayoutVars>
          <dgm:bulletEnabled val="1"/>
        </dgm:presLayoutVars>
      </dgm:prSet>
      <dgm:spPr/>
    </dgm:pt>
    <dgm:pt modelId="{03F35830-F120-48A3-87E3-609DB5DAB761}" type="pres">
      <dgm:prSet presAssocID="{20D7630C-DC92-44AD-9A19-381E32515EFA}" presName="sibTrans" presStyleLbl="sibTrans2D1" presStyleIdx="1" presStyleCnt="3"/>
      <dgm:spPr/>
    </dgm:pt>
    <dgm:pt modelId="{BF549840-9098-49D8-B50F-C5149DD3DA58}" type="pres">
      <dgm:prSet presAssocID="{20D7630C-DC92-44AD-9A19-381E32515EFA}" presName="connectorText" presStyleLbl="sibTrans2D1" presStyleIdx="1" presStyleCnt="3"/>
      <dgm:spPr/>
    </dgm:pt>
    <dgm:pt modelId="{27B9E288-AC43-406C-8A60-33F607417729}" type="pres">
      <dgm:prSet presAssocID="{C73835C6-C083-4AD4-B08E-F44077B245BE}" presName="node" presStyleLbl="node1" presStyleIdx="2" presStyleCnt="3">
        <dgm:presLayoutVars>
          <dgm:bulletEnabled val="1"/>
        </dgm:presLayoutVars>
      </dgm:prSet>
      <dgm:spPr/>
    </dgm:pt>
    <dgm:pt modelId="{657FBBAE-B7ED-45F1-AB9F-4ED5E3C6841B}" type="pres">
      <dgm:prSet presAssocID="{B806725C-022D-4FB9-BC77-4DDF7FCA24E8}" presName="sibTrans" presStyleLbl="sibTrans2D1" presStyleIdx="2" presStyleCnt="3"/>
      <dgm:spPr/>
    </dgm:pt>
    <dgm:pt modelId="{EE7251EB-8548-4F34-963E-6DED194CDE53}" type="pres">
      <dgm:prSet presAssocID="{B806725C-022D-4FB9-BC77-4DDF7FCA24E8}" presName="connectorText" presStyleLbl="sibTrans2D1" presStyleIdx="2" presStyleCnt="3"/>
      <dgm:spPr/>
    </dgm:pt>
  </dgm:ptLst>
  <dgm:cxnLst>
    <dgm:cxn modelId="{0869350A-7314-42BF-918D-2E6BD01F5776}" srcId="{CB503B8F-ADB8-4B2E-ACF0-4C32D51FDFF4}" destId="{B0DFB638-4FC4-4955-A4D6-8EE2F4DCE952}" srcOrd="0" destOrd="0" parTransId="{5AF3B8D8-8DE9-4F0C-9004-373CDED870AF}" sibTransId="{DF5DA457-3A23-4DF3-A65A-224247BD0DCA}"/>
    <dgm:cxn modelId="{1745C40D-B166-4DF9-AA86-823189577054}" type="presOf" srcId="{B0DFB638-4FC4-4955-A4D6-8EE2F4DCE952}" destId="{DDF1A2CC-DA64-4E6D-800E-759648269836}" srcOrd="0" destOrd="0" presId="urn:microsoft.com/office/officeart/2005/8/layout/cycle2"/>
    <dgm:cxn modelId="{D6ADEB25-6BC9-41F7-9162-8FE09AD9FEEB}" type="presOf" srcId="{20D7630C-DC92-44AD-9A19-381E32515EFA}" destId="{03F35830-F120-48A3-87E3-609DB5DAB761}" srcOrd="0" destOrd="0" presId="urn:microsoft.com/office/officeart/2005/8/layout/cycle2"/>
    <dgm:cxn modelId="{9B01E52B-ED80-4B07-82C2-0BC9E42F4BBE}" type="presOf" srcId="{DF5DA457-3A23-4DF3-A65A-224247BD0DCA}" destId="{F5AD4191-EEF8-4A65-ABCF-ECF913895E65}" srcOrd="0" destOrd="0" presId="urn:microsoft.com/office/officeart/2005/8/layout/cycle2"/>
    <dgm:cxn modelId="{30D97A5E-F92D-42C9-8917-4483EDBC7EF2}" srcId="{CB503B8F-ADB8-4B2E-ACF0-4C32D51FDFF4}" destId="{C73835C6-C083-4AD4-B08E-F44077B245BE}" srcOrd="2" destOrd="0" parTransId="{AB31E2B7-0868-4878-B89C-A601E238E35A}" sibTransId="{B806725C-022D-4FB9-BC77-4DDF7FCA24E8}"/>
    <dgm:cxn modelId="{3CD6CB7B-6ED3-4D14-ABB9-C33E44761EA6}" type="presOf" srcId="{20D7630C-DC92-44AD-9A19-381E32515EFA}" destId="{BF549840-9098-49D8-B50F-C5149DD3DA58}" srcOrd="1" destOrd="0" presId="urn:microsoft.com/office/officeart/2005/8/layout/cycle2"/>
    <dgm:cxn modelId="{E2264881-6549-427B-BAEE-8EE083D785A6}" type="presOf" srcId="{CB503B8F-ADB8-4B2E-ACF0-4C32D51FDFF4}" destId="{63CB093D-4BA5-41AA-84F2-E3F7FE4FF8B9}" srcOrd="0" destOrd="0" presId="urn:microsoft.com/office/officeart/2005/8/layout/cycle2"/>
    <dgm:cxn modelId="{E72100AA-600F-457C-A20A-91C094CF4CF1}" type="presOf" srcId="{DF5DA457-3A23-4DF3-A65A-224247BD0DCA}" destId="{CD80C70A-32EB-4897-AD1C-6B5682EA32A6}" srcOrd="1" destOrd="0" presId="urn:microsoft.com/office/officeart/2005/8/layout/cycle2"/>
    <dgm:cxn modelId="{524684CD-6449-4926-9B25-7936E416F902}" srcId="{CB503B8F-ADB8-4B2E-ACF0-4C32D51FDFF4}" destId="{549136A1-80CA-4D41-8A6C-9816800711CD}" srcOrd="1" destOrd="0" parTransId="{D0396B9A-EE48-4E38-98DF-5B8862927DF7}" sibTransId="{20D7630C-DC92-44AD-9A19-381E32515EFA}"/>
    <dgm:cxn modelId="{25A075E1-71FC-411B-83B5-AB43B5497967}" type="presOf" srcId="{C73835C6-C083-4AD4-B08E-F44077B245BE}" destId="{27B9E288-AC43-406C-8A60-33F607417729}" srcOrd="0" destOrd="0" presId="urn:microsoft.com/office/officeart/2005/8/layout/cycle2"/>
    <dgm:cxn modelId="{577CB4F0-B7D2-4E4A-9BFE-CEE452702C9C}" type="presOf" srcId="{B806725C-022D-4FB9-BC77-4DDF7FCA24E8}" destId="{EE7251EB-8548-4F34-963E-6DED194CDE53}" srcOrd="1" destOrd="0" presId="urn:microsoft.com/office/officeart/2005/8/layout/cycle2"/>
    <dgm:cxn modelId="{FF8D0AF7-5230-4806-8E2B-0B1F82609310}" type="presOf" srcId="{549136A1-80CA-4D41-8A6C-9816800711CD}" destId="{2B85E611-1B0D-45CA-B9E9-D8AD1A1F5E8C}" srcOrd="0" destOrd="0" presId="urn:microsoft.com/office/officeart/2005/8/layout/cycle2"/>
    <dgm:cxn modelId="{D43474FD-6498-4FB8-980F-3510CCABA922}" type="presOf" srcId="{B806725C-022D-4FB9-BC77-4DDF7FCA24E8}" destId="{657FBBAE-B7ED-45F1-AB9F-4ED5E3C6841B}" srcOrd="0" destOrd="0" presId="urn:microsoft.com/office/officeart/2005/8/layout/cycle2"/>
    <dgm:cxn modelId="{80091956-CD7B-492B-B32C-43C516DAD21C}" type="presParOf" srcId="{63CB093D-4BA5-41AA-84F2-E3F7FE4FF8B9}" destId="{DDF1A2CC-DA64-4E6D-800E-759648269836}" srcOrd="0" destOrd="0" presId="urn:microsoft.com/office/officeart/2005/8/layout/cycle2"/>
    <dgm:cxn modelId="{40914950-499C-41E1-9ACF-3470A0DD51C1}" type="presParOf" srcId="{63CB093D-4BA5-41AA-84F2-E3F7FE4FF8B9}" destId="{F5AD4191-EEF8-4A65-ABCF-ECF913895E65}" srcOrd="1" destOrd="0" presId="urn:microsoft.com/office/officeart/2005/8/layout/cycle2"/>
    <dgm:cxn modelId="{B8CCD74F-C6D4-4020-9112-E7762AB833B8}" type="presParOf" srcId="{F5AD4191-EEF8-4A65-ABCF-ECF913895E65}" destId="{CD80C70A-32EB-4897-AD1C-6B5682EA32A6}" srcOrd="0" destOrd="0" presId="urn:microsoft.com/office/officeart/2005/8/layout/cycle2"/>
    <dgm:cxn modelId="{025619D2-C4FC-47F1-AC7D-EA79A8F3C436}" type="presParOf" srcId="{63CB093D-4BA5-41AA-84F2-E3F7FE4FF8B9}" destId="{2B85E611-1B0D-45CA-B9E9-D8AD1A1F5E8C}" srcOrd="2" destOrd="0" presId="urn:microsoft.com/office/officeart/2005/8/layout/cycle2"/>
    <dgm:cxn modelId="{35566291-2418-4337-86FC-687ABDD23FEC}" type="presParOf" srcId="{63CB093D-4BA5-41AA-84F2-E3F7FE4FF8B9}" destId="{03F35830-F120-48A3-87E3-609DB5DAB761}" srcOrd="3" destOrd="0" presId="urn:microsoft.com/office/officeart/2005/8/layout/cycle2"/>
    <dgm:cxn modelId="{4C9CAD1A-E5AF-4660-B8AD-2322674C5F4E}" type="presParOf" srcId="{03F35830-F120-48A3-87E3-609DB5DAB761}" destId="{BF549840-9098-49D8-B50F-C5149DD3DA58}" srcOrd="0" destOrd="0" presId="urn:microsoft.com/office/officeart/2005/8/layout/cycle2"/>
    <dgm:cxn modelId="{D630D46B-7290-4D50-850D-082818D46CE1}" type="presParOf" srcId="{63CB093D-4BA5-41AA-84F2-E3F7FE4FF8B9}" destId="{27B9E288-AC43-406C-8A60-33F607417729}" srcOrd="4" destOrd="0" presId="urn:microsoft.com/office/officeart/2005/8/layout/cycle2"/>
    <dgm:cxn modelId="{D8E45147-AE41-42A5-BCAD-F177B020E87D}" type="presParOf" srcId="{63CB093D-4BA5-41AA-84F2-E3F7FE4FF8B9}" destId="{657FBBAE-B7ED-45F1-AB9F-4ED5E3C6841B}" srcOrd="5" destOrd="0" presId="urn:microsoft.com/office/officeart/2005/8/layout/cycle2"/>
    <dgm:cxn modelId="{4D34C7DC-394D-4F44-8305-AF5CE6073310}" type="presParOf" srcId="{657FBBAE-B7ED-45F1-AB9F-4ED5E3C6841B}" destId="{EE7251EB-8548-4F34-963E-6DED194CDE53}"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1512CD1-0C27-4A7D-BDBF-37445F9866A6}" type="doc">
      <dgm:prSet loTypeId="urn:microsoft.com/office/officeart/2008/layout/AscendingPictureAccentProcess" loCatId="picture" qsTypeId="urn:microsoft.com/office/officeart/2005/8/quickstyle/simple1" qsCatId="simple" csTypeId="urn:microsoft.com/office/officeart/2005/8/colors/colorful5" csCatId="colorful" phldr="1"/>
      <dgm:spPr/>
    </dgm:pt>
    <dgm:pt modelId="{BEA28C3D-C999-4D2B-ACEF-BB6386790377}">
      <dgm:prSet phldrT="[文本]"/>
      <dgm:spPr/>
      <dgm:t>
        <a:bodyPr/>
        <a:lstStyle/>
        <a:p>
          <a:r>
            <a:rPr lang="zh-CN" altLang="en-US" dirty="0"/>
            <a:t>项目验收</a:t>
          </a:r>
        </a:p>
      </dgm:t>
    </dgm:pt>
    <dgm:pt modelId="{199F9488-57BA-4C00-8B7F-0AA21C5F5E4D}" type="parTrans" cxnId="{0BEA772C-5276-4402-A1FD-6AFF7F367CEC}">
      <dgm:prSet/>
      <dgm:spPr/>
      <dgm:t>
        <a:bodyPr/>
        <a:lstStyle/>
        <a:p>
          <a:endParaRPr lang="zh-CN" altLang="en-US"/>
        </a:p>
      </dgm:t>
    </dgm:pt>
    <dgm:pt modelId="{D45716AA-7F7E-4E47-9883-4CE4E6D02F3F}" type="sibTrans" cxnId="{0BEA772C-5276-4402-A1FD-6AFF7F367CEC}">
      <dgm:prSet/>
      <dgm:spPr/>
      <dgm:t>
        <a:bodyPr/>
        <a:lstStyle/>
        <a:p>
          <a:endParaRPr lang="zh-CN" altLang="en-US"/>
        </a:p>
      </dgm:t>
    </dgm:pt>
    <dgm:pt modelId="{4628FF22-A938-4E1F-A998-8F0ECD4082C0}">
      <dgm:prSet phldrT="[文本]"/>
      <dgm:spPr/>
      <dgm:t>
        <a:bodyPr/>
        <a:lstStyle/>
        <a:p>
          <a:r>
            <a:rPr lang="zh-CN" altLang="en-US" dirty="0"/>
            <a:t>合同终止</a:t>
          </a:r>
        </a:p>
      </dgm:t>
    </dgm:pt>
    <dgm:pt modelId="{FF1F14AC-D6DE-4439-9747-0392D6D1E2BB}" type="parTrans" cxnId="{A5CE13A3-8DD9-4DAC-9EF6-A5044BB96565}">
      <dgm:prSet/>
      <dgm:spPr/>
      <dgm:t>
        <a:bodyPr/>
        <a:lstStyle/>
        <a:p>
          <a:endParaRPr lang="zh-CN" altLang="en-US"/>
        </a:p>
      </dgm:t>
    </dgm:pt>
    <dgm:pt modelId="{A3AE1904-6BA6-40EA-AEC5-E26C366DEF9D}" type="sibTrans" cxnId="{A5CE13A3-8DD9-4DAC-9EF6-A5044BB96565}">
      <dgm:prSet/>
      <dgm:spPr/>
      <dgm:t>
        <a:bodyPr/>
        <a:lstStyle/>
        <a:p>
          <a:endParaRPr lang="zh-CN" altLang="en-US"/>
        </a:p>
      </dgm:t>
    </dgm:pt>
    <dgm:pt modelId="{39C81503-D47E-4820-A49E-75471A80276C}">
      <dgm:prSet phldrT="[文本]"/>
      <dgm:spPr/>
      <dgm:t>
        <a:bodyPr/>
        <a:lstStyle/>
        <a:p>
          <a:r>
            <a:rPr lang="zh-CN" altLang="en-US" dirty="0"/>
            <a:t>项目最后评审</a:t>
          </a:r>
        </a:p>
      </dgm:t>
    </dgm:pt>
    <dgm:pt modelId="{1D701A97-F5E5-4936-B59B-93BBF8D811C2}" type="parTrans" cxnId="{8A4FC1FC-E363-4C13-B074-42490557B45F}">
      <dgm:prSet/>
      <dgm:spPr/>
      <dgm:t>
        <a:bodyPr/>
        <a:lstStyle/>
        <a:p>
          <a:endParaRPr lang="zh-CN" altLang="en-US"/>
        </a:p>
      </dgm:t>
    </dgm:pt>
    <dgm:pt modelId="{5F82DC52-A1B8-484A-B26D-C3C606035339}" type="sibTrans" cxnId="{8A4FC1FC-E363-4C13-B074-42490557B45F}">
      <dgm:prSet/>
      <dgm:spPr/>
      <dgm:t>
        <a:bodyPr/>
        <a:lstStyle/>
        <a:p>
          <a:endParaRPr lang="zh-CN" altLang="en-US"/>
        </a:p>
      </dgm:t>
    </dgm:pt>
    <dgm:pt modelId="{45A51376-644B-46CD-93CC-FF61A033D948}">
      <dgm:prSet phldrT="[文本]"/>
      <dgm:spPr/>
      <dgm:t>
        <a:bodyPr/>
        <a:lstStyle/>
        <a:p>
          <a:r>
            <a:rPr lang="zh-CN" altLang="en-US" dirty="0"/>
            <a:t>项目总结报告</a:t>
          </a:r>
        </a:p>
      </dgm:t>
    </dgm:pt>
    <dgm:pt modelId="{6C86E0C1-52D2-4E7A-AA89-00BFD1D3432E}" type="parTrans" cxnId="{946A6002-6B3F-487C-B8DB-B08B97BDD1EF}">
      <dgm:prSet/>
      <dgm:spPr/>
      <dgm:t>
        <a:bodyPr/>
        <a:lstStyle/>
        <a:p>
          <a:endParaRPr lang="zh-CN" altLang="en-US"/>
        </a:p>
      </dgm:t>
    </dgm:pt>
    <dgm:pt modelId="{9D1832CB-100D-4EF8-8345-4292109EC15F}" type="sibTrans" cxnId="{946A6002-6B3F-487C-B8DB-B08B97BDD1EF}">
      <dgm:prSet/>
      <dgm:spPr/>
      <dgm:t>
        <a:bodyPr/>
        <a:lstStyle/>
        <a:p>
          <a:endParaRPr lang="zh-CN" altLang="en-US"/>
        </a:p>
      </dgm:t>
    </dgm:pt>
    <dgm:pt modelId="{61233899-0404-423C-8881-37D9A9640AB0}" type="pres">
      <dgm:prSet presAssocID="{01512CD1-0C27-4A7D-BDBF-37445F9866A6}" presName="Name0" presStyleCnt="0">
        <dgm:presLayoutVars>
          <dgm:chMax val="7"/>
          <dgm:chPref val="7"/>
          <dgm:dir/>
        </dgm:presLayoutVars>
      </dgm:prSet>
      <dgm:spPr/>
    </dgm:pt>
    <dgm:pt modelId="{7FBF205D-9977-4197-B218-6546F80E8725}" type="pres">
      <dgm:prSet presAssocID="{01512CD1-0C27-4A7D-BDBF-37445F9866A6}" presName="dot1" presStyleLbl="alignNode1" presStyleIdx="0" presStyleCnt="13"/>
      <dgm:spPr/>
    </dgm:pt>
    <dgm:pt modelId="{1E288050-D3C1-43B7-A40C-33CA4EAF871D}" type="pres">
      <dgm:prSet presAssocID="{01512CD1-0C27-4A7D-BDBF-37445F9866A6}" presName="dot2" presStyleLbl="alignNode1" presStyleIdx="1" presStyleCnt="13"/>
      <dgm:spPr/>
    </dgm:pt>
    <dgm:pt modelId="{70650512-A9F8-4507-8DAA-B360DB4B8446}" type="pres">
      <dgm:prSet presAssocID="{01512CD1-0C27-4A7D-BDBF-37445F9866A6}" presName="dot3" presStyleLbl="alignNode1" presStyleIdx="2" presStyleCnt="13"/>
      <dgm:spPr/>
    </dgm:pt>
    <dgm:pt modelId="{D88E4492-38BE-4A53-B47D-620257A76880}" type="pres">
      <dgm:prSet presAssocID="{01512CD1-0C27-4A7D-BDBF-37445F9866A6}" presName="dot4" presStyleLbl="alignNode1" presStyleIdx="3" presStyleCnt="13"/>
      <dgm:spPr/>
    </dgm:pt>
    <dgm:pt modelId="{27D1C86B-3030-4A29-BCB3-9F7FB7F4A81C}" type="pres">
      <dgm:prSet presAssocID="{01512CD1-0C27-4A7D-BDBF-37445F9866A6}" presName="dot5" presStyleLbl="alignNode1" presStyleIdx="4" presStyleCnt="13"/>
      <dgm:spPr/>
    </dgm:pt>
    <dgm:pt modelId="{5C44CD02-1B5B-407F-BA68-36A5C5225080}" type="pres">
      <dgm:prSet presAssocID="{01512CD1-0C27-4A7D-BDBF-37445F9866A6}" presName="dot6" presStyleLbl="alignNode1" presStyleIdx="5" presStyleCnt="13"/>
      <dgm:spPr/>
    </dgm:pt>
    <dgm:pt modelId="{DCB553B9-2D29-463B-885B-2AB3654FC5DC}" type="pres">
      <dgm:prSet presAssocID="{01512CD1-0C27-4A7D-BDBF-37445F9866A6}" presName="dotArrow1" presStyleLbl="alignNode1" presStyleIdx="6" presStyleCnt="13"/>
      <dgm:spPr/>
    </dgm:pt>
    <dgm:pt modelId="{E03DEB45-4767-484B-B07F-8035D4FF8144}" type="pres">
      <dgm:prSet presAssocID="{01512CD1-0C27-4A7D-BDBF-37445F9866A6}" presName="dotArrow2" presStyleLbl="alignNode1" presStyleIdx="7" presStyleCnt="13"/>
      <dgm:spPr/>
    </dgm:pt>
    <dgm:pt modelId="{E4587F2D-8A77-4784-A432-D531B1A31BD4}" type="pres">
      <dgm:prSet presAssocID="{01512CD1-0C27-4A7D-BDBF-37445F9866A6}" presName="dotArrow3" presStyleLbl="alignNode1" presStyleIdx="8" presStyleCnt="13"/>
      <dgm:spPr/>
    </dgm:pt>
    <dgm:pt modelId="{8F7AA7A6-BE78-4C47-96D0-A9778FD08B06}" type="pres">
      <dgm:prSet presAssocID="{01512CD1-0C27-4A7D-BDBF-37445F9866A6}" presName="dotArrow4" presStyleLbl="alignNode1" presStyleIdx="9" presStyleCnt="13"/>
      <dgm:spPr/>
    </dgm:pt>
    <dgm:pt modelId="{6787A4BE-5EB2-474E-9C43-8D94334B42F9}" type="pres">
      <dgm:prSet presAssocID="{01512CD1-0C27-4A7D-BDBF-37445F9866A6}" presName="dotArrow5" presStyleLbl="alignNode1" presStyleIdx="10" presStyleCnt="13"/>
      <dgm:spPr/>
    </dgm:pt>
    <dgm:pt modelId="{80BEC77D-3080-4C6D-9B8C-C10A40531F9D}" type="pres">
      <dgm:prSet presAssocID="{01512CD1-0C27-4A7D-BDBF-37445F9866A6}" presName="dotArrow6" presStyleLbl="alignNode1" presStyleIdx="11" presStyleCnt="13"/>
      <dgm:spPr/>
    </dgm:pt>
    <dgm:pt modelId="{24B063D7-86FA-4070-B7D4-32507B925161}" type="pres">
      <dgm:prSet presAssocID="{01512CD1-0C27-4A7D-BDBF-37445F9866A6}" presName="dotArrow7" presStyleLbl="alignNode1" presStyleIdx="12" presStyleCnt="13"/>
      <dgm:spPr/>
    </dgm:pt>
    <dgm:pt modelId="{D21F8134-CC38-4E63-8BBC-848694C9088E}" type="pres">
      <dgm:prSet presAssocID="{BEA28C3D-C999-4D2B-ACEF-BB6386790377}" presName="parTx1" presStyleLbl="node1" presStyleIdx="0" presStyleCnt="4"/>
      <dgm:spPr/>
    </dgm:pt>
    <dgm:pt modelId="{8CACBBF8-B01E-43D0-A6EB-B1C375AD5B1D}" type="pres">
      <dgm:prSet presAssocID="{D45716AA-7F7E-4E47-9883-4CE4E6D02F3F}" presName="picture1" presStyleCnt="0"/>
      <dgm:spPr/>
    </dgm:pt>
    <dgm:pt modelId="{FEE3AF7A-A9B6-49E6-B161-ACE803504278}" type="pres">
      <dgm:prSet presAssocID="{D45716AA-7F7E-4E47-9883-4CE4E6D02F3F}" presName="imageRepeatNode" presStyleLbl="fgImgPlace1" presStyleIdx="0" presStyleCnt="4"/>
      <dgm:spPr/>
    </dgm:pt>
    <dgm:pt modelId="{AC366577-85F8-4446-BF40-16D146BD8EDA}" type="pres">
      <dgm:prSet presAssocID="{4628FF22-A938-4E1F-A998-8F0ECD4082C0}" presName="parTx2" presStyleLbl="node1" presStyleIdx="1" presStyleCnt="4"/>
      <dgm:spPr/>
    </dgm:pt>
    <dgm:pt modelId="{DC5A6A50-2307-4A3A-AD6C-BE41B2C7CC5F}" type="pres">
      <dgm:prSet presAssocID="{A3AE1904-6BA6-40EA-AEC5-E26C366DEF9D}" presName="picture2" presStyleCnt="0"/>
      <dgm:spPr/>
    </dgm:pt>
    <dgm:pt modelId="{F4F6C737-765C-4321-A1C5-C8099FFECEF0}" type="pres">
      <dgm:prSet presAssocID="{A3AE1904-6BA6-40EA-AEC5-E26C366DEF9D}" presName="imageRepeatNode" presStyleLbl="fgImgPlace1" presStyleIdx="1" presStyleCnt="4"/>
      <dgm:spPr/>
    </dgm:pt>
    <dgm:pt modelId="{FE7EC5B8-832C-4FA6-94AE-814683D00B05}" type="pres">
      <dgm:prSet presAssocID="{39C81503-D47E-4820-A49E-75471A80276C}" presName="parTx3" presStyleLbl="node1" presStyleIdx="2" presStyleCnt="4"/>
      <dgm:spPr/>
    </dgm:pt>
    <dgm:pt modelId="{C684E5E1-9D8D-4CD6-B313-36C95FD59288}" type="pres">
      <dgm:prSet presAssocID="{5F82DC52-A1B8-484A-B26D-C3C606035339}" presName="picture3" presStyleCnt="0"/>
      <dgm:spPr/>
    </dgm:pt>
    <dgm:pt modelId="{B5BB9956-3C30-4A7A-A1E1-C16D4B177626}" type="pres">
      <dgm:prSet presAssocID="{5F82DC52-A1B8-484A-B26D-C3C606035339}" presName="imageRepeatNode" presStyleLbl="fgImgPlace1" presStyleIdx="2" presStyleCnt="4"/>
      <dgm:spPr/>
    </dgm:pt>
    <dgm:pt modelId="{6CFDDF2C-90A3-4F81-8F4D-27DD03C2C285}" type="pres">
      <dgm:prSet presAssocID="{45A51376-644B-46CD-93CC-FF61A033D948}" presName="parTx4" presStyleLbl="node1" presStyleIdx="3" presStyleCnt="4" custScaleX="99988"/>
      <dgm:spPr/>
    </dgm:pt>
    <dgm:pt modelId="{509EFC82-59D4-4618-940F-41EDBB45C4B1}" type="pres">
      <dgm:prSet presAssocID="{9D1832CB-100D-4EF8-8345-4292109EC15F}" presName="picture4" presStyleCnt="0"/>
      <dgm:spPr/>
    </dgm:pt>
    <dgm:pt modelId="{75EE274E-6437-449B-ABCA-AF8787CF15E9}" type="pres">
      <dgm:prSet presAssocID="{9D1832CB-100D-4EF8-8345-4292109EC15F}" presName="imageRepeatNode" presStyleLbl="fgImgPlace1" presStyleIdx="3" presStyleCnt="4"/>
      <dgm:spPr/>
    </dgm:pt>
  </dgm:ptLst>
  <dgm:cxnLst>
    <dgm:cxn modelId="{946A6002-6B3F-487C-B8DB-B08B97BDD1EF}" srcId="{01512CD1-0C27-4A7D-BDBF-37445F9866A6}" destId="{45A51376-644B-46CD-93CC-FF61A033D948}" srcOrd="3" destOrd="0" parTransId="{6C86E0C1-52D2-4E7A-AA89-00BFD1D3432E}" sibTransId="{9D1832CB-100D-4EF8-8345-4292109EC15F}"/>
    <dgm:cxn modelId="{0BEA772C-5276-4402-A1FD-6AFF7F367CEC}" srcId="{01512CD1-0C27-4A7D-BDBF-37445F9866A6}" destId="{BEA28C3D-C999-4D2B-ACEF-BB6386790377}" srcOrd="0" destOrd="0" parTransId="{199F9488-57BA-4C00-8B7F-0AA21C5F5E4D}" sibTransId="{D45716AA-7F7E-4E47-9883-4CE4E6D02F3F}"/>
    <dgm:cxn modelId="{2C918B30-2711-458B-9B5A-5CF7E890BF37}" type="presOf" srcId="{D45716AA-7F7E-4E47-9883-4CE4E6D02F3F}" destId="{FEE3AF7A-A9B6-49E6-B161-ACE803504278}" srcOrd="0" destOrd="0" presId="urn:microsoft.com/office/officeart/2008/layout/AscendingPictureAccentProcess"/>
    <dgm:cxn modelId="{93232434-6E87-405E-B1E5-B1EF49A01BAE}" type="presOf" srcId="{BEA28C3D-C999-4D2B-ACEF-BB6386790377}" destId="{D21F8134-CC38-4E63-8BBC-848694C9088E}" srcOrd="0" destOrd="0" presId="urn:microsoft.com/office/officeart/2008/layout/AscendingPictureAccentProcess"/>
    <dgm:cxn modelId="{9A287841-EA9F-47C3-8A4A-128F7752225B}" type="presOf" srcId="{4628FF22-A938-4E1F-A998-8F0ECD4082C0}" destId="{AC366577-85F8-4446-BF40-16D146BD8EDA}" srcOrd="0" destOrd="0" presId="urn:microsoft.com/office/officeart/2008/layout/AscendingPictureAccentProcess"/>
    <dgm:cxn modelId="{628BC156-FB41-4BBE-937B-E0586C80D8F5}" type="presOf" srcId="{01512CD1-0C27-4A7D-BDBF-37445F9866A6}" destId="{61233899-0404-423C-8881-37D9A9640AB0}" srcOrd="0" destOrd="0" presId="urn:microsoft.com/office/officeart/2008/layout/AscendingPictureAccentProcess"/>
    <dgm:cxn modelId="{BBCC697A-60D7-4F26-B247-0B3C50C0A0B9}" type="presOf" srcId="{A3AE1904-6BA6-40EA-AEC5-E26C366DEF9D}" destId="{F4F6C737-765C-4321-A1C5-C8099FFECEF0}" srcOrd="0" destOrd="0" presId="urn:microsoft.com/office/officeart/2008/layout/AscendingPictureAccentProcess"/>
    <dgm:cxn modelId="{744E7A85-7491-483E-9E56-E1DE77C0F085}" type="presOf" srcId="{45A51376-644B-46CD-93CC-FF61A033D948}" destId="{6CFDDF2C-90A3-4F81-8F4D-27DD03C2C285}" srcOrd="0" destOrd="0" presId="urn:microsoft.com/office/officeart/2008/layout/AscendingPictureAccentProcess"/>
    <dgm:cxn modelId="{A5CE13A3-8DD9-4DAC-9EF6-A5044BB96565}" srcId="{01512CD1-0C27-4A7D-BDBF-37445F9866A6}" destId="{4628FF22-A938-4E1F-A998-8F0ECD4082C0}" srcOrd="1" destOrd="0" parTransId="{FF1F14AC-D6DE-4439-9747-0392D6D1E2BB}" sibTransId="{A3AE1904-6BA6-40EA-AEC5-E26C366DEF9D}"/>
    <dgm:cxn modelId="{BC10BDA7-318F-4F47-BAC8-006EA47FF79D}" type="presOf" srcId="{5F82DC52-A1B8-484A-B26D-C3C606035339}" destId="{B5BB9956-3C30-4A7A-A1E1-C16D4B177626}" srcOrd="0" destOrd="0" presId="urn:microsoft.com/office/officeart/2008/layout/AscendingPictureAccentProcess"/>
    <dgm:cxn modelId="{55ABE5AA-B993-4C80-AE71-44F2C843AB7E}" type="presOf" srcId="{9D1832CB-100D-4EF8-8345-4292109EC15F}" destId="{75EE274E-6437-449B-ABCA-AF8787CF15E9}" srcOrd="0" destOrd="0" presId="urn:microsoft.com/office/officeart/2008/layout/AscendingPictureAccentProcess"/>
    <dgm:cxn modelId="{AF3744F9-4602-419F-ABC1-8F21BB7B416F}" type="presOf" srcId="{39C81503-D47E-4820-A49E-75471A80276C}" destId="{FE7EC5B8-832C-4FA6-94AE-814683D00B05}" srcOrd="0" destOrd="0" presId="urn:microsoft.com/office/officeart/2008/layout/AscendingPictureAccentProcess"/>
    <dgm:cxn modelId="{8A4FC1FC-E363-4C13-B074-42490557B45F}" srcId="{01512CD1-0C27-4A7D-BDBF-37445F9866A6}" destId="{39C81503-D47E-4820-A49E-75471A80276C}" srcOrd="2" destOrd="0" parTransId="{1D701A97-F5E5-4936-B59B-93BBF8D811C2}" sibTransId="{5F82DC52-A1B8-484A-B26D-C3C606035339}"/>
    <dgm:cxn modelId="{D455048A-0191-407A-BBDD-6DCEA5C1EACE}" type="presParOf" srcId="{61233899-0404-423C-8881-37D9A9640AB0}" destId="{7FBF205D-9977-4197-B218-6546F80E8725}" srcOrd="0" destOrd="0" presId="urn:microsoft.com/office/officeart/2008/layout/AscendingPictureAccentProcess"/>
    <dgm:cxn modelId="{1E3B69ED-BD04-4E63-A7A8-255792483C9E}" type="presParOf" srcId="{61233899-0404-423C-8881-37D9A9640AB0}" destId="{1E288050-D3C1-43B7-A40C-33CA4EAF871D}" srcOrd="1" destOrd="0" presId="urn:microsoft.com/office/officeart/2008/layout/AscendingPictureAccentProcess"/>
    <dgm:cxn modelId="{B7AF14BE-C3BD-434D-9A8A-BD99EF882191}" type="presParOf" srcId="{61233899-0404-423C-8881-37D9A9640AB0}" destId="{70650512-A9F8-4507-8DAA-B360DB4B8446}" srcOrd="2" destOrd="0" presId="urn:microsoft.com/office/officeart/2008/layout/AscendingPictureAccentProcess"/>
    <dgm:cxn modelId="{DACD38B1-DB3A-4337-8D43-2589CB1F1BFD}" type="presParOf" srcId="{61233899-0404-423C-8881-37D9A9640AB0}" destId="{D88E4492-38BE-4A53-B47D-620257A76880}" srcOrd="3" destOrd="0" presId="urn:microsoft.com/office/officeart/2008/layout/AscendingPictureAccentProcess"/>
    <dgm:cxn modelId="{C543BFA0-6286-4831-BA0A-CC8D0BBC6299}" type="presParOf" srcId="{61233899-0404-423C-8881-37D9A9640AB0}" destId="{27D1C86B-3030-4A29-BCB3-9F7FB7F4A81C}" srcOrd="4" destOrd="0" presId="urn:microsoft.com/office/officeart/2008/layout/AscendingPictureAccentProcess"/>
    <dgm:cxn modelId="{373EB663-7D54-418B-91CC-BCF5EECA987F}" type="presParOf" srcId="{61233899-0404-423C-8881-37D9A9640AB0}" destId="{5C44CD02-1B5B-407F-BA68-36A5C5225080}" srcOrd="5" destOrd="0" presId="urn:microsoft.com/office/officeart/2008/layout/AscendingPictureAccentProcess"/>
    <dgm:cxn modelId="{4EC7043C-4C73-47EB-A891-0B24F0A98E29}" type="presParOf" srcId="{61233899-0404-423C-8881-37D9A9640AB0}" destId="{DCB553B9-2D29-463B-885B-2AB3654FC5DC}" srcOrd="6" destOrd="0" presId="urn:microsoft.com/office/officeart/2008/layout/AscendingPictureAccentProcess"/>
    <dgm:cxn modelId="{72280ED0-D2A4-4173-8FE8-70139DDFD6B0}" type="presParOf" srcId="{61233899-0404-423C-8881-37D9A9640AB0}" destId="{E03DEB45-4767-484B-B07F-8035D4FF8144}" srcOrd="7" destOrd="0" presId="urn:microsoft.com/office/officeart/2008/layout/AscendingPictureAccentProcess"/>
    <dgm:cxn modelId="{2ED49F6A-165F-4C12-8A40-6DDE83B42C65}" type="presParOf" srcId="{61233899-0404-423C-8881-37D9A9640AB0}" destId="{E4587F2D-8A77-4784-A432-D531B1A31BD4}" srcOrd="8" destOrd="0" presId="urn:microsoft.com/office/officeart/2008/layout/AscendingPictureAccentProcess"/>
    <dgm:cxn modelId="{42BADE2B-9234-4B3A-8478-6F5950B461F4}" type="presParOf" srcId="{61233899-0404-423C-8881-37D9A9640AB0}" destId="{8F7AA7A6-BE78-4C47-96D0-A9778FD08B06}" srcOrd="9" destOrd="0" presId="urn:microsoft.com/office/officeart/2008/layout/AscendingPictureAccentProcess"/>
    <dgm:cxn modelId="{4A5B156C-1147-416D-B26C-42BA2AF583B7}" type="presParOf" srcId="{61233899-0404-423C-8881-37D9A9640AB0}" destId="{6787A4BE-5EB2-474E-9C43-8D94334B42F9}" srcOrd="10" destOrd="0" presId="urn:microsoft.com/office/officeart/2008/layout/AscendingPictureAccentProcess"/>
    <dgm:cxn modelId="{A7D4E7F7-E3B1-46BD-B011-6219F85C24B9}" type="presParOf" srcId="{61233899-0404-423C-8881-37D9A9640AB0}" destId="{80BEC77D-3080-4C6D-9B8C-C10A40531F9D}" srcOrd="11" destOrd="0" presId="urn:microsoft.com/office/officeart/2008/layout/AscendingPictureAccentProcess"/>
    <dgm:cxn modelId="{F45B4C73-5270-4C9C-AE2E-6E3EA18EA05E}" type="presParOf" srcId="{61233899-0404-423C-8881-37D9A9640AB0}" destId="{24B063D7-86FA-4070-B7D4-32507B925161}" srcOrd="12" destOrd="0" presId="urn:microsoft.com/office/officeart/2008/layout/AscendingPictureAccentProcess"/>
    <dgm:cxn modelId="{7FDCDECD-0CE6-48CB-8D19-7676CD4F21BA}" type="presParOf" srcId="{61233899-0404-423C-8881-37D9A9640AB0}" destId="{D21F8134-CC38-4E63-8BBC-848694C9088E}" srcOrd="13" destOrd="0" presId="urn:microsoft.com/office/officeart/2008/layout/AscendingPictureAccentProcess"/>
    <dgm:cxn modelId="{76E08A51-582F-47DB-AD38-7A929D102801}" type="presParOf" srcId="{61233899-0404-423C-8881-37D9A9640AB0}" destId="{8CACBBF8-B01E-43D0-A6EB-B1C375AD5B1D}" srcOrd="14" destOrd="0" presId="urn:microsoft.com/office/officeart/2008/layout/AscendingPictureAccentProcess"/>
    <dgm:cxn modelId="{69EC03CF-6FFA-45C2-8D78-BAAE5204E4AB}" type="presParOf" srcId="{8CACBBF8-B01E-43D0-A6EB-B1C375AD5B1D}" destId="{FEE3AF7A-A9B6-49E6-B161-ACE803504278}" srcOrd="0" destOrd="0" presId="urn:microsoft.com/office/officeart/2008/layout/AscendingPictureAccentProcess"/>
    <dgm:cxn modelId="{8F17DCF3-7BB6-4A5E-B31F-CA4A8ECD3204}" type="presParOf" srcId="{61233899-0404-423C-8881-37D9A9640AB0}" destId="{AC366577-85F8-4446-BF40-16D146BD8EDA}" srcOrd="15" destOrd="0" presId="urn:microsoft.com/office/officeart/2008/layout/AscendingPictureAccentProcess"/>
    <dgm:cxn modelId="{8CA7A085-BDF0-460F-9601-63DBEEFF3A69}" type="presParOf" srcId="{61233899-0404-423C-8881-37D9A9640AB0}" destId="{DC5A6A50-2307-4A3A-AD6C-BE41B2C7CC5F}" srcOrd="16" destOrd="0" presId="urn:microsoft.com/office/officeart/2008/layout/AscendingPictureAccentProcess"/>
    <dgm:cxn modelId="{A5295E68-F6A3-4A80-99F0-CDD47017B200}" type="presParOf" srcId="{DC5A6A50-2307-4A3A-AD6C-BE41B2C7CC5F}" destId="{F4F6C737-765C-4321-A1C5-C8099FFECEF0}" srcOrd="0" destOrd="0" presId="urn:microsoft.com/office/officeart/2008/layout/AscendingPictureAccentProcess"/>
    <dgm:cxn modelId="{45E3E106-33D8-4E79-BC87-E298EB6769C2}" type="presParOf" srcId="{61233899-0404-423C-8881-37D9A9640AB0}" destId="{FE7EC5B8-832C-4FA6-94AE-814683D00B05}" srcOrd="17" destOrd="0" presId="urn:microsoft.com/office/officeart/2008/layout/AscendingPictureAccentProcess"/>
    <dgm:cxn modelId="{0987450A-4C58-41D2-BF48-61ED59CBE70A}" type="presParOf" srcId="{61233899-0404-423C-8881-37D9A9640AB0}" destId="{C684E5E1-9D8D-4CD6-B313-36C95FD59288}" srcOrd="18" destOrd="0" presId="urn:microsoft.com/office/officeart/2008/layout/AscendingPictureAccentProcess"/>
    <dgm:cxn modelId="{0FD6FEC4-6C63-45EB-99C6-6225B5E58E77}" type="presParOf" srcId="{C684E5E1-9D8D-4CD6-B313-36C95FD59288}" destId="{B5BB9956-3C30-4A7A-A1E1-C16D4B177626}" srcOrd="0" destOrd="0" presId="urn:microsoft.com/office/officeart/2008/layout/AscendingPictureAccentProcess"/>
    <dgm:cxn modelId="{7453A153-10CC-4861-A57E-8DAF6E892FE7}" type="presParOf" srcId="{61233899-0404-423C-8881-37D9A9640AB0}" destId="{6CFDDF2C-90A3-4F81-8F4D-27DD03C2C285}" srcOrd="19" destOrd="0" presId="urn:microsoft.com/office/officeart/2008/layout/AscendingPictureAccentProcess"/>
    <dgm:cxn modelId="{214A8E04-F39F-4BCF-94DB-40225B5145C3}" type="presParOf" srcId="{61233899-0404-423C-8881-37D9A9640AB0}" destId="{509EFC82-59D4-4618-940F-41EDBB45C4B1}" srcOrd="20" destOrd="0" presId="urn:microsoft.com/office/officeart/2008/layout/AscendingPictureAccentProcess"/>
    <dgm:cxn modelId="{C6B4DE5F-E2BE-4E48-BB02-1AF141DC7A5C}" type="presParOf" srcId="{509EFC82-59D4-4618-940F-41EDBB45C4B1}" destId="{75EE274E-6437-449B-ABCA-AF8787CF15E9}" srcOrd="0" destOrd="0" presId="urn:microsoft.com/office/officeart/2008/layout/AscendingPictureAccent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C8AA7D-EF4E-4DA8-9550-E2EA63F97D35}">
      <dsp:nvSpPr>
        <dsp:cNvPr id="0" name=""/>
        <dsp:cNvSpPr/>
      </dsp:nvSpPr>
      <dsp:spPr>
        <a:xfrm>
          <a:off x="-5342809" y="-818195"/>
          <a:ext cx="6361948" cy="6361948"/>
        </a:xfrm>
        <a:prstGeom prst="blockArc">
          <a:avLst>
            <a:gd name="adj1" fmla="val 18900000"/>
            <a:gd name="adj2" fmla="val 2700000"/>
            <a:gd name="adj3" fmla="val 340"/>
          </a:avLst>
        </a:pr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79D66B1-924F-4156-A795-F5AD9EBCE56B}">
      <dsp:nvSpPr>
        <dsp:cNvPr id="0" name=""/>
        <dsp:cNvSpPr/>
      </dsp:nvSpPr>
      <dsp:spPr>
        <a:xfrm>
          <a:off x="379984" y="248847"/>
          <a:ext cx="5698723" cy="497506"/>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4896" tIns="50800" rIns="50800" bIns="50800" numCol="1" spcCol="1270" anchor="ctr" anchorCtr="0">
          <a:noAutofit/>
        </a:bodyPr>
        <a:lstStyle/>
        <a:p>
          <a:pPr marL="0" lvl="0" indent="0" algn="l" defTabSz="889000">
            <a:lnSpc>
              <a:spcPct val="90000"/>
            </a:lnSpc>
            <a:spcBef>
              <a:spcPct val="0"/>
            </a:spcBef>
            <a:spcAft>
              <a:spcPct val="35000"/>
            </a:spcAft>
            <a:buNone/>
          </a:pPr>
          <a:r>
            <a:rPr lang="zh-CN" altLang="en-US" sz="2000" kern="1200" dirty="0">
              <a:latin typeface="微软雅黑 Light" panose="020B0502040204020203" pitchFamily="34" charset="-122"/>
              <a:ea typeface="微软雅黑 Light" panose="020B0502040204020203" pitchFamily="34" charset="-122"/>
            </a:rPr>
            <a:t>有明确的目标</a:t>
          </a:r>
          <a:endParaRPr lang="zh-CN" altLang="en-US" sz="2000" kern="1200" dirty="0"/>
        </a:p>
      </dsp:txBody>
      <dsp:txXfrm>
        <a:off x="379984" y="248847"/>
        <a:ext cx="5698723" cy="497506"/>
      </dsp:txXfrm>
    </dsp:sp>
    <dsp:sp modelId="{A5D8DC03-AC76-4F8B-9095-82230B702966}">
      <dsp:nvSpPr>
        <dsp:cNvPr id="0" name=""/>
        <dsp:cNvSpPr/>
      </dsp:nvSpPr>
      <dsp:spPr>
        <a:xfrm>
          <a:off x="69043" y="186659"/>
          <a:ext cx="621883" cy="621883"/>
        </a:xfrm>
        <a:prstGeom prst="ellipse">
          <a:avLst/>
        </a:prstGeom>
        <a:solidFill>
          <a:schemeClr val="lt1">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D79543D-0D4F-4D1C-9E04-9B163A8C7FF2}">
      <dsp:nvSpPr>
        <dsp:cNvPr id="0" name=""/>
        <dsp:cNvSpPr/>
      </dsp:nvSpPr>
      <dsp:spPr>
        <a:xfrm>
          <a:off x="789218" y="995013"/>
          <a:ext cx="5289490" cy="497506"/>
        </a:xfrm>
        <a:prstGeom prst="rect">
          <a:avLst/>
        </a:prstGeom>
        <a:solidFill>
          <a:schemeClr val="accent5">
            <a:hueOff val="-1351709"/>
            <a:satOff val="-3484"/>
            <a:lumOff val="-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4896" tIns="50800" rIns="50800" bIns="50800" numCol="1" spcCol="1270" anchor="ctr" anchorCtr="0">
          <a:noAutofit/>
        </a:bodyPr>
        <a:lstStyle/>
        <a:p>
          <a:pPr marL="0" lvl="0" indent="0" algn="l" defTabSz="889000">
            <a:lnSpc>
              <a:spcPct val="90000"/>
            </a:lnSpc>
            <a:spcBef>
              <a:spcPct val="0"/>
            </a:spcBef>
            <a:spcAft>
              <a:spcPct val="35000"/>
            </a:spcAft>
            <a:buNone/>
          </a:pPr>
          <a:r>
            <a:rPr lang="zh-CN" altLang="en-US" sz="2000" kern="1200" dirty="0">
              <a:latin typeface="微软雅黑 Light" panose="020B0502040204020203" pitchFamily="34" charset="-122"/>
              <a:ea typeface="微软雅黑 Light" panose="020B0502040204020203" pitchFamily="34" charset="-122"/>
            </a:rPr>
            <a:t>项目之间的活动具有相关性</a:t>
          </a:r>
          <a:endParaRPr lang="zh-CN" altLang="en-US" sz="2000" kern="1200" dirty="0"/>
        </a:p>
      </dsp:txBody>
      <dsp:txXfrm>
        <a:off x="789218" y="995013"/>
        <a:ext cx="5289490" cy="497506"/>
      </dsp:txXfrm>
    </dsp:sp>
    <dsp:sp modelId="{A694E9F5-D20F-4CE0-AAEF-A8AF7BCB9440}">
      <dsp:nvSpPr>
        <dsp:cNvPr id="0" name=""/>
        <dsp:cNvSpPr/>
      </dsp:nvSpPr>
      <dsp:spPr>
        <a:xfrm>
          <a:off x="478276" y="932824"/>
          <a:ext cx="621883" cy="621883"/>
        </a:xfrm>
        <a:prstGeom prst="ellipse">
          <a:avLst/>
        </a:prstGeom>
        <a:solidFill>
          <a:schemeClr val="lt1">
            <a:hueOff val="0"/>
            <a:satOff val="0"/>
            <a:lumOff val="0"/>
            <a:alphaOff val="0"/>
          </a:schemeClr>
        </a:solidFill>
        <a:ln w="12700" cap="flat" cmpd="sng" algn="ctr">
          <a:solidFill>
            <a:schemeClr val="accent5">
              <a:hueOff val="-1351709"/>
              <a:satOff val="-3484"/>
              <a:lumOff val="-2353"/>
              <a:alphaOff val="0"/>
            </a:schemeClr>
          </a:solidFill>
          <a:prstDash val="solid"/>
          <a:miter lim="800000"/>
        </a:ln>
        <a:effectLst/>
      </dsp:spPr>
      <dsp:style>
        <a:lnRef idx="2">
          <a:scrgbClr r="0" g="0" b="0"/>
        </a:lnRef>
        <a:fillRef idx="1">
          <a:scrgbClr r="0" g="0" b="0"/>
        </a:fillRef>
        <a:effectRef idx="0">
          <a:scrgbClr r="0" g="0" b="0"/>
        </a:effectRef>
        <a:fontRef idx="minor"/>
      </dsp:style>
    </dsp:sp>
    <dsp:sp modelId="{59B95563-7B5B-4225-831A-29E1EEB39012}">
      <dsp:nvSpPr>
        <dsp:cNvPr id="0" name=""/>
        <dsp:cNvSpPr/>
      </dsp:nvSpPr>
      <dsp:spPr>
        <a:xfrm>
          <a:off x="976350" y="1741178"/>
          <a:ext cx="5102358" cy="497506"/>
        </a:xfrm>
        <a:prstGeom prst="rect">
          <a:avLst/>
        </a:prstGeom>
        <a:solidFill>
          <a:schemeClr val="accent5">
            <a:hueOff val="-2703417"/>
            <a:satOff val="-6968"/>
            <a:lumOff val="-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4896" tIns="50800" rIns="50800" bIns="50800" numCol="1" spcCol="1270" anchor="ctr" anchorCtr="0">
          <a:noAutofit/>
        </a:bodyPr>
        <a:lstStyle/>
        <a:p>
          <a:pPr marL="0" lvl="0" indent="0" algn="l" defTabSz="889000">
            <a:lnSpc>
              <a:spcPct val="90000"/>
            </a:lnSpc>
            <a:spcBef>
              <a:spcPct val="0"/>
            </a:spcBef>
            <a:spcAft>
              <a:spcPct val="35000"/>
            </a:spcAft>
            <a:buNone/>
          </a:pPr>
          <a:r>
            <a:rPr lang="zh-CN" altLang="en-US" sz="2000" kern="1200" dirty="0">
              <a:latin typeface="微软雅黑 Light" panose="020B0502040204020203" pitchFamily="34" charset="-122"/>
              <a:ea typeface="微软雅黑 Light" panose="020B0502040204020203" pitchFamily="34" charset="-122"/>
            </a:rPr>
            <a:t>限定的周期</a:t>
          </a:r>
          <a:endParaRPr lang="zh-CN" altLang="en-US" sz="2000" kern="1200" dirty="0"/>
        </a:p>
      </dsp:txBody>
      <dsp:txXfrm>
        <a:off x="976350" y="1741178"/>
        <a:ext cx="5102358" cy="497506"/>
      </dsp:txXfrm>
    </dsp:sp>
    <dsp:sp modelId="{206E9F62-904C-4E09-965F-8F6A1D50CE99}">
      <dsp:nvSpPr>
        <dsp:cNvPr id="0" name=""/>
        <dsp:cNvSpPr/>
      </dsp:nvSpPr>
      <dsp:spPr>
        <a:xfrm>
          <a:off x="665408" y="1678990"/>
          <a:ext cx="621883" cy="621883"/>
        </a:xfrm>
        <a:prstGeom prst="ellipse">
          <a:avLst/>
        </a:prstGeom>
        <a:solidFill>
          <a:schemeClr val="lt1">
            <a:hueOff val="0"/>
            <a:satOff val="0"/>
            <a:lumOff val="0"/>
            <a:alphaOff val="0"/>
          </a:schemeClr>
        </a:solidFill>
        <a:ln w="12700" cap="flat" cmpd="sng" algn="ctr">
          <a:solidFill>
            <a:schemeClr val="accent5">
              <a:hueOff val="-2703417"/>
              <a:satOff val="-6968"/>
              <a:lumOff val="-4706"/>
              <a:alphaOff val="0"/>
            </a:schemeClr>
          </a:solidFill>
          <a:prstDash val="solid"/>
          <a:miter lim="800000"/>
        </a:ln>
        <a:effectLst/>
      </dsp:spPr>
      <dsp:style>
        <a:lnRef idx="2">
          <a:scrgbClr r="0" g="0" b="0"/>
        </a:lnRef>
        <a:fillRef idx="1">
          <a:scrgbClr r="0" g="0" b="0"/>
        </a:fillRef>
        <a:effectRef idx="0">
          <a:scrgbClr r="0" g="0" b="0"/>
        </a:effectRef>
        <a:fontRef idx="minor"/>
      </dsp:style>
    </dsp:sp>
    <dsp:sp modelId="{6361ADEE-DDC8-4B92-A22E-8B90489C3496}">
      <dsp:nvSpPr>
        <dsp:cNvPr id="0" name=""/>
        <dsp:cNvSpPr/>
      </dsp:nvSpPr>
      <dsp:spPr>
        <a:xfrm>
          <a:off x="976350" y="2486871"/>
          <a:ext cx="5102358" cy="497506"/>
        </a:xfrm>
        <a:prstGeom prst="rect">
          <a:avLst/>
        </a:prstGeom>
        <a:solidFill>
          <a:schemeClr val="accent5">
            <a:hueOff val="-4055126"/>
            <a:satOff val="-10451"/>
            <a:lumOff val="-705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4896" tIns="50800" rIns="50800" bIns="50800" numCol="1" spcCol="1270" anchor="ctr" anchorCtr="0">
          <a:noAutofit/>
        </a:bodyPr>
        <a:lstStyle/>
        <a:p>
          <a:pPr marL="0" lvl="0" indent="0" algn="l" defTabSz="889000">
            <a:lnSpc>
              <a:spcPct val="90000"/>
            </a:lnSpc>
            <a:spcBef>
              <a:spcPct val="0"/>
            </a:spcBef>
            <a:spcAft>
              <a:spcPct val="35000"/>
            </a:spcAft>
            <a:buNone/>
          </a:pPr>
          <a:r>
            <a:rPr lang="zh-CN" altLang="en-US" sz="2000" kern="1200" dirty="0">
              <a:latin typeface="微软雅黑 Light" panose="020B0502040204020203" pitchFamily="34" charset="-122"/>
              <a:ea typeface="微软雅黑 Light" panose="020B0502040204020203" pitchFamily="34" charset="-122"/>
            </a:rPr>
            <a:t>有独特性</a:t>
          </a:r>
          <a:endParaRPr lang="zh-CN" altLang="en-US" sz="2000" kern="1200" dirty="0">
            <a:latin typeface="黑体" panose="02010609060101010101" pitchFamily="49" charset="-122"/>
            <a:ea typeface="黑体" panose="02010609060101010101" pitchFamily="49" charset="-122"/>
          </a:endParaRPr>
        </a:p>
      </dsp:txBody>
      <dsp:txXfrm>
        <a:off x="976350" y="2486871"/>
        <a:ext cx="5102358" cy="497506"/>
      </dsp:txXfrm>
    </dsp:sp>
    <dsp:sp modelId="{2701C0E2-42F7-4EF8-915B-95DB5DB722B2}">
      <dsp:nvSpPr>
        <dsp:cNvPr id="0" name=""/>
        <dsp:cNvSpPr/>
      </dsp:nvSpPr>
      <dsp:spPr>
        <a:xfrm>
          <a:off x="665408" y="2424683"/>
          <a:ext cx="621883" cy="621883"/>
        </a:xfrm>
        <a:prstGeom prst="ellipse">
          <a:avLst/>
        </a:prstGeom>
        <a:solidFill>
          <a:schemeClr val="lt1">
            <a:hueOff val="0"/>
            <a:satOff val="0"/>
            <a:lumOff val="0"/>
            <a:alphaOff val="0"/>
          </a:schemeClr>
        </a:solidFill>
        <a:ln w="12700" cap="flat" cmpd="sng" algn="ctr">
          <a:solidFill>
            <a:schemeClr val="accent5">
              <a:hueOff val="-4055126"/>
              <a:satOff val="-10451"/>
              <a:lumOff val="-7059"/>
              <a:alphaOff val="0"/>
            </a:schemeClr>
          </a:solidFill>
          <a:prstDash val="solid"/>
          <a:miter lim="800000"/>
        </a:ln>
        <a:effectLst/>
      </dsp:spPr>
      <dsp:style>
        <a:lnRef idx="2">
          <a:scrgbClr r="0" g="0" b="0"/>
        </a:lnRef>
        <a:fillRef idx="1">
          <a:scrgbClr r="0" g="0" b="0"/>
        </a:fillRef>
        <a:effectRef idx="0">
          <a:scrgbClr r="0" g="0" b="0"/>
        </a:effectRef>
        <a:fontRef idx="minor"/>
      </dsp:style>
    </dsp:sp>
    <dsp:sp modelId="{BD20C5DB-CD08-4AEF-87F2-098846C6D817}">
      <dsp:nvSpPr>
        <dsp:cNvPr id="0" name=""/>
        <dsp:cNvSpPr/>
      </dsp:nvSpPr>
      <dsp:spPr>
        <a:xfrm>
          <a:off x="789218" y="3233037"/>
          <a:ext cx="5289490" cy="497506"/>
        </a:xfrm>
        <a:prstGeom prst="rect">
          <a:avLst/>
        </a:prstGeom>
        <a:solidFill>
          <a:schemeClr val="accent5">
            <a:hueOff val="-5406834"/>
            <a:satOff val="-13935"/>
            <a:lumOff val="-941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4896" tIns="50800" rIns="50800" bIns="50800" numCol="1" spcCol="1270" anchor="ctr" anchorCtr="0">
          <a:noAutofit/>
        </a:bodyPr>
        <a:lstStyle/>
        <a:p>
          <a:pPr marL="0" lvl="0" indent="0" algn="l" defTabSz="889000">
            <a:lnSpc>
              <a:spcPct val="90000"/>
            </a:lnSpc>
            <a:spcBef>
              <a:spcPct val="0"/>
            </a:spcBef>
            <a:spcAft>
              <a:spcPct val="35000"/>
            </a:spcAft>
            <a:buNone/>
          </a:pPr>
          <a:r>
            <a:rPr lang="zh-CN" altLang="en-US" sz="2000" kern="1200" dirty="0">
              <a:latin typeface="微软雅黑 Light" panose="020B0502040204020203" pitchFamily="34" charset="-122"/>
              <a:ea typeface="微软雅黑 Light" panose="020B0502040204020203" pitchFamily="34" charset="-122"/>
            </a:rPr>
            <a:t>资源成本的约束性</a:t>
          </a:r>
          <a:endParaRPr lang="zh-CN" altLang="en-US" sz="2000" kern="1200" dirty="0">
            <a:latin typeface="黑体" panose="02010609060101010101" pitchFamily="49" charset="-122"/>
            <a:ea typeface="黑体" panose="02010609060101010101" pitchFamily="49" charset="-122"/>
          </a:endParaRPr>
        </a:p>
      </dsp:txBody>
      <dsp:txXfrm>
        <a:off x="789218" y="3233037"/>
        <a:ext cx="5289490" cy="497506"/>
      </dsp:txXfrm>
    </dsp:sp>
    <dsp:sp modelId="{B0C54EBB-8ADF-4962-BF7D-1A4063195482}">
      <dsp:nvSpPr>
        <dsp:cNvPr id="0" name=""/>
        <dsp:cNvSpPr/>
      </dsp:nvSpPr>
      <dsp:spPr>
        <a:xfrm>
          <a:off x="478276" y="3170848"/>
          <a:ext cx="621883" cy="621883"/>
        </a:xfrm>
        <a:prstGeom prst="ellipse">
          <a:avLst/>
        </a:prstGeom>
        <a:solidFill>
          <a:schemeClr val="lt1">
            <a:hueOff val="0"/>
            <a:satOff val="0"/>
            <a:lumOff val="0"/>
            <a:alphaOff val="0"/>
          </a:schemeClr>
        </a:solidFill>
        <a:ln w="12700" cap="flat" cmpd="sng" algn="ctr">
          <a:solidFill>
            <a:schemeClr val="accent5">
              <a:hueOff val="-5406834"/>
              <a:satOff val="-13935"/>
              <a:lumOff val="-9412"/>
              <a:alphaOff val="0"/>
            </a:schemeClr>
          </a:solidFill>
          <a:prstDash val="solid"/>
          <a:miter lim="800000"/>
        </a:ln>
        <a:effectLst/>
      </dsp:spPr>
      <dsp:style>
        <a:lnRef idx="2">
          <a:scrgbClr r="0" g="0" b="0"/>
        </a:lnRef>
        <a:fillRef idx="1">
          <a:scrgbClr r="0" g="0" b="0"/>
        </a:fillRef>
        <a:effectRef idx="0">
          <a:scrgbClr r="0" g="0" b="0"/>
        </a:effectRef>
        <a:fontRef idx="minor"/>
      </dsp:style>
    </dsp:sp>
    <dsp:sp modelId="{126B5754-9BAB-4335-8048-CAA059B4AA0E}">
      <dsp:nvSpPr>
        <dsp:cNvPr id="0" name=""/>
        <dsp:cNvSpPr/>
      </dsp:nvSpPr>
      <dsp:spPr>
        <a:xfrm>
          <a:off x="379984" y="3979202"/>
          <a:ext cx="5698723" cy="497506"/>
        </a:xfrm>
        <a:prstGeom prst="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94896" tIns="50800" rIns="50800" bIns="50800" numCol="1" spcCol="1270" anchor="ctr" anchorCtr="0">
          <a:noAutofit/>
        </a:bodyPr>
        <a:lstStyle/>
        <a:p>
          <a:pPr marL="0" lvl="0" indent="0" algn="l" defTabSz="889000">
            <a:lnSpc>
              <a:spcPct val="90000"/>
            </a:lnSpc>
            <a:spcBef>
              <a:spcPct val="0"/>
            </a:spcBef>
            <a:spcAft>
              <a:spcPct val="35000"/>
            </a:spcAft>
            <a:buNone/>
          </a:pPr>
          <a:r>
            <a:rPr lang="zh-CN" altLang="en-US" sz="2000" kern="1200" dirty="0">
              <a:latin typeface="微软雅黑 Light" panose="020B0502040204020203" pitchFamily="34" charset="-122"/>
              <a:ea typeface="微软雅黑 Light" panose="020B0502040204020203" pitchFamily="34" charset="-122"/>
            </a:rPr>
            <a:t>项目的不确定性</a:t>
          </a:r>
          <a:endParaRPr lang="zh-CN" altLang="en-US" sz="2000" kern="1200" dirty="0">
            <a:latin typeface="黑体" pitchFamily="49" charset="-122"/>
            <a:ea typeface="黑体" pitchFamily="49" charset="-122"/>
          </a:endParaRPr>
        </a:p>
      </dsp:txBody>
      <dsp:txXfrm>
        <a:off x="379984" y="3979202"/>
        <a:ext cx="5698723" cy="497506"/>
      </dsp:txXfrm>
    </dsp:sp>
    <dsp:sp modelId="{C2EDE2D4-FAE3-405D-AAC7-232D5860DC6B}">
      <dsp:nvSpPr>
        <dsp:cNvPr id="0" name=""/>
        <dsp:cNvSpPr/>
      </dsp:nvSpPr>
      <dsp:spPr>
        <a:xfrm>
          <a:off x="69043" y="3917014"/>
          <a:ext cx="621883" cy="621883"/>
        </a:xfrm>
        <a:prstGeom prst="ellipse">
          <a:avLst/>
        </a:prstGeom>
        <a:solidFill>
          <a:schemeClr val="lt1">
            <a:hueOff val="0"/>
            <a:satOff val="0"/>
            <a:lumOff val="0"/>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C8E036-C2EE-4600-A051-491B681C8C8D}">
      <dsp:nvSpPr>
        <dsp:cNvPr id="0" name=""/>
        <dsp:cNvSpPr/>
      </dsp:nvSpPr>
      <dsp:spPr>
        <a:xfrm>
          <a:off x="4633912" y="1789112"/>
          <a:ext cx="1533525" cy="1533525"/>
        </a:xfrm>
        <a:prstGeom prst="roundRect">
          <a:avLst/>
        </a:prstGeom>
        <a:solidFill>
          <a:schemeClr val="accent2">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t>为什么需要敏捷</a:t>
          </a:r>
        </a:p>
      </dsp:txBody>
      <dsp:txXfrm>
        <a:off x="4708773" y="1863973"/>
        <a:ext cx="1383803" cy="1383803"/>
      </dsp:txXfrm>
    </dsp:sp>
    <dsp:sp modelId="{2E08CFCD-6332-40E2-A17E-084ED5E59966}">
      <dsp:nvSpPr>
        <dsp:cNvPr id="0" name=""/>
        <dsp:cNvSpPr/>
      </dsp:nvSpPr>
      <dsp:spPr>
        <a:xfrm rot="16200000">
          <a:off x="5020069" y="1408506"/>
          <a:ext cx="761211" cy="0"/>
        </a:xfrm>
        <a:custGeom>
          <a:avLst/>
          <a:gdLst/>
          <a:ahLst/>
          <a:cxnLst/>
          <a:rect l="0" t="0" r="0" b="0"/>
          <a:pathLst>
            <a:path>
              <a:moveTo>
                <a:pt x="0" y="0"/>
              </a:moveTo>
              <a:lnTo>
                <a:pt x="761211" y="0"/>
              </a:lnTo>
            </a:path>
          </a:pathLst>
        </a:custGeom>
        <a:noFill/>
        <a:ln w="12700" cap="flat" cmpd="sng" algn="ctr">
          <a:solidFill>
            <a:schemeClr val="accent2">
              <a:hueOff val="0"/>
              <a:satOff val="0"/>
              <a:lumOff val="0"/>
              <a:alphaOff val="0"/>
            </a:schemeClr>
          </a:solidFill>
          <a:prstDash val="solid"/>
          <a:miter lim="800000"/>
        </a:ln>
        <a:effectLst/>
        <a:sp3d z="-40000" prstMaterial="matte"/>
      </dsp:spPr>
      <dsp:style>
        <a:lnRef idx="2">
          <a:scrgbClr r="0" g="0" b="0"/>
        </a:lnRef>
        <a:fillRef idx="0">
          <a:scrgbClr r="0" g="0" b="0"/>
        </a:fillRef>
        <a:effectRef idx="0">
          <a:scrgbClr r="0" g="0" b="0"/>
        </a:effectRef>
        <a:fontRef idx="minor"/>
      </dsp:style>
    </dsp:sp>
    <dsp:sp modelId="{A285A515-1A1B-44A4-867B-3B42E36AD233}">
      <dsp:nvSpPr>
        <dsp:cNvPr id="0" name=""/>
        <dsp:cNvSpPr/>
      </dsp:nvSpPr>
      <dsp:spPr>
        <a:xfrm>
          <a:off x="4886944" y="439"/>
          <a:ext cx="1027461" cy="1027461"/>
        </a:xfrm>
        <a:prstGeom prst="roundRect">
          <a:avLst/>
        </a:prstGeom>
        <a:solidFill>
          <a:schemeClr val="accent3">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更加灵活</a:t>
          </a:r>
        </a:p>
      </dsp:txBody>
      <dsp:txXfrm>
        <a:off x="4937101" y="50596"/>
        <a:ext cx="927147" cy="927147"/>
      </dsp:txXfrm>
    </dsp:sp>
    <dsp:sp modelId="{98E87A3E-8EDA-4E31-A58E-16C5DE7484A6}">
      <dsp:nvSpPr>
        <dsp:cNvPr id="0" name=""/>
        <dsp:cNvSpPr/>
      </dsp:nvSpPr>
      <dsp:spPr>
        <a:xfrm>
          <a:off x="6167437" y="2555874"/>
          <a:ext cx="761211" cy="0"/>
        </a:xfrm>
        <a:custGeom>
          <a:avLst/>
          <a:gdLst/>
          <a:ahLst/>
          <a:cxnLst/>
          <a:rect l="0" t="0" r="0" b="0"/>
          <a:pathLst>
            <a:path>
              <a:moveTo>
                <a:pt x="0" y="0"/>
              </a:moveTo>
              <a:lnTo>
                <a:pt x="761211" y="0"/>
              </a:lnTo>
            </a:path>
          </a:pathLst>
        </a:custGeom>
        <a:noFill/>
        <a:ln w="12700" cap="flat" cmpd="sng" algn="ctr">
          <a:solidFill>
            <a:schemeClr val="accent2">
              <a:hueOff val="0"/>
              <a:satOff val="0"/>
              <a:lumOff val="0"/>
              <a:alphaOff val="0"/>
            </a:schemeClr>
          </a:solidFill>
          <a:prstDash val="solid"/>
          <a:miter lim="800000"/>
        </a:ln>
        <a:effectLst/>
        <a:sp3d z="-40000" prstMaterial="matte"/>
      </dsp:spPr>
      <dsp:style>
        <a:lnRef idx="2">
          <a:scrgbClr r="0" g="0" b="0"/>
        </a:lnRef>
        <a:fillRef idx="0">
          <a:scrgbClr r="0" g="0" b="0"/>
        </a:fillRef>
        <a:effectRef idx="0">
          <a:scrgbClr r="0" g="0" b="0"/>
        </a:effectRef>
        <a:fontRef idx="minor"/>
      </dsp:style>
    </dsp:sp>
    <dsp:sp modelId="{103858DB-0D8A-4A94-A8ED-8B7CB632D64B}">
      <dsp:nvSpPr>
        <dsp:cNvPr id="0" name=""/>
        <dsp:cNvSpPr/>
      </dsp:nvSpPr>
      <dsp:spPr>
        <a:xfrm>
          <a:off x="6928648" y="2042144"/>
          <a:ext cx="1027461" cy="1027461"/>
        </a:xfrm>
        <a:prstGeom prst="roundRect">
          <a:avLst/>
        </a:prstGeom>
        <a:solidFill>
          <a:schemeClr val="accent4">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快速交付</a:t>
          </a:r>
        </a:p>
      </dsp:txBody>
      <dsp:txXfrm>
        <a:off x="6978805" y="2092301"/>
        <a:ext cx="927147" cy="927147"/>
      </dsp:txXfrm>
    </dsp:sp>
    <dsp:sp modelId="{5A634463-5CA1-45DE-9DC2-51CE4525DE68}">
      <dsp:nvSpPr>
        <dsp:cNvPr id="0" name=""/>
        <dsp:cNvSpPr/>
      </dsp:nvSpPr>
      <dsp:spPr>
        <a:xfrm rot="5400000">
          <a:off x="5020069" y="3703243"/>
          <a:ext cx="761211" cy="0"/>
        </a:xfrm>
        <a:custGeom>
          <a:avLst/>
          <a:gdLst/>
          <a:ahLst/>
          <a:cxnLst/>
          <a:rect l="0" t="0" r="0" b="0"/>
          <a:pathLst>
            <a:path>
              <a:moveTo>
                <a:pt x="0" y="0"/>
              </a:moveTo>
              <a:lnTo>
                <a:pt x="761211" y="0"/>
              </a:lnTo>
            </a:path>
          </a:pathLst>
        </a:custGeom>
        <a:noFill/>
        <a:ln w="12700" cap="flat" cmpd="sng" algn="ctr">
          <a:solidFill>
            <a:schemeClr val="accent2">
              <a:hueOff val="0"/>
              <a:satOff val="0"/>
              <a:lumOff val="0"/>
              <a:alphaOff val="0"/>
            </a:schemeClr>
          </a:solidFill>
          <a:prstDash val="solid"/>
          <a:miter lim="800000"/>
        </a:ln>
        <a:effectLst/>
        <a:sp3d z="-40000" prstMaterial="matte"/>
      </dsp:spPr>
      <dsp:style>
        <a:lnRef idx="2">
          <a:scrgbClr r="0" g="0" b="0"/>
        </a:lnRef>
        <a:fillRef idx="0">
          <a:scrgbClr r="0" g="0" b="0"/>
        </a:fillRef>
        <a:effectRef idx="0">
          <a:scrgbClr r="0" g="0" b="0"/>
        </a:effectRef>
        <a:fontRef idx="minor"/>
      </dsp:style>
    </dsp:sp>
    <dsp:sp modelId="{E5D4D3A5-5361-4E22-BE21-44F88B118BAD}">
      <dsp:nvSpPr>
        <dsp:cNvPr id="0" name=""/>
        <dsp:cNvSpPr/>
      </dsp:nvSpPr>
      <dsp:spPr>
        <a:xfrm>
          <a:off x="4886944" y="4083848"/>
          <a:ext cx="1027461" cy="1027461"/>
        </a:xfrm>
        <a:prstGeom prst="roundRect">
          <a:avLst/>
        </a:prstGeom>
        <a:solidFill>
          <a:schemeClr val="accent5">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持续改进</a:t>
          </a:r>
        </a:p>
      </dsp:txBody>
      <dsp:txXfrm>
        <a:off x="4937101" y="4134005"/>
        <a:ext cx="927147" cy="927147"/>
      </dsp:txXfrm>
    </dsp:sp>
    <dsp:sp modelId="{6917A371-A8D4-46BF-B362-B6BAC5B093F8}">
      <dsp:nvSpPr>
        <dsp:cNvPr id="0" name=""/>
        <dsp:cNvSpPr/>
      </dsp:nvSpPr>
      <dsp:spPr>
        <a:xfrm rot="10800000">
          <a:off x="3872701" y="2555874"/>
          <a:ext cx="761211" cy="0"/>
        </a:xfrm>
        <a:custGeom>
          <a:avLst/>
          <a:gdLst/>
          <a:ahLst/>
          <a:cxnLst/>
          <a:rect l="0" t="0" r="0" b="0"/>
          <a:pathLst>
            <a:path>
              <a:moveTo>
                <a:pt x="0" y="0"/>
              </a:moveTo>
              <a:lnTo>
                <a:pt x="761211" y="0"/>
              </a:lnTo>
            </a:path>
          </a:pathLst>
        </a:custGeom>
        <a:noFill/>
        <a:ln w="12700" cap="flat" cmpd="sng" algn="ctr">
          <a:solidFill>
            <a:schemeClr val="accent2">
              <a:hueOff val="0"/>
              <a:satOff val="0"/>
              <a:lumOff val="0"/>
              <a:alphaOff val="0"/>
            </a:schemeClr>
          </a:solidFill>
          <a:prstDash val="solid"/>
          <a:miter lim="800000"/>
        </a:ln>
        <a:effectLst/>
        <a:sp3d z="-40000" prstMaterial="matte"/>
      </dsp:spPr>
      <dsp:style>
        <a:lnRef idx="2">
          <a:scrgbClr r="0" g="0" b="0"/>
        </a:lnRef>
        <a:fillRef idx="0">
          <a:scrgbClr r="0" g="0" b="0"/>
        </a:fillRef>
        <a:effectRef idx="0">
          <a:scrgbClr r="0" g="0" b="0"/>
        </a:effectRef>
        <a:fontRef idx="minor"/>
      </dsp:style>
    </dsp:sp>
    <dsp:sp modelId="{F15E34B5-BCBC-4EE4-9EED-6AB235023B27}">
      <dsp:nvSpPr>
        <dsp:cNvPr id="0" name=""/>
        <dsp:cNvSpPr/>
      </dsp:nvSpPr>
      <dsp:spPr>
        <a:xfrm>
          <a:off x="2845239" y="2042144"/>
          <a:ext cx="1027461" cy="1027461"/>
        </a:xfrm>
        <a:prstGeom prst="roundRect">
          <a:avLst/>
        </a:prstGeom>
        <a:solidFill>
          <a:schemeClr val="accent6">
            <a:hueOff val="0"/>
            <a:satOff val="0"/>
            <a:lumOff val="0"/>
            <a:alphaOff val="0"/>
          </a:schemeClr>
        </a:solidFill>
        <a:ln>
          <a:noFill/>
        </a:ln>
        <a:effectLst/>
        <a:sp3d extrusionH="381000" contourW="38100" prstMaterial="matte">
          <a:contourClr>
            <a:schemeClr val="lt1"/>
          </a:contourClr>
        </a:sp3d>
      </dsp:spPr>
      <dsp:style>
        <a:lnRef idx="0">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更低风险</a:t>
          </a:r>
        </a:p>
      </dsp:txBody>
      <dsp:txXfrm>
        <a:off x="2895396" y="2092301"/>
        <a:ext cx="927147" cy="92714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ADCE9A-F623-4A8D-9AE7-8DD25E7A76D8}">
      <dsp:nvSpPr>
        <dsp:cNvPr id="0" name=""/>
        <dsp:cNvSpPr/>
      </dsp:nvSpPr>
      <dsp:spPr>
        <a:xfrm>
          <a:off x="2637" y="2086480"/>
          <a:ext cx="2346973" cy="938789"/>
        </a:xfrm>
        <a:prstGeom prst="chevron">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项目建议</a:t>
          </a:r>
        </a:p>
      </dsp:txBody>
      <dsp:txXfrm>
        <a:off x="472032" y="2086480"/>
        <a:ext cx="1408184" cy="938789"/>
      </dsp:txXfrm>
    </dsp:sp>
    <dsp:sp modelId="{7A3D29DB-D217-4EDB-96A3-52B1BB0C6283}">
      <dsp:nvSpPr>
        <dsp:cNvPr id="0" name=""/>
        <dsp:cNvSpPr/>
      </dsp:nvSpPr>
      <dsp:spPr>
        <a:xfrm>
          <a:off x="2114912" y="2086480"/>
          <a:ext cx="2346973" cy="938789"/>
        </a:xfrm>
        <a:prstGeom prst="chevron">
          <a:avLst/>
        </a:prstGeom>
        <a:solidFill>
          <a:schemeClr val="accent5">
            <a:hueOff val="-1689636"/>
            <a:satOff val="-4355"/>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项目可行性分析</a:t>
          </a:r>
        </a:p>
      </dsp:txBody>
      <dsp:txXfrm>
        <a:off x="2584307" y="2086480"/>
        <a:ext cx="1408184" cy="938789"/>
      </dsp:txXfrm>
    </dsp:sp>
    <dsp:sp modelId="{4B334B34-EF96-49E0-B66E-133BD48100CA}">
      <dsp:nvSpPr>
        <dsp:cNvPr id="0" name=""/>
        <dsp:cNvSpPr/>
      </dsp:nvSpPr>
      <dsp:spPr>
        <a:xfrm>
          <a:off x="4227188" y="2086480"/>
          <a:ext cx="2346973" cy="938789"/>
        </a:xfrm>
        <a:prstGeom prst="chevron">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项目审批</a:t>
          </a:r>
        </a:p>
      </dsp:txBody>
      <dsp:txXfrm>
        <a:off x="4696583" y="2086480"/>
        <a:ext cx="1408184" cy="938789"/>
      </dsp:txXfrm>
    </dsp:sp>
    <dsp:sp modelId="{5BAD45FD-29D7-48E3-8439-87C6F2A3A98B}">
      <dsp:nvSpPr>
        <dsp:cNvPr id="0" name=""/>
        <dsp:cNvSpPr/>
      </dsp:nvSpPr>
      <dsp:spPr>
        <a:xfrm>
          <a:off x="6339464" y="2086480"/>
          <a:ext cx="2346973" cy="938789"/>
        </a:xfrm>
        <a:prstGeom prst="chevron">
          <a:avLst/>
        </a:prstGeom>
        <a:solidFill>
          <a:schemeClr val="accent5">
            <a:hueOff val="-5068907"/>
            <a:satOff val="-13064"/>
            <a:lumOff val="-88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项目招投标</a:t>
          </a:r>
        </a:p>
      </dsp:txBody>
      <dsp:txXfrm>
        <a:off x="6808859" y="2086480"/>
        <a:ext cx="1408184" cy="938789"/>
      </dsp:txXfrm>
    </dsp:sp>
    <dsp:sp modelId="{C1A69100-C77D-4BF6-A329-8693DB5210CB}">
      <dsp:nvSpPr>
        <dsp:cNvPr id="0" name=""/>
        <dsp:cNvSpPr/>
      </dsp:nvSpPr>
      <dsp:spPr>
        <a:xfrm>
          <a:off x="8451739" y="2086480"/>
          <a:ext cx="2346973" cy="938789"/>
        </a:xfrm>
        <a:prstGeom prst="chevron">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26670" rIns="26670" bIns="2667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项目合同谈判和签到</a:t>
          </a:r>
        </a:p>
      </dsp:txBody>
      <dsp:txXfrm>
        <a:off x="8921134" y="2086480"/>
        <a:ext cx="1408184" cy="93878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6581BA-45EF-4CB9-A1A8-9CFB4998A264}">
      <dsp:nvSpPr>
        <dsp:cNvPr id="0" name=""/>
        <dsp:cNvSpPr/>
      </dsp:nvSpPr>
      <dsp:spPr>
        <a:xfrm>
          <a:off x="1619999" y="1205152"/>
          <a:ext cx="1080001" cy="1080001"/>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100000"/>
            </a:lnSpc>
            <a:spcBef>
              <a:spcPct val="0"/>
            </a:spcBef>
            <a:spcAft>
              <a:spcPts val="0"/>
            </a:spcAft>
            <a:buNone/>
          </a:pPr>
          <a:r>
            <a:rPr lang="zh-CN" altLang="en-US" sz="1600" kern="1200" dirty="0"/>
            <a:t>价值观</a:t>
          </a:r>
          <a:endParaRPr lang="en-US" altLang="zh-CN" sz="1600" kern="1200" dirty="0"/>
        </a:p>
        <a:p>
          <a:pPr marL="0" lvl="0" indent="0" algn="ctr" defTabSz="711200">
            <a:lnSpc>
              <a:spcPct val="100000"/>
            </a:lnSpc>
            <a:spcBef>
              <a:spcPct val="0"/>
            </a:spcBef>
            <a:spcAft>
              <a:spcPts val="0"/>
            </a:spcAft>
            <a:buNone/>
          </a:pPr>
          <a:r>
            <a:rPr lang="en-US" altLang="zh-CN" sz="1600" kern="1200" dirty="0"/>
            <a:t>Values</a:t>
          </a:r>
          <a:endParaRPr lang="zh-CN" altLang="en-US" sz="1600" kern="1200" dirty="0"/>
        </a:p>
      </dsp:txBody>
      <dsp:txXfrm>
        <a:off x="1778161" y="1363314"/>
        <a:ext cx="763677" cy="763677"/>
      </dsp:txXfrm>
    </dsp:sp>
    <dsp:sp modelId="{2697905C-40A9-4D8E-AE89-88ADE6C34F0A}">
      <dsp:nvSpPr>
        <dsp:cNvPr id="0" name=""/>
        <dsp:cNvSpPr/>
      </dsp:nvSpPr>
      <dsp:spPr>
        <a:xfrm rot="16200000">
          <a:off x="2029012" y="1054130"/>
          <a:ext cx="261974" cy="40070"/>
        </a:xfrm>
        <a:custGeom>
          <a:avLst/>
          <a:gdLst/>
          <a:ahLst/>
          <a:cxnLst/>
          <a:rect l="0" t="0" r="0" b="0"/>
          <a:pathLst>
            <a:path>
              <a:moveTo>
                <a:pt x="0" y="20035"/>
              </a:moveTo>
              <a:lnTo>
                <a:pt x="261974" y="2003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2153450" y="1067615"/>
        <a:ext cx="13098" cy="13098"/>
      </dsp:txXfrm>
    </dsp:sp>
    <dsp:sp modelId="{A768ED12-DF85-403F-B898-D6729C70787D}">
      <dsp:nvSpPr>
        <dsp:cNvPr id="0" name=""/>
        <dsp:cNvSpPr/>
      </dsp:nvSpPr>
      <dsp:spPr>
        <a:xfrm>
          <a:off x="1709998" y="43174"/>
          <a:ext cx="900002" cy="900002"/>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承诺</a:t>
          </a:r>
        </a:p>
      </dsp:txBody>
      <dsp:txXfrm>
        <a:off x="1841800" y="174976"/>
        <a:ext cx="636398" cy="636398"/>
      </dsp:txXfrm>
    </dsp:sp>
    <dsp:sp modelId="{B58731E0-DBD1-435A-ADD7-B425A898B445}">
      <dsp:nvSpPr>
        <dsp:cNvPr id="0" name=""/>
        <dsp:cNvSpPr/>
      </dsp:nvSpPr>
      <dsp:spPr>
        <a:xfrm rot="20520000">
          <a:off x="2667160" y="1517771"/>
          <a:ext cx="261974" cy="40070"/>
        </a:xfrm>
        <a:custGeom>
          <a:avLst/>
          <a:gdLst/>
          <a:ahLst/>
          <a:cxnLst/>
          <a:rect l="0" t="0" r="0" b="0"/>
          <a:pathLst>
            <a:path>
              <a:moveTo>
                <a:pt x="0" y="20035"/>
              </a:moveTo>
              <a:lnTo>
                <a:pt x="261974" y="2003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2791598" y="1531257"/>
        <a:ext cx="13098" cy="13098"/>
      </dsp:txXfrm>
    </dsp:sp>
    <dsp:sp modelId="{A3CECE51-0A63-4775-BBDE-4FA68841EC20}">
      <dsp:nvSpPr>
        <dsp:cNvPr id="0" name=""/>
        <dsp:cNvSpPr/>
      </dsp:nvSpPr>
      <dsp:spPr>
        <a:xfrm>
          <a:off x="2900699" y="908269"/>
          <a:ext cx="900002" cy="900002"/>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专注</a:t>
          </a:r>
        </a:p>
      </dsp:txBody>
      <dsp:txXfrm>
        <a:off x="3032501" y="1040071"/>
        <a:ext cx="636398" cy="636398"/>
      </dsp:txXfrm>
    </dsp:sp>
    <dsp:sp modelId="{C763681C-8D89-4BC9-887B-1CD1363C9AA1}">
      <dsp:nvSpPr>
        <dsp:cNvPr id="0" name=""/>
        <dsp:cNvSpPr/>
      </dsp:nvSpPr>
      <dsp:spPr>
        <a:xfrm rot="3240000">
          <a:off x="2423409" y="2267958"/>
          <a:ext cx="261974" cy="40070"/>
        </a:xfrm>
        <a:custGeom>
          <a:avLst/>
          <a:gdLst/>
          <a:ahLst/>
          <a:cxnLst/>
          <a:rect l="0" t="0" r="0" b="0"/>
          <a:pathLst>
            <a:path>
              <a:moveTo>
                <a:pt x="0" y="20035"/>
              </a:moveTo>
              <a:lnTo>
                <a:pt x="261974" y="2003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2547847" y="2281444"/>
        <a:ext cx="13098" cy="13098"/>
      </dsp:txXfrm>
    </dsp:sp>
    <dsp:sp modelId="{7C396246-E3D5-44E8-B402-F252989E77DB}">
      <dsp:nvSpPr>
        <dsp:cNvPr id="0" name=""/>
        <dsp:cNvSpPr/>
      </dsp:nvSpPr>
      <dsp:spPr>
        <a:xfrm>
          <a:off x="2445891" y="2308022"/>
          <a:ext cx="900002" cy="900002"/>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开放</a:t>
          </a:r>
        </a:p>
      </dsp:txBody>
      <dsp:txXfrm>
        <a:off x="2577693" y="2439824"/>
        <a:ext cx="636398" cy="636398"/>
      </dsp:txXfrm>
    </dsp:sp>
    <dsp:sp modelId="{979B44D0-1574-46A1-BD25-F046F787F5A7}">
      <dsp:nvSpPr>
        <dsp:cNvPr id="0" name=""/>
        <dsp:cNvSpPr/>
      </dsp:nvSpPr>
      <dsp:spPr>
        <a:xfrm rot="7560000">
          <a:off x="1634615" y="2267958"/>
          <a:ext cx="261974" cy="40070"/>
        </a:xfrm>
        <a:custGeom>
          <a:avLst/>
          <a:gdLst/>
          <a:ahLst/>
          <a:cxnLst/>
          <a:rect l="0" t="0" r="0" b="0"/>
          <a:pathLst>
            <a:path>
              <a:moveTo>
                <a:pt x="0" y="20035"/>
              </a:moveTo>
              <a:lnTo>
                <a:pt x="261974" y="2003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10800000">
        <a:off x="1759053" y="2281444"/>
        <a:ext cx="13098" cy="13098"/>
      </dsp:txXfrm>
    </dsp:sp>
    <dsp:sp modelId="{E45FD601-8F42-45A7-A248-D87DB5F9943A}">
      <dsp:nvSpPr>
        <dsp:cNvPr id="0" name=""/>
        <dsp:cNvSpPr/>
      </dsp:nvSpPr>
      <dsp:spPr>
        <a:xfrm>
          <a:off x="974105" y="2308022"/>
          <a:ext cx="900002" cy="900002"/>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尊重</a:t>
          </a:r>
        </a:p>
      </dsp:txBody>
      <dsp:txXfrm>
        <a:off x="1105907" y="2439824"/>
        <a:ext cx="636398" cy="636398"/>
      </dsp:txXfrm>
    </dsp:sp>
    <dsp:sp modelId="{B74C3A2B-0533-446F-AE56-FFBBBC35155B}">
      <dsp:nvSpPr>
        <dsp:cNvPr id="0" name=""/>
        <dsp:cNvSpPr/>
      </dsp:nvSpPr>
      <dsp:spPr>
        <a:xfrm rot="11880000">
          <a:off x="1390865" y="1517771"/>
          <a:ext cx="261974" cy="40070"/>
        </a:xfrm>
        <a:custGeom>
          <a:avLst/>
          <a:gdLst/>
          <a:ahLst/>
          <a:cxnLst/>
          <a:rect l="0" t="0" r="0" b="0"/>
          <a:pathLst>
            <a:path>
              <a:moveTo>
                <a:pt x="0" y="20035"/>
              </a:moveTo>
              <a:lnTo>
                <a:pt x="261974" y="2003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10800000">
        <a:off x="1515303" y="1531257"/>
        <a:ext cx="13098" cy="13098"/>
      </dsp:txXfrm>
    </dsp:sp>
    <dsp:sp modelId="{0ECE6D9B-1A91-4A29-82E7-FADB2EE4F6DC}">
      <dsp:nvSpPr>
        <dsp:cNvPr id="0" name=""/>
        <dsp:cNvSpPr/>
      </dsp:nvSpPr>
      <dsp:spPr>
        <a:xfrm>
          <a:off x="519297" y="908269"/>
          <a:ext cx="900002" cy="900002"/>
        </a:xfrm>
        <a:prstGeom prst="ellips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勇气</a:t>
          </a:r>
        </a:p>
      </dsp:txBody>
      <dsp:txXfrm>
        <a:off x="651099" y="1040071"/>
        <a:ext cx="636398" cy="63639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6581BA-45EF-4CB9-A1A8-9CFB4998A264}">
      <dsp:nvSpPr>
        <dsp:cNvPr id="0" name=""/>
        <dsp:cNvSpPr/>
      </dsp:nvSpPr>
      <dsp:spPr>
        <a:xfrm>
          <a:off x="1619997" y="1441185"/>
          <a:ext cx="1080004" cy="1080004"/>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zh-CN" altLang="en-US" sz="1600" kern="1200" dirty="0"/>
            <a:t>理念</a:t>
          </a:r>
        </a:p>
      </dsp:txBody>
      <dsp:txXfrm>
        <a:off x="1778160" y="1599348"/>
        <a:ext cx="763678" cy="763678"/>
      </dsp:txXfrm>
    </dsp:sp>
    <dsp:sp modelId="{2697905C-40A9-4D8E-AE89-88ADE6C34F0A}">
      <dsp:nvSpPr>
        <dsp:cNvPr id="0" name=""/>
        <dsp:cNvSpPr/>
      </dsp:nvSpPr>
      <dsp:spPr>
        <a:xfrm rot="16200000">
          <a:off x="1943827" y="1202252"/>
          <a:ext cx="432345" cy="45520"/>
        </a:xfrm>
        <a:custGeom>
          <a:avLst/>
          <a:gdLst/>
          <a:ahLst/>
          <a:cxnLst/>
          <a:rect l="0" t="0" r="0" b="0"/>
          <a:pathLst>
            <a:path>
              <a:moveTo>
                <a:pt x="0" y="22760"/>
              </a:moveTo>
              <a:lnTo>
                <a:pt x="432345" y="2276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2149191" y="1214204"/>
        <a:ext cx="21617" cy="21617"/>
      </dsp:txXfrm>
    </dsp:sp>
    <dsp:sp modelId="{A768ED12-DF85-403F-B898-D6729C70787D}">
      <dsp:nvSpPr>
        <dsp:cNvPr id="0" name=""/>
        <dsp:cNvSpPr/>
      </dsp:nvSpPr>
      <dsp:spPr>
        <a:xfrm>
          <a:off x="1709997" y="108834"/>
          <a:ext cx="900005" cy="900005"/>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透明</a:t>
          </a:r>
        </a:p>
      </dsp:txBody>
      <dsp:txXfrm>
        <a:off x="1841800" y="240637"/>
        <a:ext cx="636399" cy="636399"/>
      </dsp:txXfrm>
    </dsp:sp>
    <dsp:sp modelId="{B58731E0-DBD1-435A-ADD7-B425A898B445}">
      <dsp:nvSpPr>
        <dsp:cNvPr id="0" name=""/>
        <dsp:cNvSpPr/>
      </dsp:nvSpPr>
      <dsp:spPr>
        <a:xfrm rot="1800000">
          <a:off x="2598693" y="2336514"/>
          <a:ext cx="432345" cy="45520"/>
        </a:xfrm>
        <a:custGeom>
          <a:avLst/>
          <a:gdLst/>
          <a:ahLst/>
          <a:cxnLst/>
          <a:rect l="0" t="0" r="0" b="0"/>
          <a:pathLst>
            <a:path>
              <a:moveTo>
                <a:pt x="0" y="22760"/>
              </a:moveTo>
              <a:lnTo>
                <a:pt x="432345" y="2276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a:off x="2804057" y="2348466"/>
        <a:ext cx="21617" cy="21617"/>
      </dsp:txXfrm>
    </dsp:sp>
    <dsp:sp modelId="{A3CECE51-0A63-4775-BBDE-4FA68841EC20}">
      <dsp:nvSpPr>
        <dsp:cNvPr id="0" name=""/>
        <dsp:cNvSpPr/>
      </dsp:nvSpPr>
      <dsp:spPr>
        <a:xfrm>
          <a:off x="2941788" y="2242359"/>
          <a:ext cx="900005" cy="900005"/>
        </a:xfrm>
        <a:prstGeom prst="ellipse">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监视</a:t>
          </a:r>
        </a:p>
      </dsp:txBody>
      <dsp:txXfrm>
        <a:off x="3073591" y="2374162"/>
        <a:ext cx="636399" cy="636399"/>
      </dsp:txXfrm>
    </dsp:sp>
    <dsp:sp modelId="{B74C3A2B-0533-446F-AE56-FFBBBC35155B}">
      <dsp:nvSpPr>
        <dsp:cNvPr id="0" name=""/>
        <dsp:cNvSpPr/>
      </dsp:nvSpPr>
      <dsp:spPr>
        <a:xfrm rot="9000000">
          <a:off x="1288960" y="2336514"/>
          <a:ext cx="432345" cy="45520"/>
        </a:xfrm>
        <a:custGeom>
          <a:avLst/>
          <a:gdLst/>
          <a:ahLst/>
          <a:cxnLst/>
          <a:rect l="0" t="0" r="0" b="0"/>
          <a:pathLst>
            <a:path>
              <a:moveTo>
                <a:pt x="0" y="22760"/>
              </a:moveTo>
              <a:lnTo>
                <a:pt x="432345" y="2276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zh-CN" altLang="en-US" sz="500" kern="1200"/>
        </a:p>
      </dsp:txBody>
      <dsp:txXfrm rot="10800000">
        <a:off x="1494324" y="2348466"/>
        <a:ext cx="21617" cy="21617"/>
      </dsp:txXfrm>
    </dsp:sp>
    <dsp:sp modelId="{0ECE6D9B-1A91-4A29-82E7-FADB2EE4F6DC}">
      <dsp:nvSpPr>
        <dsp:cNvPr id="0" name=""/>
        <dsp:cNvSpPr/>
      </dsp:nvSpPr>
      <dsp:spPr>
        <a:xfrm>
          <a:off x="478205" y="2242359"/>
          <a:ext cx="900005" cy="900005"/>
        </a:xfrm>
        <a:prstGeom prst="ellipse">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zh-CN" altLang="en-US" sz="1800" kern="1200" dirty="0"/>
            <a:t>适应</a:t>
          </a:r>
        </a:p>
      </dsp:txBody>
      <dsp:txXfrm>
        <a:off x="610008" y="2374162"/>
        <a:ext cx="636399" cy="63639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C79863-28B7-4641-A9CA-CA81A5866EAD}">
      <dsp:nvSpPr>
        <dsp:cNvPr id="0" name=""/>
        <dsp:cNvSpPr/>
      </dsp:nvSpPr>
      <dsp:spPr>
        <a:xfrm>
          <a:off x="4320540" y="1779439"/>
          <a:ext cx="3056813" cy="530521"/>
        </a:xfrm>
        <a:custGeom>
          <a:avLst/>
          <a:gdLst/>
          <a:ahLst/>
          <a:cxnLst/>
          <a:rect l="0" t="0" r="0" b="0"/>
          <a:pathLst>
            <a:path>
              <a:moveTo>
                <a:pt x="0" y="0"/>
              </a:moveTo>
              <a:lnTo>
                <a:pt x="0" y="265260"/>
              </a:lnTo>
              <a:lnTo>
                <a:pt x="3056813" y="265260"/>
              </a:lnTo>
              <a:lnTo>
                <a:pt x="3056813" y="53052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91147C7-2FCD-4627-B9AE-9C0A7122E164}">
      <dsp:nvSpPr>
        <dsp:cNvPr id="0" name=""/>
        <dsp:cNvSpPr/>
      </dsp:nvSpPr>
      <dsp:spPr>
        <a:xfrm>
          <a:off x="4274820" y="1779439"/>
          <a:ext cx="91440" cy="530521"/>
        </a:xfrm>
        <a:custGeom>
          <a:avLst/>
          <a:gdLst/>
          <a:ahLst/>
          <a:cxnLst/>
          <a:rect l="0" t="0" r="0" b="0"/>
          <a:pathLst>
            <a:path>
              <a:moveTo>
                <a:pt x="45720" y="0"/>
              </a:moveTo>
              <a:lnTo>
                <a:pt x="45720" y="53052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AD3EA0-D08B-44E0-90FF-941318A849A9}">
      <dsp:nvSpPr>
        <dsp:cNvPr id="0" name=""/>
        <dsp:cNvSpPr/>
      </dsp:nvSpPr>
      <dsp:spPr>
        <a:xfrm>
          <a:off x="1263726" y="1779439"/>
          <a:ext cx="3056813" cy="530521"/>
        </a:xfrm>
        <a:custGeom>
          <a:avLst/>
          <a:gdLst/>
          <a:ahLst/>
          <a:cxnLst/>
          <a:rect l="0" t="0" r="0" b="0"/>
          <a:pathLst>
            <a:path>
              <a:moveTo>
                <a:pt x="3056813" y="0"/>
              </a:moveTo>
              <a:lnTo>
                <a:pt x="3056813" y="265260"/>
              </a:lnTo>
              <a:lnTo>
                <a:pt x="0" y="265260"/>
              </a:lnTo>
              <a:lnTo>
                <a:pt x="0" y="53052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D9CCFF9-BD17-4D75-86B1-78E586639F4F}">
      <dsp:nvSpPr>
        <dsp:cNvPr id="0" name=""/>
        <dsp:cNvSpPr/>
      </dsp:nvSpPr>
      <dsp:spPr>
        <a:xfrm>
          <a:off x="3057393" y="879435"/>
          <a:ext cx="2526292" cy="900004"/>
        </a:xfrm>
        <a:prstGeom prst="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100000"/>
            </a:lnSpc>
            <a:spcBef>
              <a:spcPct val="0"/>
            </a:spcBef>
            <a:spcAft>
              <a:spcPts val="0"/>
            </a:spcAft>
            <a:buNone/>
          </a:pPr>
          <a:r>
            <a:rPr lang="en-US" altLang="zh-CN" sz="1800" kern="1200" dirty="0"/>
            <a:t>Scrum Team</a:t>
          </a:r>
        </a:p>
        <a:p>
          <a:pPr marL="0" lvl="0" indent="0" algn="ctr" defTabSz="800100">
            <a:lnSpc>
              <a:spcPct val="100000"/>
            </a:lnSpc>
            <a:spcBef>
              <a:spcPct val="0"/>
            </a:spcBef>
            <a:spcAft>
              <a:spcPts val="0"/>
            </a:spcAft>
            <a:buNone/>
          </a:pPr>
          <a:r>
            <a:rPr lang="zh-CN" altLang="en-US" sz="1800" kern="1200" dirty="0"/>
            <a:t>团队</a:t>
          </a:r>
        </a:p>
      </dsp:txBody>
      <dsp:txXfrm>
        <a:off x="3057393" y="879435"/>
        <a:ext cx="2526292" cy="900004"/>
      </dsp:txXfrm>
    </dsp:sp>
    <dsp:sp modelId="{E1B194E7-E9A2-4E57-9BB7-20DBBFCA2C24}">
      <dsp:nvSpPr>
        <dsp:cNvPr id="0" name=""/>
        <dsp:cNvSpPr/>
      </dsp:nvSpPr>
      <dsp:spPr>
        <a:xfrm>
          <a:off x="580" y="2309960"/>
          <a:ext cx="2526292" cy="90000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100000"/>
            </a:lnSpc>
            <a:spcBef>
              <a:spcPct val="0"/>
            </a:spcBef>
            <a:spcAft>
              <a:spcPts val="0"/>
            </a:spcAft>
            <a:buNone/>
          </a:pPr>
          <a:r>
            <a:rPr lang="en-US" altLang="zh-CN" sz="1800" kern="1200" dirty="0"/>
            <a:t>Developer</a:t>
          </a:r>
        </a:p>
        <a:p>
          <a:pPr marL="0" lvl="0" indent="0" algn="ctr" defTabSz="800100">
            <a:lnSpc>
              <a:spcPct val="100000"/>
            </a:lnSpc>
            <a:spcBef>
              <a:spcPct val="0"/>
            </a:spcBef>
            <a:spcAft>
              <a:spcPts val="0"/>
            </a:spcAft>
            <a:buNone/>
          </a:pPr>
          <a:r>
            <a:rPr lang="zh-CN" altLang="en-US" sz="1800" kern="1200" dirty="0"/>
            <a:t>开发者</a:t>
          </a:r>
        </a:p>
      </dsp:txBody>
      <dsp:txXfrm>
        <a:off x="580" y="2309960"/>
        <a:ext cx="2526292" cy="900004"/>
      </dsp:txXfrm>
    </dsp:sp>
    <dsp:sp modelId="{3BD3742E-89D8-4278-B047-2E690CF46C27}">
      <dsp:nvSpPr>
        <dsp:cNvPr id="0" name=""/>
        <dsp:cNvSpPr/>
      </dsp:nvSpPr>
      <dsp:spPr>
        <a:xfrm>
          <a:off x="3057393" y="2309960"/>
          <a:ext cx="2526292" cy="90000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100000"/>
            </a:lnSpc>
            <a:spcBef>
              <a:spcPct val="0"/>
            </a:spcBef>
            <a:spcAft>
              <a:spcPts val="0"/>
            </a:spcAft>
            <a:buNone/>
          </a:pPr>
          <a:r>
            <a:rPr lang="en-US" altLang="zh-CN" sz="1800" kern="1200" dirty="0"/>
            <a:t>Product Owner</a:t>
          </a:r>
        </a:p>
        <a:p>
          <a:pPr marL="0" lvl="0" indent="0" algn="ctr" defTabSz="800100">
            <a:lnSpc>
              <a:spcPct val="100000"/>
            </a:lnSpc>
            <a:spcBef>
              <a:spcPct val="0"/>
            </a:spcBef>
            <a:spcAft>
              <a:spcPts val="0"/>
            </a:spcAft>
            <a:buNone/>
          </a:pPr>
          <a:r>
            <a:rPr lang="zh-CN" altLang="en-US" sz="1800" kern="1200" dirty="0"/>
            <a:t>产品负责人</a:t>
          </a:r>
        </a:p>
      </dsp:txBody>
      <dsp:txXfrm>
        <a:off x="3057393" y="2309960"/>
        <a:ext cx="2526292" cy="900004"/>
      </dsp:txXfrm>
    </dsp:sp>
    <dsp:sp modelId="{E24E934A-6782-4A44-B105-7B83B7DB5B47}">
      <dsp:nvSpPr>
        <dsp:cNvPr id="0" name=""/>
        <dsp:cNvSpPr/>
      </dsp:nvSpPr>
      <dsp:spPr>
        <a:xfrm>
          <a:off x="6114207" y="2309960"/>
          <a:ext cx="2526292" cy="900004"/>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100000"/>
            </a:lnSpc>
            <a:spcBef>
              <a:spcPct val="0"/>
            </a:spcBef>
            <a:spcAft>
              <a:spcPts val="0"/>
            </a:spcAft>
            <a:buNone/>
          </a:pPr>
          <a:r>
            <a:rPr lang="en-US" altLang="zh-CN" sz="1800" kern="1200" dirty="0"/>
            <a:t>Scrum Master</a:t>
          </a:r>
        </a:p>
        <a:p>
          <a:pPr marL="0" lvl="0" indent="0" algn="ctr" defTabSz="800100">
            <a:lnSpc>
              <a:spcPct val="100000"/>
            </a:lnSpc>
            <a:spcBef>
              <a:spcPct val="0"/>
            </a:spcBef>
            <a:spcAft>
              <a:spcPts val="0"/>
            </a:spcAft>
            <a:buNone/>
          </a:pPr>
          <a:r>
            <a:rPr lang="zh-CN" altLang="en-US" sz="1800" kern="1200" dirty="0"/>
            <a:t>敏捷教练</a:t>
          </a:r>
        </a:p>
      </dsp:txBody>
      <dsp:txXfrm>
        <a:off x="6114207" y="2309960"/>
        <a:ext cx="2526292" cy="90000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4F4DF1-37BB-4ECD-9418-D07081488686}">
      <dsp:nvSpPr>
        <dsp:cNvPr id="0" name=""/>
        <dsp:cNvSpPr/>
      </dsp:nvSpPr>
      <dsp:spPr>
        <a:xfrm>
          <a:off x="842595" y="51954"/>
          <a:ext cx="6955889" cy="1011581"/>
        </a:xfrm>
        <a:prstGeom prst="rightArrow">
          <a:avLst>
            <a:gd name="adj1" fmla="val 50000"/>
            <a:gd name="adj2" fmla="val 5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254000" bIns="160589" numCol="1" spcCol="1270" anchor="ctr" anchorCtr="0">
          <a:noAutofit/>
        </a:bodyPr>
        <a:lstStyle/>
        <a:p>
          <a:pPr marL="0" lvl="0" indent="0" algn="l" defTabSz="622300">
            <a:lnSpc>
              <a:spcPct val="90000"/>
            </a:lnSpc>
            <a:spcBef>
              <a:spcPct val="0"/>
            </a:spcBef>
            <a:spcAft>
              <a:spcPct val="35000"/>
            </a:spcAft>
            <a:buNone/>
          </a:pPr>
          <a:r>
            <a:rPr lang="en-US" altLang="zh-CN" sz="1400" kern="1200" dirty="0"/>
            <a:t>Sprint</a:t>
          </a:r>
          <a:endParaRPr lang="zh-CN" altLang="en-US" sz="1400" kern="1200" dirty="0"/>
        </a:p>
      </dsp:txBody>
      <dsp:txXfrm>
        <a:off x="842595" y="304849"/>
        <a:ext cx="6702994" cy="505791"/>
      </dsp:txXfrm>
    </dsp:sp>
    <dsp:sp modelId="{E86EC7DA-1671-4DAB-B8CD-684A0A10D28B}">
      <dsp:nvSpPr>
        <dsp:cNvPr id="0" name=""/>
        <dsp:cNvSpPr/>
      </dsp:nvSpPr>
      <dsp:spPr>
        <a:xfrm>
          <a:off x="842595" y="830724"/>
          <a:ext cx="1285587" cy="1857425"/>
        </a:xfrm>
        <a:prstGeom prst="rect">
          <a:avLst/>
        </a:prstGeom>
        <a:solidFill>
          <a:schemeClr val="lt1">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zh-CN" altLang="en-US" sz="1400" kern="1200" dirty="0"/>
            <a:t>冲刺</a:t>
          </a:r>
        </a:p>
      </dsp:txBody>
      <dsp:txXfrm>
        <a:off x="842595" y="830724"/>
        <a:ext cx="1285587" cy="1857425"/>
      </dsp:txXfrm>
    </dsp:sp>
    <dsp:sp modelId="{3377E146-BBE8-4251-922A-3A142A5DB22A}">
      <dsp:nvSpPr>
        <dsp:cNvPr id="0" name=""/>
        <dsp:cNvSpPr/>
      </dsp:nvSpPr>
      <dsp:spPr>
        <a:xfrm>
          <a:off x="2128043" y="389278"/>
          <a:ext cx="5670441" cy="1011581"/>
        </a:xfrm>
        <a:prstGeom prst="rightArrow">
          <a:avLst>
            <a:gd name="adj1" fmla="val 50000"/>
            <a:gd name="adj2" fmla="val 50000"/>
          </a:avLst>
        </a:prstGeom>
        <a:solidFill>
          <a:schemeClr val="accent5">
            <a:hueOff val="-1689636"/>
            <a:satOff val="-4355"/>
            <a:lumOff val="-29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254000" bIns="160589" numCol="1" spcCol="1270" anchor="ctr" anchorCtr="0">
          <a:noAutofit/>
        </a:bodyPr>
        <a:lstStyle/>
        <a:p>
          <a:pPr marL="0" lvl="0" indent="0" algn="l" defTabSz="622300">
            <a:lnSpc>
              <a:spcPct val="90000"/>
            </a:lnSpc>
            <a:spcBef>
              <a:spcPct val="0"/>
            </a:spcBef>
            <a:spcAft>
              <a:spcPct val="35000"/>
            </a:spcAft>
            <a:buNone/>
          </a:pPr>
          <a:r>
            <a:rPr lang="en-US" altLang="zh-CN" sz="1400" kern="1200" dirty="0"/>
            <a:t>Spring Planning</a:t>
          </a:r>
          <a:endParaRPr lang="zh-CN" altLang="en-US" sz="1400" kern="1200" dirty="0"/>
        </a:p>
      </dsp:txBody>
      <dsp:txXfrm>
        <a:off x="2128043" y="642173"/>
        <a:ext cx="5417546" cy="505791"/>
      </dsp:txXfrm>
    </dsp:sp>
    <dsp:sp modelId="{3F0F4678-4480-4F65-812F-7188E8E3BA27}">
      <dsp:nvSpPr>
        <dsp:cNvPr id="0" name=""/>
        <dsp:cNvSpPr/>
      </dsp:nvSpPr>
      <dsp:spPr>
        <a:xfrm>
          <a:off x="2128043" y="1168048"/>
          <a:ext cx="1285587" cy="1857425"/>
        </a:xfrm>
        <a:prstGeom prst="rect">
          <a:avLst/>
        </a:prstGeom>
        <a:solidFill>
          <a:schemeClr val="lt1">
            <a:hueOff val="0"/>
            <a:satOff val="0"/>
            <a:lumOff val="0"/>
            <a:alphaOff val="0"/>
          </a:schemeClr>
        </a:solidFill>
        <a:ln w="12700" cap="flat" cmpd="sng" algn="ctr">
          <a:solidFill>
            <a:schemeClr val="accent5">
              <a:hueOff val="-1689636"/>
              <a:satOff val="-4355"/>
              <a:lumOff val="-294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zh-CN" altLang="en-US" sz="1400" kern="1200" dirty="0"/>
            <a:t>规划</a:t>
          </a:r>
        </a:p>
      </dsp:txBody>
      <dsp:txXfrm>
        <a:off x="2128043" y="1168048"/>
        <a:ext cx="1285587" cy="1857425"/>
      </dsp:txXfrm>
    </dsp:sp>
    <dsp:sp modelId="{962DE86B-57FB-4E57-B9E2-1CDD9869201D}">
      <dsp:nvSpPr>
        <dsp:cNvPr id="0" name=""/>
        <dsp:cNvSpPr/>
      </dsp:nvSpPr>
      <dsp:spPr>
        <a:xfrm>
          <a:off x="3413491" y="726602"/>
          <a:ext cx="4384993" cy="1011581"/>
        </a:xfrm>
        <a:prstGeom prst="rightArrow">
          <a:avLst>
            <a:gd name="adj1" fmla="val 50000"/>
            <a:gd name="adj2" fmla="val 50000"/>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254000" bIns="160589" numCol="1" spcCol="1270" anchor="ctr" anchorCtr="0">
          <a:noAutofit/>
        </a:bodyPr>
        <a:lstStyle/>
        <a:p>
          <a:pPr marL="0" lvl="0" indent="0" algn="l" defTabSz="622300">
            <a:lnSpc>
              <a:spcPct val="90000"/>
            </a:lnSpc>
            <a:spcBef>
              <a:spcPct val="0"/>
            </a:spcBef>
            <a:spcAft>
              <a:spcPct val="35000"/>
            </a:spcAft>
            <a:buNone/>
          </a:pPr>
          <a:r>
            <a:rPr lang="en-US" altLang="zh-CN" sz="1400" kern="1200" dirty="0"/>
            <a:t>Daily Scrum</a:t>
          </a:r>
          <a:endParaRPr lang="zh-CN" altLang="en-US" sz="1400" kern="1200" dirty="0"/>
        </a:p>
      </dsp:txBody>
      <dsp:txXfrm>
        <a:off x="3413491" y="979497"/>
        <a:ext cx="4132098" cy="505791"/>
      </dsp:txXfrm>
    </dsp:sp>
    <dsp:sp modelId="{A2FE8EDA-D970-4B0B-BEE7-3C260734EB3F}">
      <dsp:nvSpPr>
        <dsp:cNvPr id="0" name=""/>
        <dsp:cNvSpPr/>
      </dsp:nvSpPr>
      <dsp:spPr>
        <a:xfrm>
          <a:off x="3413491" y="1505371"/>
          <a:ext cx="1285587" cy="1857425"/>
        </a:xfrm>
        <a:prstGeom prst="rect">
          <a:avLst/>
        </a:prstGeom>
        <a:solidFill>
          <a:schemeClr val="lt1">
            <a:hueOff val="0"/>
            <a:satOff val="0"/>
            <a:lumOff val="0"/>
            <a:alphaOff val="0"/>
          </a:schemeClr>
        </a:solidFill>
        <a:ln w="12700" cap="flat" cmpd="sng" algn="ctr">
          <a:solidFill>
            <a:schemeClr val="accent5">
              <a:hueOff val="-3379271"/>
              <a:satOff val="-8710"/>
              <a:lumOff val="-588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zh-CN" altLang="en-US" sz="1400" kern="1200" dirty="0"/>
            <a:t>每日站会</a:t>
          </a:r>
        </a:p>
      </dsp:txBody>
      <dsp:txXfrm>
        <a:off x="3413491" y="1505371"/>
        <a:ext cx="1285587" cy="1857425"/>
      </dsp:txXfrm>
    </dsp:sp>
    <dsp:sp modelId="{C0E91409-81B0-4028-907D-5327B5143ADB}">
      <dsp:nvSpPr>
        <dsp:cNvPr id="0" name=""/>
        <dsp:cNvSpPr/>
      </dsp:nvSpPr>
      <dsp:spPr>
        <a:xfrm>
          <a:off x="4699636" y="1063926"/>
          <a:ext cx="3098848" cy="1011581"/>
        </a:xfrm>
        <a:prstGeom prst="rightArrow">
          <a:avLst>
            <a:gd name="adj1" fmla="val 50000"/>
            <a:gd name="adj2" fmla="val 50000"/>
          </a:avLst>
        </a:prstGeom>
        <a:solidFill>
          <a:schemeClr val="accent5">
            <a:hueOff val="-5068907"/>
            <a:satOff val="-13064"/>
            <a:lumOff val="-882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254000" bIns="160589" numCol="1" spcCol="1270" anchor="ctr" anchorCtr="0">
          <a:noAutofit/>
        </a:bodyPr>
        <a:lstStyle/>
        <a:p>
          <a:pPr marL="0" lvl="0" indent="0" algn="l" defTabSz="622300">
            <a:lnSpc>
              <a:spcPct val="90000"/>
            </a:lnSpc>
            <a:spcBef>
              <a:spcPct val="0"/>
            </a:spcBef>
            <a:spcAft>
              <a:spcPct val="35000"/>
            </a:spcAft>
            <a:buNone/>
          </a:pPr>
          <a:r>
            <a:rPr lang="en-US" altLang="zh-CN" sz="1400" kern="1200" dirty="0"/>
            <a:t>Review</a:t>
          </a:r>
          <a:endParaRPr lang="zh-CN" altLang="en-US" sz="1400" kern="1200" dirty="0"/>
        </a:p>
      </dsp:txBody>
      <dsp:txXfrm>
        <a:off x="4699636" y="1316821"/>
        <a:ext cx="2845953" cy="505791"/>
      </dsp:txXfrm>
    </dsp:sp>
    <dsp:sp modelId="{2B2584B2-DDE4-43C5-AC13-F191D54BFA19}">
      <dsp:nvSpPr>
        <dsp:cNvPr id="0" name=""/>
        <dsp:cNvSpPr/>
      </dsp:nvSpPr>
      <dsp:spPr>
        <a:xfrm>
          <a:off x="4699636" y="1842695"/>
          <a:ext cx="1285587" cy="1857425"/>
        </a:xfrm>
        <a:prstGeom prst="rect">
          <a:avLst/>
        </a:prstGeom>
        <a:solidFill>
          <a:schemeClr val="lt1">
            <a:hueOff val="0"/>
            <a:satOff val="0"/>
            <a:lumOff val="0"/>
            <a:alphaOff val="0"/>
          </a:schemeClr>
        </a:solidFill>
        <a:ln w="12700" cap="flat" cmpd="sng" algn="ctr">
          <a:solidFill>
            <a:schemeClr val="accent5">
              <a:hueOff val="-5068907"/>
              <a:satOff val="-13064"/>
              <a:lumOff val="-882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zh-CN" altLang="en-US" sz="1400" kern="1200" dirty="0"/>
            <a:t>评审</a:t>
          </a:r>
        </a:p>
      </dsp:txBody>
      <dsp:txXfrm>
        <a:off x="4699636" y="1842695"/>
        <a:ext cx="1285587" cy="1857425"/>
      </dsp:txXfrm>
    </dsp:sp>
    <dsp:sp modelId="{C2F78D87-5BAB-4238-BA32-642972FEF7AA}">
      <dsp:nvSpPr>
        <dsp:cNvPr id="0" name=""/>
        <dsp:cNvSpPr/>
      </dsp:nvSpPr>
      <dsp:spPr>
        <a:xfrm>
          <a:off x="5985084" y="1401249"/>
          <a:ext cx="1813400" cy="1011581"/>
        </a:xfrm>
        <a:prstGeom prst="rightArrow">
          <a:avLst>
            <a:gd name="adj1" fmla="val 50000"/>
            <a:gd name="adj2" fmla="val 50000"/>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254000" bIns="160589" numCol="1" spcCol="1270" anchor="ctr" anchorCtr="0">
          <a:noAutofit/>
        </a:bodyPr>
        <a:lstStyle/>
        <a:p>
          <a:pPr marL="0" lvl="0" indent="0" algn="l" defTabSz="622300">
            <a:lnSpc>
              <a:spcPct val="90000"/>
            </a:lnSpc>
            <a:spcBef>
              <a:spcPct val="0"/>
            </a:spcBef>
            <a:spcAft>
              <a:spcPct val="35000"/>
            </a:spcAft>
            <a:buNone/>
          </a:pPr>
          <a:r>
            <a:rPr lang="en-US" altLang="zh-CN" sz="1400" kern="1200" dirty="0"/>
            <a:t>Retrospective</a:t>
          </a:r>
          <a:endParaRPr lang="zh-CN" altLang="en-US" sz="1400" kern="1200" dirty="0"/>
        </a:p>
      </dsp:txBody>
      <dsp:txXfrm>
        <a:off x="5985084" y="1654144"/>
        <a:ext cx="1560505" cy="505791"/>
      </dsp:txXfrm>
    </dsp:sp>
    <dsp:sp modelId="{5E52CB30-E02C-40CD-B263-64B93A59E37F}">
      <dsp:nvSpPr>
        <dsp:cNvPr id="0" name=""/>
        <dsp:cNvSpPr/>
      </dsp:nvSpPr>
      <dsp:spPr>
        <a:xfrm>
          <a:off x="5985084" y="2180019"/>
          <a:ext cx="1285587" cy="1857425"/>
        </a:xfrm>
        <a:prstGeom prst="rect">
          <a:avLst/>
        </a:prstGeom>
        <a:solidFill>
          <a:schemeClr val="lt1">
            <a:hueOff val="0"/>
            <a:satOff val="0"/>
            <a:lumOff val="0"/>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0" lvl="0" indent="0" algn="l" defTabSz="622300">
            <a:lnSpc>
              <a:spcPct val="90000"/>
            </a:lnSpc>
            <a:spcBef>
              <a:spcPct val="0"/>
            </a:spcBef>
            <a:spcAft>
              <a:spcPct val="35000"/>
            </a:spcAft>
            <a:buNone/>
          </a:pPr>
          <a:r>
            <a:rPr lang="zh-CN" altLang="en-US" sz="1400" kern="1200" dirty="0"/>
            <a:t>回顾</a:t>
          </a:r>
        </a:p>
      </dsp:txBody>
      <dsp:txXfrm>
        <a:off x="5985084" y="2180019"/>
        <a:ext cx="1285587" cy="185742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A210CE-E0B8-452A-AD79-866B094362ED}">
      <dsp:nvSpPr>
        <dsp:cNvPr id="0" name=""/>
        <dsp:cNvSpPr/>
      </dsp:nvSpPr>
      <dsp:spPr>
        <a:xfrm>
          <a:off x="0" y="889560"/>
          <a:ext cx="5400000" cy="4536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D02235A-25BF-4B29-9162-A7F92081A1E0}">
      <dsp:nvSpPr>
        <dsp:cNvPr id="0" name=""/>
        <dsp:cNvSpPr/>
      </dsp:nvSpPr>
      <dsp:spPr>
        <a:xfrm>
          <a:off x="270000" y="623879"/>
          <a:ext cx="3780000" cy="53136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875" tIns="0" rIns="142875" bIns="0" numCol="1" spcCol="1270" anchor="ctr" anchorCtr="0">
          <a:noAutofit/>
        </a:bodyPr>
        <a:lstStyle/>
        <a:p>
          <a:pPr marL="0" lvl="0" indent="0" algn="l" defTabSz="800100">
            <a:lnSpc>
              <a:spcPct val="90000"/>
            </a:lnSpc>
            <a:spcBef>
              <a:spcPct val="0"/>
            </a:spcBef>
            <a:spcAft>
              <a:spcPct val="35000"/>
            </a:spcAft>
            <a:buNone/>
          </a:pPr>
          <a:r>
            <a:rPr lang="en-US" altLang="zh-CN" sz="1800" kern="1200" dirty="0"/>
            <a:t>Product Backlog </a:t>
          </a:r>
          <a:r>
            <a:rPr lang="zh-CN" altLang="en-US" sz="1800" kern="1200" dirty="0"/>
            <a:t>产品待办事项 </a:t>
          </a:r>
        </a:p>
      </dsp:txBody>
      <dsp:txXfrm>
        <a:off x="295939" y="649818"/>
        <a:ext cx="3728122" cy="479482"/>
      </dsp:txXfrm>
    </dsp:sp>
    <dsp:sp modelId="{F7F664A6-DE14-4ED8-B93A-D4F9738CC253}">
      <dsp:nvSpPr>
        <dsp:cNvPr id="0" name=""/>
        <dsp:cNvSpPr/>
      </dsp:nvSpPr>
      <dsp:spPr>
        <a:xfrm>
          <a:off x="0" y="1706040"/>
          <a:ext cx="5400000" cy="453600"/>
        </a:xfrm>
        <a:prstGeom prst="rect">
          <a:avLst/>
        </a:prstGeom>
        <a:solidFill>
          <a:schemeClr val="lt1">
            <a:alpha val="90000"/>
            <a:hueOff val="0"/>
            <a:satOff val="0"/>
            <a:lumOff val="0"/>
            <a:alphaOff val="0"/>
          </a:schemeClr>
        </a:solidFill>
        <a:ln w="12700" cap="flat" cmpd="sng" algn="ctr">
          <a:solidFill>
            <a:schemeClr val="accent5">
              <a:hueOff val="-3379271"/>
              <a:satOff val="-8710"/>
              <a:lumOff val="-5883"/>
              <a:alphaOff val="0"/>
            </a:schemeClr>
          </a:solidFill>
          <a:prstDash val="solid"/>
          <a:miter lim="800000"/>
        </a:ln>
        <a:effectLst/>
      </dsp:spPr>
      <dsp:style>
        <a:lnRef idx="2">
          <a:scrgbClr r="0" g="0" b="0"/>
        </a:lnRef>
        <a:fillRef idx="1">
          <a:scrgbClr r="0" g="0" b="0"/>
        </a:fillRef>
        <a:effectRef idx="0">
          <a:scrgbClr r="0" g="0" b="0"/>
        </a:effectRef>
        <a:fontRef idx="minor"/>
      </dsp:style>
    </dsp:sp>
    <dsp:sp modelId="{FD40A4DF-7C4E-41CE-A7B9-B01921CDC790}">
      <dsp:nvSpPr>
        <dsp:cNvPr id="0" name=""/>
        <dsp:cNvSpPr/>
      </dsp:nvSpPr>
      <dsp:spPr>
        <a:xfrm>
          <a:off x="270000" y="1440360"/>
          <a:ext cx="3780000" cy="531360"/>
        </a:xfrm>
        <a:prstGeom prst="round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875" tIns="0" rIns="142875" bIns="0" numCol="1" spcCol="1270" anchor="ctr" anchorCtr="0">
          <a:noAutofit/>
        </a:bodyPr>
        <a:lstStyle/>
        <a:p>
          <a:pPr marL="0" lvl="0" indent="0" algn="l" defTabSz="800100">
            <a:lnSpc>
              <a:spcPct val="90000"/>
            </a:lnSpc>
            <a:spcBef>
              <a:spcPct val="0"/>
            </a:spcBef>
            <a:spcAft>
              <a:spcPct val="35000"/>
            </a:spcAft>
            <a:buNone/>
          </a:pPr>
          <a:r>
            <a:rPr lang="en-US" altLang="zh-CN" sz="1800" kern="1200" dirty="0"/>
            <a:t>Sprint Backlog </a:t>
          </a:r>
          <a:r>
            <a:rPr lang="zh-CN" altLang="en-US" sz="1800" kern="1200" dirty="0"/>
            <a:t>冲刺待办事项</a:t>
          </a:r>
        </a:p>
      </dsp:txBody>
      <dsp:txXfrm>
        <a:off x="295939" y="1466299"/>
        <a:ext cx="3728122" cy="479482"/>
      </dsp:txXfrm>
    </dsp:sp>
    <dsp:sp modelId="{44DB4402-D2FD-4BD6-9786-F158A4EC5712}">
      <dsp:nvSpPr>
        <dsp:cNvPr id="0" name=""/>
        <dsp:cNvSpPr/>
      </dsp:nvSpPr>
      <dsp:spPr>
        <a:xfrm>
          <a:off x="0" y="2522519"/>
          <a:ext cx="5400000" cy="453600"/>
        </a:xfrm>
        <a:prstGeom prst="rect">
          <a:avLst/>
        </a:prstGeom>
        <a:solidFill>
          <a:schemeClr val="lt1">
            <a:alpha val="90000"/>
            <a:hueOff val="0"/>
            <a:satOff val="0"/>
            <a:lumOff val="0"/>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dsp:style>
    </dsp:sp>
    <dsp:sp modelId="{0CC10CEA-1E00-49BD-A38F-CC6B008709AD}">
      <dsp:nvSpPr>
        <dsp:cNvPr id="0" name=""/>
        <dsp:cNvSpPr/>
      </dsp:nvSpPr>
      <dsp:spPr>
        <a:xfrm>
          <a:off x="270000" y="2256840"/>
          <a:ext cx="3780000" cy="53136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875" tIns="0" rIns="142875" bIns="0" numCol="1" spcCol="1270" anchor="ctr" anchorCtr="0">
          <a:noAutofit/>
        </a:bodyPr>
        <a:lstStyle/>
        <a:p>
          <a:pPr marL="0" lvl="0" indent="0" algn="l" defTabSz="800100">
            <a:lnSpc>
              <a:spcPct val="90000"/>
            </a:lnSpc>
            <a:spcBef>
              <a:spcPct val="0"/>
            </a:spcBef>
            <a:spcAft>
              <a:spcPct val="35000"/>
            </a:spcAft>
            <a:buNone/>
          </a:pPr>
          <a:r>
            <a:rPr lang="en-US" altLang="zh-CN" sz="1800" kern="1200" dirty="0"/>
            <a:t>Increment </a:t>
          </a:r>
          <a:r>
            <a:rPr lang="zh-CN" altLang="en-US" sz="1800" kern="1200" dirty="0"/>
            <a:t>增量</a:t>
          </a:r>
        </a:p>
      </dsp:txBody>
      <dsp:txXfrm>
        <a:off x="295939" y="2282779"/>
        <a:ext cx="3728122" cy="47948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A9159D-38C1-4756-A832-CEDDEB14E691}">
      <dsp:nvSpPr>
        <dsp:cNvPr id="0" name=""/>
        <dsp:cNvSpPr/>
      </dsp:nvSpPr>
      <dsp:spPr>
        <a:xfrm>
          <a:off x="3167010" y="1470933"/>
          <a:ext cx="1081464" cy="948511"/>
        </a:xfrm>
        <a:prstGeom prst="roundRect">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880" tIns="55880" rIns="55880" bIns="55880" numCol="1" spcCol="1270" anchor="ctr" anchorCtr="0">
          <a:noAutofit/>
        </a:bodyPr>
        <a:lstStyle/>
        <a:p>
          <a:pPr marL="0" lvl="0" indent="0" algn="ctr" defTabSz="977900">
            <a:lnSpc>
              <a:spcPct val="90000"/>
            </a:lnSpc>
            <a:spcBef>
              <a:spcPct val="0"/>
            </a:spcBef>
            <a:spcAft>
              <a:spcPct val="35000"/>
            </a:spcAft>
            <a:buNone/>
          </a:pPr>
          <a:r>
            <a:rPr lang="zh-CN" altLang="en-US" sz="2200" kern="1200" dirty="0"/>
            <a:t>三要素</a:t>
          </a:r>
        </a:p>
      </dsp:txBody>
      <dsp:txXfrm>
        <a:off x="3213312" y="1517235"/>
        <a:ext cx="988860" cy="855907"/>
      </dsp:txXfrm>
    </dsp:sp>
    <dsp:sp modelId="{E036DDC7-86A9-4942-86FB-0BD5462B5B84}">
      <dsp:nvSpPr>
        <dsp:cNvPr id="0" name=""/>
        <dsp:cNvSpPr/>
      </dsp:nvSpPr>
      <dsp:spPr>
        <a:xfrm rot="16200000">
          <a:off x="3375072" y="1138263"/>
          <a:ext cx="665341" cy="0"/>
        </a:xfrm>
        <a:custGeom>
          <a:avLst/>
          <a:gdLst/>
          <a:ahLst/>
          <a:cxnLst/>
          <a:rect l="0" t="0" r="0" b="0"/>
          <a:pathLst>
            <a:path>
              <a:moveTo>
                <a:pt x="0" y="0"/>
              </a:moveTo>
              <a:lnTo>
                <a:pt x="665341"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ADCF43-3232-40F4-97EF-08E0483DDA09}">
      <dsp:nvSpPr>
        <dsp:cNvPr id="0" name=""/>
        <dsp:cNvSpPr/>
      </dsp:nvSpPr>
      <dsp:spPr>
        <a:xfrm>
          <a:off x="3103815" y="170089"/>
          <a:ext cx="1207855" cy="635502"/>
        </a:xfrm>
        <a:prstGeom prst="round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0800" tIns="50800" rIns="50800" bIns="50800" numCol="1" spcCol="1270" anchor="ctr" anchorCtr="0">
          <a:noAutofit/>
        </a:bodyPr>
        <a:lstStyle/>
        <a:p>
          <a:pPr marL="0" lvl="0" indent="0" algn="ctr" defTabSz="889000">
            <a:lnSpc>
              <a:spcPct val="90000"/>
            </a:lnSpc>
            <a:spcBef>
              <a:spcPct val="0"/>
            </a:spcBef>
            <a:spcAft>
              <a:spcPct val="35000"/>
            </a:spcAft>
            <a:buNone/>
          </a:pPr>
          <a:r>
            <a:rPr lang="zh-CN" altLang="en-US" sz="2000" kern="1200" dirty="0"/>
            <a:t>风险事件</a:t>
          </a:r>
        </a:p>
      </dsp:txBody>
      <dsp:txXfrm>
        <a:off x="3134838" y="201112"/>
        <a:ext cx="1145809" cy="573456"/>
      </dsp:txXfrm>
    </dsp:sp>
    <dsp:sp modelId="{67336EBA-D51C-4A59-8645-56330AC30058}">
      <dsp:nvSpPr>
        <dsp:cNvPr id="0" name=""/>
        <dsp:cNvSpPr/>
      </dsp:nvSpPr>
      <dsp:spPr>
        <a:xfrm rot="1800000">
          <a:off x="4233493" y="2313294"/>
          <a:ext cx="223652" cy="0"/>
        </a:xfrm>
        <a:custGeom>
          <a:avLst/>
          <a:gdLst/>
          <a:ahLst/>
          <a:cxnLst/>
          <a:rect l="0" t="0" r="0" b="0"/>
          <a:pathLst>
            <a:path>
              <a:moveTo>
                <a:pt x="0" y="0"/>
              </a:moveTo>
              <a:lnTo>
                <a:pt x="223652"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0164DC-E322-40FD-9B12-21763D0605E5}">
      <dsp:nvSpPr>
        <dsp:cNvPr id="0" name=""/>
        <dsp:cNvSpPr/>
      </dsp:nvSpPr>
      <dsp:spPr>
        <a:xfrm>
          <a:off x="4442163" y="2356112"/>
          <a:ext cx="1055360" cy="635502"/>
        </a:xfrm>
        <a:prstGeom prst="round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755650">
            <a:lnSpc>
              <a:spcPct val="90000"/>
            </a:lnSpc>
            <a:spcBef>
              <a:spcPct val="0"/>
            </a:spcBef>
            <a:spcAft>
              <a:spcPct val="35000"/>
            </a:spcAft>
            <a:buNone/>
          </a:pPr>
          <a:r>
            <a:rPr lang="zh-CN" altLang="en-US" sz="1700" kern="1200"/>
            <a:t>事件影响</a:t>
          </a:r>
          <a:endParaRPr lang="zh-CN" altLang="en-US" sz="1700" kern="1200" dirty="0"/>
        </a:p>
      </dsp:txBody>
      <dsp:txXfrm>
        <a:off x="4473186" y="2387135"/>
        <a:ext cx="993314" cy="573456"/>
      </dsp:txXfrm>
    </dsp:sp>
    <dsp:sp modelId="{29F38271-CCB7-4FD1-AC5B-FE0118D83BDF}">
      <dsp:nvSpPr>
        <dsp:cNvPr id="0" name=""/>
        <dsp:cNvSpPr/>
      </dsp:nvSpPr>
      <dsp:spPr>
        <a:xfrm rot="9000000">
          <a:off x="2956899" y="2313680"/>
          <a:ext cx="225196" cy="0"/>
        </a:xfrm>
        <a:custGeom>
          <a:avLst/>
          <a:gdLst/>
          <a:ahLst/>
          <a:cxnLst/>
          <a:rect l="0" t="0" r="0" b="0"/>
          <a:pathLst>
            <a:path>
              <a:moveTo>
                <a:pt x="0" y="0"/>
              </a:moveTo>
              <a:lnTo>
                <a:pt x="225196"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146E54-6BB3-4FBC-8ADD-0B6ECF04AED9}">
      <dsp:nvSpPr>
        <dsp:cNvPr id="0" name=""/>
        <dsp:cNvSpPr/>
      </dsp:nvSpPr>
      <dsp:spPr>
        <a:xfrm>
          <a:off x="1919299" y="2356112"/>
          <a:ext cx="1052684" cy="635502"/>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180" tIns="43180" rIns="43180" bIns="43180" numCol="1" spcCol="1270" anchor="ctr" anchorCtr="0">
          <a:noAutofit/>
        </a:bodyPr>
        <a:lstStyle/>
        <a:p>
          <a:pPr marL="0" lvl="0" indent="0" algn="ctr" defTabSz="755650">
            <a:lnSpc>
              <a:spcPct val="90000"/>
            </a:lnSpc>
            <a:spcBef>
              <a:spcPct val="0"/>
            </a:spcBef>
            <a:spcAft>
              <a:spcPct val="35000"/>
            </a:spcAft>
            <a:buNone/>
          </a:pPr>
          <a:r>
            <a:rPr lang="zh-CN" altLang="en-US" sz="1700" kern="1200"/>
            <a:t>事件概率</a:t>
          </a:r>
          <a:endParaRPr lang="zh-CN" altLang="en-US" sz="1700" kern="1200" dirty="0"/>
        </a:p>
      </dsp:txBody>
      <dsp:txXfrm>
        <a:off x="1950322" y="2387135"/>
        <a:ext cx="990638" cy="57345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1DEA56-CC33-43BE-8735-4441E7C69179}">
      <dsp:nvSpPr>
        <dsp:cNvPr id="0" name=""/>
        <dsp:cNvSpPr/>
      </dsp:nvSpPr>
      <dsp:spPr>
        <a:xfrm rot="16200000">
          <a:off x="-796279" y="797029"/>
          <a:ext cx="3544168" cy="1950109"/>
        </a:xfrm>
        <a:prstGeom prst="flowChartManualOperation">
          <a:avLst/>
        </a:prstGeom>
        <a:solidFill>
          <a:schemeClr val="accent5">
            <a:hueOff val="0"/>
            <a:satOff val="0"/>
            <a:lumOff val="0"/>
            <a:alphaOff val="0"/>
          </a:schemeClr>
        </a:solidFill>
        <a:ln w="12700" cap="flat" cmpd="sng" algn="ctr">
          <a:solidFill>
            <a:schemeClr val="bg1"/>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ctr" anchorCtr="0">
          <a:noAutofit/>
        </a:bodyPr>
        <a:lstStyle/>
        <a:p>
          <a:pPr marL="0" lvl="0" indent="0" algn="ctr" defTabSz="889000">
            <a:lnSpc>
              <a:spcPct val="90000"/>
            </a:lnSpc>
            <a:spcBef>
              <a:spcPct val="0"/>
            </a:spcBef>
            <a:spcAft>
              <a:spcPct val="35000"/>
            </a:spcAft>
            <a:buNone/>
          </a:pPr>
          <a:r>
            <a:rPr lang="zh-CN" altLang="en-US" sz="2000" kern="1200" baseline="0" dirty="0">
              <a:latin typeface="Montserrat" panose="00000500000000000000" pitchFamily="2" charset="0"/>
              <a:ea typeface="微软雅黑 Light" panose="020B0502040204020203" pitchFamily="34" charset="-122"/>
            </a:rPr>
            <a:t>成本补偿合同</a:t>
          </a:r>
        </a:p>
      </dsp:txBody>
      <dsp:txXfrm rot="5400000">
        <a:off x="750" y="708834"/>
        <a:ext cx="1950109" cy="2126500"/>
      </dsp:txXfrm>
    </dsp:sp>
    <dsp:sp modelId="{1056B091-CD94-4BB0-8E96-169F35FE1625}">
      <dsp:nvSpPr>
        <dsp:cNvPr id="0" name=""/>
        <dsp:cNvSpPr/>
      </dsp:nvSpPr>
      <dsp:spPr>
        <a:xfrm rot="16200000">
          <a:off x="1300088" y="797029"/>
          <a:ext cx="3544168" cy="1950109"/>
        </a:xfrm>
        <a:prstGeom prst="flowChartManualOperation">
          <a:avLst/>
        </a:prstGeom>
        <a:solidFill>
          <a:schemeClr val="accent2"/>
        </a:solidFill>
        <a:ln w="12700" cap="flat" cmpd="sng" algn="ctr">
          <a:solidFill>
            <a:schemeClr val="bg1"/>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ctr" anchorCtr="0">
          <a:noAutofit/>
        </a:bodyPr>
        <a:lstStyle/>
        <a:p>
          <a:pPr marL="0" lvl="0" indent="0" algn="ctr" defTabSz="889000">
            <a:lnSpc>
              <a:spcPct val="90000"/>
            </a:lnSpc>
            <a:spcBef>
              <a:spcPct val="0"/>
            </a:spcBef>
            <a:spcAft>
              <a:spcPct val="35000"/>
            </a:spcAft>
            <a:buNone/>
          </a:pPr>
          <a:r>
            <a:rPr lang="zh-CN" altLang="en-US" sz="2000" kern="1200" baseline="0" dirty="0">
              <a:latin typeface="Montserrat" panose="00000500000000000000" pitchFamily="2" charset="0"/>
              <a:ea typeface="微软雅黑 Light" panose="020B0502040204020203" pitchFamily="34" charset="-122"/>
            </a:rPr>
            <a:t>总价合同</a:t>
          </a:r>
        </a:p>
      </dsp:txBody>
      <dsp:txXfrm rot="5400000">
        <a:off x="2097117" y="708834"/>
        <a:ext cx="1950109" cy="2126500"/>
      </dsp:txXfrm>
    </dsp:sp>
    <dsp:sp modelId="{16BA34B7-974C-4F6C-94BC-484155B2C518}">
      <dsp:nvSpPr>
        <dsp:cNvPr id="0" name=""/>
        <dsp:cNvSpPr/>
      </dsp:nvSpPr>
      <dsp:spPr>
        <a:xfrm rot="16200000">
          <a:off x="3396455" y="797029"/>
          <a:ext cx="3544168" cy="1950109"/>
        </a:xfrm>
        <a:prstGeom prst="flowChartManualOperation">
          <a:avLst/>
        </a:prstGeom>
        <a:solidFill>
          <a:schemeClr val="accent5">
            <a:hueOff val="-6758543"/>
            <a:satOff val="-17419"/>
            <a:lumOff val="-11765"/>
            <a:alphaOff val="0"/>
          </a:schemeClr>
        </a:solidFill>
        <a:ln w="12700" cap="flat" cmpd="sng" algn="ctr">
          <a:solidFill>
            <a:schemeClr val="bg1"/>
          </a:solidFill>
          <a:prstDash val="solid"/>
          <a:miter lim="800000"/>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0" rIns="127000" bIns="0" numCol="1" spcCol="1270" anchor="ctr" anchorCtr="0">
          <a:noAutofit/>
        </a:bodyPr>
        <a:lstStyle/>
        <a:p>
          <a:pPr marL="0" lvl="0" indent="0" algn="ctr" defTabSz="889000">
            <a:lnSpc>
              <a:spcPct val="90000"/>
            </a:lnSpc>
            <a:spcBef>
              <a:spcPct val="0"/>
            </a:spcBef>
            <a:spcAft>
              <a:spcPct val="35000"/>
            </a:spcAft>
            <a:buNone/>
          </a:pPr>
          <a:r>
            <a:rPr lang="zh-CN" sz="2000" kern="1200" baseline="0" dirty="0">
              <a:latin typeface="Montserrat" panose="00000500000000000000" pitchFamily="2" charset="0"/>
              <a:ea typeface="微软雅黑 Light" panose="020B0502040204020203" pitchFamily="34" charset="-122"/>
            </a:rPr>
            <a:t>工料合同</a:t>
          </a:r>
          <a:r>
            <a:rPr lang="en-US" sz="2000" kern="1200" baseline="0" dirty="0">
              <a:latin typeface="Montserrat" panose="00000500000000000000" pitchFamily="2" charset="0"/>
              <a:ea typeface="微软雅黑 Light" panose="020B0502040204020203" pitchFamily="34" charset="-122"/>
            </a:rPr>
            <a:t> (T&amp;M)</a:t>
          </a:r>
          <a:endParaRPr lang="zh-CN" altLang="en-US" sz="2000" kern="1200" baseline="0" dirty="0">
            <a:latin typeface="Montserrat" panose="00000500000000000000" pitchFamily="2" charset="0"/>
            <a:ea typeface="微软雅黑 Light" panose="020B0502040204020203" pitchFamily="34" charset="-122"/>
          </a:endParaRPr>
        </a:p>
      </dsp:txBody>
      <dsp:txXfrm rot="5400000">
        <a:off x="4193484" y="708834"/>
        <a:ext cx="1950109" cy="212650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F1A2CC-DA64-4E6D-800E-759648269836}">
      <dsp:nvSpPr>
        <dsp:cNvPr id="0" name=""/>
        <dsp:cNvSpPr/>
      </dsp:nvSpPr>
      <dsp:spPr>
        <a:xfrm>
          <a:off x="2574286" y="619"/>
          <a:ext cx="1332236" cy="1332236"/>
        </a:xfrm>
        <a:prstGeom prst="ellipse">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t" anchorCtr="0">
          <a:noAutofit/>
        </a:bodyPr>
        <a:lstStyle/>
        <a:p>
          <a:pPr marL="0" lvl="0" indent="0" algn="ctr" defTabSz="977900">
            <a:lnSpc>
              <a:spcPct val="90000"/>
            </a:lnSpc>
            <a:spcBef>
              <a:spcPct val="0"/>
            </a:spcBef>
            <a:spcAft>
              <a:spcPct val="35000"/>
            </a:spcAft>
            <a:buNone/>
          </a:pPr>
          <a:r>
            <a:rPr lang="en-US" altLang="zh-CN" sz="2200" kern="1200" dirty="0"/>
            <a:t>Scope</a:t>
          </a:r>
          <a:endParaRPr lang="zh-CN" altLang="en-US" sz="2200" kern="1200" dirty="0"/>
        </a:p>
      </dsp:txBody>
      <dsp:txXfrm>
        <a:off x="2769387" y="195720"/>
        <a:ext cx="942034" cy="942034"/>
      </dsp:txXfrm>
    </dsp:sp>
    <dsp:sp modelId="{F5AD4191-EEF8-4A65-ABCF-ECF913895E65}">
      <dsp:nvSpPr>
        <dsp:cNvPr id="0" name=""/>
        <dsp:cNvSpPr/>
      </dsp:nvSpPr>
      <dsp:spPr>
        <a:xfrm rot="3600000">
          <a:off x="3558399" y="1300012"/>
          <a:ext cx="354847" cy="449629"/>
        </a:xfrm>
        <a:prstGeom prst="rightArrow">
          <a:avLst>
            <a:gd name="adj1" fmla="val 60000"/>
            <a:gd name="adj2" fmla="val 5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3585013" y="1343842"/>
        <a:ext cx="248393" cy="269777"/>
      </dsp:txXfrm>
    </dsp:sp>
    <dsp:sp modelId="{2B85E611-1B0D-45CA-B9E9-D8AD1A1F5E8C}">
      <dsp:nvSpPr>
        <dsp:cNvPr id="0" name=""/>
        <dsp:cNvSpPr/>
      </dsp:nvSpPr>
      <dsp:spPr>
        <a:xfrm>
          <a:off x="3575166" y="1734193"/>
          <a:ext cx="1332236" cy="1332236"/>
        </a:xfrm>
        <a:prstGeom prst="ellipse">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t" anchorCtr="0">
          <a:noAutofit/>
        </a:bodyPr>
        <a:lstStyle/>
        <a:p>
          <a:pPr marL="0" lvl="0" indent="0" algn="ctr" defTabSz="977900">
            <a:lnSpc>
              <a:spcPct val="90000"/>
            </a:lnSpc>
            <a:spcBef>
              <a:spcPct val="0"/>
            </a:spcBef>
            <a:spcAft>
              <a:spcPct val="35000"/>
            </a:spcAft>
            <a:buNone/>
          </a:pPr>
          <a:r>
            <a:rPr lang="en-US" altLang="zh-CN" sz="2200" kern="1200" dirty="0"/>
            <a:t>Time</a:t>
          </a:r>
          <a:endParaRPr lang="zh-CN" altLang="en-US" sz="2200" kern="1200" dirty="0"/>
        </a:p>
      </dsp:txBody>
      <dsp:txXfrm>
        <a:off x="3770267" y="1929294"/>
        <a:ext cx="942034" cy="942034"/>
      </dsp:txXfrm>
    </dsp:sp>
    <dsp:sp modelId="{03F35830-F120-48A3-87E3-609DB5DAB761}">
      <dsp:nvSpPr>
        <dsp:cNvPr id="0" name=""/>
        <dsp:cNvSpPr/>
      </dsp:nvSpPr>
      <dsp:spPr>
        <a:xfrm rot="10800000">
          <a:off x="3073024" y="2175497"/>
          <a:ext cx="354847" cy="449629"/>
        </a:xfrm>
        <a:prstGeom prst="rightArrow">
          <a:avLst>
            <a:gd name="adj1" fmla="val 60000"/>
            <a:gd name="adj2" fmla="val 50000"/>
          </a:avLst>
        </a:prstGeom>
        <a:gradFill rotWithShape="0">
          <a:gsLst>
            <a:gs pos="0">
              <a:schemeClr val="accent4">
                <a:hueOff val="4900445"/>
                <a:satOff val="-20388"/>
                <a:lumOff val="4804"/>
                <a:alphaOff val="0"/>
                <a:satMod val="103000"/>
                <a:lumMod val="102000"/>
                <a:tint val="94000"/>
              </a:schemeClr>
            </a:gs>
            <a:gs pos="50000">
              <a:schemeClr val="accent4">
                <a:hueOff val="4900445"/>
                <a:satOff val="-20388"/>
                <a:lumOff val="4804"/>
                <a:alphaOff val="0"/>
                <a:satMod val="110000"/>
                <a:lumMod val="100000"/>
                <a:shade val="100000"/>
              </a:schemeClr>
            </a:gs>
            <a:gs pos="100000">
              <a:schemeClr val="accent4">
                <a:hueOff val="4900445"/>
                <a:satOff val="-20388"/>
                <a:lumOff val="480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rot="10800000">
        <a:off x="3179478" y="2265423"/>
        <a:ext cx="248393" cy="269777"/>
      </dsp:txXfrm>
    </dsp:sp>
    <dsp:sp modelId="{27B9E288-AC43-406C-8A60-33F607417729}">
      <dsp:nvSpPr>
        <dsp:cNvPr id="0" name=""/>
        <dsp:cNvSpPr/>
      </dsp:nvSpPr>
      <dsp:spPr>
        <a:xfrm>
          <a:off x="1573406" y="1734193"/>
          <a:ext cx="1332236" cy="1332236"/>
        </a:xfrm>
        <a:prstGeom prst="ellipse">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7940" tIns="27940" rIns="27940" bIns="27940" numCol="1" spcCol="1270" anchor="t" anchorCtr="0">
          <a:noAutofit/>
        </a:bodyPr>
        <a:lstStyle/>
        <a:p>
          <a:pPr marL="0" lvl="0" indent="0" algn="ctr" defTabSz="977900">
            <a:lnSpc>
              <a:spcPct val="90000"/>
            </a:lnSpc>
            <a:spcBef>
              <a:spcPct val="0"/>
            </a:spcBef>
            <a:spcAft>
              <a:spcPct val="35000"/>
            </a:spcAft>
            <a:buNone/>
          </a:pPr>
          <a:r>
            <a:rPr lang="en-US" altLang="zh-CN" sz="2200" kern="1200" dirty="0"/>
            <a:t>Cost</a:t>
          </a:r>
          <a:endParaRPr lang="zh-CN" altLang="en-US" sz="2200" kern="1200" dirty="0"/>
        </a:p>
      </dsp:txBody>
      <dsp:txXfrm>
        <a:off x="1768507" y="1929294"/>
        <a:ext cx="942034" cy="942034"/>
      </dsp:txXfrm>
    </dsp:sp>
    <dsp:sp modelId="{657FBBAE-B7ED-45F1-AB9F-4ED5E3C6841B}">
      <dsp:nvSpPr>
        <dsp:cNvPr id="0" name=""/>
        <dsp:cNvSpPr/>
      </dsp:nvSpPr>
      <dsp:spPr>
        <a:xfrm rot="18000000">
          <a:off x="2557520" y="1317407"/>
          <a:ext cx="354847" cy="449629"/>
        </a:xfrm>
        <a:prstGeom prst="rightArrow">
          <a:avLst>
            <a:gd name="adj1" fmla="val 60000"/>
            <a:gd name="adj2" fmla="val 50000"/>
          </a:avLst>
        </a:prstGeom>
        <a:gradFill rotWithShape="0">
          <a:gsLst>
            <a:gs pos="0">
              <a:schemeClr val="accent4">
                <a:hueOff val="9800891"/>
                <a:satOff val="-40777"/>
                <a:lumOff val="9608"/>
                <a:alphaOff val="0"/>
                <a:satMod val="103000"/>
                <a:lumMod val="102000"/>
                <a:tint val="94000"/>
              </a:schemeClr>
            </a:gs>
            <a:gs pos="50000">
              <a:schemeClr val="accent4">
                <a:hueOff val="9800891"/>
                <a:satOff val="-40777"/>
                <a:lumOff val="9608"/>
                <a:alphaOff val="0"/>
                <a:satMod val="110000"/>
                <a:lumMod val="100000"/>
                <a:shade val="100000"/>
              </a:schemeClr>
            </a:gs>
            <a:gs pos="100000">
              <a:schemeClr val="accent4">
                <a:hueOff val="9800891"/>
                <a:satOff val="-40777"/>
                <a:lumOff val="9608"/>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zh-CN" altLang="en-US" sz="1800" kern="1200"/>
        </a:p>
      </dsp:txBody>
      <dsp:txXfrm>
        <a:off x="2584134" y="1453429"/>
        <a:ext cx="248393" cy="269777"/>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BF205D-9977-4197-B218-6546F80E8725}">
      <dsp:nvSpPr>
        <dsp:cNvPr id="0" name=""/>
        <dsp:cNvSpPr/>
      </dsp:nvSpPr>
      <dsp:spPr>
        <a:xfrm>
          <a:off x="1951954" y="3992413"/>
          <a:ext cx="101856" cy="101856"/>
        </a:xfrm>
        <a:prstGeom prst="ellips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E288050-D3C1-43B7-A40C-33CA4EAF871D}">
      <dsp:nvSpPr>
        <dsp:cNvPr id="0" name=""/>
        <dsp:cNvSpPr/>
      </dsp:nvSpPr>
      <dsp:spPr>
        <a:xfrm>
          <a:off x="1725065" y="4095870"/>
          <a:ext cx="101856" cy="101856"/>
        </a:xfrm>
        <a:prstGeom prst="ellipse">
          <a:avLst/>
        </a:prstGeom>
        <a:solidFill>
          <a:schemeClr val="accent5">
            <a:hueOff val="-563212"/>
            <a:satOff val="-1452"/>
            <a:lumOff val="-980"/>
            <a:alphaOff val="0"/>
          </a:schemeClr>
        </a:solidFill>
        <a:ln w="12700" cap="flat" cmpd="sng" algn="ctr">
          <a:solidFill>
            <a:schemeClr val="accent5">
              <a:hueOff val="-563212"/>
              <a:satOff val="-1452"/>
              <a:lumOff val="-98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0650512-A9F8-4507-8DAA-B360DB4B8446}">
      <dsp:nvSpPr>
        <dsp:cNvPr id="0" name=""/>
        <dsp:cNvSpPr/>
      </dsp:nvSpPr>
      <dsp:spPr>
        <a:xfrm>
          <a:off x="1491466" y="4181042"/>
          <a:ext cx="101856" cy="101856"/>
        </a:xfrm>
        <a:prstGeom prst="ellipse">
          <a:avLst/>
        </a:prstGeom>
        <a:solidFill>
          <a:schemeClr val="accent5">
            <a:hueOff val="-1126424"/>
            <a:satOff val="-2903"/>
            <a:lumOff val="-1961"/>
            <a:alphaOff val="0"/>
          </a:schemeClr>
        </a:solidFill>
        <a:ln w="12700" cap="flat" cmpd="sng" algn="ctr">
          <a:solidFill>
            <a:schemeClr val="accent5">
              <a:hueOff val="-1126424"/>
              <a:satOff val="-2903"/>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88E4492-38BE-4A53-B47D-620257A76880}">
      <dsp:nvSpPr>
        <dsp:cNvPr id="0" name=""/>
        <dsp:cNvSpPr/>
      </dsp:nvSpPr>
      <dsp:spPr>
        <a:xfrm>
          <a:off x="1251159" y="4247447"/>
          <a:ext cx="101856" cy="101856"/>
        </a:xfrm>
        <a:prstGeom prst="ellipse">
          <a:avLst/>
        </a:prstGeom>
        <a:solidFill>
          <a:schemeClr val="accent5">
            <a:hueOff val="-1689636"/>
            <a:satOff val="-4355"/>
            <a:lumOff val="-2941"/>
            <a:alphaOff val="0"/>
          </a:schemeClr>
        </a:solidFill>
        <a:ln w="12700" cap="flat" cmpd="sng" algn="ctr">
          <a:solidFill>
            <a:schemeClr val="accent5">
              <a:hueOff val="-1689636"/>
              <a:satOff val="-4355"/>
              <a:lumOff val="-294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D1C86B-3030-4A29-BCB3-9F7FB7F4A81C}">
      <dsp:nvSpPr>
        <dsp:cNvPr id="0" name=""/>
        <dsp:cNvSpPr/>
      </dsp:nvSpPr>
      <dsp:spPr>
        <a:xfrm>
          <a:off x="3012601" y="3128183"/>
          <a:ext cx="101856" cy="101856"/>
        </a:xfrm>
        <a:prstGeom prst="ellipse">
          <a:avLst/>
        </a:prstGeom>
        <a:solidFill>
          <a:schemeClr val="accent5">
            <a:hueOff val="-2252848"/>
            <a:satOff val="-5806"/>
            <a:lumOff val="-3922"/>
            <a:alphaOff val="0"/>
          </a:schemeClr>
        </a:solidFill>
        <a:ln w="12700" cap="flat" cmpd="sng" algn="ctr">
          <a:solidFill>
            <a:schemeClr val="accent5">
              <a:hueOff val="-2252848"/>
              <a:satOff val="-5806"/>
              <a:lumOff val="-392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44CD02-1B5B-407F-BA68-36A5C5225080}">
      <dsp:nvSpPr>
        <dsp:cNvPr id="0" name=""/>
        <dsp:cNvSpPr/>
      </dsp:nvSpPr>
      <dsp:spPr>
        <a:xfrm>
          <a:off x="3617639" y="1860228"/>
          <a:ext cx="101856" cy="101856"/>
        </a:xfrm>
        <a:prstGeom prst="ellipse">
          <a:avLst/>
        </a:prstGeom>
        <a:solidFill>
          <a:schemeClr val="accent5">
            <a:hueOff val="-2816059"/>
            <a:satOff val="-7258"/>
            <a:lumOff val="-4902"/>
            <a:alphaOff val="0"/>
          </a:schemeClr>
        </a:solidFill>
        <a:ln w="12700" cap="flat" cmpd="sng" algn="ctr">
          <a:solidFill>
            <a:schemeClr val="accent5">
              <a:hueOff val="-2816059"/>
              <a:satOff val="-7258"/>
              <a:lumOff val="-49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CB553B9-2D29-463B-885B-2AB3654FC5DC}">
      <dsp:nvSpPr>
        <dsp:cNvPr id="0" name=""/>
        <dsp:cNvSpPr/>
      </dsp:nvSpPr>
      <dsp:spPr>
        <a:xfrm>
          <a:off x="3454181" y="278051"/>
          <a:ext cx="101856" cy="101856"/>
        </a:xfrm>
        <a:prstGeom prst="ellipse">
          <a:avLst/>
        </a:prstGeom>
        <a:solidFill>
          <a:schemeClr val="accent5">
            <a:hueOff val="-3379271"/>
            <a:satOff val="-8710"/>
            <a:lumOff val="-5883"/>
            <a:alphaOff val="0"/>
          </a:schemeClr>
        </a:solidFill>
        <a:ln w="12700" cap="flat" cmpd="sng" algn="ctr">
          <a:solidFill>
            <a:schemeClr val="accent5">
              <a:hueOff val="-3379271"/>
              <a:satOff val="-8710"/>
              <a:lumOff val="-588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3DEB45-4767-484B-B07F-8035D4FF8144}">
      <dsp:nvSpPr>
        <dsp:cNvPr id="0" name=""/>
        <dsp:cNvSpPr/>
      </dsp:nvSpPr>
      <dsp:spPr>
        <a:xfrm>
          <a:off x="3599342" y="175075"/>
          <a:ext cx="101856" cy="101856"/>
        </a:xfrm>
        <a:prstGeom prst="ellipse">
          <a:avLst/>
        </a:prstGeom>
        <a:solidFill>
          <a:schemeClr val="accent5">
            <a:hueOff val="-3942483"/>
            <a:satOff val="-10161"/>
            <a:lumOff val="-6863"/>
            <a:alphaOff val="0"/>
          </a:schemeClr>
        </a:solidFill>
        <a:ln w="12700" cap="flat" cmpd="sng" algn="ctr">
          <a:solidFill>
            <a:schemeClr val="accent5">
              <a:hueOff val="-3942483"/>
              <a:satOff val="-10161"/>
              <a:lumOff val="-686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4587F2D-8A77-4784-A432-D531B1A31BD4}">
      <dsp:nvSpPr>
        <dsp:cNvPr id="0" name=""/>
        <dsp:cNvSpPr/>
      </dsp:nvSpPr>
      <dsp:spPr>
        <a:xfrm>
          <a:off x="3744502" y="72098"/>
          <a:ext cx="101856" cy="101856"/>
        </a:xfrm>
        <a:prstGeom prst="ellipse">
          <a:avLst/>
        </a:prstGeom>
        <a:solidFill>
          <a:schemeClr val="accent5">
            <a:hueOff val="-4505695"/>
            <a:satOff val="-11613"/>
            <a:lumOff val="-7843"/>
            <a:alphaOff val="0"/>
          </a:schemeClr>
        </a:solidFill>
        <a:ln w="12700" cap="flat" cmpd="sng" algn="ctr">
          <a:solidFill>
            <a:schemeClr val="accent5">
              <a:hueOff val="-4505695"/>
              <a:satOff val="-11613"/>
              <a:lumOff val="-784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7AA7A6-BE78-4C47-96D0-A9778FD08B06}">
      <dsp:nvSpPr>
        <dsp:cNvPr id="0" name=""/>
        <dsp:cNvSpPr/>
      </dsp:nvSpPr>
      <dsp:spPr>
        <a:xfrm>
          <a:off x="3889662" y="175075"/>
          <a:ext cx="101856" cy="101856"/>
        </a:xfrm>
        <a:prstGeom prst="ellipse">
          <a:avLst/>
        </a:prstGeom>
        <a:solidFill>
          <a:schemeClr val="accent5">
            <a:hueOff val="-5068907"/>
            <a:satOff val="-13064"/>
            <a:lumOff val="-8824"/>
            <a:alphaOff val="0"/>
          </a:schemeClr>
        </a:solidFill>
        <a:ln w="12700" cap="flat" cmpd="sng" algn="ctr">
          <a:solidFill>
            <a:schemeClr val="accent5">
              <a:hueOff val="-5068907"/>
              <a:satOff val="-13064"/>
              <a:lumOff val="-882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787A4BE-5EB2-474E-9C43-8D94334B42F9}">
      <dsp:nvSpPr>
        <dsp:cNvPr id="0" name=""/>
        <dsp:cNvSpPr/>
      </dsp:nvSpPr>
      <dsp:spPr>
        <a:xfrm>
          <a:off x="4035433" y="278051"/>
          <a:ext cx="101856" cy="101856"/>
        </a:xfrm>
        <a:prstGeom prst="ellipse">
          <a:avLst/>
        </a:prstGeom>
        <a:solidFill>
          <a:schemeClr val="accent5">
            <a:hueOff val="-5632119"/>
            <a:satOff val="-14516"/>
            <a:lumOff val="-9804"/>
            <a:alphaOff val="0"/>
          </a:schemeClr>
        </a:solidFill>
        <a:ln w="12700" cap="flat" cmpd="sng" algn="ctr">
          <a:solidFill>
            <a:schemeClr val="accent5">
              <a:hueOff val="-5632119"/>
              <a:satOff val="-14516"/>
              <a:lumOff val="-980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BEC77D-3080-4C6D-9B8C-C10A40531F9D}">
      <dsp:nvSpPr>
        <dsp:cNvPr id="0" name=""/>
        <dsp:cNvSpPr/>
      </dsp:nvSpPr>
      <dsp:spPr>
        <a:xfrm>
          <a:off x="3744502" y="289600"/>
          <a:ext cx="101856" cy="101856"/>
        </a:xfrm>
        <a:prstGeom prst="ellipse">
          <a:avLst/>
        </a:prstGeom>
        <a:solidFill>
          <a:schemeClr val="accent5">
            <a:hueOff val="-6195331"/>
            <a:satOff val="-15967"/>
            <a:lumOff val="-10785"/>
            <a:alphaOff val="0"/>
          </a:schemeClr>
        </a:solidFill>
        <a:ln w="12700" cap="flat" cmpd="sng" algn="ctr">
          <a:solidFill>
            <a:schemeClr val="accent5">
              <a:hueOff val="-6195331"/>
              <a:satOff val="-15967"/>
              <a:lumOff val="-107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B063D7-86FA-4070-B7D4-32507B925161}">
      <dsp:nvSpPr>
        <dsp:cNvPr id="0" name=""/>
        <dsp:cNvSpPr/>
      </dsp:nvSpPr>
      <dsp:spPr>
        <a:xfrm>
          <a:off x="3744502" y="507101"/>
          <a:ext cx="101856" cy="101856"/>
        </a:xfrm>
        <a:prstGeom prst="ellipse">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1F8134-CC38-4E63-8BBC-848694C9088E}">
      <dsp:nvSpPr>
        <dsp:cNvPr id="0" name=""/>
        <dsp:cNvSpPr/>
      </dsp:nvSpPr>
      <dsp:spPr>
        <a:xfrm>
          <a:off x="670212" y="4451878"/>
          <a:ext cx="2192653" cy="588023"/>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4112" tIns="72390" rIns="72390" bIns="72390" numCol="1" spcCol="1270" anchor="ctr" anchorCtr="0">
          <a:noAutofit/>
        </a:bodyPr>
        <a:lstStyle/>
        <a:p>
          <a:pPr marL="0" lvl="0" indent="0" algn="l" defTabSz="844550">
            <a:lnSpc>
              <a:spcPct val="90000"/>
            </a:lnSpc>
            <a:spcBef>
              <a:spcPct val="0"/>
            </a:spcBef>
            <a:spcAft>
              <a:spcPct val="35000"/>
            </a:spcAft>
            <a:buNone/>
          </a:pPr>
          <a:r>
            <a:rPr lang="zh-CN" altLang="en-US" sz="1900" kern="1200" dirty="0"/>
            <a:t>项目验收</a:t>
          </a:r>
        </a:p>
      </dsp:txBody>
      <dsp:txXfrm>
        <a:off x="698917" y="4480583"/>
        <a:ext cx="2135243" cy="530613"/>
      </dsp:txXfrm>
    </dsp:sp>
    <dsp:sp modelId="{FEE3AF7A-A9B6-49E6-B161-ACE803504278}">
      <dsp:nvSpPr>
        <dsp:cNvPr id="0" name=""/>
        <dsp:cNvSpPr/>
      </dsp:nvSpPr>
      <dsp:spPr>
        <a:xfrm>
          <a:off x="62429" y="3875163"/>
          <a:ext cx="1016732" cy="1016769"/>
        </a:xfrm>
        <a:prstGeom prst="ellipse">
          <a:avLst/>
        </a:prstGeom>
        <a:solidFill>
          <a:schemeClr val="accent5">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C366577-85F8-4446-BF40-16D146BD8EDA}">
      <dsp:nvSpPr>
        <dsp:cNvPr id="0" name=""/>
        <dsp:cNvSpPr/>
      </dsp:nvSpPr>
      <dsp:spPr>
        <a:xfrm>
          <a:off x="2638416" y="3742111"/>
          <a:ext cx="2192653" cy="588023"/>
        </a:xfrm>
        <a:prstGeom prst="round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4112" tIns="72390" rIns="72390" bIns="72390" numCol="1" spcCol="1270" anchor="ctr" anchorCtr="0">
          <a:noAutofit/>
        </a:bodyPr>
        <a:lstStyle/>
        <a:p>
          <a:pPr marL="0" lvl="0" indent="0" algn="l" defTabSz="844550">
            <a:lnSpc>
              <a:spcPct val="90000"/>
            </a:lnSpc>
            <a:spcBef>
              <a:spcPct val="0"/>
            </a:spcBef>
            <a:spcAft>
              <a:spcPct val="35000"/>
            </a:spcAft>
            <a:buNone/>
          </a:pPr>
          <a:r>
            <a:rPr lang="zh-CN" altLang="en-US" sz="1900" kern="1200" dirty="0"/>
            <a:t>合同终止</a:t>
          </a:r>
        </a:p>
      </dsp:txBody>
      <dsp:txXfrm>
        <a:off x="2667121" y="3770816"/>
        <a:ext cx="2135243" cy="530613"/>
      </dsp:txXfrm>
    </dsp:sp>
    <dsp:sp modelId="{F4F6C737-765C-4321-A1C5-C8099FFECEF0}">
      <dsp:nvSpPr>
        <dsp:cNvPr id="0" name=""/>
        <dsp:cNvSpPr/>
      </dsp:nvSpPr>
      <dsp:spPr>
        <a:xfrm>
          <a:off x="2030633" y="3165397"/>
          <a:ext cx="1016732" cy="1016769"/>
        </a:xfrm>
        <a:prstGeom prst="ellipse">
          <a:avLst/>
        </a:prstGeom>
        <a:solidFill>
          <a:schemeClr val="accent5">
            <a:tint val="50000"/>
            <a:hueOff val="-2243214"/>
            <a:satOff val="-7649"/>
            <a:lumOff val="-127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E7EC5B8-832C-4FA6-94AE-814683D00B05}">
      <dsp:nvSpPr>
        <dsp:cNvPr id="0" name=""/>
        <dsp:cNvSpPr/>
      </dsp:nvSpPr>
      <dsp:spPr>
        <a:xfrm>
          <a:off x="3476443" y="2622847"/>
          <a:ext cx="2192653" cy="588023"/>
        </a:xfrm>
        <a:prstGeom prst="round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4112" tIns="72390" rIns="72390" bIns="72390" numCol="1" spcCol="1270" anchor="ctr" anchorCtr="0">
          <a:noAutofit/>
        </a:bodyPr>
        <a:lstStyle/>
        <a:p>
          <a:pPr marL="0" lvl="0" indent="0" algn="l" defTabSz="844550">
            <a:lnSpc>
              <a:spcPct val="90000"/>
            </a:lnSpc>
            <a:spcBef>
              <a:spcPct val="0"/>
            </a:spcBef>
            <a:spcAft>
              <a:spcPct val="35000"/>
            </a:spcAft>
            <a:buNone/>
          </a:pPr>
          <a:r>
            <a:rPr lang="zh-CN" altLang="en-US" sz="1900" kern="1200" dirty="0"/>
            <a:t>项目最后评审</a:t>
          </a:r>
        </a:p>
      </dsp:txBody>
      <dsp:txXfrm>
        <a:off x="3505148" y="2651552"/>
        <a:ext cx="2135243" cy="530613"/>
      </dsp:txXfrm>
    </dsp:sp>
    <dsp:sp modelId="{B5BB9956-3C30-4A7A-A1E1-C16D4B177626}">
      <dsp:nvSpPr>
        <dsp:cNvPr id="0" name=""/>
        <dsp:cNvSpPr/>
      </dsp:nvSpPr>
      <dsp:spPr>
        <a:xfrm>
          <a:off x="2868660" y="2046132"/>
          <a:ext cx="1016732" cy="1016769"/>
        </a:xfrm>
        <a:prstGeom prst="ellipse">
          <a:avLst/>
        </a:prstGeom>
        <a:solidFill>
          <a:schemeClr val="accent5">
            <a:tint val="50000"/>
            <a:hueOff val="-4486427"/>
            <a:satOff val="-15298"/>
            <a:lumOff val="-254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CFDDF2C-90A3-4F81-8F4D-27DD03C2C285}">
      <dsp:nvSpPr>
        <dsp:cNvPr id="0" name=""/>
        <dsp:cNvSpPr/>
      </dsp:nvSpPr>
      <dsp:spPr>
        <a:xfrm>
          <a:off x="3844355" y="1289449"/>
          <a:ext cx="2192390" cy="588023"/>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64112" tIns="72390" rIns="72390" bIns="72390" numCol="1" spcCol="1270" anchor="ctr" anchorCtr="0">
          <a:noAutofit/>
        </a:bodyPr>
        <a:lstStyle/>
        <a:p>
          <a:pPr marL="0" lvl="0" indent="0" algn="l" defTabSz="844550">
            <a:lnSpc>
              <a:spcPct val="90000"/>
            </a:lnSpc>
            <a:spcBef>
              <a:spcPct val="0"/>
            </a:spcBef>
            <a:spcAft>
              <a:spcPct val="35000"/>
            </a:spcAft>
            <a:buNone/>
          </a:pPr>
          <a:r>
            <a:rPr lang="zh-CN" altLang="en-US" sz="1900" kern="1200" dirty="0"/>
            <a:t>项目总结报告</a:t>
          </a:r>
        </a:p>
      </dsp:txBody>
      <dsp:txXfrm>
        <a:off x="3873060" y="1318154"/>
        <a:ext cx="2134980" cy="530613"/>
      </dsp:txXfrm>
    </dsp:sp>
    <dsp:sp modelId="{75EE274E-6437-449B-ABCA-AF8787CF15E9}">
      <dsp:nvSpPr>
        <dsp:cNvPr id="0" name=""/>
        <dsp:cNvSpPr/>
      </dsp:nvSpPr>
      <dsp:spPr>
        <a:xfrm>
          <a:off x="3236441" y="712734"/>
          <a:ext cx="1016732" cy="1016769"/>
        </a:xfrm>
        <a:prstGeom prst="ellipse">
          <a:avLst/>
        </a:prstGeom>
        <a:solidFill>
          <a:schemeClr val="accent5">
            <a:tint val="50000"/>
            <a:hueOff val="-6729641"/>
            <a:satOff val="-22947"/>
            <a:lumOff val="-382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hList6">
  <dgm:title val=""/>
  <dgm:desc val=""/>
  <dgm:catLst>
    <dgm:cat type="list" pri="1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ptType="node" refType="h"/>
      <dgm:constr type="w" for="ch" ptType="node" refType="w"/>
      <dgm:constr type="primFontSz" for="ch" ptType="node" op="equ"/>
      <dgm:constr type="w" for="ch" forName="sibTrans" refType="w" fact="0.075"/>
    </dgm:constrLst>
    <dgm:ruleLst/>
    <dgm:forEach name="nodesForEach" axis="ch" ptType="node">
      <dgm:layoutNode name="node">
        <dgm:varLst>
          <dgm:bulletEnabled val="1"/>
        </dgm:varLst>
        <dgm:alg type="tx"/>
        <dgm:choose name="Name4">
          <dgm:if name="Name5" func="var" arg="dir" op="equ" val="norm">
            <dgm:shape xmlns:r="http://schemas.openxmlformats.org/officeDocument/2006/relationships" rot="-90" type="flowChartManualOperation" r:blip="">
              <dgm:adjLst/>
            </dgm:shape>
          </dgm:if>
          <dgm:else name="Name6">
            <dgm:shape xmlns:r="http://schemas.openxmlformats.org/officeDocument/2006/relationships" rot="90" type="flowChartManualOperation" r:blip="">
              <dgm:adjLst/>
            </dgm:shape>
          </dgm:else>
        </dgm:choose>
        <dgm:presOf axis="desOrSelf" ptType="node"/>
        <dgm:constrLst>
          <dgm:constr type="primFontSz" val="65"/>
          <dgm:constr type="tMarg"/>
          <dgm:constr type="bMarg"/>
          <dgm:constr type="lMarg" refType="primFontSz" fact="0.5"/>
          <dgm:constr type="rMarg" refType="lMarg"/>
        </dgm:constrLst>
        <dgm:ruleLst>
          <dgm:rule type="primFontSz" val="5" fact="NaN" max="NaN"/>
        </dgm:ruleLst>
      </dgm:layoutNode>
      <dgm:forEach name="sibTransForEach"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12.xml><?xml version="1.0" encoding="utf-8"?>
<dgm:layoutDef xmlns:dgm="http://schemas.openxmlformats.org/drawingml/2006/diagram" xmlns:a="http://schemas.openxmlformats.org/drawingml/2006/main" uniqueId="urn:microsoft.com/office/officeart/2008/layout/AscendingPictureAccentProcess">
  <dgm:title val=""/>
  <dgm:desc val=""/>
  <dgm:catLst>
    <dgm:cat type="process" pri="22500"/>
    <dgm:cat type="picture" pri="16000"/>
    <dgm:cat type="pictureconvert" pri="16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shape xmlns:r="http://schemas.openxmlformats.org/officeDocument/2006/relationships" r:blip="">
      <dgm:adjLst/>
    </dgm:shape>
    <dgm:choose name="Name1">
      <dgm:if name="Name2" axis="ch" ptType="node" func="cnt" op="equ" val="1">
        <dgm:choose name="Name3">
          <dgm:if name="Name4" func="var" arg="dir" op="equ" val="norm">
            <dgm:choose name="Name5">
              <dgm:if name="Name6" axis="des" func="maxDepth" op="gt" val="1">
                <dgm:alg type="composite">
                  <dgm:param type="ar" val="2.7"/>
                </dgm:alg>
                <dgm:constrLst>
                  <dgm:constr type="primFontSz" for="ch" forName="parTx1" op="equ" val="65"/>
                  <dgm:constr type="primFontSz" for="ch" forName="desTx1" op="equ" val="65"/>
                  <dgm:constr type="userD" refType="w" fact="0.0247"/>
                  <dgm:constr type="l" for="ch" forName="parTx1" refType="w" fact="0.2711"/>
                  <dgm:constr type="t" for="ch" forName="parTx1" refType="h" fact="0.9603"/>
                  <dgm:constr type="w" for="ch" forName="parTx1" refType="w" fact="0.5325"/>
                  <dgm:constr type="h" for="ch" forName="parTx1" refType="h" fact="0.3856"/>
                  <dgm:constr type="ctrX" for="ch" forName="picture1" refType="w" fact="0.2469"/>
                  <dgm:constr type="ctrY" for="ch" forName="picture1" refType="h" fact="0.9"/>
                  <dgm:constr type="w" for="ch" forName="picture1" refType="w" fact="0.2469"/>
                  <dgm:constr type="h" for="ch" forName="picture1" refType="h" fact="0.6667"/>
                  <dgm:constr type="l" for="ch" forName="desTx1" refType="r" refFor="ch" refForName="parTx1"/>
                  <dgm:constr type="r" for="ch" forName="desTx1" refType="w"/>
                  <dgm:constr type="t" for="ch" forName="desTx1" refType="t" refFor="ch" refForName="parTx1"/>
                  <dgm:constr type="h" for="ch" forName="desTx1" refType="h" refFor="ch" refForName="parTx1"/>
                </dgm:constrLst>
              </dgm:if>
              <dgm:else name="Name7">
                <dgm:alg type="composite">
                  <dgm:param type="ar" val="2"/>
                </dgm:alg>
                <dgm:constrLst>
                  <dgm:constr type="primFontSz" for="ch" forName="parTx1" op="equ" val="65"/>
                  <dgm:constr type="userD" refType="w" fact="0.0333"/>
                  <dgm:constr type="l" for="ch" forName="parTx1" refType="w" fact="0.366"/>
                  <dgm:constr type="t" for="ch" forName="parTx1" refType="h" fact="0.7113"/>
                  <dgm:constr type="w" for="ch" forName="parTx1" refType="w" fact="0.7189"/>
                  <dgm:constr type="h" for="ch" forName="parTx1" refType="h" fact="0.3856"/>
                  <dgm:constr type="ctrX" for="ch" forName="picture1" refType="w" fact="0.3333"/>
                  <dgm:constr type="ctrY" for="ch" forName="picture1" refType="h" fact="0.6667"/>
                  <dgm:constr type="w" for="ch" forName="picture1" refType="w" fact="0.3333"/>
                  <dgm:constr type="h" for="ch" forName="picture1" refType="h" fact="0.6667"/>
                </dgm:constrLst>
              </dgm:else>
            </dgm:choose>
          </dgm:if>
          <dgm:else name="Name8">
            <dgm:choose name="Name9">
              <dgm:if name="Name10" axis="des" func="maxDepth" op="gt" val="1">
                <dgm:alg type="composite">
                  <dgm:param type="ar" val="2.7"/>
                </dgm:alg>
                <dgm:constrLst>
                  <dgm:constr type="primFontSz" for="ch" forName="parTx1" op="equ" val="65"/>
                  <dgm:constr type="primFontSz" for="ch" forName="desTx1" op="equ" val="65"/>
                  <dgm:constr type="userD" refType="w" fact="0.0247"/>
                  <dgm:constr type="r" for="ch" forName="parTx1" refType="w" fact="0.7289"/>
                  <dgm:constr type="t" for="ch" forName="parTx1" refType="h" fact="0.9603"/>
                  <dgm:constr type="w" for="ch" forName="parTx1" refType="w" fact="0.5325"/>
                  <dgm:constr type="h" for="ch" forName="parTx1" refType="h" fact="0.3856"/>
                  <dgm:constr type="ctrX" for="ch" forName="picture1" refType="w" fact="0.7531"/>
                  <dgm:constr type="ctrY" for="ch" forName="picture1" refType="h" fact="0.9"/>
                  <dgm:constr type="w" for="ch" forName="picture1" refType="w" fact="0.2469"/>
                  <dgm:constr type="h" for="ch" forName="picture1" refType="h" fact="0.6667"/>
                  <dgm:constr type="r" for="ch" forName="desTx1" refType="l" refFor="ch" refForName="parTx1"/>
                  <dgm:constr type="l" for="ch" forName="desTx1"/>
                  <dgm:constr type="t" for="ch" forName="desTx1" refType="t" refFor="ch" refForName="parTx1"/>
                  <dgm:constr type="h" for="ch" forName="desTx1" refType="h" refFor="ch" refForName="parTx1"/>
                </dgm:constrLst>
              </dgm:if>
              <dgm:else name="Name11">
                <dgm:alg type="composite">
                  <dgm:param type="ar" val="2"/>
                </dgm:alg>
                <dgm:constrLst>
                  <dgm:constr type="primFontSz" for="ch" forName="parTx1" op="equ" val="65"/>
                  <dgm:constr type="userD" refType="w" fact="0.0333"/>
                  <dgm:constr type="r" for="ch" forName="parTx1" refType="w" fact="0.634"/>
                  <dgm:constr type="t" for="ch" forName="parTx1" refType="h" fact="0.7113"/>
                  <dgm:constr type="w" for="ch" forName="parTx1" refType="w" fact="0.7189"/>
                  <dgm:constr type="h" for="ch" forName="parTx1" refType="h" fact="0.3856"/>
                  <dgm:constr type="ctrX" for="ch" forName="picture1" refType="w" fact="0.6667"/>
                  <dgm:constr type="ctrY" for="ch" forName="picture1" refType="h" fact="0.6667"/>
                  <dgm:constr type="w" for="ch" forName="picture1" refType="w" fact="0.3333"/>
                  <dgm:constr type="h" for="ch" forName="picture1" refType="h" fact="0.6667"/>
                </dgm:constrLst>
              </dgm:else>
            </dgm:choose>
          </dgm:else>
        </dgm:choose>
      </dgm:if>
      <dgm:if name="Name12" axis="ch" ptType="node" func="cnt" op="equ" val="2">
        <dgm:choose name="Name13">
          <dgm:if name="Name14" func="var" arg="dir" op="equ" val="norm">
            <dgm:choose name="Name15">
              <dgm:if name="Name16"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3221"/>
                  <dgm:constr type="ctrY" for="ch" forName="dot1" refType="h" fact="0.5911"/>
                  <dgm:constr type="w" for="ch" forName="dot1" refType="userD"/>
                  <dgm:constr type="h" for="ch" forName="dot1" refType="userD"/>
                  <dgm:constr type="ctrX" for="ch" forName="dot2" refType="w" fact="0.3056"/>
                  <dgm:constr type="ctrY" for="ch" forName="dot2" refType="h" fact="0.644"/>
                  <dgm:constr type="w" for="ch" forName="dot2" refType="userD"/>
                  <dgm:constr type="h" for="ch" forName="dot2" refType="userD"/>
                  <dgm:constr type="ctrX" for="ch" forName="dot3" refType="w" fact="0.2859"/>
                  <dgm:constr type="ctrY" for="ch" forName="dot3" refType="h" fact="0.6898"/>
                  <dgm:constr type="w" for="ch" forName="dot3" refType="userD"/>
                  <dgm:constr type="h" for="ch" forName="dot3" refType="userD"/>
                  <dgm:constr type="ctrX" for="ch" forName="dotArrow1" refType="w" fact="0.3095"/>
                  <dgm:constr type="ctrY" for="ch" forName="dotArrow1" refType="h" fact="0.0587"/>
                  <dgm:constr type="w" for="ch" forName="dotArrow1" refType="userD"/>
                  <dgm:constr type="h" for="ch" forName="dotArrow1" refType="userD"/>
                  <dgm:constr type="ctrX" for="ch" forName="dotArrow2" refType="w" fact="0.3346"/>
                  <dgm:constr type="ctrY" for="ch" forName="dotArrow2" refType="h" fact="0.0287"/>
                  <dgm:constr type="w" for="ch" forName="dotArrow2" refType="userD"/>
                  <dgm:constr type="h" for="ch" forName="dotArrow2" refType="userD"/>
                  <dgm:constr type="ctrX" for="ch" forName="dotArrow3" refType="w" fact="0.3597"/>
                  <dgm:constr type="ctrY" for="ch" forName="dotArrow3" refType="h" fact="-0.0013"/>
                  <dgm:constr type="w" for="ch" forName="dotArrow3" refType="userD"/>
                  <dgm:constr type="h" for="ch" forName="dotArrow3" refType="userD"/>
                  <dgm:constr type="ctrX" for="ch" forName="dotArrow4" refType="w" fact="0.3848"/>
                  <dgm:constr type="ctrY" for="ch" forName="dotArrow4" refType="h" fact="0.0287"/>
                  <dgm:constr type="w" for="ch" forName="dotArrow4" refType="userD"/>
                  <dgm:constr type="h" for="ch" forName="dotArrow4" refType="userD"/>
                  <dgm:constr type="ctrX" for="ch" forName="dotArrow5" refType="w" fact="0.41"/>
                  <dgm:constr type="ctrY" for="ch" forName="dotArrow5" refType="h" fact="0.0587"/>
                  <dgm:constr type="w" for="ch" forName="dotArrow5" refType="userD"/>
                  <dgm:constr type="h" for="ch" forName="dotArrow5" refType="userD"/>
                  <dgm:constr type="ctrX" for="ch" forName="dotArrow6" refType="w" fact="0.3597"/>
                  <dgm:constr type="ctrY" for="ch" forName="dotArrow6" refType="h" fact="0.062"/>
                  <dgm:constr type="w" for="ch" forName="dotArrow6" refType="userD"/>
                  <dgm:constr type="h" for="ch" forName="dotArrow6" refType="userD"/>
                  <dgm:constr type="ctrX" for="ch" forName="dotArrow7" refType="w" fact="0.3597"/>
                  <dgm:constr type="ctrY" for="ch" forName="dotArrow7" refType="h" fact="0.1253"/>
                  <dgm:constr type="w" for="ch" forName="dotArrow7" refType="userD"/>
                  <dgm:constr type="h" for="ch" forName="dotArrow7" refType="userD"/>
                  <dgm:constr type="l" for="ch" forName="parTx1" refType="w" fact="0.197"/>
                  <dgm:constr type="t" for="ch" forName="parTx1" refType="h" fact="0.8169"/>
                  <dgm:constr type="w" for="ch" forName="parTx1" refType="w" fact="0.4064"/>
                  <dgm:constr type="h" for="ch" forName="parTx1" refType="h" fact="0.218"/>
                  <dgm:constr type="ctrX" for="ch" forName="picture1" refType="w" fact="0.1785"/>
                  <dgm:constr type="ctrY" for="ch" forName="picture1" refType="h" fact="0.7834"/>
                  <dgm:constr type="w" for="ch" forName="picture1" refType="w" fact="0.1884"/>
                  <dgm:constr type="h" for="ch" forName="picture1" refType="h" fact="0.376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688"/>
                  <dgm:constr type="t" for="ch" forName="parTx2" refType="h" fact="0.3905"/>
                  <dgm:constr type="w" for="ch" forName="parTx2" refType="w" fact="0.4064"/>
                  <dgm:constr type="h" for="ch" forName="parTx2" refType="h" fact="0.218"/>
                  <dgm:constr type="ctrX" for="ch" forName="picture2" refType="w" fact="0.3503"/>
                  <dgm:constr type="ctrY" for="ch" forName="picture2" refType="h" fact="0.357"/>
                  <dgm:constr type="w" for="ch" forName="picture2" refType="w" fact="0.1884"/>
                  <dgm:constr type="h" for="ch" forName="picture2" refType="h" fact="0.3768"/>
                  <dgm:constr type="l" for="ch" forName="desTx2" refType="r" refFor="ch" refForName="parTx2"/>
                  <dgm:constr type="r" for="ch" forName="desTx2" refType="w"/>
                  <dgm:constr type="t" for="ch" forName="desTx2" refType="t" refFor="ch" refForName="parTx2"/>
                  <dgm:constr type="h" for="ch" forName="desTx2" refType="h" refFor="ch" refForName="parTx2"/>
                </dgm:constrLst>
              </dgm:if>
              <dgm:else name="Name17">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4274"/>
                  <dgm:constr type="ctrY" for="ch" forName="dot1" refType="h" fact="0.5911"/>
                  <dgm:constr type="w" for="ch" forName="dot1" refType="userD"/>
                  <dgm:constr type="h" for="ch" forName="dot1" refType="userD"/>
                  <dgm:constr type="ctrX" for="ch" forName="dot2" refType="w" fact="0.4055"/>
                  <dgm:constr type="ctrY" for="ch" forName="dot2" refType="h" fact="0.644"/>
                  <dgm:constr type="w" for="ch" forName="dot2" refType="userD"/>
                  <dgm:constr type="h" for="ch" forName="dot2" refType="userD"/>
                  <dgm:constr type="ctrX" for="ch" forName="dot3" refType="w" fact="0.3794"/>
                  <dgm:constr type="ctrY" for="ch" forName="dot3" refType="h" fact="0.6898"/>
                  <dgm:constr type="w" for="ch" forName="dot3" refType="userD"/>
                  <dgm:constr type="h" for="ch" forName="dot3" refType="userD"/>
                  <dgm:constr type="ctrX" for="ch" forName="dotArrow1" refType="w" fact="0.4106"/>
                  <dgm:constr type="ctrY" for="ch" forName="dotArrow1" refType="h" fact="0.0587"/>
                  <dgm:constr type="w" for="ch" forName="dotArrow1" refType="userD"/>
                  <dgm:constr type="h" for="ch" forName="dotArrow1" refType="userD"/>
                  <dgm:constr type="ctrX" for="ch" forName="dotArrow2" refType="w" fact="0.444"/>
                  <dgm:constr type="ctrY" for="ch" forName="dotArrow2" refType="h" fact="0.0287"/>
                  <dgm:constr type="w" for="ch" forName="dotArrow2" refType="userD"/>
                  <dgm:constr type="h" for="ch" forName="dotArrow2" refType="userD"/>
                  <dgm:constr type="ctrX" for="ch" forName="dotArrow3" refType="w" fact="0.4773"/>
                  <dgm:constr type="ctrY" for="ch" forName="dotArrow3" refType="h" fact="-0.0013"/>
                  <dgm:constr type="w" for="ch" forName="dotArrow3" refType="userD"/>
                  <dgm:constr type="h" for="ch" forName="dotArrow3" refType="userD"/>
                  <dgm:constr type="ctrX" for="ch" forName="dotArrow4" refType="w" fact="0.5106"/>
                  <dgm:constr type="ctrY" for="ch" forName="dotArrow4" refType="h" fact="0.0287"/>
                  <dgm:constr type="w" for="ch" forName="dotArrow4" refType="userD"/>
                  <dgm:constr type="h" for="ch" forName="dotArrow4" refType="userD"/>
                  <dgm:constr type="ctrX" for="ch" forName="dotArrow5" refType="w" fact="0.544"/>
                  <dgm:constr type="ctrY" for="ch" forName="dotArrow5" refType="h" fact="0.0587"/>
                  <dgm:constr type="w" for="ch" forName="dotArrow5" refType="userD"/>
                  <dgm:constr type="h" for="ch" forName="dotArrow5" refType="userD"/>
                  <dgm:constr type="ctrX" for="ch" forName="dotArrow6" refType="w" fact="0.4773"/>
                  <dgm:constr type="ctrY" for="ch" forName="dotArrow6" refType="h" fact="0.062"/>
                  <dgm:constr type="w" for="ch" forName="dotArrow6" refType="userD"/>
                  <dgm:constr type="h" for="ch" forName="dotArrow6" refType="userD"/>
                  <dgm:constr type="ctrX" for="ch" forName="dotArrow7" refType="w" fact="0.4773"/>
                  <dgm:constr type="ctrY" for="ch" forName="dotArrow7" refType="h" fact="0.1253"/>
                  <dgm:constr type="w" for="ch" forName="dotArrow7" refType="userD"/>
                  <dgm:constr type="h" for="ch" forName="dotArrow7" refType="userD"/>
                  <dgm:constr type="l" for="ch" forName="parTx1" refType="w" fact="0.2614"/>
                  <dgm:constr type="t" for="ch" forName="parTx1" refType="h" fact="0.8086"/>
                  <dgm:constr type="w" for="ch" forName="parTx1" refType="w" fact="0.5392"/>
                  <dgm:constr type="h" for="ch" forName="parTx1" refType="h" fact="0.218"/>
                  <dgm:constr type="ctrX" for="ch" forName="picture1" refType="w" fact="0.2369"/>
                  <dgm:constr type="ctrY" for="ch" forName="picture1" refType="h" fact="0.7834"/>
                  <dgm:constr type="w" for="ch" forName="picture1" refType="w" fact="0.25"/>
                  <dgm:constr type="h" for="ch" forName="picture1" refType="h" fact="0.3768"/>
                  <dgm:constr type="l" for="ch" forName="parTx2" refType="w" fact="0.4893"/>
                  <dgm:constr type="t" for="ch" forName="parTx2" refType="h" fact="0.3822"/>
                  <dgm:constr type="w" for="ch" forName="parTx2" refType="w" fact="0.5392"/>
                  <dgm:constr type="h" for="ch" forName="parTx2" refType="h" fact="0.218"/>
                  <dgm:constr type="ctrX" for="ch" forName="picture2" refType="w" fact="0.4648"/>
                  <dgm:constr type="ctrY" for="ch" forName="picture2" refType="h" fact="0.357"/>
                  <dgm:constr type="w" for="ch" forName="picture2" refType="w" fact="0.25"/>
                  <dgm:constr type="h" for="ch" forName="picture2" refType="h" fact="0.3768"/>
                </dgm:constrLst>
              </dgm:else>
            </dgm:choose>
          </dgm:if>
          <dgm:else name="Name18">
            <dgm:choose name="Name19">
              <dgm:if name="Name20" axis="des" func="maxDepth" op="gt" val="1">
                <dgm:alg type="composite">
                  <dgm:param type="ar" val="2"/>
                </dgm:alg>
                <dgm:constrLst>
                  <dgm:constr type="primFontSz" for="ch" forName="parTx1" op="equ" val="65"/>
                  <dgm:constr type="primFontSz" for="ch" forName="parTx2" refType="primFontSz" refFor="ch" refForName="parTx1" op="equ"/>
                  <dgm:constr type="primFontSz" for="ch" forName="desTx1" op="equ" val="65"/>
                  <dgm:constr type="primFontSz" for="ch" forName="desTx2" refType="primFontSz" refFor="ch" refForName="desTx1" op="equ"/>
                  <dgm:constr type="userD" refType="w" fact="0.0188"/>
                  <dgm:constr type="ctrX" for="ch" forName="dot1" refType="w" fact="0.6779"/>
                  <dgm:constr type="ctrY" for="ch" forName="dot1" refType="h" fact="0.5911"/>
                  <dgm:constr type="w" for="ch" forName="dot1" refType="userD"/>
                  <dgm:constr type="h" for="ch" forName="dot1" refType="userD"/>
                  <dgm:constr type="ctrX" for="ch" forName="dot2" refType="w" fact="0.6944"/>
                  <dgm:constr type="ctrY" for="ch" forName="dot2" refType="h" fact="0.644"/>
                  <dgm:constr type="w" for="ch" forName="dot2" refType="userD"/>
                  <dgm:constr type="h" for="ch" forName="dot2" refType="userD"/>
                  <dgm:constr type="ctrX" for="ch" forName="dot3" refType="w" fact="0.7141"/>
                  <dgm:constr type="ctrY" for="ch" forName="dot3" refType="h" fact="0.6898"/>
                  <dgm:constr type="w" for="ch" forName="dot3" refType="userD"/>
                  <dgm:constr type="h" for="ch" forName="dot3" refType="userD"/>
                  <dgm:constr type="ctrX" for="ch" forName="dotArrow1" refType="w" fact="0.6905"/>
                  <dgm:constr type="ctrY" for="ch" forName="dotArrow1" refType="h" fact="0.0587"/>
                  <dgm:constr type="w" for="ch" forName="dotArrow1" refType="userD"/>
                  <dgm:constr type="h" for="ch" forName="dotArrow1" refType="userD"/>
                  <dgm:constr type="ctrX" for="ch" forName="dotArrow2" refType="w" fact="0.6654"/>
                  <dgm:constr type="ctrY" for="ch" forName="dotArrow2" refType="h" fact="0.0287"/>
                  <dgm:constr type="w" for="ch" forName="dotArrow2" refType="userD"/>
                  <dgm:constr type="h" for="ch" forName="dotArrow2" refType="userD"/>
                  <dgm:constr type="ctrX" for="ch" forName="dotArrow3" refType="w" fact="0.6403"/>
                  <dgm:constr type="ctrY" for="ch" forName="dotArrow3" refType="h" fact="-0.0013"/>
                  <dgm:constr type="w" for="ch" forName="dotArrow3" refType="userD"/>
                  <dgm:constr type="h" for="ch" forName="dotArrow3" refType="userD"/>
                  <dgm:constr type="ctrX" for="ch" forName="dotArrow4" refType="w" fact="0.6152"/>
                  <dgm:constr type="ctrY" for="ch" forName="dotArrow4" refType="h" fact="0.0287"/>
                  <dgm:constr type="w" for="ch" forName="dotArrow4" refType="userD"/>
                  <dgm:constr type="h" for="ch" forName="dotArrow4" refType="userD"/>
                  <dgm:constr type="ctrX" for="ch" forName="dotArrow5" refType="w" fact="0.59"/>
                  <dgm:constr type="ctrY" for="ch" forName="dotArrow5" refType="h" fact="0.0587"/>
                  <dgm:constr type="w" for="ch" forName="dotArrow5" refType="userD"/>
                  <dgm:constr type="h" for="ch" forName="dotArrow5" refType="userD"/>
                  <dgm:constr type="ctrX" for="ch" forName="dotArrow6" refType="w" fact="0.6403"/>
                  <dgm:constr type="ctrY" for="ch" forName="dotArrow6" refType="h" fact="0.062"/>
                  <dgm:constr type="w" for="ch" forName="dotArrow6" refType="userD"/>
                  <dgm:constr type="h" for="ch" forName="dotArrow6" refType="userD"/>
                  <dgm:constr type="ctrX" for="ch" forName="dotArrow7" refType="w" fact="0.6403"/>
                  <dgm:constr type="ctrY" for="ch" forName="dotArrow7" refType="h" fact="0.1253"/>
                  <dgm:constr type="w" for="ch" forName="dotArrow7" refType="userD"/>
                  <dgm:constr type="h" for="ch" forName="dotArrow7" refType="userD"/>
                  <dgm:constr type="r" for="ch" forName="parTx1" refType="w" fact="0.803"/>
                  <dgm:constr type="t" for="ch" forName="parTx1" refType="h" fact="0.8169"/>
                  <dgm:constr type="w" for="ch" forName="parTx1" refType="w" fact="0.4064"/>
                  <dgm:constr type="h" for="ch" forName="parTx1" refType="h" fact="0.218"/>
                  <dgm:constr type="ctrX" for="ch" forName="picture1" refType="w" fact="0.8215"/>
                  <dgm:constr type="ctrY" for="ch" forName="picture1" refType="h" fact="0.7834"/>
                  <dgm:constr type="w" for="ch" forName="picture1" refType="w" fact="0.1884"/>
                  <dgm:constr type="h" for="ch" forName="picture1" refType="h" fact="0.376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312"/>
                  <dgm:constr type="t" for="ch" forName="parTx2" refType="h" fact="0.3905"/>
                  <dgm:constr type="w" for="ch" forName="parTx2" refType="w" fact="0.4064"/>
                  <dgm:constr type="h" for="ch" forName="parTx2" refType="h" fact="0.218"/>
                  <dgm:constr type="ctrX" for="ch" forName="picture2" refType="w" fact="0.6497"/>
                  <dgm:constr type="ctrY" for="ch" forName="picture2" refType="h" fact="0.357"/>
                  <dgm:constr type="w" for="ch" forName="picture2" refType="w" fact="0.1884"/>
                  <dgm:constr type="h" for="ch" forName="picture2" refType="h" fact="0.3768"/>
                  <dgm:constr type="r" for="ch" forName="desTx2" refType="l" refFor="ch" refForName="parTx2"/>
                  <dgm:constr type="l" for="ch" forName="desTx2"/>
                  <dgm:constr type="t" for="ch" forName="desTx2" refType="t" refFor="ch" refForName="parTx2"/>
                  <dgm:constr type="h" for="ch" forName="desTx2" refType="h" refFor="ch" refForName="parTx2"/>
                </dgm:constrLst>
              </dgm:if>
              <dgm:else name="Name21">
                <dgm:alg type="composite">
                  <dgm:param type="ar" val="1.5073"/>
                </dgm:alg>
                <dgm:constrLst>
                  <dgm:constr type="primFontSz" for="ch" forName="parTx1" op="equ" val="65"/>
                  <dgm:constr type="primFontSz" for="ch" forName="parTx2" refType="primFontSz" refFor="ch" refForName="parTx1" op="equ"/>
                  <dgm:constr type="userD" refType="w" fact="0.025"/>
                  <dgm:constr type="ctrX" for="ch" forName="dot1" refType="w" fact="0.5726"/>
                  <dgm:constr type="ctrY" for="ch" forName="dot1" refType="h" fact="0.5911"/>
                  <dgm:constr type="w" for="ch" forName="dot1" refType="userD"/>
                  <dgm:constr type="h" for="ch" forName="dot1" refType="userD"/>
                  <dgm:constr type="ctrX" for="ch" forName="dot2" refType="w" fact="0.5945"/>
                  <dgm:constr type="ctrY" for="ch" forName="dot2" refType="h" fact="0.644"/>
                  <dgm:constr type="w" for="ch" forName="dot2" refType="userD"/>
                  <dgm:constr type="h" for="ch" forName="dot2" refType="userD"/>
                  <dgm:constr type="ctrX" for="ch" forName="dot3" refType="w" fact="0.6206"/>
                  <dgm:constr type="ctrY" for="ch" forName="dot3" refType="h" fact="0.6898"/>
                  <dgm:constr type="w" for="ch" forName="dot3" refType="userD"/>
                  <dgm:constr type="h" for="ch" forName="dot3" refType="userD"/>
                  <dgm:constr type="ctrX" for="ch" forName="dotArrow1" refType="w" fact="0.5894"/>
                  <dgm:constr type="ctrY" for="ch" forName="dotArrow1" refType="h" fact="0.0587"/>
                  <dgm:constr type="w" for="ch" forName="dotArrow1" refType="userD"/>
                  <dgm:constr type="h" for="ch" forName="dotArrow1" refType="userD"/>
                  <dgm:constr type="ctrX" for="ch" forName="dotArrow2" refType="w" fact="0.556"/>
                  <dgm:constr type="ctrY" for="ch" forName="dotArrow2" refType="h" fact="0.0287"/>
                  <dgm:constr type="w" for="ch" forName="dotArrow2" refType="userD"/>
                  <dgm:constr type="h" for="ch" forName="dotArrow2" refType="userD"/>
                  <dgm:constr type="ctrX" for="ch" forName="dotArrow3" refType="w" fact="0.5227"/>
                  <dgm:constr type="ctrY" for="ch" forName="dotArrow3" refType="h" fact="-0.0013"/>
                  <dgm:constr type="w" for="ch" forName="dotArrow3" refType="userD"/>
                  <dgm:constr type="h" for="ch" forName="dotArrow3" refType="userD"/>
                  <dgm:constr type="ctrX" for="ch" forName="dotArrow4" refType="w" fact="0.4894"/>
                  <dgm:constr type="ctrY" for="ch" forName="dotArrow4" refType="h" fact="0.0287"/>
                  <dgm:constr type="w" for="ch" forName="dotArrow4" refType="userD"/>
                  <dgm:constr type="h" for="ch" forName="dotArrow4" refType="userD"/>
                  <dgm:constr type="ctrX" for="ch" forName="dotArrow5" refType="w" fact="0.456"/>
                  <dgm:constr type="ctrY" for="ch" forName="dotArrow5" refType="h" fact="0.0587"/>
                  <dgm:constr type="w" for="ch" forName="dotArrow5" refType="userD"/>
                  <dgm:constr type="h" for="ch" forName="dotArrow5" refType="userD"/>
                  <dgm:constr type="ctrX" for="ch" forName="dotArrow6" refType="w" fact="0.5227"/>
                  <dgm:constr type="ctrY" for="ch" forName="dotArrow6" refType="h" fact="0.062"/>
                  <dgm:constr type="w" for="ch" forName="dotArrow6" refType="userD"/>
                  <dgm:constr type="h" for="ch" forName="dotArrow6" refType="userD"/>
                  <dgm:constr type="ctrX" for="ch" forName="dotArrow7" refType="w" fact="0.5227"/>
                  <dgm:constr type="ctrY" for="ch" forName="dotArrow7" refType="h" fact="0.1253"/>
                  <dgm:constr type="w" for="ch" forName="dotArrow7" refType="userD"/>
                  <dgm:constr type="h" for="ch" forName="dotArrow7" refType="userD"/>
                  <dgm:constr type="r" for="ch" forName="parTx1" refType="w" fact="0.7386"/>
                  <dgm:constr type="t" for="ch" forName="parTx1" refType="h" fact="0.8086"/>
                  <dgm:constr type="w" for="ch" forName="parTx1" refType="w" fact="0.5392"/>
                  <dgm:constr type="h" for="ch" forName="parTx1" refType="h" fact="0.218"/>
                  <dgm:constr type="ctrX" for="ch" forName="picture1" refType="w" fact="0.7631"/>
                  <dgm:constr type="ctrY" for="ch" forName="picture1" refType="h" fact="0.7834"/>
                  <dgm:constr type="w" for="ch" forName="picture1" refType="w" fact="0.25"/>
                  <dgm:constr type="h" for="ch" forName="picture1" refType="h" fact="0.3768"/>
                  <dgm:constr type="r" for="ch" forName="parTx2" refType="w" fact="0.5107"/>
                  <dgm:constr type="t" for="ch" forName="parTx2" refType="h" fact="0.3822"/>
                  <dgm:constr type="w" for="ch" forName="parTx2" refType="w" fact="0.5392"/>
                  <dgm:constr type="h" for="ch" forName="parTx2" refType="h" fact="0.218"/>
                  <dgm:constr type="ctrX" for="ch" forName="picture2" refType="w" fact="0.5352"/>
                  <dgm:constr type="ctrY" for="ch" forName="picture2" refType="h" fact="0.357"/>
                  <dgm:constr type="w" for="ch" forName="picture2" refType="w" fact="0.25"/>
                  <dgm:constr type="h" for="ch" forName="picture2" refType="h" fact="0.3768"/>
                </dgm:constrLst>
              </dgm:else>
            </dgm:choose>
          </dgm:else>
        </dgm:choose>
      </dgm:if>
      <dgm:if name="Name22" axis="ch" ptType="node" func="cnt" op="equ" val="3">
        <dgm:choose name="Name23">
          <dgm:if name="Name24" func="var" arg="dir" op="equ" val="norm">
            <dgm:choose name="Name25">
              <dgm:if name="Name26"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2981"/>
                  <dgm:constr type="ctrY" for="ch" forName="dot1" refType="h" fact="0.763"/>
                  <dgm:constr type="w" for="ch" forName="dot1" refType="userD"/>
                  <dgm:constr type="h" for="ch" forName="dot1" refType="userD"/>
                  <dgm:constr type="ctrX" for="ch" forName="dot2" refType="w" fact="0.2676"/>
                  <dgm:constr type="ctrY" for="ch" forName="dot2" refType="h" fact="0.7887"/>
                  <dgm:constr type="w" for="ch" forName="dot2" refType="userD"/>
                  <dgm:constr type="h" for="ch" forName="dot2" refType="userD"/>
                  <dgm:constr type="ctrX" for="ch" forName="dot3" refType="w" fact="0.2357"/>
                  <dgm:constr type="ctrY" for="ch" forName="dot3" refType="h" fact="0.809"/>
                  <dgm:constr type="w" for="ch" forName="dot3" refType="userD"/>
                  <dgm:constr type="h" for="ch" forName="dot3" refType="userD"/>
                  <dgm:constr type="ctrX" for="ch" forName="dot4" refType="w" fact="0.4445"/>
                  <dgm:constr type="ctrY" for="ch" forName="dot4" refType="h" fact="0.4655"/>
                  <dgm:constr type="w" for="ch" forName="dot4" refType="userD"/>
                  <dgm:constr type="h" for="ch" forName="dot4" refType="userD"/>
                  <dgm:constr type="ctrX" for="ch" forName="dot5" refType="w" fact="0.4323"/>
                  <dgm:constr type="ctrY" for="ch" forName="dot5" refType="h" fact="0.5178"/>
                  <dgm:constr type="w" for="ch" forName="dot5" refType="userD"/>
                  <dgm:constr type="h" for="ch" forName="dot5" refType="userD"/>
                  <dgm:constr type="ctrX" for="ch" forName="dotArrow1" refType="w" fact="0.4236"/>
                  <dgm:constr type="ctrY" for="ch" forName="dotArrow1" refType="h" fact="0.0718"/>
                  <dgm:constr type="w" for="ch" forName="dotArrow1" refType="userD"/>
                  <dgm:constr type="h" for="ch" forName="dotArrow1" refType="userD"/>
                  <dgm:constr type="ctrX" for="ch" forName="dotArrow2" refType="w" fact="0.446"/>
                  <dgm:constr type="ctrY" for="ch" forName="dotArrow2" refType="h" fact="0.0468"/>
                  <dgm:constr type="w" for="ch" forName="dotArrow2" refType="userD"/>
                  <dgm:constr type="h" for="ch" forName="dotArrow2" refType="userD"/>
                  <dgm:constr type="ctrX" for="ch" forName="dotArrow3" refType="w" fact="0.4685"/>
                  <dgm:constr type="ctrY" for="ch" forName="dotArrow3" refType="h" fact="0.0218"/>
                  <dgm:constr type="w" for="ch" forName="dotArrow3" refType="userD"/>
                  <dgm:constr type="h" for="ch" forName="dotArrow3" refType="userD"/>
                  <dgm:constr type="ctrX" for="ch" forName="dotArrow4" refType="w" fact="0.491"/>
                  <dgm:constr type="ctrY" for="ch" forName="dotArrow4" refType="h" fact="0.0468"/>
                  <dgm:constr type="w" for="ch" forName="dotArrow4" refType="userD"/>
                  <dgm:constr type="h" for="ch" forName="dotArrow4" refType="userD"/>
                  <dgm:constr type="ctrX" for="ch" forName="dotArrow5" refType="w" fact="0.5135"/>
                  <dgm:constr type="ctrY" for="ch" forName="dotArrow5" refType="h" fact="0.0718"/>
                  <dgm:constr type="w" for="ch" forName="dotArrow5" refType="userD"/>
                  <dgm:constr type="h" for="ch" forName="dotArrow5" refType="userD"/>
                  <dgm:constr type="ctrX" for="ch" forName="dotArrow6" refType="w" fact="0.4685"/>
                  <dgm:constr type="ctrY" for="ch" forName="dotArrow6" refType="h" fact="0.0745"/>
                  <dgm:constr type="w" for="ch" forName="dotArrow6" refType="userD"/>
                  <dgm:constr type="h" for="ch" forName="dotArrow6" refType="userD"/>
                  <dgm:constr type="ctrX" for="ch" forName="dotArrow7" refType="w" fact="0.4685"/>
                  <dgm:constr type="ctrY" for="ch" forName="dotArrow7" refType="h" fact="0.1273"/>
                  <dgm:constr type="w" for="ch" forName="dotArrow7" refType="userD"/>
                  <dgm:constr type="h" for="ch" forName="dotArrow7" refType="userD"/>
                  <dgm:constr type="l" for="ch" forName="parTx1" refType="w" fact="0.1487"/>
                  <dgm:constr type="t" for="ch" forName="parTx1" refType="h" fact="0.8596"/>
                  <dgm:constr type="w" for="ch" forName="parTx1" refType="w" fact="0.3491"/>
                  <dgm:constr type="h" for="ch" forName="parTx1" refType="h" fact="0.1638"/>
                  <dgm:constr type="ctrX" for="ch" forName="picture1" refType="w" fact="0.1328"/>
                  <dgm:constr type="ctrY" for="ch" forName="picture1" refType="h" fact="0.8361"/>
                  <dgm:constr type="w" for="ch" forName="picture1" refType="w" fact="0.1618"/>
                  <dgm:constr type="h" for="ch" forName="picture1" refType="h" fact="0.2832"/>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732"/>
                  <dgm:constr type="t" for="ch" forName="parTx2" refType="h" fact="0.6469"/>
                  <dgm:constr type="w" for="ch" forName="parTx2" refType="w" fact="0.3491"/>
                  <dgm:constr type="h" for="ch" forName="parTx2" refType="h" fact="0.1638"/>
                  <dgm:constr type="ctrX" for="ch" forName="picture2" refType="w" fact="0.3573"/>
                  <dgm:constr type="ctrY" for="ch" forName="picture2" refType="h" fact="0.6234"/>
                  <dgm:constr type="w" for="ch" forName="picture2" refType="w" fact="0.1618"/>
                  <dgm:constr type="h" for="ch" forName="picture2" refType="h" fact="0.2832"/>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4763"/>
                  <dgm:constr type="t" for="ch" forName="parTx3" refType="h" fact="0.3243"/>
                  <dgm:constr type="w" for="ch" forName="parTx3" refType="w" fact="0.3491"/>
                  <dgm:constr type="h" for="ch" forName="parTx3" refType="h" fact="0.1638"/>
                  <dgm:constr type="ctrX" for="ch" forName="picture3" refType="w" fact="0.4604"/>
                  <dgm:constr type="ctrY" for="ch" forName="picture3" refType="h" fact="0.3008"/>
                  <dgm:constr type="w" for="ch" forName="picture3" refType="w" fact="0.1618"/>
                  <dgm:constr type="h" for="ch" forName="picture3" refType="h" fact="0.2832"/>
                  <dgm:constr type="l" for="ch" forName="desTx3" refType="r" refFor="ch" refForName="parTx3"/>
                  <dgm:constr type="r" for="ch" forName="desTx3" refType="w"/>
                  <dgm:constr type="t" for="ch" forName="desTx3" refType="t" refFor="ch" refForName="parTx3"/>
                  <dgm:constr type="h" for="ch" forName="desTx3" refType="h" refFor="ch" refForName="parTx3"/>
                </dgm:constrLst>
              </dgm:if>
              <dgm:else name="Name27">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3684"/>
                  <dgm:constr type="ctrY" for="ch" forName="dot1" refType="h" fact="0.763"/>
                  <dgm:constr type="w" for="ch" forName="dot1" refType="userD"/>
                  <dgm:constr type="h" for="ch" forName="dot1" refType="userD"/>
                  <dgm:constr type="ctrX" for="ch" forName="dot2" refType="w" fact="0.3307"/>
                  <dgm:constr type="ctrY" for="ch" forName="dot2" refType="h" fact="0.7887"/>
                  <dgm:constr type="w" for="ch" forName="dot2" refType="userD"/>
                  <dgm:constr type="h" for="ch" forName="dot2" refType="userD"/>
                  <dgm:constr type="ctrX" for="ch" forName="dot3" refType="w" fact="0.2912"/>
                  <dgm:constr type="ctrY" for="ch" forName="dot3" refType="h" fact="0.809"/>
                  <dgm:constr type="w" for="ch" forName="dot3" refType="userD"/>
                  <dgm:constr type="h" for="ch" forName="dot3" refType="userD"/>
                  <dgm:constr type="ctrX" for="ch" forName="dot4" refType="w" fact="0.5494"/>
                  <dgm:constr type="ctrY" for="ch" forName="dot4" refType="h" fact="0.4655"/>
                  <dgm:constr type="w" for="ch" forName="dot4" refType="userD"/>
                  <dgm:constr type="h" for="ch" forName="dot4" refType="userD"/>
                  <dgm:constr type="ctrX" for="ch" forName="dot5" refType="w" fact="0.5342"/>
                  <dgm:constr type="ctrY" for="ch" forName="dot5" refType="h" fact="0.5178"/>
                  <dgm:constr type="w" for="ch" forName="dot5" refType="userD"/>
                  <dgm:constr type="h" for="ch" forName="dot5" refType="userD"/>
                  <dgm:constr type="ctrX" for="ch" forName="dotArrow1" refType="w" fact="0.5234"/>
                  <dgm:constr type="ctrY" for="ch" forName="dotArrow1" refType="h" fact="0.0718"/>
                  <dgm:constr type="w" for="ch" forName="dotArrow1" refType="userD"/>
                  <dgm:constr type="h" for="ch" forName="dotArrow1" refType="userD"/>
                  <dgm:constr type="ctrX" for="ch" forName="dotArrow2" refType="w" fact="0.5512"/>
                  <dgm:constr type="ctrY" for="ch" forName="dotArrow2" refType="h" fact="0.0468"/>
                  <dgm:constr type="w" for="ch" forName="dotArrow2" refType="userD"/>
                  <dgm:constr type="h" for="ch" forName="dotArrow2" refType="userD"/>
                  <dgm:constr type="ctrX" for="ch" forName="dotArrow3" refType="w" fact="0.579"/>
                  <dgm:constr type="ctrY" for="ch" forName="dotArrow3" refType="h" fact="0.0218"/>
                  <dgm:constr type="w" for="ch" forName="dotArrow3" refType="userD"/>
                  <dgm:constr type="h" for="ch" forName="dotArrow3" refType="userD"/>
                  <dgm:constr type="ctrX" for="ch" forName="dotArrow4" refType="w" fact="0.6068"/>
                  <dgm:constr type="ctrY" for="ch" forName="dotArrow4" refType="h" fact="0.0468"/>
                  <dgm:constr type="w" for="ch" forName="dotArrow4" refType="userD"/>
                  <dgm:constr type="h" for="ch" forName="dotArrow4" refType="userD"/>
                  <dgm:constr type="ctrX" for="ch" forName="dotArrow5" refType="w" fact="0.6346"/>
                  <dgm:constr type="ctrY" for="ch" forName="dotArrow5" refType="h" fact="0.0718"/>
                  <dgm:constr type="w" for="ch" forName="dotArrow5" refType="userD"/>
                  <dgm:constr type="h" for="ch" forName="dotArrow5" refType="userD"/>
                  <dgm:constr type="ctrX" for="ch" forName="dotArrow6" refType="w" fact="0.579"/>
                  <dgm:constr type="ctrY" for="ch" forName="dotArrow6" refType="h" fact="0.0745"/>
                  <dgm:constr type="w" for="ch" forName="dotArrow6" refType="userD"/>
                  <dgm:constr type="h" for="ch" forName="dotArrow6" refType="userD"/>
                  <dgm:constr type="ctrX" for="ch" forName="dotArrow7" refType="w" fact="0.579"/>
                  <dgm:constr type="ctrY" for="ch" forName="dotArrow7" refType="h" fact="0.1273"/>
                  <dgm:constr type="w" for="ch" forName="dotArrow7" refType="userD"/>
                  <dgm:constr type="h" for="ch" forName="dotArrow7" refType="userD"/>
                  <dgm:constr type="l" for="ch" forName="parTx1" refType="w" fact="0.1837"/>
                  <dgm:constr type="t" for="ch" forName="parTx1" refType="h" fact="0.8551"/>
                  <dgm:constr type="w" for="ch" forName="parTx1" refType="w" fact="0.4314"/>
                  <dgm:constr type="h" for="ch" forName="parTx1" refType="h" fact="0.1638"/>
                  <dgm:constr type="ctrX" for="ch" forName="picture1" refType="w" fact="0.1641"/>
                  <dgm:constr type="ctrY" for="ch" forName="picture1" refType="h" fact="0.8361"/>
                  <dgm:constr type="w" for="ch" forName="picture1" refType="w" fact="0.2"/>
                  <dgm:constr type="h" for="ch" forName="picture1" refType="h" fact="0.2832"/>
                  <dgm:constr type="l" for="ch" forName="parTx2" refType="w" fact="0.4612"/>
                  <dgm:constr type="t" for="ch" forName="parTx2" refType="h" fact="0.6424"/>
                  <dgm:constr type="w" for="ch" forName="parTx2" refType="w" fact="0.4314"/>
                  <dgm:constr type="h" for="ch" forName="parTx2" refType="h" fact="0.1638"/>
                  <dgm:constr type="ctrX" for="ch" forName="picture2" refType="w" fact="0.4416"/>
                  <dgm:constr type="ctrY" for="ch" forName="picture2" refType="h" fact="0.6234"/>
                  <dgm:constr type="w" for="ch" forName="picture2" refType="w" fact="0.2"/>
                  <dgm:constr type="h" for="ch" forName="picture2" refType="h" fact="0.2832"/>
                  <dgm:constr type="l" for="ch" forName="parTx3" refType="w" fact="0.5886"/>
                  <dgm:constr type="t" for="ch" forName="parTx3" refType="h" fact="0.3198"/>
                  <dgm:constr type="w" for="ch" forName="parTx3" refType="w" fact="0.4314"/>
                  <dgm:constr type="h" for="ch" forName="parTx3" refType="h" fact="0.1638"/>
                  <dgm:constr type="ctrX" for="ch" forName="picture3" refType="w" fact="0.569"/>
                  <dgm:constr type="ctrY" for="ch" forName="picture3" refType="h" fact="0.3008"/>
                  <dgm:constr type="w" for="ch" forName="picture3" refType="w" fact="0.2"/>
                  <dgm:constr type="h" for="ch" forName="picture3" refType="h" fact="0.2832"/>
                </dgm:constrLst>
              </dgm:else>
            </dgm:choose>
          </dgm:if>
          <dgm:else name="Name28">
            <dgm:choose name="Name29">
              <dgm:if name="Name30" axis="des" func="maxDepth" op="gt" val="1">
                <dgm:alg type="composite">
                  <dgm:param type="ar" val="1.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userD" refType="w" fact="0.0162"/>
                  <dgm:constr type="ctrX" for="ch" forName="dot1" refType="w" fact="0.7019"/>
                  <dgm:constr type="ctrY" for="ch" forName="dot1" refType="h" fact="0.763"/>
                  <dgm:constr type="w" for="ch" forName="dot1" refType="userD"/>
                  <dgm:constr type="h" for="ch" forName="dot1" refType="userD"/>
                  <dgm:constr type="ctrX" for="ch" forName="dot2" refType="w" fact="0.7324"/>
                  <dgm:constr type="ctrY" for="ch" forName="dot2" refType="h" fact="0.7887"/>
                  <dgm:constr type="w" for="ch" forName="dot2" refType="userD"/>
                  <dgm:constr type="h" for="ch" forName="dot2" refType="userD"/>
                  <dgm:constr type="ctrX" for="ch" forName="dot3" refType="w" fact="0.7643"/>
                  <dgm:constr type="ctrY" for="ch" forName="dot3" refType="h" fact="0.809"/>
                  <dgm:constr type="w" for="ch" forName="dot3" refType="userD"/>
                  <dgm:constr type="h" for="ch" forName="dot3" refType="userD"/>
                  <dgm:constr type="ctrX" for="ch" forName="dot4" refType="w" fact="0.5555"/>
                  <dgm:constr type="ctrY" for="ch" forName="dot4" refType="h" fact="0.4655"/>
                  <dgm:constr type="w" for="ch" forName="dot4" refType="userD"/>
                  <dgm:constr type="h" for="ch" forName="dot4" refType="userD"/>
                  <dgm:constr type="ctrX" for="ch" forName="dot5" refType="w" fact="0.5677"/>
                  <dgm:constr type="ctrY" for="ch" forName="dot5" refType="h" fact="0.5178"/>
                  <dgm:constr type="w" for="ch" forName="dot5" refType="userD"/>
                  <dgm:constr type="h" for="ch" forName="dot5" refType="userD"/>
                  <dgm:constr type="ctrX" for="ch" forName="dotArrow1" refType="w" fact="0.5764"/>
                  <dgm:constr type="ctrY" for="ch" forName="dotArrow1" refType="h" fact="0.0718"/>
                  <dgm:constr type="w" for="ch" forName="dotArrow1" refType="userD"/>
                  <dgm:constr type="h" for="ch" forName="dotArrow1" refType="userD"/>
                  <dgm:constr type="ctrX" for="ch" forName="dotArrow2" refType="w" fact="0.554"/>
                  <dgm:constr type="ctrY" for="ch" forName="dotArrow2" refType="h" fact="0.0468"/>
                  <dgm:constr type="w" for="ch" forName="dotArrow2" refType="userD"/>
                  <dgm:constr type="h" for="ch" forName="dotArrow2" refType="userD"/>
                  <dgm:constr type="ctrX" for="ch" forName="dotArrow3" refType="w" fact="0.5315"/>
                  <dgm:constr type="ctrY" for="ch" forName="dotArrow3" refType="h" fact="0.0218"/>
                  <dgm:constr type="w" for="ch" forName="dotArrow3" refType="userD"/>
                  <dgm:constr type="h" for="ch" forName="dotArrow3" refType="userD"/>
                  <dgm:constr type="ctrX" for="ch" forName="dotArrow4" refType="w" fact="0.509"/>
                  <dgm:constr type="ctrY" for="ch" forName="dotArrow4" refType="h" fact="0.0468"/>
                  <dgm:constr type="w" for="ch" forName="dotArrow4" refType="userD"/>
                  <dgm:constr type="h" for="ch" forName="dotArrow4" refType="userD"/>
                  <dgm:constr type="ctrX" for="ch" forName="dotArrow5" refType="w" fact="0.4865"/>
                  <dgm:constr type="ctrY" for="ch" forName="dotArrow5" refType="h" fact="0.0718"/>
                  <dgm:constr type="w" for="ch" forName="dotArrow5" refType="userD"/>
                  <dgm:constr type="h" for="ch" forName="dotArrow5" refType="userD"/>
                  <dgm:constr type="ctrX" for="ch" forName="dotArrow6" refType="w" fact="0.5315"/>
                  <dgm:constr type="ctrY" for="ch" forName="dotArrow6" refType="h" fact="0.0745"/>
                  <dgm:constr type="w" for="ch" forName="dotArrow6" refType="userD"/>
                  <dgm:constr type="h" for="ch" forName="dotArrow6" refType="userD"/>
                  <dgm:constr type="ctrX" for="ch" forName="dotArrow7" refType="w" fact="0.5315"/>
                  <dgm:constr type="ctrY" for="ch" forName="dotArrow7" refType="h" fact="0.1273"/>
                  <dgm:constr type="w" for="ch" forName="dotArrow7" refType="userD"/>
                  <dgm:constr type="h" for="ch" forName="dotArrow7" refType="userD"/>
                  <dgm:constr type="r" for="ch" forName="parTx1" refType="w" fact="0.8513"/>
                  <dgm:constr type="t" for="ch" forName="parTx1" refType="h" fact="0.8596"/>
                  <dgm:constr type="w" for="ch" forName="parTx1" refType="w" fact="0.3491"/>
                  <dgm:constr type="h" for="ch" forName="parTx1" refType="h" fact="0.1638"/>
                  <dgm:constr type="ctrX" for="ch" forName="picture1" refType="w" fact="0.8672"/>
                  <dgm:constr type="ctrY" for="ch" forName="picture1" refType="h" fact="0.8361"/>
                  <dgm:constr type="w" for="ch" forName="picture1" refType="w" fact="0.1618"/>
                  <dgm:constr type="h" for="ch" forName="picture1" refType="h" fact="0.2832"/>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268"/>
                  <dgm:constr type="t" for="ch" forName="parTx2" refType="h" fact="0.6469"/>
                  <dgm:constr type="w" for="ch" forName="parTx2" refType="w" fact="0.3491"/>
                  <dgm:constr type="h" for="ch" forName="parTx2" refType="h" fact="0.1638"/>
                  <dgm:constr type="ctrX" for="ch" forName="picture2" refType="w" fact="0.6427"/>
                  <dgm:constr type="ctrY" for="ch" forName="picture2" refType="h" fact="0.6234"/>
                  <dgm:constr type="w" for="ch" forName="picture2" refType="w" fact="0.1618"/>
                  <dgm:constr type="h" for="ch" forName="picture2" refType="h" fact="0.2832"/>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5237"/>
                  <dgm:constr type="t" for="ch" forName="parTx3" refType="h" fact="0.3243"/>
                  <dgm:constr type="w" for="ch" forName="parTx3" refType="w" fact="0.3491"/>
                  <dgm:constr type="h" for="ch" forName="parTx3" refType="h" fact="0.1638"/>
                  <dgm:constr type="ctrX" for="ch" forName="picture3" refType="w" fact="0.5396"/>
                  <dgm:constr type="ctrY" for="ch" forName="picture3" refType="h" fact="0.3008"/>
                  <dgm:constr type="w" for="ch" forName="picture3" refType="w" fact="0.1618"/>
                  <dgm:constr type="h" for="ch" forName="picture3" refType="h" fact="0.2832"/>
                  <dgm:constr type="r" for="ch" forName="desTx3" refType="l" refFor="ch" refForName="parTx3"/>
                  <dgm:constr type="l" for="ch" forName="desTx3"/>
                  <dgm:constr type="t" for="ch" forName="desTx3" refType="t" refFor="ch" refForName="parTx3"/>
                  <dgm:constr type="h" for="ch" forName="desTx3" refType="h" refFor="ch" refForName="parTx3"/>
                </dgm:constrLst>
              </dgm:if>
              <dgm:else name="Name31">
                <dgm:alg type="composite">
                  <dgm:param type="ar" val="1.416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userD" refType="w" fact="0.02"/>
                  <dgm:constr type="ctrX" for="ch" forName="dot1" refType="w" fact="0.6316"/>
                  <dgm:constr type="ctrY" for="ch" forName="dot1" refType="h" fact="0.763"/>
                  <dgm:constr type="w" for="ch" forName="dot1" refType="userD"/>
                  <dgm:constr type="h" for="ch" forName="dot1" refType="userD"/>
                  <dgm:constr type="ctrX" for="ch" forName="dot2" refType="w" fact="0.6693"/>
                  <dgm:constr type="ctrY" for="ch" forName="dot2" refType="h" fact="0.7887"/>
                  <dgm:constr type="w" for="ch" forName="dot2" refType="userD"/>
                  <dgm:constr type="h" for="ch" forName="dot2" refType="userD"/>
                  <dgm:constr type="ctrX" for="ch" forName="dot3" refType="w" fact="0.7088"/>
                  <dgm:constr type="ctrY" for="ch" forName="dot3" refType="h" fact="0.809"/>
                  <dgm:constr type="w" for="ch" forName="dot3" refType="userD"/>
                  <dgm:constr type="h" for="ch" forName="dot3" refType="userD"/>
                  <dgm:constr type="ctrX" for="ch" forName="dot4" refType="w" fact="0.4506"/>
                  <dgm:constr type="ctrY" for="ch" forName="dot4" refType="h" fact="0.4655"/>
                  <dgm:constr type="w" for="ch" forName="dot4" refType="userD"/>
                  <dgm:constr type="h" for="ch" forName="dot4" refType="userD"/>
                  <dgm:constr type="ctrX" for="ch" forName="dot5" refType="w" fact="0.4658"/>
                  <dgm:constr type="ctrY" for="ch" forName="dot5" refType="h" fact="0.5178"/>
                  <dgm:constr type="w" for="ch" forName="dot5" refType="userD"/>
                  <dgm:constr type="h" for="ch" forName="dot5" refType="userD"/>
                  <dgm:constr type="ctrX" for="ch" forName="dotArrow1" refType="w" fact="0.4766"/>
                  <dgm:constr type="ctrY" for="ch" forName="dotArrow1" refType="h" fact="0.0718"/>
                  <dgm:constr type="w" for="ch" forName="dotArrow1" refType="userD"/>
                  <dgm:constr type="h" for="ch" forName="dotArrow1" refType="userD"/>
                  <dgm:constr type="ctrX" for="ch" forName="dotArrow2" refType="w" fact="0.4488"/>
                  <dgm:constr type="ctrY" for="ch" forName="dotArrow2" refType="h" fact="0.0468"/>
                  <dgm:constr type="w" for="ch" forName="dotArrow2" refType="userD"/>
                  <dgm:constr type="h" for="ch" forName="dotArrow2" refType="userD"/>
                  <dgm:constr type="ctrX" for="ch" forName="dotArrow3" refType="w" fact="0.421"/>
                  <dgm:constr type="ctrY" for="ch" forName="dotArrow3" refType="h" fact="0.0218"/>
                  <dgm:constr type="w" for="ch" forName="dotArrow3" refType="userD"/>
                  <dgm:constr type="h" for="ch" forName="dotArrow3" refType="userD"/>
                  <dgm:constr type="ctrX" for="ch" forName="dotArrow4" refType="w" fact="0.3932"/>
                  <dgm:constr type="ctrY" for="ch" forName="dotArrow4" refType="h" fact="0.0468"/>
                  <dgm:constr type="w" for="ch" forName="dotArrow4" refType="userD"/>
                  <dgm:constr type="h" for="ch" forName="dotArrow4" refType="userD"/>
                  <dgm:constr type="ctrX" for="ch" forName="dotArrow5" refType="w" fact="0.3654"/>
                  <dgm:constr type="ctrY" for="ch" forName="dotArrow5" refType="h" fact="0.0718"/>
                  <dgm:constr type="w" for="ch" forName="dotArrow5" refType="userD"/>
                  <dgm:constr type="h" for="ch" forName="dotArrow5" refType="userD"/>
                  <dgm:constr type="ctrX" for="ch" forName="dotArrow6" refType="w" fact="0.421"/>
                  <dgm:constr type="ctrY" for="ch" forName="dotArrow6" refType="h" fact="0.0745"/>
                  <dgm:constr type="w" for="ch" forName="dotArrow6" refType="userD"/>
                  <dgm:constr type="h" for="ch" forName="dotArrow6" refType="userD"/>
                  <dgm:constr type="ctrX" for="ch" forName="dotArrow7" refType="w" fact="0.421"/>
                  <dgm:constr type="ctrY" for="ch" forName="dotArrow7" refType="h" fact="0.1273"/>
                  <dgm:constr type="w" for="ch" forName="dotArrow7" refType="userD"/>
                  <dgm:constr type="h" for="ch" forName="dotArrow7" refType="userD"/>
                  <dgm:constr type="r" for="ch" forName="parTx1" refType="w" fact="0.8163"/>
                  <dgm:constr type="t" for="ch" forName="parTx1" refType="h" fact="0.8551"/>
                  <dgm:constr type="w" for="ch" forName="parTx1" refType="w" fact="0.4314"/>
                  <dgm:constr type="h" for="ch" forName="parTx1" refType="h" fact="0.1638"/>
                  <dgm:constr type="ctrX" for="ch" forName="picture1" refType="w" fact="0.8359"/>
                  <dgm:constr type="ctrY" for="ch" forName="picture1" refType="h" fact="0.8361"/>
                  <dgm:constr type="w" for="ch" forName="picture1" refType="w" fact="0.2"/>
                  <dgm:constr type="h" for="ch" forName="picture1" refType="h" fact="0.2832"/>
                  <dgm:constr type="r" for="ch" forName="parTx2" refType="w" fact="0.5388"/>
                  <dgm:constr type="t" for="ch" forName="parTx2" refType="h" fact="0.6424"/>
                  <dgm:constr type="w" for="ch" forName="parTx2" refType="w" fact="0.4314"/>
                  <dgm:constr type="h" for="ch" forName="parTx2" refType="h" fact="0.1638"/>
                  <dgm:constr type="ctrX" for="ch" forName="picture2" refType="w" fact="0.5584"/>
                  <dgm:constr type="ctrY" for="ch" forName="picture2" refType="h" fact="0.6234"/>
                  <dgm:constr type="w" for="ch" forName="picture2" refType="w" fact="0.2"/>
                  <dgm:constr type="h" for="ch" forName="picture2" refType="h" fact="0.2832"/>
                  <dgm:constr type="r" for="ch" forName="parTx3" refType="w" fact="0.4114"/>
                  <dgm:constr type="t" for="ch" forName="parTx3" refType="h" fact="0.3198"/>
                  <dgm:constr type="w" for="ch" forName="parTx3" refType="w" fact="0.4314"/>
                  <dgm:constr type="h" for="ch" forName="parTx3" refType="h" fact="0.1638"/>
                  <dgm:constr type="ctrX" for="ch" forName="picture3" refType="w" fact="0.431"/>
                  <dgm:constr type="ctrY" for="ch" forName="picture3" refType="h" fact="0.3008"/>
                  <dgm:constr type="w" for="ch" forName="picture3" refType="w" fact="0.2"/>
                  <dgm:constr type="h" for="ch" forName="picture3" refType="h" fact="0.2832"/>
                </dgm:constrLst>
              </dgm:else>
            </dgm:choose>
          </dgm:else>
        </dgm:choose>
      </dgm:if>
      <dgm:if name="Name32" axis="ch" ptType="node" func="cnt" op="equ" val="4">
        <dgm:choose name="Name33">
          <dgm:if name="Name34" func="var" arg="dir" op="equ" val="norm">
            <dgm:choose name="Name35">
              <dgm:if name="Name36"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3253"/>
                  <dgm:constr type="ctrY" for="ch" forName="dot1" refType="h" fact="0.8215"/>
                  <dgm:constr type="w" for="ch" forName="dot1" refType="userD"/>
                  <dgm:constr type="h" for="ch" forName="dot1" refType="userD"/>
                  <dgm:constr type="ctrX" for="ch" forName="dot2" refType="w" fact="0.2949"/>
                  <dgm:constr type="ctrY" for="ch" forName="dot2" refType="h" fact="0.843"/>
                  <dgm:constr type="w" for="ch" forName="dot2" refType="userD"/>
                  <dgm:constr type="h" for="ch" forName="dot2" refType="userD"/>
                  <dgm:constr type="ctrX" for="ch" forName="dot3" refType="w" fact="0.2635"/>
                  <dgm:constr type="ctrY" for="ch" forName="dot3" refType="h" fact="0.8607"/>
                  <dgm:constr type="w" for="ch" forName="dot3" refType="userD"/>
                  <dgm:constr type="h" for="ch" forName="dot3" refType="userD"/>
                  <dgm:constr type="ctrX" for="ch" forName="dot4" refType="w" fact="0.2313"/>
                  <dgm:constr type="ctrY" for="ch" forName="dot4" refType="h" fact="0.8745"/>
                  <dgm:constr type="w" for="ch" forName="dot4" refType="userD"/>
                  <dgm:constr type="h" for="ch" forName="dot4" refType="userD"/>
                  <dgm:constr type="ctrX" for="ch" forName="dot5" refType="w" fact="0.4675"/>
                  <dgm:constr type="ctrY" for="ch" forName="dot5" refType="h" fact="0.6419"/>
                  <dgm:constr type="w" for="ch" forName="dot5" refType="userD"/>
                  <dgm:constr type="h" for="ch" forName="dot5" refType="userD"/>
                  <dgm:constr type="ctrX" for="ch" forName="dot6" refType="w" fact="0.5486"/>
                  <dgm:constr type="ctrY" for="ch" forName="dot6" refType="h" fact="0.3784"/>
                  <dgm:constr type="w" for="ch" forName="dot6" refType="userD"/>
                  <dgm:constr type="h" for="ch" forName="dot6" refType="userD"/>
                  <dgm:constr type="ctrX" for="ch" forName="dotArrow1" refType="w" fact="0.5267"/>
                  <dgm:constr type="ctrY" for="ch" forName="dotArrow1" refType="h" fact="0.0496"/>
                  <dgm:constr type="w" for="ch" forName="dotArrow1" refType="userD"/>
                  <dgm:constr type="h" for="ch" forName="dotArrow1" refType="userD"/>
                  <dgm:constr type="ctrX" for="ch" forName="dotArrow2" refType="w" fact="0.5462"/>
                  <dgm:constr type="ctrY" for="ch" forName="dotArrow2" refType="h" fact="0.0282"/>
                  <dgm:constr type="w" for="ch" forName="dotArrow2" refType="userD"/>
                  <dgm:constr type="h" for="ch" forName="dotArrow2" refType="userD"/>
                  <dgm:constr type="ctrX" for="ch" forName="dotArrow3" refType="w" fact="0.5657"/>
                  <dgm:constr type="ctrY" for="ch" forName="dotArrow3" refType="h" fact="0.0068"/>
                  <dgm:constr type="w" for="ch" forName="dotArrow3" refType="userD"/>
                  <dgm:constr type="h" for="ch" forName="dotArrow3" refType="userD"/>
                  <dgm:constr type="ctrX" for="ch" forName="dotArrow4" refType="w" fact="0.5851"/>
                  <dgm:constr type="ctrY" for="ch" forName="dotArrow4" refType="h" fact="0.0282"/>
                  <dgm:constr type="w" for="ch" forName="dotArrow4" refType="userD"/>
                  <dgm:constr type="h" for="ch" forName="dotArrow4" refType="userD"/>
                  <dgm:constr type="ctrX" for="ch" forName="dotArrow5" refType="w" fact="0.6046"/>
                  <dgm:constr type="ctrY" for="ch" forName="dotArrow5" refType="h" fact="0.0496"/>
                  <dgm:constr type="w" for="ch" forName="dotArrow5" refType="userD"/>
                  <dgm:constr type="h" for="ch" forName="dotArrow5" refType="userD"/>
                  <dgm:constr type="ctrX" for="ch" forName="dotArrow6" refType="w" fact="0.5657"/>
                  <dgm:constr type="ctrY" for="ch" forName="dotArrow6" refType="h" fact="0.052"/>
                  <dgm:constr type="w" for="ch" forName="dotArrow6" refType="userD"/>
                  <dgm:constr type="h" for="ch" forName="dotArrow6" refType="userD"/>
                  <dgm:constr type="ctrX" for="ch" forName="dotArrow7" refType="w" fact="0.5657"/>
                  <dgm:constr type="ctrY" for="ch" forName="dotArrow7" refType="h" fact="0.0972"/>
                  <dgm:constr type="w" for="ch" forName="dotArrow7" refType="userD"/>
                  <dgm:constr type="h" for="ch" forName="dotArrow7" refType="userD"/>
                  <dgm:constr type="l" for="ch" forName="parTx1" refType="w" fact="0.1466"/>
                  <dgm:constr type="t" for="ch" forName="parTx1" refType="h" fact="0.9095"/>
                  <dgm:constr type="w" for="ch" forName="parTx1" refType="w" fact="0.294"/>
                  <dgm:constr type="h" for="ch" forName="parTx1" refType="h" fact="0.1222"/>
                  <dgm:constr type="ctrX" for="ch" forName="picture1" refType="w" fact="0.1333"/>
                  <dgm:constr type="ctrY" for="ch" forName="picture1" refType="h" fact="0.8922"/>
                  <dgm:constr type="w" for="ch" forName="picture1" refType="w" fact="0.1363"/>
                  <dgm:constr type="h" for="ch" forName="picture1" refType="h" fact="0.211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105"/>
                  <dgm:constr type="t" for="ch" forName="parTx2" refType="h" fact="0.762"/>
                  <dgm:constr type="w" for="ch" forName="parTx2" refType="w" fact="0.294"/>
                  <dgm:constr type="h" for="ch" forName="parTx2" refType="h" fact="0.1222"/>
                  <dgm:constr type="ctrX" for="ch" forName="picture2" refType="w" fact="0.3972"/>
                  <dgm:constr type="ctrY" for="ch" forName="picture2" refType="h" fact="0.7447"/>
                  <dgm:constr type="w" for="ch" forName="picture2" refType="w" fact="0.1363"/>
                  <dgm:constr type="h" for="ch" forName="picture2" refType="h" fact="0.211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229"/>
                  <dgm:constr type="t" for="ch" forName="parTx3" refType="h" fact="0.5294"/>
                  <dgm:constr type="w" for="ch" forName="parTx3" refType="w" fact="0.294"/>
                  <dgm:constr type="h" for="ch" forName="parTx3" refType="h" fact="0.1222"/>
                  <dgm:constr type="ctrX" for="ch" forName="picture3" refType="w" fact="0.5095"/>
                  <dgm:constr type="ctrY" for="ch" forName="picture3" refType="h" fact="0.5121"/>
                  <dgm:constr type="w" for="ch" forName="picture3" refType="w" fact="0.1363"/>
                  <dgm:constr type="h" for="ch" forName="picture3" refType="h" fact="0.211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722"/>
                  <dgm:constr type="t" for="ch" forName="parTx4" refType="h" fact="0.2523"/>
                  <dgm:constr type="w" for="ch" forName="parTx4" refType="w" fact="0.294"/>
                  <dgm:constr type="h" for="ch" forName="parTx4" refType="h" fact="0.1222"/>
                  <dgm:constr type="ctrX" for="ch" forName="picture4" refType="w" fact="0.5588"/>
                  <dgm:constr type="ctrY" for="ch" forName="picture4" refType="h" fact="0.235"/>
                  <dgm:constr type="w" for="ch" forName="picture4" refType="w" fact="0.1363"/>
                  <dgm:constr type="h" for="ch" forName="picture4" refType="h" fact="0.2113"/>
                  <dgm:constr type="l" for="ch" forName="desTx4" refType="r" refFor="ch" refForName="parTx4"/>
                  <dgm:constr type="r" for="ch" forName="desTx4" refType="w"/>
                  <dgm:constr type="t" for="ch" forName="desTx4" refType="t" refFor="ch" refForName="parTx4"/>
                  <dgm:constr type="h" for="ch" forName="desTx4" refType="h" refFor="ch" refForName="parTx4"/>
                </dgm:constrLst>
              </dgm:if>
              <dgm:else name="Name37">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3978"/>
                  <dgm:constr type="ctrY" for="ch" forName="dot1" refType="h" fact="0.8215"/>
                  <dgm:constr type="w" for="ch" forName="dot1" refType="userD"/>
                  <dgm:constr type="h" for="ch" forName="dot1" refType="userD"/>
                  <dgm:constr type="ctrX" for="ch" forName="dot2" refType="w" fact="0.3606"/>
                  <dgm:constr type="ctrY" for="ch" forName="dot2" refType="h" fact="0.843"/>
                  <dgm:constr type="w" for="ch" forName="dot2" refType="userD"/>
                  <dgm:constr type="h" for="ch" forName="dot2" refType="userD"/>
                  <dgm:constr type="ctrX" for="ch" forName="dot3" refType="w" fact="0.3223"/>
                  <dgm:constr type="ctrY" for="ch" forName="dot3" refType="h" fact="0.8607"/>
                  <dgm:constr type="w" for="ch" forName="dot3" refType="userD"/>
                  <dgm:constr type="h" for="ch" forName="dot3" refType="userD"/>
                  <dgm:constr type="ctrX" for="ch" forName="dot4" refType="w" fact="0.2829"/>
                  <dgm:constr type="ctrY" for="ch" forName="dot4" refType="h" fact="0.8745"/>
                  <dgm:constr type="w" for="ch" forName="dot4" refType="userD"/>
                  <dgm:constr type="h" for="ch" forName="dot4" refType="userD"/>
                  <dgm:constr type="ctrX" for="ch" forName="dot5" refType="w" fact="0.5717"/>
                  <dgm:constr type="ctrY" for="ch" forName="dot5" refType="h" fact="0.6419"/>
                  <dgm:constr type="w" for="ch" forName="dot5" refType="userD"/>
                  <dgm:constr type="h" for="ch" forName="dot5" refType="userD"/>
                  <dgm:constr type="ctrX" for="ch" forName="dot6" refType="w" fact="0.6709"/>
                  <dgm:constr type="ctrY" for="ch" forName="dot6" refType="h" fact="0.3784"/>
                  <dgm:constr type="w" for="ch" forName="dot6" refType="userD"/>
                  <dgm:constr type="h" for="ch" forName="dot6" refType="userD"/>
                  <dgm:constr type="ctrX" for="ch" forName="dotArrow1" refType="w" fact="0.6441"/>
                  <dgm:constr type="ctrY" for="ch" forName="dotArrow1" refType="h" fact="0.0496"/>
                  <dgm:constr type="w" for="ch" forName="dotArrow1" refType="userD"/>
                  <dgm:constr type="h" for="ch" forName="dotArrow1" refType="userD"/>
                  <dgm:constr type="ctrX" for="ch" forName="dotArrow2" refType="w" fact="0.6679"/>
                  <dgm:constr type="ctrY" for="ch" forName="dotArrow2" refType="h" fact="0.0282"/>
                  <dgm:constr type="w" for="ch" forName="dotArrow2" refType="userD"/>
                  <dgm:constr type="h" for="ch" forName="dotArrow2" refType="userD"/>
                  <dgm:constr type="ctrX" for="ch" forName="dotArrow3" refType="w" fact="0.6917"/>
                  <dgm:constr type="ctrY" for="ch" forName="dotArrow3" refType="h" fact="0.0068"/>
                  <dgm:constr type="w" for="ch" forName="dotArrow3" refType="userD"/>
                  <dgm:constr type="h" for="ch" forName="dotArrow3" refType="userD"/>
                  <dgm:constr type="ctrX" for="ch" forName="dotArrow4" refType="w" fact="0.7155"/>
                  <dgm:constr type="ctrY" for="ch" forName="dotArrow4" refType="h" fact="0.0282"/>
                  <dgm:constr type="w" for="ch" forName="dotArrow4" refType="userD"/>
                  <dgm:constr type="h" for="ch" forName="dotArrow4" refType="userD"/>
                  <dgm:constr type="ctrX" for="ch" forName="dotArrow5" refType="w" fact="0.7394"/>
                  <dgm:constr type="ctrY" for="ch" forName="dotArrow5" refType="h" fact="0.0496"/>
                  <dgm:constr type="w" for="ch" forName="dotArrow5" refType="userD"/>
                  <dgm:constr type="h" for="ch" forName="dotArrow5" refType="userD"/>
                  <dgm:constr type="ctrX" for="ch" forName="dotArrow6" refType="w" fact="0.6917"/>
                  <dgm:constr type="ctrY" for="ch" forName="dotArrow6" refType="h" fact="0.052"/>
                  <dgm:constr type="w" for="ch" forName="dotArrow6" refType="userD"/>
                  <dgm:constr type="h" for="ch" forName="dotArrow6" refType="userD"/>
                  <dgm:constr type="ctrX" for="ch" forName="dotArrow7" refType="w" fact="0.6917"/>
                  <dgm:constr type="ctrY" for="ch" forName="dotArrow7" refType="h" fact="0.0972"/>
                  <dgm:constr type="w" for="ch" forName="dotArrow7" refType="userD"/>
                  <dgm:constr type="h" for="ch" forName="dotArrow7" refType="userD"/>
                  <dgm:constr type="l" for="ch" forName="parTx1" refType="w" fact="0.1793"/>
                  <dgm:constr type="t" for="ch" forName="parTx1" refType="h" fact="0.9064"/>
                  <dgm:constr type="w" for="ch" forName="parTx1" refType="w" fact="0.3595"/>
                  <dgm:constr type="h" for="ch" forName="parTx1" refType="h" fact="0.1222"/>
                  <dgm:constr type="ctrX" for="ch" forName="picture1" refType="w" fact="0.163"/>
                  <dgm:constr type="ctrY" for="ch" forName="picture1" refType="h" fact="0.8922"/>
                  <dgm:constr type="w" for="ch" forName="picture1" refType="w" fact="0.1667"/>
                  <dgm:constr type="h" for="ch" forName="picture1" refType="h" fact="0.2113"/>
                  <dgm:constr type="l" for="ch" forName="parTx2" refType="w" fact="0.502"/>
                  <dgm:constr type="t" for="ch" forName="parTx2" refType="h" fact="0.7589"/>
                  <dgm:constr type="w" for="ch" forName="parTx2" refType="w" fact="0.3595"/>
                  <dgm:constr type="h" for="ch" forName="parTx2" refType="h" fact="0.1222"/>
                  <dgm:constr type="ctrX" for="ch" forName="picture2" refType="w" fact="0.4857"/>
                  <dgm:constr type="ctrY" for="ch" forName="picture2" refType="h" fact="0.7447"/>
                  <dgm:constr type="w" for="ch" forName="picture2" refType="w" fact="0.1667"/>
                  <dgm:constr type="h" for="ch" forName="picture2" refType="h" fact="0.2113"/>
                  <dgm:constr type="l" for="ch" forName="parTx3" refType="w" fact="0.6394"/>
                  <dgm:constr type="t" for="ch" forName="parTx3" refType="h" fact="0.5263"/>
                  <dgm:constr type="w" for="ch" forName="parTx3" refType="w" fact="0.3595"/>
                  <dgm:constr type="h" for="ch" forName="parTx3" refType="h" fact="0.1222"/>
                  <dgm:constr type="ctrX" for="ch" forName="picture3" refType="w" fact="0.6231"/>
                  <dgm:constr type="ctrY" for="ch" forName="picture3" refType="h" fact="0.5121"/>
                  <dgm:constr type="w" for="ch" forName="picture3" refType="w" fact="0.1667"/>
                  <dgm:constr type="h" for="ch" forName="picture3" refType="h" fact="0.2113"/>
                  <dgm:constr type="l" for="ch" forName="parTx4" refType="w" fact="0.6997"/>
                  <dgm:constr type="t" for="ch" forName="parTx4" refType="h" fact="0.2492"/>
                  <dgm:constr type="w" for="ch" forName="parTx4" refType="w" fact="0.3595"/>
                  <dgm:constr type="h" for="ch" forName="parTx4" refType="h" fact="0.1222"/>
                  <dgm:constr type="ctrX" for="ch" forName="picture4" refType="w" fact="0.6834"/>
                  <dgm:constr type="ctrY" for="ch" forName="picture4" refType="h" fact="0.235"/>
                  <dgm:constr type="w" for="ch" forName="picture4" refType="w" fact="0.1667"/>
                  <dgm:constr type="h" for="ch" forName="picture4" refType="h" fact="0.2113"/>
                </dgm:constrLst>
              </dgm:else>
            </dgm:choose>
          </dgm:if>
          <dgm:else name="Name38">
            <dgm:choose name="Name39">
              <dgm:if name="Name40" axis="des" func="maxDepth" op="gt" val="1">
                <dgm:alg type="composite">
                  <dgm:param type="ar" val="1.5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userD" refType="w" fact="0.0136"/>
                  <dgm:constr type="ctrX" for="ch" forName="dot1" refType="w" fact="0.6747"/>
                  <dgm:constr type="ctrY" for="ch" forName="dot1" refType="h" fact="0.8215"/>
                  <dgm:constr type="w" for="ch" forName="dot1" refType="userD"/>
                  <dgm:constr type="h" for="ch" forName="dot1" refType="userD"/>
                  <dgm:constr type="ctrX" for="ch" forName="dot2" refType="w" fact="0.7051"/>
                  <dgm:constr type="ctrY" for="ch" forName="dot2" refType="h" fact="0.843"/>
                  <dgm:constr type="w" for="ch" forName="dot2" refType="userD"/>
                  <dgm:constr type="h" for="ch" forName="dot2" refType="userD"/>
                  <dgm:constr type="ctrX" for="ch" forName="dot3" refType="w" fact="0.7365"/>
                  <dgm:constr type="ctrY" for="ch" forName="dot3" refType="h" fact="0.8607"/>
                  <dgm:constr type="w" for="ch" forName="dot3" refType="userD"/>
                  <dgm:constr type="h" for="ch" forName="dot3" refType="userD"/>
                  <dgm:constr type="ctrX" for="ch" forName="dot4" refType="w" fact="0.7687"/>
                  <dgm:constr type="ctrY" for="ch" forName="dot4" refType="h" fact="0.8745"/>
                  <dgm:constr type="w" for="ch" forName="dot4" refType="userD"/>
                  <dgm:constr type="h" for="ch" forName="dot4" refType="userD"/>
                  <dgm:constr type="ctrX" for="ch" forName="dot5" refType="w" fact="0.5325"/>
                  <dgm:constr type="ctrY" for="ch" forName="dot5" refType="h" fact="0.6419"/>
                  <dgm:constr type="w" for="ch" forName="dot5" refType="userD"/>
                  <dgm:constr type="h" for="ch" forName="dot5" refType="userD"/>
                  <dgm:constr type="ctrX" for="ch" forName="dot6" refType="w" fact="0.4514"/>
                  <dgm:constr type="ctrY" for="ch" forName="dot6" refType="h" fact="0.3784"/>
                  <dgm:constr type="w" for="ch" forName="dot6" refType="userD"/>
                  <dgm:constr type="h" for="ch" forName="dot6" refType="userD"/>
                  <dgm:constr type="ctrX" for="ch" forName="dotArrow1" refType="w" fact="0.4733"/>
                  <dgm:constr type="ctrY" for="ch" forName="dotArrow1" refType="h" fact="0.0496"/>
                  <dgm:constr type="w" for="ch" forName="dotArrow1" refType="userD"/>
                  <dgm:constr type="h" for="ch" forName="dotArrow1" refType="userD"/>
                  <dgm:constr type="ctrX" for="ch" forName="dotArrow2" refType="w" fact="0.4538"/>
                  <dgm:constr type="ctrY" for="ch" forName="dotArrow2" refType="h" fact="0.0282"/>
                  <dgm:constr type="w" for="ch" forName="dotArrow2" refType="userD"/>
                  <dgm:constr type="h" for="ch" forName="dotArrow2" refType="userD"/>
                  <dgm:constr type="ctrX" for="ch" forName="dotArrow3" refType="w" fact="0.4343"/>
                  <dgm:constr type="ctrY" for="ch" forName="dotArrow3" refType="h" fact="0.0068"/>
                  <dgm:constr type="w" for="ch" forName="dotArrow3" refType="userD"/>
                  <dgm:constr type="h" for="ch" forName="dotArrow3" refType="userD"/>
                  <dgm:constr type="ctrX" for="ch" forName="dotArrow4" refType="w" fact="0.4149"/>
                  <dgm:constr type="ctrY" for="ch" forName="dotArrow4" refType="h" fact="0.0282"/>
                  <dgm:constr type="w" for="ch" forName="dotArrow4" refType="userD"/>
                  <dgm:constr type="h" for="ch" forName="dotArrow4" refType="userD"/>
                  <dgm:constr type="ctrX" for="ch" forName="dotArrow5" refType="w" fact="0.3954"/>
                  <dgm:constr type="ctrY" for="ch" forName="dotArrow5" refType="h" fact="0.0496"/>
                  <dgm:constr type="w" for="ch" forName="dotArrow5" refType="userD"/>
                  <dgm:constr type="h" for="ch" forName="dotArrow5" refType="userD"/>
                  <dgm:constr type="ctrX" for="ch" forName="dotArrow6" refType="w" fact="0.4343"/>
                  <dgm:constr type="ctrY" for="ch" forName="dotArrow6" refType="h" fact="0.052"/>
                  <dgm:constr type="w" for="ch" forName="dotArrow6" refType="userD"/>
                  <dgm:constr type="h" for="ch" forName="dotArrow6" refType="userD"/>
                  <dgm:constr type="ctrX" for="ch" forName="dotArrow7" refType="w" fact="0.4343"/>
                  <dgm:constr type="ctrY" for="ch" forName="dotArrow7" refType="h" fact="0.0972"/>
                  <dgm:constr type="w" for="ch" forName="dotArrow7" refType="userD"/>
                  <dgm:constr type="h" for="ch" forName="dotArrow7" refType="userD"/>
                  <dgm:constr type="r" for="ch" forName="parTx1" refType="w" fact="0.8534"/>
                  <dgm:constr type="t" for="ch" forName="parTx1" refType="h" fact="0.9095"/>
                  <dgm:constr type="w" for="ch" forName="parTx1" refType="w" fact="0.294"/>
                  <dgm:constr type="h" for="ch" forName="parTx1" refType="h" fact="0.1222"/>
                  <dgm:constr type="ctrX" for="ch" forName="picture1" refType="w" fact="0.8667"/>
                  <dgm:constr type="ctrY" for="ch" forName="picture1" refType="h" fact="0.8922"/>
                  <dgm:constr type="w" for="ch" forName="picture1" refType="w" fact="0.1363"/>
                  <dgm:constr type="h" for="ch" forName="picture1" refType="h" fact="0.211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895"/>
                  <dgm:constr type="t" for="ch" forName="parTx2" refType="h" fact="0.762"/>
                  <dgm:constr type="w" for="ch" forName="parTx2" refType="w" fact="0.294"/>
                  <dgm:constr type="h" for="ch" forName="parTx2" refType="h" fact="0.1222"/>
                  <dgm:constr type="ctrX" for="ch" forName="picture2" refType="w" fact="0.6028"/>
                  <dgm:constr type="ctrY" for="ch" forName="picture2" refType="h" fact="0.7447"/>
                  <dgm:constr type="w" for="ch" forName="picture2" refType="w" fact="0.1363"/>
                  <dgm:constr type="h" for="ch" forName="picture2" refType="h" fact="0.211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771"/>
                  <dgm:constr type="t" for="ch" forName="parTx3" refType="h" fact="0.5294"/>
                  <dgm:constr type="w" for="ch" forName="parTx3" refType="w" fact="0.294"/>
                  <dgm:constr type="h" for="ch" forName="parTx3" refType="h" fact="0.1222"/>
                  <dgm:constr type="ctrX" for="ch" forName="picture3" refType="w" fact="0.4905"/>
                  <dgm:constr type="ctrY" for="ch" forName="picture3" refType="h" fact="0.5121"/>
                  <dgm:constr type="w" for="ch" forName="picture3" refType="w" fact="0.1363"/>
                  <dgm:constr type="h" for="ch" forName="picture3" refType="h" fact="0.211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278"/>
                  <dgm:constr type="t" for="ch" forName="parTx4" refType="h" fact="0.2523"/>
                  <dgm:constr type="w" for="ch" forName="parTx4" refType="w" fact="0.294"/>
                  <dgm:constr type="h" for="ch" forName="parTx4" refType="h" fact="0.1222"/>
                  <dgm:constr type="ctrX" for="ch" forName="picture4" refType="w" fact="0.4412"/>
                  <dgm:constr type="ctrY" for="ch" forName="picture4" refType="h" fact="0.235"/>
                  <dgm:constr type="w" for="ch" forName="picture4" refType="w" fact="0.1363"/>
                  <dgm:constr type="h" for="ch" forName="picture4" refType="h" fact="0.2113"/>
                  <dgm:constr type="r" for="ch" forName="desTx4" refType="l" refFor="ch" refForName="parTx4"/>
                  <dgm:constr type="l" for="ch" forName="desTx4"/>
                  <dgm:constr type="t" for="ch" forName="desTx4" refType="t" refFor="ch" refForName="parTx4"/>
                  <dgm:constr type="h" for="ch" forName="desTx4" refType="h" refFor="ch" refForName="parTx4"/>
                </dgm:constrLst>
              </dgm:if>
              <dgm:else name="Name41">
                <dgm:alg type="composite">
                  <dgm:param type="ar" val="1.267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userD" refType="w" fact="0.0167"/>
                  <dgm:constr type="ctrX" for="ch" forName="dot1" refType="w" fact="0.6022"/>
                  <dgm:constr type="ctrY" for="ch" forName="dot1" refType="h" fact="0.8215"/>
                  <dgm:constr type="w" for="ch" forName="dot1" refType="userD"/>
                  <dgm:constr type="h" for="ch" forName="dot1" refType="userD"/>
                  <dgm:constr type="ctrX" for="ch" forName="dot2" refType="w" fact="0.6394"/>
                  <dgm:constr type="ctrY" for="ch" forName="dot2" refType="h" fact="0.843"/>
                  <dgm:constr type="w" for="ch" forName="dot2" refType="userD"/>
                  <dgm:constr type="h" for="ch" forName="dot2" refType="userD"/>
                  <dgm:constr type="ctrX" for="ch" forName="dot3" refType="w" fact="0.6777"/>
                  <dgm:constr type="ctrY" for="ch" forName="dot3" refType="h" fact="0.8607"/>
                  <dgm:constr type="w" for="ch" forName="dot3" refType="userD"/>
                  <dgm:constr type="h" for="ch" forName="dot3" refType="userD"/>
                  <dgm:constr type="ctrX" for="ch" forName="dot4" refType="w" fact="0.7171"/>
                  <dgm:constr type="ctrY" for="ch" forName="dot4" refType="h" fact="0.8745"/>
                  <dgm:constr type="w" for="ch" forName="dot4" refType="userD"/>
                  <dgm:constr type="h" for="ch" forName="dot4" refType="userD"/>
                  <dgm:constr type="ctrX" for="ch" forName="dot5" refType="w" fact="0.4283"/>
                  <dgm:constr type="ctrY" for="ch" forName="dot5" refType="h" fact="0.6419"/>
                  <dgm:constr type="w" for="ch" forName="dot5" refType="userD"/>
                  <dgm:constr type="h" for="ch" forName="dot5" refType="userD"/>
                  <dgm:constr type="ctrX" for="ch" forName="dot6" refType="w" fact="0.3291"/>
                  <dgm:constr type="ctrY" for="ch" forName="dot6" refType="h" fact="0.3784"/>
                  <dgm:constr type="w" for="ch" forName="dot6" refType="userD"/>
                  <dgm:constr type="h" for="ch" forName="dot6" refType="userD"/>
                  <dgm:constr type="ctrX" for="ch" forName="dotArrow1" refType="w" fact="0.3559"/>
                  <dgm:constr type="ctrY" for="ch" forName="dotArrow1" refType="h" fact="0.0496"/>
                  <dgm:constr type="w" for="ch" forName="dotArrow1" refType="userD"/>
                  <dgm:constr type="h" for="ch" forName="dotArrow1" refType="userD"/>
                  <dgm:constr type="ctrX" for="ch" forName="dotArrow2" refType="w" fact="0.3321"/>
                  <dgm:constr type="ctrY" for="ch" forName="dotArrow2" refType="h" fact="0.0282"/>
                  <dgm:constr type="w" for="ch" forName="dotArrow2" refType="userD"/>
                  <dgm:constr type="h" for="ch" forName="dotArrow2" refType="userD"/>
                  <dgm:constr type="ctrX" for="ch" forName="dotArrow3" refType="w" fact="0.3083"/>
                  <dgm:constr type="ctrY" for="ch" forName="dotArrow3" refType="h" fact="0.0068"/>
                  <dgm:constr type="w" for="ch" forName="dotArrow3" refType="userD"/>
                  <dgm:constr type="h" for="ch" forName="dotArrow3" refType="userD"/>
                  <dgm:constr type="ctrX" for="ch" forName="dotArrow4" refType="w" fact="0.2845"/>
                  <dgm:constr type="ctrY" for="ch" forName="dotArrow4" refType="h" fact="0.0282"/>
                  <dgm:constr type="w" for="ch" forName="dotArrow4" refType="userD"/>
                  <dgm:constr type="h" for="ch" forName="dotArrow4" refType="userD"/>
                  <dgm:constr type="ctrX" for="ch" forName="dotArrow5" refType="w" fact="0.2606"/>
                  <dgm:constr type="ctrY" for="ch" forName="dotArrow5" refType="h" fact="0.0496"/>
                  <dgm:constr type="w" for="ch" forName="dotArrow5" refType="userD"/>
                  <dgm:constr type="h" for="ch" forName="dotArrow5" refType="userD"/>
                  <dgm:constr type="ctrX" for="ch" forName="dotArrow6" refType="w" fact="0.3083"/>
                  <dgm:constr type="ctrY" for="ch" forName="dotArrow6" refType="h" fact="0.052"/>
                  <dgm:constr type="w" for="ch" forName="dotArrow6" refType="userD"/>
                  <dgm:constr type="h" for="ch" forName="dotArrow6" refType="userD"/>
                  <dgm:constr type="ctrX" for="ch" forName="dotArrow7" refType="w" fact="0.3083"/>
                  <dgm:constr type="ctrY" for="ch" forName="dotArrow7" refType="h" fact="0.0972"/>
                  <dgm:constr type="w" for="ch" forName="dotArrow7" refType="userD"/>
                  <dgm:constr type="h" for="ch" forName="dotArrow7" refType="userD"/>
                  <dgm:constr type="r" for="ch" forName="parTx1" refType="w" fact="0.8207"/>
                  <dgm:constr type="t" for="ch" forName="parTx1" refType="h" fact="0.9064"/>
                  <dgm:constr type="w" for="ch" forName="parTx1" refType="w" fact="0.3595"/>
                  <dgm:constr type="h" for="ch" forName="parTx1" refType="h" fact="0.1222"/>
                  <dgm:constr type="ctrX" for="ch" forName="picture1" refType="w" fact="0.837"/>
                  <dgm:constr type="ctrY" for="ch" forName="picture1" refType="h" fact="0.8922"/>
                  <dgm:constr type="w" for="ch" forName="picture1" refType="w" fact="0.1667"/>
                  <dgm:constr type="h" for="ch" forName="picture1" refType="h" fact="0.2113"/>
                  <dgm:constr type="r" for="ch" forName="parTx2" refType="w" fact="0.498"/>
                  <dgm:constr type="t" for="ch" forName="parTx2" refType="h" fact="0.7589"/>
                  <dgm:constr type="w" for="ch" forName="parTx2" refType="w" fact="0.3595"/>
                  <dgm:constr type="h" for="ch" forName="parTx2" refType="h" fact="0.1222"/>
                  <dgm:constr type="ctrX" for="ch" forName="picture2" refType="w" fact="0.5143"/>
                  <dgm:constr type="ctrY" for="ch" forName="picture2" refType="h" fact="0.7447"/>
                  <dgm:constr type="w" for="ch" forName="picture2" refType="w" fact="0.1667"/>
                  <dgm:constr type="h" for="ch" forName="picture2" refType="h" fact="0.2113"/>
                  <dgm:constr type="r" for="ch" forName="parTx3" refType="w" fact="0.3606"/>
                  <dgm:constr type="t" for="ch" forName="parTx3" refType="h" fact="0.5263"/>
                  <dgm:constr type="w" for="ch" forName="parTx3" refType="w" fact="0.3595"/>
                  <dgm:constr type="h" for="ch" forName="parTx3" refType="h" fact="0.1222"/>
                  <dgm:constr type="ctrX" for="ch" forName="picture3" refType="w" fact="0.3769"/>
                  <dgm:constr type="ctrY" for="ch" forName="picture3" refType="h" fact="0.5121"/>
                  <dgm:constr type="w" for="ch" forName="picture3" refType="w" fact="0.1667"/>
                  <dgm:constr type="h" for="ch" forName="picture3" refType="h" fact="0.2113"/>
                  <dgm:constr type="r" for="ch" forName="parTx4" refType="w" fact="0.3003"/>
                  <dgm:constr type="t" for="ch" forName="parTx4" refType="h" fact="0.2492"/>
                  <dgm:constr type="w" for="ch" forName="parTx4" refType="w" fact="0.3595"/>
                  <dgm:constr type="h" for="ch" forName="parTx4" refType="h" fact="0.1222"/>
                  <dgm:constr type="ctrX" for="ch" forName="picture4" refType="w" fact="0.3166"/>
                  <dgm:constr type="ctrY" for="ch" forName="picture4" refType="h" fact="0.235"/>
                  <dgm:constr type="w" for="ch" forName="picture4" refType="w" fact="0.1667"/>
                  <dgm:constr type="h" for="ch" forName="picture4" refType="h" fact="0.2113"/>
                </dgm:constrLst>
              </dgm:else>
            </dgm:choose>
          </dgm:else>
        </dgm:choose>
      </dgm:if>
      <dgm:if name="Name42" axis="ch" ptType="node" func="cnt" op="equ" val="5">
        <dgm:choose name="Name43">
          <dgm:if name="Name44" func="var" arg="dir" op="equ" val="norm">
            <dgm:choose name="Name45">
              <dgm:if name="Name46"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3263"/>
                  <dgm:constr type="ctrY" for="ch" forName="dot1" refType="h" fact="0.8674"/>
                  <dgm:constr type="w" for="ch" forName="dot1" refType="userD"/>
                  <dgm:constr type="h" for="ch" forName="dot1" refType="userD"/>
                  <dgm:constr type="ctrX" for="ch" forName="dot2" refType="w" fact="0.3001"/>
                  <dgm:constr type="ctrY" for="ch" forName="dot2" refType="h" fact="0.8824"/>
                  <dgm:constr type="w" for="ch" forName="dot2" refType="userD"/>
                  <dgm:constr type="h" for="ch" forName="dot2" refType="userD"/>
                  <dgm:constr type="ctrX" for="ch" forName="dot3" refType="w" fact="0.2733"/>
                  <dgm:constr type="ctrY" for="ch" forName="dot3" refType="h" fact="0.8948"/>
                  <dgm:constr type="w" for="ch" forName="dot3" refType="userD"/>
                  <dgm:constr type="h" for="ch" forName="dot3" refType="userD"/>
                  <dgm:constr type="ctrX" for="ch" forName="dot4" refType="w" fact="0.2462"/>
                  <dgm:constr type="ctrY" for="ch" forName="dot4" refType="h" fact="0.9044"/>
                  <dgm:constr type="w" for="ch" forName="dot4" refType="userD"/>
                  <dgm:constr type="h" for="ch" forName="dot4" refType="userD"/>
                  <dgm:constr type="ctrX" for="ch" forName="dot5" refType="w" fact="0.4691"/>
                  <dgm:constr type="ctrY" for="ch" forName="dot5" refType="h" fact="0.7222"/>
                  <dgm:constr type="w" for="ch" forName="dot5" refType="userD"/>
                  <dgm:constr type="h" for="ch" forName="dot5" refType="userD"/>
                  <dgm:constr type="ctrX" for="ch" forName="dot6" refType="w" fact="0.4484"/>
                  <dgm:constr type="ctrY" for="ch" forName="dot6" refType="h" fact="0.7518"/>
                  <dgm:constr type="w" for="ch" forName="dot6" refType="userD"/>
                  <dgm:constr type="h" for="ch" forName="dot6" refType="userD"/>
                  <dgm:constr type="ctrX" for="ch" forName="dot7" refType="w" fact="0.5549"/>
                  <dgm:constr type="ctrY" for="ch" forName="dot7" refType="h" fact="0.5422"/>
                  <dgm:constr type="w" for="ch" forName="dot7" refType="userD"/>
                  <dgm:constr type="h" for="ch" forName="dot7" refType="userD"/>
                  <dgm:constr type="ctrX" for="ch" forName="dot8" refType="w" fact="0.601"/>
                  <dgm:constr type="ctrY" for="ch" forName="dot8" refType="h" fact="0.3229"/>
                  <dgm:constr type="w" for="ch" forName="dot8" refType="userD"/>
                  <dgm:constr type="h" for="ch" forName="dot8" refType="userD"/>
                  <dgm:constr type="ctrX" for="ch" forName="dotArrow1" refType="w" fact="0.5779"/>
                  <dgm:constr type="ctrY" for="ch" forName="dotArrow1" refType="h" fact="0.0635"/>
                  <dgm:constr type="w" for="ch" forName="dotArrow1" refType="userD"/>
                  <dgm:constr type="h" for="ch" forName="dotArrow1" refType="userD"/>
                  <dgm:constr type="ctrX" for="ch" forName="dotArrow2" refType="w" fact="0.5951"/>
                  <dgm:constr type="ctrY" for="ch" forName="dotArrow2" refType="h" fact="0.0448"/>
                  <dgm:constr type="w" for="ch" forName="dotArrow2" refType="userD"/>
                  <dgm:constr type="h" for="ch" forName="dotArrow2" refType="userD"/>
                  <dgm:constr type="ctrX" for="ch" forName="dotArrow3" refType="w" fact="0.6123"/>
                  <dgm:constr type="ctrY" for="ch" forName="dotArrow3" refType="h" fact="0.026"/>
                  <dgm:constr type="w" for="ch" forName="dotArrow3" refType="userD"/>
                  <dgm:constr type="h" for="ch" forName="dotArrow3" refType="userD"/>
                  <dgm:constr type="ctrX" for="ch" forName="dotArrow4" refType="w" fact="0.6295"/>
                  <dgm:constr type="ctrY" for="ch" forName="dotArrow4" refType="h" fact="0.0448"/>
                  <dgm:constr type="w" for="ch" forName="dotArrow4" refType="userD"/>
                  <dgm:constr type="h" for="ch" forName="dotArrow4" refType="userD"/>
                  <dgm:constr type="ctrX" for="ch" forName="dotArrow5" refType="w" fact="0.6467"/>
                  <dgm:constr type="ctrY" for="ch" forName="dotArrow5" refType="h" fact="0.0635"/>
                  <dgm:constr type="w" for="ch" forName="dotArrow5" refType="userD"/>
                  <dgm:constr type="h" for="ch" forName="dotArrow5" refType="userD"/>
                  <dgm:constr type="ctrX" for="ch" forName="dotArrow6" refType="w" fact="0.6123"/>
                  <dgm:constr type="ctrY" for="ch" forName="dotArrow6" refType="h" fact="0.0656"/>
                  <dgm:constr type="w" for="ch" forName="dotArrow6" refType="userD"/>
                  <dgm:constr type="h" for="ch" forName="dotArrow6" refType="userD"/>
                  <dgm:constr type="ctrX" for="ch" forName="dotArrow7" refType="w" fact="0.6123"/>
                  <dgm:constr type="ctrY" for="ch" forName="dotArrow7" refType="h" fact="0.1052"/>
                  <dgm:constr type="w" for="ch" forName="dotArrow7" refType="userD"/>
                  <dgm:constr type="h" for="ch" forName="dotArrow7" refType="userD"/>
                  <dgm:constr type="l" for="ch" forName="parTx1" refType="w" fact="0.1746"/>
                  <dgm:constr type="t" for="ch" forName="parTx1" refType="h" fact="0.9304"/>
                  <dgm:constr type="w" for="ch" forName="parTx1" refType="w" fact="0.2544"/>
                  <dgm:constr type="h" for="ch" forName="parTx1" refType="h" fact="0.0962"/>
                  <dgm:constr type="ctrX" for="ch" forName="picture1" refType="w" fact="0.1631"/>
                  <dgm:constr type="ctrY" for="ch" forName="picture1" refType="h" fact="0.9169"/>
                  <dgm:constr type="w" for="ch" forName="picture1" refType="w" fact="0.118"/>
                  <dgm:constr type="h" for="ch" forName="picture1" refType="h" fact="0.166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3982"/>
                  <dgm:constr type="t" for="ch" forName="parTx2" refType="h" fact="0.8167"/>
                  <dgm:constr type="w" for="ch" forName="parTx2" refType="w" fact="0.2544"/>
                  <dgm:constr type="h" for="ch" forName="parTx2" refType="h" fact="0.0962"/>
                  <dgm:constr type="ctrX" for="ch" forName="picture2" refType="w" fact="0.3866"/>
                  <dgm:constr type="ctrY" for="ch" forName="picture2" refType="h" fact="0.8032"/>
                  <dgm:constr type="w" for="ch" forName="picture2" refType="w" fact="0.118"/>
                  <dgm:constr type="h" for="ch" forName="picture2" refType="h" fact="0.166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194"/>
                  <dgm:constr type="t" for="ch" forName="parTx3" refType="h" fact="0.6524"/>
                  <dgm:constr type="w" for="ch" forName="parTx3" refType="w" fact="0.2544"/>
                  <dgm:constr type="h" for="ch" forName="parTx3" refType="h" fact="0.0962"/>
                  <dgm:constr type="ctrX" for="ch" forName="picture3" refType="w" fact="0.5078"/>
                  <dgm:constr type="ctrY" for="ch" forName="picture3" refType="h" fact="0.6389"/>
                  <dgm:constr type="w" for="ch" forName="picture3" refType="w" fact="0.118"/>
                  <dgm:constr type="h" for="ch" forName="picture3" refType="h" fact="0.166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827"/>
                  <dgm:constr type="t" for="ch" forName="parTx4" refType="h" fact="0.4412"/>
                  <dgm:constr type="w" for="ch" forName="parTx4" refType="w" fact="0.2544"/>
                  <dgm:constr type="h" for="ch" forName="parTx4" refType="h" fact="0.0962"/>
                  <dgm:constr type="ctrX" for="ch" forName="picture4" refType="w" fact="0.5712"/>
                  <dgm:constr type="ctrY" for="ch" forName="picture4" refType="h" fact="0.4277"/>
                  <dgm:constr type="w" for="ch" forName="picture4" refType="w" fact="0.118"/>
                  <dgm:constr type="h" for="ch" forName="picture4" refType="h" fact="0.166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18"/>
                  <dgm:constr type="t" for="ch" forName="parTx5" refType="h" fact="0.2262"/>
                  <dgm:constr type="w" for="ch" forName="parTx5" refType="w" fact="0.2544"/>
                  <dgm:constr type="h" for="ch" forName="parTx5" refType="h" fact="0.0962"/>
                  <dgm:constr type="ctrX" for="ch" forName="picture5" refType="w" fact="0.6064"/>
                  <dgm:constr type="ctrY" for="ch" forName="picture5" refType="h" fact="0.2127"/>
                  <dgm:constr type="w" for="ch" forName="picture5" refType="w" fact="0.118"/>
                  <dgm:constr type="h" for="ch" forName="picture5" refType="h" fact="0.1663"/>
                  <dgm:constr type="l" for="ch" forName="desTx5" refType="r" refFor="ch" refForName="parTx5"/>
                  <dgm:constr type="r" for="ch" forName="desTx5" refType="w"/>
                  <dgm:constr type="t" for="ch" forName="desTx5" refType="t" refFor="ch" refForName="parTx5"/>
                  <dgm:constr type="h" for="ch" forName="desTx5" refType="h" refFor="ch" refForName="parTx5"/>
                </dgm:constrLst>
              </dgm:if>
              <dgm:else name="Name47">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3951"/>
                  <dgm:constr type="ctrY" for="ch" forName="dot1" refType="h" fact="0.8674"/>
                  <dgm:constr type="w" for="ch" forName="dot1" refType="userD"/>
                  <dgm:constr type="h" for="ch" forName="dot1" refType="userD"/>
                  <dgm:constr type="ctrX" for="ch" forName="dot2" refType="w" fact="0.3634"/>
                  <dgm:constr type="ctrY" for="ch" forName="dot2" refType="h" fact="0.8824"/>
                  <dgm:constr type="w" for="ch" forName="dot2" refType="userD"/>
                  <dgm:constr type="h" for="ch" forName="dot2" refType="userD"/>
                  <dgm:constr type="ctrX" for="ch" forName="dot3" refType="w" fact="0.331"/>
                  <dgm:constr type="ctrY" for="ch" forName="dot3" refType="h" fact="0.8948"/>
                  <dgm:constr type="w" for="ch" forName="dot3" refType="userD"/>
                  <dgm:constr type="h" for="ch" forName="dot3" refType="userD"/>
                  <dgm:constr type="ctrX" for="ch" forName="dot4" refType="w" fact="0.2981"/>
                  <dgm:constr type="ctrY" for="ch" forName="dot4" refType="h" fact="0.9044"/>
                  <dgm:constr type="w" for="ch" forName="dot4" refType="userD"/>
                  <dgm:constr type="h" for="ch" forName="dot4" refType="userD"/>
                  <dgm:constr type="ctrX" for="ch" forName="dot5" refType="w" fact="0.5681"/>
                  <dgm:constr type="ctrY" for="ch" forName="dot5" refType="h" fact="0.7222"/>
                  <dgm:constr type="w" for="ch" forName="dot5" refType="userD"/>
                  <dgm:constr type="h" for="ch" forName="dot5" refType="userD"/>
                  <dgm:constr type="ctrX" for="ch" forName="dot6" refType="w" fact="0.543"/>
                  <dgm:constr type="ctrY" for="ch" forName="dot6" refType="h" fact="0.7518"/>
                  <dgm:constr type="w" for="ch" forName="dot6" refType="userD"/>
                  <dgm:constr type="h" for="ch" forName="dot6" refType="userD"/>
                  <dgm:constr type="ctrX" for="ch" forName="dot7" refType="w" fact="0.672"/>
                  <dgm:constr type="ctrY" for="ch" forName="dot7" refType="h" fact="0.5422"/>
                  <dgm:constr type="w" for="ch" forName="dot7" refType="userD"/>
                  <dgm:constr type="h" for="ch" forName="dot7" refType="userD"/>
                  <dgm:constr type="ctrX" for="ch" forName="dot8" refType="w" fact="0.7278"/>
                  <dgm:constr type="ctrY" for="ch" forName="dot8" refType="h" fact="0.3229"/>
                  <dgm:constr type="w" for="ch" forName="dot8" refType="userD"/>
                  <dgm:constr type="h" for="ch" forName="dot8" refType="userD"/>
                  <dgm:constr type="ctrX" for="ch" forName="dotArrow1" refType="w" fact="0.6999"/>
                  <dgm:constr type="ctrY" for="ch" forName="dotArrow1" refType="h" fact="0.0635"/>
                  <dgm:constr type="w" for="ch" forName="dotArrow1" refType="userD"/>
                  <dgm:constr type="h" for="ch" forName="dotArrow1" refType="userD"/>
                  <dgm:constr type="ctrX" for="ch" forName="dotArrow2" refType="w" fact="0.7207"/>
                  <dgm:constr type="ctrY" for="ch" forName="dotArrow2" refType="h" fact="0.0448"/>
                  <dgm:constr type="w" for="ch" forName="dotArrow2" refType="userD"/>
                  <dgm:constr type="h" for="ch" forName="dotArrow2" refType="userD"/>
                  <dgm:constr type="ctrX" for="ch" forName="dotArrow3" refType="w" fact="0.7415"/>
                  <dgm:constr type="ctrY" for="ch" forName="dotArrow3" refType="h" fact="0.026"/>
                  <dgm:constr type="w" for="ch" forName="dotArrow3" refType="userD"/>
                  <dgm:constr type="h" for="ch" forName="dotArrow3" refType="userD"/>
                  <dgm:constr type="ctrX" for="ch" forName="dotArrow4" refType="w" fact="0.7624"/>
                  <dgm:constr type="ctrY" for="ch" forName="dotArrow4" refType="h" fact="0.0448"/>
                  <dgm:constr type="w" for="ch" forName="dotArrow4" refType="userD"/>
                  <dgm:constr type="h" for="ch" forName="dotArrow4" refType="userD"/>
                  <dgm:constr type="ctrX" for="ch" forName="dotArrow5" refType="w" fact="0.7832"/>
                  <dgm:constr type="ctrY" for="ch" forName="dotArrow5" refType="h" fact="0.0635"/>
                  <dgm:constr type="w" for="ch" forName="dotArrow5" refType="userD"/>
                  <dgm:constr type="h" for="ch" forName="dotArrow5" refType="userD"/>
                  <dgm:constr type="ctrX" for="ch" forName="dotArrow6" refType="w" fact="0.7415"/>
                  <dgm:constr type="ctrY" for="ch" forName="dotArrow6" refType="h" fact="0.0656"/>
                  <dgm:constr type="w" for="ch" forName="dotArrow6" refType="userD"/>
                  <dgm:constr type="h" for="ch" forName="dotArrow6" refType="userD"/>
                  <dgm:constr type="ctrX" for="ch" forName="dotArrow7" refType="w" fact="0.7415"/>
                  <dgm:constr type="ctrY" for="ch" forName="dotArrow7" refType="h" fact="0.1052"/>
                  <dgm:constr type="w" for="ch" forName="dotArrow7" refType="userD"/>
                  <dgm:constr type="h" for="ch" forName="dotArrow7" refType="userD"/>
                  <dgm:constr type="l" for="ch" forName="parTx1" refType="w" fact="0.2115"/>
                  <dgm:constr type="t" for="ch" forName="parTx1" refType="h" fact="0.928"/>
                  <dgm:constr type="w" for="ch" forName="parTx1" refType="w" fact="0.3081"/>
                  <dgm:constr type="h" for="ch" forName="parTx1" refType="h" fact="0.0962"/>
                  <dgm:constr type="ctrX" for="ch" forName="picture1" refType="w" fact="0.1975"/>
                  <dgm:constr type="ctrY" for="ch" forName="picture1" refType="h" fact="0.9169"/>
                  <dgm:constr type="w" for="ch" forName="picture1" refType="w" fact="0.1429"/>
                  <dgm:constr type="h" for="ch" forName="picture1" refType="h" fact="0.1663"/>
                  <dgm:constr type="l" for="ch" forName="parTx2" refType="w" fact="0.4822"/>
                  <dgm:constr type="t" for="ch" forName="parTx2" refType="h" fact="0.8143"/>
                  <dgm:constr type="w" for="ch" forName="parTx2" refType="w" fact="0.3081"/>
                  <dgm:constr type="h" for="ch" forName="parTx2" refType="h" fact="0.0962"/>
                  <dgm:constr type="ctrX" for="ch" forName="picture2" refType="w" fact="0.4682"/>
                  <dgm:constr type="ctrY" for="ch" forName="picture2" refType="h" fact="0.8032"/>
                  <dgm:constr type="w" for="ch" forName="picture2" refType="w" fact="0.1429"/>
                  <dgm:constr type="h" for="ch" forName="picture2" refType="h" fact="0.1663"/>
                  <dgm:constr type="l" for="ch" forName="parTx3" refType="w" fact="0.629"/>
                  <dgm:constr type="t" for="ch" forName="parTx3" refType="h" fact="0.65"/>
                  <dgm:constr type="w" for="ch" forName="parTx3" refType="w" fact="0.3081"/>
                  <dgm:constr type="h" for="ch" forName="parTx3" refType="h" fact="0.0962"/>
                  <dgm:constr type="ctrX" for="ch" forName="picture3" refType="w" fact="0.615"/>
                  <dgm:constr type="ctrY" for="ch" forName="picture3" refType="h" fact="0.6389"/>
                  <dgm:constr type="w" for="ch" forName="picture3" refType="w" fact="0.1429"/>
                  <dgm:constr type="h" for="ch" forName="picture3" refType="h" fact="0.1663"/>
                  <dgm:constr type="l" for="ch" forName="parTx4" refType="w" fact="0.7057"/>
                  <dgm:constr type="t" for="ch" forName="parTx4" refType="h" fact="0.4388"/>
                  <dgm:constr type="w" for="ch" forName="parTx4" refType="w" fact="0.3081"/>
                  <dgm:constr type="h" for="ch" forName="parTx4" refType="h" fact="0.0962"/>
                  <dgm:constr type="ctrX" for="ch" forName="picture4" refType="w" fact="0.6917"/>
                  <dgm:constr type="ctrY" for="ch" forName="picture4" refType="h" fact="0.4277"/>
                  <dgm:constr type="w" for="ch" forName="picture4" refType="w" fact="0.1429"/>
                  <dgm:constr type="h" for="ch" forName="picture4" refType="h" fact="0.1663"/>
                  <dgm:constr type="l" for="ch" forName="parTx5" refType="w" fact="0.7484"/>
                  <dgm:constr type="t" for="ch" forName="parTx5" refType="h" fact="0.2238"/>
                  <dgm:constr type="w" for="ch" forName="parTx5" refType="w" fact="0.3081"/>
                  <dgm:constr type="h" for="ch" forName="parTx5" refType="h" fact="0.0962"/>
                  <dgm:constr type="ctrX" for="ch" forName="picture5" refType="w" fact="0.7344"/>
                  <dgm:constr type="ctrY" for="ch" forName="picture5" refType="h" fact="0.2127"/>
                  <dgm:constr type="w" for="ch" forName="picture5" refType="w" fact="0.1429"/>
                  <dgm:constr type="h" for="ch" forName="picture5" refType="h" fact="0.1663"/>
                </dgm:constrLst>
              </dgm:else>
            </dgm:choose>
          </dgm:if>
          <dgm:else name="Name48">
            <dgm:choose name="Name49">
              <dgm:if name="Name50" axis="des" func="maxDepth" op="gt" val="1">
                <dgm:alg type="composite">
                  <dgm:param type="ar" val="1.41"/>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userD" refType="w" fact="0.0118"/>
                  <dgm:constr type="ctrX" for="ch" forName="dot1" refType="w" fact="0.6737"/>
                  <dgm:constr type="ctrY" for="ch" forName="dot1" refType="h" fact="0.8674"/>
                  <dgm:constr type="w" for="ch" forName="dot1" refType="userD"/>
                  <dgm:constr type="h" for="ch" forName="dot1" refType="userD"/>
                  <dgm:constr type="ctrX" for="ch" forName="dot2" refType="w" fact="0.6999"/>
                  <dgm:constr type="ctrY" for="ch" forName="dot2" refType="h" fact="0.8824"/>
                  <dgm:constr type="w" for="ch" forName="dot2" refType="userD"/>
                  <dgm:constr type="h" for="ch" forName="dot2" refType="userD"/>
                  <dgm:constr type="ctrX" for="ch" forName="dot3" refType="w" fact="0.7267"/>
                  <dgm:constr type="ctrY" for="ch" forName="dot3" refType="h" fact="0.8948"/>
                  <dgm:constr type="w" for="ch" forName="dot3" refType="userD"/>
                  <dgm:constr type="h" for="ch" forName="dot3" refType="userD"/>
                  <dgm:constr type="ctrX" for="ch" forName="dot4" refType="w" fact="0.7538"/>
                  <dgm:constr type="ctrY" for="ch" forName="dot4" refType="h" fact="0.9044"/>
                  <dgm:constr type="w" for="ch" forName="dot4" refType="userD"/>
                  <dgm:constr type="h" for="ch" forName="dot4" refType="userD"/>
                  <dgm:constr type="ctrX" for="ch" forName="dot5" refType="w" fact="0.5309"/>
                  <dgm:constr type="ctrY" for="ch" forName="dot5" refType="h" fact="0.7222"/>
                  <dgm:constr type="w" for="ch" forName="dot5" refType="userD"/>
                  <dgm:constr type="h" for="ch" forName="dot5" refType="userD"/>
                  <dgm:constr type="ctrX" for="ch" forName="dot6" refType="w" fact="0.5516"/>
                  <dgm:constr type="ctrY" for="ch" forName="dot6" refType="h" fact="0.7518"/>
                  <dgm:constr type="w" for="ch" forName="dot6" refType="userD"/>
                  <dgm:constr type="h" for="ch" forName="dot6" refType="userD"/>
                  <dgm:constr type="ctrX" for="ch" forName="dot7" refType="w" fact="0.4451"/>
                  <dgm:constr type="ctrY" for="ch" forName="dot7" refType="h" fact="0.5422"/>
                  <dgm:constr type="w" for="ch" forName="dot7" refType="userD"/>
                  <dgm:constr type="h" for="ch" forName="dot7" refType="userD"/>
                  <dgm:constr type="ctrX" for="ch" forName="dot8" refType="w" fact="0.399"/>
                  <dgm:constr type="ctrY" for="ch" forName="dot8" refType="h" fact="0.3229"/>
                  <dgm:constr type="w" for="ch" forName="dot8" refType="userD"/>
                  <dgm:constr type="h" for="ch" forName="dot8" refType="userD"/>
                  <dgm:constr type="ctrX" for="ch" forName="dotArrow1" refType="w" fact="0.4221"/>
                  <dgm:constr type="ctrY" for="ch" forName="dotArrow1" refType="h" fact="0.0635"/>
                  <dgm:constr type="w" for="ch" forName="dotArrow1" refType="userD"/>
                  <dgm:constr type="h" for="ch" forName="dotArrow1" refType="userD"/>
                  <dgm:constr type="ctrX" for="ch" forName="dotArrow2" refType="w" fact="0.4049"/>
                  <dgm:constr type="ctrY" for="ch" forName="dotArrow2" refType="h" fact="0.0448"/>
                  <dgm:constr type="w" for="ch" forName="dotArrow2" refType="userD"/>
                  <dgm:constr type="h" for="ch" forName="dotArrow2" refType="userD"/>
                  <dgm:constr type="ctrX" for="ch" forName="dotArrow3" refType="w" fact="0.3877"/>
                  <dgm:constr type="ctrY" for="ch" forName="dotArrow3" refType="h" fact="0.026"/>
                  <dgm:constr type="w" for="ch" forName="dotArrow3" refType="userD"/>
                  <dgm:constr type="h" for="ch" forName="dotArrow3" refType="userD"/>
                  <dgm:constr type="ctrX" for="ch" forName="dotArrow4" refType="w" fact="0.3705"/>
                  <dgm:constr type="ctrY" for="ch" forName="dotArrow4" refType="h" fact="0.0448"/>
                  <dgm:constr type="w" for="ch" forName="dotArrow4" refType="userD"/>
                  <dgm:constr type="h" for="ch" forName="dotArrow4" refType="userD"/>
                  <dgm:constr type="ctrX" for="ch" forName="dotArrow5" refType="w" fact="0.3533"/>
                  <dgm:constr type="ctrY" for="ch" forName="dotArrow5" refType="h" fact="0.0635"/>
                  <dgm:constr type="w" for="ch" forName="dotArrow5" refType="userD"/>
                  <dgm:constr type="h" for="ch" forName="dotArrow5" refType="userD"/>
                  <dgm:constr type="ctrX" for="ch" forName="dotArrow6" refType="w" fact="0.3877"/>
                  <dgm:constr type="ctrY" for="ch" forName="dotArrow6" refType="h" fact="0.0656"/>
                  <dgm:constr type="w" for="ch" forName="dotArrow6" refType="userD"/>
                  <dgm:constr type="h" for="ch" forName="dotArrow6" refType="userD"/>
                  <dgm:constr type="ctrX" for="ch" forName="dotArrow7" refType="w" fact="0.3877"/>
                  <dgm:constr type="ctrY" for="ch" forName="dotArrow7" refType="h" fact="0.1052"/>
                  <dgm:constr type="w" for="ch" forName="dotArrow7" refType="userD"/>
                  <dgm:constr type="h" for="ch" forName="dotArrow7" refType="userD"/>
                  <dgm:constr type="r" for="ch" forName="parTx1" refType="w" fact="0.8254"/>
                  <dgm:constr type="t" for="ch" forName="parTx1" refType="h" fact="0.9304"/>
                  <dgm:constr type="w" for="ch" forName="parTx1" refType="w" fact="0.2544"/>
                  <dgm:constr type="h" for="ch" forName="parTx1" refType="h" fact="0.0962"/>
                  <dgm:constr type="ctrX" for="ch" forName="picture1" refType="w" fact="0.8369"/>
                  <dgm:constr type="ctrY" for="ch" forName="picture1" refType="h" fact="0.9169"/>
                  <dgm:constr type="w" for="ch" forName="picture1" refType="w" fact="0.118"/>
                  <dgm:constr type="h" for="ch" forName="picture1" refType="h" fact="0.166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6018"/>
                  <dgm:constr type="t" for="ch" forName="parTx2" refType="h" fact="0.8167"/>
                  <dgm:constr type="w" for="ch" forName="parTx2" refType="w" fact="0.2544"/>
                  <dgm:constr type="h" for="ch" forName="parTx2" refType="h" fact="0.0962"/>
                  <dgm:constr type="ctrX" for="ch" forName="picture2" refType="w" fact="0.6134"/>
                  <dgm:constr type="ctrY" for="ch" forName="picture2" refType="h" fact="0.8032"/>
                  <dgm:constr type="w" for="ch" forName="picture2" refType="w" fact="0.118"/>
                  <dgm:constr type="h" for="ch" forName="picture2" refType="h" fact="0.166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806"/>
                  <dgm:constr type="t" for="ch" forName="parTx3" refType="h" fact="0.6524"/>
                  <dgm:constr type="w" for="ch" forName="parTx3" refType="w" fact="0.2544"/>
                  <dgm:constr type="h" for="ch" forName="parTx3" refType="h" fact="0.0962"/>
                  <dgm:constr type="ctrX" for="ch" forName="picture3" refType="w" fact="0.4922"/>
                  <dgm:constr type="ctrY" for="ch" forName="picture3" refType="h" fact="0.6389"/>
                  <dgm:constr type="w" for="ch" forName="picture3" refType="w" fact="0.118"/>
                  <dgm:constr type="h" for="ch" forName="picture3" refType="h" fact="0.166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173"/>
                  <dgm:constr type="t" for="ch" forName="parTx4" refType="h" fact="0.4412"/>
                  <dgm:constr type="w" for="ch" forName="parTx4" refType="w" fact="0.2544"/>
                  <dgm:constr type="h" for="ch" forName="parTx4" refType="h" fact="0.0962"/>
                  <dgm:constr type="ctrX" for="ch" forName="picture4" refType="w" fact="0.4288"/>
                  <dgm:constr type="ctrY" for="ch" forName="picture4" refType="h" fact="0.4277"/>
                  <dgm:constr type="w" for="ch" forName="picture4" refType="w" fact="0.118"/>
                  <dgm:constr type="h" for="ch" forName="picture4" refType="h" fact="0.166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82"/>
                  <dgm:constr type="t" for="ch" forName="parTx5" refType="h" fact="0.2262"/>
                  <dgm:constr type="w" for="ch" forName="parTx5" refType="w" fact="0.2544"/>
                  <dgm:constr type="h" for="ch" forName="parTx5" refType="h" fact="0.0962"/>
                  <dgm:constr type="ctrX" for="ch" forName="picture5" refType="w" fact="0.3936"/>
                  <dgm:constr type="ctrY" for="ch" forName="picture5" refType="h" fact="0.2127"/>
                  <dgm:constr type="w" for="ch" forName="picture5" refType="w" fact="0.118"/>
                  <dgm:constr type="h" for="ch" forName="picture5" refType="h" fact="0.1663"/>
                  <dgm:constr type="r" for="ch" forName="desTx5" refType="l" refFor="ch" refForName="parTx5"/>
                  <dgm:constr type="l" for="ch" forName="desTx5"/>
                  <dgm:constr type="t" for="ch" forName="desTx5" refType="t" refFor="ch" refForName="parTx5"/>
                  <dgm:constr type="h" for="ch" forName="desTx5" refType="h" refFor="ch" refForName="parTx5"/>
                </dgm:constrLst>
              </dgm:if>
              <dgm:else name="Name51">
                <dgm:alg type="composite">
                  <dgm:param type="ar" val="1.164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userD" refType="w" fact="0.0143"/>
                  <dgm:constr type="ctrX" for="ch" forName="dot1" refType="w" fact="0.6049"/>
                  <dgm:constr type="ctrY" for="ch" forName="dot1" refType="h" fact="0.8674"/>
                  <dgm:constr type="w" for="ch" forName="dot1" refType="userD"/>
                  <dgm:constr type="h" for="ch" forName="dot1" refType="userD"/>
                  <dgm:constr type="ctrX" for="ch" forName="dot2" refType="w" fact="0.6366"/>
                  <dgm:constr type="ctrY" for="ch" forName="dot2" refType="h" fact="0.8824"/>
                  <dgm:constr type="w" for="ch" forName="dot2" refType="userD"/>
                  <dgm:constr type="h" for="ch" forName="dot2" refType="userD"/>
                  <dgm:constr type="ctrX" for="ch" forName="dot3" refType="w" fact="0.669"/>
                  <dgm:constr type="ctrY" for="ch" forName="dot3" refType="h" fact="0.8948"/>
                  <dgm:constr type="w" for="ch" forName="dot3" refType="userD"/>
                  <dgm:constr type="h" for="ch" forName="dot3" refType="userD"/>
                  <dgm:constr type="ctrX" for="ch" forName="dot4" refType="w" fact="0.7019"/>
                  <dgm:constr type="ctrY" for="ch" forName="dot4" refType="h" fact="0.9044"/>
                  <dgm:constr type="w" for="ch" forName="dot4" refType="userD"/>
                  <dgm:constr type="h" for="ch" forName="dot4" refType="userD"/>
                  <dgm:constr type="ctrX" for="ch" forName="dot5" refType="w" fact="0.4319"/>
                  <dgm:constr type="ctrY" for="ch" forName="dot5" refType="h" fact="0.7222"/>
                  <dgm:constr type="w" for="ch" forName="dot5" refType="userD"/>
                  <dgm:constr type="h" for="ch" forName="dot5" refType="userD"/>
                  <dgm:constr type="ctrX" for="ch" forName="dot6" refType="w" fact="0.457"/>
                  <dgm:constr type="ctrY" for="ch" forName="dot6" refType="h" fact="0.7518"/>
                  <dgm:constr type="w" for="ch" forName="dot6" refType="userD"/>
                  <dgm:constr type="h" for="ch" forName="dot6" refType="userD"/>
                  <dgm:constr type="ctrX" for="ch" forName="dot7" refType="w" fact="0.328"/>
                  <dgm:constr type="ctrY" for="ch" forName="dot7" refType="h" fact="0.5422"/>
                  <dgm:constr type="w" for="ch" forName="dot7" refType="userD"/>
                  <dgm:constr type="h" for="ch" forName="dot7" refType="userD"/>
                  <dgm:constr type="ctrX" for="ch" forName="dot8" refType="w" fact="0.2722"/>
                  <dgm:constr type="ctrY" for="ch" forName="dot8" refType="h" fact="0.3229"/>
                  <dgm:constr type="w" for="ch" forName="dot8" refType="userD"/>
                  <dgm:constr type="h" for="ch" forName="dot8" refType="userD"/>
                  <dgm:constr type="ctrX" for="ch" forName="dotArrow1" refType="w" fact="0.3001"/>
                  <dgm:constr type="ctrY" for="ch" forName="dotArrow1" refType="h" fact="0.0635"/>
                  <dgm:constr type="w" for="ch" forName="dotArrow1" refType="userD"/>
                  <dgm:constr type="h" for="ch" forName="dotArrow1" refType="userD"/>
                  <dgm:constr type="ctrX" for="ch" forName="dotArrow2" refType="w" fact="0.2793"/>
                  <dgm:constr type="ctrY" for="ch" forName="dotArrow2" refType="h" fact="0.0448"/>
                  <dgm:constr type="w" for="ch" forName="dotArrow2" refType="userD"/>
                  <dgm:constr type="h" for="ch" forName="dotArrow2" refType="userD"/>
                  <dgm:constr type="ctrX" for="ch" forName="dotArrow3" refType="w" fact="0.2585"/>
                  <dgm:constr type="ctrY" for="ch" forName="dotArrow3" refType="h" fact="0.026"/>
                  <dgm:constr type="w" for="ch" forName="dotArrow3" refType="userD"/>
                  <dgm:constr type="h" for="ch" forName="dotArrow3" refType="userD"/>
                  <dgm:constr type="ctrX" for="ch" forName="dotArrow4" refType="w" fact="0.2376"/>
                  <dgm:constr type="ctrY" for="ch" forName="dotArrow4" refType="h" fact="0.0448"/>
                  <dgm:constr type="w" for="ch" forName="dotArrow4" refType="userD"/>
                  <dgm:constr type="h" for="ch" forName="dotArrow4" refType="userD"/>
                  <dgm:constr type="ctrX" for="ch" forName="dotArrow5" refType="w" fact="0.2168"/>
                  <dgm:constr type="ctrY" for="ch" forName="dotArrow5" refType="h" fact="0.0635"/>
                  <dgm:constr type="w" for="ch" forName="dotArrow5" refType="userD"/>
                  <dgm:constr type="h" for="ch" forName="dotArrow5" refType="userD"/>
                  <dgm:constr type="ctrX" for="ch" forName="dotArrow6" refType="w" fact="0.2585"/>
                  <dgm:constr type="ctrY" for="ch" forName="dotArrow6" refType="h" fact="0.0656"/>
                  <dgm:constr type="w" for="ch" forName="dotArrow6" refType="userD"/>
                  <dgm:constr type="h" for="ch" forName="dotArrow6" refType="userD"/>
                  <dgm:constr type="ctrX" for="ch" forName="dotArrow7" refType="w" fact="0.2585"/>
                  <dgm:constr type="ctrY" for="ch" forName="dotArrow7" refType="h" fact="0.1052"/>
                  <dgm:constr type="w" for="ch" forName="dotArrow7" refType="userD"/>
                  <dgm:constr type="h" for="ch" forName="dotArrow7" refType="userD"/>
                  <dgm:constr type="r" for="ch" forName="parTx1" refType="w" fact="0.7885"/>
                  <dgm:constr type="t" for="ch" forName="parTx1" refType="h" fact="0.928"/>
                  <dgm:constr type="w" for="ch" forName="parTx1" refType="w" fact="0.3081"/>
                  <dgm:constr type="h" for="ch" forName="parTx1" refType="h" fact="0.0962"/>
                  <dgm:constr type="ctrX" for="ch" forName="picture1" refType="w" fact="0.8025"/>
                  <dgm:constr type="ctrY" for="ch" forName="picture1" refType="h" fact="0.9169"/>
                  <dgm:constr type="w" for="ch" forName="picture1" refType="w" fact="0.1429"/>
                  <dgm:constr type="h" for="ch" forName="picture1" refType="h" fact="0.1663"/>
                  <dgm:constr type="r" for="ch" forName="parTx2" refType="w" fact="0.5178"/>
                  <dgm:constr type="t" for="ch" forName="parTx2" refType="h" fact="0.8143"/>
                  <dgm:constr type="w" for="ch" forName="parTx2" refType="w" fact="0.3081"/>
                  <dgm:constr type="h" for="ch" forName="parTx2" refType="h" fact="0.0962"/>
                  <dgm:constr type="ctrX" for="ch" forName="picture2" refType="w" fact="0.5318"/>
                  <dgm:constr type="ctrY" for="ch" forName="picture2" refType="h" fact="0.8032"/>
                  <dgm:constr type="w" for="ch" forName="picture2" refType="w" fact="0.1429"/>
                  <dgm:constr type="h" for="ch" forName="picture2" refType="h" fact="0.1663"/>
                  <dgm:constr type="r" for="ch" forName="parTx3" refType="w" fact="0.371"/>
                  <dgm:constr type="t" for="ch" forName="parTx3" refType="h" fact="0.65"/>
                  <dgm:constr type="w" for="ch" forName="parTx3" refType="w" fact="0.3081"/>
                  <dgm:constr type="h" for="ch" forName="parTx3" refType="h" fact="0.0962"/>
                  <dgm:constr type="ctrX" for="ch" forName="picture3" refType="w" fact="0.385"/>
                  <dgm:constr type="ctrY" for="ch" forName="picture3" refType="h" fact="0.6389"/>
                  <dgm:constr type="w" for="ch" forName="picture3" refType="w" fact="0.1429"/>
                  <dgm:constr type="h" for="ch" forName="picture3" refType="h" fact="0.1663"/>
                  <dgm:constr type="r" for="ch" forName="parTx4" refType="w" fact="0.2943"/>
                  <dgm:constr type="t" for="ch" forName="parTx4" refType="h" fact="0.4388"/>
                  <dgm:constr type="w" for="ch" forName="parTx4" refType="w" fact="0.3081"/>
                  <dgm:constr type="h" for="ch" forName="parTx4" refType="h" fact="0.0962"/>
                  <dgm:constr type="ctrX" for="ch" forName="picture4" refType="w" fact="0.3083"/>
                  <dgm:constr type="ctrY" for="ch" forName="picture4" refType="h" fact="0.4277"/>
                  <dgm:constr type="w" for="ch" forName="picture4" refType="w" fact="0.1429"/>
                  <dgm:constr type="h" for="ch" forName="picture4" refType="h" fact="0.1663"/>
                  <dgm:constr type="r" for="ch" forName="parTx5" refType="w" fact="0.2516"/>
                  <dgm:constr type="t" for="ch" forName="parTx5" refType="h" fact="0.2238"/>
                  <dgm:constr type="w" for="ch" forName="parTx5" refType="w" fact="0.3081"/>
                  <dgm:constr type="h" for="ch" forName="parTx5" refType="h" fact="0.0962"/>
                  <dgm:constr type="ctrX" for="ch" forName="picture5" refType="w" fact="0.2656"/>
                  <dgm:constr type="ctrY" for="ch" forName="picture5" refType="h" fact="0.2127"/>
                  <dgm:constr type="w" for="ch" forName="picture5" refType="w" fact="0.1429"/>
                  <dgm:constr type="h" for="ch" forName="picture5" refType="h" fact="0.1663"/>
                </dgm:constrLst>
              </dgm:else>
            </dgm:choose>
          </dgm:else>
        </dgm:choose>
      </dgm:if>
      <dgm:if name="Name52" axis="ch" ptType="node" func="cnt" op="equ" val="6">
        <dgm:choose name="Name53">
          <dgm:if name="Name54" func="var" arg="dir" op="equ" val="norm">
            <dgm:choose name="Name55">
              <dgm:if name="Name56"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3608"/>
                  <dgm:constr type="ctrY" for="ch" forName="dot1" refType="h" fact="0.8839"/>
                  <dgm:constr type="w" for="ch" forName="dot1" refType="userD"/>
                  <dgm:constr type="h" for="ch" forName="dot1" refType="userD"/>
                  <dgm:constr type="ctrX" for="ch" forName="dot2" refType="w" fact="0.3384"/>
                  <dgm:constr type="ctrY" for="ch" forName="dot2" refType="h" fact="0.8967"/>
                  <dgm:constr type="w" for="ch" forName="dot2" refType="userD"/>
                  <dgm:constr type="h" for="ch" forName="dot2" refType="userD"/>
                  <dgm:constr type="ctrX" for="ch" forName="dot3" refType="w" fact="0.3155"/>
                  <dgm:constr type="ctrY" for="ch" forName="dot3" refType="h" fact="0.9076"/>
                  <dgm:constr type="w" for="ch" forName="dot3" refType="userD"/>
                  <dgm:constr type="h" for="ch" forName="dot3" refType="userD"/>
                  <dgm:constr type="ctrX" for="ch" forName="dot4" refType="w" fact="0.2923"/>
                  <dgm:constr type="ctrY" for="ch" forName="dot4" refType="h" fact="0.9165"/>
                  <dgm:constr type="w" for="ch" forName="dot4" refType="userD"/>
                  <dgm:constr type="h" for="ch" forName="dot4" refType="userD"/>
                  <dgm:constr type="ctrX" for="ch" forName="dot5" refType="w" fact="0.2688"/>
                  <dgm:constr type="ctrY" for="ch" forName="dot5" refType="h" fact="0.9234"/>
                  <dgm:constr type="w" for="ch" forName="dot5" refType="userD"/>
                  <dgm:constr type="h" for="ch" forName="dot5" refType="userD"/>
                  <dgm:constr type="ctrX" for="ch" forName="dot6" refType="w" fact="0.4883"/>
                  <dgm:constr type="ctrY" for="ch" forName="dot6" refType="h" fact="0.764"/>
                  <dgm:constr type="w" for="ch" forName="dot6" refType="userD"/>
                  <dgm:constr type="h" for="ch" forName="dot6" refType="userD"/>
                  <dgm:constr type="ctrX" for="ch" forName="dot7" refType="w" fact="0.4695"/>
                  <dgm:constr type="ctrY" for="ch" forName="dot7" refType="h" fact="0.7878"/>
                  <dgm:constr type="w" for="ch" forName="dot7" refType="userD"/>
                  <dgm:constr type="h" for="ch" forName="dot7" refType="userD"/>
                  <dgm:constr type="ctrX" for="ch" forName="dot8" refType="w" fact="0.5696"/>
                  <dgm:constr type="ctrY" for="ch" forName="dot8" refType="h" fact="0.6227"/>
                  <dgm:constr type="w" for="ch" forName="dot8" refType="userD"/>
                  <dgm:constr type="h" for="ch" forName="dot8" refType="userD"/>
                  <dgm:constr type="ctrX" for="ch" forName="dot9" refType="w" fact="0.6247"/>
                  <dgm:constr type="ctrY" for="ch" forName="dot9" refType="h" fact="0.4556"/>
                  <dgm:constr type="w" for="ch" forName="dot9" refType="userD"/>
                  <dgm:constr type="h" for="ch" forName="dot9" refType="userD"/>
                  <dgm:constr type="ctrX" for="ch" forName="dot10" refType="w" fact="0.6509"/>
                  <dgm:constr type="ctrY" for="ch" forName="dot10" refType="h" fact="0.2816"/>
                  <dgm:constr type="w" for="ch" forName="dot10" refType="userD"/>
                  <dgm:constr type="h" for="ch" forName="dot10" refType="userD"/>
                  <dgm:constr type="ctrX" for="ch" forName="dotArrow1" refType="w" fact="0.6281"/>
                  <dgm:constr type="ctrY" for="ch" forName="dotArrow1" refType="h" fact="0.0748"/>
                  <dgm:constr type="w" for="ch" forName="dotArrow1" refType="userD"/>
                  <dgm:constr type="h" for="ch" forName="dotArrow1" refType="userD"/>
                  <dgm:constr type="ctrX" for="ch" forName="dotArrow2" refType="w" fact="0.6437"/>
                  <dgm:constr type="ctrY" for="ch" forName="dotArrow2" refType="h" fact="0.0581"/>
                  <dgm:constr type="w" for="ch" forName="dotArrow2" refType="userD"/>
                  <dgm:constr type="h" for="ch" forName="dotArrow2" refType="userD"/>
                  <dgm:constr type="ctrX" for="ch" forName="dotArrow3" refType="w" fact="0.6593"/>
                  <dgm:constr type="ctrY" for="ch" forName="dotArrow3" refType="h" fact="0.0414"/>
                  <dgm:constr type="w" for="ch" forName="dotArrow3" refType="userD"/>
                  <dgm:constr type="h" for="ch" forName="dotArrow3" refType="userD"/>
                  <dgm:constr type="ctrX" for="ch" forName="dotArrow4" refType="w" fact="0.675"/>
                  <dgm:constr type="ctrY" for="ch" forName="dotArrow4" refType="h" fact="0.0581"/>
                  <dgm:constr type="w" for="ch" forName="dotArrow4" refType="userD"/>
                  <dgm:constr type="h" for="ch" forName="dotArrow4" refType="userD"/>
                  <dgm:constr type="ctrX" for="ch" forName="dotArrow5" refType="w" fact="0.6906"/>
                  <dgm:constr type="ctrY" for="ch" forName="dotArrow5" refType="h" fact="0.0748"/>
                  <dgm:constr type="w" for="ch" forName="dotArrow5" refType="userD"/>
                  <dgm:constr type="h" for="ch" forName="dotArrow5" refType="userD"/>
                  <dgm:constr type="ctrX" for="ch" forName="dotArrow6" refType="w" fact="0.6593"/>
                  <dgm:constr type="ctrY" for="ch" forName="dotArrow6" refType="h" fact="0.0766"/>
                  <dgm:constr type="w" for="ch" forName="dotArrow6" refType="userD"/>
                  <dgm:constr type="h" for="ch" forName="dotArrow6" refType="userD"/>
                  <dgm:constr type="ctrX" for="ch" forName="dotArrow7" refType="w" fact="0.6593"/>
                  <dgm:constr type="ctrY" for="ch" forName="dotArrow7" refType="h" fact="0.1118"/>
                  <dgm:constr type="w" for="ch" forName="dotArrow7" refType="userD"/>
                  <dgm:constr type="h" for="ch" forName="dotArrow7" refType="userD"/>
                  <dgm:constr type="l" for="ch" forName="parTx1" refType="w" fact="0.2091"/>
                  <dgm:constr type="t" for="ch" forName="parTx1" refType="h" fact="0.9433"/>
                  <dgm:constr type="w" for="ch" forName="parTx1" refType="w" fact="0.2275"/>
                  <dgm:constr type="h" for="ch" forName="parTx1" refType="h" fact="0.0811"/>
                  <dgm:constr type="ctrX" for="ch" forName="picture1" refType="w" fact="0.1988"/>
                  <dgm:constr type="ctrY" for="ch" forName="picture1" refType="h" fact="0.9322"/>
                  <dgm:constr type="w" for="ch" forName="picture1" refType="w" fact="0.1055"/>
                  <dgm:constr type="h" for="ch" forName="picture1" refType="h" fact="0.1403"/>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273"/>
                  <dgm:constr type="t" for="ch" forName="parTx2" refType="h" fact="0.8468"/>
                  <dgm:constr type="w" for="ch" forName="parTx2" refType="w" fact="0.2275"/>
                  <dgm:constr type="h" for="ch" forName="parTx2" refType="h" fact="0.0811"/>
                  <dgm:constr type="ctrX" for="ch" forName="picture2" refType="w" fact="0.4169"/>
                  <dgm:constr type="ctrY" for="ch" forName="picture2" refType="h" fact="0.8357"/>
                  <dgm:constr type="w" for="ch" forName="picture2" refType="w" fact="0.1055"/>
                  <dgm:constr type="h" for="ch" forName="picture2" refType="h" fact="0.1403"/>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349"/>
                  <dgm:constr type="t" for="ch" forName="parTx3" refType="h" fact="0.7023"/>
                  <dgm:constr type="w" for="ch" forName="parTx3" refType="w" fact="0.2275"/>
                  <dgm:constr type="h" for="ch" forName="parTx3" refType="h" fact="0.0811"/>
                  <dgm:constr type="ctrX" for="ch" forName="picture3" refType="w" fact="0.5245"/>
                  <dgm:constr type="ctrY" for="ch" forName="picture3" refType="h" fact="0.6912"/>
                  <dgm:constr type="w" for="ch" forName="picture3" refType="w" fact="0.1055"/>
                  <dgm:constr type="h" for="ch" forName="picture3" refType="h" fact="0.1403"/>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5998"/>
                  <dgm:constr type="t" for="ch" forName="parTx4" refType="h" fact="0.5441"/>
                  <dgm:constr type="w" for="ch" forName="parTx4" refType="w" fact="0.2275"/>
                  <dgm:constr type="h" for="ch" forName="parTx4" refType="h" fact="0.0811"/>
                  <dgm:constr type="ctrX" for="ch" forName="picture4" refType="w" fact="0.5894"/>
                  <dgm:constr type="ctrY" for="ch" forName="picture4" refType="h" fact="0.533"/>
                  <dgm:constr type="w" for="ch" forName="picture4" refType="w" fact="0.1055"/>
                  <dgm:constr type="h" for="ch" forName="picture4" refType="h" fact="0.1403"/>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416"/>
                  <dgm:constr type="t" for="ch" forName="parTx5" refType="h" fact="0.3737"/>
                  <dgm:constr type="w" for="ch" forName="parTx5" refType="w" fact="0.2275"/>
                  <dgm:constr type="h" for="ch" forName="parTx5" refType="h" fact="0.0811"/>
                  <dgm:constr type="ctrX" for="ch" forName="picture5" refType="w" fact="0.6313"/>
                  <dgm:constr type="ctrY" for="ch" forName="picture5" refType="h" fact="0.3626"/>
                  <dgm:constr type="w" for="ch" forName="picture5" refType="w" fact="0.1055"/>
                  <dgm:constr type="h" for="ch" forName="picture5" refType="h" fact="0.1403"/>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644"/>
                  <dgm:constr type="t" for="ch" forName="parTx6" refType="h" fact="0.2061"/>
                  <dgm:constr type="w" for="ch" forName="parTx6" refType="w" fact="0.2275"/>
                  <dgm:constr type="h" for="ch" forName="parTx6" refType="h" fact="0.0811"/>
                  <dgm:constr type="ctrX" for="ch" forName="picture6" refType="w" fact="0.6541"/>
                  <dgm:constr type="ctrY" for="ch" forName="picture6" refType="h" fact="0.195"/>
                  <dgm:constr type="w" for="ch" forName="picture6" refType="w" fact="0.1055"/>
                  <dgm:constr type="h" for="ch" forName="picture6" refType="h" fact="0.1403"/>
                  <dgm:constr type="l" for="ch" forName="desTx6" refType="r" refFor="ch" refForName="parTx6"/>
                  <dgm:constr type="r" for="ch" forName="desTx6" refType="w"/>
                  <dgm:constr type="t" for="ch" forName="desTx6" refType="t" refFor="ch" refForName="parTx6"/>
                  <dgm:constr type="h" for="ch" forName="desTx6" refType="h" refFor="ch" refForName="parTx6"/>
                </dgm:constrLst>
              </dgm:if>
              <dgm:else name="Name57">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4276"/>
                  <dgm:constr type="ctrY" for="ch" forName="dot1" refType="h" fact="0.8839"/>
                  <dgm:constr type="w" for="ch" forName="dot1" refType="userD"/>
                  <dgm:constr type="h" for="ch" forName="dot1" refType="userD"/>
                  <dgm:constr type="ctrX" for="ch" forName="dot2" refType="w" fact="0.401"/>
                  <dgm:constr type="ctrY" for="ch" forName="dot2" refType="h" fact="0.8967"/>
                  <dgm:constr type="w" for="ch" forName="dot2" refType="userD"/>
                  <dgm:constr type="h" for="ch" forName="dot2" refType="userD"/>
                  <dgm:constr type="ctrX" for="ch" forName="dot3" refType="w" fact="0.3739"/>
                  <dgm:constr type="ctrY" for="ch" forName="dot3" refType="h" fact="0.9076"/>
                  <dgm:constr type="w" for="ch" forName="dot3" refType="userD"/>
                  <dgm:constr type="h" for="ch" forName="dot3" refType="userD"/>
                  <dgm:constr type="ctrX" for="ch" forName="dot4" refType="w" fact="0.3464"/>
                  <dgm:constr type="ctrY" for="ch" forName="dot4" refType="h" fact="0.9165"/>
                  <dgm:constr type="w" for="ch" forName="dot4" refType="userD"/>
                  <dgm:constr type="h" for="ch" forName="dot4" refType="userD"/>
                  <dgm:constr type="ctrX" for="ch" forName="dot5" refType="w" fact="0.3186"/>
                  <dgm:constr type="ctrY" for="ch" forName="dot5" refType="h" fact="0.9234"/>
                  <dgm:constr type="w" for="ch" forName="dot5" refType="userD"/>
                  <dgm:constr type="h" for="ch" forName="dot5" refType="userD"/>
                  <dgm:constr type="ctrX" for="ch" forName="dot6" refType="w" fact="0.5786"/>
                  <dgm:constr type="ctrY" for="ch" forName="dot6" refType="h" fact="0.764"/>
                  <dgm:constr type="w" for="ch" forName="dot6" refType="userD"/>
                  <dgm:constr type="h" for="ch" forName="dot6" refType="userD"/>
                  <dgm:constr type="ctrX" for="ch" forName="dot7" refType="w" fact="0.5564"/>
                  <dgm:constr type="ctrY" for="ch" forName="dot7" refType="h" fact="0.7878"/>
                  <dgm:constr type="w" for="ch" forName="dot7" refType="userD"/>
                  <dgm:constr type="h" for="ch" forName="dot7" refType="userD"/>
                  <dgm:constr type="ctrX" for="ch" forName="dot8" refType="w" fact="0.675"/>
                  <dgm:constr type="ctrY" for="ch" forName="dot8" refType="h" fact="0.6227"/>
                  <dgm:constr type="w" for="ch" forName="dot8" refType="userD"/>
                  <dgm:constr type="h" for="ch" forName="dot8" refType="userD"/>
                  <dgm:constr type="ctrX" for="ch" forName="dot9" refType="w" fact="0.7403"/>
                  <dgm:constr type="ctrY" for="ch" forName="dot9" refType="h" fact="0.4556"/>
                  <dgm:constr type="w" for="ch" forName="dot9" refType="userD"/>
                  <dgm:constr type="h" for="ch" forName="dot9" refType="userD"/>
                  <dgm:constr type="ctrX" for="ch" forName="dot10" refType="w" fact="0.7714"/>
                  <dgm:constr type="ctrY" for="ch" forName="dot10" refType="h" fact="0.2816"/>
                  <dgm:constr type="w" for="ch" forName="dot10" refType="userD"/>
                  <dgm:constr type="h" for="ch" forName="dot10" refType="userD"/>
                  <dgm:constr type="ctrX" for="ch" forName="dotArrow1" refType="w" fact="0.7443"/>
                  <dgm:constr type="ctrY" for="ch" forName="dotArrow1" refType="h" fact="0.0748"/>
                  <dgm:constr type="w" for="ch" forName="dotArrow1" refType="userD"/>
                  <dgm:constr type="h" for="ch" forName="dotArrow1" refType="userD"/>
                  <dgm:constr type="ctrX" for="ch" forName="dotArrow2" refType="w" fact="0.7628"/>
                  <dgm:constr type="ctrY" for="ch" forName="dotArrow2" refType="h" fact="0.0581"/>
                  <dgm:constr type="w" for="ch" forName="dotArrow2" refType="userD"/>
                  <dgm:constr type="h" for="ch" forName="dotArrow2" refType="userD"/>
                  <dgm:constr type="ctrX" for="ch" forName="dotArrow3" refType="w" fact="0.7814"/>
                  <dgm:constr type="ctrY" for="ch" forName="dotArrow3" refType="h" fact="0.0414"/>
                  <dgm:constr type="w" for="ch" forName="dotArrow3" refType="userD"/>
                  <dgm:constr type="h" for="ch" forName="dotArrow3" refType="userD"/>
                  <dgm:constr type="ctrX" for="ch" forName="dotArrow4" refType="w" fact="0.7999"/>
                  <dgm:constr type="ctrY" for="ch" forName="dotArrow4" refType="h" fact="0.0581"/>
                  <dgm:constr type="w" for="ch" forName="dotArrow4" refType="userD"/>
                  <dgm:constr type="h" for="ch" forName="dotArrow4" refType="userD"/>
                  <dgm:constr type="ctrX" for="ch" forName="dotArrow5" refType="w" fact="0.8184"/>
                  <dgm:constr type="ctrY" for="ch" forName="dotArrow5" refType="h" fact="0.0748"/>
                  <dgm:constr type="w" for="ch" forName="dotArrow5" refType="userD"/>
                  <dgm:constr type="h" for="ch" forName="dotArrow5" refType="userD"/>
                  <dgm:constr type="ctrX" for="ch" forName="dotArrow6" refType="w" fact="0.7814"/>
                  <dgm:constr type="ctrY" for="ch" forName="dotArrow6" refType="h" fact="0.0766"/>
                  <dgm:constr type="w" for="ch" forName="dotArrow6" refType="userD"/>
                  <dgm:constr type="h" for="ch" forName="dotArrow6" refType="userD"/>
                  <dgm:constr type="ctrX" for="ch" forName="dotArrow7" refType="w" fact="0.7814"/>
                  <dgm:constr type="ctrY" for="ch" forName="dotArrow7" refType="h" fact="0.1118"/>
                  <dgm:constr type="w" for="ch" forName="dotArrow7" refType="userD"/>
                  <dgm:constr type="h" for="ch" forName="dotArrow7" refType="userD"/>
                  <dgm:constr type="l" for="ch" forName="parTx1" refType="w" fact="0.2479"/>
                  <dgm:constr type="t" for="ch" forName="parTx1" refType="h" fact="0.9416"/>
                  <dgm:constr type="w" for="ch" forName="parTx1" refType="w" fact="0.2696"/>
                  <dgm:constr type="h" for="ch" forName="parTx1" refType="h" fact="0.0811"/>
                  <dgm:constr type="ctrX" for="ch" forName="picture1" refType="w" fact="0.2356"/>
                  <dgm:constr type="ctrY" for="ch" forName="picture1" refType="h" fact="0.9322"/>
                  <dgm:constr type="w" for="ch" forName="picture1" refType="w" fact="0.125"/>
                  <dgm:constr type="h" for="ch" forName="picture1" refType="h" fact="0.1403"/>
                  <dgm:constr type="l" for="ch" forName="parTx2" refType="w" fact="0.5064"/>
                  <dgm:constr type="t" for="ch" forName="parTx2" refType="h" fact="0.8451"/>
                  <dgm:constr type="w" for="ch" forName="parTx2" refType="w" fact="0.2696"/>
                  <dgm:constr type="h" for="ch" forName="parTx2" refType="h" fact="0.0811"/>
                  <dgm:constr type="ctrX" for="ch" forName="picture2" refType="w" fact="0.4941"/>
                  <dgm:constr type="ctrY" for="ch" forName="picture2" refType="h" fact="0.8357"/>
                  <dgm:constr type="w" for="ch" forName="picture2" refType="w" fact="0.125"/>
                  <dgm:constr type="h" for="ch" forName="picture2" refType="h" fact="0.1403"/>
                  <dgm:constr type="l" for="ch" forName="parTx3" refType="w" fact="0.6339"/>
                  <dgm:constr type="t" for="ch" forName="parTx3" refType="h" fact="0.7006"/>
                  <dgm:constr type="w" for="ch" forName="parTx3" refType="w" fact="0.2696"/>
                  <dgm:constr type="h" for="ch" forName="parTx3" refType="h" fact="0.0811"/>
                  <dgm:constr type="ctrX" for="ch" forName="picture3" refType="w" fact="0.6216"/>
                  <dgm:constr type="ctrY" for="ch" forName="picture3" refType="h" fact="0.6912"/>
                  <dgm:constr type="w" for="ch" forName="picture3" refType="w" fact="0.125"/>
                  <dgm:constr type="h" for="ch" forName="picture3" refType="h" fact="0.1403"/>
                  <dgm:constr type="l" for="ch" forName="parTx4" refType="w" fact="0.7108"/>
                  <dgm:constr type="t" for="ch" forName="parTx4" refType="h" fact="0.5424"/>
                  <dgm:constr type="w" for="ch" forName="parTx4" refType="w" fact="0.2696"/>
                  <dgm:constr type="h" for="ch" forName="parTx4" refType="h" fact="0.0811"/>
                  <dgm:constr type="ctrX" for="ch" forName="picture4" refType="w" fact="0.6985"/>
                  <dgm:constr type="ctrY" for="ch" forName="picture4" refType="h" fact="0.533"/>
                  <dgm:constr type="w" for="ch" forName="picture4" refType="w" fact="0.125"/>
                  <dgm:constr type="h" for="ch" forName="picture4" refType="h" fact="0.1403"/>
                  <dgm:constr type="l" for="ch" forName="parTx5" refType="w" fact="0.7604"/>
                  <dgm:constr type="t" for="ch" forName="parTx5" refType="h" fact="0.372"/>
                  <dgm:constr type="w" for="ch" forName="parTx5" refType="w" fact="0.2696"/>
                  <dgm:constr type="h" for="ch" forName="parTx5" refType="h" fact="0.0811"/>
                  <dgm:constr type="ctrX" for="ch" forName="picture5" refType="w" fact="0.7481"/>
                  <dgm:constr type="ctrY" for="ch" forName="picture5" refType="h" fact="0.3626"/>
                  <dgm:constr type="w" for="ch" forName="picture5" refType="w" fact="0.125"/>
                  <dgm:constr type="h" for="ch" forName="picture5" refType="h" fact="0.1403"/>
                  <dgm:constr type="l" for="ch" forName="parTx6" refType="w" fact="0.7874"/>
                  <dgm:constr type="t" for="ch" forName="parTx6" refType="h" fact="0.2044"/>
                  <dgm:constr type="w" for="ch" forName="parTx6" refType="w" fact="0.2696"/>
                  <dgm:constr type="h" for="ch" forName="parTx6" refType="h" fact="0.0811"/>
                  <dgm:constr type="ctrX" for="ch" forName="picture6" refType="w" fact="0.7751"/>
                  <dgm:constr type="ctrY" for="ch" forName="picture6" refType="h" fact="0.195"/>
                  <dgm:constr type="w" for="ch" forName="picture6" refType="w" fact="0.125"/>
                  <dgm:constr type="h" for="ch" forName="picture6" refType="h" fact="0.1403"/>
                </dgm:constrLst>
              </dgm:else>
            </dgm:choose>
          </dgm:if>
          <dgm:else name="Name58">
            <dgm:choose name="Name59">
              <dgm:if name="Name60" axis="des" func="maxDepth" op="gt" val="1">
                <dgm:alg type="composite">
                  <dgm:param type="ar" val="1.3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userD" refType="w" fact="0.0105"/>
                  <dgm:constr type="ctrX" for="ch" forName="dot1" refType="w" fact="0.6392"/>
                  <dgm:constr type="ctrY" for="ch" forName="dot1" refType="h" fact="0.8839"/>
                  <dgm:constr type="w" for="ch" forName="dot1" refType="userD"/>
                  <dgm:constr type="h" for="ch" forName="dot1" refType="userD"/>
                  <dgm:constr type="ctrX" for="ch" forName="dot2" refType="w" fact="0.6616"/>
                  <dgm:constr type="ctrY" for="ch" forName="dot2" refType="h" fact="0.8967"/>
                  <dgm:constr type="w" for="ch" forName="dot2" refType="userD"/>
                  <dgm:constr type="h" for="ch" forName="dot2" refType="userD"/>
                  <dgm:constr type="ctrX" for="ch" forName="dot3" refType="w" fact="0.6845"/>
                  <dgm:constr type="ctrY" for="ch" forName="dot3" refType="h" fact="0.9076"/>
                  <dgm:constr type="w" for="ch" forName="dot3" refType="userD"/>
                  <dgm:constr type="h" for="ch" forName="dot3" refType="userD"/>
                  <dgm:constr type="ctrX" for="ch" forName="dot4" refType="w" fact="0.7077"/>
                  <dgm:constr type="ctrY" for="ch" forName="dot4" refType="h" fact="0.9165"/>
                  <dgm:constr type="w" for="ch" forName="dot4" refType="userD"/>
                  <dgm:constr type="h" for="ch" forName="dot4" refType="userD"/>
                  <dgm:constr type="ctrX" for="ch" forName="dot5" refType="w" fact="0.7312"/>
                  <dgm:constr type="ctrY" for="ch" forName="dot5" refType="h" fact="0.9234"/>
                  <dgm:constr type="w" for="ch" forName="dot5" refType="userD"/>
                  <dgm:constr type="h" for="ch" forName="dot5" refType="userD"/>
                  <dgm:constr type="ctrX" for="ch" forName="dot6" refType="w" fact="0.5117"/>
                  <dgm:constr type="ctrY" for="ch" forName="dot6" refType="h" fact="0.764"/>
                  <dgm:constr type="w" for="ch" forName="dot6" refType="userD"/>
                  <dgm:constr type="h" for="ch" forName="dot6" refType="userD"/>
                  <dgm:constr type="ctrX" for="ch" forName="dot7" refType="w" fact="0.5305"/>
                  <dgm:constr type="ctrY" for="ch" forName="dot7" refType="h" fact="0.7878"/>
                  <dgm:constr type="w" for="ch" forName="dot7" refType="userD"/>
                  <dgm:constr type="h" for="ch" forName="dot7" refType="userD"/>
                  <dgm:constr type="ctrX" for="ch" forName="dot8" refType="w" fact="0.4304"/>
                  <dgm:constr type="ctrY" for="ch" forName="dot8" refType="h" fact="0.6227"/>
                  <dgm:constr type="w" for="ch" forName="dot8" refType="userD"/>
                  <dgm:constr type="h" for="ch" forName="dot8" refType="userD"/>
                  <dgm:constr type="ctrX" for="ch" forName="dot9" refType="w" fact="0.3753"/>
                  <dgm:constr type="ctrY" for="ch" forName="dot9" refType="h" fact="0.4556"/>
                  <dgm:constr type="w" for="ch" forName="dot9" refType="userD"/>
                  <dgm:constr type="h" for="ch" forName="dot9" refType="userD"/>
                  <dgm:constr type="ctrX" for="ch" forName="dot10" refType="w" fact="0.3491"/>
                  <dgm:constr type="ctrY" for="ch" forName="dot10" refType="h" fact="0.2816"/>
                  <dgm:constr type="w" for="ch" forName="dot10" refType="userD"/>
                  <dgm:constr type="h" for="ch" forName="dot10" refType="userD"/>
                  <dgm:constr type="ctrX" for="ch" forName="dotArrow1" refType="w" fact="0.3719"/>
                  <dgm:constr type="ctrY" for="ch" forName="dotArrow1" refType="h" fact="0.0748"/>
                  <dgm:constr type="w" for="ch" forName="dotArrow1" refType="userD"/>
                  <dgm:constr type="h" for="ch" forName="dotArrow1" refType="userD"/>
                  <dgm:constr type="ctrX" for="ch" forName="dotArrow2" refType="w" fact="0.3563"/>
                  <dgm:constr type="ctrY" for="ch" forName="dotArrow2" refType="h" fact="0.0581"/>
                  <dgm:constr type="w" for="ch" forName="dotArrow2" refType="userD"/>
                  <dgm:constr type="h" for="ch" forName="dotArrow2" refType="userD"/>
                  <dgm:constr type="ctrX" for="ch" forName="dotArrow3" refType="w" fact="0.3407"/>
                  <dgm:constr type="ctrY" for="ch" forName="dotArrow3" refType="h" fact="0.0414"/>
                  <dgm:constr type="w" for="ch" forName="dotArrow3" refType="userD"/>
                  <dgm:constr type="h" for="ch" forName="dotArrow3" refType="userD"/>
                  <dgm:constr type="ctrX" for="ch" forName="dotArrow4" refType="w" fact="0.325"/>
                  <dgm:constr type="ctrY" for="ch" forName="dotArrow4" refType="h" fact="0.0581"/>
                  <dgm:constr type="w" for="ch" forName="dotArrow4" refType="userD"/>
                  <dgm:constr type="h" for="ch" forName="dotArrow4" refType="userD"/>
                  <dgm:constr type="ctrX" for="ch" forName="dotArrow5" refType="w" fact="0.3094"/>
                  <dgm:constr type="ctrY" for="ch" forName="dotArrow5" refType="h" fact="0.0748"/>
                  <dgm:constr type="w" for="ch" forName="dotArrow5" refType="userD"/>
                  <dgm:constr type="h" for="ch" forName="dotArrow5" refType="userD"/>
                  <dgm:constr type="ctrX" for="ch" forName="dotArrow6" refType="w" fact="0.3407"/>
                  <dgm:constr type="ctrY" for="ch" forName="dotArrow6" refType="h" fact="0.0766"/>
                  <dgm:constr type="w" for="ch" forName="dotArrow6" refType="userD"/>
                  <dgm:constr type="h" for="ch" forName="dotArrow6" refType="userD"/>
                  <dgm:constr type="ctrX" for="ch" forName="dotArrow7" refType="w" fact="0.3407"/>
                  <dgm:constr type="ctrY" for="ch" forName="dotArrow7" refType="h" fact="0.1118"/>
                  <dgm:constr type="w" for="ch" forName="dotArrow7" refType="userD"/>
                  <dgm:constr type="h" for="ch" forName="dotArrow7" refType="userD"/>
                  <dgm:constr type="r" for="ch" forName="parTx1" refType="w" fact="0.7909"/>
                  <dgm:constr type="t" for="ch" forName="parTx1" refType="h" fact="0.9433"/>
                  <dgm:constr type="w" for="ch" forName="parTx1" refType="w" fact="0.2275"/>
                  <dgm:constr type="h" for="ch" forName="parTx1" refType="h" fact="0.0811"/>
                  <dgm:constr type="ctrX" for="ch" forName="picture1" refType="w" fact="0.8012"/>
                  <dgm:constr type="ctrY" for="ch" forName="picture1" refType="h" fact="0.9322"/>
                  <dgm:constr type="w" for="ch" forName="picture1" refType="w" fact="0.1055"/>
                  <dgm:constr type="h" for="ch" forName="picture1" refType="h" fact="0.1403"/>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727"/>
                  <dgm:constr type="t" for="ch" forName="parTx2" refType="h" fact="0.8468"/>
                  <dgm:constr type="w" for="ch" forName="parTx2" refType="w" fact="0.2275"/>
                  <dgm:constr type="h" for="ch" forName="parTx2" refType="h" fact="0.0811"/>
                  <dgm:constr type="ctrX" for="ch" forName="picture2" refType="w" fact="0.5831"/>
                  <dgm:constr type="ctrY" for="ch" forName="picture2" refType="h" fact="0.8357"/>
                  <dgm:constr type="w" for="ch" forName="picture2" refType="w" fact="0.1055"/>
                  <dgm:constr type="h" for="ch" forName="picture2" refType="h" fact="0.1403"/>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651"/>
                  <dgm:constr type="t" for="ch" forName="parTx3" refType="h" fact="0.7023"/>
                  <dgm:constr type="w" for="ch" forName="parTx3" refType="w" fact="0.2275"/>
                  <dgm:constr type="h" for="ch" forName="parTx3" refType="h" fact="0.0811"/>
                  <dgm:constr type="ctrX" for="ch" forName="picture3" refType="w" fact="0.4755"/>
                  <dgm:constr type="ctrY" for="ch" forName="picture3" refType="h" fact="0.6912"/>
                  <dgm:constr type="w" for="ch" forName="picture3" refType="w" fact="0.1055"/>
                  <dgm:constr type="h" for="ch" forName="picture3" refType="h" fact="0.1403"/>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4002"/>
                  <dgm:constr type="t" for="ch" forName="parTx4" refType="h" fact="0.5441"/>
                  <dgm:constr type="w" for="ch" forName="parTx4" refType="w" fact="0.2275"/>
                  <dgm:constr type="h" for="ch" forName="parTx4" refType="h" fact="0.0811"/>
                  <dgm:constr type="ctrX" for="ch" forName="picture4" refType="w" fact="0.4106"/>
                  <dgm:constr type="ctrY" for="ch" forName="picture4" refType="h" fact="0.533"/>
                  <dgm:constr type="w" for="ch" forName="picture4" refType="w" fact="0.1055"/>
                  <dgm:constr type="h" for="ch" forName="picture4" refType="h" fact="0.1403"/>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584"/>
                  <dgm:constr type="t" for="ch" forName="parTx5" refType="h" fact="0.3737"/>
                  <dgm:constr type="w" for="ch" forName="parTx5" refType="w" fact="0.2275"/>
                  <dgm:constr type="h" for="ch" forName="parTx5" refType="h" fact="0.0811"/>
                  <dgm:constr type="ctrX" for="ch" forName="picture5" refType="w" fact="0.3687"/>
                  <dgm:constr type="ctrY" for="ch" forName="picture5" refType="h" fact="0.3626"/>
                  <dgm:constr type="w" for="ch" forName="picture5" refType="w" fact="0.1055"/>
                  <dgm:constr type="h" for="ch" forName="picture5" refType="h" fact="0.1403"/>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356"/>
                  <dgm:constr type="t" for="ch" forName="parTx6" refType="h" fact="0.2061"/>
                  <dgm:constr type="w" for="ch" forName="parTx6" refType="w" fact="0.2275"/>
                  <dgm:constr type="h" for="ch" forName="parTx6" refType="h" fact="0.0811"/>
                  <dgm:constr type="ctrX" for="ch" forName="picture6" refType="w" fact="0.3459"/>
                  <dgm:constr type="ctrY" for="ch" forName="picture6" refType="h" fact="0.195"/>
                  <dgm:constr type="w" for="ch" forName="picture6" refType="w" fact="0.1055"/>
                  <dgm:constr type="h" for="ch" forName="picture6" refType="h" fact="0.1403"/>
                  <dgm:constr type="r" for="ch" forName="desTx6" refType="l" refFor="ch" refForName="parTx6"/>
                  <dgm:constr type="l" for="ch" forName="desTx6"/>
                  <dgm:constr type="t" for="ch" forName="desTx6" refType="t" refFor="ch" refForName="parTx6"/>
                  <dgm:constr type="h" for="ch" forName="desTx6" refType="h" refFor="ch" refForName="parTx6"/>
                </dgm:constrLst>
              </dgm:if>
              <dgm:else name="Name61">
                <dgm:alg type="composite">
                  <dgm:param type="ar" val="1.1223"/>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userD" refType="w" fact="0.0125"/>
                  <dgm:constr type="ctrX" for="ch" forName="dot1" refType="w" fact="0.5724"/>
                  <dgm:constr type="ctrY" for="ch" forName="dot1" refType="h" fact="0.8839"/>
                  <dgm:constr type="w" for="ch" forName="dot1" refType="userD"/>
                  <dgm:constr type="h" for="ch" forName="dot1" refType="userD"/>
                  <dgm:constr type="ctrX" for="ch" forName="dot2" refType="w" fact="0.599"/>
                  <dgm:constr type="ctrY" for="ch" forName="dot2" refType="h" fact="0.8967"/>
                  <dgm:constr type="w" for="ch" forName="dot2" refType="userD"/>
                  <dgm:constr type="h" for="ch" forName="dot2" refType="userD"/>
                  <dgm:constr type="ctrX" for="ch" forName="dot3" refType="w" fact="0.6261"/>
                  <dgm:constr type="ctrY" for="ch" forName="dot3" refType="h" fact="0.9076"/>
                  <dgm:constr type="w" for="ch" forName="dot3" refType="userD"/>
                  <dgm:constr type="h" for="ch" forName="dot3" refType="userD"/>
                  <dgm:constr type="ctrX" for="ch" forName="dot4" refType="w" fact="0.6536"/>
                  <dgm:constr type="ctrY" for="ch" forName="dot4" refType="h" fact="0.9165"/>
                  <dgm:constr type="w" for="ch" forName="dot4" refType="userD"/>
                  <dgm:constr type="h" for="ch" forName="dot4" refType="userD"/>
                  <dgm:constr type="ctrX" for="ch" forName="dot5" refType="w" fact="0.6814"/>
                  <dgm:constr type="ctrY" for="ch" forName="dot5" refType="h" fact="0.9234"/>
                  <dgm:constr type="w" for="ch" forName="dot5" refType="userD"/>
                  <dgm:constr type="h" for="ch" forName="dot5" refType="userD"/>
                  <dgm:constr type="ctrX" for="ch" forName="dot6" refType="w" fact="0.4214"/>
                  <dgm:constr type="ctrY" for="ch" forName="dot6" refType="h" fact="0.764"/>
                  <dgm:constr type="w" for="ch" forName="dot6" refType="userD"/>
                  <dgm:constr type="h" for="ch" forName="dot6" refType="userD"/>
                  <dgm:constr type="ctrX" for="ch" forName="dot7" refType="w" fact="0.4436"/>
                  <dgm:constr type="ctrY" for="ch" forName="dot7" refType="h" fact="0.7878"/>
                  <dgm:constr type="w" for="ch" forName="dot7" refType="userD"/>
                  <dgm:constr type="h" for="ch" forName="dot7" refType="userD"/>
                  <dgm:constr type="ctrX" for="ch" forName="dot8" refType="w" fact="0.325"/>
                  <dgm:constr type="ctrY" for="ch" forName="dot8" refType="h" fact="0.6227"/>
                  <dgm:constr type="w" for="ch" forName="dot8" refType="userD"/>
                  <dgm:constr type="h" for="ch" forName="dot8" refType="userD"/>
                  <dgm:constr type="ctrX" for="ch" forName="dot9" refType="w" fact="0.2597"/>
                  <dgm:constr type="ctrY" for="ch" forName="dot9" refType="h" fact="0.4556"/>
                  <dgm:constr type="w" for="ch" forName="dot9" refType="userD"/>
                  <dgm:constr type="h" for="ch" forName="dot9" refType="userD"/>
                  <dgm:constr type="ctrX" for="ch" forName="dot10" refType="w" fact="0.2286"/>
                  <dgm:constr type="ctrY" for="ch" forName="dot10" refType="h" fact="0.2816"/>
                  <dgm:constr type="w" for="ch" forName="dot10" refType="userD"/>
                  <dgm:constr type="h" for="ch" forName="dot10" refType="userD"/>
                  <dgm:constr type="ctrX" for="ch" forName="dotArrow1" refType="w" fact="0.2557"/>
                  <dgm:constr type="ctrY" for="ch" forName="dotArrow1" refType="h" fact="0.0748"/>
                  <dgm:constr type="w" for="ch" forName="dotArrow1" refType="userD"/>
                  <dgm:constr type="h" for="ch" forName="dotArrow1" refType="userD"/>
                  <dgm:constr type="ctrX" for="ch" forName="dotArrow2" refType="w" fact="0.2372"/>
                  <dgm:constr type="ctrY" for="ch" forName="dotArrow2" refType="h" fact="0.0581"/>
                  <dgm:constr type="w" for="ch" forName="dotArrow2" refType="userD"/>
                  <dgm:constr type="h" for="ch" forName="dotArrow2" refType="userD"/>
                  <dgm:constr type="ctrX" for="ch" forName="dotArrow3" refType="w" fact="0.2187"/>
                  <dgm:constr type="ctrY" for="ch" forName="dotArrow3" refType="h" fact="0.0414"/>
                  <dgm:constr type="w" for="ch" forName="dotArrow3" refType="userD"/>
                  <dgm:constr type="h" for="ch" forName="dotArrow3" refType="userD"/>
                  <dgm:constr type="ctrX" for="ch" forName="dotArrow4" refType="w" fact="0.2001"/>
                  <dgm:constr type="ctrY" for="ch" forName="dotArrow4" refType="h" fact="0.0581"/>
                  <dgm:constr type="w" for="ch" forName="dotArrow4" refType="userD"/>
                  <dgm:constr type="h" for="ch" forName="dotArrow4" refType="userD"/>
                  <dgm:constr type="ctrX" for="ch" forName="dotArrow5" refType="w" fact="0.1816"/>
                  <dgm:constr type="ctrY" for="ch" forName="dotArrow5" refType="h" fact="0.0748"/>
                  <dgm:constr type="w" for="ch" forName="dotArrow5" refType="userD"/>
                  <dgm:constr type="h" for="ch" forName="dotArrow5" refType="userD"/>
                  <dgm:constr type="ctrX" for="ch" forName="dotArrow6" refType="w" fact="0.2187"/>
                  <dgm:constr type="ctrY" for="ch" forName="dotArrow6" refType="h" fact="0.0766"/>
                  <dgm:constr type="w" for="ch" forName="dotArrow6" refType="userD"/>
                  <dgm:constr type="h" for="ch" forName="dotArrow6" refType="userD"/>
                  <dgm:constr type="ctrX" for="ch" forName="dotArrow7" refType="w" fact="0.2187"/>
                  <dgm:constr type="ctrY" for="ch" forName="dotArrow7" refType="h" fact="0.1118"/>
                  <dgm:constr type="w" for="ch" forName="dotArrow7" refType="userD"/>
                  <dgm:constr type="h" for="ch" forName="dotArrow7" refType="userD"/>
                  <dgm:constr type="r" for="ch" forName="parTx1" refType="w" fact="0.7522"/>
                  <dgm:constr type="t" for="ch" forName="parTx1" refType="h" fact="0.9416"/>
                  <dgm:constr type="w" for="ch" forName="parTx1" refType="w" fact="0.2696"/>
                  <dgm:constr type="h" for="ch" forName="parTx1" refType="h" fact="0.0811"/>
                  <dgm:constr type="ctrX" for="ch" forName="picture1" refType="w" fact="0.7644"/>
                  <dgm:constr type="ctrY" for="ch" forName="picture1" refType="h" fact="0.9322"/>
                  <dgm:constr type="w" for="ch" forName="picture1" refType="w" fact="0.125"/>
                  <dgm:constr type="h" for="ch" forName="picture1" refType="h" fact="0.1403"/>
                  <dgm:constr type="r" for="ch" forName="parTx2" refType="w" fact="0.4937"/>
                  <dgm:constr type="t" for="ch" forName="parTx2" refType="h" fact="0.8451"/>
                  <dgm:constr type="w" for="ch" forName="parTx2" refType="w" fact="0.2696"/>
                  <dgm:constr type="h" for="ch" forName="parTx2" refType="h" fact="0.0811"/>
                  <dgm:constr type="ctrX" for="ch" forName="picture2" refType="w" fact="0.5059"/>
                  <dgm:constr type="ctrY" for="ch" forName="picture2" refType="h" fact="0.8357"/>
                  <dgm:constr type="w" for="ch" forName="picture2" refType="w" fact="0.125"/>
                  <dgm:constr type="h" for="ch" forName="picture2" refType="h" fact="0.1403"/>
                  <dgm:constr type="r" for="ch" forName="parTx3" refType="w" fact="0.3662"/>
                  <dgm:constr type="t" for="ch" forName="parTx3" refType="h" fact="0.7006"/>
                  <dgm:constr type="w" for="ch" forName="parTx3" refType="w" fact="0.2696"/>
                  <dgm:constr type="h" for="ch" forName="parTx3" refType="h" fact="0.0811"/>
                  <dgm:constr type="ctrX" for="ch" forName="picture3" refType="w" fact="0.3784"/>
                  <dgm:constr type="ctrY" for="ch" forName="picture3" refType="h" fact="0.6912"/>
                  <dgm:constr type="w" for="ch" forName="picture3" refType="w" fact="0.125"/>
                  <dgm:constr type="h" for="ch" forName="picture3" refType="h" fact="0.1403"/>
                  <dgm:constr type="r" for="ch" forName="parTx4" refType="w" fact="0.2893"/>
                  <dgm:constr type="t" for="ch" forName="parTx4" refType="h" fact="0.5424"/>
                  <dgm:constr type="w" for="ch" forName="parTx4" refType="w" fact="0.2696"/>
                  <dgm:constr type="h" for="ch" forName="parTx4" refType="h" fact="0.0811"/>
                  <dgm:constr type="ctrX" for="ch" forName="picture4" refType="w" fact="0.3015"/>
                  <dgm:constr type="ctrY" for="ch" forName="picture4" refType="h" fact="0.533"/>
                  <dgm:constr type="w" for="ch" forName="picture4" refType="w" fact="0.125"/>
                  <dgm:constr type="h" for="ch" forName="picture4" refType="h" fact="0.1403"/>
                  <dgm:constr type="r" for="ch" forName="parTx5" refType="w" fact="0.2397"/>
                  <dgm:constr type="t" for="ch" forName="parTx5" refType="h" fact="0.372"/>
                  <dgm:constr type="w" for="ch" forName="parTx5" refType="w" fact="0.2696"/>
                  <dgm:constr type="h" for="ch" forName="parTx5" refType="h" fact="0.0811"/>
                  <dgm:constr type="ctrX" for="ch" forName="picture5" refType="w" fact="0.2519"/>
                  <dgm:constr type="ctrY" for="ch" forName="picture5" refType="h" fact="0.3626"/>
                  <dgm:constr type="w" for="ch" forName="picture5" refType="w" fact="0.125"/>
                  <dgm:constr type="h" for="ch" forName="picture5" refType="h" fact="0.1403"/>
                  <dgm:constr type="r" for="ch" forName="parTx6" refType="w" fact="0.2127"/>
                  <dgm:constr type="t" for="ch" forName="parTx6" refType="h" fact="0.2044"/>
                  <dgm:constr type="w" for="ch" forName="parTx6" refType="w" fact="0.2696"/>
                  <dgm:constr type="h" for="ch" forName="parTx6" refType="h" fact="0.0811"/>
                  <dgm:constr type="ctrX" for="ch" forName="picture6" refType="w" fact="0.2249"/>
                  <dgm:constr type="ctrY" for="ch" forName="picture6" refType="h" fact="0.195"/>
                  <dgm:constr type="w" for="ch" forName="picture6" refType="w" fact="0.125"/>
                  <dgm:constr type="h" for="ch" forName="picture6" refType="h" fact="0.1403"/>
                </dgm:constrLst>
              </dgm:else>
            </dgm:choose>
          </dgm:else>
        </dgm:choose>
      </dgm:if>
      <dgm:else name="Name62">
        <dgm:choose name="Name63">
          <dgm:if name="Name64" func="var" arg="dir" op="equ" val="norm">
            <dgm:choose name="Name65">
              <dgm:if name="Name66"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3909"/>
                  <dgm:constr type="ctrY" for="ch" forName="dot1" refType="h" fact="0.8342"/>
                  <dgm:constr type="w" for="ch" forName="dot1" refType="userD"/>
                  <dgm:constr type="h" for="ch" forName="dot1" refType="userD"/>
                  <dgm:constr type="ctrX" for="ch" forName="dot2" refType="w" fact="0.3721"/>
                  <dgm:constr type="ctrY" for="ch" forName="dot2" refType="h" fact="0.8448"/>
                  <dgm:constr type="w" for="ch" forName="dot2" refType="userD"/>
                  <dgm:constr type="h" for="ch" forName="dot2" refType="userD"/>
                  <dgm:constr type="ctrX" for="ch" forName="dot3" refType="w" fact="0.353"/>
                  <dgm:constr type="ctrY" for="ch" forName="dot3" refType="h" fact="0.8539"/>
                  <dgm:constr type="w" for="ch" forName="dot3" refType="userD"/>
                  <dgm:constr type="h" for="ch" forName="dot3" refType="userD"/>
                  <dgm:constr type="ctrX" for="ch" forName="dot4" refType="w" fact="0.3337"/>
                  <dgm:constr type="ctrY" for="ch" forName="dot4" refType="h" fact="0.8615"/>
                  <dgm:constr type="w" for="ch" forName="dot4" refType="userD"/>
                  <dgm:constr type="h" for="ch" forName="dot4" refType="userD"/>
                  <dgm:constr type="ctrX" for="ch" forName="dot5" refType="w" fact="0.3142"/>
                  <dgm:constr type="ctrY" for="ch" forName="dot5" refType="h" fact="0.8676"/>
                  <dgm:constr type="w" for="ch" forName="dot5" refType="userD"/>
                  <dgm:constr type="h" for="ch" forName="dot5" refType="userD"/>
                  <dgm:constr type="ctrX" for="ch" forName="dot6" refType="w" fact="0.5088"/>
                  <dgm:constr type="ctrY" for="ch" forName="dot6" refType="h" fact="0.7255"/>
                  <dgm:constr type="w" for="ch" forName="dot6" refType="userD"/>
                  <dgm:constr type="h" for="ch" forName="dot6" refType="userD"/>
                  <dgm:constr type="ctrX" for="ch" forName="dot7" refType="w" fact="0.4926"/>
                  <dgm:constr type="ctrY" for="ch" forName="dot7" refType="h" fact="0.7454"/>
                  <dgm:constr type="w" for="ch" forName="dot7" refType="userD"/>
                  <dgm:constr type="h" for="ch" forName="dot7" refType="userD"/>
                  <dgm:constr type="ctrX" for="ch" forName="dot8" refType="w" fact="0.5836"/>
                  <dgm:constr type="ctrY" for="ch" forName="dot8" refType="h" fact="0.6026"/>
                  <dgm:constr type="w" for="ch" forName="dot8" refType="userD"/>
                  <dgm:constr type="h" for="ch" forName="dot8" refType="userD"/>
                  <dgm:constr type="ctrX" for="ch" forName="dot9" refType="w" fact="0.6371"/>
                  <dgm:constr type="ctrY" for="ch" forName="dot9" refType="h" fact="0.4632"/>
                  <dgm:constr type="w" for="ch" forName="dot9" refType="userD"/>
                  <dgm:constr type="h" for="ch" forName="dot9" refType="userD"/>
                  <dgm:constr type="ctrX" for="ch" forName="dot10" refType="w" fact="0.6701"/>
                  <dgm:constr type="ctrY" for="ch" forName="dot10" refType="h" fact="0.3187"/>
                  <dgm:constr type="w" for="ch" forName="dot10" refType="userD"/>
                  <dgm:constr type="h" for="ch" forName="dot10" refType="userD"/>
                  <dgm:constr type="ctrX" for="ch" forName="dot11" refType="w" fact="0.6853"/>
                  <dgm:constr type="ctrY" for="ch" forName="dot11" refType="h" fact="0.1763"/>
                  <dgm:constr type="w" for="ch" forName="dot11" refType="userD"/>
                  <dgm:constr type="h" for="ch" forName="dot11" refType="userD"/>
                  <dgm:constr type="ctrX" for="ch" forName="dotArrow1" refType="w" fact="0.6627"/>
                  <dgm:constr type="ctrY" for="ch" forName="dotArrow1" refType="h" fact="-0.0099"/>
                  <dgm:constr type="w" for="ch" forName="dotArrow1" refType="userD"/>
                  <dgm:constr type="h" for="ch" forName="dotArrow1" refType="userD"/>
                  <dgm:constr type="ctrX" for="ch" forName="dotArrow2" refType="w" fact="0.6773"/>
                  <dgm:constr type="ctrY" for="ch" forName="dotArrow2" refType="h" fact="-0.0239"/>
                  <dgm:constr type="w" for="ch" forName="dotArrow2" refType="userD"/>
                  <dgm:constr type="h" for="ch" forName="dotArrow2" refType="userD"/>
                  <dgm:constr type="ctrX" for="ch" forName="dotArrow3" refType="w" fact="0.6919"/>
                  <dgm:constr type="ctrY" for="ch" forName="dotArrow3" refType="h" fact="-0.0378"/>
                  <dgm:constr type="w" for="ch" forName="dotArrow3" refType="userD"/>
                  <dgm:constr type="h" for="ch" forName="dotArrow3" refType="userD"/>
                  <dgm:constr type="ctrX" for="ch" forName="dotArrow4" refType="w" fact="0.7065"/>
                  <dgm:constr type="ctrY" for="ch" forName="dotArrow4" refType="h" fact="-0.0239"/>
                  <dgm:constr type="w" for="ch" forName="dotArrow4" refType="userD"/>
                  <dgm:constr type="h" for="ch" forName="dotArrow4" refType="userD"/>
                  <dgm:constr type="ctrX" for="ch" forName="dotArrow5" refType="w" fact="0.7212"/>
                  <dgm:constr type="ctrY" for="ch" forName="dotArrow5" refType="h" fact="-0.0099"/>
                  <dgm:constr type="w" for="ch" forName="dotArrow5" refType="userD"/>
                  <dgm:constr type="h" for="ch" forName="dotArrow5" refType="userD"/>
                  <dgm:constr type="ctrX" for="ch" forName="dotArrow6" refType="w" fact="0.6919"/>
                  <dgm:constr type="ctrY" for="ch" forName="dotArrow6" refType="h" fact="-0.0084"/>
                  <dgm:constr type="w" for="ch" forName="dotArrow6" refType="userD"/>
                  <dgm:constr type="h" for="ch" forName="dotArrow6" refType="userD"/>
                  <dgm:constr type="ctrX" for="ch" forName="dotArrow7" refType="w" fact="0.6919"/>
                  <dgm:constr type="ctrY" for="ch" forName="dotArrow7" refType="h" fact="0.0211"/>
                  <dgm:constr type="w" for="ch" forName="dotArrow7" refType="userD"/>
                  <dgm:constr type="h" for="ch" forName="dotArrow7" refType="userD"/>
                  <dgm:constr type="l" for="ch" forName="parTx1" refType="w" fact="0.2556"/>
                  <dgm:constr type="t" for="ch" forName="parTx1" refType="h" fact="0.8856"/>
                  <dgm:constr type="w" for="ch" forName="parTx1" refType="w" fact="0.2101"/>
                  <dgm:constr type="h" for="ch" forName="parTx1" refType="h" fact="0.0704"/>
                  <dgm:constr type="ctrX" for="ch" forName="picture1" refType="w" fact="0.246"/>
                  <dgm:constr type="ctrY" for="ch" forName="picture1" refType="h" fact="0.8769"/>
                  <dgm:constr type="w" for="ch" forName="picture1" refType="w" fact="0.0974"/>
                  <dgm:constr type="h" for="ch" forName="picture1" refType="h" fact="0.1218"/>
                  <dgm:constr type="l" for="ch" forName="desTx1" refType="r" refFor="ch" refForName="parTx1"/>
                  <dgm:constr type="r" for="ch" forName="desTx1" refType="w"/>
                  <dgm:constr type="t" for="ch" forName="desTx1" refType="t" refFor="ch" refForName="parTx1"/>
                  <dgm:constr type="h" for="ch" forName="desTx1" refType="h" refFor="ch" refForName="parTx1"/>
                  <dgm:constr type="l" for="ch" forName="parTx2" refType="w" fact="0.4535"/>
                  <dgm:constr type="t" for="ch" forName="parTx2" refType="h" fact="0.7956"/>
                  <dgm:constr type="w" for="ch" forName="parTx2" refType="w" fact="0.2101"/>
                  <dgm:constr type="h" for="ch" forName="parTx2" refType="h" fact="0.0704"/>
                  <dgm:constr type="ctrX" for="ch" forName="picture2" refType="w" fact="0.4439"/>
                  <dgm:constr type="ctrY" for="ch" forName="picture2" refType="h" fact="0.787"/>
                  <dgm:constr type="w" for="ch" forName="picture2" refType="w" fact="0.0974"/>
                  <dgm:constr type="h" for="ch" forName="picture2" refType="h" fact="0.1218"/>
                  <dgm:constr type="l" for="ch" forName="desTx2" refType="r" refFor="ch" refForName="parTx2"/>
                  <dgm:constr type="r" for="ch" forName="desTx2" refType="w"/>
                  <dgm:constr type="t" for="ch" forName="desTx2" refType="t" refFor="ch" refForName="parTx2"/>
                  <dgm:constr type="h" for="ch" forName="desTx2" refType="h" refFor="ch" refForName="parTx2"/>
                  <dgm:constr type="l" for="ch" forName="parTx3" refType="w" fact="0.5511"/>
                  <dgm:constr type="t" for="ch" forName="parTx3" refType="h" fact="0.673"/>
                  <dgm:constr type="w" for="ch" forName="parTx3" refType="w" fact="0.2101"/>
                  <dgm:constr type="h" for="ch" forName="parTx3" refType="h" fact="0.0704"/>
                  <dgm:constr type="ctrX" for="ch" forName="picture3" refType="w" fact="0.5415"/>
                  <dgm:constr type="ctrY" for="ch" forName="picture3" refType="h" fact="0.6644"/>
                  <dgm:constr type="w" for="ch" forName="picture3" refType="w" fact="0.0974"/>
                  <dgm:constr type="h" for="ch" forName="picture3" refType="h" fact="0.1218"/>
                  <dgm:constr type="l" for="ch" forName="desTx3" refType="r" refFor="ch" refForName="parTx3"/>
                  <dgm:constr type="r" for="ch" forName="desTx3" refType="w"/>
                  <dgm:constr type="t" for="ch" forName="desTx3" refType="t" refFor="ch" refForName="parTx3"/>
                  <dgm:constr type="h" for="ch" forName="desTx3" refType="h" refFor="ch" refForName="parTx3"/>
                  <dgm:constr type="l" for="ch" forName="parTx4" refType="w" fact="0.6132"/>
                  <dgm:constr type="t" for="ch" forName="parTx4" refType="h" fact="0.538"/>
                  <dgm:constr type="w" for="ch" forName="parTx4" refType="w" fact="0.2101"/>
                  <dgm:constr type="h" for="ch" forName="parTx4" refType="h" fact="0.0704"/>
                  <dgm:constr type="ctrX" for="ch" forName="picture4" refType="w" fact="0.6037"/>
                  <dgm:constr type="ctrY" for="ch" forName="picture4" refType="h" fact="0.5294"/>
                  <dgm:constr type="w" for="ch" forName="picture4" refType="w" fact="0.0974"/>
                  <dgm:constr type="h" for="ch" forName="picture4" refType="h" fact="0.1218"/>
                  <dgm:constr type="l" for="ch" forName="desTx4" refType="r" refFor="ch" refForName="parTx4"/>
                  <dgm:constr type="r" for="ch" forName="desTx4" refType="w"/>
                  <dgm:constr type="t" for="ch" forName="desTx4" refType="t" refFor="ch" refForName="parTx4"/>
                  <dgm:constr type="h" for="ch" forName="desTx4" refType="h" refFor="ch" refForName="parTx4"/>
                  <dgm:constr type="l" for="ch" forName="parTx5" refType="w" fact="0.6576"/>
                  <dgm:constr type="t" for="ch" forName="parTx5" refType="h" fact="0.3951"/>
                  <dgm:constr type="w" for="ch" forName="parTx5" refType="w" fact="0.2101"/>
                  <dgm:constr type="h" for="ch" forName="parTx5" refType="h" fact="0.0704"/>
                  <dgm:constr type="ctrX" for="ch" forName="picture5" refType="w" fact="0.648"/>
                  <dgm:constr type="ctrY" for="ch" forName="picture5" refType="h" fact="0.3864"/>
                  <dgm:constr type="w" for="ch" forName="picture5" refType="w" fact="0.0974"/>
                  <dgm:constr type="h" for="ch" forName="picture5" refType="h" fact="0.1218"/>
                  <dgm:constr type="l" for="ch" forName="desTx5" refType="r" refFor="ch" refForName="parTx5"/>
                  <dgm:constr type="r" for="ch" forName="desTx5" refType="w"/>
                  <dgm:constr type="t" for="ch" forName="desTx5" refType="t" refFor="ch" refForName="parTx5"/>
                  <dgm:constr type="h" for="ch" forName="desTx5" refType="h" refFor="ch" refForName="parTx5"/>
                  <dgm:constr type="l" for="ch" forName="parTx6" refType="w" fact="0.6828"/>
                  <dgm:constr type="t" for="ch" forName="parTx6" refType="h" fact="0.2531"/>
                  <dgm:constr type="w" for="ch" forName="parTx6" refType="w" fact="0.2101"/>
                  <dgm:constr type="h" for="ch" forName="parTx6" refType="h" fact="0.0704"/>
                  <dgm:constr type="ctrX" for="ch" forName="picture6" refType="w" fact="0.6733"/>
                  <dgm:constr type="ctrY" for="ch" forName="picture6" refType="h" fact="0.2444"/>
                  <dgm:constr type="w" for="ch" forName="picture6" refType="w" fact="0.0974"/>
                  <dgm:constr type="h" for="ch" forName="picture6" refType="h" fact="0.1218"/>
                  <dgm:constr type="l" for="ch" forName="desTx6" refType="r" refFor="ch" refForName="parTx6"/>
                  <dgm:constr type="r" for="ch" forName="desTx6" refType="w"/>
                  <dgm:constr type="t" for="ch" forName="desTx6" refType="t" refFor="ch" refForName="parTx6"/>
                  <dgm:constr type="h" for="ch" forName="desTx6" refType="h" refFor="ch" refForName="parTx6"/>
                  <dgm:constr type="l" for="ch" forName="parTx7" refType="w" fact="0.6966"/>
                  <dgm:constr type="t" for="ch" forName="parTx7" refType="h" fact="0.1162"/>
                  <dgm:constr type="w" for="ch" forName="parTx7" refType="w" fact="0.2101"/>
                  <dgm:constr type="h" for="ch" forName="parTx7" refType="h" fact="0.0704"/>
                  <dgm:constr type="ctrX" for="ch" forName="picture7" refType="w" fact="0.6871"/>
                  <dgm:constr type="ctrY" for="ch" forName="picture7" refType="h" fact="0.1075"/>
                  <dgm:constr type="w" for="ch" forName="picture7" refType="w" fact="0.0974"/>
                  <dgm:constr type="h" for="ch" forName="picture7" refType="h" fact="0.1218"/>
                  <dgm:constr type="l" for="ch" forName="desTx7" refType="r" refFor="ch" refForName="parTx7"/>
                  <dgm:constr type="r" for="ch" forName="desTx7" refType="w"/>
                  <dgm:constr type="t" for="ch" forName="desTx7" refType="t" refFor="ch" refForName="parTx7"/>
                  <dgm:constr type="h" for="ch" forName="desTx7" refType="h" refFor="ch" refForName="parTx7"/>
                </dgm:constrLst>
              </dgm:if>
              <dgm:else name="Name67">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4459"/>
                  <dgm:constr type="ctrY" for="ch" forName="dot1" refType="h" fact="0.8342"/>
                  <dgm:constr type="w" for="ch" forName="dot1" refType="userD"/>
                  <dgm:constr type="h" for="ch" forName="dot1" refType="userD"/>
                  <dgm:constr type="ctrX" for="ch" forName="dot2" refType="w" fact="0.4244"/>
                  <dgm:constr type="ctrY" for="ch" forName="dot2" refType="h" fact="0.8448"/>
                  <dgm:constr type="w" for="ch" forName="dot2" refType="userD"/>
                  <dgm:constr type="h" for="ch" forName="dot2" refType="userD"/>
                  <dgm:constr type="ctrX" for="ch" forName="dot3" refType="w" fact="0.4026"/>
                  <dgm:constr type="ctrY" for="ch" forName="dot3" refType="h" fact="0.8539"/>
                  <dgm:constr type="w" for="ch" forName="dot3" refType="userD"/>
                  <dgm:constr type="h" for="ch" forName="dot3" refType="userD"/>
                  <dgm:constr type="ctrX" for="ch" forName="dot4" refType="w" fact="0.3806"/>
                  <dgm:constr type="ctrY" for="ch" forName="dot4" refType="h" fact="0.8615"/>
                  <dgm:constr type="w" for="ch" forName="dot4" refType="userD"/>
                  <dgm:constr type="h" for="ch" forName="dot4" refType="userD"/>
                  <dgm:constr type="ctrX" for="ch" forName="dot5" refType="w" fact="0.3584"/>
                  <dgm:constr type="ctrY" for="ch" forName="dot5" refType="h" fact="0.8676"/>
                  <dgm:constr type="w" for="ch" forName="dot5" refType="userD"/>
                  <dgm:constr type="h" for="ch" forName="dot5" refType="userD"/>
                  <dgm:constr type="ctrX" for="ch" forName="dot6" refType="w" fact="0.5803"/>
                  <dgm:constr type="ctrY" for="ch" forName="dot6" refType="h" fact="0.7255"/>
                  <dgm:constr type="w" for="ch" forName="dot6" refType="userD"/>
                  <dgm:constr type="h" for="ch" forName="dot6" refType="userD"/>
                  <dgm:constr type="ctrX" for="ch" forName="dot7" refType="w" fact="0.5618"/>
                  <dgm:constr type="ctrY" for="ch" forName="dot7" refType="h" fact="0.7454"/>
                  <dgm:constr type="w" for="ch" forName="dot7" refType="userD"/>
                  <dgm:constr type="h" for="ch" forName="dot7" refType="userD"/>
                  <dgm:constr type="ctrX" for="ch" forName="dot8" refType="w" fact="0.6656"/>
                  <dgm:constr type="ctrY" for="ch" forName="dot8" refType="h" fact="0.6026"/>
                  <dgm:constr type="w" for="ch" forName="dot8" refType="userD"/>
                  <dgm:constr type="h" for="ch" forName="dot8" refType="userD"/>
                  <dgm:constr type="ctrX" for="ch" forName="dot9" refType="w" fact="0.7266"/>
                  <dgm:constr type="ctrY" for="ch" forName="dot9" refType="h" fact="0.4632"/>
                  <dgm:constr type="w" for="ch" forName="dot9" refType="userD"/>
                  <dgm:constr type="h" for="ch" forName="dot9" refType="userD"/>
                  <dgm:constr type="ctrX" for="ch" forName="dot10" refType="w" fact="0.7643"/>
                  <dgm:constr type="ctrY" for="ch" forName="dot10" refType="h" fact="0.3187"/>
                  <dgm:constr type="w" for="ch" forName="dot10" refType="userD"/>
                  <dgm:constr type="h" for="ch" forName="dot10" refType="userD"/>
                  <dgm:constr type="ctrX" for="ch" forName="dot11" refType="w" fact="0.7816"/>
                  <dgm:constr type="ctrY" for="ch" forName="dot11" refType="h" fact="0.1763"/>
                  <dgm:constr type="w" for="ch" forName="dot11" refType="userD"/>
                  <dgm:constr type="h" for="ch" forName="dot11" refType="userD"/>
                  <dgm:constr type="ctrX" for="ch" forName="dotArrow1" refType="w" fact="0.7558"/>
                  <dgm:constr type="ctrY" for="ch" forName="dotArrow1" refType="h" fact="-0.0099"/>
                  <dgm:constr type="w" for="ch" forName="dotArrow1" refType="userD"/>
                  <dgm:constr type="h" for="ch" forName="dotArrow1" refType="userD"/>
                  <dgm:constr type="ctrX" for="ch" forName="dotArrow2" refType="w" fact="0.7725"/>
                  <dgm:constr type="ctrY" for="ch" forName="dotArrow2" refType="h" fact="-0.0239"/>
                  <dgm:constr type="w" for="ch" forName="dotArrow2" refType="userD"/>
                  <dgm:constr type="h" for="ch" forName="dotArrow2" refType="userD"/>
                  <dgm:constr type="ctrX" for="ch" forName="dotArrow3" refType="w" fact="0.7892"/>
                  <dgm:constr type="ctrY" for="ch" forName="dotArrow3" refType="h" fact="-0.0378"/>
                  <dgm:constr type="w" for="ch" forName="dotArrow3" refType="userD"/>
                  <dgm:constr type="h" for="ch" forName="dotArrow3" refType="userD"/>
                  <dgm:constr type="ctrX" for="ch" forName="dotArrow4" refType="w" fact="0.8058"/>
                  <dgm:constr type="ctrY" for="ch" forName="dotArrow4" refType="h" fact="-0.0239"/>
                  <dgm:constr type="w" for="ch" forName="dotArrow4" refType="userD"/>
                  <dgm:constr type="h" for="ch" forName="dotArrow4" refType="userD"/>
                  <dgm:constr type="ctrX" for="ch" forName="dotArrow5" refType="w" fact="0.8225"/>
                  <dgm:constr type="ctrY" for="ch" forName="dotArrow5" refType="h" fact="-0.0099"/>
                  <dgm:constr type="w" for="ch" forName="dotArrow5" refType="userD"/>
                  <dgm:constr type="h" for="ch" forName="dotArrow5" refType="userD"/>
                  <dgm:constr type="ctrX" for="ch" forName="dotArrow6" refType="w" fact="0.7892"/>
                  <dgm:constr type="ctrY" for="ch" forName="dotArrow6" refType="h" fact="-0.0084"/>
                  <dgm:constr type="w" for="ch" forName="dotArrow6" refType="userD"/>
                  <dgm:constr type="h" for="ch" forName="dotArrow6" refType="userD"/>
                  <dgm:constr type="ctrX" for="ch" forName="dotArrow7" refType="w" fact="0.7892"/>
                  <dgm:constr type="ctrY" for="ch" forName="dotArrow7" refType="h" fact="0.0211"/>
                  <dgm:constr type="w" for="ch" forName="dotArrow7" refType="userD"/>
                  <dgm:constr type="h" for="ch" forName="dotArrow7" refType="userD"/>
                  <dgm:constr type="l" for="ch" forName="parTx1" refType="w" fact="0.2915"/>
                  <dgm:constr type="t" for="ch" forName="parTx1" refType="h" fact="0.8845"/>
                  <dgm:constr type="w" for="ch" forName="parTx1" refType="w" fact="0.2396"/>
                  <dgm:constr type="h" for="ch" forName="parTx1" refType="h" fact="0.0704"/>
                  <dgm:constr type="ctrX" for="ch" forName="picture1" refType="w" fact="0.2806"/>
                  <dgm:constr type="ctrY" for="ch" forName="picture1" refType="h" fact="0.8769"/>
                  <dgm:constr type="w" for="ch" forName="picture1" refType="w" fact="0.1111"/>
                  <dgm:constr type="h" for="ch" forName="picture1" refType="h" fact="0.1218"/>
                  <dgm:constr type="l" for="ch" forName="parTx2" refType="w" fact="0.5172"/>
                  <dgm:constr type="t" for="ch" forName="parTx2" refType="h" fact="0.7946"/>
                  <dgm:constr type="w" for="ch" forName="parTx2" refType="w" fact="0.2396"/>
                  <dgm:constr type="h" for="ch" forName="parTx2" refType="h" fact="0.0704"/>
                  <dgm:constr type="ctrX" for="ch" forName="picture2" refType="w" fact="0.5063"/>
                  <dgm:constr type="ctrY" for="ch" forName="picture2" refType="h" fact="0.787"/>
                  <dgm:constr type="w" for="ch" forName="picture2" refType="w" fact="0.1111"/>
                  <dgm:constr type="h" for="ch" forName="picture2" refType="h" fact="0.1218"/>
                  <dgm:constr type="l" for="ch" forName="parTx3" refType="w" fact="0.6285"/>
                  <dgm:constr type="t" for="ch" forName="parTx3" refType="h" fact="0.672"/>
                  <dgm:constr type="w" for="ch" forName="parTx3" refType="w" fact="0.2396"/>
                  <dgm:constr type="h" for="ch" forName="parTx3" refType="h" fact="0.0704"/>
                  <dgm:constr type="ctrX" for="ch" forName="picture3" refType="w" fact="0.6176"/>
                  <dgm:constr type="ctrY" for="ch" forName="picture3" refType="h" fact="0.6644"/>
                  <dgm:constr type="w" for="ch" forName="picture3" refType="w" fact="0.1111"/>
                  <dgm:constr type="h" for="ch" forName="picture3" refType="h" fact="0.1218"/>
                  <dgm:constr type="l" for="ch" forName="parTx4" refType="w" fact="0.6994"/>
                  <dgm:constr type="t" for="ch" forName="parTx4" refType="h" fact="0.5369"/>
                  <dgm:constr type="w" for="ch" forName="parTx4" refType="w" fact="0.2396"/>
                  <dgm:constr type="h" for="ch" forName="parTx4" refType="h" fact="0.0704"/>
                  <dgm:constr type="ctrX" for="ch" forName="picture4" refType="w" fact="0.6885"/>
                  <dgm:constr type="ctrY" for="ch" forName="picture4" refType="h" fact="0.5294"/>
                  <dgm:constr type="w" for="ch" forName="picture4" refType="w" fact="0.1111"/>
                  <dgm:constr type="h" for="ch" forName="picture4" refType="h" fact="0.1218"/>
                  <dgm:constr type="l" for="ch" forName="parTx5" refType="w" fact="0.75"/>
                  <dgm:constr type="t" for="ch" forName="parTx5" refType="h" fact="0.394"/>
                  <dgm:constr type="w" for="ch" forName="parTx5" refType="w" fact="0.2396"/>
                  <dgm:constr type="h" for="ch" forName="parTx5" refType="h" fact="0.0704"/>
                  <dgm:constr type="ctrX" for="ch" forName="picture5" refType="w" fact="0.7391"/>
                  <dgm:constr type="ctrY" for="ch" forName="picture5" refType="h" fact="0.3864"/>
                  <dgm:constr type="w" for="ch" forName="picture5" refType="w" fact="0.1111"/>
                  <dgm:constr type="h" for="ch" forName="picture5" refType="h" fact="0.1218"/>
                  <dgm:constr type="l" for="ch" forName="parTx6" refType="w" fact="0.7788"/>
                  <dgm:constr type="t" for="ch" forName="parTx6" refType="h" fact="0.252"/>
                  <dgm:constr type="w" for="ch" forName="parTx6" refType="w" fact="0.2396"/>
                  <dgm:constr type="h" for="ch" forName="parTx6" refType="h" fact="0.0704"/>
                  <dgm:constr type="ctrX" for="ch" forName="picture6" refType="w" fact="0.7679"/>
                  <dgm:constr type="ctrY" for="ch" forName="picture6" refType="h" fact="0.2444"/>
                  <dgm:constr type="w" for="ch" forName="picture6" refType="w" fact="0.1111"/>
                  <dgm:constr type="h" for="ch" forName="picture6" refType="h" fact="0.1218"/>
                  <dgm:constr type="l" for="ch" forName="parTx7" refType="w" fact="0.7945"/>
                  <dgm:constr type="t" for="ch" forName="parTx7" refType="h" fact="0.1151"/>
                  <dgm:constr type="w" for="ch" forName="parTx7" refType="w" fact="0.2396"/>
                  <dgm:constr type="h" for="ch" forName="parTx7" refType="h" fact="0.0704"/>
                  <dgm:constr type="ctrX" for="ch" forName="picture7" refType="w" fact="0.7836"/>
                  <dgm:constr type="ctrY" for="ch" forName="picture7" refType="h" fact="0.1075"/>
                  <dgm:constr type="w" for="ch" forName="picture7" refType="w" fact="0.1111"/>
                  <dgm:constr type="h" for="ch" forName="picture7" refType="h" fact="0.1218"/>
                </dgm:constrLst>
              </dgm:else>
            </dgm:choose>
          </dgm:if>
          <dgm:else name="Name68">
            <dgm:choose name="Name69">
              <dgm:if name="Name70" axis="des" func="maxDepth" op="gt" val="1">
                <dgm:alg type="composite">
                  <dgm:param type="ar" val="1.25"/>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primFontSz" for="ch" forName="desTx1" op="equ" val="65"/>
                  <dgm:constr type="primFontSz" for="ch" forName="desTx2" refType="primFontSz" refFor="ch" refForName="desTx1" op="equ"/>
                  <dgm:constr type="primFontSz" for="ch" forName="desTx3" refType="primFontSz" refFor="ch" refForName="desTx1" op="equ"/>
                  <dgm:constr type="primFontSz" for="ch" forName="desTx4" refType="primFontSz" refFor="ch" refForName="desTx1" op="equ"/>
                  <dgm:constr type="primFontSz" for="ch" forName="desTx5" refType="primFontSz" refFor="ch" refForName="desTx1" op="equ"/>
                  <dgm:constr type="primFontSz" for="ch" forName="desTx6" refType="primFontSz" refFor="ch" refForName="desTx1" op="equ"/>
                  <dgm:constr type="primFontSz" for="ch" forName="desTx7" refType="primFontSz" refFor="ch" refForName="desTx1" op="equ"/>
                  <dgm:constr type="userD" refType="w" fact="0.0097"/>
                  <dgm:constr type="ctrX" for="ch" forName="dot1" refType="w" fact="0.6091"/>
                  <dgm:constr type="ctrY" for="ch" forName="dot1" refType="h" fact="0.8342"/>
                  <dgm:constr type="w" for="ch" forName="dot1" refType="userD"/>
                  <dgm:constr type="h" for="ch" forName="dot1" refType="userD"/>
                  <dgm:constr type="ctrX" for="ch" forName="dot2" refType="w" fact="0.6279"/>
                  <dgm:constr type="ctrY" for="ch" forName="dot2" refType="h" fact="0.8448"/>
                  <dgm:constr type="w" for="ch" forName="dot2" refType="userD"/>
                  <dgm:constr type="h" for="ch" forName="dot2" refType="userD"/>
                  <dgm:constr type="ctrX" for="ch" forName="dot3" refType="w" fact="0.647"/>
                  <dgm:constr type="ctrY" for="ch" forName="dot3" refType="h" fact="0.8539"/>
                  <dgm:constr type="w" for="ch" forName="dot3" refType="userD"/>
                  <dgm:constr type="h" for="ch" forName="dot3" refType="userD"/>
                  <dgm:constr type="ctrX" for="ch" forName="dot4" refType="w" fact="0.6663"/>
                  <dgm:constr type="ctrY" for="ch" forName="dot4" refType="h" fact="0.8615"/>
                  <dgm:constr type="w" for="ch" forName="dot4" refType="userD"/>
                  <dgm:constr type="h" for="ch" forName="dot4" refType="userD"/>
                  <dgm:constr type="ctrX" for="ch" forName="dot5" refType="w" fact="0.6858"/>
                  <dgm:constr type="ctrY" for="ch" forName="dot5" refType="h" fact="0.8676"/>
                  <dgm:constr type="w" for="ch" forName="dot5" refType="userD"/>
                  <dgm:constr type="h" for="ch" forName="dot5" refType="userD"/>
                  <dgm:constr type="ctrX" for="ch" forName="dot6" refType="w" fact="0.4912"/>
                  <dgm:constr type="ctrY" for="ch" forName="dot6" refType="h" fact="0.7255"/>
                  <dgm:constr type="w" for="ch" forName="dot6" refType="userD"/>
                  <dgm:constr type="h" for="ch" forName="dot6" refType="userD"/>
                  <dgm:constr type="ctrX" for="ch" forName="dot7" refType="w" fact="0.5074"/>
                  <dgm:constr type="ctrY" for="ch" forName="dot7" refType="h" fact="0.7454"/>
                  <dgm:constr type="w" for="ch" forName="dot7" refType="userD"/>
                  <dgm:constr type="h" for="ch" forName="dot7" refType="userD"/>
                  <dgm:constr type="ctrX" for="ch" forName="dot8" refType="w" fact="0.4164"/>
                  <dgm:constr type="ctrY" for="ch" forName="dot8" refType="h" fact="0.6026"/>
                  <dgm:constr type="w" for="ch" forName="dot8" refType="userD"/>
                  <dgm:constr type="h" for="ch" forName="dot8" refType="userD"/>
                  <dgm:constr type="ctrX" for="ch" forName="dot9" refType="w" fact="0.3629"/>
                  <dgm:constr type="ctrY" for="ch" forName="dot9" refType="h" fact="0.4632"/>
                  <dgm:constr type="w" for="ch" forName="dot9" refType="userD"/>
                  <dgm:constr type="h" for="ch" forName="dot9" refType="userD"/>
                  <dgm:constr type="ctrX" for="ch" forName="dot10" refType="w" fact="0.3299"/>
                  <dgm:constr type="ctrY" for="ch" forName="dot10" refType="h" fact="0.3187"/>
                  <dgm:constr type="w" for="ch" forName="dot10" refType="userD"/>
                  <dgm:constr type="h" for="ch" forName="dot10" refType="userD"/>
                  <dgm:constr type="ctrX" for="ch" forName="dot11" refType="w" fact="0.3147"/>
                  <dgm:constr type="ctrY" for="ch" forName="dot11" refType="h" fact="0.1763"/>
                  <dgm:constr type="w" for="ch" forName="dot11" refType="userD"/>
                  <dgm:constr type="h" for="ch" forName="dot11" refType="userD"/>
                  <dgm:constr type="ctrX" for="ch" forName="dotArrow1" refType="w" fact="0.3373"/>
                  <dgm:constr type="ctrY" for="ch" forName="dotArrow1" refType="h" fact="-0.0099"/>
                  <dgm:constr type="w" for="ch" forName="dotArrow1" refType="userD"/>
                  <dgm:constr type="h" for="ch" forName="dotArrow1" refType="userD"/>
                  <dgm:constr type="ctrX" for="ch" forName="dotArrow2" refType="w" fact="0.3227"/>
                  <dgm:constr type="ctrY" for="ch" forName="dotArrow2" refType="h" fact="-0.0239"/>
                  <dgm:constr type="w" for="ch" forName="dotArrow2" refType="userD"/>
                  <dgm:constr type="h" for="ch" forName="dotArrow2" refType="userD"/>
                  <dgm:constr type="ctrX" for="ch" forName="dotArrow3" refType="w" fact="0.3081"/>
                  <dgm:constr type="ctrY" for="ch" forName="dotArrow3" refType="h" fact="-0.0378"/>
                  <dgm:constr type="w" for="ch" forName="dotArrow3" refType="userD"/>
                  <dgm:constr type="h" for="ch" forName="dotArrow3" refType="userD"/>
                  <dgm:constr type="ctrX" for="ch" forName="dotArrow4" refType="w" fact="0.2935"/>
                  <dgm:constr type="ctrY" for="ch" forName="dotArrow4" refType="h" fact="-0.0239"/>
                  <dgm:constr type="w" for="ch" forName="dotArrow4" refType="userD"/>
                  <dgm:constr type="h" for="ch" forName="dotArrow4" refType="userD"/>
                  <dgm:constr type="ctrX" for="ch" forName="dotArrow5" refType="w" fact="0.2788"/>
                  <dgm:constr type="ctrY" for="ch" forName="dotArrow5" refType="h" fact="-0.0099"/>
                  <dgm:constr type="w" for="ch" forName="dotArrow5" refType="userD"/>
                  <dgm:constr type="h" for="ch" forName="dotArrow5" refType="userD"/>
                  <dgm:constr type="ctrX" for="ch" forName="dotArrow6" refType="w" fact="0.3081"/>
                  <dgm:constr type="ctrY" for="ch" forName="dotArrow6" refType="h" fact="-0.0084"/>
                  <dgm:constr type="w" for="ch" forName="dotArrow6" refType="userD"/>
                  <dgm:constr type="h" for="ch" forName="dotArrow6" refType="userD"/>
                  <dgm:constr type="ctrX" for="ch" forName="dotArrow7" refType="w" fact="0.3081"/>
                  <dgm:constr type="ctrY" for="ch" forName="dotArrow7" refType="h" fact="0.0211"/>
                  <dgm:constr type="w" for="ch" forName="dotArrow7" refType="userD"/>
                  <dgm:constr type="h" for="ch" forName="dotArrow7" refType="userD"/>
                  <dgm:constr type="r" for="ch" forName="parTx1" refType="w" fact="0.7444"/>
                  <dgm:constr type="t" for="ch" forName="parTx1" refType="h" fact="0.8856"/>
                  <dgm:constr type="w" for="ch" forName="parTx1" refType="w" fact="0.2101"/>
                  <dgm:constr type="h" for="ch" forName="parTx1" refType="h" fact="0.0704"/>
                  <dgm:constr type="ctrX" for="ch" forName="picture1" refType="w" fact="0.754"/>
                  <dgm:constr type="ctrY" for="ch" forName="picture1" refType="h" fact="0.8769"/>
                  <dgm:constr type="w" for="ch" forName="picture1" refType="w" fact="0.0974"/>
                  <dgm:constr type="h" for="ch" forName="picture1" refType="h" fact="0.1218"/>
                  <dgm:constr type="r" for="ch" forName="desTx1" refType="l" refFor="ch" refForName="parTx1"/>
                  <dgm:constr type="l" for="ch" forName="desTx1"/>
                  <dgm:constr type="t" for="ch" forName="desTx1" refType="t" refFor="ch" refForName="parTx1"/>
                  <dgm:constr type="h" for="ch" forName="desTx1" refType="h" refFor="ch" refForName="parTx1"/>
                  <dgm:constr type="r" for="ch" forName="parTx2" refType="w" fact="0.5465"/>
                  <dgm:constr type="t" for="ch" forName="parTx2" refType="h" fact="0.7956"/>
                  <dgm:constr type="w" for="ch" forName="parTx2" refType="w" fact="0.2101"/>
                  <dgm:constr type="h" for="ch" forName="parTx2" refType="h" fact="0.0704"/>
                  <dgm:constr type="ctrX" for="ch" forName="picture2" refType="w" fact="0.5561"/>
                  <dgm:constr type="ctrY" for="ch" forName="picture2" refType="h" fact="0.787"/>
                  <dgm:constr type="w" for="ch" forName="picture2" refType="w" fact="0.0974"/>
                  <dgm:constr type="h" for="ch" forName="picture2" refType="h" fact="0.1218"/>
                  <dgm:constr type="r" for="ch" forName="desTx2" refType="l" refFor="ch" refForName="parTx2"/>
                  <dgm:constr type="l" for="ch" forName="desTx2"/>
                  <dgm:constr type="t" for="ch" forName="desTx2" refType="t" refFor="ch" refForName="parTx2"/>
                  <dgm:constr type="h" for="ch" forName="desTx2" refType="h" refFor="ch" refForName="parTx2"/>
                  <dgm:constr type="r" for="ch" forName="parTx3" refType="w" fact="0.4489"/>
                  <dgm:constr type="t" for="ch" forName="parTx3" refType="h" fact="0.673"/>
                  <dgm:constr type="w" for="ch" forName="parTx3" refType="w" fact="0.2101"/>
                  <dgm:constr type="h" for="ch" forName="parTx3" refType="h" fact="0.0704"/>
                  <dgm:constr type="ctrX" for="ch" forName="picture3" refType="w" fact="0.4585"/>
                  <dgm:constr type="ctrY" for="ch" forName="picture3" refType="h" fact="0.6644"/>
                  <dgm:constr type="w" for="ch" forName="picture3" refType="w" fact="0.0974"/>
                  <dgm:constr type="h" for="ch" forName="picture3" refType="h" fact="0.1218"/>
                  <dgm:constr type="r" for="ch" forName="desTx3" refType="l" refFor="ch" refForName="parTx3"/>
                  <dgm:constr type="l" for="ch" forName="desTx3"/>
                  <dgm:constr type="t" for="ch" forName="desTx3" refType="t" refFor="ch" refForName="parTx3"/>
                  <dgm:constr type="h" for="ch" forName="desTx3" refType="h" refFor="ch" refForName="parTx3"/>
                  <dgm:constr type="r" for="ch" forName="parTx4" refType="w" fact="0.3868"/>
                  <dgm:constr type="t" for="ch" forName="parTx4" refType="h" fact="0.538"/>
                  <dgm:constr type="w" for="ch" forName="parTx4" refType="w" fact="0.2101"/>
                  <dgm:constr type="h" for="ch" forName="parTx4" refType="h" fact="0.0704"/>
                  <dgm:constr type="ctrX" for="ch" forName="picture4" refType="w" fact="0.3963"/>
                  <dgm:constr type="ctrY" for="ch" forName="picture4" refType="h" fact="0.5294"/>
                  <dgm:constr type="w" for="ch" forName="picture4" refType="w" fact="0.0974"/>
                  <dgm:constr type="h" for="ch" forName="picture4" refType="h" fact="0.1218"/>
                  <dgm:constr type="r" for="ch" forName="desTx4" refType="l" refFor="ch" refForName="parTx4"/>
                  <dgm:constr type="l" for="ch" forName="desTx4"/>
                  <dgm:constr type="t" for="ch" forName="desTx4" refType="t" refFor="ch" refForName="parTx4"/>
                  <dgm:constr type="h" for="ch" forName="desTx4" refType="h" refFor="ch" refForName="parTx4"/>
                  <dgm:constr type="r" for="ch" forName="parTx5" refType="w" fact="0.3424"/>
                  <dgm:constr type="t" for="ch" forName="parTx5" refType="h" fact="0.3951"/>
                  <dgm:constr type="w" for="ch" forName="parTx5" refType="w" fact="0.2101"/>
                  <dgm:constr type="h" for="ch" forName="parTx5" refType="h" fact="0.0704"/>
                  <dgm:constr type="ctrX" for="ch" forName="picture5" refType="w" fact="0.352"/>
                  <dgm:constr type="ctrY" for="ch" forName="picture5" refType="h" fact="0.3864"/>
                  <dgm:constr type="w" for="ch" forName="picture5" refType="w" fact="0.0974"/>
                  <dgm:constr type="h" for="ch" forName="picture5" refType="h" fact="0.1218"/>
                  <dgm:constr type="r" for="ch" forName="desTx5" refType="l" refFor="ch" refForName="parTx5"/>
                  <dgm:constr type="l" for="ch" forName="desTx5"/>
                  <dgm:constr type="t" for="ch" forName="desTx5" refType="t" refFor="ch" refForName="parTx5"/>
                  <dgm:constr type="h" for="ch" forName="desTx5" refType="h" refFor="ch" refForName="parTx5"/>
                  <dgm:constr type="r" for="ch" forName="parTx6" refType="w" fact="0.3172"/>
                  <dgm:constr type="t" for="ch" forName="parTx6" refType="h" fact="0.2531"/>
                  <dgm:constr type="w" for="ch" forName="parTx6" refType="w" fact="0.2101"/>
                  <dgm:constr type="h" for="ch" forName="parTx6" refType="h" fact="0.0704"/>
                  <dgm:constr type="ctrX" for="ch" forName="picture6" refType="w" fact="0.3267"/>
                  <dgm:constr type="ctrY" for="ch" forName="picture6" refType="h" fact="0.2444"/>
                  <dgm:constr type="w" for="ch" forName="picture6" refType="w" fact="0.0974"/>
                  <dgm:constr type="h" for="ch" forName="picture6" refType="h" fact="0.1218"/>
                  <dgm:constr type="r" for="ch" forName="desTx6" refType="l" refFor="ch" refForName="parTx6"/>
                  <dgm:constr type="l" for="ch" forName="desTx6"/>
                  <dgm:constr type="t" for="ch" forName="desTx6" refType="t" refFor="ch" refForName="parTx6"/>
                  <dgm:constr type="h" for="ch" forName="desTx6" refType="h" refFor="ch" refForName="parTx6"/>
                  <dgm:constr type="r" for="ch" forName="parTx7" refType="w" fact="0.3034"/>
                  <dgm:constr type="t" for="ch" forName="parTx7" refType="h" fact="0.1162"/>
                  <dgm:constr type="w" for="ch" forName="parTx7" refType="w" fact="0.2101"/>
                  <dgm:constr type="h" for="ch" forName="parTx7" refType="h" fact="0.0704"/>
                  <dgm:constr type="ctrX" for="ch" forName="picture7" refType="w" fact="0.3129"/>
                  <dgm:constr type="ctrY" for="ch" forName="picture7" refType="h" fact="0.1075"/>
                  <dgm:constr type="w" for="ch" forName="picture7" refType="w" fact="0.0974"/>
                  <dgm:constr type="h" for="ch" forName="picture7" refType="h" fact="0.1218"/>
                  <dgm:constr type="r" for="ch" forName="desTx7" refType="l" refFor="ch" refForName="parTx7"/>
                  <dgm:constr type="l" for="ch" forName="desTx7"/>
                  <dgm:constr type="t" for="ch" forName="desTx7" refType="t" refFor="ch" refForName="parTx7"/>
                  <dgm:constr type="h" for="ch" forName="desTx7" refType="h" refFor="ch" refForName="parTx7"/>
                </dgm:constrLst>
              </dgm:if>
              <dgm:else name="Name71">
                <dgm:alg type="composite">
                  <dgm:param type="ar" val="1.096"/>
                </dgm:alg>
                <dgm:constrLst>
                  <dgm:constr type="primFontSz" for="ch" forName="parTx1" op="equ" val="65"/>
                  <dgm:constr type="primFontSz" for="ch" forName="parTx2" refType="primFontSz" refFor="ch" refForName="parTx1" op="equ"/>
                  <dgm:constr type="primFontSz" for="ch" forName="parTx3" refType="primFontSz" refFor="ch" refForName="parTx1" op="equ"/>
                  <dgm:constr type="primFontSz" for="ch" forName="parTx4" refType="primFontSz" refFor="ch" refForName="parTx1" op="equ"/>
                  <dgm:constr type="primFontSz" for="ch" forName="parTx5" refType="primFontSz" refFor="ch" refForName="parTx1" op="equ"/>
                  <dgm:constr type="primFontSz" for="ch" forName="parTx6" refType="primFontSz" refFor="ch" refForName="parTx1" op="equ"/>
                  <dgm:constr type="primFontSz" for="ch" forName="parTx7" refType="primFontSz" refFor="ch" refForName="parTx1" op="equ"/>
                  <dgm:constr type="userD" refType="w" fact="0.0111"/>
                  <dgm:constr type="ctrX" for="ch" forName="dot1" refType="w" fact="0.5541"/>
                  <dgm:constr type="ctrY" for="ch" forName="dot1" refType="h" fact="0.8342"/>
                  <dgm:constr type="w" for="ch" forName="dot1" refType="userD"/>
                  <dgm:constr type="h" for="ch" forName="dot1" refType="userD"/>
                  <dgm:constr type="ctrX" for="ch" forName="dot2" refType="w" fact="0.5756"/>
                  <dgm:constr type="ctrY" for="ch" forName="dot2" refType="h" fact="0.8448"/>
                  <dgm:constr type="w" for="ch" forName="dot2" refType="userD"/>
                  <dgm:constr type="h" for="ch" forName="dot2" refType="userD"/>
                  <dgm:constr type="ctrX" for="ch" forName="dot3" refType="w" fact="0.5974"/>
                  <dgm:constr type="ctrY" for="ch" forName="dot3" refType="h" fact="0.8539"/>
                  <dgm:constr type="w" for="ch" forName="dot3" refType="userD"/>
                  <dgm:constr type="h" for="ch" forName="dot3" refType="userD"/>
                  <dgm:constr type="ctrX" for="ch" forName="dot4" refType="w" fact="0.6194"/>
                  <dgm:constr type="ctrY" for="ch" forName="dot4" refType="h" fact="0.8615"/>
                  <dgm:constr type="w" for="ch" forName="dot4" refType="userD"/>
                  <dgm:constr type="h" for="ch" forName="dot4" refType="userD"/>
                  <dgm:constr type="ctrX" for="ch" forName="dot5" refType="w" fact="0.6416"/>
                  <dgm:constr type="ctrY" for="ch" forName="dot5" refType="h" fact="0.8676"/>
                  <dgm:constr type="w" for="ch" forName="dot5" refType="userD"/>
                  <dgm:constr type="h" for="ch" forName="dot5" refType="userD"/>
                  <dgm:constr type="ctrX" for="ch" forName="dot6" refType="w" fact="0.4197"/>
                  <dgm:constr type="ctrY" for="ch" forName="dot6" refType="h" fact="0.7255"/>
                  <dgm:constr type="w" for="ch" forName="dot6" refType="userD"/>
                  <dgm:constr type="h" for="ch" forName="dot6" refType="userD"/>
                  <dgm:constr type="ctrX" for="ch" forName="dot7" refType="w" fact="0.4382"/>
                  <dgm:constr type="ctrY" for="ch" forName="dot7" refType="h" fact="0.7454"/>
                  <dgm:constr type="w" for="ch" forName="dot7" refType="userD"/>
                  <dgm:constr type="h" for="ch" forName="dot7" refType="userD"/>
                  <dgm:constr type="ctrX" for="ch" forName="dot8" refType="w" fact="0.3344"/>
                  <dgm:constr type="ctrY" for="ch" forName="dot8" refType="h" fact="0.6026"/>
                  <dgm:constr type="w" for="ch" forName="dot8" refType="userD"/>
                  <dgm:constr type="h" for="ch" forName="dot8" refType="userD"/>
                  <dgm:constr type="ctrX" for="ch" forName="dot9" refType="w" fact="0.2734"/>
                  <dgm:constr type="ctrY" for="ch" forName="dot9" refType="h" fact="0.4632"/>
                  <dgm:constr type="w" for="ch" forName="dot9" refType="userD"/>
                  <dgm:constr type="h" for="ch" forName="dot9" refType="userD"/>
                  <dgm:constr type="ctrX" for="ch" forName="dot10" refType="w" fact="0.2357"/>
                  <dgm:constr type="ctrY" for="ch" forName="dot10" refType="h" fact="0.3187"/>
                  <dgm:constr type="w" for="ch" forName="dot10" refType="userD"/>
                  <dgm:constr type="h" for="ch" forName="dot10" refType="userD"/>
                  <dgm:constr type="ctrX" for="ch" forName="dot11" refType="w" fact="0.2184"/>
                  <dgm:constr type="ctrY" for="ch" forName="dot11" refType="h" fact="0.1763"/>
                  <dgm:constr type="w" for="ch" forName="dot11" refType="userD"/>
                  <dgm:constr type="h" for="ch" forName="dot11" refType="userD"/>
                  <dgm:constr type="ctrX" for="ch" forName="dotArrow1" refType="w" fact="0.2442"/>
                  <dgm:constr type="ctrY" for="ch" forName="dotArrow1" refType="h" fact="-0.0099"/>
                  <dgm:constr type="w" for="ch" forName="dotArrow1" refType="userD"/>
                  <dgm:constr type="h" for="ch" forName="dotArrow1" refType="userD"/>
                  <dgm:constr type="ctrX" for="ch" forName="dotArrow2" refType="w" fact="0.2275"/>
                  <dgm:constr type="ctrY" for="ch" forName="dotArrow2" refType="h" fact="-0.0239"/>
                  <dgm:constr type="w" for="ch" forName="dotArrow2" refType="userD"/>
                  <dgm:constr type="h" for="ch" forName="dotArrow2" refType="userD"/>
                  <dgm:constr type="ctrX" for="ch" forName="dotArrow3" refType="w" fact="0.2108"/>
                  <dgm:constr type="ctrY" for="ch" forName="dotArrow3" refType="h" fact="-0.0378"/>
                  <dgm:constr type="w" for="ch" forName="dotArrow3" refType="userD"/>
                  <dgm:constr type="h" for="ch" forName="dotArrow3" refType="userD"/>
                  <dgm:constr type="ctrX" for="ch" forName="dotArrow4" refType="w" fact="0.1942"/>
                  <dgm:constr type="ctrY" for="ch" forName="dotArrow4" refType="h" fact="-0.0239"/>
                  <dgm:constr type="w" for="ch" forName="dotArrow4" refType="userD"/>
                  <dgm:constr type="h" for="ch" forName="dotArrow4" refType="userD"/>
                  <dgm:constr type="ctrX" for="ch" forName="dotArrow5" refType="w" fact="0.1775"/>
                  <dgm:constr type="ctrY" for="ch" forName="dotArrow5" refType="h" fact="-0.0099"/>
                  <dgm:constr type="w" for="ch" forName="dotArrow5" refType="userD"/>
                  <dgm:constr type="h" for="ch" forName="dotArrow5" refType="userD"/>
                  <dgm:constr type="ctrX" for="ch" forName="dotArrow6" refType="w" fact="0.2108"/>
                  <dgm:constr type="ctrY" for="ch" forName="dotArrow6" refType="h" fact="-0.0084"/>
                  <dgm:constr type="w" for="ch" forName="dotArrow6" refType="userD"/>
                  <dgm:constr type="h" for="ch" forName="dotArrow6" refType="userD"/>
                  <dgm:constr type="ctrX" for="ch" forName="dotArrow7" refType="w" fact="0.2108"/>
                  <dgm:constr type="ctrY" for="ch" forName="dotArrow7" refType="h" fact="0.0211"/>
                  <dgm:constr type="w" for="ch" forName="dotArrow7" refType="userD"/>
                  <dgm:constr type="h" for="ch" forName="dotArrow7" refType="userD"/>
                  <dgm:constr type="r" for="ch" forName="parTx1" refType="w" fact="0.7085"/>
                  <dgm:constr type="t" for="ch" forName="parTx1" refType="h" fact="0.8845"/>
                  <dgm:constr type="w" for="ch" forName="parTx1" refType="w" fact="0.2396"/>
                  <dgm:constr type="h" for="ch" forName="parTx1" refType="h" fact="0.0704"/>
                  <dgm:constr type="ctrX" for="ch" forName="picture1" refType="w" fact="0.7194"/>
                  <dgm:constr type="ctrY" for="ch" forName="picture1" refType="h" fact="0.8769"/>
                  <dgm:constr type="w" for="ch" forName="picture1" refType="w" fact="0.1111"/>
                  <dgm:constr type="h" for="ch" forName="picture1" refType="h" fact="0.1218"/>
                  <dgm:constr type="r" for="ch" forName="parTx2" refType="w" fact="0.4828"/>
                  <dgm:constr type="t" for="ch" forName="parTx2" refType="h" fact="0.7946"/>
                  <dgm:constr type="w" for="ch" forName="parTx2" refType="w" fact="0.2396"/>
                  <dgm:constr type="h" for="ch" forName="parTx2" refType="h" fact="0.0704"/>
                  <dgm:constr type="ctrX" for="ch" forName="picture2" refType="w" fact="0.4937"/>
                  <dgm:constr type="ctrY" for="ch" forName="picture2" refType="h" fact="0.787"/>
                  <dgm:constr type="w" for="ch" forName="picture2" refType="w" fact="0.1111"/>
                  <dgm:constr type="h" for="ch" forName="picture2" refType="h" fact="0.1218"/>
                  <dgm:constr type="r" for="ch" forName="parTx3" refType="w" fact="0.3715"/>
                  <dgm:constr type="t" for="ch" forName="parTx3" refType="h" fact="0.672"/>
                  <dgm:constr type="w" for="ch" forName="parTx3" refType="w" fact="0.2396"/>
                  <dgm:constr type="h" for="ch" forName="parTx3" refType="h" fact="0.0704"/>
                  <dgm:constr type="ctrX" for="ch" forName="picture3" refType="w" fact="0.3824"/>
                  <dgm:constr type="ctrY" for="ch" forName="picture3" refType="h" fact="0.6644"/>
                  <dgm:constr type="w" for="ch" forName="picture3" refType="w" fact="0.1111"/>
                  <dgm:constr type="h" for="ch" forName="picture3" refType="h" fact="0.1218"/>
                  <dgm:constr type="r" for="ch" forName="parTx4" refType="w" fact="0.3006"/>
                  <dgm:constr type="t" for="ch" forName="parTx4" refType="h" fact="0.5369"/>
                  <dgm:constr type="w" for="ch" forName="parTx4" refType="w" fact="0.2396"/>
                  <dgm:constr type="h" for="ch" forName="parTx4" refType="h" fact="0.0704"/>
                  <dgm:constr type="ctrX" for="ch" forName="picture4" refType="w" fact="0.3115"/>
                  <dgm:constr type="ctrY" for="ch" forName="picture4" refType="h" fact="0.5294"/>
                  <dgm:constr type="w" for="ch" forName="picture4" refType="w" fact="0.1111"/>
                  <dgm:constr type="h" for="ch" forName="picture4" refType="h" fact="0.1218"/>
                  <dgm:constr type="r" for="ch" forName="parTx5" refType="w" fact="0.25"/>
                  <dgm:constr type="t" for="ch" forName="parTx5" refType="h" fact="0.394"/>
                  <dgm:constr type="w" for="ch" forName="parTx5" refType="w" fact="0.2396"/>
                  <dgm:constr type="h" for="ch" forName="parTx5" refType="h" fact="0.0704"/>
                  <dgm:constr type="ctrX" for="ch" forName="picture5" refType="w" fact="0.2609"/>
                  <dgm:constr type="ctrY" for="ch" forName="picture5" refType="h" fact="0.3864"/>
                  <dgm:constr type="w" for="ch" forName="picture5" refType="w" fact="0.1111"/>
                  <dgm:constr type="h" for="ch" forName="picture5" refType="h" fact="0.1218"/>
                  <dgm:constr type="r" for="ch" forName="parTx6" refType="w" fact="0.2212"/>
                  <dgm:constr type="t" for="ch" forName="parTx6" refType="h" fact="0.252"/>
                  <dgm:constr type="w" for="ch" forName="parTx6" refType="w" fact="0.2396"/>
                  <dgm:constr type="h" for="ch" forName="parTx6" refType="h" fact="0.0704"/>
                  <dgm:constr type="ctrX" for="ch" forName="picture6" refType="w" fact="0.2321"/>
                  <dgm:constr type="ctrY" for="ch" forName="picture6" refType="h" fact="0.2444"/>
                  <dgm:constr type="w" for="ch" forName="picture6" refType="w" fact="0.1111"/>
                  <dgm:constr type="h" for="ch" forName="picture6" refType="h" fact="0.1218"/>
                  <dgm:constr type="r" for="ch" forName="parTx7" refType="w" fact="0.2055"/>
                  <dgm:constr type="t" for="ch" forName="parTx7" refType="h" fact="0.1151"/>
                  <dgm:constr type="w" for="ch" forName="parTx7" refType="w" fact="0.2396"/>
                  <dgm:constr type="h" for="ch" forName="parTx7" refType="h" fact="0.0704"/>
                  <dgm:constr type="ctrX" for="ch" forName="picture7" refType="w" fact="0.2164"/>
                  <dgm:constr type="ctrY" for="ch" forName="picture7" refType="h" fact="0.1075"/>
                  <dgm:constr type="w" for="ch" forName="picture7" refType="w" fact="0.1111"/>
                  <dgm:constr type="h" for="ch" forName="picture7" refType="h" fact="0.1218"/>
                </dgm:constrLst>
              </dgm:else>
            </dgm:choose>
          </dgm:else>
        </dgm:choose>
      </dgm:else>
    </dgm:choose>
    <dgm:forEach name="wrapper" axis="self" ptType="parTrans">
      <dgm:forEach name="wrapper2" axis="self" ptType="sibTrans" st="2">
        <dgm:forEach name="imageRepeat" axis="self">
          <dgm:layoutNode name="imageRepeatNode" styleLbl="fgImgPlace1">
            <dgm:alg type="sp"/>
            <dgm:shape xmlns:r="http://schemas.openxmlformats.org/officeDocument/2006/relationships" type="ellipse" r:blip="" blipPhldr="1">
              <dgm:adjLst/>
            </dgm:shape>
            <dgm:presOf axis="self"/>
          </dgm:layoutNode>
        </dgm:forEach>
      </dgm:forEach>
    </dgm:forEach>
    <dgm:choose name="Name72">
      <dgm:if name="Name73" axis="ch" ptType="node" func="cnt" op="gte" val="2">
        <dgm:layoutNode name="dot1" styleLbl="alignNode1">
          <dgm:alg type="sp"/>
          <dgm:shape xmlns:r="http://schemas.openxmlformats.org/officeDocument/2006/relationships" type="ellipse" r:blip="">
            <dgm:adjLst/>
          </dgm:shape>
          <dgm:presOf/>
        </dgm:layoutNode>
        <dgm:layoutNode name="dot2" styleLbl="alignNode1">
          <dgm:alg type="sp"/>
          <dgm:shape xmlns:r="http://schemas.openxmlformats.org/officeDocument/2006/relationships" type="ellipse" r:blip="">
            <dgm:adjLst/>
          </dgm:shape>
          <dgm:presOf/>
        </dgm:layoutNode>
        <dgm:layoutNode name="dot3" styleLbl="alignNode1">
          <dgm:alg type="sp"/>
          <dgm:shape xmlns:r="http://schemas.openxmlformats.org/officeDocument/2006/relationships" type="ellipse" r:blip="">
            <dgm:adjLst/>
          </dgm:shape>
          <dgm:presOf/>
        </dgm:layoutNode>
      </dgm:if>
      <dgm:else name="Name74"/>
    </dgm:choose>
    <dgm:choose name="Name75">
      <dgm:if name="Name76" axis="ch" ptType="node" func="cnt" op="gte" val="3">
        <dgm:layoutNode name="dot4" styleLbl="alignNode1">
          <dgm:alg type="sp"/>
          <dgm:shape xmlns:r="http://schemas.openxmlformats.org/officeDocument/2006/relationships" type="ellipse" r:blip="">
            <dgm:adjLst/>
          </dgm:shape>
          <dgm:presOf/>
        </dgm:layoutNode>
        <dgm:layoutNode name="dot5" styleLbl="alignNode1">
          <dgm:alg type="sp"/>
          <dgm:shape xmlns:r="http://schemas.openxmlformats.org/officeDocument/2006/relationships" type="ellipse" r:blip="">
            <dgm:adjLst/>
          </dgm:shape>
          <dgm:presOf/>
        </dgm:layoutNode>
      </dgm:if>
      <dgm:else name="Name77"/>
    </dgm:choose>
    <dgm:choose name="Name78">
      <dgm:if name="Name79" axis="ch" ptType="node" func="cnt" op="gte" val="4">
        <dgm:layoutNode name="dot6" styleLbl="alignNode1">
          <dgm:alg type="sp"/>
          <dgm:shape xmlns:r="http://schemas.openxmlformats.org/officeDocument/2006/relationships" type="ellipse" r:blip="">
            <dgm:adjLst/>
          </dgm:shape>
          <dgm:presOf/>
        </dgm:layoutNode>
      </dgm:if>
      <dgm:else name="Name80"/>
    </dgm:choose>
    <dgm:choose name="Name81">
      <dgm:if name="Name82" axis="ch" ptType="node" func="cnt" op="gte" val="5">
        <dgm:layoutNode name="dot7" styleLbl="alignNode1">
          <dgm:alg type="sp"/>
          <dgm:shape xmlns:r="http://schemas.openxmlformats.org/officeDocument/2006/relationships" type="ellipse" r:blip="">
            <dgm:adjLst/>
          </dgm:shape>
          <dgm:presOf/>
        </dgm:layoutNode>
        <dgm:layoutNode name="dot8" styleLbl="alignNode1">
          <dgm:alg type="sp"/>
          <dgm:shape xmlns:r="http://schemas.openxmlformats.org/officeDocument/2006/relationships" type="ellipse" r:blip="">
            <dgm:adjLst/>
          </dgm:shape>
          <dgm:presOf/>
        </dgm:layoutNode>
      </dgm:if>
      <dgm:else name="Name83"/>
    </dgm:choose>
    <dgm:choose name="Name84">
      <dgm:if name="Name85" axis="ch" ptType="node" func="cnt" op="gte" val="6">
        <dgm:layoutNode name="dot9" styleLbl="alignNode1">
          <dgm:alg type="sp"/>
          <dgm:shape xmlns:r="http://schemas.openxmlformats.org/officeDocument/2006/relationships" type="ellipse" r:blip="">
            <dgm:adjLst/>
          </dgm:shape>
          <dgm:presOf/>
        </dgm:layoutNode>
        <dgm:layoutNode name="dot10" styleLbl="alignNode1">
          <dgm:alg type="sp"/>
          <dgm:shape xmlns:r="http://schemas.openxmlformats.org/officeDocument/2006/relationships" type="ellipse" r:blip="">
            <dgm:adjLst/>
          </dgm:shape>
          <dgm:presOf/>
        </dgm:layoutNode>
      </dgm:if>
      <dgm:else name="Name86"/>
    </dgm:choose>
    <dgm:choose name="Name87">
      <dgm:if name="Name88" axis="ch" ptType="node" func="cnt" op="gte" val="7">
        <dgm:layoutNode name="dot11" styleLbl="alignNode1">
          <dgm:alg type="sp"/>
          <dgm:shape xmlns:r="http://schemas.openxmlformats.org/officeDocument/2006/relationships" type="ellipse" r:blip="">
            <dgm:adjLst/>
          </dgm:shape>
          <dgm:presOf/>
        </dgm:layoutNode>
      </dgm:if>
      <dgm:else name="Name89"/>
    </dgm:choose>
    <dgm:choose name="Name90">
      <dgm:if name="Name91" axis="ch" ptType="node" func="cnt" op="gte" val="2">
        <dgm:layoutNode name="dotArrow1" styleLbl="alignNode1">
          <dgm:alg type="sp"/>
          <dgm:shape xmlns:r="http://schemas.openxmlformats.org/officeDocument/2006/relationships" type="ellipse" r:blip="">
            <dgm:adjLst/>
          </dgm:shape>
          <dgm:presOf/>
        </dgm:layoutNode>
        <dgm:layoutNode name="dotArrow2" styleLbl="alignNode1">
          <dgm:alg type="sp"/>
          <dgm:shape xmlns:r="http://schemas.openxmlformats.org/officeDocument/2006/relationships" type="ellipse" r:blip="">
            <dgm:adjLst/>
          </dgm:shape>
          <dgm:presOf/>
        </dgm:layoutNode>
        <dgm:layoutNode name="dotArrow3" styleLbl="alignNode1">
          <dgm:alg type="sp"/>
          <dgm:shape xmlns:r="http://schemas.openxmlformats.org/officeDocument/2006/relationships" type="ellipse" r:blip="">
            <dgm:adjLst/>
          </dgm:shape>
          <dgm:presOf/>
        </dgm:layoutNode>
        <dgm:layoutNode name="dotArrow4" styleLbl="alignNode1">
          <dgm:alg type="sp"/>
          <dgm:shape xmlns:r="http://schemas.openxmlformats.org/officeDocument/2006/relationships" type="ellipse" r:blip="">
            <dgm:adjLst/>
          </dgm:shape>
          <dgm:presOf/>
        </dgm:layoutNode>
        <dgm:layoutNode name="dotArrow5" styleLbl="alignNode1">
          <dgm:alg type="sp"/>
          <dgm:shape xmlns:r="http://schemas.openxmlformats.org/officeDocument/2006/relationships" type="ellipse" r:blip="">
            <dgm:adjLst/>
          </dgm:shape>
          <dgm:presOf/>
        </dgm:layoutNode>
        <dgm:layoutNode name="dotArrow6" styleLbl="alignNode1">
          <dgm:alg type="sp"/>
          <dgm:shape xmlns:r="http://schemas.openxmlformats.org/officeDocument/2006/relationships" type="ellipse" r:blip="">
            <dgm:adjLst/>
          </dgm:shape>
          <dgm:presOf/>
        </dgm:layoutNode>
        <dgm:layoutNode name="dotArrow7" styleLbl="alignNode1">
          <dgm:alg type="sp"/>
          <dgm:shape xmlns:r="http://schemas.openxmlformats.org/officeDocument/2006/relationships" type="ellipse" r:blip="">
            <dgm:adjLst/>
          </dgm:shape>
          <dgm:presOf/>
        </dgm:layoutNode>
      </dgm:if>
      <dgm:else name="Name92"/>
    </dgm:choose>
    <dgm:forEach name="Name93" axis="ch" ptType="node" cnt="1">
      <dgm:layoutNode name="parTx1">
        <dgm:choose name="Name94">
          <dgm:if name="Name95" func="var" arg="dir" op="equ" val="norm">
            <dgm:alg type="tx">
              <dgm:param type="parTxLTRAlign" val="l"/>
              <dgm:param type="parTxRTLAlign" val="r"/>
            </dgm:alg>
          </dgm:if>
          <dgm:else name="Name96">
            <dgm:alg type="tx">
              <dgm:param type="parTxLTRAlign" val="r"/>
              <dgm:param type="parTxRTLAlign" val="l"/>
            </dgm:alg>
          </dgm:else>
        </dgm:choose>
        <dgm:shape xmlns:r="http://schemas.openxmlformats.org/officeDocument/2006/relationships" type="roundRect" r:blip="">
          <dgm:adjLst/>
        </dgm:shape>
        <dgm:presOf axis="self" ptType="node"/>
        <dgm:choose name="Name97">
          <dgm:if name="Name98" func="var" arg="dir" op="equ" val="norm">
            <dgm:constrLst>
              <dgm:constr type="lMarg" refType="w" fact="0.6"/>
              <dgm:constr type="rMarg" refType="primFontSz" fact="0.3"/>
              <dgm:constr type="tMarg" refType="primFontSz" fact="0.3"/>
              <dgm:constr type="bMarg" refType="primFontSz" fact="0.3"/>
            </dgm:constrLst>
          </dgm:if>
          <dgm:else name="Name99">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00">
        <dgm:if name="Name101" axis="ch" ptType="node" func="cnt" op="gte" val="1">
          <dgm:layoutNode name="desTx1" styleLbl="revTx">
            <dgm:varLst>
              <dgm:bulletEnabled val="1"/>
            </dgm:varLst>
            <dgm:choose name="Name102">
              <dgm:if name="Name103" func="var" arg="dir" op="equ" val="norm">
                <dgm:choose name="Name104">
                  <dgm:if name="Name105" axis="ch" ptType="node" func="cnt" op="gte" val="2">
                    <dgm:alg type="tx">
                      <dgm:param type="parTxLTRAlign" val="l"/>
                      <dgm:param type="parTxRTLAlign" val="l"/>
                      <dgm:param type="stBulletLvl" val="1"/>
                    </dgm:alg>
                  </dgm:if>
                  <dgm:else name="Name106">
                    <dgm:alg type="tx">
                      <dgm:param type="parTxLTRAlign" val="l"/>
                      <dgm:param type="parTxRTLAlign" val="l"/>
                    </dgm:alg>
                  </dgm:else>
                </dgm:choose>
              </dgm:if>
              <dgm:else name="Name107">
                <dgm:choose name="Name108">
                  <dgm:if name="Name109" axis="ch" ptType="node" func="cnt" op="gte" val="2">
                    <dgm:alg type="tx">
                      <dgm:param type="parTxLTRAlign" val="r"/>
                      <dgm:param type="parTxRTLAlign" val="r"/>
                      <dgm:param type="shpTxLTRAlignCh" val="r"/>
                      <dgm:param type="shpTxRTLAlignCh" val="r"/>
                      <dgm:param type="stBulletLvl" val="1"/>
                    </dgm:alg>
                  </dgm:if>
                  <dgm:else name="Name110">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11"/>
      </dgm:choose>
    </dgm:forEach>
    <dgm:forEach name="Name112" axis="ch" ptType="sibTrans" hideLastTrans="0" cnt="1">
      <dgm:layoutNode name="picture1">
        <dgm:alg type="sp"/>
        <dgm:shape xmlns:r="http://schemas.openxmlformats.org/officeDocument/2006/relationships" r:blip="">
          <dgm:adjLst/>
        </dgm:shape>
        <dgm:presOf/>
        <dgm:constrLst/>
        <dgm:forEach name="Name113" ref="imageRepeat"/>
      </dgm:layoutNode>
    </dgm:forEach>
    <dgm:forEach name="Name114" axis="ch" ptType="node" st="2" cnt="1">
      <dgm:layoutNode name="parTx2">
        <dgm:choose name="Name115">
          <dgm:if name="Name116" func="var" arg="dir" op="equ" val="norm">
            <dgm:alg type="tx">
              <dgm:param type="parTxLTRAlign" val="l"/>
              <dgm:param type="parTxRTLAlign" val="r"/>
            </dgm:alg>
          </dgm:if>
          <dgm:else name="Name117">
            <dgm:alg type="tx">
              <dgm:param type="parTxLTRAlign" val="r"/>
              <dgm:param type="parTxRTLAlign" val="l"/>
            </dgm:alg>
          </dgm:else>
        </dgm:choose>
        <dgm:shape xmlns:r="http://schemas.openxmlformats.org/officeDocument/2006/relationships" type="roundRect" r:blip="">
          <dgm:adjLst/>
        </dgm:shape>
        <dgm:presOf axis="self" ptType="node"/>
        <dgm:choose name="Name118">
          <dgm:if name="Name119" func="var" arg="dir" op="equ" val="norm">
            <dgm:constrLst>
              <dgm:constr type="lMarg" refType="w" fact="0.6"/>
              <dgm:constr type="rMarg" refType="primFontSz" fact="0.3"/>
              <dgm:constr type="tMarg" refType="primFontSz" fact="0.3"/>
              <dgm:constr type="bMarg" refType="primFontSz" fact="0.3"/>
            </dgm:constrLst>
          </dgm:if>
          <dgm:else name="Name120">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21">
        <dgm:if name="Name122" axis="ch" ptType="node" func="cnt" op="gte" val="1">
          <dgm:layoutNode name="desTx2" styleLbl="revTx">
            <dgm:varLst>
              <dgm:bulletEnabled val="1"/>
            </dgm:varLst>
            <dgm:choose name="Name123">
              <dgm:if name="Name124" func="var" arg="dir" op="equ" val="norm">
                <dgm:choose name="Name125">
                  <dgm:if name="Name126" axis="ch" ptType="node" func="cnt" op="gte" val="2">
                    <dgm:alg type="tx">
                      <dgm:param type="parTxLTRAlign" val="l"/>
                      <dgm:param type="parTxRTLAlign" val="l"/>
                      <dgm:param type="stBulletLvl" val="1"/>
                    </dgm:alg>
                  </dgm:if>
                  <dgm:else name="Name127">
                    <dgm:alg type="tx">
                      <dgm:param type="parTxLTRAlign" val="l"/>
                      <dgm:param type="parTxRTLAlign" val="l"/>
                    </dgm:alg>
                  </dgm:else>
                </dgm:choose>
              </dgm:if>
              <dgm:else name="Name128">
                <dgm:choose name="Name129">
                  <dgm:if name="Name130" axis="ch" ptType="node" func="cnt" op="gte" val="2">
                    <dgm:alg type="tx">
                      <dgm:param type="parTxLTRAlign" val="r"/>
                      <dgm:param type="parTxRTLAlign" val="r"/>
                      <dgm:param type="shpTxLTRAlignCh" val="r"/>
                      <dgm:param type="shpTxRTLAlignCh" val="r"/>
                      <dgm:param type="stBulletLvl" val="1"/>
                    </dgm:alg>
                  </dgm:if>
                  <dgm:else name="Name131">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32"/>
      </dgm:choose>
    </dgm:forEach>
    <dgm:forEach name="Name133" axis="ch" ptType="sibTrans" hideLastTrans="0" st="2" cnt="1">
      <dgm:layoutNode name="picture2">
        <dgm:alg type="sp"/>
        <dgm:shape xmlns:r="http://schemas.openxmlformats.org/officeDocument/2006/relationships" r:blip="">
          <dgm:adjLst/>
        </dgm:shape>
        <dgm:presOf/>
        <dgm:constrLst/>
        <dgm:forEach name="Name134" ref="imageRepeat"/>
      </dgm:layoutNode>
    </dgm:forEach>
    <dgm:forEach name="Name135" axis="ch" ptType="node" st="3" cnt="1">
      <dgm:layoutNode name="parTx3">
        <dgm:choose name="Name136">
          <dgm:if name="Name137" func="var" arg="dir" op="equ" val="norm">
            <dgm:alg type="tx">
              <dgm:param type="parTxLTRAlign" val="l"/>
              <dgm:param type="parTxRTLAlign" val="r"/>
            </dgm:alg>
          </dgm:if>
          <dgm:else name="Name138">
            <dgm:alg type="tx">
              <dgm:param type="parTxLTRAlign" val="r"/>
              <dgm:param type="parTxRTLAlign" val="l"/>
            </dgm:alg>
          </dgm:else>
        </dgm:choose>
        <dgm:shape xmlns:r="http://schemas.openxmlformats.org/officeDocument/2006/relationships" type="roundRect" r:blip="">
          <dgm:adjLst/>
        </dgm:shape>
        <dgm:presOf axis="self" ptType="node"/>
        <dgm:choose name="Name139">
          <dgm:if name="Name140" func="var" arg="dir" op="equ" val="norm">
            <dgm:constrLst>
              <dgm:constr type="lMarg" refType="w" fact="0.6"/>
              <dgm:constr type="rMarg" refType="primFontSz" fact="0.3"/>
              <dgm:constr type="tMarg" refType="primFontSz" fact="0.3"/>
              <dgm:constr type="bMarg" refType="primFontSz" fact="0.3"/>
            </dgm:constrLst>
          </dgm:if>
          <dgm:else name="Name141">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42">
        <dgm:if name="Name143" axis="ch" ptType="node" func="cnt" op="gte" val="1">
          <dgm:layoutNode name="desTx3" styleLbl="revTx">
            <dgm:varLst>
              <dgm:bulletEnabled val="1"/>
            </dgm:varLst>
            <dgm:choose name="Name144">
              <dgm:if name="Name145" func="var" arg="dir" op="equ" val="norm">
                <dgm:choose name="Name146">
                  <dgm:if name="Name147" axis="ch" ptType="node" func="cnt" op="gte" val="2">
                    <dgm:alg type="tx">
                      <dgm:param type="parTxLTRAlign" val="l"/>
                      <dgm:param type="parTxRTLAlign" val="l"/>
                      <dgm:param type="stBulletLvl" val="1"/>
                    </dgm:alg>
                  </dgm:if>
                  <dgm:else name="Name148">
                    <dgm:alg type="tx">
                      <dgm:param type="parTxLTRAlign" val="l"/>
                      <dgm:param type="parTxRTLAlign" val="l"/>
                    </dgm:alg>
                  </dgm:else>
                </dgm:choose>
              </dgm:if>
              <dgm:else name="Name149">
                <dgm:choose name="Name150">
                  <dgm:if name="Name151" axis="ch" ptType="node" func="cnt" op="gte" val="2">
                    <dgm:alg type="tx">
                      <dgm:param type="parTxLTRAlign" val="r"/>
                      <dgm:param type="parTxRTLAlign" val="r"/>
                      <dgm:param type="shpTxLTRAlignCh" val="r"/>
                      <dgm:param type="shpTxRTLAlignCh" val="r"/>
                      <dgm:param type="stBulletLvl" val="1"/>
                    </dgm:alg>
                  </dgm:if>
                  <dgm:else name="Name152">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53"/>
      </dgm:choose>
    </dgm:forEach>
    <dgm:forEach name="Name154" axis="ch" ptType="sibTrans" hideLastTrans="0" st="3" cnt="1">
      <dgm:layoutNode name="picture3">
        <dgm:alg type="sp"/>
        <dgm:shape xmlns:r="http://schemas.openxmlformats.org/officeDocument/2006/relationships" r:blip="">
          <dgm:adjLst/>
        </dgm:shape>
        <dgm:presOf/>
        <dgm:constrLst/>
        <dgm:forEach name="Name155" ref="imageRepeat"/>
      </dgm:layoutNode>
    </dgm:forEach>
    <dgm:forEach name="Name156" axis="ch" ptType="node" st="4" cnt="1">
      <dgm:layoutNode name="parTx4">
        <dgm:choose name="Name157">
          <dgm:if name="Name158" func="var" arg="dir" op="equ" val="norm">
            <dgm:alg type="tx">
              <dgm:param type="parTxLTRAlign" val="l"/>
              <dgm:param type="parTxRTLAlign" val="r"/>
            </dgm:alg>
          </dgm:if>
          <dgm:else name="Name159">
            <dgm:alg type="tx">
              <dgm:param type="parTxLTRAlign" val="r"/>
              <dgm:param type="parTxRTLAlign" val="l"/>
            </dgm:alg>
          </dgm:else>
        </dgm:choose>
        <dgm:shape xmlns:r="http://schemas.openxmlformats.org/officeDocument/2006/relationships" type="roundRect" r:blip="">
          <dgm:adjLst/>
        </dgm:shape>
        <dgm:presOf axis="self" ptType="node"/>
        <dgm:choose name="Name160">
          <dgm:if name="Name161" func="var" arg="dir" op="equ" val="norm">
            <dgm:constrLst>
              <dgm:constr type="lMarg" refType="w" fact="0.6"/>
              <dgm:constr type="rMarg" refType="primFontSz" fact="0.3"/>
              <dgm:constr type="tMarg" refType="primFontSz" fact="0.3"/>
              <dgm:constr type="bMarg" refType="primFontSz" fact="0.3"/>
            </dgm:constrLst>
          </dgm:if>
          <dgm:else name="Name162">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63">
        <dgm:if name="Name164" axis="ch" ptType="node" func="cnt" op="gte" val="1">
          <dgm:layoutNode name="desTx4" styleLbl="revTx">
            <dgm:varLst>
              <dgm:bulletEnabled val="1"/>
            </dgm:varLst>
            <dgm:choose name="Name165">
              <dgm:if name="Name166" func="var" arg="dir" op="equ" val="norm">
                <dgm:choose name="Name167">
                  <dgm:if name="Name168" axis="ch" ptType="node" func="cnt" op="gte" val="2">
                    <dgm:alg type="tx">
                      <dgm:param type="parTxLTRAlign" val="l"/>
                      <dgm:param type="parTxRTLAlign" val="l"/>
                      <dgm:param type="stBulletLvl" val="1"/>
                    </dgm:alg>
                  </dgm:if>
                  <dgm:else name="Name169">
                    <dgm:alg type="tx">
                      <dgm:param type="parTxLTRAlign" val="l"/>
                      <dgm:param type="parTxRTLAlign" val="l"/>
                    </dgm:alg>
                  </dgm:else>
                </dgm:choose>
              </dgm:if>
              <dgm:else name="Name170">
                <dgm:choose name="Name171">
                  <dgm:if name="Name172" axis="ch" ptType="node" func="cnt" op="gte" val="2">
                    <dgm:alg type="tx">
                      <dgm:param type="parTxLTRAlign" val="r"/>
                      <dgm:param type="parTxRTLAlign" val="r"/>
                      <dgm:param type="shpTxLTRAlignCh" val="r"/>
                      <dgm:param type="shpTxRTLAlignCh" val="r"/>
                      <dgm:param type="stBulletLvl" val="1"/>
                    </dgm:alg>
                  </dgm:if>
                  <dgm:else name="Name173">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74"/>
      </dgm:choose>
    </dgm:forEach>
    <dgm:forEach name="Name175" axis="ch" ptType="sibTrans" hideLastTrans="0" st="4" cnt="1">
      <dgm:layoutNode name="picture4">
        <dgm:alg type="sp"/>
        <dgm:shape xmlns:r="http://schemas.openxmlformats.org/officeDocument/2006/relationships" r:blip="">
          <dgm:adjLst/>
        </dgm:shape>
        <dgm:presOf/>
        <dgm:constrLst/>
        <dgm:forEach name="Name176" ref="imageRepeat"/>
      </dgm:layoutNode>
    </dgm:forEach>
    <dgm:forEach name="Name177" axis="ch" ptType="node" st="5" cnt="1">
      <dgm:layoutNode name="parTx5">
        <dgm:choose name="Name178">
          <dgm:if name="Name179" func="var" arg="dir" op="equ" val="norm">
            <dgm:alg type="tx">
              <dgm:param type="parTxLTRAlign" val="l"/>
              <dgm:param type="parTxRTLAlign" val="r"/>
            </dgm:alg>
          </dgm:if>
          <dgm:else name="Name180">
            <dgm:alg type="tx">
              <dgm:param type="parTxLTRAlign" val="r"/>
              <dgm:param type="parTxRTLAlign" val="l"/>
            </dgm:alg>
          </dgm:else>
        </dgm:choose>
        <dgm:shape xmlns:r="http://schemas.openxmlformats.org/officeDocument/2006/relationships" type="roundRect" r:blip="">
          <dgm:adjLst/>
        </dgm:shape>
        <dgm:presOf axis="self" ptType="node"/>
        <dgm:choose name="Name181">
          <dgm:if name="Name182" func="var" arg="dir" op="equ" val="norm">
            <dgm:constrLst>
              <dgm:constr type="lMarg" refType="w" fact="0.6"/>
              <dgm:constr type="rMarg" refType="primFontSz" fact="0.3"/>
              <dgm:constr type="tMarg" refType="primFontSz" fact="0.3"/>
              <dgm:constr type="bMarg" refType="primFontSz" fact="0.3"/>
            </dgm:constrLst>
          </dgm:if>
          <dgm:else name="Name183">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184">
        <dgm:if name="Name185" axis="ch" ptType="node" func="cnt" op="gte" val="1">
          <dgm:layoutNode name="desTx5" styleLbl="revTx">
            <dgm:varLst>
              <dgm:bulletEnabled val="1"/>
            </dgm:varLst>
            <dgm:choose name="Name186">
              <dgm:if name="Name187" func="var" arg="dir" op="equ" val="norm">
                <dgm:choose name="Name188">
                  <dgm:if name="Name189" axis="ch" ptType="node" func="cnt" op="gte" val="2">
                    <dgm:alg type="tx">
                      <dgm:param type="parTxLTRAlign" val="l"/>
                      <dgm:param type="parTxRTLAlign" val="l"/>
                      <dgm:param type="stBulletLvl" val="1"/>
                    </dgm:alg>
                  </dgm:if>
                  <dgm:else name="Name190">
                    <dgm:alg type="tx">
                      <dgm:param type="parTxLTRAlign" val="l"/>
                      <dgm:param type="parTxRTLAlign" val="l"/>
                    </dgm:alg>
                  </dgm:else>
                </dgm:choose>
              </dgm:if>
              <dgm:else name="Name191">
                <dgm:choose name="Name192">
                  <dgm:if name="Name193" axis="ch" ptType="node" func="cnt" op="gte" val="2">
                    <dgm:alg type="tx">
                      <dgm:param type="parTxLTRAlign" val="r"/>
                      <dgm:param type="parTxRTLAlign" val="r"/>
                      <dgm:param type="shpTxLTRAlignCh" val="r"/>
                      <dgm:param type="shpTxRTLAlignCh" val="r"/>
                      <dgm:param type="stBulletLvl" val="1"/>
                    </dgm:alg>
                  </dgm:if>
                  <dgm:else name="Name194">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195"/>
      </dgm:choose>
    </dgm:forEach>
    <dgm:forEach name="Name196" axis="ch" ptType="sibTrans" hideLastTrans="0" st="5" cnt="1">
      <dgm:layoutNode name="picture5">
        <dgm:alg type="sp"/>
        <dgm:shape xmlns:r="http://schemas.openxmlformats.org/officeDocument/2006/relationships" r:blip="">
          <dgm:adjLst/>
        </dgm:shape>
        <dgm:presOf/>
        <dgm:constrLst/>
        <dgm:forEach name="Name197" ref="imageRepeat"/>
      </dgm:layoutNode>
    </dgm:forEach>
    <dgm:forEach name="Name198" axis="ch" ptType="node" st="6" cnt="1">
      <dgm:layoutNode name="parTx6">
        <dgm:choose name="Name199">
          <dgm:if name="Name200" func="var" arg="dir" op="equ" val="norm">
            <dgm:alg type="tx">
              <dgm:param type="parTxLTRAlign" val="l"/>
              <dgm:param type="parTxRTLAlign" val="r"/>
            </dgm:alg>
          </dgm:if>
          <dgm:else name="Name201">
            <dgm:alg type="tx">
              <dgm:param type="parTxLTRAlign" val="r"/>
              <dgm:param type="parTxRTLAlign" val="l"/>
            </dgm:alg>
          </dgm:else>
        </dgm:choose>
        <dgm:shape xmlns:r="http://schemas.openxmlformats.org/officeDocument/2006/relationships" type="roundRect" r:blip="">
          <dgm:adjLst/>
        </dgm:shape>
        <dgm:presOf axis="self" ptType="node"/>
        <dgm:choose name="Name202">
          <dgm:if name="Name203" func="var" arg="dir" op="equ" val="norm">
            <dgm:constrLst>
              <dgm:constr type="lMarg" refType="w" fact="0.6"/>
              <dgm:constr type="rMarg" refType="primFontSz" fact="0.3"/>
              <dgm:constr type="tMarg" refType="primFontSz" fact="0.3"/>
              <dgm:constr type="bMarg" refType="primFontSz" fact="0.3"/>
            </dgm:constrLst>
          </dgm:if>
          <dgm:else name="Name204">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05">
        <dgm:if name="Name206" axis="ch" ptType="node" func="cnt" op="gte" val="1">
          <dgm:layoutNode name="desTx6" styleLbl="revTx">
            <dgm:varLst>
              <dgm:bulletEnabled val="1"/>
            </dgm:varLst>
            <dgm:choose name="Name207">
              <dgm:if name="Name208" func="var" arg="dir" op="equ" val="norm">
                <dgm:choose name="Name209">
                  <dgm:if name="Name210" axis="ch" ptType="node" func="cnt" op="gte" val="2">
                    <dgm:alg type="tx">
                      <dgm:param type="parTxLTRAlign" val="l"/>
                      <dgm:param type="parTxRTLAlign" val="l"/>
                      <dgm:param type="stBulletLvl" val="1"/>
                    </dgm:alg>
                  </dgm:if>
                  <dgm:else name="Name211">
                    <dgm:alg type="tx">
                      <dgm:param type="parTxLTRAlign" val="l"/>
                      <dgm:param type="parTxRTLAlign" val="l"/>
                    </dgm:alg>
                  </dgm:else>
                </dgm:choose>
              </dgm:if>
              <dgm:else name="Name212">
                <dgm:choose name="Name213">
                  <dgm:if name="Name214" axis="ch" ptType="node" func="cnt" op="gte" val="2">
                    <dgm:alg type="tx">
                      <dgm:param type="parTxLTRAlign" val="r"/>
                      <dgm:param type="parTxRTLAlign" val="r"/>
                      <dgm:param type="shpTxLTRAlignCh" val="r"/>
                      <dgm:param type="shpTxRTLAlignCh" val="r"/>
                      <dgm:param type="stBulletLvl" val="1"/>
                    </dgm:alg>
                  </dgm:if>
                  <dgm:else name="Name215">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16"/>
      </dgm:choose>
    </dgm:forEach>
    <dgm:forEach name="Name217" axis="ch" ptType="sibTrans" hideLastTrans="0" st="6" cnt="1">
      <dgm:layoutNode name="picture6">
        <dgm:alg type="sp"/>
        <dgm:shape xmlns:r="http://schemas.openxmlformats.org/officeDocument/2006/relationships" r:blip="">
          <dgm:adjLst/>
        </dgm:shape>
        <dgm:presOf/>
        <dgm:constrLst/>
        <dgm:forEach name="Name218" ref="imageRepeat"/>
      </dgm:layoutNode>
    </dgm:forEach>
    <dgm:forEach name="Name219" axis="ch" ptType="node" st="7" cnt="1">
      <dgm:layoutNode name="parTx7">
        <dgm:choose name="Name220">
          <dgm:if name="Name221" func="var" arg="dir" op="equ" val="norm">
            <dgm:alg type="tx">
              <dgm:param type="parTxLTRAlign" val="l"/>
              <dgm:param type="parTxRTLAlign" val="r"/>
            </dgm:alg>
          </dgm:if>
          <dgm:else name="Name222">
            <dgm:alg type="tx">
              <dgm:param type="parTxLTRAlign" val="r"/>
              <dgm:param type="parTxRTLAlign" val="l"/>
            </dgm:alg>
          </dgm:else>
        </dgm:choose>
        <dgm:shape xmlns:r="http://schemas.openxmlformats.org/officeDocument/2006/relationships" type="roundRect" r:blip="">
          <dgm:adjLst/>
        </dgm:shape>
        <dgm:presOf axis="self" ptType="node"/>
        <dgm:choose name="Name223">
          <dgm:if name="Name224" func="var" arg="dir" op="equ" val="norm">
            <dgm:constrLst>
              <dgm:constr type="lMarg" refType="w" fact="0.6"/>
              <dgm:constr type="rMarg" refType="primFontSz" fact="0.3"/>
              <dgm:constr type="tMarg" refType="primFontSz" fact="0.3"/>
              <dgm:constr type="bMarg" refType="primFontSz" fact="0.3"/>
            </dgm:constrLst>
          </dgm:if>
          <dgm:else name="Name225">
            <dgm:constrLst>
              <dgm:constr type="rMarg" refType="w" fact="0.6"/>
              <dgm:constr type="lMarg" refType="primFontSz" fact="0.3"/>
              <dgm:constr type="tMarg" refType="primFontSz" fact="0.3"/>
              <dgm:constr type="bMarg" refType="primFontSz" fact="0.3"/>
            </dgm:constrLst>
          </dgm:else>
        </dgm:choose>
        <dgm:ruleLst>
          <dgm:rule type="primFontSz" val="5" fact="NaN" max="NaN"/>
        </dgm:ruleLst>
      </dgm:layoutNode>
      <dgm:choose name="Name226">
        <dgm:if name="Name227" axis="ch" ptType="node" func="cnt" op="gte" val="1">
          <dgm:layoutNode name="desTx7" styleLbl="revTx">
            <dgm:varLst>
              <dgm:bulletEnabled val="1"/>
            </dgm:varLst>
            <dgm:choose name="Name228">
              <dgm:if name="Name229" func="var" arg="dir" op="equ" val="norm">
                <dgm:choose name="Name230">
                  <dgm:if name="Name231" axis="ch" ptType="node" func="cnt" op="gte" val="2">
                    <dgm:alg type="tx">
                      <dgm:param type="parTxLTRAlign" val="l"/>
                      <dgm:param type="parTxRTLAlign" val="l"/>
                      <dgm:param type="stBulletLvl" val="1"/>
                    </dgm:alg>
                  </dgm:if>
                  <dgm:else name="Name232">
                    <dgm:alg type="tx">
                      <dgm:param type="parTxLTRAlign" val="l"/>
                      <dgm:param type="parTxRTLAlign" val="l"/>
                    </dgm:alg>
                  </dgm:else>
                </dgm:choose>
              </dgm:if>
              <dgm:else name="Name233">
                <dgm:choose name="Name234">
                  <dgm:if name="Name235" axis="ch" ptType="node" func="cnt" op="gte" val="2">
                    <dgm:alg type="tx">
                      <dgm:param type="parTxLTRAlign" val="r"/>
                      <dgm:param type="parTxRTLAlign" val="r"/>
                      <dgm:param type="shpTxLTRAlignCh" val="r"/>
                      <dgm:param type="shpTxRTLAlignCh" val="r"/>
                      <dgm:param type="stBulletLvl" val="1"/>
                    </dgm:alg>
                  </dgm:if>
                  <dgm:else name="Name236">
                    <dgm:alg type="tx">
                      <dgm:param type="parTxLTRAlign" val="r"/>
                      <dgm:param type="parTxRTLAlign" val="r"/>
                      <dgm:param type="shpTxLTRAlignCh" val="r"/>
                      <dgm:param type="shpTxRTLAlignCh" val="r"/>
                    </dgm:alg>
                  </dgm:else>
                </dgm:choose>
              </dgm:else>
            </dgm:choose>
            <dgm:shape xmlns:r="http://schemas.openxmlformats.org/officeDocument/2006/relationships" type="rect" r:blip="">
              <dgm:adjLst/>
            </dgm:shape>
            <dgm:presOf axis="des" ptType="node"/>
            <dgm:constrLst>
              <dgm:constr type="rMarg" refType="primFontSz" fact="0.2"/>
              <dgm:constr type="tMarg" refType="primFontSz" fact="0.2"/>
              <dgm:constr type="bMarg" refType="primFontSz" fact="0.2"/>
            </dgm:constrLst>
            <dgm:ruleLst>
              <dgm:rule type="primFontSz" val="5" fact="NaN" max="NaN"/>
            </dgm:ruleLst>
          </dgm:layoutNode>
        </dgm:if>
        <dgm:else name="Name237"/>
      </dgm:choose>
    </dgm:forEach>
    <dgm:forEach name="Name238" axis="ch" ptType="sibTrans" hideLastTrans="0" st="7" cnt="1">
      <dgm:layoutNode name="picture7">
        <dgm:alg type="sp"/>
        <dgm:shape xmlns:r="http://schemas.openxmlformats.org/officeDocument/2006/relationships" r:blip="">
          <dgm:adjLst/>
        </dgm:shape>
        <dgm:presOf/>
        <dgm:constrLst/>
        <dgm:forEach name="Name239" ref="imageRepea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5">
  <dgm:title val=""/>
  <dgm:desc val=""/>
  <dgm:catLst>
    <dgm:cat type="3D" pri="11500"/>
  </dgm:catLst>
  <dgm:scene3d>
    <a:camera prst="isometricOffAxis2Left" zoom="95000"/>
    <a:lightRig rig="flat" dir="t"/>
  </dgm:scene3d>
  <dgm:styleLbl name="node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381000" contourW="38100" prstMaterial="matte">
      <a:contourClr>
        <a:schemeClr val="lt1"/>
      </a:contourClr>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z="5715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81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52400" extrusionH="1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z="-38100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z="52400"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z="-60000" extrusionH="63500" prstMaterial="matte"/>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381000" prstMaterial="matte"/>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400500" extrusionH="63500" prstMaterial="matte"/>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150" extrusionH="12700" prstMaterial="flat">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2700" prstMaterial="flat">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dgm:scene3d>
    <dgm:sp3d z="-63500" extrusionH="63500" prstMaterial="matte"/>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z="57150" extrusionH="63500" contourW="12700" prstMaterial="matte">
      <a:contourClr>
        <a:schemeClr val="dk1">
          <a:tint val="20000"/>
        </a:schemeClr>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400500" extrusionH="63500" contourW="12700" prstMaterial="matte">
      <a:contourClr>
        <a:schemeClr val="lt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150" extrusionH="63500" prstMaterial="matte"/>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40050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381000" contourW="38100" prstMaterial="matte">
      <a:contourClr>
        <a:schemeClr val="lt1"/>
      </a:contourClr>
    </dgm:sp3d>
    <dgm:txPr/>
    <dgm:style>
      <a:lnRef idx="0">
        <a:scrgbClr r="0" g="0" b="0"/>
      </a:lnRef>
      <a:fillRef idx="1">
        <a:scrgbClr r="0" g="0" b="0"/>
      </a:fillRef>
      <a:effectRef idx="0">
        <a:scrgbClr r="0" g="0" b="0"/>
      </a:effectRef>
      <a:fontRef idx="minor">
        <a:schemeClr val="lt1"/>
      </a:fontRef>
    </dgm:style>
  </dgm:styleLbl>
  <dgm:styleLbl name="trBgShp">
    <dgm:scene3d>
      <a:camera prst="orthographicFront"/>
      <a:lightRig rig="threePt" dir="t"/>
    </dgm:scene3d>
    <dgm:sp3d z="-4005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150" extrusionH="63500" contourW="12700" prstMaterial="matte">
      <a:contourClr>
        <a:schemeClr val="lt1">
          <a:tint val="50000"/>
        </a:schemeClr>
      </a:contourClr>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A6F2D3-2395-4AAE-9CF0-95BD3D8E29BD}" type="datetimeFigureOut">
              <a:rPr lang="zh-CN" altLang="en-US" smtClean="0"/>
              <a:t>2026/2/10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27E3F6-C3AC-4131-BD60-F31F1EE091B2}" type="slidenum">
              <a:rPr lang="zh-CN" altLang="en-US" smtClean="0"/>
              <a:t>‹#›</a:t>
            </a:fld>
            <a:endParaRPr lang="zh-CN" altLang="en-US"/>
          </a:p>
        </p:txBody>
      </p:sp>
    </p:spTree>
    <p:extLst>
      <p:ext uri="{BB962C8B-B14F-4D97-AF65-F5344CB8AC3E}">
        <p14:creationId xmlns:p14="http://schemas.microsoft.com/office/powerpoint/2010/main" val="887432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a:t>
            </a:fld>
            <a:endParaRPr lang="zh-CN" altLang="en-US"/>
          </a:p>
        </p:txBody>
      </p:sp>
    </p:spTree>
    <p:extLst>
      <p:ext uri="{BB962C8B-B14F-4D97-AF65-F5344CB8AC3E}">
        <p14:creationId xmlns:p14="http://schemas.microsoft.com/office/powerpoint/2010/main" val="16659552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a:t>
            </a:fld>
            <a:endParaRPr lang="zh-CN" altLang="en-US"/>
          </a:p>
        </p:txBody>
      </p:sp>
    </p:spTree>
    <p:extLst>
      <p:ext uri="{BB962C8B-B14F-4D97-AF65-F5344CB8AC3E}">
        <p14:creationId xmlns:p14="http://schemas.microsoft.com/office/powerpoint/2010/main" val="1449716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4</a:t>
            </a:fld>
            <a:endParaRPr lang="zh-CN" altLang="en-US"/>
          </a:p>
        </p:txBody>
      </p:sp>
    </p:spTree>
    <p:extLst>
      <p:ext uri="{BB962C8B-B14F-4D97-AF65-F5344CB8AC3E}">
        <p14:creationId xmlns:p14="http://schemas.microsoft.com/office/powerpoint/2010/main" val="2938933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5</a:t>
            </a:fld>
            <a:endParaRPr lang="zh-CN" altLang="en-US"/>
          </a:p>
        </p:txBody>
      </p:sp>
    </p:spTree>
    <p:extLst>
      <p:ext uri="{BB962C8B-B14F-4D97-AF65-F5344CB8AC3E}">
        <p14:creationId xmlns:p14="http://schemas.microsoft.com/office/powerpoint/2010/main" val="11838158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6</a:t>
            </a:fld>
            <a:endParaRPr lang="zh-CN" altLang="en-US"/>
          </a:p>
        </p:txBody>
      </p:sp>
    </p:spTree>
    <p:extLst>
      <p:ext uri="{BB962C8B-B14F-4D97-AF65-F5344CB8AC3E}">
        <p14:creationId xmlns:p14="http://schemas.microsoft.com/office/powerpoint/2010/main" val="13808412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分析存在的问题</a:t>
            </a:r>
            <a:endParaRPr lang="en-US" altLang="zh-CN" dirty="0"/>
          </a:p>
          <a:p>
            <a:r>
              <a:rPr lang="zh-CN" altLang="en-US" dirty="0"/>
              <a:t>合同、风险、干系人、成本、人力资源、变更</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7</a:t>
            </a:fld>
            <a:endParaRPr lang="zh-CN" altLang="en-US"/>
          </a:p>
        </p:txBody>
      </p:sp>
    </p:spTree>
    <p:extLst>
      <p:ext uri="{BB962C8B-B14F-4D97-AF65-F5344CB8AC3E}">
        <p14:creationId xmlns:p14="http://schemas.microsoft.com/office/powerpoint/2010/main" val="37730217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门难进</a:t>
            </a:r>
            <a:endParaRPr lang="en-US" altLang="zh-CN" dirty="0"/>
          </a:p>
          <a:p>
            <a:r>
              <a:rPr lang="zh-CN" altLang="en-US" dirty="0"/>
              <a:t>脸难看</a:t>
            </a:r>
            <a:endParaRPr lang="en-US" altLang="zh-CN" dirty="0"/>
          </a:p>
          <a:p>
            <a:r>
              <a:rPr lang="zh-CN" altLang="en-US" dirty="0"/>
              <a:t>事难办</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25</a:t>
            </a:fld>
            <a:endParaRPr lang="zh-CN" altLang="en-US"/>
          </a:p>
        </p:txBody>
      </p:sp>
    </p:spTree>
    <p:extLst>
      <p:ext uri="{BB962C8B-B14F-4D97-AF65-F5344CB8AC3E}">
        <p14:creationId xmlns:p14="http://schemas.microsoft.com/office/powerpoint/2010/main" val="12185171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电视剧 </a:t>
            </a:r>
            <a:r>
              <a:rPr lang="en-US" altLang="zh-CN" dirty="0"/>
              <a:t>– </a:t>
            </a:r>
            <a:r>
              <a:rPr lang="zh-CN" altLang="en-US" dirty="0"/>
              <a:t>美剧，</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26</a:t>
            </a:fld>
            <a:endParaRPr lang="zh-CN" altLang="en-US"/>
          </a:p>
        </p:txBody>
      </p:sp>
    </p:spTree>
    <p:extLst>
      <p:ext uri="{BB962C8B-B14F-4D97-AF65-F5344CB8AC3E}">
        <p14:creationId xmlns:p14="http://schemas.microsoft.com/office/powerpoint/2010/main" val="36759143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以人为本</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以价值为导向</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合作共赢</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拥抱变化</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胜于</a:t>
            </a:r>
            <a:r>
              <a:rPr lang="en-US" altLang="zh-CN" dirty="0"/>
              <a:t>/</a:t>
            </a:r>
            <a:r>
              <a:rPr lang="zh-CN" altLang="en-US" dirty="0"/>
              <a:t>优于</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并没有否定</a:t>
            </a:r>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28</a:t>
            </a:fld>
            <a:endParaRPr lang="zh-CN" altLang="en-US"/>
          </a:p>
        </p:txBody>
      </p:sp>
    </p:spTree>
    <p:extLst>
      <p:ext uri="{BB962C8B-B14F-4D97-AF65-F5344CB8AC3E}">
        <p14:creationId xmlns:p14="http://schemas.microsoft.com/office/powerpoint/2010/main" val="6735118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自己圈关键词</a:t>
            </a:r>
            <a:endParaRPr lang="en-US" altLang="zh-CN" dirty="0"/>
          </a:p>
          <a:p>
            <a:r>
              <a:rPr lang="zh-CN" altLang="en-US" dirty="0"/>
              <a:t>用人不疑</a:t>
            </a:r>
            <a:endParaRPr lang="en-US" altLang="zh-CN" dirty="0"/>
          </a:p>
          <a:p>
            <a:r>
              <a:rPr lang="zh-CN" altLang="en-US" dirty="0"/>
              <a:t>可工作：应用</a:t>
            </a:r>
            <a:endParaRPr lang="en-US" altLang="zh-CN" dirty="0"/>
          </a:p>
          <a:p>
            <a:r>
              <a:rPr lang="zh-CN" altLang="en-US" dirty="0"/>
              <a:t>团队稳定、不加班</a:t>
            </a:r>
            <a:endParaRPr lang="en-US" altLang="zh-CN" dirty="0"/>
          </a:p>
          <a:p>
            <a:r>
              <a:rPr lang="zh-CN" altLang="en-US" dirty="0"/>
              <a:t>复盘</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29</a:t>
            </a:fld>
            <a:endParaRPr lang="zh-CN" altLang="en-US"/>
          </a:p>
        </p:txBody>
      </p:sp>
    </p:spTree>
    <p:extLst>
      <p:ext uri="{BB962C8B-B14F-4D97-AF65-F5344CB8AC3E}">
        <p14:creationId xmlns:p14="http://schemas.microsoft.com/office/powerpoint/2010/main" val="41800919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32</a:t>
            </a:fld>
            <a:endParaRPr lang="zh-CN" altLang="en-US"/>
          </a:p>
        </p:txBody>
      </p:sp>
    </p:spTree>
    <p:extLst>
      <p:ext uri="{BB962C8B-B14F-4D97-AF65-F5344CB8AC3E}">
        <p14:creationId xmlns:p14="http://schemas.microsoft.com/office/powerpoint/2010/main" val="5459585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33</a:t>
            </a:fld>
            <a:endParaRPr lang="zh-CN" altLang="en-US"/>
          </a:p>
        </p:txBody>
      </p:sp>
    </p:spTree>
    <p:extLst>
      <p:ext uri="{BB962C8B-B14F-4D97-AF65-F5344CB8AC3E}">
        <p14:creationId xmlns:p14="http://schemas.microsoft.com/office/powerpoint/2010/main" val="24973667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34</a:t>
            </a:fld>
            <a:endParaRPr lang="zh-CN" altLang="en-US"/>
          </a:p>
        </p:txBody>
      </p:sp>
    </p:spTree>
    <p:extLst>
      <p:ext uri="{BB962C8B-B14F-4D97-AF65-F5344CB8AC3E}">
        <p14:creationId xmlns:p14="http://schemas.microsoft.com/office/powerpoint/2010/main" val="14363666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35</a:t>
            </a:fld>
            <a:endParaRPr lang="zh-CN" altLang="en-US"/>
          </a:p>
        </p:txBody>
      </p:sp>
    </p:spTree>
    <p:extLst>
      <p:ext uri="{BB962C8B-B14F-4D97-AF65-F5344CB8AC3E}">
        <p14:creationId xmlns:p14="http://schemas.microsoft.com/office/powerpoint/2010/main" val="9188262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36</a:t>
            </a:fld>
            <a:endParaRPr lang="zh-CN" altLang="en-US"/>
          </a:p>
        </p:txBody>
      </p:sp>
    </p:spTree>
    <p:extLst>
      <p:ext uri="{BB962C8B-B14F-4D97-AF65-F5344CB8AC3E}">
        <p14:creationId xmlns:p14="http://schemas.microsoft.com/office/powerpoint/2010/main" val="26724474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37</a:t>
            </a:fld>
            <a:endParaRPr lang="zh-CN" altLang="en-US"/>
          </a:p>
        </p:txBody>
      </p:sp>
    </p:spTree>
    <p:extLst>
      <p:ext uri="{BB962C8B-B14F-4D97-AF65-F5344CB8AC3E}">
        <p14:creationId xmlns:p14="http://schemas.microsoft.com/office/powerpoint/2010/main" val="11460602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r>
              <a:rPr lang="zh-CN" altLang="en-US" dirty="0"/>
              <a:t>：</a:t>
            </a:r>
            <a:r>
              <a:rPr lang="zh-CN" altLang="en-US" sz="1200" b="0" i="0" kern="1200" dirty="0">
                <a:solidFill>
                  <a:schemeClr val="tx1"/>
                </a:solidFill>
                <a:effectLst/>
                <a:latin typeface="+mn-lt"/>
                <a:ea typeface="+mn-ea"/>
                <a:cs typeface="+mn-cs"/>
              </a:rPr>
              <a:t>敏捷强调</a:t>
            </a:r>
            <a:r>
              <a:rPr lang="zh-CN" altLang="en-US" sz="1200" b="1" i="0" kern="1200" dirty="0">
                <a:solidFill>
                  <a:schemeClr val="tx1"/>
                </a:solidFill>
                <a:effectLst/>
                <a:latin typeface="+mn-lt"/>
                <a:ea typeface="+mn-ea"/>
                <a:cs typeface="+mn-cs"/>
              </a:rPr>
              <a:t>逐步细化</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Just-in-Time Planning</a:t>
            </a:r>
            <a:r>
              <a:rPr lang="zh-CN" altLang="en-US" sz="1200" b="0" i="0" kern="1200" dirty="0">
                <a:solidFill>
                  <a:schemeClr val="tx1"/>
                </a:solidFill>
                <a:effectLst/>
                <a:latin typeface="+mn-lt"/>
                <a:ea typeface="+mn-ea"/>
                <a:cs typeface="+mn-cs"/>
              </a:rPr>
              <a:t>），不追求提前定义所有活动。需求和任务会在迭代中不断澄清和调整</a:t>
            </a:r>
            <a:endParaRPr lang="en-US" altLang="zh-CN" dirty="0"/>
          </a:p>
          <a:p>
            <a:r>
              <a:rPr lang="en-US" altLang="zh-CN" dirty="0"/>
              <a:t>C</a:t>
            </a:r>
            <a:r>
              <a:rPr lang="zh-CN" altLang="en-US" dirty="0"/>
              <a:t>：</a:t>
            </a:r>
            <a:r>
              <a:rPr lang="zh-CN" altLang="en-US" sz="1200" b="0" i="0" kern="1200" dirty="0">
                <a:solidFill>
                  <a:schemeClr val="tx1"/>
                </a:solidFill>
                <a:effectLst/>
                <a:latin typeface="+mn-lt"/>
                <a:ea typeface="+mn-ea"/>
                <a:cs typeface="+mn-cs"/>
              </a:rPr>
              <a:t>预测式（瀑布）方法的特征</a:t>
            </a:r>
            <a:endParaRPr lang="en-US" altLang="zh-CN" dirty="0"/>
          </a:p>
          <a:p>
            <a:r>
              <a:rPr lang="zh-CN" altLang="en-US" dirty="0"/>
              <a:t>排除</a:t>
            </a:r>
            <a:r>
              <a:rPr lang="en-US" altLang="zh-CN" dirty="0"/>
              <a:t>AD</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38</a:t>
            </a:fld>
            <a:endParaRPr lang="zh-CN" altLang="en-US"/>
          </a:p>
        </p:txBody>
      </p:sp>
    </p:spTree>
    <p:extLst>
      <p:ext uri="{BB962C8B-B14F-4D97-AF65-F5344CB8AC3E}">
        <p14:creationId xmlns:p14="http://schemas.microsoft.com/office/powerpoint/2010/main" val="1292203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39</a:t>
            </a:fld>
            <a:endParaRPr lang="zh-CN" altLang="en-US"/>
          </a:p>
        </p:txBody>
      </p:sp>
    </p:spTree>
    <p:extLst>
      <p:ext uri="{BB962C8B-B14F-4D97-AF65-F5344CB8AC3E}">
        <p14:creationId xmlns:p14="http://schemas.microsoft.com/office/powerpoint/2010/main" val="13999989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r>
              <a:rPr lang="zh-CN" altLang="en-US" dirty="0"/>
              <a:t>；经典答案；从价值流图中消除</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40</a:t>
            </a:fld>
            <a:endParaRPr lang="zh-CN" altLang="en-US"/>
          </a:p>
        </p:txBody>
      </p:sp>
    </p:spTree>
    <p:extLst>
      <p:ext uri="{BB962C8B-B14F-4D97-AF65-F5344CB8AC3E}">
        <p14:creationId xmlns:p14="http://schemas.microsoft.com/office/powerpoint/2010/main" val="25429760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41</a:t>
            </a:fld>
            <a:endParaRPr lang="zh-CN" altLang="en-US"/>
          </a:p>
        </p:txBody>
      </p:sp>
    </p:spTree>
    <p:extLst>
      <p:ext uri="{BB962C8B-B14F-4D97-AF65-F5344CB8AC3E}">
        <p14:creationId xmlns:p14="http://schemas.microsoft.com/office/powerpoint/2010/main" val="32975387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r>
              <a:rPr lang="zh-CN" altLang="en-US" dirty="0"/>
              <a:t>：共同决定</a:t>
            </a:r>
            <a:endParaRPr lang="en-US" altLang="zh-CN" dirty="0"/>
          </a:p>
          <a:p>
            <a:r>
              <a:rPr lang="en-US" altLang="zh-CN" dirty="0"/>
              <a:t>D</a:t>
            </a:r>
            <a:r>
              <a:rPr lang="zh-CN" altLang="en-US" dirty="0"/>
              <a:t>：某个人决定</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42</a:t>
            </a:fld>
            <a:endParaRPr lang="zh-CN" altLang="en-US"/>
          </a:p>
        </p:txBody>
      </p:sp>
    </p:spTree>
    <p:extLst>
      <p:ext uri="{BB962C8B-B14F-4D97-AF65-F5344CB8AC3E}">
        <p14:creationId xmlns:p14="http://schemas.microsoft.com/office/powerpoint/2010/main" val="30773900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43</a:t>
            </a:fld>
            <a:endParaRPr lang="zh-CN" altLang="en-US"/>
          </a:p>
        </p:txBody>
      </p:sp>
    </p:spTree>
    <p:extLst>
      <p:ext uri="{BB962C8B-B14F-4D97-AF65-F5344CB8AC3E}">
        <p14:creationId xmlns:p14="http://schemas.microsoft.com/office/powerpoint/2010/main" val="42888922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44</a:t>
            </a:fld>
            <a:endParaRPr lang="zh-CN" altLang="en-US"/>
          </a:p>
        </p:txBody>
      </p:sp>
    </p:spTree>
    <p:extLst>
      <p:ext uri="{BB962C8B-B14F-4D97-AF65-F5344CB8AC3E}">
        <p14:creationId xmlns:p14="http://schemas.microsoft.com/office/powerpoint/2010/main" val="42933677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45</a:t>
            </a:fld>
            <a:endParaRPr lang="zh-CN" altLang="en-US"/>
          </a:p>
        </p:txBody>
      </p:sp>
    </p:spTree>
    <p:extLst>
      <p:ext uri="{BB962C8B-B14F-4D97-AF65-F5344CB8AC3E}">
        <p14:creationId xmlns:p14="http://schemas.microsoft.com/office/powerpoint/2010/main" val="17244020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以下为“范围外”项目内容： </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1. </a:t>
            </a:r>
            <a:r>
              <a:rPr lang="zh-CN" altLang="en-US" dirty="0"/>
              <a:t>维护现有系统的升级与更新</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2. </a:t>
            </a:r>
            <a:r>
              <a:rPr lang="zh-CN" altLang="en-US" dirty="0"/>
              <a:t>为项目提供长期的技术支持</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3. </a:t>
            </a:r>
            <a:r>
              <a:rPr lang="zh-CN" altLang="en-US" dirty="0"/>
              <a:t>负责项目的市场营销与推广 </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4. </a:t>
            </a:r>
            <a:r>
              <a:rPr lang="zh-CN" altLang="en-US" dirty="0"/>
              <a:t>完成项目外的任何额外研究或调查 </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5. </a:t>
            </a:r>
            <a:r>
              <a:rPr lang="zh-CN" altLang="en-US" dirty="0"/>
              <a:t>项目相关的法律、税务咨询 </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6. </a:t>
            </a:r>
            <a:r>
              <a:rPr lang="zh-CN" altLang="en-US" dirty="0"/>
              <a:t>项目相关的内部培训与指导 </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7. </a:t>
            </a:r>
            <a:r>
              <a:rPr lang="zh-CN" altLang="en-US" dirty="0"/>
              <a:t>项目的扩展功能开发，除非在合同中特别约定 </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8. </a:t>
            </a:r>
            <a:r>
              <a:rPr lang="zh-CN" altLang="en-US" dirty="0"/>
              <a:t>任何不在合同明确范围内的工作内容</a:t>
            </a:r>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59</a:t>
            </a:fld>
            <a:endParaRPr lang="zh-CN" altLang="en-US"/>
          </a:p>
        </p:txBody>
      </p:sp>
    </p:spTree>
    <p:extLst>
      <p:ext uri="{BB962C8B-B14F-4D97-AF65-F5344CB8AC3E}">
        <p14:creationId xmlns:p14="http://schemas.microsoft.com/office/powerpoint/2010/main" val="42532043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这是不切实际的。这影响了建设预算，承包商的利润空间以及进度表。</a:t>
            </a:r>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60</a:t>
            </a:fld>
            <a:endParaRPr lang="zh-CN" altLang="en-US"/>
          </a:p>
        </p:txBody>
      </p:sp>
    </p:spTree>
    <p:extLst>
      <p:ext uri="{BB962C8B-B14F-4D97-AF65-F5344CB8AC3E}">
        <p14:creationId xmlns:p14="http://schemas.microsoft.com/office/powerpoint/2010/main" val="28835983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这将影响材料、设计和生产时间，削减预算和时间表</a:t>
            </a:r>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61</a:t>
            </a:fld>
            <a:endParaRPr lang="zh-CN" altLang="en-US"/>
          </a:p>
        </p:txBody>
      </p:sp>
    </p:spTree>
    <p:extLst>
      <p:ext uri="{BB962C8B-B14F-4D97-AF65-F5344CB8AC3E}">
        <p14:creationId xmlns:p14="http://schemas.microsoft.com/office/powerpoint/2010/main" val="249654391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E2664E-0A19-F89A-0C2E-727CEAF340B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8438AE-0AD8-259B-8EE5-02216CBE931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87C37A3-9B26-1C71-6809-EB8217787F86}"/>
              </a:ext>
            </a:extLst>
          </p:cNvPr>
          <p:cNvSpPr>
            <a:spLocks noGrp="1"/>
          </p:cNvSpPr>
          <p:nvPr>
            <p:ph type="body" idx="1"/>
          </p:nvPr>
        </p:nvSpPr>
        <p:spPr/>
        <p:txBody>
          <a:bodyPr/>
          <a:lstStyle/>
          <a:p>
            <a:r>
              <a:rPr lang="en-US" altLang="zh-CN" sz="1200" b="0" i="0" kern="1200" dirty="0">
                <a:solidFill>
                  <a:schemeClr val="tx1"/>
                </a:solidFill>
                <a:effectLst/>
                <a:latin typeface="+mn-lt"/>
                <a:ea typeface="+mn-ea"/>
                <a:cs typeface="+mn-cs"/>
              </a:rPr>
              <a:t>Scope Management Plan</a:t>
            </a:r>
          </a:p>
          <a:p>
            <a:r>
              <a:rPr lang="en-US" altLang="zh-CN" sz="1200" b="0" i="0" kern="1200" dirty="0">
                <a:solidFill>
                  <a:schemeClr val="tx1"/>
                </a:solidFill>
                <a:effectLst/>
                <a:latin typeface="+mn-lt"/>
                <a:ea typeface="+mn-ea"/>
                <a:cs typeface="+mn-cs"/>
              </a:rPr>
              <a:t>Requirements Management Plan</a:t>
            </a:r>
          </a:p>
          <a:p>
            <a:r>
              <a:rPr lang="zh-CN" altLang="en-US" sz="1200" b="0" i="0" kern="1200" dirty="0">
                <a:solidFill>
                  <a:schemeClr val="tx1"/>
                </a:solidFill>
                <a:effectLst/>
                <a:latin typeface="+mn-lt"/>
                <a:ea typeface="+mn-ea"/>
                <a:cs typeface="+mn-cs"/>
              </a:rPr>
              <a:t>组织过程资产：经验教训</a:t>
            </a:r>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事业环境因素：人力管理制度</a:t>
            </a:r>
            <a:endParaRPr lang="zh-CN" altLang="en-US" dirty="0"/>
          </a:p>
        </p:txBody>
      </p:sp>
      <p:sp>
        <p:nvSpPr>
          <p:cNvPr id="4" name="灯片编号占位符 3">
            <a:extLst>
              <a:ext uri="{FF2B5EF4-FFF2-40B4-BE49-F238E27FC236}">
                <a16:creationId xmlns:a16="http://schemas.microsoft.com/office/drawing/2014/main" id="{853AD7A3-A5D3-46E5-A0E2-011047672515}"/>
              </a:ext>
            </a:extLst>
          </p:cNvPr>
          <p:cNvSpPr>
            <a:spLocks noGrp="1"/>
          </p:cNvSpPr>
          <p:nvPr>
            <p:ph type="sldNum" sz="quarter" idx="5"/>
          </p:nvPr>
        </p:nvSpPr>
        <p:spPr/>
        <p:txBody>
          <a:bodyPr/>
          <a:lstStyle/>
          <a:p>
            <a:fld id="{6D27E3F6-C3AC-4131-BD60-F31F1EE091B2}" type="slidenum">
              <a:rPr lang="zh-CN" altLang="en-US" smtClean="0"/>
              <a:t>63</a:t>
            </a:fld>
            <a:endParaRPr lang="zh-CN" altLang="en-US"/>
          </a:p>
        </p:txBody>
      </p:sp>
    </p:spTree>
    <p:extLst>
      <p:ext uri="{BB962C8B-B14F-4D97-AF65-F5344CB8AC3E}">
        <p14:creationId xmlns:p14="http://schemas.microsoft.com/office/powerpoint/2010/main" val="328430768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正式验收已完成的可交付成果，确保它们符合范围基准</a:t>
            </a:r>
            <a:endParaRPr lang="en-US" altLang="zh-CN" dirty="0"/>
          </a:p>
          <a:p>
            <a:r>
              <a:rPr lang="zh-CN" altLang="en-US" dirty="0"/>
              <a:t>范围确认 ≠ 质量控制</a:t>
            </a:r>
            <a:endParaRPr lang="en-US" altLang="zh-CN" dirty="0"/>
          </a:p>
          <a:p>
            <a:r>
              <a:rPr lang="en-US" altLang="zh-CN" dirty="0"/>
              <a:t>B</a:t>
            </a:r>
            <a:r>
              <a:rPr lang="zh-CN" altLang="en-US" dirty="0"/>
              <a:t>；这是质量控制过程</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64</a:t>
            </a:fld>
            <a:endParaRPr lang="zh-CN" altLang="en-US"/>
          </a:p>
        </p:txBody>
      </p:sp>
    </p:spTree>
    <p:extLst>
      <p:ext uri="{BB962C8B-B14F-4D97-AF65-F5344CB8AC3E}">
        <p14:creationId xmlns:p14="http://schemas.microsoft.com/office/powerpoint/2010/main" val="32936870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p>
          <a:p>
            <a:r>
              <a:rPr lang="zh-CN" altLang="en-US" dirty="0"/>
              <a:t>与干系人无关</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65</a:t>
            </a:fld>
            <a:endParaRPr lang="zh-CN" altLang="en-US"/>
          </a:p>
        </p:txBody>
      </p:sp>
    </p:spTree>
    <p:extLst>
      <p:ext uri="{BB962C8B-B14F-4D97-AF65-F5344CB8AC3E}">
        <p14:creationId xmlns:p14="http://schemas.microsoft.com/office/powerpoint/2010/main" val="70028041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66</a:t>
            </a:fld>
            <a:endParaRPr lang="zh-CN" altLang="en-US"/>
          </a:p>
        </p:txBody>
      </p:sp>
    </p:spTree>
    <p:extLst>
      <p:ext uri="{BB962C8B-B14F-4D97-AF65-F5344CB8AC3E}">
        <p14:creationId xmlns:p14="http://schemas.microsoft.com/office/powerpoint/2010/main" val="20995062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74</a:t>
            </a:fld>
            <a:endParaRPr lang="zh-CN" altLang="en-US"/>
          </a:p>
        </p:txBody>
      </p:sp>
    </p:spTree>
    <p:extLst>
      <p:ext uri="{BB962C8B-B14F-4D97-AF65-F5344CB8AC3E}">
        <p14:creationId xmlns:p14="http://schemas.microsoft.com/office/powerpoint/2010/main" val="7894376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开发：透明</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81</a:t>
            </a:fld>
            <a:endParaRPr lang="zh-CN" altLang="en-US"/>
          </a:p>
        </p:txBody>
      </p:sp>
    </p:spTree>
    <p:extLst>
      <p:ext uri="{BB962C8B-B14F-4D97-AF65-F5344CB8AC3E}">
        <p14:creationId xmlns:p14="http://schemas.microsoft.com/office/powerpoint/2010/main" val="28767035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82</a:t>
            </a:fld>
            <a:endParaRPr lang="zh-CN" altLang="en-US"/>
          </a:p>
        </p:txBody>
      </p:sp>
    </p:spTree>
    <p:extLst>
      <p:ext uri="{BB962C8B-B14F-4D97-AF65-F5344CB8AC3E}">
        <p14:creationId xmlns:p14="http://schemas.microsoft.com/office/powerpoint/2010/main" val="38610017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PO</a:t>
            </a:r>
            <a:r>
              <a:rPr lang="zh-CN" altLang="en-US" dirty="0"/>
              <a:t>：关注产品本身；根据价值排序</a:t>
            </a:r>
            <a:endParaRPr lang="en-US" altLang="zh-CN" dirty="0"/>
          </a:p>
          <a:p>
            <a:r>
              <a:rPr lang="en-US" altLang="zh-CN" dirty="0" err="1"/>
              <a:t>Msater</a:t>
            </a:r>
            <a:r>
              <a:rPr lang="zh-CN" altLang="en-US" dirty="0"/>
              <a:t>：项目经理、促进者、团队领导、</a:t>
            </a:r>
            <a:r>
              <a:rPr lang="en-US" altLang="zh-CN" dirty="0"/>
              <a:t>scrum</a:t>
            </a:r>
            <a:r>
              <a:rPr lang="zh-CN" altLang="en-US" dirty="0"/>
              <a:t>主管；仆人式领导</a:t>
            </a:r>
            <a:r>
              <a:rPr lang="en-US" altLang="zh-CN" dirty="0"/>
              <a:t>a servant-leader</a:t>
            </a:r>
            <a:r>
              <a:rPr lang="zh-CN" altLang="en-US" dirty="0"/>
              <a:t>、催化剂、老母鸡</a:t>
            </a:r>
            <a:endParaRPr lang="en-US" altLang="zh-CN"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87</a:t>
            </a:fld>
            <a:endParaRPr lang="zh-CN" altLang="en-US"/>
          </a:p>
        </p:txBody>
      </p:sp>
    </p:spTree>
    <p:extLst>
      <p:ext uri="{BB962C8B-B14F-4D97-AF65-F5344CB8AC3E}">
        <p14:creationId xmlns:p14="http://schemas.microsoft.com/office/powerpoint/2010/main" val="423208807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83A18-A8BC-4089-5A75-422129070BD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E52A0FB-9913-CC99-E989-693E8A8FD3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D950F57-7FF7-CCC9-D4BE-E81DB647C152}"/>
              </a:ext>
            </a:extLst>
          </p:cNvPr>
          <p:cNvSpPr>
            <a:spLocks noGrp="1"/>
          </p:cNvSpPr>
          <p:nvPr>
            <p:ph type="body" idx="1"/>
          </p:nvPr>
        </p:nvSpPr>
        <p:spPr/>
        <p:txBody>
          <a:bodyPr/>
          <a:lstStyle/>
          <a:p>
            <a:r>
              <a:rPr lang="en-US" altLang="zh-CN" dirty="0"/>
              <a:t>PO</a:t>
            </a:r>
            <a:r>
              <a:rPr lang="zh-CN" altLang="en-US" dirty="0"/>
              <a:t>：关注产品本身；根据价值排序</a:t>
            </a:r>
            <a:endParaRPr lang="en-US" altLang="zh-CN" dirty="0"/>
          </a:p>
          <a:p>
            <a:r>
              <a:rPr lang="en-US" altLang="zh-CN" dirty="0" err="1"/>
              <a:t>Msater</a:t>
            </a:r>
            <a:r>
              <a:rPr lang="zh-CN" altLang="en-US" dirty="0"/>
              <a:t>：项目经理、促进者、团队领导、</a:t>
            </a:r>
            <a:r>
              <a:rPr lang="en-US" altLang="zh-CN" dirty="0"/>
              <a:t>scrum</a:t>
            </a:r>
            <a:r>
              <a:rPr lang="zh-CN" altLang="en-US" dirty="0"/>
              <a:t>主管；仆人式领导</a:t>
            </a:r>
            <a:r>
              <a:rPr lang="en-US" altLang="zh-CN" dirty="0"/>
              <a:t>a servant-leader</a:t>
            </a:r>
            <a:r>
              <a:rPr lang="zh-CN" altLang="en-US" dirty="0"/>
              <a:t>、催化剂、老母鸡</a:t>
            </a:r>
            <a:endParaRPr lang="en-US" altLang="zh-CN" dirty="0"/>
          </a:p>
        </p:txBody>
      </p:sp>
      <p:sp>
        <p:nvSpPr>
          <p:cNvPr id="4" name="灯片编号占位符 3">
            <a:extLst>
              <a:ext uri="{FF2B5EF4-FFF2-40B4-BE49-F238E27FC236}">
                <a16:creationId xmlns:a16="http://schemas.microsoft.com/office/drawing/2014/main" id="{711DF6DB-172C-C723-2E5B-A4E8E68BC5BC}"/>
              </a:ext>
            </a:extLst>
          </p:cNvPr>
          <p:cNvSpPr>
            <a:spLocks noGrp="1"/>
          </p:cNvSpPr>
          <p:nvPr>
            <p:ph type="sldNum" sz="quarter" idx="5"/>
          </p:nvPr>
        </p:nvSpPr>
        <p:spPr/>
        <p:txBody>
          <a:bodyPr/>
          <a:lstStyle/>
          <a:p>
            <a:fld id="{6D27E3F6-C3AC-4131-BD60-F31F1EE091B2}" type="slidenum">
              <a:rPr lang="zh-CN" altLang="en-US" smtClean="0"/>
              <a:t>89</a:t>
            </a:fld>
            <a:endParaRPr lang="zh-CN" altLang="en-US"/>
          </a:p>
        </p:txBody>
      </p:sp>
    </p:spTree>
    <p:extLst>
      <p:ext uri="{BB962C8B-B14F-4D97-AF65-F5344CB8AC3E}">
        <p14:creationId xmlns:p14="http://schemas.microsoft.com/office/powerpoint/2010/main" val="33315752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r>
              <a:rPr lang="zh-CN" altLang="en-US" dirty="0"/>
              <a:t>；</a:t>
            </a:r>
            <a:r>
              <a:rPr lang="en-US" altLang="zh-CN" dirty="0"/>
              <a:t>PO</a:t>
            </a:r>
            <a:r>
              <a:rPr lang="zh-CN" altLang="en-US" dirty="0"/>
              <a:t>对接客户，收集需求</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90</a:t>
            </a:fld>
            <a:endParaRPr lang="zh-CN" altLang="en-US"/>
          </a:p>
        </p:txBody>
      </p:sp>
    </p:spTree>
    <p:extLst>
      <p:ext uri="{BB962C8B-B14F-4D97-AF65-F5344CB8AC3E}">
        <p14:creationId xmlns:p14="http://schemas.microsoft.com/office/powerpoint/2010/main" val="31257009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r>
              <a:rPr lang="zh-CN" altLang="en-US" dirty="0"/>
              <a:t>：</a:t>
            </a:r>
            <a:r>
              <a:rPr lang="en-US" altLang="zh-CN" dirty="0"/>
              <a:t>PO</a:t>
            </a:r>
            <a:r>
              <a:rPr lang="zh-CN" altLang="en-US" dirty="0"/>
              <a:t>关注点偏离</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91</a:t>
            </a:fld>
            <a:endParaRPr lang="zh-CN" altLang="en-US"/>
          </a:p>
        </p:txBody>
      </p:sp>
    </p:spTree>
    <p:extLst>
      <p:ext uri="{BB962C8B-B14F-4D97-AF65-F5344CB8AC3E}">
        <p14:creationId xmlns:p14="http://schemas.microsoft.com/office/powerpoint/2010/main" val="24024645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
            </a:r>
            <a:r>
              <a:rPr lang="zh-CN" altLang="en-US" dirty="0"/>
              <a:t>；</a:t>
            </a:r>
            <a:r>
              <a:rPr lang="en-US" altLang="zh-CN" dirty="0"/>
              <a:t>PO</a:t>
            </a:r>
            <a:r>
              <a:rPr lang="zh-CN" altLang="en-US" dirty="0"/>
              <a:t>负责定义优先级</a:t>
            </a:r>
            <a:endParaRPr lang="en-US" altLang="zh-CN" dirty="0"/>
          </a:p>
          <a:p>
            <a:r>
              <a:rPr lang="en-US" altLang="zh-CN" dirty="0"/>
              <a:t>B</a:t>
            </a:r>
            <a:r>
              <a:rPr lang="zh-CN" altLang="en-US" dirty="0"/>
              <a:t>排除</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92</a:t>
            </a:fld>
            <a:endParaRPr lang="zh-CN" altLang="en-US"/>
          </a:p>
        </p:txBody>
      </p:sp>
    </p:spTree>
    <p:extLst>
      <p:ext uri="{BB962C8B-B14F-4D97-AF65-F5344CB8AC3E}">
        <p14:creationId xmlns:p14="http://schemas.microsoft.com/office/powerpoint/2010/main" val="42073967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排除</a:t>
            </a:r>
            <a:r>
              <a:rPr lang="en-US" altLang="zh-CN" dirty="0"/>
              <a:t>AD</a:t>
            </a:r>
          </a:p>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93</a:t>
            </a:fld>
            <a:endParaRPr lang="zh-CN" altLang="en-US"/>
          </a:p>
        </p:txBody>
      </p:sp>
    </p:spTree>
    <p:extLst>
      <p:ext uri="{BB962C8B-B14F-4D97-AF65-F5344CB8AC3E}">
        <p14:creationId xmlns:p14="http://schemas.microsoft.com/office/powerpoint/2010/main" val="176816716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mn-lt"/>
                <a:ea typeface="+mn-ea"/>
                <a:cs typeface="+mn-cs"/>
              </a:rPr>
              <a:t>典型的 </a:t>
            </a:r>
            <a:r>
              <a:rPr lang="zh-CN" altLang="en-US" sz="1200" b="1" i="0" kern="1200" dirty="0">
                <a:solidFill>
                  <a:schemeClr val="tx1"/>
                </a:solidFill>
                <a:effectLst/>
                <a:latin typeface="+mn-lt"/>
                <a:ea typeface="+mn-ea"/>
                <a:cs typeface="+mn-cs"/>
              </a:rPr>
              <a:t>“变更干扰”场景</a:t>
            </a:r>
            <a:r>
              <a:rPr lang="zh-CN" altLang="en-US" sz="1200" b="0" i="0" kern="1200" dirty="0">
                <a:solidFill>
                  <a:schemeClr val="tx1"/>
                </a:solidFill>
                <a:effectLst/>
                <a:latin typeface="+mn-lt"/>
                <a:ea typeface="+mn-ea"/>
                <a:cs typeface="+mn-cs"/>
              </a:rPr>
              <a:t>，考验 </a:t>
            </a:r>
            <a:r>
              <a:rPr lang="en-US" altLang="zh-CN" sz="1200" b="0" i="0" kern="1200" dirty="0">
                <a:solidFill>
                  <a:schemeClr val="tx1"/>
                </a:solidFill>
                <a:effectLst/>
                <a:latin typeface="+mn-lt"/>
                <a:ea typeface="+mn-ea"/>
                <a:cs typeface="+mn-cs"/>
              </a:rPr>
              <a:t>Scrum Master </a:t>
            </a:r>
            <a:r>
              <a:rPr lang="zh-CN" altLang="en-US" sz="1200" b="0" i="0" kern="1200" dirty="0">
                <a:solidFill>
                  <a:schemeClr val="tx1"/>
                </a:solidFill>
                <a:effectLst/>
                <a:latin typeface="+mn-lt"/>
                <a:ea typeface="+mn-ea"/>
                <a:cs typeface="+mn-cs"/>
              </a:rPr>
              <a:t>是否能坚持原则、保护团队专注力</a:t>
            </a:r>
            <a:endParaRPr lang="en-US" altLang="zh-CN" dirty="0"/>
          </a:p>
          <a:p>
            <a:r>
              <a:rPr lang="zh-CN" altLang="en-US" dirty="0"/>
              <a:t>排除</a:t>
            </a:r>
            <a:r>
              <a:rPr lang="en-US" altLang="zh-CN" dirty="0"/>
              <a:t>ACD</a:t>
            </a:r>
            <a:r>
              <a:rPr lang="zh-CN" altLang="en-US" dirty="0"/>
              <a:t>，</a:t>
            </a:r>
            <a:r>
              <a:rPr lang="en-US" altLang="zh-CN" dirty="0"/>
              <a:t>master </a:t>
            </a:r>
            <a:r>
              <a:rPr lang="zh-CN" altLang="en-US" dirty="0"/>
              <a:t>无权添加</a:t>
            </a:r>
            <a:endParaRPr lang="en-US" altLang="zh-CN" dirty="0"/>
          </a:p>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94</a:t>
            </a:fld>
            <a:endParaRPr lang="zh-CN" altLang="en-US"/>
          </a:p>
        </p:txBody>
      </p:sp>
    </p:spTree>
    <p:extLst>
      <p:ext uri="{BB962C8B-B14F-4D97-AF65-F5344CB8AC3E}">
        <p14:creationId xmlns:p14="http://schemas.microsoft.com/office/powerpoint/2010/main" val="254175502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p>
          <a:p>
            <a:r>
              <a:rPr lang="zh-CN" altLang="en-US" dirty="0"/>
              <a:t>排除</a:t>
            </a:r>
            <a:r>
              <a:rPr lang="en-US" altLang="zh-CN" dirty="0"/>
              <a:t>BC</a:t>
            </a:r>
            <a:r>
              <a:rPr lang="zh-CN" altLang="en-US" dirty="0"/>
              <a:t>；相关方没有时间频繁参加每日站会</a:t>
            </a:r>
            <a:endParaRPr lang="en-US" altLang="zh-CN" dirty="0"/>
          </a:p>
          <a:p>
            <a:r>
              <a:rPr lang="en-US" altLang="zh-CN" dirty="0"/>
              <a:t>D</a:t>
            </a:r>
            <a:r>
              <a:rPr lang="zh-CN" altLang="en-US" dirty="0"/>
              <a:t>：做了，但是没有做到位</a:t>
            </a:r>
            <a:endParaRPr lang="en-US" altLang="zh-CN"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95</a:t>
            </a:fld>
            <a:endParaRPr lang="zh-CN" altLang="en-US"/>
          </a:p>
        </p:txBody>
      </p:sp>
    </p:spTree>
    <p:extLst>
      <p:ext uri="{BB962C8B-B14F-4D97-AF65-F5344CB8AC3E}">
        <p14:creationId xmlns:p14="http://schemas.microsoft.com/office/powerpoint/2010/main" val="3168184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96</a:t>
            </a:fld>
            <a:endParaRPr lang="zh-CN" altLang="en-US"/>
          </a:p>
        </p:txBody>
      </p:sp>
    </p:spTree>
    <p:extLst>
      <p:ext uri="{BB962C8B-B14F-4D97-AF65-F5344CB8AC3E}">
        <p14:creationId xmlns:p14="http://schemas.microsoft.com/office/powerpoint/2010/main" val="35020128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排除</a:t>
            </a:r>
            <a:r>
              <a:rPr lang="en-US" altLang="zh-CN" dirty="0"/>
              <a:t>A</a:t>
            </a:r>
          </a:p>
          <a:p>
            <a:r>
              <a:rPr lang="en-US" altLang="zh-CN" dirty="0"/>
              <a:t>C</a:t>
            </a:r>
            <a:r>
              <a:rPr lang="zh-CN" altLang="en-US" dirty="0"/>
              <a:t>：提醒和辅导；不等于“替团队做事”，而是“移除障碍，让团队能自己做成事”</a:t>
            </a:r>
            <a:r>
              <a:rPr lang="en-US" altLang="zh-CN" dirty="0"/>
              <a:t>——</a:t>
            </a:r>
            <a:r>
              <a:rPr lang="zh-CN" altLang="en-US" dirty="0"/>
              <a:t>这正是最高级的赋能</a:t>
            </a:r>
            <a:endParaRPr lang="en-US" altLang="zh-CN" dirty="0"/>
          </a:p>
          <a:p>
            <a:r>
              <a:rPr lang="en-US" altLang="zh-CN" dirty="0"/>
              <a:t>B</a:t>
            </a:r>
            <a:r>
              <a:rPr lang="zh-CN" altLang="en-US" dirty="0"/>
              <a:t>：存疑；虽然温和，但流于表面，无法解决根本问题</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97</a:t>
            </a:fld>
            <a:endParaRPr lang="zh-CN" altLang="en-US"/>
          </a:p>
        </p:txBody>
      </p:sp>
    </p:spTree>
    <p:extLst>
      <p:ext uri="{BB962C8B-B14F-4D97-AF65-F5344CB8AC3E}">
        <p14:creationId xmlns:p14="http://schemas.microsoft.com/office/powerpoint/2010/main" val="38530862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p>
          <a:p>
            <a:r>
              <a:rPr lang="zh-CN" altLang="en-US" dirty="0"/>
              <a:t>排除</a:t>
            </a:r>
            <a:r>
              <a:rPr lang="en-US" altLang="zh-CN" dirty="0"/>
              <a:t>D</a:t>
            </a:r>
            <a:r>
              <a:rPr lang="zh-CN" altLang="en-US" dirty="0"/>
              <a:t>：技术不归你管</a:t>
            </a:r>
            <a:endParaRPr lang="en-US" altLang="zh-CN" dirty="0"/>
          </a:p>
          <a:p>
            <a:r>
              <a:rPr lang="en-US" altLang="zh-CN" dirty="0"/>
              <a:t>B</a:t>
            </a:r>
            <a:r>
              <a:rPr lang="zh-CN" altLang="en-US" dirty="0"/>
              <a:t>：计划会由</a:t>
            </a:r>
            <a:r>
              <a:rPr lang="en-US" altLang="zh-CN" dirty="0"/>
              <a:t>PO</a:t>
            </a:r>
            <a:r>
              <a:rPr lang="zh-CN" altLang="en-US" dirty="0"/>
              <a:t>主导</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98</a:t>
            </a:fld>
            <a:endParaRPr lang="zh-CN" altLang="en-US"/>
          </a:p>
        </p:txBody>
      </p:sp>
    </p:spTree>
    <p:extLst>
      <p:ext uri="{BB962C8B-B14F-4D97-AF65-F5344CB8AC3E}">
        <p14:creationId xmlns:p14="http://schemas.microsoft.com/office/powerpoint/2010/main" val="47445031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排除</a:t>
            </a:r>
            <a:r>
              <a:rPr lang="en-US" altLang="zh-CN" dirty="0"/>
              <a:t>AC</a:t>
            </a:r>
          </a:p>
          <a:p>
            <a:r>
              <a:rPr lang="en-US" altLang="zh-CN" dirty="0"/>
              <a:t>B</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99</a:t>
            </a:fld>
            <a:endParaRPr lang="zh-CN" altLang="en-US"/>
          </a:p>
        </p:txBody>
      </p:sp>
    </p:spTree>
    <p:extLst>
      <p:ext uri="{BB962C8B-B14F-4D97-AF65-F5344CB8AC3E}">
        <p14:creationId xmlns:p14="http://schemas.microsoft.com/office/powerpoint/2010/main" val="305290462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
            </a:r>
            <a:r>
              <a:rPr lang="zh-CN" altLang="en-US" dirty="0"/>
              <a:t>：</a:t>
            </a:r>
            <a:r>
              <a:rPr lang="zh-CN" altLang="en-US" sz="1200" b="0" i="0" kern="1200" dirty="0">
                <a:solidFill>
                  <a:schemeClr val="tx1"/>
                </a:solidFill>
                <a:effectLst/>
                <a:latin typeface="+mn-lt"/>
                <a:ea typeface="+mn-ea"/>
                <a:cs typeface="+mn-cs"/>
              </a:rPr>
              <a:t>核心职责之一：移除障碍 </a:t>
            </a:r>
            <a:r>
              <a:rPr lang="en-US" altLang="zh-CN" sz="1200" b="0" i="0" kern="1200" dirty="0">
                <a:solidFill>
                  <a:schemeClr val="tx1"/>
                </a:solidFill>
                <a:effectLst/>
                <a:latin typeface="+mn-lt"/>
                <a:ea typeface="+mn-ea"/>
                <a:cs typeface="+mn-cs"/>
              </a:rPr>
              <a:t>Impediment</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100</a:t>
            </a:fld>
            <a:endParaRPr lang="zh-CN" altLang="en-US"/>
          </a:p>
        </p:txBody>
      </p:sp>
    </p:spTree>
    <p:extLst>
      <p:ext uri="{BB962C8B-B14F-4D97-AF65-F5344CB8AC3E}">
        <p14:creationId xmlns:p14="http://schemas.microsoft.com/office/powerpoint/2010/main" val="219220838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p>
          <a:p>
            <a:r>
              <a:rPr lang="zh-CN" altLang="en-US" dirty="0"/>
              <a:t>排除</a:t>
            </a:r>
            <a:r>
              <a:rPr lang="en-US" altLang="zh-CN" dirty="0"/>
              <a:t>D</a:t>
            </a:r>
            <a:r>
              <a:rPr lang="zh-CN" altLang="en-US" dirty="0"/>
              <a:t>：关键、虚拟</a:t>
            </a:r>
            <a:endParaRPr lang="en-US" altLang="zh-CN"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101</a:t>
            </a:fld>
            <a:endParaRPr lang="zh-CN" altLang="en-US"/>
          </a:p>
        </p:txBody>
      </p:sp>
    </p:spTree>
    <p:extLst>
      <p:ext uri="{BB962C8B-B14F-4D97-AF65-F5344CB8AC3E}">
        <p14:creationId xmlns:p14="http://schemas.microsoft.com/office/powerpoint/2010/main" val="23853548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102</a:t>
            </a:fld>
            <a:endParaRPr lang="zh-CN" altLang="en-US"/>
          </a:p>
        </p:txBody>
      </p:sp>
    </p:spTree>
    <p:extLst>
      <p:ext uri="{BB962C8B-B14F-4D97-AF65-F5344CB8AC3E}">
        <p14:creationId xmlns:p14="http://schemas.microsoft.com/office/powerpoint/2010/main" val="97627132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r>
              <a:rPr lang="zh-CN" altLang="en-US" dirty="0"/>
              <a:t>：人数</a:t>
            </a:r>
            <a:r>
              <a:rPr lang="en-US" altLang="zh-CN" dirty="0"/>
              <a:t>5-9</a:t>
            </a:r>
            <a:r>
              <a:rPr lang="zh-CN" altLang="en-US" dirty="0"/>
              <a:t>人为宜</a:t>
            </a:r>
            <a:endParaRPr lang="en-US" altLang="zh-CN" dirty="0"/>
          </a:p>
          <a:p>
            <a:r>
              <a:rPr lang="en-US" altLang="zh-CN" dirty="0"/>
              <a:t>C</a:t>
            </a:r>
            <a:r>
              <a:rPr lang="zh-CN" altLang="en-US" dirty="0"/>
              <a:t>：</a:t>
            </a:r>
            <a:r>
              <a:rPr lang="en-US" altLang="zh-CN" dirty="0"/>
              <a:t>15</a:t>
            </a:r>
            <a:r>
              <a:rPr lang="zh-CN" altLang="en-US" dirty="0"/>
              <a:t>分钟；避免太长</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103</a:t>
            </a:fld>
            <a:endParaRPr lang="zh-CN" altLang="en-US"/>
          </a:p>
        </p:txBody>
      </p:sp>
    </p:spTree>
    <p:extLst>
      <p:ext uri="{BB962C8B-B14F-4D97-AF65-F5344CB8AC3E}">
        <p14:creationId xmlns:p14="http://schemas.microsoft.com/office/powerpoint/2010/main" val="339081825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p>
          <a:p>
            <a:r>
              <a:rPr lang="en-US" altLang="zh-CN" dirty="0"/>
              <a:t>B</a:t>
            </a:r>
            <a:r>
              <a:rPr lang="zh-CN" altLang="en-US" dirty="0"/>
              <a:t>：错在而不是</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104</a:t>
            </a:fld>
            <a:endParaRPr lang="zh-CN" altLang="en-US"/>
          </a:p>
        </p:txBody>
      </p:sp>
    </p:spTree>
    <p:extLst>
      <p:ext uri="{BB962C8B-B14F-4D97-AF65-F5344CB8AC3E}">
        <p14:creationId xmlns:p14="http://schemas.microsoft.com/office/powerpoint/2010/main" val="367863359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排除</a:t>
            </a:r>
            <a:r>
              <a:rPr lang="en-US" altLang="zh-CN" dirty="0"/>
              <a:t>AD</a:t>
            </a:r>
          </a:p>
          <a:p>
            <a:r>
              <a:rPr lang="en-US" altLang="zh-CN" dirty="0"/>
              <a:t>B</a:t>
            </a:r>
            <a:r>
              <a:rPr lang="zh-CN" altLang="en-US" dirty="0"/>
              <a:t>：不能代表用户反馈</a:t>
            </a:r>
            <a:endParaRPr lang="en-US" altLang="zh-CN" dirty="0"/>
          </a:p>
          <a:p>
            <a:r>
              <a:rPr lang="en-US" altLang="zh-CN" dirty="0"/>
              <a:t>C</a:t>
            </a:r>
            <a:r>
              <a:rPr lang="zh-CN" altLang="en-US" dirty="0"/>
              <a:t>：在约束条件下创新地获取真实反馈</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105</a:t>
            </a:fld>
            <a:endParaRPr lang="zh-CN" altLang="en-US"/>
          </a:p>
        </p:txBody>
      </p:sp>
    </p:spTree>
    <p:extLst>
      <p:ext uri="{BB962C8B-B14F-4D97-AF65-F5344CB8AC3E}">
        <p14:creationId xmlns:p14="http://schemas.microsoft.com/office/powerpoint/2010/main" val="24636370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排除</a:t>
            </a:r>
            <a:r>
              <a:rPr lang="en-US" altLang="zh-CN" dirty="0"/>
              <a:t>D</a:t>
            </a:r>
          </a:p>
          <a:p>
            <a:r>
              <a:rPr lang="zh-CN" altLang="en-US" dirty="0"/>
              <a:t>排除</a:t>
            </a:r>
            <a:r>
              <a:rPr lang="en-US" altLang="zh-CN" dirty="0"/>
              <a:t>B</a:t>
            </a:r>
            <a:r>
              <a:rPr lang="zh-CN" altLang="en-US" dirty="0"/>
              <a:t>：技术</a:t>
            </a:r>
            <a:endParaRPr lang="en-US" altLang="zh-CN" dirty="0"/>
          </a:p>
          <a:p>
            <a:r>
              <a:rPr lang="en-US" altLang="zh-CN" dirty="0"/>
              <a:t>C</a:t>
            </a:r>
            <a:r>
              <a:rPr lang="zh-CN" altLang="en-US" dirty="0"/>
              <a:t>：属于参与</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106</a:t>
            </a:fld>
            <a:endParaRPr lang="zh-CN" altLang="en-US"/>
          </a:p>
        </p:txBody>
      </p:sp>
    </p:spTree>
    <p:extLst>
      <p:ext uri="{BB962C8B-B14F-4D97-AF65-F5344CB8AC3E}">
        <p14:creationId xmlns:p14="http://schemas.microsoft.com/office/powerpoint/2010/main" val="78000608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err="1"/>
              <a:t>Planing</a:t>
            </a:r>
            <a:r>
              <a:rPr lang="zh-CN" altLang="en-US" dirty="0"/>
              <a:t>：</a:t>
            </a:r>
            <a:r>
              <a:rPr lang="en-US" altLang="zh-CN" dirty="0"/>
              <a:t>eight hours for a one-month Sprint</a:t>
            </a:r>
            <a:r>
              <a:rPr lang="zh-CN" altLang="en-US" dirty="0"/>
              <a:t>；</a:t>
            </a:r>
            <a:r>
              <a:rPr lang="en-US" altLang="zh-CN" dirty="0"/>
              <a:t>2h/week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Daily</a:t>
            </a:r>
            <a:r>
              <a:rPr lang="zh-CN" altLang="en-US" dirty="0"/>
              <a:t>：</a:t>
            </a:r>
            <a:r>
              <a:rPr lang="en-US" altLang="zh-CN" dirty="0"/>
              <a:t>15min</a:t>
            </a:r>
            <a:r>
              <a:rPr lang="zh-CN" altLang="en-US" dirty="0"/>
              <a:t>；检查进度</a:t>
            </a:r>
            <a:r>
              <a:rPr lang="en-US" altLang="zh-CN" sz="1200" b="0" i="0" kern="1200" dirty="0">
                <a:solidFill>
                  <a:schemeClr val="tx1"/>
                </a:solidFill>
                <a:effectLst/>
                <a:latin typeface="+mn-lt"/>
                <a:ea typeface="+mn-ea"/>
                <a:cs typeface="+mn-cs"/>
              </a:rPr>
              <a:t>inspect </a:t>
            </a:r>
            <a:r>
              <a:rPr lang="zh-CN" altLang="en-US" sz="1200" b="0" i="0" kern="1200" dirty="0">
                <a:solidFill>
                  <a:schemeClr val="tx1"/>
                </a:solidFill>
                <a:effectLst/>
                <a:latin typeface="+mn-lt"/>
                <a:ea typeface="+mn-ea"/>
                <a:cs typeface="+mn-cs"/>
              </a:rPr>
              <a:t>，</a:t>
            </a:r>
            <a:r>
              <a:rPr lang="zh-CN" altLang="en-US" dirty="0"/>
              <a:t>同步信息：完成什么。计划完成什么；什么障碍；但是不解决问题；团队成员都可以主持</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i="0" kern="1200" dirty="0">
                <a:solidFill>
                  <a:schemeClr val="tx1"/>
                </a:solidFill>
                <a:effectLst/>
                <a:latin typeface="+mn-lt"/>
                <a:ea typeface="+mn-ea"/>
                <a:cs typeface="+mn-cs"/>
              </a:rPr>
              <a:t>冲刺评审：对于一个月的冲刺，时间限制在最多四小时，</a:t>
            </a:r>
            <a:r>
              <a:rPr lang="en-US" altLang="zh-CN" sz="1200" b="0" i="0" kern="1200" dirty="0">
                <a:solidFill>
                  <a:schemeClr val="tx1"/>
                </a:solidFill>
                <a:effectLst/>
                <a:latin typeface="+mn-lt"/>
                <a:ea typeface="+mn-ea"/>
                <a:cs typeface="+mn-cs"/>
              </a:rPr>
              <a:t>1h/week</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107</a:t>
            </a:fld>
            <a:endParaRPr lang="zh-CN" altLang="en-US"/>
          </a:p>
        </p:txBody>
      </p:sp>
    </p:spTree>
    <p:extLst>
      <p:ext uri="{BB962C8B-B14F-4D97-AF65-F5344CB8AC3E}">
        <p14:creationId xmlns:p14="http://schemas.microsoft.com/office/powerpoint/2010/main" val="295050894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如何要所有人真正参与于到每日站会而不流于形式？随机请人复述其它某个人的站会事项</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108</a:t>
            </a:fld>
            <a:endParaRPr lang="zh-CN" altLang="en-US"/>
          </a:p>
        </p:txBody>
      </p:sp>
    </p:spTree>
    <p:extLst>
      <p:ext uri="{BB962C8B-B14F-4D97-AF65-F5344CB8AC3E}">
        <p14:creationId xmlns:p14="http://schemas.microsoft.com/office/powerpoint/2010/main" val="311135043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109</a:t>
            </a:fld>
            <a:endParaRPr lang="zh-CN" altLang="en-US"/>
          </a:p>
        </p:txBody>
      </p:sp>
    </p:spTree>
    <p:extLst>
      <p:ext uri="{BB962C8B-B14F-4D97-AF65-F5344CB8AC3E}">
        <p14:creationId xmlns:p14="http://schemas.microsoft.com/office/powerpoint/2010/main" val="102755439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eight hours for a one-month Sprint</a:t>
            </a:r>
          </a:p>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110</a:t>
            </a:fld>
            <a:endParaRPr lang="zh-CN" altLang="en-US"/>
          </a:p>
        </p:txBody>
      </p:sp>
    </p:spTree>
    <p:extLst>
      <p:ext uri="{BB962C8B-B14F-4D97-AF65-F5344CB8AC3E}">
        <p14:creationId xmlns:p14="http://schemas.microsoft.com/office/powerpoint/2010/main" val="246214089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r>
              <a:rPr lang="zh-CN" altLang="en-US" dirty="0"/>
              <a:t>：迭代结束后，需要提交价值，应该让干系人了解</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111</a:t>
            </a:fld>
            <a:endParaRPr lang="zh-CN" altLang="en-US"/>
          </a:p>
        </p:txBody>
      </p:sp>
    </p:spTree>
    <p:extLst>
      <p:ext uri="{BB962C8B-B14F-4D97-AF65-F5344CB8AC3E}">
        <p14:creationId xmlns:p14="http://schemas.microsoft.com/office/powerpoint/2010/main" val="358007181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Product Backlog</a:t>
            </a:r>
            <a:r>
              <a:rPr lang="zh-CN" altLang="en-US" dirty="0"/>
              <a:t>：有序列表；每</a:t>
            </a:r>
            <a:r>
              <a:rPr lang="en-US" altLang="zh-CN" dirty="0"/>
              <a:t>2</a:t>
            </a:r>
            <a:r>
              <a:rPr lang="zh-CN" altLang="en-US" dirty="0"/>
              <a:t>周选最重要的几项（</a:t>
            </a:r>
            <a:r>
              <a:rPr lang="en-US" altLang="zh-CN" dirty="0"/>
              <a:t>Sprint Goal</a:t>
            </a:r>
            <a:r>
              <a:rPr lang="zh-CN" altLang="en-US" dirty="0"/>
              <a:t>），再拆成每天任务 </a:t>
            </a:r>
            <a:r>
              <a:rPr lang="en-US" altLang="zh-CN" dirty="0"/>
              <a:t>Sprint Backlog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Increment</a:t>
            </a:r>
            <a:r>
              <a:rPr lang="zh-CN" altLang="en-US" dirty="0"/>
              <a:t>：当前冲刺阶段完成且</a:t>
            </a:r>
            <a:r>
              <a:rPr lang="en-US" altLang="zh-CN" dirty="0"/>
              <a:t>PO</a:t>
            </a:r>
            <a:r>
              <a:rPr lang="zh-CN" altLang="en-US" dirty="0"/>
              <a:t>审核通过，可以交付的价值</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112</a:t>
            </a:fld>
            <a:endParaRPr lang="zh-CN" altLang="en-US"/>
          </a:p>
        </p:txBody>
      </p:sp>
    </p:spTree>
    <p:extLst>
      <p:ext uri="{BB962C8B-B14F-4D97-AF65-F5344CB8AC3E}">
        <p14:creationId xmlns:p14="http://schemas.microsoft.com/office/powerpoint/2010/main" val="406858123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p>
          <a:p>
            <a:r>
              <a:rPr lang="en-US" altLang="zh-CN" dirty="0"/>
              <a:t>C</a:t>
            </a:r>
            <a:r>
              <a:rPr lang="zh-CN" altLang="en-US" dirty="0"/>
              <a:t>：被动</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113</a:t>
            </a:fld>
            <a:endParaRPr lang="zh-CN" altLang="en-US"/>
          </a:p>
        </p:txBody>
      </p:sp>
    </p:spTree>
    <p:extLst>
      <p:ext uri="{BB962C8B-B14F-4D97-AF65-F5344CB8AC3E}">
        <p14:creationId xmlns:p14="http://schemas.microsoft.com/office/powerpoint/2010/main" val="237733028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r>
              <a:rPr lang="zh-CN" altLang="en-US" dirty="0"/>
              <a:t>：逐步精细化 </a:t>
            </a:r>
            <a:r>
              <a:rPr lang="en-US" altLang="zh-CN" dirty="0"/>
              <a:t>Progressive Elaboration</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114</a:t>
            </a:fld>
            <a:endParaRPr lang="zh-CN" altLang="en-US"/>
          </a:p>
        </p:txBody>
      </p:sp>
    </p:spTree>
    <p:extLst>
      <p:ext uri="{BB962C8B-B14F-4D97-AF65-F5344CB8AC3E}">
        <p14:creationId xmlns:p14="http://schemas.microsoft.com/office/powerpoint/2010/main" val="46141511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115</a:t>
            </a:fld>
            <a:endParaRPr lang="zh-CN" altLang="en-US"/>
          </a:p>
        </p:txBody>
      </p:sp>
    </p:spTree>
    <p:extLst>
      <p:ext uri="{BB962C8B-B14F-4D97-AF65-F5344CB8AC3E}">
        <p14:creationId xmlns:p14="http://schemas.microsoft.com/office/powerpoint/2010/main" val="302603070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116</a:t>
            </a:fld>
            <a:endParaRPr lang="zh-CN" altLang="en-US"/>
          </a:p>
        </p:txBody>
      </p:sp>
    </p:spTree>
    <p:extLst>
      <p:ext uri="{BB962C8B-B14F-4D97-AF65-F5344CB8AC3E}">
        <p14:creationId xmlns:p14="http://schemas.microsoft.com/office/powerpoint/2010/main" val="39716683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r>
              <a:rPr lang="zh-CN" altLang="en-US" dirty="0"/>
              <a:t>：都要做</a:t>
            </a:r>
            <a:endParaRPr lang="en-US" altLang="zh-CN"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117</a:t>
            </a:fld>
            <a:endParaRPr lang="zh-CN" altLang="en-US"/>
          </a:p>
        </p:txBody>
      </p:sp>
    </p:spTree>
    <p:extLst>
      <p:ext uri="{BB962C8B-B14F-4D97-AF65-F5344CB8AC3E}">
        <p14:creationId xmlns:p14="http://schemas.microsoft.com/office/powerpoint/2010/main" val="114946285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r>
              <a:rPr lang="zh-CN" altLang="en-US" dirty="0"/>
              <a:t>：包括目标和任务</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118</a:t>
            </a:fld>
            <a:endParaRPr lang="zh-CN" altLang="en-US"/>
          </a:p>
        </p:txBody>
      </p:sp>
    </p:spTree>
    <p:extLst>
      <p:ext uri="{BB962C8B-B14F-4D97-AF65-F5344CB8AC3E}">
        <p14:creationId xmlns:p14="http://schemas.microsoft.com/office/powerpoint/2010/main" val="41353725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D</a:t>
            </a:r>
            <a:r>
              <a:rPr lang="zh-CN" altLang="en-US" dirty="0"/>
              <a:t>：确定目标→添加到代表事项条目→分解任务→认领任务</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119</a:t>
            </a:fld>
            <a:endParaRPr lang="zh-CN" altLang="en-US"/>
          </a:p>
        </p:txBody>
      </p:sp>
    </p:spTree>
    <p:extLst>
      <p:ext uri="{BB962C8B-B14F-4D97-AF65-F5344CB8AC3E}">
        <p14:creationId xmlns:p14="http://schemas.microsoft.com/office/powerpoint/2010/main" val="412725374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r>
              <a:rPr lang="zh-CN" altLang="en-US" dirty="0"/>
              <a:t>：</a:t>
            </a:r>
            <a:r>
              <a:rPr lang="en-US" altLang="zh-CN" dirty="0"/>
              <a:t>Sprint </a:t>
            </a:r>
            <a:r>
              <a:rPr lang="zh-CN" altLang="en-US" dirty="0"/>
              <a:t>目标和 </a:t>
            </a:r>
            <a:r>
              <a:rPr lang="en-US" altLang="zh-CN" dirty="0"/>
              <a:t>Sprint </a:t>
            </a:r>
            <a:r>
              <a:rPr lang="zh-CN" altLang="en-US" dirty="0"/>
              <a:t>待办列表在 </a:t>
            </a:r>
            <a:r>
              <a:rPr lang="en-US" altLang="zh-CN" dirty="0"/>
              <a:t>Sprint </a:t>
            </a:r>
            <a:r>
              <a:rPr lang="zh-CN" altLang="en-US" dirty="0"/>
              <a:t>期间不得更改</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120</a:t>
            </a:fld>
            <a:endParaRPr lang="zh-CN" altLang="en-US"/>
          </a:p>
        </p:txBody>
      </p:sp>
    </p:spTree>
    <p:extLst>
      <p:ext uri="{BB962C8B-B14F-4D97-AF65-F5344CB8AC3E}">
        <p14:creationId xmlns:p14="http://schemas.microsoft.com/office/powerpoint/2010/main" val="1847619614"/>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r>
              <a:rPr lang="zh-CN" altLang="en-US" dirty="0"/>
              <a:t>：产品待办列表（</a:t>
            </a:r>
            <a:r>
              <a:rPr lang="en-US" altLang="zh-CN" dirty="0"/>
              <a:t>Product Backlog</a:t>
            </a:r>
            <a:r>
              <a:rPr lang="zh-CN" altLang="en-US" dirty="0"/>
              <a:t>）是未来工作的集合，不是当前 </a:t>
            </a:r>
            <a:r>
              <a:rPr lang="en-US" altLang="zh-CN" dirty="0"/>
              <a:t>Sprint </a:t>
            </a:r>
            <a:r>
              <a:rPr lang="zh-CN" altLang="en-US" dirty="0"/>
              <a:t>的执行计划</a:t>
            </a:r>
            <a:endParaRPr lang="en-US" altLang="zh-CN" dirty="0"/>
          </a:p>
          <a:p>
            <a:r>
              <a:rPr lang="en-US" altLang="zh-CN" dirty="0"/>
              <a:t>C</a:t>
            </a:r>
            <a:r>
              <a:rPr lang="zh-CN" altLang="en-US" dirty="0"/>
              <a:t>：</a:t>
            </a:r>
            <a:r>
              <a:rPr lang="en-US" altLang="zh-CN" dirty="0"/>
              <a:t>Sprint </a:t>
            </a:r>
            <a:r>
              <a:rPr lang="zh-CN" altLang="en-US" dirty="0"/>
              <a:t>时间盒是固定的，不应改变</a:t>
            </a:r>
            <a:endParaRPr lang="en-US" altLang="zh-CN" dirty="0"/>
          </a:p>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121</a:t>
            </a:fld>
            <a:endParaRPr lang="zh-CN" altLang="en-US"/>
          </a:p>
        </p:txBody>
      </p:sp>
    </p:spTree>
    <p:extLst>
      <p:ext uri="{BB962C8B-B14F-4D97-AF65-F5344CB8AC3E}">
        <p14:creationId xmlns:p14="http://schemas.microsoft.com/office/powerpoint/2010/main" val="91288987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122</a:t>
            </a:fld>
            <a:endParaRPr lang="zh-CN" altLang="en-US"/>
          </a:p>
        </p:txBody>
      </p:sp>
    </p:spTree>
    <p:extLst>
      <p:ext uri="{BB962C8B-B14F-4D97-AF65-F5344CB8AC3E}">
        <p14:creationId xmlns:p14="http://schemas.microsoft.com/office/powerpoint/2010/main" val="322508626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123</a:t>
            </a:fld>
            <a:endParaRPr lang="zh-CN" altLang="en-US"/>
          </a:p>
        </p:txBody>
      </p:sp>
    </p:spTree>
    <p:extLst>
      <p:ext uri="{BB962C8B-B14F-4D97-AF65-F5344CB8AC3E}">
        <p14:creationId xmlns:p14="http://schemas.microsoft.com/office/powerpoint/2010/main" val="210865051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a:t>
            </a:r>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124</a:t>
            </a:fld>
            <a:endParaRPr lang="zh-CN" altLang="en-US"/>
          </a:p>
        </p:txBody>
      </p:sp>
    </p:spTree>
    <p:extLst>
      <p:ext uri="{BB962C8B-B14F-4D97-AF65-F5344CB8AC3E}">
        <p14:creationId xmlns:p14="http://schemas.microsoft.com/office/powerpoint/2010/main" val="2960063069"/>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默认情况下，紧前活动结束后，紧后活动马上开始</a:t>
            </a:r>
            <a:endParaRPr lang="en-US" altLang="zh-CN" dirty="0"/>
          </a:p>
          <a:p>
            <a:r>
              <a:rPr lang="en-US" altLang="zh-CN" dirty="0"/>
              <a:t>D</a:t>
            </a:r>
            <a:r>
              <a:rPr lang="zh-CN" altLang="en-US" dirty="0"/>
              <a:t>提前</a:t>
            </a:r>
            <a:r>
              <a:rPr lang="en-US" altLang="zh-CN" dirty="0"/>
              <a:t>2</a:t>
            </a:r>
            <a:r>
              <a:rPr lang="zh-CN" altLang="en-US" dirty="0"/>
              <a:t>天开始</a:t>
            </a:r>
            <a:endParaRPr lang="en-US" altLang="zh-CN" dirty="0"/>
          </a:p>
          <a:p>
            <a:r>
              <a:rPr lang="en-US" altLang="zh-CN" dirty="0"/>
              <a:t>F</a:t>
            </a:r>
            <a:r>
              <a:rPr lang="zh-CN" altLang="en-US" dirty="0"/>
              <a:t>推迟</a:t>
            </a:r>
            <a:r>
              <a:rPr lang="en-US" altLang="zh-CN" dirty="0"/>
              <a:t>3</a:t>
            </a:r>
            <a:r>
              <a:rPr lang="zh-CN" altLang="en-US" dirty="0"/>
              <a:t>天开始</a:t>
            </a:r>
          </a:p>
          <a:p>
            <a:r>
              <a:rPr lang="en-US" altLang="zh-CN" dirty="0"/>
              <a:t>SS+2 </a:t>
            </a:r>
            <a:r>
              <a:rPr lang="zh-CN" altLang="en-US" dirty="0"/>
              <a:t>：紧后活动必须在紧前活动开始之后 </a:t>
            </a:r>
            <a:r>
              <a:rPr lang="en-US" altLang="zh-CN" dirty="0"/>
              <a:t>2 </a:t>
            </a:r>
            <a:r>
              <a:rPr lang="zh-CN" altLang="en-US" dirty="0"/>
              <a:t>天才能开始</a:t>
            </a:r>
            <a:endParaRPr lang="en-US" altLang="zh-CN" dirty="0"/>
          </a:p>
          <a:p>
            <a:r>
              <a:rPr lang="en-US" altLang="zh-CN" dirty="0"/>
              <a:t>SS+0</a:t>
            </a:r>
            <a:r>
              <a:rPr lang="zh-CN" altLang="en-US" dirty="0"/>
              <a:t>：紧后活动与紧前活动同时开始（这才是“同时开始”）</a:t>
            </a:r>
            <a:endParaRPr lang="en-US" altLang="zh-CN" dirty="0"/>
          </a:p>
          <a:p>
            <a:r>
              <a:rPr lang="en-US" altLang="zh-CN" dirty="0"/>
              <a:t>FS+3</a:t>
            </a:r>
            <a:r>
              <a:rPr lang="zh-CN" altLang="en-US" dirty="0"/>
              <a:t>：紧后活动必须在紧前活动完成后</a:t>
            </a:r>
            <a:r>
              <a:rPr lang="en-US" altLang="zh-CN" dirty="0"/>
              <a:t>3</a:t>
            </a:r>
            <a:r>
              <a:rPr lang="zh-CN" altLang="en-US" dirty="0"/>
              <a:t>天才能开始。</a:t>
            </a:r>
          </a:p>
        </p:txBody>
      </p:sp>
      <p:sp>
        <p:nvSpPr>
          <p:cNvPr id="4" name="灯片编号占位符 3"/>
          <p:cNvSpPr>
            <a:spLocks noGrp="1"/>
          </p:cNvSpPr>
          <p:nvPr>
            <p:ph type="sldNum" sz="quarter" idx="5"/>
          </p:nvPr>
        </p:nvSpPr>
        <p:spPr/>
        <p:txBody>
          <a:bodyPr/>
          <a:lstStyle/>
          <a:p>
            <a:fld id="{6D27E3F6-C3AC-4131-BD60-F31F1EE091B2}" type="slidenum">
              <a:rPr lang="zh-CN" altLang="en-US" smtClean="0"/>
              <a:t>131</a:t>
            </a:fld>
            <a:endParaRPr lang="zh-CN" altLang="en-US"/>
          </a:p>
        </p:txBody>
      </p:sp>
    </p:spTree>
    <p:extLst>
      <p:ext uri="{BB962C8B-B14F-4D97-AF65-F5344CB8AC3E}">
        <p14:creationId xmlns:p14="http://schemas.microsoft.com/office/powerpoint/2010/main" val="130357751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风险识别是识别风险事件</a:t>
            </a:r>
            <a:r>
              <a:rPr lang="en-US" altLang="zh-CN" dirty="0"/>
              <a:t>, </a:t>
            </a:r>
            <a:r>
              <a:rPr lang="zh-CN" altLang="en-US" dirty="0"/>
              <a:t>系统化地确定对项目计划的威胁，识别已知和可预测的风险</a:t>
            </a:r>
            <a:endParaRPr lang="en-US" altLang="zh-CN" dirty="0"/>
          </a:p>
          <a:p>
            <a:endParaRPr lang="en-US" altLang="zh-CN" dirty="0"/>
          </a:p>
          <a:p>
            <a:r>
              <a:rPr lang="zh-CN" altLang="en-US" dirty="0"/>
              <a:t>对风险事件发生概率的评估，对项目风险影响的评估，给出项目风险排序</a:t>
            </a:r>
            <a:endParaRPr lang="en-US" altLang="zh-CN" dirty="0"/>
          </a:p>
          <a:p>
            <a:endParaRPr lang="en-US" altLang="zh-CN" dirty="0"/>
          </a:p>
          <a:p>
            <a:r>
              <a:rPr lang="zh-CN" altLang="en-US" dirty="0"/>
              <a:t>针对风险分析的结果，制定一定的行动和策略来对付、减少、以至于消灭风险事件造成的影响</a:t>
            </a:r>
          </a:p>
          <a:p>
            <a:endParaRPr lang="en-US" altLang="zh-CN" dirty="0"/>
          </a:p>
          <a:p>
            <a:r>
              <a:rPr lang="zh-CN" altLang="en-US" dirty="0"/>
              <a:t>风险控制是在项目执行过程中实施和监控风险计划，同时，不断进行风险识别、风险分析、风险规划的过程。</a:t>
            </a: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fld id="{6D27E3F6-C3AC-4131-BD60-F31F1EE091B2}" type="slidenum">
              <a:rPr lang="zh-CN" altLang="en-US" smtClean="0"/>
              <a:t>144</a:t>
            </a:fld>
            <a:endParaRPr lang="zh-CN" altLang="en-US"/>
          </a:p>
        </p:txBody>
      </p:sp>
    </p:spTree>
    <p:extLst>
      <p:ext uri="{BB962C8B-B14F-4D97-AF65-F5344CB8AC3E}">
        <p14:creationId xmlns:p14="http://schemas.microsoft.com/office/powerpoint/2010/main" val="32564011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8" name="图片占位符 7">
            <a:extLst>
              <a:ext uri="{FF2B5EF4-FFF2-40B4-BE49-F238E27FC236}">
                <a16:creationId xmlns:a16="http://schemas.microsoft.com/office/drawing/2014/main" id="{DD2370AC-1BEE-3E5D-48C7-011775346A5C}"/>
              </a:ext>
            </a:extLst>
          </p:cNvPr>
          <p:cNvSpPr>
            <a:spLocks noGrp="1"/>
          </p:cNvSpPr>
          <p:nvPr>
            <p:ph type="pic" sz="quarter" idx="10"/>
          </p:nvPr>
        </p:nvSpPr>
        <p:spPr>
          <a:xfrm>
            <a:off x="0" y="0"/>
            <a:ext cx="7912359" cy="6858000"/>
          </a:xfrm>
        </p:spPr>
        <p:txBody>
          <a:bodyPr/>
          <a:lstStyle/>
          <a:p>
            <a:endParaRPr lang="zh-CN" altLang="en-US"/>
          </a:p>
        </p:txBody>
      </p:sp>
      <p:pic>
        <p:nvPicPr>
          <p:cNvPr id="11" name="图片 10">
            <a:extLst>
              <a:ext uri="{FF2B5EF4-FFF2-40B4-BE49-F238E27FC236}">
                <a16:creationId xmlns:a16="http://schemas.microsoft.com/office/drawing/2014/main" id="{AAD46275-3AD6-767E-0713-088117FF7C2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47801" y="84798"/>
            <a:ext cx="900000" cy="900000"/>
          </a:xfrm>
          <a:prstGeom prst="rect">
            <a:avLst/>
          </a:prstGeom>
        </p:spPr>
      </p:pic>
      <p:sp>
        <p:nvSpPr>
          <p:cNvPr id="2" name="标题 1">
            <a:extLst>
              <a:ext uri="{FF2B5EF4-FFF2-40B4-BE49-F238E27FC236}">
                <a16:creationId xmlns:a16="http://schemas.microsoft.com/office/drawing/2014/main" id="{72F450D1-2B98-9869-554D-D0BA13E48E58}"/>
              </a:ext>
            </a:extLst>
          </p:cNvPr>
          <p:cNvSpPr>
            <a:spLocks noGrp="1"/>
          </p:cNvSpPr>
          <p:nvPr>
            <p:ph type="ctrTitle"/>
          </p:nvPr>
        </p:nvSpPr>
        <p:spPr>
          <a:xfrm>
            <a:off x="4077578" y="3498981"/>
            <a:ext cx="7262228" cy="1440000"/>
          </a:xfrm>
          <a:solidFill>
            <a:schemeClr val="accent2"/>
          </a:solidFill>
        </p:spPr>
        <p:txBody>
          <a:bodyPr wrap="square" lIns="180000" tIns="72000" rIns="180000" bIns="72000" anchor="b" anchorCtr="0">
            <a:noAutofit/>
          </a:bodyPr>
          <a:lstStyle>
            <a:lvl1pPr algn="r">
              <a:defRPr sz="4000">
                <a:solidFill>
                  <a:schemeClr val="bg1"/>
                </a:solidFill>
              </a:defRPr>
            </a:lvl1pPr>
          </a:lstStyle>
          <a:p>
            <a:r>
              <a:rPr lang="zh-CN" altLang="en-US" dirty="0"/>
              <a:t>单击此处编辑母版标题样式</a:t>
            </a:r>
          </a:p>
        </p:txBody>
      </p:sp>
      <p:sp>
        <p:nvSpPr>
          <p:cNvPr id="3" name="副标题 2">
            <a:extLst>
              <a:ext uri="{FF2B5EF4-FFF2-40B4-BE49-F238E27FC236}">
                <a16:creationId xmlns:a16="http://schemas.microsoft.com/office/drawing/2014/main" id="{A87B90A3-455D-D324-B463-CDE9FC6BE089}"/>
              </a:ext>
            </a:extLst>
          </p:cNvPr>
          <p:cNvSpPr>
            <a:spLocks noGrp="1"/>
          </p:cNvSpPr>
          <p:nvPr>
            <p:ph type="subTitle" idx="1"/>
          </p:nvPr>
        </p:nvSpPr>
        <p:spPr>
          <a:xfrm>
            <a:off x="4077578" y="4938981"/>
            <a:ext cx="7262228" cy="900000"/>
          </a:xfrm>
          <a:solidFill>
            <a:schemeClr val="accent2"/>
          </a:solidFill>
        </p:spPr>
        <p:txBody>
          <a:bodyPr wrap="square" lIns="180000" tIns="72000" rIns="180000" bIns="72000">
            <a:noAutofit/>
          </a:bodyPr>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19" name="菱形 18" descr="89f8af67-b191-4e95-a5e3-cbb147f04195">
            <a:extLst>
              <a:ext uri="{FF2B5EF4-FFF2-40B4-BE49-F238E27FC236}">
                <a16:creationId xmlns:a16="http://schemas.microsoft.com/office/drawing/2014/main" id="{15004213-0984-0627-4EBA-FEF74DCA9A6E}"/>
              </a:ext>
            </a:extLst>
          </p:cNvPr>
          <p:cNvSpPr>
            <a:spLocks noChangeAspect="1"/>
          </p:cNvSpPr>
          <p:nvPr userDrawn="1"/>
        </p:nvSpPr>
        <p:spPr>
          <a:xfrm>
            <a:off x="10469687" y="244928"/>
            <a:ext cx="540000" cy="540000"/>
          </a:xfrm>
          <a:prstGeom prst="diamond">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0" name="菱形 19" descr="7f2bef7e-9b0d-4d11-befa-c798825aecb3">
            <a:extLst>
              <a:ext uri="{FF2B5EF4-FFF2-40B4-BE49-F238E27FC236}">
                <a16:creationId xmlns:a16="http://schemas.microsoft.com/office/drawing/2014/main" id="{C145F8BC-62DA-23DC-37E3-4A31FDFE7DB0}"/>
              </a:ext>
            </a:extLst>
          </p:cNvPr>
          <p:cNvSpPr>
            <a:spLocks noChangeAspect="1"/>
          </p:cNvSpPr>
          <p:nvPr userDrawn="1"/>
        </p:nvSpPr>
        <p:spPr>
          <a:xfrm>
            <a:off x="10352588" y="298928"/>
            <a:ext cx="432000" cy="432000"/>
          </a:xfrm>
          <a:prstGeom prst="diamond">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22" name="文本占位符 21">
            <a:extLst>
              <a:ext uri="{FF2B5EF4-FFF2-40B4-BE49-F238E27FC236}">
                <a16:creationId xmlns:a16="http://schemas.microsoft.com/office/drawing/2014/main" id="{A1F7BB37-E4C0-C016-3E58-F8D62C5C16A4}"/>
              </a:ext>
            </a:extLst>
          </p:cNvPr>
          <p:cNvSpPr>
            <a:spLocks noGrp="1"/>
          </p:cNvSpPr>
          <p:nvPr>
            <p:ph type="body" sz="quarter" idx="11"/>
          </p:nvPr>
        </p:nvSpPr>
        <p:spPr>
          <a:xfrm>
            <a:off x="7912100" y="1128713"/>
            <a:ext cx="3427413" cy="2300287"/>
          </a:xfrm>
        </p:spPr>
        <p:txBody>
          <a:bodyPr/>
          <a:lstStyle>
            <a:lvl1pPr algn="r">
              <a:buNone/>
              <a:defRPr/>
            </a:lvl1pPr>
          </a:lstStyle>
          <a:p>
            <a:pPr lvl="0"/>
            <a:r>
              <a:rPr lang="zh-CN" altLang="en-US" dirty="0"/>
              <a:t>单击此处编辑母版文本样式</a:t>
            </a:r>
          </a:p>
        </p:txBody>
      </p:sp>
    </p:spTree>
    <p:extLst>
      <p:ext uri="{BB962C8B-B14F-4D97-AF65-F5344CB8AC3E}">
        <p14:creationId xmlns:p14="http://schemas.microsoft.com/office/powerpoint/2010/main" val="3904082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6456F5-2A18-8257-6B35-05010BF45EAB}"/>
              </a:ext>
            </a:extLst>
          </p:cNvPr>
          <p:cNvSpPr>
            <a:spLocks noGrp="1"/>
          </p:cNvSpPr>
          <p:nvPr>
            <p:ph type="title"/>
          </p:nvPr>
        </p:nvSpPr>
        <p:spPr>
          <a:xfrm>
            <a:off x="695998" y="360000"/>
            <a:ext cx="7200000" cy="424732"/>
          </a:xfr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1776D05-FCCE-6B04-6AA1-6194D1436192}"/>
              </a:ext>
            </a:extLst>
          </p:cNvPr>
          <p:cNvSpPr>
            <a:spLocks noGrp="1"/>
          </p:cNvSpPr>
          <p:nvPr>
            <p:ph idx="1"/>
          </p:nvPr>
        </p:nvSpPr>
        <p:spPr>
          <a:xfrm>
            <a:off x="696000" y="1080000"/>
            <a:ext cx="10800000" cy="5112000"/>
          </a:xfrm>
        </p:spPr>
        <p:txBody>
          <a:bodyPr/>
          <a:lstStyle>
            <a:lvl2pPr marL="432000" indent="-180000">
              <a:buFont typeface="Montserrat" panose="00000500000000000000" pitchFamily="2" charset="0"/>
              <a:buChar char="‐"/>
              <a:defRPr/>
            </a:lvl2pPr>
            <a:lvl3pPr marL="648000" indent="-180000">
              <a:defRPr/>
            </a:lvl3pPr>
            <a:lvl4pPr marL="864000" indent="-180000">
              <a:defRPr/>
            </a:lvl4pPr>
            <a:lvl5pPr marL="1080000" indent="-180000">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7" name="矩形 6">
            <a:extLst>
              <a:ext uri="{FF2B5EF4-FFF2-40B4-BE49-F238E27FC236}">
                <a16:creationId xmlns:a16="http://schemas.microsoft.com/office/drawing/2014/main" id="{D4812367-3D08-B306-B266-F72C3AB8A53C}"/>
              </a:ext>
            </a:extLst>
          </p:cNvPr>
          <p:cNvSpPr/>
          <p:nvPr userDrawn="1"/>
        </p:nvSpPr>
        <p:spPr>
          <a:xfrm>
            <a:off x="696000" y="900000"/>
            <a:ext cx="10800000" cy="7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占位符 4">
            <a:extLst>
              <a:ext uri="{FF2B5EF4-FFF2-40B4-BE49-F238E27FC236}">
                <a16:creationId xmlns:a16="http://schemas.microsoft.com/office/drawing/2014/main" id="{9F828CC5-6987-894B-DEE9-D85BFBE13D32}"/>
              </a:ext>
            </a:extLst>
          </p:cNvPr>
          <p:cNvSpPr>
            <a:spLocks noGrp="1"/>
          </p:cNvSpPr>
          <p:nvPr>
            <p:ph type="body" sz="quarter" idx="10"/>
          </p:nvPr>
        </p:nvSpPr>
        <p:spPr>
          <a:xfrm>
            <a:off x="6702424" y="360001"/>
            <a:ext cx="4793575" cy="424731"/>
          </a:xfrm>
        </p:spPr>
        <p:txBody>
          <a:bodyPr anchor="b" anchorCtr="0"/>
          <a:lstStyle>
            <a:lvl1pPr marL="0" indent="0" algn="r">
              <a:spcAft>
                <a:spcPts val="0"/>
              </a:spcAft>
              <a:buNone/>
              <a:defRPr sz="1600" baseline="0"/>
            </a:lvl1pPr>
          </a:lstStyle>
          <a:p>
            <a:pPr lvl="0"/>
            <a:r>
              <a:rPr lang="zh-CN" altLang="en-US" dirty="0"/>
              <a:t>单击此处编辑母版文本样式</a:t>
            </a:r>
          </a:p>
        </p:txBody>
      </p:sp>
    </p:spTree>
    <p:extLst>
      <p:ext uri="{BB962C8B-B14F-4D97-AF65-F5344CB8AC3E}">
        <p14:creationId xmlns:p14="http://schemas.microsoft.com/office/powerpoint/2010/main" val="938100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l2">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50C8346-C666-A5FF-9492-1442B9BDBF61}"/>
              </a:ext>
            </a:extLst>
          </p:cNvPr>
          <p:cNvSpPr>
            <a:spLocks noGrp="1"/>
          </p:cNvSpPr>
          <p:nvPr>
            <p:ph type="title"/>
          </p:nvPr>
        </p:nvSpPr>
        <p:spPr>
          <a:xfrm>
            <a:off x="696000" y="360000"/>
            <a:ext cx="10800000" cy="424732"/>
          </a:xfrm>
        </p:spPr>
        <p:txBody>
          <a:bodyPr/>
          <a:lstStyle/>
          <a:p>
            <a:r>
              <a:rPr lang="zh-CN" altLang="en-US" dirty="0"/>
              <a:t>单击此处编辑母版标题样式</a:t>
            </a:r>
          </a:p>
        </p:txBody>
      </p:sp>
      <p:sp>
        <p:nvSpPr>
          <p:cNvPr id="4" name="内容占位符 3">
            <a:extLst>
              <a:ext uri="{FF2B5EF4-FFF2-40B4-BE49-F238E27FC236}">
                <a16:creationId xmlns:a16="http://schemas.microsoft.com/office/drawing/2014/main" id="{374A661E-0644-2D4B-E381-2E8C530FD7CF}"/>
              </a:ext>
            </a:extLst>
          </p:cNvPr>
          <p:cNvSpPr>
            <a:spLocks noGrp="1"/>
          </p:cNvSpPr>
          <p:nvPr>
            <p:ph sz="quarter" idx="10"/>
          </p:nvPr>
        </p:nvSpPr>
        <p:spPr>
          <a:xfrm>
            <a:off x="695325" y="1079999"/>
            <a:ext cx="5040000" cy="5112000"/>
          </a:xfrm>
        </p:spPr>
        <p:txBody>
          <a:bodyPr/>
          <a:lstStyle>
            <a:lvl2pPr marL="432000" indent="-180000">
              <a:buFont typeface="Montserrat" panose="00000500000000000000" pitchFamily="2" charset="0"/>
              <a:buChar char="‐"/>
              <a:defRPr/>
            </a:lvl2pPr>
            <a:lvl3pPr marL="648000" indent="-180000">
              <a:defRPr/>
            </a:lvl3pPr>
            <a:lvl4pPr marL="864000" indent="-180000">
              <a:defRPr/>
            </a:lvl4pPr>
            <a:lvl5pPr marL="1080000" indent="-180000">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5" name="矩形 4">
            <a:extLst>
              <a:ext uri="{FF2B5EF4-FFF2-40B4-BE49-F238E27FC236}">
                <a16:creationId xmlns:a16="http://schemas.microsoft.com/office/drawing/2014/main" id="{38EA26F9-4938-EF64-1DC2-30B83425E246}"/>
              </a:ext>
            </a:extLst>
          </p:cNvPr>
          <p:cNvSpPr/>
          <p:nvPr userDrawn="1"/>
        </p:nvSpPr>
        <p:spPr>
          <a:xfrm>
            <a:off x="696000" y="900000"/>
            <a:ext cx="10800000" cy="72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内容占位符 6">
            <a:extLst>
              <a:ext uri="{FF2B5EF4-FFF2-40B4-BE49-F238E27FC236}">
                <a16:creationId xmlns:a16="http://schemas.microsoft.com/office/drawing/2014/main" id="{25546139-86B4-486C-6EA6-5F04E9CFD7D0}"/>
              </a:ext>
            </a:extLst>
          </p:cNvPr>
          <p:cNvSpPr>
            <a:spLocks noGrp="1"/>
          </p:cNvSpPr>
          <p:nvPr>
            <p:ph sz="quarter" idx="11"/>
          </p:nvPr>
        </p:nvSpPr>
        <p:spPr>
          <a:xfrm>
            <a:off x="6095325" y="1079998"/>
            <a:ext cx="5400675" cy="5040000"/>
          </a:xfrm>
        </p:spPr>
        <p:txBody>
          <a:bodyPr/>
          <a:lstStyle>
            <a:lvl2pPr marL="432000" indent="-180000">
              <a:buFont typeface="Montserrat" panose="00000500000000000000" pitchFamily="2" charset="0"/>
              <a:buChar char="‐"/>
              <a:defRPr/>
            </a:lvl2pPr>
            <a:lvl3pPr marL="648000" indent="-180000">
              <a:defRPr/>
            </a:lvl3pPr>
            <a:lvl4pPr marL="864000" indent="-180000">
              <a:defRPr/>
            </a:lvl4pPr>
            <a:lvl5pPr marL="1080000" indent="-180000">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Tree>
    <p:extLst>
      <p:ext uri="{BB962C8B-B14F-4D97-AF65-F5344CB8AC3E}">
        <p14:creationId xmlns:p14="http://schemas.microsoft.com/office/powerpoint/2010/main" val="35962912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xample">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EABB6A93-D02D-918B-2B1D-A3357BCA5056}"/>
              </a:ext>
            </a:extLst>
          </p:cNvPr>
          <p:cNvSpPr/>
          <p:nvPr userDrawn="1"/>
        </p:nvSpPr>
        <p:spPr>
          <a:xfrm>
            <a:off x="0" y="1"/>
            <a:ext cx="2880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框 3">
            <a:extLst>
              <a:ext uri="{FF2B5EF4-FFF2-40B4-BE49-F238E27FC236}">
                <a16:creationId xmlns:a16="http://schemas.microsoft.com/office/drawing/2014/main" id="{16E90887-707D-F2D6-AF72-59ADDF4E06DA}"/>
              </a:ext>
            </a:extLst>
          </p:cNvPr>
          <p:cNvSpPr txBox="1"/>
          <p:nvPr userDrawn="1"/>
        </p:nvSpPr>
        <p:spPr>
          <a:xfrm>
            <a:off x="2079781" y="5234475"/>
            <a:ext cx="800219" cy="461665"/>
          </a:xfrm>
          <a:prstGeom prst="rect">
            <a:avLst/>
          </a:prstGeom>
          <a:noFill/>
        </p:spPr>
        <p:txBody>
          <a:bodyPr wrap="none" rtlCol="0">
            <a:spAutoFit/>
          </a:bodyPr>
          <a:lstStyle/>
          <a:p>
            <a:pPr algn="r"/>
            <a:r>
              <a:rPr lang="zh-CN" altLang="en-US" sz="2400" dirty="0">
                <a:solidFill>
                  <a:schemeClr val="bg1"/>
                </a:solidFill>
              </a:rPr>
              <a:t>例题</a:t>
            </a:r>
          </a:p>
        </p:txBody>
      </p:sp>
      <p:sp>
        <p:nvSpPr>
          <p:cNvPr id="5" name="文本框 4">
            <a:extLst>
              <a:ext uri="{FF2B5EF4-FFF2-40B4-BE49-F238E27FC236}">
                <a16:creationId xmlns:a16="http://schemas.microsoft.com/office/drawing/2014/main" id="{E72B00FE-3D5A-99D1-2D7E-EE4F6C75F589}"/>
              </a:ext>
            </a:extLst>
          </p:cNvPr>
          <p:cNvSpPr txBox="1"/>
          <p:nvPr userDrawn="1"/>
        </p:nvSpPr>
        <p:spPr>
          <a:xfrm>
            <a:off x="1911465" y="5610808"/>
            <a:ext cx="968535" cy="338554"/>
          </a:xfrm>
          <a:prstGeom prst="rect">
            <a:avLst/>
          </a:prstGeom>
          <a:noFill/>
        </p:spPr>
        <p:txBody>
          <a:bodyPr wrap="none" rtlCol="0">
            <a:spAutoFit/>
          </a:bodyPr>
          <a:lstStyle/>
          <a:p>
            <a:pPr algn="r"/>
            <a:r>
              <a:rPr lang="en-US" altLang="zh-CN" sz="1600" dirty="0">
                <a:solidFill>
                  <a:schemeClr val="bg1"/>
                </a:solidFill>
              </a:rPr>
              <a:t>Sample</a:t>
            </a:r>
            <a:endParaRPr lang="zh-CN" altLang="en-US" sz="1600" dirty="0">
              <a:solidFill>
                <a:schemeClr val="bg1"/>
              </a:solidFill>
            </a:endParaRPr>
          </a:p>
        </p:txBody>
      </p:sp>
      <p:sp>
        <p:nvSpPr>
          <p:cNvPr id="7" name="文本占位符 6">
            <a:extLst>
              <a:ext uri="{FF2B5EF4-FFF2-40B4-BE49-F238E27FC236}">
                <a16:creationId xmlns:a16="http://schemas.microsoft.com/office/drawing/2014/main" id="{ED9FA67D-111C-00A7-E4D4-00847D2E834F}"/>
              </a:ext>
            </a:extLst>
          </p:cNvPr>
          <p:cNvSpPr>
            <a:spLocks noGrp="1"/>
          </p:cNvSpPr>
          <p:nvPr>
            <p:ph type="body" sz="quarter" idx="10"/>
          </p:nvPr>
        </p:nvSpPr>
        <p:spPr>
          <a:xfrm>
            <a:off x="3219345" y="1629000"/>
            <a:ext cx="8640000" cy="3600000"/>
          </a:xfrm>
        </p:spPr>
        <p:txBody>
          <a:bodyPr/>
          <a:lstStyle>
            <a:lvl1pPr marL="0" indent="0" algn="l">
              <a:spcAft>
                <a:spcPts val="0"/>
              </a:spcAft>
              <a:buNone/>
              <a:defRPr/>
            </a:lvl1pPr>
            <a:lvl2pPr>
              <a:buNone/>
              <a:defRPr/>
            </a:lvl2pPr>
            <a:lvl3pPr>
              <a:buNone/>
              <a:defRPr/>
            </a:lvl3pPr>
            <a:lvl4pPr>
              <a:buNone/>
              <a:defRPr/>
            </a:lvl4pPr>
            <a:lvl5pPr>
              <a:buNone/>
              <a:defRPr/>
            </a:lvl5pPr>
          </a:lstStyle>
          <a:p>
            <a:pPr lvl="0"/>
            <a:r>
              <a:rPr lang="zh-CN" altLang="en-US" dirty="0"/>
              <a:t>单击此处编辑母版文本样式</a:t>
            </a:r>
          </a:p>
        </p:txBody>
      </p:sp>
    </p:spTree>
    <p:extLst>
      <p:ext uri="{BB962C8B-B14F-4D97-AF65-F5344CB8AC3E}">
        <p14:creationId xmlns:p14="http://schemas.microsoft.com/office/powerpoint/2010/main" val="210316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EA1E1F-496A-0F26-86AD-A65EA5F18E27}"/>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A69FBED-B759-9337-AE23-B8D54A54D2C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Tree>
    <p:extLst>
      <p:ext uri="{BB962C8B-B14F-4D97-AF65-F5344CB8AC3E}">
        <p14:creationId xmlns:p14="http://schemas.microsoft.com/office/powerpoint/2010/main" val="8081474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638FDA1-5138-E182-FC77-2C92D8B0460C}"/>
              </a:ext>
            </a:extLst>
          </p:cNvPr>
          <p:cNvSpPr>
            <a:spLocks noGrp="1"/>
          </p:cNvSpPr>
          <p:nvPr>
            <p:ph type="dt" sz="half" idx="10"/>
          </p:nvPr>
        </p:nvSpPr>
        <p:spPr>
          <a:xfrm>
            <a:off x="838200" y="6356350"/>
            <a:ext cx="2743200" cy="365125"/>
          </a:xfrm>
          <a:prstGeom prst="rect">
            <a:avLst/>
          </a:prstGeom>
        </p:spPr>
        <p:txBody>
          <a:bodyPr/>
          <a:lstStyle/>
          <a:p>
            <a:fld id="{06850CC8-3A95-415C-AB05-1EF8CDC649BA}" type="datetimeFigureOut">
              <a:rPr lang="zh-CN" altLang="en-US" smtClean="0"/>
              <a:t>2026/2/10</a:t>
            </a:fld>
            <a:endParaRPr lang="zh-CN" altLang="en-US"/>
          </a:p>
        </p:txBody>
      </p:sp>
      <p:sp>
        <p:nvSpPr>
          <p:cNvPr id="3" name="页脚占位符 2">
            <a:extLst>
              <a:ext uri="{FF2B5EF4-FFF2-40B4-BE49-F238E27FC236}">
                <a16:creationId xmlns:a16="http://schemas.microsoft.com/office/drawing/2014/main" id="{B9A74514-8DC7-6C41-4D59-D4CD238E03B9}"/>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8DF56264-8C57-DCE4-678B-6884CF5F63AE}"/>
              </a:ext>
            </a:extLst>
          </p:cNvPr>
          <p:cNvSpPr>
            <a:spLocks noGrp="1"/>
          </p:cNvSpPr>
          <p:nvPr>
            <p:ph type="sldNum" sz="quarter" idx="12"/>
          </p:nvPr>
        </p:nvSpPr>
        <p:spPr>
          <a:xfrm>
            <a:off x="8610600" y="6356350"/>
            <a:ext cx="2743200" cy="365125"/>
          </a:xfrm>
          <a:prstGeom prst="rect">
            <a:avLst/>
          </a:prstGeom>
        </p:spPr>
        <p:txBody>
          <a:bodyPr/>
          <a:lstStyle/>
          <a:p>
            <a:fld id="{0DFA34F5-2612-4656-B2AA-94101840898A}" type="slidenum">
              <a:rPr lang="zh-CN" altLang="en-US" smtClean="0"/>
              <a:t>‹#›</a:t>
            </a:fld>
            <a:endParaRPr lang="zh-CN" altLang="en-US"/>
          </a:p>
        </p:txBody>
      </p:sp>
    </p:spTree>
    <p:extLst>
      <p:ext uri="{BB962C8B-B14F-4D97-AF65-F5344CB8AC3E}">
        <p14:creationId xmlns:p14="http://schemas.microsoft.com/office/powerpoint/2010/main" val="206649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100000">
              <a:schemeClr val="accent2">
                <a:lumMod val="20000"/>
                <a:lumOff val="80000"/>
              </a:schemeClr>
            </a:gs>
            <a:gs pos="0">
              <a:schemeClr val="bg1"/>
            </a:gs>
          </a:gsLst>
          <a:lin ang="2700000" scaled="1"/>
          <a:tileRect/>
        </a:gra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F9F6B20-C300-A63B-D488-71A839D2D2D3}"/>
              </a:ext>
            </a:extLst>
          </p:cNvPr>
          <p:cNvSpPr>
            <a:spLocks noGrp="1"/>
          </p:cNvSpPr>
          <p:nvPr>
            <p:ph type="title"/>
          </p:nvPr>
        </p:nvSpPr>
        <p:spPr>
          <a:xfrm>
            <a:off x="696000" y="360000"/>
            <a:ext cx="10800000" cy="424732"/>
          </a:xfrm>
          <a:prstGeom prst="rect">
            <a:avLst/>
          </a:prstGeom>
        </p:spPr>
        <p:txBody>
          <a:bodyPr vert="horz" lIns="91440" tIns="45720" rIns="91440" bIns="45720" rtlCol="0" anchor="ctr">
            <a:sp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C7A0E102-0853-B518-A26D-A96099C58AF1}"/>
              </a:ext>
            </a:extLst>
          </p:cNvPr>
          <p:cNvSpPr>
            <a:spLocks noGrp="1"/>
          </p:cNvSpPr>
          <p:nvPr>
            <p:ph type="body" idx="1"/>
          </p:nvPr>
        </p:nvSpPr>
        <p:spPr>
          <a:xfrm>
            <a:off x="696000" y="1080000"/>
            <a:ext cx="10800000" cy="504000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7" name="椭圆 6">
            <a:extLst>
              <a:ext uri="{FF2B5EF4-FFF2-40B4-BE49-F238E27FC236}">
                <a16:creationId xmlns:a16="http://schemas.microsoft.com/office/drawing/2014/main" id="{D580EE5F-8A4F-3247-D288-DBB8A01CAEC2}"/>
              </a:ext>
            </a:extLst>
          </p:cNvPr>
          <p:cNvSpPr>
            <a:spLocks noChangeAspect="1"/>
          </p:cNvSpPr>
          <p:nvPr userDrawn="1"/>
        </p:nvSpPr>
        <p:spPr>
          <a:xfrm>
            <a:off x="5826000" y="6250231"/>
            <a:ext cx="540000" cy="540000"/>
          </a:xfrm>
          <a:prstGeom prst="ellipse">
            <a:avLst/>
          </a:prstGeom>
          <a:blipFill>
            <a:blip r:embed="rId8"/>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文本框 7">
            <a:extLst>
              <a:ext uri="{FF2B5EF4-FFF2-40B4-BE49-F238E27FC236}">
                <a16:creationId xmlns:a16="http://schemas.microsoft.com/office/drawing/2014/main" id="{1F252007-0065-B7F2-785D-39982B9CF0CF}"/>
              </a:ext>
            </a:extLst>
          </p:cNvPr>
          <p:cNvSpPr txBox="1"/>
          <p:nvPr userDrawn="1"/>
        </p:nvSpPr>
        <p:spPr>
          <a:xfrm>
            <a:off x="6456000" y="6366343"/>
            <a:ext cx="5040000" cy="307777"/>
          </a:xfrm>
          <a:prstGeom prst="rect">
            <a:avLst/>
          </a:prstGeom>
        </p:spPr>
        <p:txBody>
          <a:bodyPr vert="horz" anchor="ctr" anchorCtr="0"/>
          <a:lstStyle>
            <a:defPPr>
              <a:defRPr lang="zh-CN"/>
            </a:defPPr>
            <a:lvl1pPr algn="r" eaLnBrk="1" latinLnBrk="0" hangingPunct="1">
              <a:defRPr kumimoji="0" sz="1400">
                <a:solidFill>
                  <a:schemeClr val="tx2"/>
                </a:solidFill>
                <a:latin typeface="Montserrat" panose="00000500000000000000" pitchFamily="2" charset="0"/>
                <a:cs typeface="Times New Roman" panose="02020603050405020304" pitchFamily="18" charset="0"/>
              </a:defRPr>
            </a:lvl1pPr>
          </a:lstStyle>
          <a:p>
            <a:pPr lvl="0" algn="l"/>
            <a:r>
              <a:rPr lang="en-US" altLang="zh-CN" sz="1200" dirty="0"/>
              <a:t>glplaman.github.io</a:t>
            </a:r>
          </a:p>
        </p:txBody>
      </p:sp>
      <p:sp>
        <p:nvSpPr>
          <p:cNvPr id="9" name="文本框 8">
            <a:extLst>
              <a:ext uri="{FF2B5EF4-FFF2-40B4-BE49-F238E27FC236}">
                <a16:creationId xmlns:a16="http://schemas.microsoft.com/office/drawing/2014/main" id="{CE46BE85-4554-3B10-94EB-7C6CB7CA174C}"/>
              </a:ext>
            </a:extLst>
          </p:cNvPr>
          <p:cNvSpPr txBox="1"/>
          <p:nvPr userDrawn="1"/>
        </p:nvSpPr>
        <p:spPr>
          <a:xfrm>
            <a:off x="696000" y="6366343"/>
            <a:ext cx="5040000" cy="307777"/>
          </a:xfrm>
          <a:prstGeom prst="rect">
            <a:avLst/>
          </a:prstGeom>
        </p:spPr>
        <p:txBody>
          <a:bodyPr vert="horz" anchor="ctr" anchorCtr="0"/>
          <a:lstStyle>
            <a:defPPr>
              <a:defRPr lang="zh-CN"/>
            </a:defPPr>
            <a:lvl1pPr lvl="0" algn="r" eaLnBrk="1" latinLnBrk="0" hangingPunct="1">
              <a:defRPr kumimoji="0" sz="1400">
                <a:solidFill>
                  <a:schemeClr val="tx2"/>
                </a:solidFill>
                <a:latin typeface="Montserrat" panose="00000500000000000000" pitchFamily="2" charset="0"/>
                <a:cs typeface="Times New Roman" panose="02020603050405020304" pitchFamily="18" charset="0"/>
              </a:defRPr>
            </a:lvl1pPr>
          </a:lstStyle>
          <a:p>
            <a:pPr lvl="0" algn="r"/>
            <a:r>
              <a:rPr lang="en-US" altLang="zh-CN" sz="1200" dirty="0"/>
              <a:t>Software Project Management</a:t>
            </a:r>
          </a:p>
        </p:txBody>
      </p:sp>
    </p:spTree>
    <p:extLst>
      <p:ext uri="{BB962C8B-B14F-4D97-AF65-F5344CB8AC3E}">
        <p14:creationId xmlns:p14="http://schemas.microsoft.com/office/powerpoint/2010/main" val="18073043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7" r:id="rId3"/>
    <p:sldLayoutId id="2147483656" r:id="rId4"/>
    <p:sldLayoutId id="2147483651" r:id="rId5"/>
    <p:sldLayoutId id="2147483655" r:id="rId6"/>
  </p:sldLayoutIdLst>
  <p:txStyles>
    <p:titleStyle>
      <a:lvl1pPr algn="l" defTabSz="914400" rtl="0" eaLnBrk="1" latinLnBrk="0" hangingPunct="1">
        <a:lnSpc>
          <a:spcPct val="90000"/>
        </a:lnSpc>
        <a:spcBef>
          <a:spcPct val="0"/>
        </a:spcBef>
        <a:buNone/>
        <a:defRPr sz="2400" kern="1200" baseline="0">
          <a:solidFill>
            <a:schemeClr val="tx1"/>
          </a:solidFill>
          <a:latin typeface="Montserrat" panose="00000500000000000000" pitchFamily="2" charset="0"/>
          <a:ea typeface="微软雅黑" panose="020B0503020204020204" pitchFamily="34" charset="-122"/>
          <a:cs typeface="+mj-cs"/>
        </a:defRPr>
      </a:lvl1pPr>
    </p:titleStyle>
    <p:bodyStyle>
      <a:lvl1pPr marL="228600" indent="-216000" algn="just" defTabSz="914400" rtl="0" eaLnBrk="1" latinLnBrk="0" hangingPunct="1">
        <a:lnSpc>
          <a:spcPct val="100000"/>
        </a:lnSpc>
        <a:spcBef>
          <a:spcPts val="0"/>
        </a:spcBef>
        <a:spcAft>
          <a:spcPts val="600"/>
        </a:spcAft>
        <a:buFont typeface="Arial" panose="020B0604020202020204" pitchFamily="34" charset="0"/>
        <a:buChar char="•"/>
        <a:defRPr sz="2000" kern="1200" baseline="0">
          <a:solidFill>
            <a:schemeClr val="tx1"/>
          </a:solidFill>
          <a:latin typeface="Montserrat" panose="00000500000000000000" pitchFamily="2" charset="0"/>
          <a:ea typeface="微软雅黑 Light" panose="020B0502040204020203" pitchFamily="34" charset="-122"/>
          <a:cs typeface="+mn-cs"/>
        </a:defRPr>
      </a:lvl1pPr>
      <a:lvl2pPr marL="432000" indent="-180000" algn="just" defTabSz="914400" rtl="0" eaLnBrk="1" latinLnBrk="0" hangingPunct="1">
        <a:lnSpc>
          <a:spcPct val="100000"/>
        </a:lnSpc>
        <a:spcBef>
          <a:spcPts val="0"/>
        </a:spcBef>
        <a:spcAft>
          <a:spcPts val="600"/>
        </a:spcAft>
        <a:buFont typeface="Montserrat" panose="00000500000000000000" pitchFamily="2" charset="0"/>
        <a:buChar char="‐"/>
        <a:defRPr sz="1800" kern="1200" baseline="0">
          <a:solidFill>
            <a:schemeClr val="tx1"/>
          </a:solidFill>
          <a:latin typeface="Montserrat" panose="00000500000000000000" pitchFamily="2" charset="0"/>
          <a:ea typeface="微软雅黑 Light" panose="020B0502040204020203" pitchFamily="34" charset="-122"/>
          <a:cs typeface="+mn-cs"/>
        </a:defRPr>
      </a:lvl2pPr>
      <a:lvl3pPr marL="648000" indent="-180000" algn="just" defTabSz="914400" rtl="0" eaLnBrk="1" latinLnBrk="0" hangingPunct="1">
        <a:lnSpc>
          <a:spcPct val="100000"/>
        </a:lnSpc>
        <a:spcBef>
          <a:spcPts val="0"/>
        </a:spcBef>
        <a:spcAft>
          <a:spcPts val="600"/>
        </a:spcAft>
        <a:buFont typeface="Arial" panose="020B0604020202020204" pitchFamily="34" charset="0"/>
        <a:buChar char="•"/>
        <a:defRPr sz="1600" kern="1200" baseline="0">
          <a:solidFill>
            <a:schemeClr val="tx1"/>
          </a:solidFill>
          <a:latin typeface="Montserrat" panose="00000500000000000000" pitchFamily="2" charset="0"/>
          <a:ea typeface="微软雅黑 Light" panose="020B0502040204020203" pitchFamily="34" charset="-122"/>
          <a:cs typeface="+mn-cs"/>
        </a:defRPr>
      </a:lvl3pPr>
      <a:lvl4pPr marL="864000" indent="-180000" algn="just" defTabSz="914400" rtl="0" eaLnBrk="1" latinLnBrk="0" hangingPunct="1">
        <a:lnSpc>
          <a:spcPct val="100000"/>
        </a:lnSpc>
        <a:spcBef>
          <a:spcPts val="0"/>
        </a:spcBef>
        <a:spcAft>
          <a:spcPts val="600"/>
        </a:spcAft>
        <a:buFont typeface="Arial" panose="020B0604020202020204" pitchFamily="34" charset="0"/>
        <a:buChar char="•"/>
        <a:defRPr sz="1600" kern="1200" baseline="0">
          <a:solidFill>
            <a:schemeClr val="tx1"/>
          </a:solidFill>
          <a:latin typeface="Montserrat" panose="00000500000000000000" pitchFamily="2" charset="0"/>
          <a:ea typeface="微软雅黑 Light" panose="020B0502040204020203" pitchFamily="34" charset="-122"/>
          <a:cs typeface="+mn-cs"/>
        </a:defRPr>
      </a:lvl4pPr>
      <a:lvl5pPr marL="1080000" indent="-180000" algn="just" defTabSz="914400" rtl="0" eaLnBrk="1" latinLnBrk="0" hangingPunct="1">
        <a:lnSpc>
          <a:spcPct val="100000"/>
        </a:lnSpc>
        <a:spcBef>
          <a:spcPts val="0"/>
        </a:spcBef>
        <a:spcAft>
          <a:spcPts val="600"/>
        </a:spcAft>
        <a:buFont typeface="Arial" panose="020B0604020202020204" pitchFamily="34" charset="0"/>
        <a:buChar char="•"/>
        <a:defRPr sz="1600" kern="1200" baseline="0">
          <a:solidFill>
            <a:schemeClr val="tx1"/>
          </a:solidFill>
          <a:latin typeface="Montserrat" panose="00000500000000000000" pitchFamily="2" charset="0"/>
          <a:ea typeface="微软雅黑 Light" panose="020B0502040204020203"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sv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4.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5.xml"/><Relationship Id="rId1" Type="http://schemas.openxmlformats.org/officeDocument/2006/relationships/slideLayout" Target="../slideLayouts/slideLayout6.xml"/><Relationship Id="rId4" Type="http://schemas.openxmlformats.org/officeDocument/2006/relationships/image" Target="../media/image21.svg"/></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4.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4.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4.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4.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4.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4.xml"/></Relationships>
</file>

<file path=ppt/slides/_rels/slide1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diagramLayout" Target="../diagrams/layout11.xml"/><Relationship Id="rId7" Type="http://schemas.openxmlformats.org/officeDocument/2006/relationships/image" Target="../media/image30.png"/><Relationship Id="rId12" Type="http://schemas.openxmlformats.org/officeDocument/2006/relationships/image" Target="../media/image35.svg"/><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11" Type="http://schemas.openxmlformats.org/officeDocument/2006/relationships/image" Target="../media/image34.png"/><Relationship Id="rId5" Type="http://schemas.openxmlformats.org/officeDocument/2006/relationships/diagramColors" Target="../diagrams/colors11.xml"/><Relationship Id="rId10" Type="http://schemas.openxmlformats.org/officeDocument/2006/relationships/image" Target="../media/image33.svg"/><Relationship Id="rId4" Type="http://schemas.openxmlformats.org/officeDocument/2006/relationships/diagramQuickStyle" Target="../diagrams/quickStyle11.xml"/><Relationship Id="rId9" Type="http://schemas.openxmlformats.org/officeDocument/2006/relationships/image" Target="../media/image32.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9445E614-E647-EB35-3EA8-D8379963D1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0" y="571500"/>
            <a:ext cx="7620000" cy="5715000"/>
          </a:xfrm>
          <a:prstGeom prst="rect">
            <a:avLst/>
          </a:prstGeom>
          <a:effectLst>
            <a:innerShdw blurRad="63500" dist="50800" dir="13500000">
              <a:prstClr val="black">
                <a:alpha val="50000"/>
              </a:prstClr>
            </a:innerShdw>
          </a:effectLst>
        </p:spPr>
      </p:pic>
    </p:spTree>
    <p:extLst>
      <p:ext uri="{BB962C8B-B14F-4D97-AF65-F5344CB8AC3E}">
        <p14:creationId xmlns:p14="http://schemas.microsoft.com/office/powerpoint/2010/main" val="3389839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7228AC8-4C19-0C6B-50D5-6FEE87C6049B}"/>
              </a:ext>
            </a:extLst>
          </p:cNvPr>
          <p:cNvSpPr txBox="1"/>
          <p:nvPr/>
        </p:nvSpPr>
        <p:spPr>
          <a:xfrm>
            <a:off x="1056000" y="1440000"/>
            <a:ext cx="10080000" cy="1754326"/>
          </a:xfrm>
          <a:prstGeom prst="rect">
            <a:avLst/>
          </a:prstGeom>
          <a:noFill/>
        </p:spPr>
        <p:txBody>
          <a:bodyPr wrap="square" rtlCol="0">
            <a:spAutoFit/>
          </a:bodyPr>
          <a:lstStyle/>
          <a:p>
            <a:r>
              <a:rPr lang="zh-CN" altLang="en-US" dirty="0"/>
              <a:t>作为一个优秀项目经理，不需要（ ）。</a:t>
            </a:r>
            <a:endParaRPr lang="en-US" altLang="zh-CN" dirty="0"/>
          </a:p>
          <a:p>
            <a:endParaRPr lang="zh-CN" altLang="en-US" dirty="0"/>
          </a:p>
          <a:p>
            <a:r>
              <a:rPr lang="en-US" altLang="zh-CN" dirty="0"/>
              <a:t>A. </a:t>
            </a:r>
            <a:r>
              <a:rPr lang="zh-CN" altLang="en-US" dirty="0"/>
              <a:t>了解客户的业务需求</a:t>
            </a:r>
          </a:p>
          <a:p>
            <a:r>
              <a:rPr lang="en-US" altLang="zh-CN" dirty="0"/>
              <a:t>B. </a:t>
            </a:r>
            <a:r>
              <a:rPr lang="zh-CN" altLang="en-US" dirty="0"/>
              <a:t>组建一个和谐的团队</a:t>
            </a:r>
          </a:p>
          <a:p>
            <a:r>
              <a:rPr lang="en-US" altLang="zh-CN" dirty="0"/>
              <a:t>C.</a:t>
            </a:r>
            <a:r>
              <a:rPr lang="zh-CN" altLang="en-US" dirty="0"/>
              <a:t> 注重客户和用户参与</a:t>
            </a:r>
          </a:p>
          <a:p>
            <a:r>
              <a:rPr lang="en-US" altLang="zh-CN" dirty="0"/>
              <a:t>D. </a:t>
            </a:r>
            <a:r>
              <a:rPr lang="zh-CN" altLang="en-US" dirty="0"/>
              <a:t>精通项目相关的技术</a:t>
            </a:r>
          </a:p>
        </p:txBody>
      </p:sp>
    </p:spTree>
    <p:extLst>
      <p:ext uri="{BB962C8B-B14F-4D97-AF65-F5344CB8AC3E}">
        <p14:creationId xmlns:p14="http://schemas.microsoft.com/office/powerpoint/2010/main" val="36775434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7228AC8-4C19-0C6B-50D5-6FEE87C6049B}"/>
              </a:ext>
            </a:extLst>
          </p:cNvPr>
          <p:cNvSpPr txBox="1"/>
          <p:nvPr/>
        </p:nvSpPr>
        <p:spPr>
          <a:xfrm>
            <a:off x="1056000" y="1440000"/>
            <a:ext cx="10080000" cy="2031325"/>
          </a:xfrm>
          <a:prstGeom prst="rect">
            <a:avLst/>
          </a:prstGeom>
          <a:noFill/>
        </p:spPr>
        <p:txBody>
          <a:bodyPr wrap="square" rtlCol="0">
            <a:spAutoFit/>
          </a:bodyPr>
          <a:lstStyle/>
          <a:p>
            <a:r>
              <a:rPr lang="zh-CN" altLang="en-US" dirty="0"/>
              <a:t>项目经理接到一个新软件产品开发项目，根据用户的持续反馈才能一步步决定产品的功能，而且如何实现这些功能也没有成熟的技术方案可以借鉴。项目经理应该建议采用哪种项目生命周期？</a:t>
            </a:r>
            <a:endParaRPr lang="en-US" altLang="zh-CN" dirty="0"/>
          </a:p>
          <a:p>
            <a:endParaRPr lang="zh-CN" altLang="en-US" dirty="0"/>
          </a:p>
          <a:p>
            <a:r>
              <a:rPr lang="en-US" altLang="zh-CN" dirty="0"/>
              <a:t>A. </a:t>
            </a:r>
            <a:r>
              <a:rPr lang="zh-CN" altLang="en-US" dirty="0"/>
              <a:t>预测型</a:t>
            </a:r>
            <a:br>
              <a:rPr lang="zh-CN" altLang="en-US" dirty="0"/>
            </a:br>
            <a:r>
              <a:rPr lang="en-US" altLang="zh-CN" dirty="0"/>
              <a:t>B. </a:t>
            </a:r>
            <a:r>
              <a:rPr lang="zh-CN" altLang="en-US" dirty="0"/>
              <a:t>适应型</a:t>
            </a:r>
            <a:br>
              <a:rPr lang="zh-CN" altLang="en-US" dirty="0"/>
            </a:br>
            <a:r>
              <a:rPr lang="en-US" altLang="zh-CN" dirty="0"/>
              <a:t>C. </a:t>
            </a:r>
            <a:r>
              <a:rPr lang="zh-CN" altLang="en-US" dirty="0"/>
              <a:t>迭代型</a:t>
            </a:r>
            <a:br>
              <a:rPr lang="zh-CN" altLang="en-US" dirty="0"/>
            </a:br>
            <a:r>
              <a:rPr lang="en-US" altLang="zh-CN" dirty="0"/>
              <a:t>D. </a:t>
            </a:r>
            <a:r>
              <a:rPr lang="zh-CN" altLang="en-US" dirty="0"/>
              <a:t>增量型</a:t>
            </a:r>
          </a:p>
        </p:txBody>
      </p:sp>
    </p:spTree>
    <p:extLst>
      <p:ext uri="{BB962C8B-B14F-4D97-AF65-F5344CB8AC3E}">
        <p14:creationId xmlns:p14="http://schemas.microsoft.com/office/powerpoint/2010/main" val="2049729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7228AC8-4C19-0C6B-50D5-6FEE87C6049B}"/>
              </a:ext>
            </a:extLst>
          </p:cNvPr>
          <p:cNvSpPr txBox="1"/>
          <p:nvPr/>
        </p:nvSpPr>
        <p:spPr>
          <a:xfrm>
            <a:off x="1056000" y="1440000"/>
            <a:ext cx="10080000" cy="2031325"/>
          </a:xfrm>
          <a:prstGeom prst="rect">
            <a:avLst/>
          </a:prstGeom>
          <a:noFill/>
        </p:spPr>
        <p:txBody>
          <a:bodyPr wrap="square" rtlCol="0">
            <a:spAutoFit/>
          </a:bodyPr>
          <a:lstStyle/>
          <a:p>
            <a:r>
              <a:rPr lang="zh-CN" altLang="en-US" dirty="0"/>
              <a:t>在一个快速变化环境中工作的项目经理，将收集到的需求清单按照优先顺序进行分组排序。让优先级最高的可交付成果在</a:t>
            </a:r>
            <a:r>
              <a:rPr lang="en-US" altLang="zh-CN" dirty="0"/>
              <a:t>3-4</a:t>
            </a:r>
            <a:r>
              <a:rPr lang="zh-CN" altLang="en-US" dirty="0"/>
              <a:t>周内完成。项目经理正在使用哪一种项目生命周期方法？</a:t>
            </a:r>
            <a:endParaRPr lang="en-US" altLang="zh-CN" dirty="0"/>
          </a:p>
          <a:p>
            <a:endParaRPr lang="zh-CN" altLang="en-US" dirty="0"/>
          </a:p>
          <a:p>
            <a:r>
              <a:rPr lang="en-US" altLang="zh-CN" dirty="0"/>
              <a:t>A. </a:t>
            </a:r>
            <a:r>
              <a:rPr lang="zh-CN" altLang="en-US" dirty="0"/>
              <a:t>直觉</a:t>
            </a:r>
          </a:p>
          <a:p>
            <a:r>
              <a:rPr lang="en-US" altLang="zh-CN" dirty="0"/>
              <a:t>B. </a:t>
            </a:r>
            <a:r>
              <a:rPr lang="zh-CN" altLang="en-US" dirty="0"/>
              <a:t>预测</a:t>
            </a:r>
          </a:p>
          <a:p>
            <a:r>
              <a:rPr lang="en-US" altLang="zh-CN" dirty="0"/>
              <a:t>C. </a:t>
            </a:r>
            <a:r>
              <a:rPr lang="zh-CN" altLang="en-US" dirty="0"/>
              <a:t>适应</a:t>
            </a:r>
          </a:p>
          <a:p>
            <a:r>
              <a:rPr lang="en-US" altLang="zh-CN" dirty="0"/>
              <a:t>D. </a:t>
            </a:r>
            <a:r>
              <a:rPr lang="zh-CN" altLang="en-US" dirty="0"/>
              <a:t>迭代</a:t>
            </a:r>
          </a:p>
        </p:txBody>
      </p:sp>
    </p:spTree>
    <p:extLst>
      <p:ext uri="{BB962C8B-B14F-4D97-AF65-F5344CB8AC3E}">
        <p14:creationId xmlns:p14="http://schemas.microsoft.com/office/powerpoint/2010/main" val="3874002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7228AC8-4C19-0C6B-50D5-6FEE87C6049B}"/>
              </a:ext>
            </a:extLst>
          </p:cNvPr>
          <p:cNvSpPr txBox="1"/>
          <p:nvPr/>
        </p:nvSpPr>
        <p:spPr>
          <a:xfrm>
            <a:off x="1056000" y="1440000"/>
            <a:ext cx="10080000" cy="2308324"/>
          </a:xfrm>
          <a:prstGeom prst="rect">
            <a:avLst/>
          </a:prstGeom>
          <a:noFill/>
        </p:spPr>
        <p:txBody>
          <a:bodyPr wrap="square" rtlCol="0">
            <a:spAutoFit/>
          </a:bodyPr>
          <a:lstStyle/>
          <a:p>
            <a:r>
              <a:rPr lang="zh-CN" altLang="en-US" dirty="0"/>
              <a:t>作为公司某项目敏捷团队的开发人员，马上要开始这个项目的第一次迭代，你充满了干劲，但是不知道应该从哪里开始做起。为此，你所在的团队应该准备一份文件，里面应该包含本次迭代需要开发的功能以及特征，请问这个文件是指的？</a:t>
            </a:r>
          </a:p>
          <a:p>
            <a:endParaRPr lang="zh-CN" altLang="en-US" dirty="0"/>
          </a:p>
          <a:p>
            <a:r>
              <a:rPr lang="en-US" altLang="zh-CN" dirty="0"/>
              <a:t>A. </a:t>
            </a:r>
            <a:r>
              <a:rPr lang="zh-CN" altLang="en-US" dirty="0"/>
              <a:t>产品待办事项列表</a:t>
            </a:r>
          </a:p>
          <a:p>
            <a:r>
              <a:rPr lang="en-US" altLang="zh-CN" dirty="0"/>
              <a:t>B. </a:t>
            </a:r>
            <a:r>
              <a:rPr lang="zh-CN" altLang="en-US" dirty="0"/>
              <a:t>迭代待办事项列表</a:t>
            </a:r>
          </a:p>
          <a:p>
            <a:r>
              <a:rPr lang="en-US" altLang="zh-CN" dirty="0"/>
              <a:t>C. </a:t>
            </a:r>
            <a:r>
              <a:rPr lang="zh-CN" altLang="en-US" dirty="0"/>
              <a:t>每日计划</a:t>
            </a:r>
          </a:p>
          <a:p>
            <a:r>
              <a:rPr lang="en-US" altLang="zh-CN" dirty="0"/>
              <a:t>D. </a:t>
            </a:r>
            <a:r>
              <a:rPr lang="zh-CN" altLang="en-US" dirty="0"/>
              <a:t>项目章程</a:t>
            </a:r>
          </a:p>
        </p:txBody>
      </p:sp>
    </p:spTree>
    <p:extLst>
      <p:ext uri="{BB962C8B-B14F-4D97-AF65-F5344CB8AC3E}">
        <p14:creationId xmlns:p14="http://schemas.microsoft.com/office/powerpoint/2010/main" val="2695149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7228AC8-4C19-0C6B-50D5-6FEE87C6049B}"/>
              </a:ext>
            </a:extLst>
          </p:cNvPr>
          <p:cNvSpPr txBox="1"/>
          <p:nvPr/>
        </p:nvSpPr>
        <p:spPr>
          <a:xfrm>
            <a:off x="1056000" y="1440000"/>
            <a:ext cx="10080000" cy="2308324"/>
          </a:xfrm>
          <a:prstGeom prst="rect">
            <a:avLst/>
          </a:prstGeom>
          <a:noFill/>
        </p:spPr>
        <p:txBody>
          <a:bodyPr wrap="square" rtlCol="0">
            <a:spAutoFit/>
          </a:bodyPr>
          <a:lstStyle/>
          <a:p>
            <a:r>
              <a:rPr lang="zh-CN" altLang="en-US" dirty="0"/>
              <a:t>在迭代规划会议中，敏捷团队估算出一个功能特性所需时间为两周，但是新来的敏捷教练要求必须在一周内完成。团队成员向敏捷教练解释一周内完成是不可行的，并且没有理由给出一周的交付期限。敏捷教练的做法不符合以下哪一个 </a:t>
            </a:r>
            <a:r>
              <a:rPr lang="en-US" altLang="zh-CN" dirty="0"/>
              <a:t>Scrum </a:t>
            </a:r>
            <a:r>
              <a:rPr lang="zh-CN" altLang="en-US" dirty="0"/>
              <a:t>价值观？</a:t>
            </a:r>
            <a:endParaRPr lang="en-US" altLang="zh-CN" dirty="0"/>
          </a:p>
          <a:p>
            <a:endParaRPr lang="zh-CN" altLang="en-US" dirty="0"/>
          </a:p>
          <a:p>
            <a:r>
              <a:rPr lang="en-US" altLang="zh-CN" dirty="0"/>
              <a:t>A. </a:t>
            </a:r>
            <a:r>
              <a:rPr lang="zh-CN" altLang="en-US" dirty="0"/>
              <a:t>开放</a:t>
            </a:r>
          </a:p>
          <a:p>
            <a:r>
              <a:rPr lang="en-US" altLang="zh-CN" dirty="0"/>
              <a:t>B. </a:t>
            </a:r>
            <a:r>
              <a:rPr lang="zh-CN" altLang="en-US" dirty="0"/>
              <a:t>尊重</a:t>
            </a:r>
          </a:p>
          <a:p>
            <a:r>
              <a:rPr lang="en-US" altLang="zh-CN" dirty="0"/>
              <a:t>C. </a:t>
            </a:r>
            <a:r>
              <a:rPr lang="zh-CN" altLang="en-US" dirty="0"/>
              <a:t>勇气</a:t>
            </a:r>
          </a:p>
          <a:p>
            <a:r>
              <a:rPr lang="en-US" altLang="zh-CN" dirty="0"/>
              <a:t>D. </a:t>
            </a:r>
            <a:r>
              <a:rPr lang="zh-CN" altLang="en-US" dirty="0"/>
              <a:t>专注</a:t>
            </a:r>
          </a:p>
        </p:txBody>
      </p:sp>
    </p:spTree>
    <p:extLst>
      <p:ext uri="{BB962C8B-B14F-4D97-AF65-F5344CB8AC3E}">
        <p14:creationId xmlns:p14="http://schemas.microsoft.com/office/powerpoint/2010/main" val="2602643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E7228AC8-4C19-0C6B-50D5-6FEE87C6049B}"/>
              </a:ext>
            </a:extLst>
          </p:cNvPr>
          <p:cNvSpPr txBox="1"/>
          <p:nvPr/>
        </p:nvSpPr>
        <p:spPr>
          <a:xfrm>
            <a:off x="1056000" y="1440000"/>
            <a:ext cx="10080000" cy="3416320"/>
          </a:xfrm>
          <a:prstGeom prst="rect">
            <a:avLst/>
          </a:prstGeom>
          <a:noFill/>
        </p:spPr>
        <p:txBody>
          <a:bodyPr wrap="square" rtlCol="0">
            <a:spAutoFit/>
          </a:bodyPr>
          <a:lstStyle/>
          <a:p>
            <a:pPr indent="457200" algn="just"/>
            <a:r>
              <a:rPr lang="en-US" altLang="zh-CN" dirty="0"/>
              <a:t>2018</a:t>
            </a:r>
            <a:r>
              <a:rPr lang="zh-CN" altLang="en-US" dirty="0"/>
              <a:t>年</a:t>
            </a:r>
            <a:r>
              <a:rPr lang="en-US" altLang="zh-CN" dirty="0"/>
              <a:t>1</a:t>
            </a:r>
            <a:r>
              <a:rPr lang="zh-CN" altLang="en-US" dirty="0"/>
              <a:t>月，某系统集成公司中标本市某地铁线路的列车乘客信息系统项目，内容包括地铁公司运营中心节目播放控制软件、地铁列车节目接收软件以及服务器、播放终端等硬件设施的搭建工作。</a:t>
            </a:r>
          </a:p>
          <a:p>
            <a:pPr indent="457200" algn="just"/>
            <a:r>
              <a:rPr lang="zh-CN" altLang="en-US" dirty="0"/>
              <a:t>公司任命小陈为项目经理，并从各部门抽调了经验丰富的工程师组成了项目团队，小陈依据过去多年从事会议场所多媒体播控系统的经验，自己编写了项目范围说明书，并依此创建了</a:t>
            </a:r>
            <a:r>
              <a:rPr lang="en-US" altLang="zh-CN" dirty="0"/>
              <a:t>WBS</a:t>
            </a:r>
            <a:r>
              <a:rPr lang="zh-CN" altLang="en-US" dirty="0"/>
              <a:t>和</a:t>
            </a:r>
            <a:r>
              <a:rPr lang="en-US" altLang="zh-CN" dirty="0"/>
              <a:t>WBS</a:t>
            </a:r>
            <a:r>
              <a:rPr lang="zh-CN" altLang="en-US" dirty="0"/>
              <a:t>字典，形成项目范围基准。在项目实施过程中，由于与供应商解码设备的厂商发生合同纠纷，项目组不得不重新寻找新的合作厂商，并针对新的解码设备，重新开发接口软件，致使项目工期拖延，客户针对播放控制软件，要求增加断点续传的功能，开发人员认为工作量不大就自行增加了该功能，项目测试时，小陈发现与之前做的项目不同，地铁运行时数据是通过车地无线网络传输，宽带有限。网络丢包现象严重，导致视频节目播放时，经常卡顿，马赛克现象严重，究其原因发现是</a:t>
            </a:r>
            <a:r>
              <a:rPr lang="en-US" altLang="zh-CN" dirty="0"/>
              <a:t>WBS</a:t>
            </a:r>
            <a:r>
              <a:rPr lang="zh-CN" altLang="en-US" dirty="0"/>
              <a:t>中解决问题该问题的软件模块没有开发，验收时，客户对项目执行情况很不满意，小陈觉得客户吹毛求疵与客户发生了争执，导致客户向公司高层投诉。</a:t>
            </a:r>
          </a:p>
        </p:txBody>
      </p:sp>
    </p:spTree>
    <p:extLst>
      <p:ext uri="{BB962C8B-B14F-4D97-AF65-F5344CB8AC3E}">
        <p14:creationId xmlns:p14="http://schemas.microsoft.com/office/powerpoint/2010/main" val="725469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占位符 6">
            <a:extLst>
              <a:ext uri="{FF2B5EF4-FFF2-40B4-BE49-F238E27FC236}">
                <a16:creationId xmlns:a16="http://schemas.microsoft.com/office/drawing/2014/main" id="{D933F5D5-78D7-DF7D-D15A-2B4072A0B5B3}"/>
              </a:ext>
            </a:extLst>
          </p:cNvPr>
          <p:cNvPicPr>
            <a:picLocks noGrp="1" noChangeAspect="1"/>
          </p:cNvPicPr>
          <p:nvPr>
            <p:ph type="pic" sz="quarter" idx="4294967295"/>
          </p:nvPr>
        </p:nvPicPr>
        <p:blipFill>
          <a:blip r:embed="rId2"/>
          <a:srcRect l="17552" r="17552"/>
          <a:stretch/>
        </p:blipFill>
        <p:spPr>
          <a:xfrm>
            <a:off x="0" y="0"/>
            <a:ext cx="7912359" cy="6858000"/>
          </a:xfrm>
        </p:spPr>
      </p:pic>
      <p:sp>
        <p:nvSpPr>
          <p:cNvPr id="2" name="标题 1">
            <a:extLst>
              <a:ext uri="{FF2B5EF4-FFF2-40B4-BE49-F238E27FC236}">
                <a16:creationId xmlns:a16="http://schemas.microsoft.com/office/drawing/2014/main" id="{3A4CA759-5621-EB6A-3BE8-E0B4F08C2D2D}"/>
              </a:ext>
            </a:extLst>
          </p:cNvPr>
          <p:cNvSpPr>
            <a:spLocks noGrp="1"/>
          </p:cNvSpPr>
          <p:nvPr>
            <p:ph type="ctrTitle"/>
          </p:nvPr>
        </p:nvSpPr>
        <p:spPr>
          <a:xfrm>
            <a:off x="4077578" y="3498981"/>
            <a:ext cx="7262228" cy="1440000"/>
          </a:xfrm>
        </p:spPr>
        <p:txBody>
          <a:bodyPr/>
          <a:lstStyle/>
          <a:p>
            <a:r>
              <a:rPr lang="zh-CN" altLang="en-US"/>
              <a:t>软件项目管理概述</a:t>
            </a:r>
            <a:endParaRPr lang="zh-CN" altLang="en-US" dirty="0"/>
          </a:p>
        </p:txBody>
      </p:sp>
      <p:sp>
        <p:nvSpPr>
          <p:cNvPr id="3" name="副标题 2">
            <a:extLst>
              <a:ext uri="{FF2B5EF4-FFF2-40B4-BE49-F238E27FC236}">
                <a16:creationId xmlns:a16="http://schemas.microsoft.com/office/drawing/2014/main" id="{9A649945-96D7-8543-8CFE-9D885EE22BF8}"/>
              </a:ext>
            </a:extLst>
          </p:cNvPr>
          <p:cNvSpPr>
            <a:spLocks noGrp="1"/>
          </p:cNvSpPr>
          <p:nvPr>
            <p:ph type="subTitle" idx="1"/>
          </p:nvPr>
        </p:nvSpPr>
        <p:spPr>
          <a:xfrm>
            <a:off x="4077578" y="4938981"/>
            <a:ext cx="7262228" cy="900000"/>
          </a:xfrm>
        </p:spPr>
        <p:txBody>
          <a:bodyPr/>
          <a:lstStyle/>
          <a:p>
            <a:r>
              <a:rPr lang="en-US" altLang="zh-CN"/>
              <a:t>Section 1 Overview</a:t>
            </a:r>
            <a:endParaRPr lang="zh-CN" altLang="en-US" dirty="0"/>
          </a:p>
        </p:txBody>
      </p:sp>
    </p:spTree>
    <p:extLst>
      <p:ext uri="{BB962C8B-B14F-4D97-AF65-F5344CB8AC3E}">
        <p14:creationId xmlns:p14="http://schemas.microsoft.com/office/powerpoint/2010/main" val="2033436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3CB481C-BB8D-8881-5F15-37181E213008}"/>
              </a:ext>
            </a:extLst>
          </p:cNvPr>
          <p:cNvSpPr>
            <a:spLocks noGrp="1"/>
          </p:cNvSpPr>
          <p:nvPr>
            <p:ph type="title"/>
          </p:nvPr>
        </p:nvSpPr>
        <p:spPr>
          <a:xfrm>
            <a:off x="696000" y="360000"/>
            <a:ext cx="10800000" cy="424732"/>
          </a:xfrm>
        </p:spPr>
        <p:txBody>
          <a:bodyPr/>
          <a:lstStyle/>
          <a:p>
            <a:r>
              <a:rPr lang="zh-CN" altLang="en-US" dirty="0"/>
              <a:t>项目 </a:t>
            </a:r>
            <a:r>
              <a:rPr lang="en-US" altLang="zh-CN" dirty="0"/>
              <a:t>Project</a:t>
            </a:r>
            <a:endParaRPr lang="zh-CN" altLang="en-US" dirty="0"/>
          </a:p>
        </p:txBody>
      </p:sp>
      <p:sp>
        <p:nvSpPr>
          <p:cNvPr id="3" name="内容占位符 2">
            <a:extLst>
              <a:ext uri="{FF2B5EF4-FFF2-40B4-BE49-F238E27FC236}">
                <a16:creationId xmlns:a16="http://schemas.microsoft.com/office/drawing/2014/main" id="{5AB56C25-F459-19D0-36CB-4BA5E15CAD51}"/>
              </a:ext>
            </a:extLst>
          </p:cNvPr>
          <p:cNvSpPr>
            <a:spLocks noGrp="1"/>
          </p:cNvSpPr>
          <p:nvPr>
            <p:ph idx="1"/>
          </p:nvPr>
        </p:nvSpPr>
        <p:spPr>
          <a:xfrm>
            <a:off x="696000" y="1080000"/>
            <a:ext cx="10800000" cy="5112000"/>
          </a:xfrm>
        </p:spPr>
        <p:txBody>
          <a:bodyPr/>
          <a:lstStyle/>
          <a:p>
            <a:r>
              <a:rPr lang="zh-CN" altLang="en-US" dirty="0"/>
              <a:t>项目</a:t>
            </a:r>
            <a:r>
              <a:rPr lang="en-US" altLang="zh-CN" dirty="0"/>
              <a:t>(Project)</a:t>
            </a:r>
            <a:r>
              <a:rPr lang="zh-CN" altLang="en-US" dirty="0"/>
              <a:t>是为了创造一个唯一的产品或提供一个唯一的服务而进行的临时性的努力</a:t>
            </a:r>
            <a:endParaRPr lang="en-US" altLang="zh-CN" dirty="0"/>
          </a:p>
          <a:p>
            <a:pPr lvl="1"/>
            <a:r>
              <a:rPr lang="zh-CN" altLang="en-US" dirty="0"/>
              <a:t>临时性 </a:t>
            </a:r>
            <a:r>
              <a:rPr lang="en-US" altLang="zh-CN" dirty="0"/>
              <a:t>Temporary</a:t>
            </a:r>
            <a:endParaRPr lang="zh-CN" altLang="en-US" dirty="0"/>
          </a:p>
          <a:p>
            <a:pPr lvl="1"/>
            <a:r>
              <a:rPr lang="zh-CN" altLang="en-US" dirty="0"/>
              <a:t>独特性 </a:t>
            </a:r>
            <a:r>
              <a:rPr lang="en-US" altLang="zh-CN" dirty="0"/>
              <a:t>Unique</a:t>
            </a:r>
            <a:endParaRPr lang="zh-CN" altLang="en-US" dirty="0"/>
          </a:p>
          <a:p>
            <a:pPr lvl="1"/>
            <a:r>
              <a:rPr lang="zh-CN" altLang="en-US" dirty="0"/>
              <a:t>不确定性 </a:t>
            </a:r>
            <a:r>
              <a:rPr lang="en-US" altLang="zh-CN" dirty="0"/>
              <a:t>Uncertainty</a:t>
            </a:r>
            <a:endParaRPr lang="zh-CN" altLang="en-US" dirty="0"/>
          </a:p>
          <a:p>
            <a:endParaRPr lang="zh-CN" altLang="en-US" dirty="0"/>
          </a:p>
        </p:txBody>
      </p:sp>
    </p:spTree>
    <p:extLst>
      <p:ext uri="{BB962C8B-B14F-4D97-AF65-F5344CB8AC3E}">
        <p14:creationId xmlns:p14="http://schemas.microsoft.com/office/powerpoint/2010/main" val="17769601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982661-5AAD-D544-4A07-E00C15249E9E}"/>
              </a:ext>
            </a:extLst>
          </p:cNvPr>
          <p:cNvSpPr>
            <a:spLocks noGrp="1"/>
          </p:cNvSpPr>
          <p:nvPr>
            <p:ph type="title"/>
          </p:nvPr>
        </p:nvSpPr>
        <p:spPr/>
        <p:txBody>
          <a:bodyPr/>
          <a:lstStyle/>
          <a:p>
            <a:r>
              <a:rPr lang="zh-CN" altLang="en-US" dirty="0"/>
              <a:t>项目 </a:t>
            </a:r>
            <a:r>
              <a:rPr lang="en-US" altLang="zh-CN" dirty="0"/>
              <a:t>Project</a:t>
            </a:r>
            <a:endParaRPr lang="zh-CN" altLang="en-US" dirty="0"/>
          </a:p>
        </p:txBody>
      </p:sp>
      <p:sp>
        <p:nvSpPr>
          <p:cNvPr id="3" name="内容占位符 2">
            <a:extLst>
              <a:ext uri="{FF2B5EF4-FFF2-40B4-BE49-F238E27FC236}">
                <a16:creationId xmlns:a16="http://schemas.microsoft.com/office/drawing/2014/main" id="{29FF7D73-A8D9-59C3-0280-29A8FD7EA9B2}"/>
              </a:ext>
            </a:extLst>
          </p:cNvPr>
          <p:cNvSpPr>
            <a:spLocks noGrp="1"/>
          </p:cNvSpPr>
          <p:nvPr>
            <p:ph idx="1"/>
          </p:nvPr>
        </p:nvSpPr>
        <p:spPr>
          <a:xfrm>
            <a:off x="696000" y="1101172"/>
            <a:ext cx="10800000" cy="5112000"/>
          </a:xfrm>
        </p:spPr>
        <p:txBody>
          <a:bodyPr/>
          <a:lstStyle/>
          <a:p>
            <a:endParaRPr lang="zh-CN" altLang="en-US"/>
          </a:p>
        </p:txBody>
      </p:sp>
      <p:graphicFrame>
        <p:nvGraphicFramePr>
          <p:cNvPr id="4" name="Diagram 3">
            <a:extLst>
              <a:ext uri="{FF2B5EF4-FFF2-40B4-BE49-F238E27FC236}">
                <a16:creationId xmlns:a16="http://schemas.microsoft.com/office/drawing/2014/main" id="{25391F4A-3619-B28E-05D6-A8F854D3800E}"/>
              </a:ext>
            </a:extLst>
          </p:cNvPr>
          <p:cNvGraphicFramePr/>
          <p:nvPr>
            <p:extLst>
              <p:ext uri="{D42A27DB-BD31-4B8C-83A1-F6EECF244321}">
                <p14:modId xmlns:p14="http://schemas.microsoft.com/office/powerpoint/2010/main" val="4228336298"/>
              </p:ext>
            </p:extLst>
          </p:nvPr>
        </p:nvGraphicFramePr>
        <p:xfrm>
          <a:off x="3023828" y="1294394"/>
          <a:ext cx="6144344" cy="47255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30553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161405-C853-3F50-B3A0-E0D973E7F3FD}"/>
              </a:ext>
            </a:extLst>
          </p:cNvPr>
          <p:cNvSpPr>
            <a:spLocks noGrp="1"/>
          </p:cNvSpPr>
          <p:nvPr>
            <p:ph type="title"/>
          </p:nvPr>
        </p:nvSpPr>
        <p:spPr/>
        <p:txBody>
          <a:bodyPr/>
          <a:lstStyle/>
          <a:p>
            <a:r>
              <a:rPr lang="zh-CN" altLang="en-US" dirty="0"/>
              <a:t>项目集 </a:t>
            </a:r>
            <a:r>
              <a:rPr lang="en-US" altLang="zh-CN" dirty="0"/>
              <a:t>Program</a:t>
            </a:r>
            <a:endParaRPr lang="zh-CN" altLang="en-US" dirty="0"/>
          </a:p>
        </p:txBody>
      </p:sp>
      <p:sp>
        <p:nvSpPr>
          <p:cNvPr id="3" name="内容占位符 2">
            <a:extLst>
              <a:ext uri="{FF2B5EF4-FFF2-40B4-BE49-F238E27FC236}">
                <a16:creationId xmlns:a16="http://schemas.microsoft.com/office/drawing/2014/main" id="{7D33A585-C003-C1AF-99E1-DDFEA3EFC716}"/>
              </a:ext>
            </a:extLst>
          </p:cNvPr>
          <p:cNvSpPr>
            <a:spLocks noGrp="1"/>
          </p:cNvSpPr>
          <p:nvPr>
            <p:ph idx="1"/>
          </p:nvPr>
        </p:nvSpPr>
        <p:spPr/>
        <p:txBody>
          <a:bodyPr>
            <a:normAutofit/>
          </a:bodyPr>
          <a:lstStyle/>
          <a:p>
            <a:r>
              <a:rPr lang="zh-CN" altLang="en-US" dirty="0"/>
              <a:t>指一组相互关联且被协调管理的项目、子项目集和项目集活动</a:t>
            </a:r>
          </a:p>
          <a:p>
            <a:r>
              <a:rPr lang="zh-CN" altLang="en-US" dirty="0"/>
              <a:t>目的：通过协同管理获取单独管理各个部分时无法实现的额外效益</a:t>
            </a:r>
          </a:p>
          <a:p>
            <a:r>
              <a:rPr lang="zh-CN" altLang="en-US" dirty="0"/>
              <a:t>相互关联的项目：多个项目之间存在逻辑或目标上的联系</a:t>
            </a:r>
          </a:p>
          <a:p>
            <a:r>
              <a:rPr lang="zh-CN" altLang="en-US" dirty="0"/>
              <a:t>协调管理：统一规划、组织与控制，以确保整体一致性</a:t>
            </a:r>
          </a:p>
          <a:p>
            <a:r>
              <a:rPr lang="zh-CN" altLang="en-US" dirty="0"/>
              <a:t>包含内容：项目、子项目集、项目集活动</a:t>
            </a:r>
          </a:p>
          <a:p>
            <a:r>
              <a:rPr lang="zh-CN" altLang="en-US" dirty="0"/>
              <a:t>目的：获得分别管理所无法取得的利益（如资源优化、风险降低、战略对齐等）</a:t>
            </a:r>
          </a:p>
          <a:p>
            <a:endParaRPr lang="zh-CN" altLang="en-US" dirty="0"/>
          </a:p>
          <a:p>
            <a:r>
              <a:rPr lang="zh-CN" altLang="en-US" dirty="0"/>
              <a:t>强调：项目集管理的核心价值在于整体大于部分之和</a:t>
            </a:r>
          </a:p>
          <a:p>
            <a:endParaRPr lang="zh-CN" altLang="en-US" dirty="0"/>
          </a:p>
        </p:txBody>
      </p:sp>
    </p:spTree>
    <p:extLst>
      <p:ext uri="{BB962C8B-B14F-4D97-AF65-F5344CB8AC3E}">
        <p14:creationId xmlns:p14="http://schemas.microsoft.com/office/powerpoint/2010/main" val="2151493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4DCD3D-6D38-3329-3963-48458FF2AB20}"/>
              </a:ext>
            </a:extLst>
          </p:cNvPr>
          <p:cNvSpPr>
            <a:spLocks noGrp="1"/>
          </p:cNvSpPr>
          <p:nvPr>
            <p:ph type="title"/>
          </p:nvPr>
        </p:nvSpPr>
        <p:spPr/>
        <p:txBody>
          <a:bodyPr/>
          <a:lstStyle/>
          <a:p>
            <a:r>
              <a:rPr lang="zh-CN" altLang="en-US" dirty="0"/>
              <a:t>项目组合 </a:t>
            </a:r>
            <a:r>
              <a:rPr lang="en-US" altLang="zh-CN" dirty="0"/>
              <a:t>Portfolio</a:t>
            </a:r>
            <a:endParaRPr lang="zh-CN" altLang="en-US" dirty="0"/>
          </a:p>
        </p:txBody>
      </p:sp>
      <p:sp>
        <p:nvSpPr>
          <p:cNvPr id="3" name="内容占位符 2">
            <a:extLst>
              <a:ext uri="{FF2B5EF4-FFF2-40B4-BE49-F238E27FC236}">
                <a16:creationId xmlns:a16="http://schemas.microsoft.com/office/drawing/2014/main" id="{95D0D1E3-9D28-9D35-C380-9AB9BEE94183}"/>
              </a:ext>
            </a:extLst>
          </p:cNvPr>
          <p:cNvSpPr>
            <a:spLocks noGrp="1"/>
          </p:cNvSpPr>
          <p:nvPr>
            <p:ph idx="1"/>
          </p:nvPr>
        </p:nvSpPr>
        <p:spPr/>
        <p:txBody>
          <a:bodyPr>
            <a:normAutofit/>
          </a:bodyPr>
          <a:lstStyle/>
          <a:p>
            <a:r>
              <a:rPr lang="zh-CN" altLang="en-US" dirty="0"/>
              <a:t>项目组合是为实现战略目标而整合管理的一系列项目、项目集和运营活动的集合</a:t>
            </a:r>
            <a:endParaRPr lang="en-US" altLang="zh-CN" dirty="0"/>
          </a:p>
          <a:p>
            <a:r>
              <a:rPr lang="zh-CN" altLang="en-US" dirty="0"/>
              <a:t>成员之间不必存在直接关联或依赖关系</a:t>
            </a:r>
            <a:endParaRPr lang="en-US" altLang="zh-CN" dirty="0"/>
          </a:p>
          <a:p>
            <a:r>
              <a:rPr lang="zh-CN" altLang="en-US" dirty="0"/>
              <a:t>特点：</a:t>
            </a:r>
          </a:p>
          <a:p>
            <a:pPr lvl="1"/>
            <a:r>
              <a:rPr lang="zh-CN" altLang="en-US" dirty="0"/>
              <a:t>项目或项目集之间不一定彼此依赖或直接相关</a:t>
            </a:r>
          </a:p>
          <a:p>
            <a:pPr lvl="1"/>
            <a:r>
              <a:rPr lang="zh-CN" altLang="en-US" dirty="0"/>
              <a:t>管理重点在于战略对齐，而非技术或执行上的关联性</a:t>
            </a:r>
            <a:endParaRPr lang="en-US" altLang="zh-CN" dirty="0"/>
          </a:p>
          <a:p>
            <a:r>
              <a:rPr lang="zh-CN" altLang="en-US" dirty="0"/>
              <a:t>战略导向：项目组合的管理是为了达成组织的战略目标。</a:t>
            </a:r>
          </a:p>
          <a:p>
            <a:r>
              <a:rPr lang="zh-CN" altLang="en-US" dirty="0"/>
              <a:t>多样化组成：包含项目、项目集、子项目组合及运营工作</a:t>
            </a:r>
          </a:p>
          <a:p>
            <a:r>
              <a:rPr lang="zh-CN" altLang="en-US" dirty="0"/>
              <a:t>非依赖性：组合内的元素可以独立运作，无需相互依赖</a:t>
            </a:r>
          </a:p>
          <a:p>
            <a:r>
              <a:rPr lang="zh-CN" altLang="en-US" dirty="0"/>
              <a:t>统一管理：通过集中管理实现资源优化、优先级排序和战略一致性</a:t>
            </a:r>
            <a:endParaRPr lang="en-US" altLang="zh-CN" dirty="0"/>
          </a:p>
          <a:p>
            <a:endParaRPr lang="en-US" altLang="zh-CN" dirty="0"/>
          </a:p>
          <a:p>
            <a:r>
              <a:rPr lang="zh-CN" altLang="en-US" dirty="0"/>
              <a:t>强调的是战略价值和整体效益</a:t>
            </a:r>
            <a:endParaRPr lang="en-US" altLang="zh-CN" dirty="0"/>
          </a:p>
        </p:txBody>
      </p:sp>
    </p:spTree>
    <p:extLst>
      <p:ext uri="{BB962C8B-B14F-4D97-AF65-F5344CB8AC3E}">
        <p14:creationId xmlns:p14="http://schemas.microsoft.com/office/powerpoint/2010/main" val="2214310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55A89-383F-D7DE-49EB-516143BAE06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AFA46C6-529A-1FB0-2DCA-2FDF71E11B79}"/>
              </a:ext>
            </a:extLst>
          </p:cNvPr>
          <p:cNvSpPr>
            <a:spLocks noGrp="1"/>
          </p:cNvSpPr>
          <p:nvPr>
            <p:ph type="title"/>
          </p:nvPr>
        </p:nvSpPr>
        <p:spPr/>
        <p:txBody>
          <a:bodyPr/>
          <a:lstStyle/>
          <a:p>
            <a:r>
              <a:rPr lang="zh-CN" altLang="en-US" dirty="0"/>
              <a:t>软件项目 </a:t>
            </a:r>
            <a:r>
              <a:rPr lang="en-US" altLang="zh-CN" dirty="0"/>
              <a:t>Software</a:t>
            </a:r>
            <a:r>
              <a:rPr lang="zh-CN" altLang="en-US" dirty="0"/>
              <a:t> </a:t>
            </a:r>
            <a:r>
              <a:rPr lang="en-US" altLang="zh-CN" dirty="0"/>
              <a:t>Project</a:t>
            </a:r>
            <a:endParaRPr lang="zh-CN" altLang="en-US" dirty="0"/>
          </a:p>
        </p:txBody>
      </p:sp>
      <p:sp>
        <p:nvSpPr>
          <p:cNvPr id="3" name="内容占位符 2">
            <a:extLst>
              <a:ext uri="{FF2B5EF4-FFF2-40B4-BE49-F238E27FC236}">
                <a16:creationId xmlns:a16="http://schemas.microsoft.com/office/drawing/2014/main" id="{01135036-3A8E-2545-5B7E-39C1D659629A}"/>
              </a:ext>
            </a:extLst>
          </p:cNvPr>
          <p:cNvSpPr>
            <a:spLocks noGrp="1"/>
          </p:cNvSpPr>
          <p:nvPr>
            <p:ph idx="1"/>
          </p:nvPr>
        </p:nvSpPr>
        <p:spPr/>
        <p:txBody>
          <a:bodyPr>
            <a:normAutofit/>
          </a:bodyPr>
          <a:lstStyle/>
          <a:p>
            <a:r>
              <a:rPr lang="zh-CN" altLang="en-US" dirty="0"/>
              <a:t>含义</a:t>
            </a:r>
            <a:endParaRPr lang="en-US" altLang="zh-CN" dirty="0"/>
          </a:p>
          <a:p>
            <a:r>
              <a:rPr lang="zh-CN" altLang="en-US" dirty="0"/>
              <a:t>组成要素</a:t>
            </a:r>
          </a:p>
        </p:txBody>
      </p:sp>
    </p:spTree>
    <p:extLst>
      <p:ext uri="{BB962C8B-B14F-4D97-AF65-F5344CB8AC3E}">
        <p14:creationId xmlns:p14="http://schemas.microsoft.com/office/powerpoint/2010/main" val="49154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E069F-4CA2-41F5-36C6-99433EBD71E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BDA507A-9715-EA8B-0263-3F4F7C64C512}"/>
              </a:ext>
            </a:extLst>
          </p:cNvPr>
          <p:cNvSpPr>
            <a:spLocks noGrp="1"/>
          </p:cNvSpPr>
          <p:nvPr>
            <p:ph type="title"/>
          </p:nvPr>
        </p:nvSpPr>
        <p:spPr/>
        <p:txBody>
          <a:bodyPr/>
          <a:lstStyle/>
          <a:p>
            <a:r>
              <a:rPr lang="zh-CN" altLang="en-US" dirty="0"/>
              <a:t>项目管理 </a:t>
            </a:r>
            <a:r>
              <a:rPr lang="en-US" altLang="zh-CN" dirty="0"/>
              <a:t>Project Management</a:t>
            </a:r>
            <a:endParaRPr lang="zh-CN" altLang="en-US" dirty="0"/>
          </a:p>
        </p:txBody>
      </p:sp>
      <p:sp>
        <p:nvSpPr>
          <p:cNvPr id="3" name="内容占位符 2">
            <a:extLst>
              <a:ext uri="{FF2B5EF4-FFF2-40B4-BE49-F238E27FC236}">
                <a16:creationId xmlns:a16="http://schemas.microsoft.com/office/drawing/2014/main" id="{FDA56224-1A2A-8309-7C3D-C9AE8C5EED73}"/>
              </a:ext>
            </a:extLst>
          </p:cNvPr>
          <p:cNvSpPr>
            <a:spLocks noGrp="1"/>
          </p:cNvSpPr>
          <p:nvPr>
            <p:ph idx="1"/>
          </p:nvPr>
        </p:nvSpPr>
        <p:spPr/>
        <p:txBody>
          <a:bodyPr>
            <a:normAutofit/>
          </a:bodyPr>
          <a:lstStyle/>
          <a:p>
            <a:endParaRPr lang="zh-CN" altLang="en-US" dirty="0"/>
          </a:p>
        </p:txBody>
      </p:sp>
    </p:spTree>
    <p:extLst>
      <p:ext uri="{BB962C8B-B14F-4D97-AF65-F5344CB8AC3E}">
        <p14:creationId xmlns:p14="http://schemas.microsoft.com/office/powerpoint/2010/main" val="410066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36E6B-E6B3-0F7A-3C60-419F40F17FA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43CAB87-5155-DA15-375B-14F2BF75A70F}"/>
              </a:ext>
            </a:extLst>
          </p:cNvPr>
          <p:cNvSpPr>
            <a:spLocks noGrp="1"/>
          </p:cNvSpPr>
          <p:nvPr>
            <p:ph type="title"/>
          </p:nvPr>
        </p:nvSpPr>
        <p:spPr/>
        <p:txBody>
          <a:bodyPr/>
          <a:lstStyle/>
          <a:p>
            <a:r>
              <a:rPr lang="zh-CN" altLang="en-US" dirty="0"/>
              <a:t>软件项目管理 </a:t>
            </a:r>
            <a:r>
              <a:rPr lang="en-US" altLang="zh-CN" dirty="0"/>
              <a:t>Software</a:t>
            </a:r>
            <a:r>
              <a:rPr lang="zh-CN" altLang="en-US" dirty="0"/>
              <a:t> </a:t>
            </a:r>
            <a:r>
              <a:rPr lang="en-US" altLang="zh-CN" dirty="0"/>
              <a:t>Project Management</a:t>
            </a:r>
            <a:endParaRPr lang="zh-CN" altLang="en-US" dirty="0"/>
          </a:p>
        </p:txBody>
      </p:sp>
      <p:sp>
        <p:nvSpPr>
          <p:cNvPr id="3" name="内容占位符 2">
            <a:extLst>
              <a:ext uri="{FF2B5EF4-FFF2-40B4-BE49-F238E27FC236}">
                <a16:creationId xmlns:a16="http://schemas.microsoft.com/office/drawing/2014/main" id="{145B2F63-A505-EB9D-3392-399B930010DE}"/>
              </a:ext>
            </a:extLst>
          </p:cNvPr>
          <p:cNvSpPr>
            <a:spLocks noGrp="1"/>
          </p:cNvSpPr>
          <p:nvPr>
            <p:ph idx="1"/>
          </p:nvPr>
        </p:nvSpPr>
        <p:spPr/>
        <p:txBody>
          <a:bodyPr>
            <a:normAutofit/>
          </a:bodyPr>
          <a:lstStyle/>
          <a:p>
            <a:endParaRPr lang="zh-CN" altLang="en-US" dirty="0"/>
          </a:p>
        </p:txBody>
      </p:sp>
    </p:spTree>
    <p:extLst>
      <p:ext uri="{BB962C8B-B14F-4D97-AF65-F5344CB8AC3E}">
        <p14:creationId xmlns:p14="http://schemas.microsoft.com/office/powerpoint/2010/main" val="1011049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等腰三角形 3">
            <a:extLst>
              <a:ext uri="{FF2B5EF4-FFF2-40B4-BE49-F238E27FC236}">
                <a16:creationId xmlns:a16="http://schemas.microsoft.com/office/drawing/2014/main" id="{A07BF38B-7EF7-5B69-A2D5-E243426FBA4A}"/>
              </a:ext>
            </a:extLst>
          </p:cNvPr>
          <p:cNvSpPr/>
          <p:nvPr/>
        </p:nvSpPr>
        <p:spPr>
          <a:xfrm>
            <a:off x="1911434" y="3457575"/>
            <a:ext cx="464058" cy="288000"/>
          </a:xfrm>
          <a:prstGeom prst="triangle">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a:extLst>
              <a:ext uri="{FF2B5EF4-FFF2-40B4-BE49-F238E27FC236}">
                <a16:creationId xmlns:a16="http://schemas.microsoft.com/office/drawing/2014/main" id="{65C13C1B-DC05-2791-E3B3-6325CA90A827}"/>
              </a:ext>
            </a:extLst>
          </p:cNvPr>
          <p:cNvSpPr>
            <a:spLocks noGrp="1"/>
          </p:cNvSpPr>
          <p:nvPr>
            <p:ph type="title"/>
          </p:nvPr>
        </p:nvSpPr>
        <p:spPr>
          <a:xfrm>
            <a:off x="696000" y="360000"/>
            <a:ext cx="10800000" cy="424732"/>
          </a:xfrm>
        </p:spPr>
        <p:txBody>
          <a:bodyPr/>
          <a:lstStyle/>
          <a:p>
            <a:r>
              <a:rPr lang="zh-CN" altLang="en-US" dirty="0"/>
              <a:t>概念解析 </a:t>
            </a:r>
            <a:r>
              <a:rPr lang="en-US" altLang="zh-CN" dirty="0"/>
              <a:t>Concepts</a:t>
            </a:r>
            <a:endParaRPr lang="zh-CN" altLang="en-US" dirty="0"/>
          </a:p>
        </p:txBody>
      </p:sp>
      <p:graphicFrame>
        <p:nvGraphicFramePr>
          <p:cNvPr id="6" name="内容占位符 3">
            <a:extLst>
              <a:ext uri="{FF2B5EF4-FFF2-40B4-BE49-F238E27FC236}">
                <a16:creationId xmlns:a16="http://schemas.microsoft.com/office/drawing/2014/main" id="{235B63BB-D4E1-0D9F-1F82-71B2EE34CBD1}"/>
              </a:ext>
            </a:extLst>
          </p:cNvPr>
          <p:cNvGraphicFramePr>
            <a:graphicFrameLocks/>
          </p:cNvGraphicFramePr>
          <p:nvPr>
            <p:extLst>
              <p:ext uri="{D42A27DB-BD31-4B8C-83A1-F6EECF244321}">
                <p14:modId xmlns:p14="http://schemas.microsoft.com/office/powerpoint/2010/main" val="1453757854"/>
              </p:ext>
            </p:extLst>
          </p:nvPr>
        </p:nvGraphicFramePr>
        <p:xfrm>
          <a:off x="695325" y="3746741"/>
          <a:ext cx="10801350" cy="2445259"/>
        </p:xfrm>
        <a:graphic>
          <a:graphicData uri="http://schemas.openxmlformats.org/drawingml/2006/table">
            <a:tbl>
              <a:tblPr firstRow="1" bandRow="1">
                <a:tableStyleId>{72833802-FEF1-4C79-8D5D-14CF1EAF98D9}</a:tableStyleId>
              </a:tblPr>
              <a:tblGrid>
                <a:gridCol w="1805279">
                  <a:extLst>
                    <a:ext uri="{9D8B030D-6E8A-4147-A177-3AD203B41FA5}">
                      <a16:colId xmlns:a16="http://schemas.microsoft.com/office/drawing/2014/main" val="3401312939"/>
                    </a:ext>
                  </a:extLst>
                </a:gridCol>
                <a:gridCol w="5822302">
                  <a:extLst>
                    <a:ext uri="{9D8B030D-6E8A-4147-A177-3AD203B41FA5}">
                      <a16:colId xmlns:a16="http://schemas.microsoft.com/office/drawing/2014/main" val="370412264"/>
                    </a:ext>
                  </a:extLst>
                </a:gridCol>
                <a:gridCol w="3173769">
                  <a:extLst>
                    <a:ext uri="{9D8B030D-6E8A-4147-A177-3AD203B41FA5}">
                      <a16:colId xmlns:a16="http://schemas.microsoft.com/office/drawing/2014/main" val="1004544071"/>
                    </a:ext>
                  </a:extLst>
                </a:gridCol>
              </a:tblGrid>
              <a:tr h="236917">
                <a:tc>
                  <a:txBody>
                    <a:bodyPr/>
                    <a:lstStyle/>
                    <a:p>
                      <a:pPr>
                        <a:lnSpc>
                          <a:spcPct val="150000"/>
                        </a:lnSpc>
                        <a:buNone/>
                      </a:pPr>
                      <a:r>
                        <a:rPr lang="zh-CN" altLang="en-US" sz="1600" b="0" i="0" baseline="0" dirty="0">
                          <a:latin typeface="Montserrat" panose="00000500000000000000" pitchFamily="2" charset="0"/>
                          <a:ea typeface="微软雅黑 Light" panose="020B0502040204020203" pitchFamily="34" charset="-122"/>
                        </a:rPr>
                        <a:t>术语</a:t>
                      </a:r>
                    </a:p>
                  </a:txBody>
                  <a:tcPr anchor="ctr"/>
                </a:tc>
                <a:tc>
                  <a:txBody>
                    <a:bodyPr/>
                    <a:lstStyle/>
                    <a:p>
                      <a:pPr>
                        <a:lnSpc>
                          <a:spcPct val="150000"/>
                        </a:lnSpc>
                        <a:buNone/>
                      </a:pPr>
                      <a:r>
                        <a:rPr lang="zh-CN" altLang="en-US" sz="1600" b="0" i="0" baseline="0" dirty="0">
                          <a:latin typeface="Montserrat" panose="00000500000000000000" pitchFamily="2" charset="0"/>
                          <a:ea typeface="微软雅黑 Light" panose="020B0502040204020203" pitchFamily="34" charset="-122"/>
                        </a:rPr>
                        <a:t>全称</a:t>
                      </a:r>
                    </a:p>
                  </a:txBody>
                  <a:tcPr anchor="ctr"/>
                </a:tc>
                <a:tc>
                  <a:txBody>
                    <a:bodyPr/>
                    <a:lstStyle/>
                    <a:p>
                      <a:pPr>
                        <a:lnSpc>
                          <a:spcPct val="150000"/>
                        </a:lnSpc>
                        <a:buNone/>
                      </a:pPr>
                      <a:r>
                        <a:rPr lang="zh-CN" altLang="en-US" sz="1600" b="0" i="0" baseline="0" dirty="0">
                          <a:latin typeface="Montserrat" panose="00000500000000000000" pitchFamily="2" charset="0"/>
                          <a:ea typeface="微软雅黑 Light" panose="020B0502040204020203" pitchFamily="34" charset="-122"/>
                        </a:rPr>
                        <a:t>描述</a:t>
                      </a:r>
                    </a:p>
                  </a:txBody>
                  <a:tcPr anchor="ctr"/>
                </a:tc>
                <a:extLst>
                  <a:ext uri="{0D108BD9-81ED-4DB2-BD59-A6C34878D82A}">
                    <a16:rowId xmlns:a16="http://schemas.microsoft.com/office/drawing/2014/main" val="3522540848"/>
                  </a:ext>
                </a:extLst>
              </a:tr>
              <a:tr h="236917">
                <a:tc>
                  <a:txBody>
                    <a:bodyPr/>
                    <a:lstStyle/>
                    <a:p>
                      <a:pPr>
                        <a:lnSpc>
                          <a:spcPct val="150000"/>
                        </a:lnSpc>
                        <a:buNone/>
                      </a:pPr>
                      <a:r>
                        <a:rPr lang="en-US" altLang="zh-CN" sz="1600" baseline="0" dirty="0"/>
                        <a:t>PMP</a:t>
                      </a:r>
                      <a:endParaRPr lang="zh-CN" altLang="en-US" sz="1600" b="0" i="0" baseline="0" dirty="0">
                        <a:latin typeface="Montserrat" panose="00000500000000000000" pitchFamily="2" charset="0"/>
                        <a:ea typeface="微软雅黑 Light" panose="020B0502040204020203" pitchFamily="34" charset="-122"/>
                      </a:endParaRPr>
                    </a:p>
                  </a:txBody>
                  <a:tcPr anchor="ctr"/>
                </a:tc>
                <a:tc>
                  <a:txBody>
                    <a:bodyPr/>
                    <a:lstStyle/>
                    <a:p>
                      <a:r>
                        <a:rPr lang="en-US" altLang="zh-CN" sz="1600" dirty="0"/>
                        <a:t>Project Management Professional</a:t>
                      </a:r>
                    </a:p>
                  </a:txBody>
                  <a:tcPr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1600" dirty="0"/>
                        <a:t>项目管理专业资质认证</a:t>
                      </a:r>
                    </a:p>
                  </a:txBody>
                  <a:tcPr anchor="ctr"/>
                </a:tc>
                <a:extLst>
                  <a:ext uri="{0D108BD9-81ED-4DB2-BD59-A6C34878D82A}">
                    <a16:rowId xmlns:a16="http://schemas.microsoft.com/office/drawing/2014/main" val="4268597692"/>
                  </a:ext>
                </a:extLst>
              </a:tr>
              <a:tr h="236917">
                <a:tc>
                  <a:txBody>
                    <a:bodyPr/>
                    <a:lstStyle/>
                    <a:p>
                      <a:pPr>
                        <a:lnSpc>
                          <a:spcPct val="150000"/>
                        </a:lnSpc>
                        <a:buNone/>
                      </a:pPr>
                      <a:r>
                        <a:rPr lang="en-US" altLang="zh-CN" sz="1600" b="0" i="0" baseline="0">
                          <a:latin typeface="Montserrat" panose="00000500000000000000" pitchFamily="2" charset="0"/>
                          <a:ea typeface="微软雅黑 Light" panose="020B0502040204020203" pitchFamily="34" charset="-122"/>
                        </a:rPr>
                        <a:t>PMI</a:t>
                      </a:r>
                      <a:endParaRPr lang="zh-CN" altLang="en-US" sz="1600" b="0" i="0" baseline="0" dirty="0">
                        <a:latin typeface="Montserrat" panose="00000500000000000000" pitchFamily="2" charset="0"/>
                        <a:ea typeface="微软雅黑 Light" panose="020B0502040204020203" pitchFamily="34" charset="-122"/>
                      </a:endParaRPr>
                    </a:p>
                  </a:txBody>
                  <a:tcPr anchor="ctr"/>
                </a:tc>
                <a:tc>
                  <a:txBody>
                    <a:bodyPr/>
                    <a:lstStyle/>
                    <a:p>
                      <a:r>
                        <a:rPr lang="en-US" altLang="zh-CN" sz="1600" dirty="0"/>
                        <a:t>Project Management Institute</a:t>
                      </a:r>
                    </a:p>
                  </a:txBody>
                  <a:tcPr anchor="ctr"/>
                </a:tc>
                <a:tc>
                  <a:txBody>
                    <a:bodyPr/>
                    <a:lstStyle/>
                    <a:p>
                      <a:pPr>
                        <a:lnSpc>
                          <a:spcPct val="150000"/>
                        </a:lnSpc>
                        <a:buNone/>
                      </a:pPr>
                      <a:r>
                        <a:rPr lang="zh-CN" altLang="en-US" sz="1600" dirty="0"/>
                        <a:t>项目管理委员会</a:t>
                      </a:r>
                      <a:endParaRPr lang="en-US" altLang="zh-CN" sz="1600" b="0" i="0" baseline="0" dirty="0">
                        <a:latin typeface="Montserrat" panose="00000500000000000000" pitchFamily="2" charset="0"/>
                        <a:ea typeface="微软雅黑 Light" panose="020B0502040204020203" pitchFamily="34" charset="-122"/>
                      </a:endParaRPr>
                    </a:p>
                  </a:txBody>
                  <a:tcPr anchor="ctr"/>
                </a:tc>
                <a:extLst>
                  <a:ext uri="{0D108BD9-81ED-4DB2-BD59-A6C34878D82A}">
                    <a16:rowId xmlns:a16="http://schemas.microsoft.com/office/drawing/2014/main" val="2488565667"/>
                  </a:ext>
                </a:extLst>
              </a:tr>
              <a:tr h="236917">
                <a:tc>
                  <a:txBody>
                    <a:bodyPr/>
                    <a:lstStyle/>
                    <a:p>
                      <a:pPr>
                        <a:lnSpc>
                          <a:spcPct val="150000"/>
                        </a:lnSpc>
                        <a:buNone/>
                      </a:pPr>
                      <a:r>
                        <a:rPr lang="en-US" altLang="zh-CN" sz="1600" b="0" i="0" baseline="0" dirty="0">
                          <a:latin typeface="Montserrat" panose="00000500000000000000" pitchFamily="2" charset="0"/>
                          <a:ea typeface="微软雅黑 Light" panose="020B0502040204020203" pitchFamily="34" charset="-122"/>
                        </a:rPr>
                        <a:t>PMBOK 6</a:t>
                      </a:r>
                      <a:r>
                        <a:rPr lang="en-US" altLang="zh-CN" sz="1600" b="0" i="0" baseline="30000" dirty="0">
                          <a:latin typeface="Montserrat" panose="00000500000000000000" pitchFamily="2" charset="0"/>
                          <a:ea typeface="微软雅黑 Light" panose="020B0502040204020203" pitchFamily="34" charset="-122"/>
                        </a:rPr>
                        <a:t>th</a:t>
                      </a:r>
                      <a:endParaRPr lang="zh-CN" altLang="en-US" sz="1600" b="0" i="0" baseline="3000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en-US" altLang="zh-CN" sz="1600" dirty="0"/>
                        <a:t>Project Management Body of Knowledge, 6th Edition</a:t>
                      </a:r>
                      <a:endParaRPr lang="zh-CN" altLang="en-US" sz="1600" b="0" i="0" baseline="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zh-CN" altLang="en-US" sz="1600" dirty="0"/>
                        <a:t>项目管理知识体系，第</a:t>
                      </a:r>
                      <a:r>
                        <a:rPr lang="en-US" altLang="zh-CN" sz="1600" dirty="0"/>
                        <a:t>6</a:t>
                      </a:r>
                      <a:r>
                        <a:rPr lang="zh-CN" altLang="en-US" sz="1600" dirty="0"/>
                        <a:t>版</a:t>
                      </a:r>
                      <a:endParaRPr lang="en-US" altLang="zh-CN" sz="1600" b="0" i="0" baseline="0" dirty="0">
                        <a:latin typeface="Montserrat" panose="00000500000000000000" pitchFamily="2" charset="0"/>
                        <a:ea typeface="微软雅黑 Light" panose="020B0502040204020203" pitchFamily="34" charset="-122"/>
                      </a:endParaRPr>
                    </a:p>
                  </a:txBody>
                  <a:tcPr anchor="ctr"/>
                </a:tc>
                <a:extLst>
                  <a:ext uri="{0D108BD9-81ED-4DB2-BD59-A6C34878D82A}">
                    <a16:rowId xmlns:a16="http://schemas.microsoft.com/office/drawing/2014/main" val="2024873842"/>
                  </a:ext>
                </a:extLst>
              </a:tr>
              <a:tr h="236917">
                <a:tc>
                  <a:txBody>
                    <a:bodyPr/>
                    <a:lstStyle/>
                    <a:p>
                      <a:pPr>
                        <a:lnSpc>
                          <a:spcPct val="150000"/>
                        </a:lnSpc>
                        <a:buNone/>
                      </a:pPr>
                      <a:r>
                        <a:rPr lang="en-US" altLang="zh-CN" sz="1600" b="0" i="0" baseline="0" dirty="0">
                          <a:latin typeface="Montserrat" panose="00000500000000000000" pitchFamily="2" charset="0"/>
                          <a:ea typeface="微软雅黑 Light" panose="020B0502040204020203" pitchFamily="34" charset="-122"/>
                        </a:rPr>
                        <a:t>PMBOK 7</a:t>
                      </a:r>
                      <a:r>
                        <a:rPr lang="en-US" altLang="zh-CN" sz="1600" b="0" i="0" baseline="30000" dirty="0">
                          <a:latin typeface="Montserrat" panose="00000500000000000000" pitchFamily="2" charset="0"/>
                          <a:ea typeface="微软雅黑 Light" panose="020B0502040204020203" pitchFamily="34" charset="-122"/>
                        </a:rPr>
                        <a:t>th</a:t>
                      </a:r>
                      <a:endParaRPr lang="zh-CN" altLang="en-US" sz="1600" b="0" i="0" baseline="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en-US" altLang="zh-CN" sz="1600" dirty="0"/>
                        <a:t>Project Management Body of Knowledge, 7th Edition</a:t>
                      </a:r>
                      <a:endParaRPr lang="zh-CN" altLang="en-US" sz="1600" b="0" i="0" baseline="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zh-CN" altLang="en-US" sz="1600" dirty="0"/>
                        <a:t>项目管理知识体系，第</a:t>
                      </a:r>
                      <a:r>
                        <a:rPr lang="en-US" altLang="zh-CN" sz="1600" dirty="0"/>
                        <a:t>7</a:t>
                      </a:r>
                      <a:r>
                        <a:rPr lang="zh-CN" altLang="en-US" sz="1600" dirty="0"/>
                        <a:t>版</a:t>
                      </a:r>
                      <a:endParaRPr lang="en-US" altLang="zh-CN" sz="1600" dirty="0"/>
                    </a:p>
                    <a:p>
                      <a:pPr>
                        <a:lnSpc>
                          <a:spcPct val="150000"/>
                        </a:lnSpc>
                        <a:buNone/>
                      </a:pPr>
                      <a:r>
                        <a:rPr lang="zh-CN" altLang="en-US" sz="1600" b="0" i="0" baseline="0" dirty="0">
                          <a:latin typeface="Montserrat" panose="00000500000000000000" pitchFamily="2" charset="0"/>
                          <a:ea typeface="微软雅黑 Light" panose="020B0502040204020203" pitchFamily="34" charset="-122"/>
                        </a:rPr>
                        <a:t>以交付价值为导向</a:t>
                      </a:r>
                      <a:endParaRPr lang="en-US" altLang="zh-CN" sz="1600" b="0" i="0" baseline="0" dirty="0">
                        <a:latin typeface="Montserrat" panose="00000500000000000000" pitchFamily="2" charset="0"/>
                        <a:ea typeface="微软雅黑 Light" panose="020B0502040204020203" pitchFamily="34" charset="-122"/>
                      </a:endParaRPr>
                    </a:p>
                  </a:txBody>
                  <a:tcPr anchor="ctr"/>
                </a:tc>
                <a:extLst>
                  <a:ext uri="{0D108BD9-81ED-4DB2-BD59-A6C34878D82A}">
                    <a16:rowId xmlns:a16="http://schemas.microsoft.com/office/drawing/2014/main" val="1342128013"/>
                  </a:ext>
                </a:extLst>
              </a:tr>
            </a:tbl>
          </a:graphicData>
        </a:graphic>
      </p:graphicFrame>
      <p:sp>
        <p:nvSpPr>
          <p:cNvPr id="3" name="矩形 2">
            <a:extLst>
              <a:ext uri="{FF2B5EF4-FFF2-40B4-BE49-F238E27FC236}">
                <a16:creationId xmlns:a16="http://schemas.microsoft.com/office/drawing/2014/main" id="{56340BD9-7EAE-58EB-1EFB-A047DECD5D5C}"/>
              </a:ext>
            </a:extLst>
          </p:cNvPr>
          <p:cNvSpPr/>
          <p:nvPr/>
        </p:nvSpPr>
        <p:spPr>
          <a:xfrm>
            <a:off x="771863" y="3451473"/>
            <a:ext cx="1371600" cy="2740527"/>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 name="内容占位符 6">
            <a:extLst>
              <a:ext uri="{FF2B5EF4-FFF2-40B4-BE49-F238E27FC236}">
                <a16:creationId xmlns:a16="http://schemas.microsoft.com/office/drawing/2014/main" id="{482F61EF-E5C1-96E9-5279-07BF28F35308}"/>
              </a:ext>
            </a:extLst>
          </p:cNvPr>
          <p:cNvGraphicFramePr>
            <a:graphicFrameLocks noGrp="1"/>
          </p:cNvGraphicFramePr>
          <p:nvPr>
            <p:ph idx="1"/>
            <p:extLst>
              <p:ext uri="{D42A27DB-BD31-4B8C-83A1-F6EECF244321}">
                <p14:modId xmlns:p14="http://schemas.microsoft.com/office/powerpoint/2010/main" val="3476502446"/>
              </p:ext>
            </p:extLst>
          </p:nvPr>
        </p:nvGraphicFramePr>
        <p:xfrm>
          <a:off x="619125" y="3762525"/>
          <a:ext cx="1680167" cy="2079562"/>
        </p:xfrm>
        <a:graphic>
          <a:graphicData uri="http://schemas.openxmlformats.org/drawingml/2006/table">
            <a:tbl>
              <a:tblPr firstRow="1" bandRow="1">
                <a:tableStyleId>{5C22544A-7EE6-4342-B048-85BDC9FD1C3A}</a:tableStyleId>
              </a:tblPr>
              <a:tblGrid>
                <a:gridCol w="1680167">
                  <a:extLst>
                    <a:ext uri="{9D8B030D-6E8A-4147-A177-3AD203B41FA5}">
                      <a16:colId xmlns:a16="http://schemas.microsoft.com/office/drawing/2014/main" val="3766040380"/>
                    </a:ext>
                  </a:extLst>
                </a:gridCol>
              </a:tblGrid>
              <a:tr h="370840">
                <a:tc>
                  <a:txBody>
                    <a:bodyPr/>
                    <a:lstStyle/>
                    <a:p>
                      <a:pPr algn="ctr">
                        <a:lnSpc>
                          <a:spcPct val="150000"/>
                        </a:lnSpc>
                        <a:buNone/>
                      </a:pPr>
                      <a:r>
                        <a:rPr lang="zh-CN" altLang="en-US" sz="1600" b="0" i="0" baseline="0" dirty="0">
                          <a:solidFill>
                            <a:schemeClr val="bg1"/>
                          </a:solidFill>
                          <a:latin typeface="Montserrat" panose="00000500000000000000" pitchFamily="2" charset="0"/>
                          <a:ea typeface="微软雅黑 Light" panose="020B0502040204020203" pitchFamily="34" charset="-122"/>
                        </a:rPr>
                        <a:t>术语</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959951062"/>
                  </a:ext>
                </a:extLst>
              </a:tr>
              <a:tr h="370840">
                <a:tc>
                  <a:txBody>
                    <a:bodyPr/>
                    <a:lstStyle/>
                    <a:p>
                      <a:pPr algn="ctr">
                        <a:lnSpc>
                          <a:spcPct val="150000"/>
                        </a:lnSpc>
                        <a:buNone/>
                      </a:pPr>
                      <a:r>
                        <a:rPr lang="en-US" altLang="zh-CN" sz="1600" baseline="0" dirty="0">
                          <a:solidFill>
                            <a:schemeClr val="bg1"/>
                          </a:solidFill>
                        </a:rPr>
                        <a:t>PMP</a:t>
                      </a:r>
                      <a:endParaRPr lang="zh-CN" altLang="en-US" sz="1600" b="0" i="0" baseline="0" dirty="0">
                        <a:solidFill>
                          <a:schemeClr val="bg1"/>
                        </a:solidFill>
                        <a:latin typeface="Montserrat" panose="00000500000000000000" pitchFamily="2" charset="0"/>
                        <a:ea typeface="微软雅黑 Light" panose="020B0502040204020203" pitchFamily="34" charset="-122"/>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35449991"/>
                  </a:ext>
                </a:extLst>
              </a:tr>
              <a:tr h="370840">
                <a:tc>
                  <a:txBody>
                    <a:bodyPr/>
                    <a:lstStyle/>
                    <a:p>
                      <a:pPr algn="ctr">
                        <a:lnSpc>
                          <a:spcPct val="150000"/>
                        </a:lnSpc>
                        <a:buNone/>
                      </a:pPr>
                      <a:r>
                        <a:rPr lang="en-US" altLang="zh-CN" sz="1600" b="0" i="0" baseline="0" dirty="0">
                          <a:solidFill>
                            <a:schemeClr val="bg1"/>
                          </a:solidFill>
                          <a:latin typeface="Montserrat" panose="00000500000000000000" pitchFamily="2" charset="0"/>
                          <a:ea typeface="微软雅黑 Light" panose="020B0502040204020203" pitchFamily="34" charset="-122"/>
                        </a:rPr>
                        <a:t>PMI</a:t>
                      </a:r>
                      <a:endParaRPr lang="zh-CN" altLang="en-US" sz="1600" b="0" i="0" baseline="0" dirty="0">
                        <a:solidFill>
                          <a:schemeClr val="bg1"/>
                        </a:solidFill>
                        <a:latin typeface="Montserrat" panose="00000500000000000000" pitchFamily="2" charset="0"/>
                        <a:ea typeface="微软雅黑 Light" panose="020B0502040204020203" pitchFamily="34" charset="-122"/>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944786421"/>
                  </a:ext>
                </a:extLst>
              </a:tr>
              <a:tr h="370840">
                <a:tc>
                  <a:txBody>
                    <a:bodyPr/>
                    <a:lstStyle/>
                    <a:p>
                      <a:pPr algn="ctr">
                        <a:lnSpc>
                          <a:spcPct val="150000"/>
                        </a:lnSpc>
                        <a:buNone/>
                      </a:pPr>
                      <a:r>
                        <a:rPr lang="en-US" altLang="zh-CN" sz="1600" b="0" i="0" baseline="0" dirty="0">
                          <a:solidFill>
                            <a:schemeClr val="bg1"/>
                          </a:solidFill>
                          <a:latin typeface="Montserrat" panose="00000500000000000000" pitchFamily="2" charset="0"/>
                          <a:ea typeface="微软雅黑 Light" panose="020B0502040204020203" pitchFamily="34" charset="-122"/>
                        </a:rPr>
                        <a:t>PMBOK 6</a:t>
                      </a:r>
                      <a:r>
                        <a:rPr lang="en-US" altLang="zh-CN" sz="1600" b="0" i="0" baseline="30000" dirty="0">
                          <a:solidFill>
                            <a:schemeClr val="bg1"/>
                          </a:solidFill>
                          <a:latin typeface="Montserrat" panose="00000500000000000000" pitchFamily="2" charset="0"/>
                          <a:ea typeface="微软雅黑 Light" panose="020B0502040204020203" pitchFamily="34" charset="-122"/>
                        </a:rPr>
                        <a:t>th</a:t>
                      </a:r>
                      <a:endParaRPr lang="zh-CN" altLang="en-US" sz="1600" b="0" i="0" baseline="30000" dirty="0">
                        <a:solidFill>
                          <a:schemeClr val="bg1"/>
                        </a:solidFill>
                        <a:latin typeface="Montserrat" panose="00000500000000000000" pitchFamily="2" charset="0"/>
                        <a:ea typeface="微软雅黑 Light" panose="020B0502040204020203" pitchFamily="34" charset="-122"/>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46253306"/>
                  </a:ext>
                </a:extLst>
              </a:tr>
              <a:tr h="370840">
                <a:tc>
                  <a:txBody>
                    <a:bodyPr/>
                    <a:lstStyle/>
                    <a:p>
                      <a:pPr algn="ctr">
                        <a:lnSpc>
                          <a:spcPct val="150000"/>
                        </a:lnSpc>
                        <a:buNone/>
                      </a:pPr>
                      <a:r>
                        <a:rPr lang="en-US" altLang="zh-CN" sz="1600" b="0" i="0" baseline="0" dirty="0">
                          <a:solidFill>
                            <a:schemeClr val="bg1"/>
                          </a:solidFill>
                          <a:latin typeface="Montserrat" panose="00000500000000000000" pitchFamily="2" charset="0"/>
                          <a:ea typeface="微软雅黑 Light" panose="020B0502040204020203" pitchFamily="34" charset="-122"/>
                        </a:rPr>
                        <a:t>PMBOK 7</a:t>
                      </a:r>
                      <a:r>
                        <a:rPr lang="en-US" altLang="zh-CN" sz="1600" b="0" i="0" baseline="30000" dirty="0">
                          <a:solidFill>
                            <a:schemeClr val="bg1"/>
                          </a:solidFill>
                          <a:latin typeface="Montserrat" panose="00000500000000000000" pitchFamily="2" charset="0"/>
                          <a:ea typeface="微软雅黑 Light" panose="020B0502040204020203" pitchFamily="34" charset="-122"/>
                        </a:rPr>
                        <a:t>th</a:t>
                      </a:r>
                      <a:endParaRPr lang="zh-CN" altLang="en-US" sz="1600" b="0" i="0" baseline="0" dirty="0">
                        <a:solidFill>
                          <a:schemeClr val="bg1"/>
                        </a:solidFill>
                        <a:latin typeface="Montserrat" panose="00000500000000000000" pitchFamily="2" charset="0"/>
                        <a:ea typeface="微软雅黑 Light" panose="020B0502040204020203" pitchFamily="34" charset="-122"/>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10684257"/>
                  </a:ext>
                </a:extLst>
              </a:tr>
            </a:tbl>
          </a:graphicData>
        </a:graphic>
      </p:graphicFrame>
    </p:spTree>
    <p:extLst>
      <p:ext uri="{BB962C8B-B14F-4D97-AF65-F5344CB8AC3E}">
        <p14:creationId xmlns:p14="http://schemas.microsoft.com/office/powerpoint/2010/main" val="3625052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290990-A3A3-FED8-21B8-78D81BB021EF}"/>
              </a:ext>
            </a:extLst>
          </p:cNvPr>
          <p:cNvSpPr>
            <a:spLocks noGrp="1"/>
          </p:cNvSpPr>
          <p:nvPr>
            <p:ph type="title"/>
          </p:nvPr>
        </p:nvSpPr>
        <p:spPr>
          <a:xfrm>
            <a:off x="696000" y="360000"/>
            <a:ext cx="10800000" cy="424732"/>
          </a:xfrm>
        </p:spPr>
        <p:txBody>
          <a:bodyPr/>
          <a:lstStyle/>
          <a:p>
            <a:r>
              <a:rPr lang="zh-CN" altLang="en-US" dirty="0"/>
              <a:t>五大过程组 </a:t>
            </a:r>
            <a:r>
              <a:rPr lang="en-US" altLang="zh-CN" dirty="0"/>
              <a:t>Project Management Process Groups</a:t>
            </a:r>
            <a:endParaRPr lang="zh-CN" altLang="en-US" dirty="0"/>
          </a:p>
        </p:txBody>
      </p:sp>
      <p:sp>
        <p:nvSpPr>
          <p:cNvPr id="16" name="内容占位符 15">
            <a:extLst>
              <a:ext uri="{FF2B5EF4-FFF2-40B4-BE49-F238E27FC236}">
                <a16:creationId xmlns:a16="http://schemas.microsoft.com/office/drawing/2014/main" id="{AE2E026C-95D9-CF8D-C9AD-B6F0EEE00786}"/>
              </a:ext>
            </a:extLst>
          </p:cNvPr>
          <p:cNvSpPr>
            <a:spLocks noGrp="1"/>
          </p:cNvSpPr>
          <p:nvPr>
            <p:ph idx="1"/>
          </p:nvPr>
        </p:nvSpPr>
        <p:spPr>
          <a:xfrm>
            <a:off x="696000" y="1080000"/>
            <a:ext cx="10800000" cy="5112000"/>
          </a:xfrm>
        </p:spPr>
        <p:txBody>
          <a:bodyPr/>
          <a:lstStyle/>
          <a:p>
            <a:r>
              <a:rPr lang="zh-CN" altLang="en-US" dirty="0"/>
              <a:t>生命周期 </a:t>
            </a:r>
            <a:r>
              <a:rPr lang="en-US" altLang="zh-CN" dirty="0"/>
              <a:t>Lifecycle</a:t>
            </a:r>
          </a:p>
          <a:p>
            <a:r>
              <a:rPr lang="zh-CN" altLang="en-US" dirty="0"/>
              <a:t>阶段 </a:t>
            </a:r>
            <a:r>
              <a:rPr lang="en-US" altLang="zh-CN" dirty="0"/>
              <a:t>Phase</a:t>
            </a:r>
            <a:endParaRPr lang="zh-CN" altLang="en-US" dirty="0"/>
          </a:p>
        </p:txBody>
      </p:sp>
      <p:graphicFrame>
        <p:nvGraphicFramePr>
          <p:cNvPr id="10" name="内容占位符 3">
            <a:extLst>
              <a:ext uri="{FF2B5EF4-FFF2-40B4-BE49-F238E27FC236}">
                <a16:creationId xmlns:a16="http://schemas.microsoft.com/office/drawing/2014/main" id="{1B3CC294-7520-BBD9-FCB2-67410199AEB4}"/>
              </a:ext>
            </a:extLst>
          </p:cNvPr>
          <p:cNvGraphicFramePr>
            <a:graphicFrameLocks/>
          </p:cNvGraphicFramePr>
          <p:nvPr>
            <p:extLst>
              <p:ext uri="{D42A27DB-BD31-4B8C-83A1-F6EECF244321}">
                <p14:modId xmlns:p14="http://schemas.microsoft.com/office/powerpoint/2010/main" val="3930722558"/>
              </p:ext>
            </p:extLst>
          </p:nvPr>
        </p:nvGraphicFramePr>
        <p:xfrm>
          <a:off x="695325" y="2233788"/>
          <a:ext cx="10800000" cy="3958212"/>
        </p:xfrm>
        <a:graphic>
          <a:graphicData uri="http://schemas.openxmlformats.org/drawingml/2006/table">
            <a:tbl>
              <a:tblPr firstRow="1" bandRow="1">
                <a:tableStyleId>{72833802-FEF1-4C79-8D5D-14CF1EAF98D9}</a:tableStyleId>
              </a:tblPr>
              <a:tblGrid>
                <a:gridCol w="3475459">
                  <a:extLst>
                    <a:ext uri="{9D8B030D-6E8A-4147-A177-3AD203B41FA5}">
                      <a16:colId xmlns:a16="http://schemas.microsoft.com/office/drawing/2014/main" val="3401312939"/>
                    </a:ext>
                  </a:extLst>
                </a:gridCol>
                <a:gridCol w="7324541">
                  <a:extLst>
                    <a:ext uri="{9D8B030D-6E8A-4147-A177-3AD203B41FA5}">
                      <a16:colId xmlns:a16="http://schemas.microsoft.com/office/drawing/2014/main" val="370412264"/>
                    </a:ext>
                  </a:extLst>
                </a:gridCol>
              </a:tblGrid>
              <a:tr h="120025">
                <a:tc>
                  <a:txBody>
                    <a:bodyPr/>
                    <a:lstStyle/>
                    <a:p>
                      <a:pPr algn="ctr">
                        <a:lnSpc>
                          <a:spcPct val="150000"/>
                        </a:lnSpc>
                        <a:buNone/>
                      </a:pPr>
                      <a:r>
                        <a:rPr lang="zh-CN" altLang="en-US" sz="1600" b="0" baseline="0" dirty="0"/>
                        <a:t>过程</a:t>
                      </a:r>
                      <a:endParaRPr lang="zh-CN" altLang="en-US" sz="1600" b="0" i="0" baseline="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zh-CN" altLang="en-US" sz="1600" b="0" baseline="0" dirty="0"/>
                        <a:t>主要内容</a:t>
                      </a:r>
                      <a:endParaRPr lang="zh-CN" altLang="en-US" sz="1600" b="0" i="0" baseline="0" dirty="0">
                        <a:latin typeface="Montserrat" panose="00000500000000000000" pitchFamily="2" charset="0"/>
                        <a:ea typeface="微软雅黑 Light" panose="020B0502040204020203" pitchFamily="34" charset="-122"/>
                      </a:endParaRPr>
                    </a:p>
                  </a:txBody>
                  <a:tcPr anchor="ctr"/>
                </a:tc>
                <a:extLst>
                  <a:ext uri="{0D108BD9-81ED-4DB2-BD59-A6C34878D82A}">
                    <a16:rowId xmlns:a16="http://schemas.microsoft.com/office/drawing/2014/main" val="3522540848"/>
                  </a:ext>
                </a:extLst>
              </a:tr>
              <a:tr h="187437">
                <a:tc>
                  <a:txBody>
                    <a:bodyPr/>
                    <a:lstStyle/>
                    <a:p>
                      <a:pPr algn="l">
                        <a:lnSpc>
                          <a:spcPct val="150000"/>
                        </a:lnSpc>
                        <a:buNone/>
                      </a:pPr>
                      <a:r>
                        <a:rPr lang="zh-CN" altLang="en-US" sz="1600" b="0" baseline="0" dirty="0"/>
                        <a:t>启动 </a:t>
                      </a:r>
                      <a:r>
                        <a:rPr lang="en-US" altLang="zh-CN" sz="1600" b="0" baseline="0" dirty="0"/>
                        <a:t>Initiating</a:t>
                      </a:r>
                      <a:endParaRPr lang="en-US" altLang="zh-CN" sz="1600" b="0" i="0" baseline="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zh-CN" altLang="en-US" sz="1600" b="0" baseline="0" dirty="0"/>
                        <a:t>定义新项目或阶段，获得授权</a:t>
                      </a:r>
                    </a:p>
                    <a:p>
                      <a:pPr>
                        <a:lnSpc>
                          <a:spcPct val="150000"/>
                        </a:lnSpc>
                        <a:buNone/>
                      </a:pPr>
                      <a:r>
                        <a:rPr lang="zh-CN" altLang="en-US" sz="1600" b="0" baseline="0" dirty="0"/>
                        <a:t>关键输出：项目章程、识别干系人</a:t>
                      </a:r>
                      <a:endParaRPr lang="zh-CN" altLang="en-US" sz="1600" b="0" i="0" baseline="0" dirty="0">
                        <a:latin typeface="Montserrat" panose="00000500000000000000" pitchFamily="2" charset="0"/>
                        <a:ea typeface="微软雅黑 Light" panose="020B0502040204020203" pitchFamily="34" charset="-122"/>
                      </a:endParaRPr>
                    </a:p>
                  </a:txBody>
                  <a:tcPr anchor="ctr"/>
                </a:tc>
                <a:extLst>
                  <a:ext uri="{0D108BD9-81ED-4DB2-BD59-A6C34878D82A}">
                    <a16:rowId xmlns:a16="http://schemas.microsoft.com/office/drawing/2014/main" val="4268597692"/>
                  </a:ext>
                </a:extLst>
              </a:tr>
              <a:tr h="187437">
                <a:tc>
                  <a:txBody>
                    <a:bodyPr/>
                    <a:lstStyle/>
                    <a:p>
                      <a:pPr algn="l">
                        <a:lnSpc>
                          <a:spcPct val="150000"/>
                        </a:lnSpc>
                        <a:buNone/>
                      </a:pPr>
                      <a:r>
                        <a:rPr lang="zh-CN" altLang="en-US" sz="1600" b="0" baseline="0" dirty="0"/>
                        <a:t>规划 </a:t>
                      </a:r>
                      <a:r>
                        <a:rPr lang="en-US" altLang="zh-CN" sz="1600" b="0" baseline="0" dirty="0"/>
                        <a:t>Planning</a:t>
                      </a:r>
                      <a:endParaRPr lang="en-US" altLang="zh-CN" sz="1600" b="0" i="0" baseline="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zh-CN" altLang="en-US" sz="1600" b="0" baseline="0" dirty="0"/>
                        <a:t>制定范围、进度、成本、质量、风险等计划</a:t>
                      </a:r>
                    </a:p>
                    <a:p>
                      <a:pPr>
                        <a:lnSpc>
                          <a:spcPct val="150000"/>
                        </a:lnSpc>
                        <a:buNone/>
                      </a:pPr>
                      <a:r>
                        <a:rPr lang="zh-CN" altLang="en-US" sz="1600" b="0" baseline="0" dirty="0"/>
                        <a:t>占比最大（</a:t>
                      </a:r>
                      <a:r>
                        <a:rPr lang="en-US" altLang="zh-CN" sz="1600" b="0" baseline="0" dirty="0"/>
                        <a:t>24</a:t>
                      </a:r>
                      <a:r>
                        <a:rPr lang="zh-CN" altLang="en-US" sz="1600" b="0" baseline="0" dirty="0"/>
                        <a:t>个过程），强调“滚动式规划</a:t>
                      </a:r>
                      <a:endParaRPr lang="zh-CN" altLang="en-US" sz="1600" b="0" i="0" baseline="0" dirty="0">
                        <a:latin typeface="Montserrat" panose="00000500000000000000" pitchFamily="2" charset="0"/>
                        <a:ea typeface="微软雅黑 Light" panose="020B0502040204020203" pitchFamily="34" charset="-122"/>
                      </a:endParaRPr>
                    </a:p>
                  </a:txBody>
                  <a:tcPr anchor="ctr"/>
                </a:tc>
                <a:extLst>
                  <a:ext uri="{0D108BD9-81ED-4DB2-BD59-A6C34878D82A}">
                    <a16:rowId xmlns:a16="http://schemas.microsoft.com/office/drawing/2014/main" val="2488565667"/>
                  </a:ext>
                </a:extLst>
              </a:tr>
              <a:tr h="187437">
                <a:tc>
                  <a:txBody>
                    <a:bodyPr/>
                    <a:lstStyle/>
                    <a:p>
                      <a:pPr algn="l">
                        <a:lnSpc>
                          <a:spcPct val="150000"/>
                        </a:lnSpc>
                        <a:buNone/>
                      </a:pPr>
                      <a:r>
                        <a:rPr lang="zh-CN" altLang="en-US" sz="1600" b="0" baseline="0" dirty="0"/>
                        <a:t>执行 </a:t>
                      </a:r>
                      <a:r>
                        <a:rPr lang="en-US" altLang="zh-CN" sz="1600" b="0" baseline="0" dirty="0"/>
                        <a:t>Executing</a:t>
                      </a:r>
                      <a:endParaRPr lang="en-US" altLang="zh-CN" sz="1600" b="0" i="0" baseline="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zh-CN" altLang="en-US" sz="1600" b="0" baseline="0" dirty="0"/>
                        <a:t>完成项目工作，满足范围说明书要求。</a:t>
                      </a:r>
                    </a:p>
                    <a:p>
                      <a:pPr>
                        <a:lnSpc>
                          <a:spcPct val="150000"/>
                        </a:lnSpc>
                        <a:buNone/>
                      </a:pPr>
                      <a:r>
                        <a:rPr lang="zh-CN" altLang="en-US" sz="1600" b="0" baseline="0" dirty="0"/>
                        <a:t>包括团队建设、质量保证、采购实施等</a:t>
                      </a:r>
                      <a:endParaRPr lang="zh-CN" altLang="en-US" sz="1600" b="0" i="0" baseline="0" dirty="0">
                        <a:latin typeface="Montserrat" panose="00000500000000000000" pitchFamily="2" charset="0"/>
                        <a:ea typeface="微软雅黑 Light" panose="020B0502040204020203" pitchFamily="34" charset="-122"/>
                      </a:endParaRPr>
                    </a:p>
                  </a:txBody>
                  <a:tcPr anchor="ctr"/>
                </a:tc>
                <a:extLst>
                  <a:ext uri="{0D108BD9-81ED-4DB2-BD59-A6C34878D82A}">
                    <a16:rowId xmlns:a16="http://schemas.microsoft.com/office/drawing/2014/main" val="2024873842"/>
                  </a:ext>
                </a:extLst>
              </a:tr>
              <a:tr h="187437">
                <a:tc>
                  <a:txBody>
                    <a:bodyPr/>
                    <a:lstStyle/>
                    <a:p>
                      <a:pPr algn="l">
                        <a:lnSpc>
                          <a:spcPct val="150000"/>
                        </a:lnSpc>
                        <a:buNone/>
                      </a:pPr>
                      <a:r>
                        <a:rPr lang="zh-CN" altLang="en-US" sz="1600" b="0" baseline="0" dirty="0"/>
                        <a:t>监控 </a:t>
                      </a:r>
                      <a:r>
                        <a:rPr lang="en-US" altLang="zh-CN" sz="1600" b="0" baseline="0" dirty="0"/>
                        <a:t>Monitoring &amp; Controlling</a:t>
                      </a:r>
                      <a:endParaRPr lang="en-US" altLang="zh-CN" sz="1600" b="0" i="0" baseline="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zh-CN" altLang="en-US" sz="1600" b="0" baseline="0" dirty="0"/>
                        <a:t>跟踪、审查和调整项目进展与绩效</a:t>
                      </a:r>
                    </a:p>
                    <a:p>
                      <a:pPr>
                        <a:lnSpc>
                          <a:spcPct val="150000"/>
                        </a:lnSpc>
                        <a:buNone/>
                      </a:pPr>
                      <a:r>
                        <a:rPr lang="zh-CN" altLang="en-US" sz="1600" b="0" baseline="0" dirty="0"/>
                        <a:t>核心：变更控制和偏差分析</a:t>
                      </a:r>
                      <a:endParaRPr lang="zh-CN" altLang="en-US" sz="1600" b="0" i="0" baseline="0" dirty="0">
                        <a:latin typeface="Montserrat" panose="00000500000000000000" pitchFamily="2" charset="0"/>
                        <a:ea typeface="微软雅黑 Light" panose="020B0502040204020203" pitchFamily="34" charset="-122"/>
                      </a:endParaRPr>
                    </a:p>
                  </a:txBody>
                  <a:tcPr anchor="ctr"/>
                </a:tc>
                <a:extLst>
                  <a:ext uri="{0D108BD9-81ED-4DB2-BD59-A6C34878D82A}">
                    <a16:rowId xmlns:a16="http://schemas.microsoft.com/office/drawing/2014/main" val="821566994"/>
                  </a:ext>
                </a:extLst>
              </a:tr>
              <a:tr h="187437">
                <a:tc>
                  <a:txBody>
                    <a:bodyPr/>
                    <a:lstStyle/>
                    <a:p>
                      <a:pPr algn="l">
                        <a:lnSpc>
                          <a:spcPct val="150000"/>
                        </a:lnSpc>
                        <a:buNone/>
                      </a:pPr>
                      <a:r>
                        <a:rPr lang="zh-CN" altLang="en-US" sz="1600" b="0" baseline="0" dirty="0"/>
                        <a:t>收尾 </a:t>
                      </a:r>
                      <a:r>
                        <a:rPr lang="en-US" altLang="zh-CN" sz="1600" b="0" baseline="0" dirty="0"/>
                        <a:t>Closing</a:t>
                      </a:r>
                      <a:endParaRPr lang="zh-CN" altLang="en-US" sz="1600" b="0" i="0" baseline="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zh-CN" altLang="en-US" sz="1600" b="0" baseline="0" dirty="0"/>
                        <a:t>正式结束项目或阶段，移交成果，总结经验</a:t>
                      </a:r>
                      <a:endParaRPr lang="zh-CN" altLang="en-US" sz="1600" b="0" i="0" baseline="0" dirty="0">
                        <a:latin typeface="Montserrat" panose="00000500000000000000" pitchFamily="2" charset="0"/>
                        <a:ea typeface="微软雅黑 Light" panose="020B0502040204020203" pitchFamily="34" charset="-122"/>
                      </a:endParaRPr>
                    </a:p>
                  </a:txBody>
                  <a:tcPr anchor="ctr"/>
                </a:tc>
                <a:extLst>
                  <a:ext uri="{0D108BD9-81ED-4DB2-BD59-A6C34878D82A}">
                    <a16:rowId xmlns:a16="http://schemas.microsoft.com/office/drawing/2014/main" val="4161976425"/>
                  </a:ext>
                </a:extLst>
              </a:tr>
            </a:tbl>
          </a:graphicData>
        </a:graphic>
      </p:graphicFrame>
    </p:spTree>
    <p:extLst>
      <p:ext uri="{BB962C8B-B14F-4D97-AF65-F5344CB8AC3E}">
        <p14:creationId xmlns:p14="http://schemas.microsoft.com/office/powerpoint/2010/main" val="4016397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8917EB-CB8B-937C-591C-8A6BA9392578}"/>
              </a:ext>
            </a:extLst>
          </p:cNvPr>
          <p:cNvSpPr>
            <a:spLocks noGrp="1"/>
          </p:cNvSpPr>
          <p:nvPr>
            <p:ph type="title"/>
          </p:nvPr>
        </p:nvSpPr>
        <p:spPr>
          <a:xfrm>
            <a:off x="696000" y="360000"/>
            <a:ext cx="10800000" cy="424732"/>
          </a:xfrm>
        </p:spPr>
        <p:txBody>
          <a:bodyPr/>
          <a:lstStyle/>
          <a:p>
            <a:r>
              <a:rPr lang="zh-CN" altLang="en-US" dirty="0"/>
              <a:t>十大知识领域 </a:t>
            </a:r>
            <a:r>
              <a:rPr lang="en-US" altLang="zh-CN" dirty="0"/>
              <a:t>Knowledge Areas</a:t>
            </a:r>
            <a:endParaRPr lang="zh-CN" altLang="en-US" dirty="0"/>
          </a:p>
        </p:txBody>
      </p:sp>
      <p:sp>
        <p:nvSpPr>
          <p:cNvPr id="8" name="内容占位符 7">
            <a:extLst>
              <a:ext uri="{FF2B5EF4-FFF2-40B4-BE49-F238E27FC236}">
                <a16:creationId xmlns:a16="http://schemas.microsoft.com/office/drawing/2014/main" id="{0A6EFE26-E49C-31A1-5896-E5D9251BEB71}"/>
              </a:ext>
            </a:extLst>
          </p:cNvPr>
          <p:cNvSpPr>
            <a:spLocks noGrp="1"/>
          </p:cNvSpPr>
          <p:nvPr>
            <p:ph idx="1"/>
          </p:nvPr>
        </p:nvSpPr>
        <p:spPr>
          <a:xfrm>
            <a:off x="696000" y="1080000"/>
            <a:ext cx="10800000" cy="5112000"/>
          </a:xfrm>
        </p:spPr>
        <p:txBody>
          <a:bodyPr/>
          <a:lstStyle/>
          <a:p>
            <a:endParaRPr lang="zh-CN" altLang="en-US"/>
          </a:p>
        </p:txBody>
      </p:sp>
      <p:graphicFrame>
        <p:nvGraphicFramePr>
          <p:cNvPr id="9" name="内容占位符 3">
            <a:extLst>
              <a:ext uri="{FF2B5EF4-FFF2-40B4-BE49-F238E27FC236}">
                <a16:creationId xmlns:a16="http://schemas.microsoft.com/office/drawing/2014/main" id="{C1F4BF11-4C89-7F9F-E67E-D373E4D93433}"/>
              </a:ext>
            </a:extLst>
          </p:cNvPr>
          <p:cNvGraphicFramePr>
            <a:graphicFrameLocks/>
          </p:cNvGraphicFramePr>
          <p:nvPr>
            <p:extLst>
              <p:ext uri="{D42A27DB-BD31-4B8C-83A1-F6EECF244321}">
                <p14:modId xmlns:p14="http://schemas.microsoft.com/office/powerpoint/2010/main" val="651832195"/>
              </p:ext>
            </p:extLst>
          </p:nvPr>
        </p:nvGraphicFramePr>
        <p:xfrm>
          <a:off x="695325" y="1616888"/>
          <a:ext cx="10801350" cy="4575112"/>
        </p:xfrm>
        <a:graphic>
          <a:graphicData uri="http://schemas.openxmlformats.org/drawingml/2006/table">
            <a:tbl>
              <a:tblPr firstRow="1" bandRow="1">
                <a:tableStyleId>{72833802-FEF1-4C79-8D5D-14CF1EAF98D9}</a:tableStyleId>
              </a:tblPr>
              <a:tblGrid>
                <a:gridCol w="3699393">
                  <a:extLst>
                    <a:ext uri="{9D8B030D-6E8A-4147-A177-3AD203B41FA5}">
                      <a16:colId xmlns:a16="http://schemas.microsoft.com/office/drawing/2014/main" val="3401312939"/>
                    </a:ext>
                  </a:extLst>
                </a:gridCol>
                <a:gridCol w="5766319">
                  <a:extLst>
                    <a:ext uri="{9D8B030D-6E8A-4147-A177-3AD203B41FA5}">
                      <a16:colId xmlns:a16="http://schemas.microsoft.com/office/drawing/2014/main" val="370412264"/>
                    </a:ext>
                  </a:extLst>
                </a:gridCol>
                <a:gridCol w="1335638">
                  <a:extLst>
                    <a:ext uri="{9D8B030D-6E8A-4147-A177-3AD203B41FA5}">
                      <a16:colId xmlns:a16="http://schemas.microsoft.com/office/drawing/2014/main" val="1004544071"/>
                    </a:ext>
                  </a:extLst>
                </a:gridCol>
              </a:tblGrid>
              <a:tr h="236917">
                <a:tc>
                  <a:txBody>
                    <a:bodyPr/>
                    <a:lstStyle/>
                    <a:p>
                      <a:pPr>
                        <a:lnSpc>
                          <a:spcPct val="150000"/>
                        </a:lnSpc>
                        <a:buNone/>
                      </a:pPr>
                      <a:r>
                        <a:rPr lang="zh-CN" altLang="en-US" sz="1600" baseline="0" dirty="0"/>
                        <a:t>知识领域</a:t>
                      </a:r>
                      <a:endParaRPr lang="zh-CN" altLang="en-US" sz="1600" b="0" i="0" baseline="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zh-CN" altLang="en-US" sz="1600" baseline="0"/>
                        <a:t>主要内容</a:t>
                      </a:r>
                      <a:endParaRPr lang="zh-CN" altLang="en-US" sz="1600" b="0" i="0" baseline="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zh-CN" altLang="en-US" sz="1600" baseline="0"/>
                        <a:t>过程数</a:t>
                      </a:r>
                      <a:endParaRPr lang="zh-CN" altLang="en-US" sz="1600" b="0" i="0" baseline="0">
                        <a:latin typeface="Montserrat" panose="00000500000000000000" pitchFamily="2" charset="0"/>
                        <a:ea typeface="微软雅黑 Light" panose="020B0502040204020203" pitchFamily="34" charset="-122"/>
                      </a:endParaRPr>
                    </a:p>
                  </a:txBody>
                  <a:tcPr anchor="ctr"/>
                </a:tc>
                <a:extLst>
                  <a:ext uri="{0D108BD9-81ED-4DB2-BD59-A6C34878D82A}">
                    <a16:rowId xmlns:a16="http://schemas.microsoft.com/office/drawing/2014/main" val="3522540848"/>
                  </a:ext>
                </a:extLst>
              </a:tr>
              <a:tr h="236917">
                <a:tc>
                  <a:txBody>
                    <a:bodyPr/>
                    <a:lstStyle/>
                    <a:p>
                      <a:pPr>
                        <a:lnSpc>
                          <a:spcPct val="150000"/>
                        </a:lnSpc>
                        <a:buNone/>
                      </a:pPr>
                      <a:r>
                        <a:rPr lang="zh-CN" altLang="en-US" sz="1600" baseline="0" dirty="0"/>
                        <a:t>项目整合管理 </a:t>
                      </a:r>
                      <a:r>
                        <a:rPr lang="en-US" altLang="zh-CN" sz="1600" baseline="0" dirty="0"/>
                        <a:t>Integration </a:t>
                      </a:r>
                      <a:endParaRPr lang="zh-CN" altLang="en-US" sz="1600" b="0" i="0" baseline="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zh-CN" altLang="en-US" sz="1600" baseline="0" dirty="0"/>
                        <a:t>统一协调各过程，如制定章程、项目管理计划、变更控制</a:t>
                      </a:r>
                      <a:endParaRPr lang="zh-CN" altLang="en-US" sz="1600" b="0" i="0" baseline="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en-US" altLang="zh-CN" sz="1600" baseline="0" dirty="0"/>
                        <a:t>7</a:t>
                      </a:r>
                      <a:endParaRPr lang="en-US" altLang="zh-CN" sz="1600" b="0" i="0" baseline="0" dirty="0">
                        <a:latin typeface="Montserrat" panose="00000500000000000000" pitchFamily="2" charset="0"/>
                        <a:ea typeface="微软雅黑 Light" panose="020B0502040204020203" pitchFamily="34" charset="-122"/>
                      </a:endParaRPr>
                    </a:p>
                  </a:txBody>
                  <a:tcPr anchor="ctr"/>
                </a:tc>
                <a:extLst>
                  <a:ext uri="{0D108BD9-81ED-4DB2-BD59-A6C34878D82A}">
                    <a16:rowId xmlns:a16="http://schemas.microsoft.com/office/drawing/2014/main" val="4268597692"/>
                  </a:ext>
                </a:extLst>
              </a:tr>
              <a:tr h="236917">
                <a:tc>
                  <a:txBody>
                    <a:bodyPr/>
                    <a:lstStyle/>
                    <a:p>
                      <a:pPr>
                        <a:lnSpc>
                          <a:spcPct val="150000"/>
                        </a:lnSpc>
                        <a:buNone/>
                      </a:pPr>
                      <a:r>
                        <a:rPr lang="zh-CN" altLang="en-US" sz="1600" baseline="0" dirty="0"/>
                        <a:t>项目范围管理 </a:t>
                      </a:r>
                      <a:r>
                        <a:rPr lang="en-US" altLang="zh-CN" sz="1600" baseline="0" dirty="0"/>
                        <a:t>Scope</a:t>
                      </a:r>
                      <a:endParaRPr lang="zh-CN" altLang="en-US" sz="1600" b="0" i="0" baseline="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zh-CN" altLang="en-US" sz="1600" baseline="0" dirty="0"/>
                        <a:t>定义和控制“做哪些工作”，防止范围蔓延</a:t>
                      </a:r>
                      <a:endParaRPr lang="zh-CN" altLang="en-US" sz="1600" b="0" i="0" baseline="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en-US" altLang="zh-CN" sz="1600" baseline="0" dirty="0"/>
                        <a:t>6</a:t>
                      </a:r>
                      <a:endParaRPr lang="en-US" altLang="zh-CN" sz="1600" b="0" i="0" baseline="0" dirty="0">
                        <a:latin typeface="Montserrat" panose="00000500000000000000" pitchFamily="2" charset="0"/>
                        <a:ea typeface="微软雅黑 Light" panose="020B0502040204020203" pitchFamily="34" charset="-122"/>
                      </a:endParaRPr>
                    </a:p>
                  </a:txBody>
                  <a:tcPr anchor="ctr"/>
                </a:tc>
                <a:extLst>
                  <a:ext uri="{0D108BD9-81ED-4DB2-BD59-A6C34878D82A}">
                    <a16:rowId xmlns:a16="http://schemas.microsoft.com/office/drawing/2014/main" val="2488565667"/>
                  </a:ext>
                </a:extLst>
              </a:tr>
              <a:tr h="236917">
                <a:tc>
                  <a:txBody>
                    <a:bodyPr/>
                    <a:lstStyle/>
                    <a:p>
                      <a:pPr>
                        <a:lnSpc>
                          <a:spcPct val="150000"/>
                        </a:lnSpc>
                        <a:buNone/>
                      </a:pPr>
                      <a:r>
                        <a:rPr lang="zh-CN" altLang="en-US" sz="1600" baseline="0" dirty="0"/>
                        <a:t>项目进度管理 </a:t>
                      </a:r>
                      <a:r>
                        <a:rPr lang="en-US" altLang="zh-CN" sz="1600" baseline="0" dirty="0"/>
                        <a:t>Schedule </a:t>
                      </a:r>
                      <a:endParaRPr lang="zh-CN" altLang="en-US" sz="1600" b="0" i="0" baseline="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zh-CN" altLang="en-US" sz="1600" baseline="0" dirty="0"/>
                        <a:t>活动定义、排序、估算、制定进度计划</a:t>
                      </a:r>
                      <a:endParaRPr lang="zh-CN" altLang="en-US" sz="1600" b="0" i="0" baseline="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en-US" altLang="zh-CN" sz="1600" baseline="0" dirty="0"/>
                        <a:t>6</a:t>
                      </a:r>
                      <a:endParaRPr lang="en-US" altLang="zh-CN" sz="1600" b="0" i="0" baseline="0" dirty="0">
                        <a:latin typeface="Montserrat" panose="00000500000000000000" pitchFamily="2" charset="0"/>
                        <a:ea typeface="微软雅黑 Light" panose="020B0502040204020203" pitchFamily="34" charset="-122"/>
                      </a:endParaRPr>
                    </a:p>
                  </a:txBody>
                  <a:tcPr anchor="ctr"/>
                </a:tc>
                <a:extLst>
                  <a:ext uri="{0D108BD9-81ED-4DB2-BD59-A6C34878D82A}">
                    <a16:rowId xmlns:a16="http://schemas.microsoft.com/office/drawing/2014/main" val="2024873842"/>
                  </a:ext>
                </a:extLst>
              </a:tr>
              <a:tr h="236917">
                <a:tc>
                  <a:txBody>
                    <a:bodyPr/>
                    <a:lstStyle/>
                    <a:p>
                      <a:pPr>
                        <a:lnSpc>
                          <a:spcPct val="150000"/>
                        </a:lnSpc>
                        <a:buNone/>
                      </a:pPr>
                      <a:r>
                        <a:rPr lang="zh-CN" altLang="en-US" sz="1600" baseline="0" dirty="0"/>
                        <a:t>项目成本管理 </a:t>
                      </a:r>
                      <a:r>
                        <a:rPr lang="en-US" altLang="zh-CN" sz="1600" baseline="0" dirty="0"/>
                        <a:t>Cost</a:t>
                      </a:r>
                      <a:endParaRPr lang="zh-CN" altLang="en-US" sz="1600" b="0" i="0" baseline="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zh-CN" altLang="en-US" sz="1600" baseline="0"/>
                        <a:t>估算、预算、控制成本</a:t>
                      </a:r>
                      <a:endParaRPr lang="zh-CN" altLang="en-US" sz="1600" b="0" i="0" baseline="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en-US" altLang="zh-CN" sz="1600" baseline="0" dirty="0"/>
                        <a:t>4</a:t>
                      </a:r>
                      <a:endParaRPr lang="en-US" altLang="zh-CN" sz="1600" b="0" i="0" baseline="0" dirty="0">
                        <a:latin typeface="Montserrat" panose="00000500000000000000" pitchFamily="2" charset="0"/>
                        <a:ea typeface="微软雅黑 Light" panose="020B0502040204020203" pitchFamily="34" charset="-122"/>
                      </a:endParaRPr>
                    </a:p>
                  </a:txBody>
                  <a:tcPr anchor="ctr"/>
                </a:tc>
                <a:extLst>
                  <a:ext uri="{0D108BD9-81ED-4DB2-BD59-A6C34878D82A}">
                    <a16:rowId xmlns:a16="http://schemas.microsoft.com/office/drawing/2014/main" val="821566994"/>
                  </a:ext>
                </a:extLst>
              </a:tr>
              <a:tr h="236917">
                <a:tc>
                  <a:txBody>
                    <a:bodyPr/>
                    <a:lstStyle/>
                    <a:p>
                      <a:pPr>
                        <a:lnSpc>
                          <a:spcPct val="150000"/>
                        </a:lnSpc>
                        <a:buNone/>
                      </a:pPr>
                      <a:r>
                        <a:rPr lang="zh-CN" altLang="en-US" sz="1600" baseline="0" dirty="0"/>
                        <a:t>项目质量管理 </a:t>
                      </a:r>
                      <a:r>
                        <a:rPr lang="en-US" altLang="zh-CN" sz="1600" baseline="0" dirty="0"/>
                        <a:t>Quality</a:t>
                      </a:r>
                      <a:endParaRPr lang="zh-CN" altLang="en-US" sz="1600" b="0" i="0" baseline="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zh-CN" altLang="en-US" sz="1600" baseline="0"/>
                        <a:t>规划质量、管理质量、控制质量</a:t>
                      </a:r>
                      <a:endParaRPr lang="zh-CN" altLang="en-US" sz="1600" b="0" i="0" baseline="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en-US" altLang="zh-CN" sz="1600" baseline="0" dirty="0"/>
                        <a:t>3</a:t>
                      </a:r>
                      <a:endParaRPr lang="en-US" altLang="zh-CN" sz="1600" b="0" i="0" baseline="0" dirty="0">
                        <a:latin typeface="Montserrat" panose="00000500000000000000" pitchFamily="2" charset="0"/>
                        <a:ea typeface="微软雅黑 Light" panose="020B0502040204020203" pitchFamily="34" charset="-122"/>
                      </a:endParaRPr>
                    </a:p>
                  </a:txBody>
                  <a:tcPr anchor="ctr"/>
                </a:tc>
                <a:extLst>
                  <a:ext uri="{0D108BD9-81ED-4DB2-BD59-A6C34878D82A}">
                    <a16:rowId xmlns:a16="http://schemas.microsoft.com/office/drawing/2014/main" val="4161976425"/>
                  </a:ext>
                </a:extLst>
              </a:tr>
              <a:tr h="236917">
                <a:tc>
                  <a:txBody>
                    <a:bodyPr/>
                    <a:lstStyle/>
                    <a:p>
                      <a:pPr>
                        <a:lnSpc>
                          <a:spcPct val="150000"/>
                        </a:lnSpc>
                        <a:buNone/>
                      </a:pPr>
                      <a:r>
                        <a:rPr lang="zh-CN" altLang="en-US" sz="1600" baseline="0" dirty="0"/>
                        <a:t>项目资源管理 </a:t>
                      </a:r>
                      <a:r>
                        <a:rPr lang="en-US" altLang="zh-CN" sz="1600" baseline="0" dirty="0"/>
                        <a:t>Resource</a:t>
                      </a:r>
                      <a:endParaRPr lang="zh-CN" altLang="en-US" sz="1600" b="0" i="0" baseline="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zh-CN" altLang="en-US" sz="1600" baseline="0"/>
                        <a:t>获取、发展、管理团队及实物资源</a:t>
                      </a:r>
                      <a:endParaRPr lang="zh-CN" altLang="en-US" sz="1600" b="0" i="0" baseline="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en-US" altLang="zh-CN" sz="1600" baseline="0" dirty="0"/>
                        <a:t>6</a:t>
                      </a:r>
                      <a:endParaRPr lang="en-US" altLang="zh-CN" sz="1600" b="0" i="0" baseline="0" dirty="0">
                        <a:latin typeface="Montserrat" panose="00000500000000000000" pitchFamily="2" charset="0"/>
                        <a:ea typeface="微软雅黑 Light" panose="020B0502040204020203" pitchFamily="34" charset="-122"/>
                      </a:endParaRPr>
                    </a:p>
                  </a:txBody>
                  <a:tcPr anchor="ctr"/>
                </a:tc>
                <a:extLst>
                  <a:ext uri="{0D108BD9-81ED-4DB2-BD59-A6C34878D82A}">
                    <a16:rowId xmlns:a16="http://schemas.microsoft.com/office/drawing/2014/main" val="343909409"/>
                  </a:ext>
                </a:extLst>
              </a:tr>
              <a:tr h="236917">
                <a:tc>
                  <a:txBody>
                    <a:bodyPr/>
                    <a:lstStyle/>
                    <a:p>
                      <a:pPr>
                        <a:lnSpc>
                          <a:spcPct val="150000"/>
                        </a:lnSpc>
                        <a:buNone/>
                      </a:pPr>
                      <a:r>
                        <a:rPr lang="zh-CN" altLang="en-US" sz="1600" baseline="0" dirty="0"/>
                        <a:t>项目沟通管理 </a:t>
                      </a:r>
                      <a:r>
                        <a:rPr lang="en-US" altLang="zh-CN" sz="1600" baseline="0" dirty="0"/>
                        <a:t>Communication</a:t>
                      </a:r>
                      <a:endParaRPr lang="zh-CN" altLang="en-US" sz="1600" b="0" i="0" baseline="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zh-CN" altLang="en-US" sz="1600" baseline="0"/>
                        <a:t>规划、管理、监督沟通</a:t>
                      </a:r>
                      <a:endParaRPr lang="zh-CN" altLang="en-US" sz="1600" b="0" i="0" baseline="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en-US" altLang="zh-CN" sz="1600" baseline="0" dirty="0"/>
                        <a:t>3</a:t>
                      </a:r>
                      <a:endParaRPr lang="en-US" altLang="zh-CN" sz="1600" b="0" i="0" baseline="0" dirty="0">
                        <a:latin typeface="Montserrat" panose="00000500000000000000" pitchFamily="2" charset="0"/>
                        <a:ea typeface="微软雅黑 Light" panose="020B0502040204020203" pitchFamily="34" charset="-122"/>
                      </a:endParaRPr>
                    </a:p>
                  </a:txBody>
                  <a:tcPr anchor="ctr"/>
                </a:tc>
                <a:extLst>
                  <a:ext uri="{0D108BD9-81ED-4DB2-BD59-A6C34878D82A}">
                    <a16:rowId xmlns:a16="http://schemas.microsoft.com/office/drawing/2014/main" val="2773125882"/>
                  </a:ext>
                </a:extLst>
              </a:tr>
              <a:tr h="236917">
                <a:tc>
                  <a:txBody>
                    <a:bodyPr/>
                    <a:lstStyle/>
                    <a:p>
                      <a:pPr>
                        <a:lnSpc>
                          <a:spcPct val="150000"/>
                        </a:lnSpc>
                        <a:buNone/>
                      </a:pPr>
                      <a:r>
                        <a:rPr lang="zh-CN" altLang="en-US" sz="1600" baseline="0" dirty="0"/>
                        <a:t>项目风险管理 </a:t>
                      </a:r>
                      <a:r>
                        <a:rPr lang="en-US" altLang="zh-CN" sz="1600" baseline="0" dirty="0"/>
                        <a:t>Risk</a:t>
                      </a:r>
                      <a:endParaRPr lang="zh-CN" altLang="en-US" sz="1600" b="0" i="0" baseline="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zh-CN" altLang="en-US" sz="1600" baseline="0" dirty="0"/>
                        <a:t>识别、分析、应对不确定性</a:t>
                      </a:r>
                      <a:endParaRPr lang="zh-CN" altLang="en-US" sz="1600" b="0" i="0" baseline="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en-US" altLang="zh-CN" sz="1600" baseline="0" dirty="0"/>
                        <a:t>7</a:t>
                      </a:r>
                      <a:endParaRPr lang="en-US" altLang="zh-CN" sz="1600" b="0" i="0" baseline="0" dirty="0">
                        <a:latin typeface="Montserrat" panose="00000500000000000000" pitchFamily="2" charset="0"/>
                        <a:ea typeface="微软雅黑 Light" panose="020B0502040204020203" pitchFamily="34" charset="-122"/>
                      </a:endParaRPr>
                    </a:p>
                  </a:txBody>
                  <a:tcPr anchor="ctr"/>
                </a:tc>
                <a:extLst>
                  <a:ext uri="{0D108BD9-81ED-4DB2-BD59-A6C34878D82A}">
                    <a16:rowId xmlns:a16="http://schemas.microsoft.com/office/drawing/2014/main" val="2104933583"/>
                  </a:ext>
                </a:extLst>
              </a:tr>
              <a:tr h="236917">
                <a:tc>
                  <a:txBody>
                    <a:bodyPr/>
                    <a:lstStyle/>
                    <a:p>
                      <a:pPr>
                        <a:lnSpc>
                          <a:spcPct val="150000"/>
                        </a:lnSpc>
                        <a:buNone/>
                      </a:pPr>
                      <a:r>
                        <a:rPr lang="zh-CN" altLang="en-US" sz="1600" baseline="0" dirty="0"/>
                        <a:t>项目采购管理 </a:t>
                      </a:r>
                      <a:r>
                        <a:rPr lang="en-US" altLang="zh-CN" sz="1600" baseline="0" dirty="0"/>
                        <a:t>Procurement</a:t>
                      </a:r>
                      <a:endParaRPr lang="zh-CN" altLang="en-US" sz="1600" b="0" i="0" baseline="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zh-CN" altLang="en-US" sz="1600" baseline="0"/>
                        <a:t>从外部获取产品</a:t>
                      </a:r>
                      <a:r>
                        <a:rPr lang="en-US" altLang="zh-CN" sz="1600" baseline="0"/>
                        <a:t>/</a:t>
                      </a:r>
                      <a:r>
                        <a:rPr lang="zh-CN" altLang="en-US" sz="1600" baseline="0"/>
                        <a:t>服务</a:t>
                      </a:r>
                      <a:endParaRPr lang="zh-CN" altLang="en-US" sz="1600" b="0" i="0" baseline="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en-US" altLang="zh-CN" sz="1600" baseline="0" dirty="0"/>
                        <a:t>3</a:t>
                      </a:r>
                      <a:endParaRPr lang="en-US" altLang="zh-CN" sz="1600" b="0" i="0" baseline="0" dirty="0">
                        <a:latin typeface="Montserrat" panose="00000500000000000000" pitchFamily="2" charset="0"/>
                        <a:ea typeface="微软雅黑 Light" panose="020B0502040204020203" pitchFamily="34" charset="-122"/>
                      </a:endParaRPr>
                    </a:p>
                  </a:txBody>
                  <a:tcPr anchor="ctr"/>
                </a:tc>
                <a:extLst>
                  <a:ext uri="{0D108BD9-81ED-4DB2-BD59-A6C34878D82A}">
                    <a16:rowId xmlns:a16="http://schemas.microsoft.com/office/drawing/2014/main" val="855479412"/>
                  </a:ext>
                </a:extLst>
              </a:tr>
              <a:tr h="236917">
                <a:tc>
                  <a:txBody>
                    <a:bodyPr/>
                    <a:lstStyle/>
                    <a:p>
                      <a:pPr>
                        <a:lnSpc>
                          <a:spcPct val="150000"/>
                        </a:lnSpc>
                        <a:buNone/>
                      </a:pPr>
                      <a:r>
                        <a:rPr lang="zh-CN" altLang="en-US" sz="1600" baseline="0" dirty="0"/>
                        <a:t>项目干系人管理 </a:t>
                      </a:r>
                      <a:r>
                        <a:rPr lang="en-US" altLang="zh-CN" sz="1600" baseline="0" dirty="0"/>
                        <a:t>Stakeholder</a:t>
                      </a:r>
                      <a:endParaRPr lang="zh-CN" altLang="en-US" sz="1600" b="0" i="0" baseline="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zh-CN" altLang="en-US" sz="1600" baseline="0" dirty="0"/>
                        <a:t>识别干系人、制定参与策略、管理期望</a:t>
                      </a:r>
                      <a:endParaRPr lang="zh-CN" altLang="en-US" sz="1600" b="0" i="0" baseline="0" dirty="0">
                        <a:latin typeface="Montserrat" panose="00000500000000000000" pitchFamily="2" charset="0"/>
                        <a:ea typeface="微软雅黑 Light" panose="020B0502040204020203" pitchFamily="34" charset="-122"/>
                      </a:endParaRPr>
                    </a:p>
                  </a:txBody>
                  <a:tcPr anchor="ctr"/>
                </a:tc>
                <a:tc>
                  <a:txBody>
                    <a:bodyPr/>
                    <a:lstStyle/>
                    <a:p>
                      <a:pPr>
                        <a:lnSpc>
                          <a:spcPct val="150000"/>
                        </a:lnSpc>
                        <a:buNone/>
                      </a:pPr>
                      <a:r>
                        <a:rPr lang="en-US" altLang="zh-CN" sz="1600" baseline="0" dirty="0"/>
                        <a:t>4</a:t>
                      </a:r>
                      <a:endParaRPr lang="en-US" altLang="zh-CN" sz="1600" b="0" i="0" baseline="0" dirty="0">
                        <a:latin typeface="Montserrat" panose="00000500000000000000" pitchFamily="2" charset="0"/>
                        <a:ea typeface="微软雅黑 Light" panose="020B0502040204020203" pitchFamily="34" charset="-122"/>
                      </a:endParaRPr>
                    </a:p>
                  </a:txBody>
                  <a:tcPr anchor="ctr"/>
                </a:tc>
                <a:extLst>
                  <a:ext uri="{0D108BD9-81ED-4DB2-BD59-A6C34878D82A}">
                    <a16:rowId xmlns:a16="http://schemas.microsoft.com/office/drawing/2014/main" val="3216840895"/>
                  </a:ext>
                </a:extLst>
              </a:tr>
            </a:tbl>
          </a:graphicData>
        </a:graphic>
      </p:graphicFrame>
    </p:spTree>
    <p:extLst>
      <p:ext uri="{BB962C8B-B14F-4D97-AF65-F5344CB8AC3E}">
        <p14:creationId xmlns:p14="http://schemas.microsoft.com/office/powerpoint/2010/main" val="211838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占位符 6">
            <a:extLst>
              <a:ext uri="{FF2B5EF4-FFF2-40B4-BE49-F238E27FC236}">
                <a16:creationId xmlns:a16="http://schemas.microsoft.com/office/drawing/2014/main" id="{10224068-D407-57C1-CCDD-F5466BC70627}"/>
              </a:ext>
            </a:extLst>
          </p:cNvPr>
          <p:cNvPicPr>
            <a:picLocks noGrp="1" noChangeAspect="1"/>
          </p:cNvPicPr>
          <p:nvPr>
            <p:ph type="pic" sz="quarter" idx="10"/>
          </p:nvPr>
        </p:nvPicPr>
        <p:blipFill>
          <a:blip r:embed="rId2"/>
          <a:srcRect l="18363" r="18363"/>
          <a:stretch/>
        </p:blipFill>
        <p:spPr>
          <a:xfrm>
            <a:off x="0" y="0"/>
            <a:ext cx="7912359" cy="6858000"/>
          </a:xfrm>
        </p:spPr>
      </p:pic>
      <p:sp>
        <p:nvSpPr>
          <p:cNvPr id="4" name="标题 3">
            <a:extLst>
              <a:ext uri="{FF2B5EF4-FFF2-40B4-BE49-F238E27FC236}">
                <a16:creationId xmlns:a16="http://schemas.microsoft.com/office/drawing/2014/main" id="{ADC12093-39A9-AFCE-9943-147B6807D0A2}"/>
              </a:ext>
            </a:extLst>
          </p:cNvPr>
          <p:cNvSpPr>
            <a:spLocks noGrp="1"/>
          </p:cNvSpPr>
          <p:nvPr>
            <p:ph type="ctrTitle"/>
          </p:nvPr>
        </p:nvSpPr>
        <p:spPr>
          <a:xfrm>
            <a:off x="4077578" y="3498981"/>
            <a:ext cx="7262228" cy="1440000"/>
          </a:xfrm>
        </p:spPr>
        <p:txBody>
          <a:bodyPr/>
          <a:lstStyle/>
          <a:p>
            <a:r>
              <a:rPr lang="zh-CN" altLang="en-US" dirty="0"/>
              <a:t>敏捷开发</a:t>
            </a:r>
          </a:p>
        </p:txBody>
      </p:sp>
      <p:sp>
        <p:nvSpPr>
          <p:cNvPr id="5" name="副标题 4">
            <a:extLst>
              <a:ext uri="{FF2B5EF4-FFF2-40B4-BE49-F238E27FC236}">
                <a16:creationId xmlns:a16="http://schemas.microsoft.com/office/drawing/2014/main" id="{DDF973D3-72E6-837C-15FE-0AA1A9C8166B}"/>
              </a:ext>
            </a:extLst>
          </p:cNvPr>
          <p:cNvSpPr>
            <a:spLocks noGrp="1"/>
          </p:cNvSpPr>
          <p:nvPr>
            <p:ph type="subTitle" idx="1"/>
          </p:nvPr>
        </p:nvSpPr>
        <p:spPr>
          <a:xfrm>
            <a:off x="4077578" y="4938981"/>
            <a:ext cx="7262228" cy="900000"/>
          </a:xfrm>
        </p:spPr>
        <p:txBody>
          <a:bodyPr/>
          <a:lstStyle/>
          <a:p>
            <a:r>
              <a:rPr lang="en-US" altLang="zh-CN" dirty="0"/>
              <a:t>Agile Development</a:t>
            </a:r>
            <a:endParaRPr lang="zh-CN" altLang="en-US" dirty="0"/>
          </a:p>
        </p:txBody>
      </p:sp>
      <p:sp>
        <p:nvSpPr>
          <p:cNvPr id="11" name="文本占位符 10">
            <a:extLst>
              <a:ext uri="{FF2B5EF4-FFF2-40B4-BE49-F238E27FC236}">
                <a16:creationId xmlns:a16="http://schemas.microsoft.com/office/drawing/2014/main" id="{72220D6F-3B93-B8EC-FF87-D0185A2D8587}"/>
              </a:ext>
            </a:extLst>
          </p:cNvPr>
          <p:cNvSpPr>
            <a:spLocks noGrp="1"/>
          </p:cNvSpPr>
          <p:nvPr>
            <p:ph type="body" sz="quarter" idx="11"/>
          </p:nvPr>
        </p:nvSpPr>
        <p:spPr/>
        <p:txBody>
          <a:bodyPr/>
          <a:lstStyle/>
          <a:p>
            <a:endParaRPr lang="zh-CN" altLang="en-US" dirty="0"/>
          </a:p>
        </p:txBody>
      </p:sp>
    </p:spTree>
    <p:extLst>
      <p:ext uri="{BB962C8B-B14F-4D97-AF65-F5344CB8AC3E}">
        <p14:creationId xmlns:p14="http://schemas.microsoft.com/office/powerpoint/2010/main" val="14118239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C551F2-6FE6-E657-FA8F-F68CE8FC82D7}"/>
              </a:ext>
            </a:extLst>
          </p:cNvPr>
          <p:cNvSpPr>
            <a:spLocks noGrp="1"/>
          </p:cNvSpPr>
          <p:nvPr>
            <p:ph type="title"/>
          </p:nvPr>
        </p:nvSpPr>
        <p:spPr/>
        <p:txBody>
          <a:bodyPr/>
          <a:lstStyle/>
          <a:p>
            <a:r>
              <a:rPr lang="en-US" altLang="zh-CN" dirty="0"/>
              <a:t>Case 1</a:t>
            </a:r>
            <a:endParaRPr lang="zh-CN" altLang="en-US" dirty="0"/>
          </a:p>
        </p:txBody>
      </p:sp>
      <p:sp>
        <p:nvSpPr>
          <p:cNvPr id="11" name="内容占位符 10">
            <a:extLst>
              <a:ext uri="{FF2B5EF4-FFF2-40B4-BE49-F238E27FC236}">
                <a16:creationId xmlns:a16="http://schemas.microsoft.com/office/drawing/2014/main" id="{B4E6B4E2-5A7F-1FCD-F7C2-B1853197308A}"/>
              </a:ext>
            </a:extLst>
          </p:cNvPr>
          <p:cNvSpPr>
            <a:spLocks noGrp="1"/>
          </p:cNvSpPr>
          <p:nvPr>
            <p:ph idx="1"/>
          </p:nvPr>
        </p:nvSpPr>
        <p:spPr/>
        <p:txBody>
          <a:bodyPr/>
          <a:lstStyle/>
          <a:p>
            <a:r>
              <a:rPr lang="en-US" altLang="zh-CN" dirty="0"/>
              <a:t>Client </a:t>
            </a:r>
            <a:r>
              <a:rPr lang="zh-CN" altLang="en-US" dirty="0"/>
              <a:t>不知道需求</a:t>
            </a:r>
          </a:p>
        </p:txBody>
      </p:sp>
      <p:pic>
        <p:nvPicPr>
          <p:cNvPr id="12" name="内容占位符 4" descr="男人">
            <a:extLst>
              <a:ext uri="{FF2B5EF4-FFF2-40B4-BE49-F238E27FC236}">
                <a16:creationId xmlns:a16="http://schemas.microsoft.com/office/drawing/2014/main" id="{946485A4-AE83-C5CE-6A48-6FB70BB2DCB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63734" y="3567500"/>
            <a:ext cx="914400" cy="914400"/>
          </a:xfrm>
          <a:prstGeom prst="rect">
            <a:avLst/>
          </a:prstGeom>
        </p:spPr>
      </p:pic>
      <p:pic>
        <p:nvPicPr>
          <p:cNvPr id="13" name="图形 12" descr="妇女">
            <a:extLst>
              <a:ext uri="{FF2B5EF4-FFF2-40B4-BE49-F238E27FC236}">
                <a16:creationId xmlns:a16="http://schemas.microsoft.com/office/drawing/2014/main" id="{5A12281A-450C-A64B-2134-FF0F8D5B4E8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13999" y="3567500"/>
            <a:ext cx="914400" cy="914400"/>
          </a:xfrm>
          <a:prstGeom prst="rect">
            <a:avLst/>
          </a:prstGeom>
        </p:spPr>
      </p:pic>
      <p:sp>
        <p:nvSpPr>
          <p:cNvPr id="14" name="思想气泡: 云 13">
            <a:extLst>
              <a:ext uri="{FF2B5EF4-FFF2-40B4-BE49-F238E27FC236}">
                <a16:creationId xmlns:a16="http://schemas.microsoft.com/office/drawing/2014/main" id="{7C49250D-BBB0-1FFC-6A0F-E9B346BF33AE}"/>
              </a:ext>
            </a:extLst>
          </p:cNvPr>
          <p:cNvSpPr/>
          <p:nvPr/>
        </p:nvSpPr>
        <p:spPr>
          <a:xfrm>
            <a:off x="3413710" y="2514600"/>
            <a:ext cx="1364776" cy="914400"/>
          </a:xfrm>
          <a:prstGeom prst="cloudCallout">
            <a:avLst>
              <a:gd name="adj1" fmla="val 26936"/>
              <a:gd name="adj2" fmla="val 69907"/>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a:t>
            </a:r>
          </a:p>
        </p:txBody>
      </p:sp>
    </p:spTree>
    <p:extLst>
      <p:ext uri="{BB962C8B-B14F-4D97-AF65-F5344CB8AC3E}">
        <p14:creationId xmlns:p14="http://schemas.microsoft.com/office/powerpoint/2010/main" val="31606470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196AD-3D08-7346-2936-6979D293F08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3C2A959-596A-C88F-F148-B85FDE540D2F}"/>
              </a:ext>
            </a:extLst>
          </p:cNvPr>
          <p:cNvSpPr>
            <a:spLocks noGrp="1"/>
          </p:cNvSpPr>
          <p:nvPr>
            <p:ph type="title"/>
          </p:nvPr>
        </p:nvSpPr>
        <p:spPr/>
        <p:txBody>
          <a:bodyPr/>
          <a:lstStyle/>
          <a:p>
            <a:r>
              <a:rPr lang="en-US" altLang="zh-CN" dirty="0"/>
              <a:t>Case 2</a:t>
            </a:r>
            <a:endParaRPr lang="zh-CN" altLang="en-US" dirty="0"/>
          </a:p>
        </p:txBody>
      </p:sp>
      <p:sp>
        <p:nvSpPr>
          <p:cNvPr id="6" name="内容占位符 5">
            <a:extLst>
              <a:ext uri="{FF2B5EF4-FFF2-40B4-BE49-F238E27FC236}">
                <a16:creationId xmlns:a16="http://schemas.microsoft.com/office/drawing/2014/main" id="{C8EDB4A1-7B95-7B17-5B05-BFF09711378C}"/>
              </a:ext>
            </a:extLst>
          </p:cNvPr>
          <p:cNvSpPr>
            <a:spLocks noGrp="1"/>
          </p:cNvSpPr>
          <p:nvPr>
            <p:ph idx="1"/>
          </p:nvPr>
        </p:nvSpPr>
        <p:spPr/>
        <p:txBody>
          <a:bodyPr/>
          <a:lstStyle/>
          <a:p>
            <a:r>
              <a:rPr lang="en-US" altLang="zh-CN" dirty="0"/>
              <a:t>Client </a:t>
            </a:r>
            <a:r>
              <a:rPr lang="zh-CN" altLang="en-US" dirty="0"/>
              <a:t>知道需求，但是表达错误</a:t>
            </a:r>
          </a:p>
        </p:txBody>
      </p:sp>
      <p:pic>
        <p:nvPicPr>
          <p:cNvPr id="8" name="内容占位符 4" descr="男人">
            <a:extLst>
              <a:ext uri="{FF2B5EF4-FFF2-40B4-BE49-F238E27FC236}">
                <a16:creationId xmlns:a16="http://schemas.microsoft.com/office/drawing/2014/main" id="{1FEDB702-4B99-B75E-CC3A-CC2E6766536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63734" y="3567500"/>
            <a:ext cx="914400" cy="914400"/>
          </a:xfrm>
          <a:prstGeom prst="rect">
            <a:avLst/>
          </a:prstGeom>
        </p:spPr>
      </p:pic>
      <p:pic>
        <p:nvPicPr>
          <p:cNvPr id="10" name="图形 9" descr="妇女">
            <a:extLst>
              <a:ext uri="{FF2B5EF4-FFF2-40B4-BE49-F238E27FC236}">
                <a16:creationId xmlns:a16="http://schemas.microsoft.com/office/drawing/2014/main" id="{FC9F066E-8DB2-87F6-F20A-50C12CD64CD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13999" y="3567500"/>
            <a:ext cx="914400" cy="914400"/>
          </a:xfrm>
          <a:prstGeom prst="rect">
            <a:avLst/>
          </a:prstGeom>
        </p:spPr>
      </p:pic>
      <p:sp>
        <p:nvSpPr>
          <p:cNvPr id="11" name="思想气泡: 云 10">
            <a:extLst>
              <a:ext uri="{FF2B5EF4-FFF2-40B4-BE49-F238E27FC236}">
                <a16:creationId xmlns:a16="http://schemas.microsoft.com/office/drawing/2014/main" id="{EA78D8F5-4510-AB68-8011-C7005792AB88}"/>
              </a:ext>
            </a:extLst>
          </p:cNvPr>
          <p:cNvSpPr/>
          <p:nvPr/>
        </p:nvSpPr>
        <p:spPr>
          <a:xfrm>
            <a:off x="3413710" y="2514600"/>
            <a:ext cx="1364776" cy="914400"/>
          </a:xfrm>
          <a:prstGeom prst="cloudCallout">
            <a:avLst>
              <a:gd name="adj1" fmla="val 26936"/>
              <a:gd name="adj2" fmla="val 69907"/>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A</a:t>
            </a:r>
            <a:endParaRPr lang="zh-CN" altLang="en-US" sz="1200" dirty="0">
              <a:solidFill>
                <a:schemeClr val="tx1"/>
              </a:solidFill>
            </a:endParaRPr>
          </a:p>
        </p:txBody>
      </p:sp>
      <p:sp>
        <p:nvSpPr>
          <p:cNvPr id="12" name="思想气泡: 云 11">
            <a:extLst>
              <a:ext uri="{FF2B5EF4-FFF2-40B4-BE49-F238E27FC236}">
                <a16:creationId xmlns:a16="http://schemas.microsoft.com/office/drawing/2014/main" id="{4FB31F1F-F801-5426-BC72-84EA641D04DA}"/>
              </a:ext>
            </a:extLst>
          </p:cNvPr>
          <p:cNvSpPr/>
          <p:nvPr/>
        </p:nvSpPr>
        <p:spPr>
          <a:xfrm>
            <a:off x="4963679" y="2971800"/>
            <a:ext cx="1364776" cy="914400"/>
          </a:xfrm>
          <a:prstGeom prst="cloudCallout">
            <a:avLst>
              <a:gd name="adj1" fmla="val -53712"/>
              <a:gd name="adj2" fmla="val 51388"/>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B</a:t>
            </a:r>
            <a:endParaRPr lang="zh-CN" altLang="en-US" sz="1200" dirty="0">
              <a:solidFill>
                <a:schemeClr val="tx1"/>
              </a:solidFill>
            </a:endParaRPr>
          </a:p>
        </p:txBody>
      </p:sp>
    </p:spTree>
    <p:extLst>
      <p:ext uri="{BB962C8B-B14F-4D97-AF65-F5344CB8AC3E}">
        <p14:creationId xmlns:p14="http://schemas.microsoft.com/office/powerpoint/2010/main" val="20414213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AD060-A758-056A-0006-A87053C16C1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43F1DB2-F92D-8D96-E9E3-66491A119E2F}"/>
              </a:ext>
            </a:extLst>
          </p:cNvPr>
          <p:cNvSpPr>
            <a:spLocks noGrp="1"/>
          </p:cNvSpPr>
          <p:nvPr>
            <p:ph type="title"/>
          </p:nvPr>
        </p:nvSpPr>
        <p:spPr/>
        <p:txBody>
          <a:bodyPr/>
          <a:lstStyle/>
          <a:p>
            <a:r>
              <a:rPr lang="en-US" altLang="zh-CN" dirty="0"/>
              <a:t>Case 3</a:t>
            </a:r>
            <a:endParaRPr lang="zh-CN" altLang="en-US" dirty="0"/>
          </a:p>
        </p:txBody>
      </p:sp>
      <p:sp>
        <p:nvSpPr>
          <p:cNvPr id="6" name="内容占位符 5">
            <a:extLst>
              <a:ext uri="{FF2B5EF4-FFF2-40B4-BE49-F238E27FC236}">
                <a16:creationId xmlns:a16="http://schemas.microsoft.com/office/drawing/2014/main" id="{26DFE599-B5B5-9DA9-3995-53591EB745F3}"/>
              </a:ext>
            </a:extLst>
          </p:cNvPr>
          <p:cNvSpPr>
            <a:spLocks noGrp="1"/>
          </p:cNvSpPr>
          <p:nvPr>
            <p:ph idx="1"/>
          </p:nvPr>
        </p:nvSpPr>
        <p:spPr/>
        <p:txBody>
          <a:bodyPr/>
          <a:lstStyle/>
          <a:p>
            <a:r>
              <a:rPr lang="en-US" altLang="zh-CN" dirty="0"/>
              <a:t>Client </a:t>
            </a:r>
            <a:r>
              <a:rPr lang="zh-CN" altLang="en-US" dirty="0"/>
              <a:t>知道并清晰传达需求</a:t>
            </a:r>
            <a:endParaRPr lang="en-US" altLang="zh-CN" dirty="0"/>
          </a:p>
          <a:p>
            <a:r>
              <a:rPr lang="zh-CN" altLang="en-US" dirty="0"/>
              <a:t>交互时，需求发生变化</a:t>
            </a:r>
          </a:p>
        </p:txBody>
      </p:sp>
      <p:pic>
        <p:nvPicPr>
          <p:cNvPr id="8" name="内容占位符 4" descr="男人">
            <a:extLst>
              <a:ext uri="{FF2B5EF4-FFF2-40B4-BE49-F238E27FC236}">
                <a16:creationId xmlns:a16="http://schemas.microsoft.com/office/drawing/2014/main" id="{5021FD43-3E88-FEF7-0E04-4CA8E798810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63734" y="3567500"/>
            <a:ext cx="914400" cy="914400"/>
          </a:xfrm>
          <a:prstGeom prst="rect">
            <a:avLst/>
          </a:prstGeom>
        </p:spPr>
      </p:pic>
      <p:pic>
        <p:nvPicPr>
          <p:cNvPr id="10" name="图形 9" descr="妇女">
            <a:extLst>
              <a:ext uri="{FF2B5EF4-FFF2-40B4-BE49-F238E27FC236}">
                <a16:creationId xmlns:a16="http://schemas.microsoft.com/office/drawing/2014/main" id="{DA235D09-5ECC-788B-099D-70909130D42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13999" y="3567500"/>
            <a:ext cx="914400" cy="914400"/>
          </a:xfrm>
          <a:prstGeom prst="rect">
            <a:avLst/>
          </a:prstGeom>
        </p:spPr>
      </p:pic>
      <p:sp>
        <p:nvSpPr>
          <p:cNvPr id="11" name="思想气泡: 云 10">
            <a:extLst>
              <a:ext uri="{FF2B5EF4-FFF2-40B4-BE49-F238E27FC236}">
                <a16:creationId xmlns:a16="http://schemas.microsoft.com/office/drawing/2014/main" id="{06746333-38A1-56B4-289E-B5B010AD751F}"/>
              </a:ext>
            </a:extLst>
          </p:cNvPr>
          <p:cNvSpPr/>
          <p:nvPr/>
        </p:nvSpPr>
        <p:spPr>
          <a:xfrm>
            <a:off x="3413710" y="2514600"/>
            <a:ext cx="1364776" cy="914400"/>
          </a:xfrm>
          <a:prstGeom prst="cloudCallout">
            <a:avLst>
              <a:gd name="adj1" fmla="val 26936"/>
              <a:gd name="adj2" fmla="val 69907"/>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A </a:t>
            </a:r>
            <a:r>
              <a:rPr lang="zh-CN" altLang="en-US" sz="1200" dirty="0">
                <a:solidFill>
                  <a:schemeClr val="tx1"/>
                </a:solidFill>
              </a:rPr>
              <a:t>→ </a:t>
            </a:r>
            <a:r>
              <a:rPr lang="en-US" altLang="zh-CN" sz="1200" dirty="0">
                <a:solidFill>
                  <a:schemeClr val="tx1"/>
                </a:solidFill>
              </a:rPr>
              <a:t>B</a:t>
            </a:r>
            <a:endParaRPr lang="zh-CN" altLang="en-US" sz="1200" dirty="0">
              <a:solidFill>
                <a:schemeClr val="tx1"/>
              </a:solidFill>
            </a:endParaRPr>
          </a:p>
        </p:txBody>
      </p:sp>
      <p:sp>
        <p:nvSpPr>
          <p:cNvPr id="12" name="思想气泡: 云 11">
            <a:extLst>
              <a:ext uri="{FF2B5EF4-FFF2-40B4-BE49-F238E27FC236}">
                <a16:creationId xmlns:a16="http://schemas.microsoft.com/office/drawing/2014/main" id="{60B0CA74-E7F0-FC6F-4CB0-60C879442836}"/>
              </a:ext>
            </a:extLst>
          </p:cNvPr>
          <p:cNvSpPr/>
          <p:nvPr/>
        </p:nvSpPr>
        <p:spPr>
          <a:xfrm>
            <a:off x="4963679" y="2971800"/>
            <a:ext cx="1364776" cy="914400"/>
          </a:xfrm>
          <a:prstGeom prst="cloudCallout">
            <a:avLst>
              <a:gd name="adj1" fmla="val 51131"/>
              <a:gd name="adj2" fmla="val 52314"/>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A</a:t>
            </a:r>
            <a:endParaRPr lang="zh-CN" altLang="en-US" sz="1200" dirty="0">
              <a:solidFill>
                <a:schemeClr val="tx1"/>
              </a:solidFill>
            </a:endParaRPr>
          </a:p>
        </p:txBody>
      </p:sp>
    </p:spTree>
    <p:extLst>
      <p:ext uri="{BB962C8B-B14F-4D97-AF65-F5344CB8AC3E}">
        <p14:creationId xmlns:p14="http://schemas.microsoft.com/office/powerpoint/2010/main" val="37034662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BC7EB-E318-C55C-BB9B-86B69CD2690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5F8FBA1-6DB0-F80A-5C74-F1736ECDE370}"/>
              </a:ext>
            </a:extLst>
          </p:cNvPr>
          <p:cNvSpPr>
            <a:spLocks noGrp="1"/>
          </p:cNvSpPr>
          <p:nvPr>
            <p:ph type="title"/>
          </p:nvPr>
        </p:nvSpPr>
        <p:spPr/>
        <p:txBody>
          <a:bodyPr/>
          <a:lstStyle/>
          <a:p>
            <a:r>
              <a:rPr lang="en-US" altLang="zh-CN" dirty="0"/>
              <a:t>Case 4</a:t>
            </a:r>
            <a:endParaRPr lang="zh-CN" altLang="en-US" dirty="0"/>
          </a:p>
        </p:txBody>
      </p:sp>
      <p:sp>
        <p:nvSpPr>
          <p:cNvPr id="6" name="内容占位符 5">
            <a:extLst>
              <a:ext uri="{FF2B5EF4-FFF2-40B4-BE49-F238E27FC236}">
                <a16:creationId xmlns:a16="http://schemas.microsoft.com/office/drawing/2014/main" id="{64F63BB2-1921-1535-20EC-B2A0881AD77B}"/>
              </a:ext>
            </a:extLst>
          </p:cNvPr>
          <p:cNvSpPr>
            <a:spLocks noGrp="1"/>
          </p:cNvSpPr>
          <p:nvPr>
            <p:ph idx="1"/>
          </p:nvPr>
        </p:nvSpPr>
        <p:spPr/>
        <p:txBody>
          <a:bodyPr/>
          <a:lstStyle/>
          <a:p>
            <a:r>
              <a:rPr lang="zh-CN" altLang="en-US" dirty="0"/>
              <a:t>团队无法领悟或理解有偏差</a:t>
            </a:r>
          </a:p>
        </p:txBody>
      </p:sp>
      <p:sp>
        <p:nvSpPr>
          <p:cNvPr id="11" name="思想气泡: 云 10">
            <a:extLst>
              <a:ext uri="{FF2B5EF4-FFF2-40B4-BE49-F238E27FC236}">
                <a16:creationId xmlns:a16="http://schemas.microsoft.com/office/drawing/2014/main" id="{D5317B92-3613-F7BA-B8F1-A70B5385D705}"/>
              </a:ext>
            </a:extLst>
          </p:cNvPr>
          <p:cNvSpPr/>
          <p:nvPr/>
        </p:nvSpPr>
        <p:spPr>
          <a:xfrm>
            <a:off x="3413710" y="2514600"/>
            <a:ext cx="1364776" cy="914400"/>
          </a:xfrm>
          <a:prstGeom prst="cloudCallout">
            <a:avLst>
              <a:gd name="adj1" fmla="val 26936"/>
              <a:gd name="adj2" fmla="val 69907"/>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A</a:t>
            </a:r>
            <a:endParaRPr lang="zh-CN" altLang="en-US" sz="1200" dirty="0">
              <a:solidFill>
                <a:schemeClr val="tx1"/>
              </a:solidFill>
            </a:endParaRPr>
          </a:p>
        </p:txBody>
      </p:sp>
      <p:sp>
        <p:nvSpPr>
          <p:cNvPr id="12" name="思想气泡: 云 11">
            <a:extLst>
              <a:ext uri="{FF2B5EF4-FFF2-40B4-BE49-F238E27FC236}">
                <a16:creationId xmlns:a16="http://schemas.microsoft.com/office/drawing/2014/main" id="{1A43EA31-7F2E-9167-5603-1A74157CCDBB}"/>
              </a:ext>
            </a:extLst>
          </p:cNvPr>
          <p:cNvSpPr/>
          <p:nvPr/>
        </p:nvSpPr>
        <p:spPr>
          <a:xfrm>
            <a:off x="6292947" y="2514600"/>
            <a:ext cx="1364776" cy="914400"/>
          </a:xfrm>
          <a:prstGeom prst="cloudCallout">
            <a:avLst>
              <a:gd name="adj1" fmla="val -35721"/>
              <a:gd name="adj2" fmla="val 70833"/>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a:t>
            </a:r>
            <a:r>
              <a:rPr lang="en-US" altLang="zh-CN" sz="1200" dirty="0">
                <a:solidFill>
                  <a:schemeClr val="tx1"/>
                </a:solidFill>
              </a:rPr>
              <a:t>/ B</a:t>
            </a:r>
            <a:endParaRPr lang="zh-CN" altLang="en-US" sz="1200" dirty="0">
              <a:solidFill>
                <a:schemeClr val="tx1"/>
              </a:solidFill>
            </a:endParaRPr>
          </a:p>
        </p:txBody>
      </p:sp>
      <p:pic>
        <p:nvPicPr>
          <p:cNvPr id="3" name="内容占位符 4" descr="男人">
            <a:extLst>
              <a:ext uri="{FF2B5EF4-FFF2-40B4-BE49-F238E27FC236}">
                <a16:creationId xmlns:a16="http://schemas.microsoft.com/office/drawing/2014/main" id="{179C1D82-66F3-08BA-876B-6D6FF460942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213999" y="3567500"/>
            <a:ext cx="914400" cy="914400"/>
          </a:xfrm>
          <a:prstGeom prst="rect">
            <a:avLst/>
          </a:prstGeom>
        </p:spPr>
      </p:pic>
      <p:pic>
        <p:nvPicPr>
          <p:cNvPr id="5" name="图形 4" descr="男人群">
            <a:extLst>
              <a:ext uri="{FF2B5EF4-FFF2-40B4-BE49-F238E27FC236}">
                <a16:creationId xmlns:a16="http://schemas.microsoft.com/office/drawing/2014/main" id="{10CF149A-3219-47E6-5104-A65692BF793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63734" y="3567500"/>
            <a:ext cx="914400" cy="914400"/>
          </a:xfrm>
          <a:prstGeom prst="rect">
            <a:avLst/>
          </a:prstGeom>
        </p:spPr>
      </p:pic>
    </p:spTree>
    <p:extLst>
      <p:ext uri="{BB962C8B-B14F-4D97-AF65-F5344CB8AC3E}">
        <p14:creationId xmlns:p14="http://schemas.microsoft.com/office/powerpoint/2010/main" val="4230371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D5A39-B517-647B-429A-CD8A6D37390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91364FF-53CE-CC8A-F232-D9C411CCAD93}"/>
              </a:ext>
            </a:extLst>
          </p:cNvPr>
          <p:cNvSpPr>
            <a:spLocks noGrp="1"/>
          </p:cNvSpPr>
          <p:nvPr>
            <p:ph type="title"/>
          </p:nvPr>
        </p:nvSpPr>
        <p:spPr/>
        <p:txBody>
          <a:bodyPr/>
          <a:lstStyle/>
          <a:p>
            <a:r>
              <a:rPr lang="en-US" altLang="zh-CN" dirty="0"/>
              <a:t>Case 5</a:t>
            </a:r>
            <a:endParaRPr lang="zh-CN" altLang="en-US" dirty="0"/>
          </a:p>
        </p:txBody>
      </p:sp>
      <p:sp>
        <p:nvSpPr>
          <p:cNvPr id="6" name="内容占位符 5">
            <a:extLst>
              <a:ext uri="{FF2B5EF4-FFF2-40B4-BE49-F238E27FC236}">
                <a16:creationId xmlns:a16="http://schemas.microsoft.com/office/drawing/2014/main" id="{DFF00A53-48EB-9A50-193D-FC009AFB8227}"/>
              </a:ext>
            </a:extLst>
          </p:cNvPr>
          <p:cNvSpPr>
            <a:spLocks noGrp="1"/>
          </p:cNvSpPr>
          <p:nvPr>
            <p:ph idx="1"/>
          </p:nvPr>
        </p:nvSpPr>
        <p:spPr/>
        <p:txBody>
          <a:bodyPr/>
          <a:lstStyle/>
          <a:p>
            <a:r>
              <a:rPr lang="zh-CN" altLang="en-US" dirty="0"/>
              <a:t>大环境变化、发生不可抗力因素</a:t>
            </a:r>
          </a:p>
        </p:txBody>
      </p:sp>
      <p:sp>
        <p:nvSpPr>
          <p:cNvPr id="11" name="思想气泡: 云 10">
            <a:extLst>
              <a:ext uri="{FF2B5EF4-FFF2-40B4-BE49-F238E27FC236}">
                <a16:creationId xmlns:a16="http://schemas.microsoft.com/office/drawing/2014/main" id="{17414C63-64EA-04AF-BD71-D022B1D5B3CA}"/>
              </a:ext>
            </a:extLst>
          </p:cNvPr>
          <p:cNvSpPr/>
          <p:nvPr/>
        </p:nvSpPr>
        <p:spPr>
          <a:xfrm>
            <a:off x="3413710" y="2514600"/>
            <a:ext cx="1364776" cy="914400"/>
          </a:xfrm>
          <a:prstGeom prst="cloudCallout">
            <a:avLst>
              <a:gd name="adj1" fmla="val 26936"/>
              <a:gd name="adj2" fmla="val 69907"/>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A</a:t>
            </a:r>
            <a:endParaRPr lang="zh-CN" altLang="en-US" sz="1200" dirty="0">
              <a:solidFill>
                <a:schemeClr val="tx1"/>
              </a:solidFill>
            </a:endParaRPr>
          </a:p>
        </p:txBody>
      </p:sp>
      <p:sp>
        <p:nvSpPr>
          <p:cNvPr id="12" name="思想气泡: 云 11">
            <a:extLst>
              <a:ext uri="{FF2B5EF4-FFF2-40B4-BE49-F238E27FC236}">
                <a16:creationId xmlns:a16="http://schemas.microsoft.com/office/drawing/2014/main" id="{5376AA21-9A1B-AAB2-6F44-BBE749871FC5}"/>
              </a:ext>
            </a:extLst>
          </p:cNvPr>
          <p:cNvSpPr/>
          <p:nvPr/>
        </p:nvSpPr>
        <p:spPr>
          <a:xfrm>
            <a:off x="6292947" y="2514600"/>
            <a:ext cx="1364776" cy="914400"/>
          </a:xfrm>
          <a:prstGeom prst="cloudCallout">
            <a:avLst>
              <a:gd name="adj1" fmla="val -35721"/>
              <a:gd name="adj2" fmla="val 70833"/>
            </a:avLst>
          </a:prstGeom>
          <a:solidFill>
            <a:schemeClr val="accent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bg1"/>
                </a:solidFill>
              </a:rPr>
              <a:t>A</a:t>
            </a:r>
            <a:endParaRPr lang="zh-CN" altLang="en-US" sz="1200" dirty="0">
              <a:solidFill>
                <a:schemeClr val="bg1"/>
              </a:solidFill>
            </a:endParaRPr>
          </a:p>
        </p:txBody>
      </p:sp>
      <p:pic>
        <p:nvPicPr>
          <p:cNvPr id="4" name="内容占位符 4" descr="男人">
            <a:extLst>
              <a:ext uri="{FF2B5EF4-FFF2-40B4-BE49-F238E27FC236}">
                <a16:creationId xmlns:a16="http://schemas.microsoft.com/office/drawing/2014/main" id="{05C51AB8-DB60-4791-1880-623C77C4A7E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163734" y="3567500"/>
            <a:ext cx="914400" cy="914400"/>
          </a:xfrm>
          <a:prstGeom prst="rect">
            <a:avLst/>
          </a:prstGeom>
        </p:spPr>
      </p:pic>
      <p:pic>
        <p:nvPicPr>
          <p:cNvPr id="7" name="图形 6" descr="妇女">
            <a:extLst>
              <a:ext uri="{FF2B5EF4-FFF2-40B4-BE49-F238E27FC236}">
                <a16:creationId xmlns:a16="http://schemas.microsoft.com/office/drawing/2014/main" id="{8ADAC87F-2967-A4F7-76F8-6FDCE999DDF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213999" y="3567500"/>
            <a:ext cx="914400" cy="914400"/>
          </a:xfrm>
          <a:prstGeom prst="rect">
            <a:avLst/>
          </a:prstGeom>
        </p:spPr>
      </p:pic>
    </p:spTree>
    <p:extLst>
      <p:ext uri="{BB962C8B-B14F-4D97-AF65-F5344CB8AC3E}">
        <p14:creationId xmlns:p14="http://schemas.microsoft.com/office/powerpoint/2010/main" val="31864763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图形 21" descr="实心填充的悲伤表情">
            <a:extLst>
              <a:ext uri="{FF2B5EF4-FFF2-40B4-BE49-F238E27FC236}">
                <a16:creationId xmlns:a16="http://schemas.microsoft.com/office/drawing/2014/main" id="{C9CC4B4F-81BD-2DB3-B2AF-2A79A5710EB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88800" y="3196800"/>
            <a:ext cx="914400" cy="914400"/>
          </a:xfrm>
          <a:prstGeom prst="rect">
            <a:avLst/>
          </a:prstGeom>
        </p:spPr>
      </p:pic>
      <p:pic>
        <p:nvPicPr>
          <p:cNvPr id="24" name="图形 23" descr="清单">
            <a:extLst>
              <a:ext uri="{FF2B5EF4-FFF2-40B4-BE49-F238E27FC236}">
                <a16:creationId xmlns:a16="http://schemas.microsoft.com/office/drawing/2014/main" id="{AD72BE5B-0F0D-9E99-914F-2BC132AAAC7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28800" y="3196800"/>
            <a:ext cx="914400" cy="914400"/>
          </a:xfrm>
          <a:prstGeom prst="rect">
            <a:avLst/>
          </a:prstGeom>
        </p:spPr>
      </p:pic>
      <p:sp>
        <p:nvSpPr>
          <p:cNvPr id="2" name="标题 1">
            <a:extLst>
              <a:ext uri="{FF2B5EF4-FFF2-40B4-BE49-F238E27FC236}">
                <a16:creationId xmlns:a16="http://schemas.microsoft.com/office/drawing/2014/main" id="{67BA8A10-CF2C-DF01-D27A-B573024D8872}"/>
              </a:ext>
            </a:extLst>
          </p:cNvPr>
          <p:cNvSpPr>
            <a:spLocks noGrp="1"/>
          </p:cNvSpPr>
          <p:nvPr>
            <p:ph type="title"/>
          </p:nvPr>
        </p:nvSpPr>
        <p:spPr/>
        <p:txBody>
          <a:bodyPr/>
          <a:lstStyle/>
          <a:p>
            <a:r>
              <a:rPr lang="en-US" altLang="zh-CN" dirty="0"/>
              <a:t>Conclusion</a:t>
            </a:r>
            <a:endParaRPr lang="zh-CN" altLang="en-US" dirty="0"/>
          </a:p>
        </p:txBody>
      </p:sp>
      <p:pic>
        <p:nvPicPr>
          <p:cNvPr id="20" name="内容占位符 19" descr="居家">
            <a:extLst>
              <a:ext uri="{FF2B5EF4-FFF2-40B4-BE49-F238E27FC236}">
                <a16:creationId xmlns:a16="http://schemas.microsoft.com/office/drawing/2014/main" id="{5E1DEA80-994A-A0AA-95B2-4E9EB03B5356}"/>
              </a:ext>
            </a:extLst>
          </p:cNvPr>
          <p:cNvPicPr>
            <a:picLocks noGrp="1" noChangeAspect="1"/>
          </p:cNvPicPr>
          <p:nvPr>
            <p:ph idx="1"/>
          </p:nvPr>
        </p:nvPicPr>
        <p:blipFill>
          <a:blip r:embed="rId7">
            <a:extLst>
              <a:ext uri="{96DAC541-7B7A-43D3-8B79-37D633B846F1}">
                <asvg:svgBlip xmlns:asvg="http://schemas.microsoft.com/office/drawing/2016/SVG/main" r:embed="rId8"/>
              </a:ext>
            </a:extLst>
          </a:blip>
          <a:stretch>
            <a:fillRect/>
          </a:stretch>
        </p:blipFill>
        <p:spPr>
          <a:xfrm>
            <a:off x="4348800" y="3196800"/>
            <a:ext cx="914400" cy="914400"/>
          </a:xfrm>
        </p:spPr>
      </p:pic>
    </p:spTree>
    <p:extLst>
      <p:ext uri="{BB962C8B-B14F-4D97-AF65-F5344CB8AC3E}">
        <p14:creationId xmlns:p14="http://schemas.microsoft.com/office/powerpoint/2010/main" val="6652189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DE250D-6EB2-9770-26EA-3883317C1CB1}"/>
              </a:ext>
            </a:extLst>
          </p:cNvPr>
          <p:cNvSpPr>
            <a:spLocks noGrp="1"/>
          </p:cNvSpPr>
          <p:nvPr>
            <p:ph type="title"/>
          </p:nvPr>
        </p:nvSpPr>
        <p:spPr/>
        <p:txBody>
          <a:bodyPr/>
          <a:lstStyle/>
          <a:p>
            <a:r>
              <a:rPr lang="en-US" altLang="zh-CN" dirty="0"/>
              <a:t>Cases</a:t>
            </a:r>
            <a:endParaRPr lang="zh-CN" altLang="en-US" dirty="0"/>
          </a:p>
        </p:txBody>
      </p:sp>
      <p:sp>
        <p:nvSpPr>
          <p:cNvPr id="3" name="内容占位符 2">
            <a:extLst>
              <a:ext uri="{FF2B5EF4-FFF2-40B4-BE49-F238E27FC236}">
                <a16:creationId xmlns:a16="http://schemas.microsoft.com/office/drawing/2014/main" id="{A2584458-8F52-9896-AC0B-F971AF737472}"/>
              </a:ext>
            </a:extLst>
          </p:cNvPr>
          <p:cNvSpPr>
            <a:spLocks noGrp="1"/>
          </p:cNvSpPr>
          <p:nvPr>
            <p:ph idx="1"/>
          </p:nvPr>
        </p:nvSpPr>
        <p:spPr/>
        <p:txBody>
          <a:bodyPr/>
          <a:lstStyle/>
          <a:p>
            <a:r>
              <a:rPr lang="zh-CN" altLang="en-US" dirty="0"/>
              <a:t>部分可用、阶段可用、多次交付</a:t>
            </a:r>
            <a:endParaRPr lang="en-US" altLang="zh-CN" dirty="0"/>
          </a:p>
          <a:p>
            <a:r>
              <a:rPr lang="zh-CN" altLang="en-US" dirty="0"/>
              <a:t>试水</a:t>
            </a:r>
            <a:endParaRPr lang="en-US" altLang="zh-CN" dirty="0"/>
          </a:p>
          <a:p>
            <a:r>
              <a:rPr lang="zh-CN" altLang="en-US" dirty="0"/>
              <a:t>看市场反映</a:t>
            </a:r>
            <a:endParaRPr lang="en-US" altLang="zh-CN" dirty="0"/>
          </a:p>
          <a:p>
            <a:r>
              <a:rPr lang="zh-CN" altLang="en-US" dirty="0"/>
              <a:t>及时止损</a:t>
            </a:r>
          </a:p>
        </p:txBody>
      </p:sp>
    </p:spTree>
    <p:extLst>
      <p:ext uri="{BB962C8B-B14F-4D97-AF65-F5344CB8AC3E}">
        <p14:creationId xmlns:p14="http://schemas.microsoft.com/office/powerpoint/2010/main" val="25354748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D0F49E-FB0F-5357-6A08-33C3C75459CB}"/>
              </a:ext>
            </a:extLst>
          </p:cNvPr>
          <p:cNvSpPr>
            <a:spLocks noGrp="1"/>
          </p:cNvSpPr>
          <p:nvPr>
            <p:ph type="title"/>
          </p:nvPr>
        </p:nvSpPr>
        <p:spPr>
          <a:xfrm>
            <a:off x="696000" y="360000"/>
            <a:ext cx="5400000" cy="424732"/>
          </a:xfrm>
        </p:spPr>
        <p:txBody>
          <a:bodyPr/>
          <a:lstStyle/>
          <a:p>
            <a:r>
              <a:rPr lang="zh-CN" altLang="en-US" dirty="0"/>
              <a:t>敏捷宣言 </a:t>
            </a:r>
            <a:r>
              <a:rPr lang="en-US" altLang="zh-CN" dirty="0"/>
              <a:t>Manifesto</a:t>
            </a:r>
            <a:endParaRPr lang="zh-CN" altLang="en-US" dirty="0"/>
          </a:p>
        </p:txBody>
      </p:sp>
      <p:sp>
        <p:nvSpPr>
          <p:cNvPr id="3" name="内容占位符 2">
            <a:extLst>
              <a:ext uri="{FF2B5EF4-FFF2-40B4-BE49-F238E27FC236}">
                <a16:creationId xmlns:a16="http://schemas.microsoft.com/office/drawing/2014/main" id="{740A8104-58F8-B7FC-F758-820F715C8DA3}"/>
              </a:ext>
            </a:extLst>
          </p:cNvPr>
          <p:cNvSpPr>
            <a:spLocks noGrp="1"/>
          </p:cNvSpPr>
          <p:nvPr>
            <p:ph idx="1"/>
          </p:nvPr>
        </p:nvSpPr>
        <p:spPr>
          <a:xfrm>
            <a:off x="696000" y="1080000"/>
            <a:ext cx="10800000" cy="5112000"/>
          </a:xfrm>
        </p:spPr>
        <p:txBody>
          <a:bodyPr/>
          <a:lstStyle/>
          <a:p>
            <a:r>
              <a:rPr lang="zh-CN" altLang="en-US" dirty="0"/>
              <a:t>敏捷软件开发宣言，简称敏捷宣言 </a:t>
            </a:r>
            <a:endParaRPr lang="en-US" altLang="zh-CN" dirty="0"/>
          </a:p>
          <a:p>
            <a:r>
              <a:rPr lang="en-US" altLang="zh-CN" dirty="0"/>
              <a:t>Manifesto for Agile Software Development</a:t>
            </a:r>
          </a:p>
          <a:p>
            <a:r>
              <a:rPr lang="en-US" altLang="zh-CN" dirty="0"/>
              <a:t>2001</a:t>
            </a:r>
            <a:r>
              <a:rPr lang="zh-CN" altLang="en-US" dirty="0"/>
              <a:t>年，</a:t>
            </a:r>
            <a:r>
              <a:rPr lang="en-US" altLang="zh-CN" dirty="0"/>
              <a:t>17</a:t>
            </a:r>
            <a:r>
              <a:rPr lang="zh-CN" altLang="en-US" dirty="0"/>
              <a:t>位软件开发专家在美国犹他州雪鸟滑雪度假村聚会，共同起草</a:t>
            </a:r>
            <a:endParaRPr lang="en-US" altLang="zh-CN" dirty="0"/>
          </a:p>
          <a:p>
            <a:r>
              <a:rPr lang="zh-CN" altLang="en-US" dirty="0"/>
              <a:t>应对迅速变化需求的快速软件开发方法</a:t>
            </a:r>
          </a:p>
          <a:p>
            <a:r>
              <a:rPr lang="zh-CN" altLang="en-US" dirty="0"/>
              <a:t>是一种迭代、循序渐进的开发方法</a:t>
            </a:r>
            <a:endParaRPr lang="en-US" altLang="zh-CN" dirty="0"/>
          </a:p>
          <a:p>
            <a:r>
              <a:rPr lang="zh-CN" altLang="en-US" dirty="0"/>
              <a:t>敏捷是一种思维模式</a:t>
            </a:r>
            <a:endParaRPr lang="en-US" altLang="zh-CN" dirty="0"/>
          </a:p>
          <a:p>
            <a:endParaRPr lang="en-US" altLang="zh-CN" dirty="0"/>
          </a:p>
          <a:p>
            <a:endParaRPr lang="en-US" altLang="zh-CN" dirty="0"/>
          </a:p>
        </p:txBody>
      </p:sp>
      <p:sp>
        <p:nvSpPr>
          <p:cNvPr id="9" name="文本占位符 8">
            <a:extLst>
              <a:ext uri="{FF2B5EF4-FFF2-40B4-BE49-F238E27FC236}">
                <a16:creationId xmlns:a16="http://schemas.microsoft.com/office/drawing/2014/main" id="{77F24199-1982-7096-8E97-BE02B9BC6B49}"/>
              </a:ext>
            </a:extLst>
          </p:cNvPr>
          <p:cNvSpPr>
            <a:spLocks noGrp="1"/>
          </p:cNvSpPr>
          <p:nvPr>
            <p:ph type="body" sz="quarter" idx="10"/>
          </p:nvPr>
        </p:nvSpPr>
        <p:spPr/>
        <p:txBody>
          <a:bodyPr/>
          <a:lstStyle/>
          <a:p>
            <a:endParaRPr lang="zh-CN" altLang="en-US"/>
          </a:p>
        </p:txBody>
      </p:sp>
      <p:sp>
        <p:nvSpPr>
          <p:cNvPr id="6" name="文本框 5">
            <a:extLst>
              <a:ext uri="{FF2B5EF4-FFF2-40B4-BE49-F238E27FC236}">
                <a16:creationId xmlns:a16="http://schemas.microsoft.com/office/drawing/2014/main" id="{A95BC040-B8D3-AE12-64EE-BE02F88BE487}"/>
              </a:ext>
            </a:extLst>
          </p:cNvPr>
          <p:cNvSpPr txBox="1"/>
          <p:nvPr/>
        </p:nvSpPr>
        <p:spPr>
          <a:xfrm>
            <a:off x="696000" y="5044359"/>
            <a:ext cx="10800001" cy="1147641"/>
          </a:xfrm>
          <a:prstGeom prst="rect">
            <a:avLst/>
          </a:prstGeom>
          <a:solidFill>
            <a:schemeClr val="accent2"/>
          </a:solidFill>
        </p:spPr>
        <p:txBody>
          <a:bodyPr wrap="square" lIns="180000" tIns="180000" rIns="180000" bIns="180000" rtlCol="0">
            <a:spAutoFit/>
          </a:bodyPr>
          <a:lstStyle/>
          <a:p>
            <a:pPr>
              <a:lnSpc>
                <a:spcPct val="150000"/>
              </a:lnSpc>
            </a:pPr>
            <a:r>
              <a:rPr lang="zh-CN" altLang="en-US" dirty="0">
                <a:solidFill>
                  <a:schemeClr val="bg1"/>
                </a:solidFill>
              </a:rPr>
              <a:t>敏捷是创造并响应变化，从而在动荡的商业环境中创造利润的能力。敏捷是平衡灵活性和稳定性的能力。</a:t>
            </a:r>
            <a:endParaRPr lang="en-US" altLang="zh-CN" dirty="0">
              <a:solidFill>
                <a:schemeClr val="bg1"/>
              </a:solidFill>
            </a:endParaRPr>
          </a:p>
          <a:p>
            <a:pPr algn="r">
              <a:lnSpc>
                <a:spcPct val="150000"/>
              </a:lnSpc>
            </a:pPr>
            <a:r>
              <a:rPr lang="en-US" altLang="zh-CN" dirty="0">
                <a:solidFill>
                  <a:schemeClr val="bg1"/>
                </a:solidFill>
              </a:rPr>
              <a:t>——</a:t>
            </a:r>
            <a:r>
              <a:rPr lang="zh-CN" altLang="en-US" dirty="0">
                <a:solidFill>
                  <a:schemeClr val="bg1"/>
                </a:solidFill>
              </a:rPr>
              <a:t>吉姆</a:t>
            </a:r>
            <a:r>
              <a:rPr lang="en-US" altLang="zh-CN" dirty="0">
                <a:solidFill>
                  <a:schemeClr val="bg1"/>
                </a:solidFill>
              </a:rPr>
              <a:t>·</a:t>
            </a:r>
            <a:r>
              <a:rPr lang="zh-CN" altLang="en-US" dirty="0">
                <a:solidFill>
                  <a:schemeClr val="bg1"/>
                </a:solidFill>
              </a:rPr>
              <a:t>海斯密斯，</a:t>
            </a:r>
            <a:r>
              <a:rPr lang="en-US" altLang="zh-CN" dirty="0">
                <a:solidFill>
                  <a:schemeClr val="bg1"/>
                </a:solidFill>
              </a:rPr>
              <a:t>2002</a:t>
            </a:r>
          </a:p>
        </p:txBody>
      </p:sp>
    </p:spTree>
    <p:extLst>
      <p:ext uri="{BB962C8B-B14F-4D97-AF65-F5344CB8AC3E}">
        <p14:creationId xmlns:p14="http://schemas.microsoft.com/office/powerpoint/2010/main" val="16070473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A49F7-8190-50B9-6A92-7C330DB83C8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4319126-8297-1510-7CBE-0592B6A35BD6}"/>
              </a:ext>
            </a:extLst>
          </p:cNvPr>
          <p:cNvSpPr>
            <a:spLocks noGrp="1"/>
          </p:cNvSpPr>
          <p:nvPr>
            <p:ph type="title"/>
          </p:nvPr>
        </p:nvSpPr>
        <p:spPr>
          <a:xfrm>
            <a:off x="696000" y="360000"/>
            <a:ext cx="5400000" cy="424732"/>
          </a:xfrm>
        </p:spPr>
        <p:txBody>
          <a:bodyPr/>
          <a:lstStyle/>
          <a:p>
            <a:r>
              <a:rPr lang="en-US" altLang="zh-CN" dirty="0"/>
              <a:t>4</a:t>
            </a:r>
            <a:r>
              <a:rPr lang="zh-CN" altLang="en-US" dirty="0"/>
              <a:t>个核心价值 </a:t>
            </a:r>
            <a:r>
              <a:rPr lang="en-US" altLang="zh-CN" dirty="0"/>
              <a:t>Value</a:t>
            </a:r>
          </a:p>
        </p:txBody>
      </p:sp>
      <p:sp>
        <p:nvSpPr>
          <p:cNvPr id="3" name="内容占位符 2">
            <a:extLst>
              <a:ext uri="{FF2B5EF4-FFF2-40B4-BE49-F238E27FC236}">
                <a16:creationId xmlns:a16="http://schemas.microsoft.com/office/drawing/2014/main" id="{B40B7C42-97D7-2E4E-9E6A-0F2A600FCD28}"/>
              </a:ext>
            </a:extLst>
          </p:cNvPr>
          <p:cNvSpPr>
            <a:spLocks noGrp="1"/>
          </p:cNvSpPr>
          <p:nvPr>
            <p:ph idx="1"/>
          </p:nvPr>
        </p:nvSpPr>
        <p:spPr>
          <a:xfrm>
            <a:off x="696000" y="1080000"/>
            <a:ext cx="10800000" cy="5112000"/>
          </a:xfrm>
        </p:spPr>
        <p:txBody>
          <a:bodyPr>
            <a:normAutofit/>
          </a:bodyPr>
          <a:lstStyle/>
          <a:p>
            <a:r>
              <a:rPr lang="en-US" altLang="zh-CN" dirty="0"/>
              <a:t>Individuals and interactions over processes and tools</a:t>
            </a:r>
          </a:p>
          <a:p>
            <a:r>
              <a:rPr lang="en-US" altLang="zh-CN" dirty="0"/>
              <a:t>Working software over comprehensive documentation</a:t>
            </a:r>
          </a:p>
          <a:p>
            <a:r>
              <a:rPr lang="en-US" altLang="zh-CN" dirty="0"/>
              <a:t>Customer collaboration over contract negotiation</a:t>
            </a:r>
          </a:p>
          <a:p>
            <a:r>
              <a:rPr lang="en-US" altLang="zh-CN" dirty="0"/>
              <a:t>Responding to change over following a plan</a:t>
            </a:r>
            <a:endParaRPr lang="zh-CN" altLang="en-US" dirty="0"/>
          </a:p>
        </p:txBody>
      </p:sp>
      <p:sp>
        <p:nvSpPr>
          <p:cNvPr id="12" name="文本占位符 11">
            <a:extLst>
              <a:ext uri="{FF2B5EF4-FFF2-40B4-BE49-F238E27FC236}">
                <a16:creationId xmlns:a16="http://schemas.microsoft.com/office/drawing/2014/main" id="{C3F013C6-5D6E-27F7-DF1A-F254BEF644B3}"/>
              </a:ext>
            </a:extLst>
          </p:cNvPr>
          <p:cNvSpPr>
            <a:spLocks noGrp="1"/>
          </p:cNvSpPr>
          <p:nvPr>
            <p:ph type="body" sz="quarter" idx="10"/>
          </p:nvPr>
        </p:nvSpPr>
        <p:spPr>
          <a:xfrm>
            <a:off x="6702424" y="360001"/>
            <a:ext cx="4793575" cy="424731"/>
          </a:xfrm>
        </p:spPr>
        <p:txBody>
          <a:bodyPr/>
          <a:lstStyle/>
          <a:p>
            <a:r>
              <a:rPr lang="zh-CN" altLang="en-US" dirty="0"/>
              <a:t>敏捷宣言 </a:t>
            </a:r>
            <a:r>
              <a:rPr lang="en-US" altLang="zh-CN" dirty="0"/>
              <a:t>Manifesto</a:t>
            </a:r>
            <a:endParaRPr lang="zh-CN" altLang="en-US" dirty="0"/>
          </a:p>
        </p:txBody>
      </p:sp>
      <p:sp>
        <p:nvSpPr>
          <p:cNvPr id="5" name="椭圆 4">
            <a:extLst>
              <a:ext uri="{FF2B5EF4-FFF2-40B4-BE49-F238E27FC236}">
                <a16:creationId xmlns:a16="http://schemas.microsoft.com/office/drawing/2014/main" id="{DE3AEB75-F575-0B94-5645-AB22AFCBB6E2}"/>
              </a:ext>
            </a:extLst>
          </p:cNvPr>
          <p:cNvSpPr/>
          <p:nvPr/>
        </p:nvSpPr>
        <p:spPr>
          <a:xfrm>
            <a:off x="5772000" y="3958255"/>
            <a:ext cx="648000" cy="648000"/>
          </a:xfrm>
          <a:prstGeom prst="ellips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CN" altLang="en-US"/>
          </a:p>
        </p:txBody>
      </p:sp>
      <p:sp>
        <p:nvSpPr>
          <p:cNvPr id="6" name="椭圆 5">
            <a:extLst>
              <a:ext uri="{FF2B5EF4-FFF2-40B4-BE49-F238E27FC236}">
                <a16:creationId xmlns:a16="http://schemas.microsoft.com/office/drawing/2014/main" id="{6900F5E0-4106-1950-B85B-99633AD2659E}"/>
              </a:ext>
            </a:extLst>
          </p:cNvPr>
          <p:cNvSpPr/>
          <p:nvPr/>
        </p:nvSpPr>
        <p:spPr>
          <a:xfrm>
            <a:off x="5772000" y="3203512"/>
            <a:ext cx="648000" cy="64800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dirty="0"/>
          </a:p>
        </p:txBody>
      </p:sp>
      <p:sp>
        <p:nvSpPr>
          <p:cNvPr id="7" name="椭圆 6">
            <a:extLst>
              <a:ext uri="{FF2B5EF4-FFF2-40B4-BE49-F238E27FC236}">
                <a16:creationId xmlns:a16="http://schemas.microsoft.com/office/drawing/2014/main" id="{DA023A71-64A8-65B7-D208-F51499E3C351}"/>
              </a:ext>
            </a:extLst>
          </p:cNvPr>
          <p:cNvSpPr/>
          <p:nvPr/>
        </p:nvSpPr>
        <p:spPr>
          <a:xfrm>
            <a:off x="5772000" y="4712998"/>
            <a:ext cx="648000" cy="648000"/>
          </a:xfrm>
          <a:prstGeom prst="ellipse">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id="{5143D818-39E5-8E6C-464D-9035C1B36C3D}"/>
              </a:ext>
            </a:extLst>
          </p:cNvPr>
          <p:cNvSpPr/>
          <p:nvPr/>
        </p:nvSpPr>
        <p:spPr>
          <a:xfrm>
            <a:off x="5772000" y="5467741"/>
            <a:ext cx="648000" cy="648000"/>
          </a:xfrm>
          <a:prstGeom prst="ellipse">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0FE6CF8F-BD5F-E135-0F2D-21B70FDB2323}"/>
              </a:ext>
            </a:extLst>
          </p:cNvPr>
          <p:cNvSpPr txBox="1"/>
          <p:nvPr/>
        </p:nvSpPr>
        <p:spPr>
          <a:xfrm>
            <a:off x="4049489" y="3342846"/>
            <a:ext cx="1338828" cy="369332"/>
          </a:xfrm>
          <a:prstGeom prst="rect">
            <a:avLst/>
          </a:prstGeom>
          <a:noFill/>
        </p:spPr>
        <p:txBody>
          <a:bodyPr wrap="none" rtlCol="0">
            <a:spAutoFit/>
          </a:bodyPr>
          <a:lstStyle/>
          <a:p>
            <a:pPr algn="r"/>
            <a:r>
              <a:rPr lang="zh-CN" altLang="en-US" dirty="0"/>
              <a:t>个体和互动</a:t>
            </a:r>
          </a:p>
        </p:txBody>
      </p:sp>
      <p:sp>
        <p:nvSpPr>
          <p:cNvPr id="10" name="文本框 9">
            <a:extLst>
              <a:ext uri="{FF2B5EF4-FFF2-40B4-BE49-F238E27FC236}">
                <a16:creationId xmlns:a16="http://schemas.microsoft.com/office/drawing/2014/main" id="{EDD6D666-A088-8C5D-7DAE-F1E26A4DF678}"/>
              </a:ext>
            </a:extLst>
          </p:cNvPr>
          <p:cNvSpPr txBox="1"/>
          <p:nvPr/>
        </p:nvSpPr>
        <p:spPr>
          <a:xfrm>
            <a:off x="6803683" y="3342846"/>
            <a:ext cx="1338828" cy="369332"/>
          </a:xfrm>
          <a:prstGeom prst="rect">
            <a:avLst/>
          </a:prstGeom>
          <a:noFill/>
        </p:spPr>
        <p:txBody>
          <a:bodyPr wrap="none" rtlCol="0">
            <a:spAutoFit/>
          </a:bodyPr>
          <a:lstStyle/>
          <a:p>
            <a:r>
              <a:rPr lang="zh-CN" altLang="en-US" dirty="0"/>
              <a:t>流程和工具</a:t>
            </a:r>
          </a:p>
        </p:txBody>
      </p:sp>
      <p:sp>
        <p:nvSpPr>
          <p:cNvPr id="13" name="文本框 12">
            <a:extLst>
              <a:ext uri="{FF2B5EF4-FFF2-40B4-BE49-F238E27FC236}">
                <a16:creationId xmlns:a16="http://schemas.microsoft.com/office/drawing/2014/main" id="{80F824E1-2583-7B1D-6E68-179253CC3562}"/>
              </a:ext>
            </a:extLst>
          </p:cNvPr>
          <p:cNvSpPr txBox="1"/>
          <p:nvPr/>
        </p:nvSpPr>
        <p:spPr>
          <a:xfrm>
            <a:off x="3818657" y="4097589"/>
            <a:ext cx="1569660" cy="369332"/>
          </a:xfrm>
          <a:prstGeom prst="rect">
            <a:avLst/>
          </a:prstGeom>
          <a:noFill/>
        </p:spPr>
        <p:txBody>
          <a:bodyPr wrap="none" rtlCol="0">
            <a:spAutoFit/>
          </a:bodyPr>
          <a:lstStyle/>
          <a:p>
            <a:pPr algn="r"/>
            <a:r>
              <a:rPr lang="zh-CN" altLang="en-US" dirty="0"/>
              <a:t>可工作的软件</a:t>
            </a:r>
          </a:p>
        </p:txBody>
      </p:sp>
      <p:sp>
        <p:nvSpPr>
          <p:cNvPr id="14" name="文本框 13">
            <a:extLst>
              <a:ext uri="{FF2B5EF4-FFF2-40B4-BE49-F238E27FC236}">
                <a16:creationId xmlns:a16="http://schemas.microsoft.com/office/drawing/2014/main" id="{B71D254C-C20A-C823-CA43-A206200E3AB4}"/>
              </a:ext>
            </a:extLst>
          </p:cNvPr>
          <p:cNvSpPr txBox="1"/>
          <p:nvPr/>
        </p:nvSpPr>
        <p:spPr>
          <a:xfrm>
            <a:off x="6803683" y="4097589"/>
            <a:ext cx="1338828" cy="369332"/>
          </a:xfrm>
          <a:prstGeom prst="rect">
            <a:avLst/>
          </a:prstGeom>
          <a:noFill/>
        </p:spPr>
        <p:txBody>
          <a:bodyPr wrap="none" rtlCol="0">
            <a:spAutoFit/>
          </a:bodyPr>
          <a:lstStyle/>
          <a:p>
            <a:r>
              <a:rPr lang="zh-CN" altLang="en-US" dirty="0"/>
              <a:t>详尽的文档</a:t>
            </a:r>
          </a:p>
        </p:txBody>
      </p:sp>
      <p:sp>
        <p:nvSpPr>
          <p:cNvPr id="16" name="文本框 15">
            <a:extLst>
              <a:ext uri="{FF2B5EF4-FFF2-40B4-BE49-F238E27FC236}">
                <a16:creationId xmlns:a16="http://schemas.microsoft.com/office/drawing/2014/main" id="{4D3F9E93-8B0D-B66D-FCD2-F22E153806DC}"/>
              </a:ext>
            </a:extLst>
          </p:cNvPr>
          <p:cNvSpPr txBox="1"/>
          <p:nvPr/>
        </p:nvSpPr>
        <p:spPr>
          <a:xfrm>
            <a:off x="4280321" y="4852332"/>
            <a:ext cx="1107996" cy="369332"/>
          </a:xfrm>
          <a:prstGeom prst="rect">
            <a:avLst/>
          </a:prstGeom>
          <a:noFill/>
        </p:spPr>
        <p:txBody>
          <a:bodyPr wrap="none" rtlCol="0">
            <a:spAutoFit/>
          </a:bodyPr>
          <a:lstStyle/>
          <a:p>
            <a:pPr algn="r"/>
            <a:r>
              <a:rPr lang="zh-CN" altLang="en-US" dirty="0"/>
              <a:t>客户合作</a:t>
            </a:r>
          </a:p>
        </p:txBody>
      </p:sp>
      <p:sp>
        <p:nvSpPr>
          <p:cNvPr id="17" name="文本框 16">
            <a:extLst>
              <a:ext uri="{FF2B5EF4-FFF2-40B4-BE49-F238E27FC236}">
                <a16:creationId xmlns:a16="http://schemas.microsoft.com/office/drawing/2014/main" id="{90F8E0AF-A800-07ED-9D43-CB17C26196BD}"/>
              </a:ext>
            </a:extLst>
          </p:cNvPr>
          <p:cNvSpPr txBox="1"/>
          <p:nvPr/>
        </p:nvSpPr>
        <p:spPr>
          <a:xfrm>
            <a:off x="6803683" y="4852332"/>
            <a:ext cx="1107996" cy="369332"/>
          </a:xfrm>
          <a:prstGeom prst="rect">
            <a:avLst/>
          </a:prstGeom>
          <a:noFill/>
        </p:spPr>
        <p:txBody>
          <a:bodyPr wrap="none" rtlCol="0">
            <a:spAutoFit/>
          </a:bodyPr>
          <a:lstStyle/>
          <a:p>
            <a:r>
              <a:rPr lang="zh-CN" altLang="en-US" dirty="0"/>
              <a:t>合同谈判</a:t>
            </a:r>
          </a:p>
        </p:txBody>
      </p:sp>
      <p:sp>
        <p:nvSpPr>
          <p:cNvPr id="19" name="文本框 18">
            <a:extLst>
              <a:ext uri="{FF2B5EF4-FFF2-40B4-BE49-F238E27FC236}">
                <a16:creationId xmlns:a16="http://schemas.microsoft.com/office/drawing/2014/main" id="{C50ECDB9-4680-E8A2-23D4-9417CCDC8F56}"/>
              </a:ext>
            </a:extLst>
          </p:cNvPr>
          <p:cNvSpPr txBox="1"/>
          <p:nvPr/>
        </p:nvSpPr>
        <p:spPr>
          <a:xfrm>
            <a:off x="4280321" y="5607075"/>
            <a:ext cx="1107996" cy="369332"/>
          </a:xfrm>
          <a:prstGeom prst="rect">
            <a:avLst/>
          </a:prstGeom>
          <a:noFill/>
        </p:spPr>
        <p:txBody>
          <a:bodyPr wrap="none" rtlCol="0">
            <a:spAutoFit/>
          </a:bodyPr>
          <a:lstStyle/>
          <a:p>
            <a:pPr algn="r"/>
            <a:r>
              <a:rPr lang="zh-CN" altLang="en-US" dirty="0"/>
              <a:t>响应变化</a:t>
            </a:r>
          </a:p>
        </p:txBody>
      </p:sp>
      <p:sp>
        <p:nvSpPr>
          <p:cNvPr id="20" name="文本框 19">
            <a:extLst>
              <a:ext uri="{FF2B5EF4-FFF2-40B4-BE49-F238E27FC236}">
                <a16:creationId xmlns:a16="http://schemas.microsoft.com/office/drawing/2014/main" id="{B68726CA-34C5-5EA9-646A-0A4BA49CFF2A}"/>
              </a:ext>
            </a:extLst>
          </p:cNvPr>
          <p:cNvSpPr txBox="1"/>
          <p:nvPr/>
        </p:nvSpPr>
        <p:spPr>
          <a:xfrm>
            <a:off x="6803683" y="5607075"/>
            <a:ext cx="1107996" cy="369332"/>
          </a:xfrm>
          <a:prstGeom prst="rect">
            <a:avLst/>
          </a:prstGeom>
          <a:noFill/>
        </p:spPr>
        <p:txBody>
          <a:bodyPr wrap="none" rtlCol="0">
            <a:spAutoFit/>
          </a:bodyPr>
          <a:lstStyle/>
          <a:p>
            <a:r>
              <a:rPr lang="zh-CN" altLang="en-US" dirty="0"/>
              <a:t>遵循计划</a:t>
            </a:r>
          </a:p>
        </p:txBody>
      </p:sp>
      <p:sp>
        <p:nvSpPr>
          <p:cNvPr id="23" name="箭头: 右 22">
            <a:extLst>
              <a:ext uri="{FF2B5EF4-FFF2-40B4-BE49-F238E27FC236}">
                <a16:creationId xmlns:a16="http://schemas.microsoft.com/office/drawing/2014/main" id="{E2B3E1C9-9C14-E9CC-3404-F28F9BA1CAB7}"/>
              </a:ext>
            </a:extLst>
          </p:cNvPr>
          <p:cNvSpPr/>
          <p:nvPr/>
        </p:nvSpPr>
        <p:spPr>
          <a:xfrm>
            <a:off x="6445956" y="3431873"/>
            <a:ext cx="289249" cy="191278"/>
          </a:xfrm>
          <a:prstGeom prst="rightArrow">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24" name="箭头: 右 23">
            <a:extLst>
              <a:ext uri="{FF2B5EF4-FFF2-40B4-BE49-F238E27FC236}">
                <a16:creationId xmlns:a16="http://schemas.microsoft.com/office/drawing/2014/main" id="{EFBE2482-DBFF-80CF-A9F1-8D1467668880}"/>
              </a:ext>
            </a:extLst>
          </p:cNvPr>
          <p:cNvSpPr/>
          <p:nvPr/>
        </p:nvSpPr>
        <p:spPr>
          <a:xfrm flipH="1">
            <a:off x="5456795" y="3431873"/>
            <a:ext cx="289249" cy="191278"/>
          </a:xfrm>
          <a:prstGeom prst="rightArrow">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27" name="箭头: 右 26">
            <a:extLst>
              <a:ext uri="{FF2B5EF4-FFF2-40B4-BE49-F238E27FC236}">
                <a16:creationId xmlns:a16="http://schemas.microsoft.com/office/drawing/2014/main" id="{AE6DEB4B-473F-1560-49AC-FDA98BBD325E}"/>
              </a:ext>
            </a:extLst>
          </p:cNvPr>
          <p:cNvSpPr/>
          <p:nvPr/>
        </p:nvSpPr>
        <p:spPr>
          <a:xfrm>
            <a:off x="6445956" y="4186616"/>
            <a:ext cx="289249" cy="191278"/>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zh-CN" altLang="en-US"/>
          </a:p>
        </p:txBody>
      </p:sp>
      <p:sp>
        <p:nvSpPr>
          <p:cNvPr id="28" name="箭头: 右 27">
            <a:extLst>
              <a:ext uri="{FF2B5EF4-FFF2-40B4-BE49-F238E27FC236}">
                <a16:creationId xmlns:a16="http://schemas.microsoft.com/office/drawing/2014/main" id="{ADC70125-0912-DA1C-7E15-A62DCEEE3881}"/>
              </a:ext>
            </a:extLst>
          </p:cNvPr>
          <p:cNvSpPr/>
          <p:nvPr/>
        </p:nvSpPr>
        <p:spPr>
          <a:xfrm flipH="1">
            <a:off x="5456795" y="4186616"/>
            <a:ext cx="289249" cy="191278"/>
          </a:xfrm>
          <a:prstGeom prst="rightArrow">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endParaRPr lang="zh-CN" altLang="en-US"/>
          </a:p>
        </p:txBody>
      </p:sp>
      <p:sp>
        <p:nvSpPr>
          <p:cNvPr id="30" name="箭头: 右 29">
            <a:extLst>
              <a:ext uri="{FF2B5EF4-FFF2-40B4-BE49-F238E27FC236}">
                <a16:creationId xmlns:a16="http://schemas.microsoft.com/office/drawing/2014/main" id="{3D17E2DC-EC6F-5A26-C493-33E17F34A045}"/>
              </a:ext>
            </a:extLst>
          </p:cNvPr>
          <p:cNvSpPr/>
          <p:nvPr/>
        </p:nvSpPr>
        <p:spPr>
          <a:xfrm>
            <a:off x="6445956" y="4941359"/>
            <a:ext cx="289249" cy="191278"/>
          </a:xfrm>
          <a:prstGeom prst="rightArrow">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1" name="箭头: 右 30">
            <a:extLst>
              <a:ext uri="{FF2B5EF4-FFF2-40B4-BE49-F238E27FC236}">
                <a16:creationId xmlns:a16="http://schemas.microsoft.com/office/drawing/2014/main" id="{3DFF4F37-E924-F619-EB24-EB79BBB364EC}"/>
              </a:ext>
            </a:extLst>
          </p:cNvPr>
          <p:cNvSpPr/>
          <p:nvPr/>
        </p:nvSpPr>
        <p:spPr>
          <a:xfrm flipH="1">
            <a:off x="5456795" y="4941359"/>
            <a:ext cx="289249" cy="191278"/>
          </a:xfrm>
          <a:prstGeom prst="rightArrow">
            <a:avLst/>
          </a:prstGeom>
          <a:ln/>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33" name="箭头: 右 32">
            <a:extLst>
              <a:ext uri="{FF2B5EF4-FFF2-40B4-BE49-F238E27FC236}">
                <a16:creationId xmlns:a16="http://schemas.microsoft.com/office/drawing/2014/main" id="{304A44ED-5196-828A-3B1C-29FA336C0B13}"/>
              </a:ext>
            </a:extLst>
          </p:cNvPr>
          <p:cNvSpPr/>
          <p:nvPr/>
        </p:nvSpPr>
        <p:spPr>
          <a:xfrm>
            <a:off x="6445956" y="5696102"/>
            <a:ext cx="289249" cy="191278"/>
          </a:xfrm>
          <a:prstGeom prst="right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34" name="箭头: 右 33">
            <a:extLst>
              <a:ext uri="{FF2B5EF4-FFF2-40B4-BE49-F238E27FC236}">
                <a16:creationId xmlns:a16="http://schemas.microsoft.com/office/drawing/2014/main" id="{80F1BCC5-3E18-E230-C4FF-AE375EF44A4B}"/>
              </a:ext>
            </a:extLst>
          </p:cNvPr>
          <p:cNvSpPr/>
          <p:nvPr/>
        </p:nvSpPr>
        <p:spPr>
          <a:xfrm flipH="1">
            <a:off x="5456795" y="5696102"/>
            <a:ext cx="289249" cy="191278"/>
          </a:xfrm>
          <a:prstGeom prst="rightArrow">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20140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D600E-28CA-0BEF-11BE-560AC5BFB15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411A204-C0B4-8807-2C19-980922710B79}"/>
              </a:ext>
            </a:extLst>
          </p:cNvPr>
          <p:cNvSpPr>
            <a:spLocks noGrp="1"/>
          </p:cNvSpPr>
          <p:nvPr>
            <p:ph type="title"/>
          </p:nvPr>
        </p:nvSpPr>
        <p:spPr>
          <a:xfrm>
            <a:off x="696000" y="360000"/>
            <a:ext cx="5400000" cy="424732"/>
          </a:xfrm>
        </p:spPr>
        <p:txBody>
          <a:bodyPr/>
          <a:lstStyle/>
          <a:p>
            <a:r>
              <a:rPr lang="en-US" altLang="zh-CN" dirty="0"/>
              <a:t>12</a:t>
            </a:r>
            <a:r>
              <a:rPr lang="zh-CN" altLang="en-US" dirty="0"/>
              <a:t>个原则 </a:t>
            </a:r>
            <a:r>
              <a:rPr lang="en-US" altLang="zh-CN" dirty="0"/>
              <a:t>Principle</a:t>
            </a:r>
          </a:p>
        </p:txBody>
      </p:sp>
      <p:sp>
        <p:nvSpPr>
          <p:cNvPr id="3" name="内容占位符 2">
            <a:extLst>
              <a:ext uri="{FF2B5EF4-FFF2-40B4-BE49-F238E27FC236}">
                <a16:creationId xmlns:a16="http://schemas.microsoft.com/office/drawing/2014/main" id="{77EC6E35-91B5-299A-68FA-147D2BD512FA}"/>
              </a:ext>
            </a:extLst>
          </p:cNvPr>
          <p:cNvSpPr>
            <a:spLocks noGrp="1"/>
          </p:cNvSpPr>
          <p:nvPr>
            <p:ph idx="1"/>
          </p:nvPr>
        </p:nvSpPr>
        <p:spPr>
          <a:xfrm>
            <a:off x="696000" y="1080000"/>
            <a:ext cx="10800000" cy="5112000"/>
          </a:xfrm>
        </p:spPr>
        <p:txBody>
          <a:bodyPr>
            <a:normAutofit/>
          </a:bodyPr>
          <a:lstStyle/>
          <a:p>
            <a:r>
              <a:rPr lang="zh-CN" altLang="en-US" dirty="0"/>
              <a:t>我们的最高目标，是通过尽早并持续交付有价值的软件来满足客户</a:t>
            </a:r>
          </a:p>
          <a:p>
            <a:r>
              <a:rPr lang="zh-CN" altLang="en-US" dirty="0"/>
              <a:t>欢迎需求变化，即使是在开发后期。敏捷过程善于利用变化来为客户创造竞争优势</a:t>
            </a:r>
          </a:p>
          <a:p>
            <a:r>
              <a:rPr lang="zh-CN" altLang="en-US" dirty="0"/>
              <a:t>频繁地交付可工作的软件，周期可以从几周到几个月，倾向于更短的周期</a:t>
            </a:r>
          </a:p>
          <a:p>
            <a:r>
              <a:rPr lang="zh-CN" altLang="en-US" dirty="0"/>
              <a:t>业务人员和开发人员必须在整个项目期间每天一起工作</a:t>
            </a:r>
          </a:p>
          <a:p>
            <a:r>
              <a:rPr lang="zh-CN" altLang="en-US" dirty="0"/>
              <a:t>围绕有积极性的个体构建项目。给予他们所需的环境和支持，并信任他们能够完成工作</a:t>
            </a:r>
          </a:p>
          <a:p>
            <a:r>
              <a:rPr lang="zh-CN" altLang="en-US" dirty="0"/>
              <a:t>面对面交谈是团队内部传递信息的最有效方式</a:t>
            </a:r>
          </a:p>
          <a:p>
            <a:r>
              <a:rPr lang="zh-CN" altLang="en-US" dirty="0"/>
              <a:t>可工作的软件是衡量进展的首要标准</a:t>
            </a:r>
          </a:p>
          <a:p>
            <a:r>
              <a:rPr lang="zh-CN" altLang="en-US" dirty="0"/>
              <a:t>敏捷过程提倡可持续的开发节奏。赞助者、开发者和用户应该能够长期保持恒定的速度</a:t>
            </a:r>
          </a:p>
          <a:p>
            <a:r>
              <a:rPr lang="zh-CN" altLang="en-US" dirty="0"/>
              <a:t>持续关注技术卓越和良好设计，以增强敏捷能力</a:t>
            </a:r>
          </a:p>
          <a:p>
            <a:r>
              <a:rPr lang="zh-CN" altLang="en-US" dirty="0"/>
              <a:t>简洁</a:t>
            </a:r>
            <a:r>
              <a:rPr lang="en-US" altLang="zh-CN" dirty="0"/>
              <a:t> - </a:t>
            </a:r>
            <a:r>
              <a:rPr lang="zh-CN" altLang="en-US" dirty="0"/>
              <a:t>最大化未完成工作量的艺术 </a:t>
            </a:r>
            <a:r>
              <a:rPr lang="en-US" altLang="zh-CN" dirty="0"/>
              <a:t>- </a:t>
            </a:r>
            <a:r>
              <a:rPr lang="zh-CN" altLang="en-US" dirty="0"/>
              <a:t>是根本的</a:t>
            </a:r>
          </a:p>
          <a:p>
            <a:r>
              <a:rPr lang="zh-CN" altLang="en-US" dirty="0"/>
              <a:t>最好的架构、需求和设计出自自组织团队</a:t>
            </a:r>
          </a:p>
          <a:p>
            <a:r>
              <a:rPr lang="zh-CN" altLang="en-US" dirty="0"/>
              <a:t>团队定期反思如何变得更高效，并相应地调整自身行为</a:t>
            </a:r>
          </a:p>
        </p:txBody>
      </p:sp>
      <p:sp>
        <p:nvSpPr>
          <p:cNvPr id="6" name="文本占位符 5">
            <a:extLst>
              <a:ext uri="{FF2B5EF4-FFF2-40B4-BE49-F238E27FC236}">
                <a16:creationId xmlns:a16="http://schemas.microsoft.com/office/drawing/2014/main" id="{2F7647FF-48FB-E14E-CC67-151DF02AD363}"/>
              </a:ext>
            </a:extLst>
          </p:cNvPr>
          <p:cNvSpPr>
            <a:spLocks noGrp="1"/>
          </p:cNvSpPr>
          <p:nvPr>
            <p:ph type="body" sz="quarter" idx="10"/>
          </p:nvPr>
        </p:nvSpPr>
        <p:spPr>
          <a:xfrm>
            <a:off x="6702424" y="360001"/>
            <a:ext cx="4793575" cy="424731"/>
          </a:xfrm>
        </p:spPr>
        <p:txBody>
          <a:bodyPr/>
          <a:lstStyle/>
          <a:p>
            <a:r>
              <a:rPr lang="zh-CN" altLang="en-US" dirty="0"/>
              <a:t>敏捷宣言 </a:t>
            </a:r>
            <a:r>
              <a:rPr lang="en-US" altLang="zh-CN" dirty="0"/>
              <a:t>Manifesto</a:t>
            </a:r>
            <a:endParaRPr lang="zh-CN" altLang="en-US" dirty="0"/>
          </a:p>
        </p:txBody>
      </p:sp>
    </p:spTree>
    <p:extLst>
      <p:ext uri="{BB962C8B-B14F-4D97-AF65-F5344CB8AC3E}">
        <p14:creationId xmlns:p14="http://schemas.microsoft.com/office/powerpoint/2010/main" val="1938643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4374C-4A73-3BD1-EC4A-5470E068C8C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AD199FB-37E8-267C-513B-BCBDAEC5C443}"/>
              </a:ext>
            </a:extLst>
          </p:cNvPr>
          <p:cNvSpPr>
            <a:spLocks noGrp="1"/>
          </p:cNvSpPr>
          <p:nvPr>
            <p:ph type="title"/>
          </p:nvPr>
        </p:nvSpPr>
        <p:spPr>
          <a:xfrm>
            <a:off x="695998" y="360000"/>
            <a:ext cx="7200000" cy="424732"/>
          </a:xfrm>
        </p:spPr>
        <p:txBody>
          <a:bodyPr/>
          <a:lstStyle/>
          <a:p>
            <a:r>
              <a:rPr lang="en-US" altLang="zh-CN" dirty="0"/>
              <a:t>The 12 Principles behind the Agile Manifesto</a:t>
            </a:r>
            <a:endParaRPr lang="zh-CN" altLang="en-US" dirty="0"/>
          </a:p>
        </p:txBody>
      </p:sp>
      <p:sp>
        <p:nvSpPr>
          <p:cNvPr id="21" name="内容占位符 20">
            <a:extLst>
              <a:ext uri="{FF2B5EF4-FFF2-40B4-BE49-F238E27FC236}">
                <a16:creationId xmlns:a16="http://schemas.microsoft.com/office/drawing/2014/main" id="{A2F119A4-9036-C345-5873-7768364D0883}"/>
              </a:ext>
            </a:extLst>
          </p:cNvPr>
          <p:cNvSpPr>
            <a:spLocks noGrp="1"/>
          </p:cNvSpPr>
          <p:nvPr>
            <p:ph idx="1"/>
          </p:nvPr>
        </p:nvSpPr>
        <p:spPr/>
        <p:txBody>
          <a:bodyPr>
            <a:normAutofit/>
          </a:bodyPr>
          <a:lstStyle/>
          <a:p>
            <a:r>
              <a:rPr lang="en-US" altLang="zh-CN" dirty="0"/>
              <a:t>Our highest priority is to satisfy the customer through early and continuous delivery of valuable software.</a:t>
            </a:r>
          </a:p>
          <a:p>
            <a:r>
              <a:rPr lang="en-US" altLang="zh-CN" dirty="0"/>
              <a:t>Welcome changing requirements, even late in development. Agile processes harness change for the customer's competitive advantage.</a:t>
            </a:r>
          </a:p>
          <a:p>
            <a:r>
              <a:rPr lang="en-US" altLang="zh-CN" dirty="0"/>
              <a:t>Deliver working software frequently, from a couple of weeks to a couple of months, with a preference to the shorter timescale.</a:t>
            </a:r>
          </a:p>
          <a:p>
            <a:r>
              <a:rPr lang="en-US" altLang="zh-CN" dirty="0"/>
              <a:t>Business people and developers must work together daily throughout the project.</a:t>
            </a:r>
          </a:p>
          <a:p>
            <a:r>
              <a:rPr lang="en-US" altLang="zh-CN" dirty="0"/>
              <a:t>Build projects around motivated individuals. Give them the environment and support they need, and trust them to get the job done.</a:t>
            </a:r>
          </a:p>
          <a:p>
            <a:r>
              <a:rPr lang="en-US" altLang="zh-CN" dirty="0"/>
              <a:t>The most efficient and effective method of conveying information to and within a development team is face-to-face conversation.</a:t>
            </a:r>
          </a:p>
        </p:txBody>
      </p:sp>
      <p:sp>
        <p:nvSpPr>
          <p:cNvPr id="22" name="文本占位符 21">
            <a:extLst>
              <a:ext uri="{FF2B5EF4-FFF2-40B4-BE49-F238E27FC236}">
                <a16:creationId xmlns:a16="http://schemas.microsoft.com/office/drawing/2014/main" id="{99550F68-6C7C-640B-1D37-ADF6892035A7}"/>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836879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D2522A-C6D6-ACB7-3E52-2F9A9AA248DD}"/>
              </a:ext>
            </a:extLst>
          </p:cNvPr>
          <p:cNvSpPr>
            <a:spLocks noGrp="1"/>
          </p:cNvSpPr>
          <p:nvPr>
            <p:ph type="title"/>
          </p:nvPr>
        </p:nvSpPr>
        <p:spPr>
          <a:xfrm>
            <a:off x="695998" y="360000"/>
            <a:ext cx="7200000" cy="424732"/>
          </a:xfrm>
        </p:spPr>
        <p:txBody>
          <a:bodyPr/>
          <a:lstStyle/>
          <a:p>
            <a:r>
              <a:rPr lang="en-US" altLang="zh-CN" dirty="0"/>
              <a:t>The 12 Principles behind the Agile Manifesto</a:t>
            </a:r>
            <a:endParaRPr lang="zh-CN" altLang="en-US" dirty="0"/>
          </a:p>
        </p:txBody>
      </p:sp>
      <p:sp>
        <p:nvSpPr>
          <p:cNvPr id="21" name="内容占位符 20">
            <a:extLst>
              <a:ext uri="{FF2B5EF4-FFF2-40B4-BE49-F238E27FC236}">
                <a16:creationId xmlns:a16="http://schemas.microsoft.com/office/drawing/2014/main" id="{973F6DDA-8B3D-9A2A-FB2A-918F43FE7415}"/>
              </a:ext>
            </a:extLst>
          </p:cNvPr>
          <p:cNvSpPr>
            <a:spLocks noGrp="1"/>
          </p:cNvSpPr>
          <p:nvPr>
            <p:ph idx="1"/>
          </p:nvPr>
        </p:nvSpPr>
        <p:spPr/>
        <p:txBody>
          <a:bodyPr>
            <a:normAutofit/>
          </a:bodyPr>
          <a:lstStyle/>
          <a:p>
            <a:r>
              <a:rPr lang="en-US" altLang="zh-CN" dirty="0"/>
              <a:t>Working software is the primary measure of progress.</a:t>
            </a:r>
          </a:p>
          <a:p>
            <a:r>
              <a:rPr lang="en-US" altLang="zh-CN" dirty="0"/>
              <a:t>Agile processes promote sustainable development. The sponsors, developers, and users should be able to maintain a constant pace indefinitely.</a:t>
            </a:r>
          </a:p>
          <a:p>
            <a:r>
              <a:rPr lang="en-US" altLang="zh-CN" dirty="0"/>
              <a:t>Continuous attention to technical excellence and good design enhances agility.</a:t>
            </a:r>
          </a:p>
          <a:p>
            <a:r>
              <a:rPr lang="en-US" altLang="zh-CN" dirty="0"/>
              <a:t>Simplicity—the art of maximizing the amount of work not done—is essential.</a:t>
            </a:r>
          </a:p>
          <a:p>
            <a:r>
              <a:rPr lang="en-US" altLang="zh-CN" dirty="0"/>
              <a:t>The best architectures, requirements, and designs emerge from self-organizing teams.</a:t>
            </a:r>
          </a:p>
          <a:p>
            <a:r>
              <a:rPr lang="en-US" altLang="zh-CN" dirty="0"/>
              <a:t>At regular intervals, the team reflects on how to become more effective, then tunes and adjusts its behavior accordingly.</a:t>
            </a:r>
            <a:endParaRPr lang="zh-CN" altLang="en-US" dirty="0"/>
          </a:p>
        </p:txBody>
      </p:sp>
      <p:sp>
        <p:nvSpPr>
          <p:cNvPr id="22" name="文本占位符 21">
            <a:extLst>
              <a:ext uri="{FF2B5EF4-FFF2-40B4-BE49-F238E27FC236}">
                <a16:creationId xmlns:a16="http://schemas.microsoft.com/office/drawing/2014/main" id="{96AE3B3F-88FC-5A14-E64B-8476D511469B}"/>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24995722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8BFDB917-2DE5-99E3-5CE4-A0D583696C96}"/>
              </a:ext>
            </a:extLst>
          </p:cNvPr>
          <p:cNvSpPr>
            <a:spLocks noGrp="1"/>
          </p:cNvSpPr>
          <p:nvPr>
            <p:ph type="body" sz="quarter" idx="10"/>
          </p:nvPr>
        </p:nvSpPr>
        <p:spPr>
          <a:xfrm>
            <a:off x="3219345" y="1629000"/>
            <a:ext cx="8640000" cy="3600000"/>
          </a:xfrm>
        </p:spPr>
        <p:txBody>
          <a:bodyPr/>
          <a:lstStyle/>
          <a:p>
            <a:r>
              <a:rPr lang="zh-CN" altLang="en-US" dirty="0"/>
              <a:t>你是一个项目经理，你的团队正在构建嵌入式系统的网络固件。你召集大家开会，向技术水平很高的一些业务用户和客户提供演示，在这个会上演示了团队为控制面板界面开发的最新版本的代码。这是你第</a:t>
            </a:r>
            <a:r>
              <a:rPr lang="en-US" altLang="zh-CN" dirty="0"/>
              <a:t>5</a:t>
            </a:r>
            <a:r>
              <a:rPr lang="zh-CN" altLang="en-US" dirty="0"/>
              <a:t>次开这种会向用户演示软件。而在这第</a:t>
            </a:r>
            <a:r>
              <a:rPr lang="en-US" altLang="zh-CN" dirty="0"/>
              <a:t>5</a:t>
            </a:r>
            <a:r>
              <a:rPr lang="zh-CN" altLang="en-US" dirty="0"/>
              <a:t>次会议上，用户和客户有提出了一些特定的变更。团队现在又得回去开发第</a:t>
            </a:r>
            <a:r>
              <a:rPr lang="en-US" altLang="zh-CN" dirty="0"/>
              <a:t>6</a:t>
            </a:r>
            <a:r>
              <a:rPr lang="zh-CN" altLang="en-US" dirty="0"/>
              <a:t>个版本，这个过程又得再来一次。以下哪种说法最准确地描述了这种情况？</a:t>
            </a:r>
            <a:endParaRPr lang="en-US" altLang="zh-CN" dirty="0"/>
          </a:p>
          <a:p>
            <a:endParaRPr lang="zh-CN" altLang="en-US" dirty="0"/>
          </a:p>
          <a:p>
            <a:r>
              <a:rPr lang="en-US" altLang="zh-CN" dirty="0"/>
              <a:t>A. </a:t>
            </a:r>
            <a:r>
              <a:rPr lang="zh-CN" altLang="en-US" dirty="0"/>
              <a:t>团队不了解需求</a:t>
            </a:r>
          </a:p>
          <a:p>
            <a:r>
              <a:rPr lang="en-US" altLang="zh-CN" dirty="0"/>
              <a:t>B. </a:t>
            </a:r>
            <a:r>
              <a:rPr lang="zh-CN" altLang="en-US" dirty="0"/>
              <a:t>用户和客户不知道他们想要什么</a:t>
            </a:r>
          </a:p>
          <a:p>
            <a:r>
              <a:rPr lang="en-US" altLang="zh-CN" dirty="0"/>
              <a:t>C. </a:t>
            </a:r>
            <a:r>
              <a:rPr lang="zh-CN" altLang="en-US" dirty="0"/>
              <a:t>这个项目需要更好的变更控制和需求管理实践</a:t>
            </a:r>
          </a:p>
          <a:p>
            <a:r>
              <a:rPr lang="en-US" altLang="zh-CN" dirty="0"/>
              <a:t>D. </a:t>
            </a:r>
            <a:r>
              <a:rPr lang="zh-CN" altLang="en-US" dirty="0"/>
              <a:t>团队做到了尽早交付和持续交付</a:t>
            </a:r>
          </a:p>
        </p:txBody>
      </p:sp>
    </p:spTree>
    <p:extLst>
      <p:ext uri="{BB962C8B-B14F-4D97-AF65-F5344CB8AC3E}">
        <p14:creationId xmlns:p14="http://schemas.microsoft.com/office/powerpoint/2010/main" val="30303428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B7F6F12-E230-1DA2-E48E-3A33A78A1FF7}"/>
              </a:ext>
            </a:extLst>
          </p:cNvPr>
          <p:cNvSpPr>
            <a:spLocks noGrp="1"/>
          </p:cNvSpPr>
          <p:nvPr>
            <p:ph type="body" sz="quarter" idx="10"/>
          </p:nvPr>
        </p:nvSpPr>
        <p:spPr>
          <a:xfrm>
            <a:off x="3219345" y="1629000"/>
            <a:ext cx="8640000" cy="3600000"/>
          </a:xfrm>
        </p:spPr>
        <p:txBody>
          <a:bodyPr/>
          <a:lstStyle/>
          <a:p>
            <a:r>
              <a:rPr lang="zh-CN" altLang="en-US" dirty="0"/>
              <a:t>经验丰富的项目经理直到现在才管理敏捷项目。由于项目的不确定性，项目经理正在为定义项目范围而苦苦挣扎，并且花了很长时间试图定义它。项目经理应该做什么？</a:t>
            </a:r>
            <a:endParaRPr lang="en-US" altLang="zh-CN" dirty="0"/>
          </a:p>
          <a:p>
            <a:endParaRPr lang="zh-CN" altLang="en-US" dirty="0"/>
          </a:p>
          <a:p>
            <a:r>
              <a:rPr lang="en-US" altLang="zh-CN" dirty="0"/>
              <a:t>A. </a:t>
            </a:r>
            <a:r>
              <a:rPr lang="zh-CN" altLang="en-US" dirty="0"/>
              <a:t>提交变更请求以利用以前的经验并使用预测方法管理项目</a:t>
            </a:r>
          </a:p>
          <a:p>
            <a:r>
              <a:rPr lang="en-US" altLang="zh-CN" dirty="0"/>
              <a:t>B. </a:t>
            </a:r>
            <a:r>
              <a:rPr lang="zh-CN" altLang="en-US" dirty="0"/>
              <a:t>与团队安排每日项目定义会议，以在开始执行之前定义项目范围</a:t>
            </a:r>
          </a:p>
          <a:p>
            <a:r>
              <a:rPr lang="en-US" altLang="zh-CN" dirty="0"/>
              <a:t>C. </a:t>
            </a:r>
            <a:r>
              <a:rPr lang="zh-CN" altLang="en-US" dirty="0"/>
              <a:t>开始执行项目，因为范围将在整个项目中被定义和重新定义</a:t>
            </a:r>
          </a:p>
          <a:p>
            <a:r>
              <a:rPr lang="en-US" altLang="zh-CN" dirty="0"/>
              <a:t>D. </a:t>
            </a:r>
            <a:r>
              <a:rPr lang="zh-CN" altLang="en-US" dirty="0"/>
              <a:t>在开始执行之前获得产品负责人的部分批准，以作为项目范围计划的基准</a:t>
            </a:r>
          </a:p>
        </p:txBody>
      </p:sp>
    </p:spTree>
    <p:extLst>
      <p:ext uri="{BB962C8B-B14F-4D97-AF65-F5344CB8AC3E}">
        <p14:creationId xmlns:p14="http://schemas.microsoft.com/office/powerpoint/2010/main" val="21031756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E64D18D6-72D6-A32D-816B-531A8E0EE854}"/>
              </a:ext>
            </a:extLst>
          </p:cNvPr>
          <p:cNvSpPr>
            <a:spLocks noGrp="1"/>
          </p:cNvSpPr>
          <p:nvPr>
            <p:ph type="body" sz="quarter" idx="10"/>
          </p:nvPr>
        </p:nvSpPr>
        <p:spPr>
          <a:xfrm>
            <a:off x="3219345" y="1629000"/>
            <a:ext cx="8640000" cy="3600000"/>
          </a:xfrm>
        </p:spPr>
        <p:txBody>
          <a:bodyPr/>
          <a:lstStyle/>
          <a:p>
            <a:r>
              <a:rPr lang="zh-CN" altLang="en-US" dirty="0"/>
              <a:t>项目团队正在为项目的开展做准备，在讨论迭代周期的问题上，团队产生了分歧。一位成员指出，应该使用</a:t>
            </a:r>
            <a:r>
              <a:rPr lang="en-US" altLang="zh-CN" dirty="0"/>
              <a:t>4</a:t>
            </a:r>
            <a:r>
              <a:rPr lang="zh-CN" altLang="en-US" dirty="0"/>
              <a:t>周为一个迭代周期，迭代周期越长，完成的功能越多，其他团队成员不赞同他的意见，最终团队决定以</a:t>
            </a:r>
            <a:r>
              <a:rPr lang="en-US" altLang="zh-CN" dirty="0"/>
              <a:t>2</a:t>
            </a:r>
            <a:r>
              <a:rPr lang="zh-CN" altLang="en-US" dirty="0"/>
              <a:t>周为一个迭代周期，团队做出这个决定主要依据是什么？</a:t>
            </a:r>
            <a:endParaRPr lang="en-US" altLang="zh-CN" dirty="0"/>
          </a:p>
          <a:p>
            <a:endParaRPr lang="zh-CN" altLang="en-US" dirty="0"/>
          </a:p>
          <a:p>
            <a:r>
              <a:rPr lang="en-US" altLang="zh-CN" dirty="0"/>
              <a:t>A. </a:t>
            </a:r>
            <a:r>
              <a:rPr lang="zh-CN" altLang="en-US" dirty="0"/>
              <a:t>短的时间盒限制能够使团队尽快完成软件，实现产品发布</a:t>
            </a:r>
          </a:p>
          <a:p>
            <a:r>
              <a:rPr lang="en-US" altLang="zh-CN" dirty="0"/>
              <a:t>B. </a:t>
            </a:r>
            <a:r>
              <a:rPr lang="zh-CN" altLang="en-US" dirty="0"/>
              <a:t>短的时间盒限制能使</a:t>
            </a:r>
            <a:r>
              <a:rPr lang="en-US" altLang="zh-CN" dirty="0"/>
              <a:t>PO</a:t>
            </a:r>
            <a:r>
              <a:rPr lang="zh-CN" altLang="en-US" dirty="0"/>
              <a:t>和项目干系人及时了解项目进展</a:t>
            </a:r>
          </a:p>
          <a:p>
            <a:r>
              <a:rPr lang="en-US" altLang="zh-CN" dirty="0"/>
              <a:t>C. </a:t>
            </a:r>
            <a:r>
              <a:rPr lang="zh-CN" altLang="en-US" dirty="0"/>
              <a:t>短的时间盒限制能提高团队效率，避免团队的发生认知障碍</a:t>
            </a:r>
          </a:p>
          <a:p>
            <a:r>
              <a:rPr lang="en-US" altLang="zh-CN" dirty="0"/>
              <a:t>D. </a:t>
            </a:r>
            <a:r>
              <a:rPr lang="zh-CN" altLang="en-US" dirty="0"/>
              <a:t>短的时间盒限制能尽早获得需求反馈，更早满足相关方需求</a:t>
            </a:r>
          </a:p>
        </p:txBody>
      </p:sp>
    </p:spTree>
    <p:extLst>
      <p:ext uri="{BB962C8B-B14F-4D97-AF65-F5344CB8AC3E}">
        <p14:creationId xmlns:p14="http://schemas.microsoft.com/office/powerpoint/2010/main" val="7145869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7B574468-073D-9C94-ABF5-808EE855FA52}"/>
              </a:ext>
            </a:extLst>
          </p:cNvPr>
          <p:cNvSpPr>
            <a:spLocks noGrp="1"/>
          </p:cNvSpPr>
          <p:nvPr>
            <p:ph type="body" sz="quarter" idx="10"/>
          </p:nvPr>
        </p:nvSpPr>
        <p:spPr>
          <a:xfrm>
            <a:off x="3219345" y="1629000"/>
            <a:ext cx="8640000" cy="3600000"/>
          </a:xfrm>
        </p:spPr>
        <p:txBody>
          <a:bodyPr/>
          <a:lstStyle/>
          <a:p>
            <a:r>
              <a:rPr lang="zh-CN" altLang="en-US" dirty="0"/>
              <a:t>在一个敏捷项目已经进行到第二个迭代时，大部分团队成员都是第一次参与敏捷项目，他们对待办事项的最高优先级不是非常清楚，</a:t>
            </a:r>
            <a:r>
              <a:rPr lang="en-US" altLang="zh-CN" dirty="0"/>
              <a:t>scrum</a:t>
            </a:r>
            <a:r>
              <a:rPr lang="zh-CN" altLang="en-US" dirty="0"/>
              <a:t>主管应该建议他们重点关注什么？</a:t>
            </a:r>
            <a:endParaRPr lang="en-US" altLang="zh-CN" dirty="0"/>
          </a:p>
          <a:p>
            <a:endParaRPr lang="zh-CN" altLang="en-US" dirty="0"/>
          </a:p>
          <a:p>
            <a:r>
              <a:rPr lang="en-US" altLang="zh-CN" dirty="0"/>
              <a:t>A. </a:t>
            </a:r>
            <a:r>
              <a:rPr lang="zh-CN" altLang="en-US" dirty="0"/>
              <a:t>交付具有价值的解决方案</a:t>
            </a:r>
          </a:p>
          <a:p>
            <a:r>
              <a:rPr lang="en-US" altLang="zh-CN" dirty="0"/>
              <a:t>B. </a:t>
            </a:r>
            <a:r>
              <a:rPr lang="zh-CN" altLang="en-US" dirty="0"/>
              <a:t>平衡稳定性和灵活性</a:t>
            </a:r>
          </a:p>
          <a:p>
            <a:r>
              <a:rPr lang="en-US" altLang="zh-CN" dirty="0"/>
              <a:t>C. </a:t>
            </a:r>
            <a:r>
              <a:rPr lang="zh-CN" altLang="en-US" dirty="0"/>
              <a:t>管理是否混乱</a:t>
            </a:r>
          </a:p>
          <a:p>
            <a:r>
              <a:rPr lang="en-US" altLang="zh-CN" dirty="0"/>
              <a:t>D. </a:t>
            </a:r>
            <a:r>
              <a:rPr lang="zh-CN" altLang="en-US" dirty="0"/>
              <a:t>业务需求是否详细</a:t>
            </a:r>
          </a:p>
        </p:txBody>
      </p:sp>
    </p:spTree>
    <p:extLst>
      <p:ext uri="{BB962C8B-B14F-4D97-AF65-F5344CB8AC3E}">
        <p14:creationId xmlns:p14="http://schemas.microsoft.com/office/powerpoint/2010/main" val="27423197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D726EC01-8D9B-15AC-675B-DC69406E6296}"/>
              </a:ext>
            </a:extLst>
          </p:cNvPr>
          <p:cNvSpPr>
            <a:spLocks noGrp="1"/>
          </p:cNvSpPr>
          <p:nvPr>
            <p:ph type="body" sz="quarter" idx="10"/>
          </p:nvPr>
        </p:nvSpPr>
        <p:spPr>
          <a:xfrm>
            <a:off x="3219345" y="1629000"/>
            <a:ext cx="8640000" cy="3600000"/>
          </a:xfrm>
        </p:spPr>
        <p:txBody>
          <a:bodyPr/>
          <a:lstStyle/>
          <a:p>
            <a:r>
              <a:rPr lang="zh-CN" altLang="en-US" dirty="0"/>
              <a:t>敏捷团队计划</a:t>
            </a:r>
            <a:r>
              <a:rPr lang="en-US" altLang="zh-CN" dirty="0"/>
              <a:t>1</a:t>
            </a:r>
            <a:r>
              <a:rPr lang="zh-CN" altLang="en-US" dirty="0"/>
              <a:t>年的时间内完成一个项目的开发工作，客户表示希望减少团队人员流动，保证按时交付产品，作为敏捷教练，为了保证整个开发工作的可持续进行，应该怎样做？</a:t>
            </a:r>
            <a:endParaRPr lang="en-US" altLang="zh-CN" dirty="0"/>
          </a:p>
          <a:p>
            <a:endParaRPr lang="zh-CN" altLang="en-US" dirty="0"/>
          </a:p>
          <a:p>
            <a:r>
              <a:rPr lang="en-US" altLang="zh-CN" dirty="0"/>
              <a:t>A. </a:t>
            </a:r>
            <a:r>
              <a:rPr lang="zh-CN" altLang="en-US" dirty="0"/>
              <a:t>确保制定接下来</a:t>
            </a:r>
            <a:r>
              <a:rPr lang="en-US" altLang="zh-CN" dirty="0"/>
              <a:t>1</a:t>
            </a:r>
            <a:r>
              <a:rPr lang="zh-CN" altLang="en-US" dirty="0"/>
              <a:t>年详细的工作计划，使团队不会遇到突发事件</a:t>
            </a:r>
          </a:p>
          <a:p>
            <a:r>
              <a:rPr lang="en-US" altLang="zh-CN" dirty="0"/>
              <a:t>B. </a:t>
            </a:r>
            <a:r>
              <a:rPr lang="zh-CN" altLang="en-US" dirty="0"/>
              <a:t>确保完成的功能第一次就做好，不需要二次改进</a:t>
            </a:r>
          </a:p>
          <a:p>
            <a:r>
              <a:rPr lang="en-US" altLang="zh-CN" dirty="0"/>
              <a:t>C. </a:t>
            </a:r>
            <a:r>
              <a:rPr lang="zh-CN" altLang="en-US" dirty="0"/>
              <a:t>确保团队正常下班，没有加班压力，不会太过疲劳</a:t>
            </a:r>
          </a:p>
          <a:p>
            <a:r>
              <a:rPr lang="en-US" altLang="zh-CN" dirty="0"/>
              <a:t>D. </a:t>
            </a:r>
            <a:r>
              <a:rPr lang="zh-CN" altLang="en-US" dirty="0"/>
              <a:t>制定很短时间的冲刺，保证冲刺内故事的完成</a:t>
            </a:r>
          </a:p>
        </p:txBody>
      </p:sp>
    </p:spTree>
    <p:extLst>
      <p:ext uri="{BB962C8B-B14F-4D97-AF65-F5344CB8AC3E}">
        <p14:creationId xmlns:p14="http://schemas.microsoft.com/office/powerpoint/2010/main" val="34769016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D2BE82F5-0619-CF75-209C-BEF279BD9929}"/>
              </a:ext>
            </a:extLst>
          </p:cNvPr>
          <p:cNvSpPr>
            <a:spLocks noGrp="1"/>
          </p:cNvSpPr>
          <p:nvPr>
            <p:ph type="body" sz="quarter" idx="10"/>
          </p:nvPr>
        </p:nvSpPr>
        <p:spPr>
          <a:xfrm>
            <a:off x="3219345" y="1629000"/>
            <a:ext cx="8640000" cy="3600000"/>
          </a:xfrm>
        </p:spPr>
        <p:txBody>
          <a:bodyPr/>
          <a:lstStyle/>
          <a:p>
            <a:r>
              <a:rPr lang="zh-CN" altLang="en-US" dirty="0"/>
              <a:t>由于之前的糟糕经历，项目的业务干系人不愿意接受敏捷方法，目前正在推进一种预测方法。项目经理应该使用什么策略来说服干系人使用敏捷方法？</a:t>
            </a:r>
            <a:endParaRPr lang="en-US" altLang="zh-CN" dirty="0"/>
          </a:p>
          <a:p>
            <a:endParaRPr lang="zh-CN" altLang="en-US" dirty="0"/>
          </a:p>
          <a:p>
            <a:r>
              <a:rPr lang="en-US" altLang="zh-CN" dirty="0"/>
              <a:t>A. </a:t>
            </a:r>
            <a:r>
              <a:rPr lang="zh-CN" altLang="en-US" dirty="0"/>
              <a:t>确保干系人相信敏捷方法将在更短的时间内交付所有预期结果</a:t>
            </a:r>
          </a:p>
          <a:p>
            <a:r>
              <a:rPr lang="en-US" altLang="zh-CN" dirty="0"/>
              <a:t>B. </a:t>
            </a:r>
            <a:r>
              <a:rPr lang="zh-CN" altLang="en-US" dirty="0"/>
              <a:t>提出一种分阶段的项目方法，通过多次小型互动，并通过频繁的价值交付与干系人建立信任</a:t>
            </a:r>
          </a:p>
          <a:p>
            <a:r>
              <a:rPr lang="en-US" altLang="zh-CN" dirty="0"/>
              <a:t>C. </a:t>
            </a:r>
            <a:r>
              <a:rPr lang="zh-CN" altLang="en-US" dirty="0"/>
              <a:t>记录请求并上报给上级管理层，以考虑修改项目章程</a:t>
            </a:r>
          </a:p>
          <a:p>
            <a:r>
              <a:rPr lang="en-US" altLang="zh-CN" dirty="0"/>
              <a:t>D. </a:t>
            </a:r>
            <a:r>
              <a:rPr lang="zh-CN" altLang="en-US" dirty="0"/>
              <a:t>同意预测方法，但在项目管理框架下应用敏捷概念</a:t>
            </a:r>
          </a:p>
        </p:txBody>
      </p:sp>
    </p:spTree>
    <p:extLst>
      <p:ext uri="{BB962C8B-B14F-4D97-AF65-F5344CB8AC3E}">
        <p14:creationId xmlns:p14="http://schemas.microsoft.com/office/powerpoint/2010/main" val="15718702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1DF4D989-651C-BBBD-584D-5EB645DCC605}"/>
              </a:ext>
            </a:extLst>
          </p:cNvPr>
          <p:cNvSpPr>
            <a:spLocks noGrp="1"/>
          </p:cNvSpPr>
          <p:nvPr>
            <p:ph type="body" sz="quarter" idx="10"/>
          </p:nvPr>
        </p:nvSpPr>
        <p:spPr>
          <a:xfrm>
            <a:off x="3219345" y="1629000"/>
            <a:ext cx="8640000" cy="3600000"/>
          </a:xfrm>
        </p:spPr>
        <p:txBody>
          <a:bodyPr/>
          <a:lstStyle/>
          <a:p>
            <a:r>
              <a:rPr lang="zh-CN" altLang="en-US" dirty="0"/>
              <a:t>某公司启动了一个敏捷项目，项目发起人非常关心项目的情况，并要求敏捷教练遵循敏捷管理的方法和实践。敏捷教练应该如何向项目发起人说明？</a:t>
            </a:r>
            <a:endParaRPr lang="en-US" altLang="zh-CN" dirty="0"/>
          </a:p>
          <a:p>
            <a:endParaRPr lang="zh-CN" altLang="en-US" dirty="0"/>
          </a:p>
          <a:p>
            <a:r>
              <a:rPr lang="en-US" altLang="zh-CN" dirty="0"/>
              <a:t>A. </a:t>
            </a:r>
            <a:r>
              <a:rPr lang="zh-CN" altLang="en-US" dirty="0"/>
              <a:t>为项目制定完备的项目管理计划</a:t>
            </a:r>
          </a:p>
          <a:p>
            <a:r>
              <a:rPr lang="en-US" altLang="zh-CN" dirty="0"/>
              <a:t>B. </a:t>
            </a:r>
            <a:r>
              <a:rPr lang="zh-CN" altLang="en-US" dirty="0"/>
              <a:t>项目将关注技术卓越和良好设计</a:t>
            </a:r>
          </a:p>
          <a:p>
            <a:r>
              <a:rPr lang="en-US" altLang="zh-CN" dirty="0"/>
              <a:t>C. </a:t>
            </a:r>
            <a:r>
              <a:rPr lang="zh-CN" altLang="en-US" dirty="0"/>
              <a:t>每一项项目活动应该被具体定义在开发过程中</a:t>
            </a:r>
          </a:p>
          <a:p>
            <a:r>
              <a:rPr lang="en-US" altLang="zh-CN" dirty="0"/>
              <a:t>D. </a:t>
            </a:r>
            <a:r>
              <a:rPr lang="zh-CN" altLang="en-US" dirty="0"/>
              <a:t>开发人员和业务人员应该分开工作</a:t>
            </a:r>
          </a:p>
        </p:txBody>
      </p:sp>
    </p:spTree>
    <p:extLst>
      <p:ext uri="{BB962C8B-B14F-4D97-AF65-F5344CB8AC3E}">
        <p14:creationId xmlns:p14="http://schemas.microsoft.com/office/powerpoint/2010/main" val="7625425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E545BC28-4D79-7BE2-F0ED-390B952604DA}"/>
              </a:ext>
            </a:extLst>
          </p:cNvPr>
          <p:cNvSpPr>
            <a:spLocks noGrp="1"/>
          </p:cNvSpPr>
          <p:nvPr>
            <p:ph type="body" sz="quarter" idx="10"/>
          </p:nvPr>
        </p:nvSpPr>
        <p:spPr>
          <a:xfrm>
            <a:off x="3219345" y="1629000"/>
            <a:ext cx="8640000" cy="3600000"/>
          </a:xfrm>
        </p:spPr>
        <p:txBody>
          <a:bodyPr/>
          <a:lstStyle/>
          <a:p>
            <a:r>
              <a:rPr lang="zh-CN" altLang="en-US" dirty="0"/>
              <a:t>因组织业务调整，你所在的项目选定了敏捷开发方式，团队成员表示了担心，因为他们之前并没有做过敏捷相关的项目。为此，你咨询了敏捷管理专业人士在敏捷项目中，文档应该做到怎样的程度。请问他可能给你怎样的答复？</a:t>
            </a:r>
            <a:endParaRPr lang="en-US" altLang="zh-CN" dirty="0"/>
          </a:p>
          <a:p>
            <a:endParaRPr lang="zh-CN" altLang="en-US" dirty="0"/>
          </a:p>
          <a:p>
            <a:r>
              <a:rPr lang="en-US" altLang="zh-CN" dirty="0"/>
              <a:t>A. </a:t>
            </a:r>
            <a:r>
              <a:rPr lang="zh-CN" altLang="en-US" dirty="0"/>
              <a:t>敏捷强调快速交付，所以不需要文档</a:t>
            </a:r>
          </a:p>
          <a:p>
            <a:r>
              <a:rPr lang="en-US" altLang="zh-CN" dirty="0"/>
              <a:t>B. </a:t>
            </a:r>
            <a:r>
              <a:rPr lang="zh-CN" altLang="en-US" dirty="0"/>
              <a:t>根据项目的实际情况，只完成到需要的程度</a:t>
            </a:r>
          </a:p>
          <a:p>
            <a:r>
              <a:rPr lang="en-US" altLang="zh-CN" dirty="0"/>
              <a:t>C. </a:t>
            </a:r>
            <a:r>
              <a:rPr lang="zh-CN" altLang="en-US" dirty="0"/>
              <a:t>应该考虑组织过程资产，尽可能涵盖每一个方面，但是不用过于细致</a:t>
            </a:r>
          </a:p>
          <a:p>
            <a:r>
              <a:rPr lang="en-US" altLang="zh-CN" dirty="0"/>
              <a:t>D. </a:t>
            </a:r>
            <a:r>
              <a:rPr lang="zh-CN" altLang="en-US" dirty="0"/>
              <a:t>因为敏捷项目的人员变动比较频繁，所以文档需要详细到能够满足工作的交接</a:t>
            </a:r>
          </a:p>
          <a:p>
            <a:endParaRPr lang="zh-CN" altLang="en-US" dirty="0"/>
          </a:p>
        </p:txBody>
      </p:sp>
    </p:spTree>
    <p:extLst>
      <p:ext uri="{BB962C8B-B14F-4D97-AF65-F5344CB8AC3E}">
        <p14:creationId xmlns:p14="http://schemas.microsoft.com/office/powerpoint/2010/main" val="35309742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E6213DB1-73CF-FE09-3B9D-D37F40BCA17C}"/>
              </a:ext>
            </a:extLst>
          </p:cNvPr>
          <p:cNvSpPr>
            <a:spLocks noGrp="1"/>
          </p:cNvSpPr>
          <p:nvPr>
            <p:ph type="body" sz="quarter" idx="10"/>
          </p:nvPr>
        </p:nvSpPr>
        <p:spPr>
          <a:xfrm>
            <a:off x="3219345" y="1629000"/>
            <a:ext cx="8640000" cy="3600000"/>
          </a:xfrm>
        </p:spPr>
        <p:txBody>
          <a:bodyPr/>
          <a:lstStyle/>
          <a:p>
            <a:r>
              <a:rPr lang="zh-CN" altLang="en-US" dirty="0"/>
              <a:t>你是一个软件服务开发商中团队的项目经理。你的一个客户给出一个价值流图，指出处理一个特性的团队将大量时间用来等待两个公司的法律部门对范围变更达成一致，而这个时间并没有给项目创造价值。这会对项目有什么影响？</a:t>
            </a:r>
            <a:endParaRPr lang="en-US" altLang="zh-CN" dirty="0"/>
          </a:p>
          <a:p>
            <a:endParaRPr lang="zh-CN" altLang="en-US" dirty="0"/>
          </a:p>
          <a:p>
            <a:r>
              <a:rPr lang="en-US" altLang="zh-CN" dirty="0"/>
              <a:t>A. </a:t>
            </a:r>
            <a:r>
              <a:rPr lang="zh-CN" altLang="en-US" dirty="0"/>
              <a:t>非工作时间是额外的进行中工作（在制品），可以加以限制。</a:t>
            </a:r>
          </a:p>
          <a:p>
            <a:r>
              <a:rPr lang="en-US" altLang="zh-CN" dirty="0"/>
              <a:t>B. </a:t>
            </a:r>
            <a:r>
              <a:rPr lang="zh-CN" altLang="en-US" dirty="0"/>
              <a:t>客户和开发商有一种合同谈判的关系。</a:t>
            </a:r>
          </a:p>
          <a:p>
            <a:r>
              <a:rPr lang="en-US" altLang="zh-CN" dirty="0"/>
              <a:t>C. </a:t>
            </a:r>
            <a:r>
              <a:rPr lang="zh-CN" altLang="en-US" dirty="0"/>
              <a:t>非工作时间是项目浪费，可以加以消除。</a:t>
            </a:r>
          </a:p>
          <a:p>
            <a:r>
              <a:rPr lang="en-US" altLang="zh-CN" dirty="0"/>
              <a:t>D. </a:t>
            </a:r>
            <a:r>
              <a:rPr lang="zh-CN" altLang="en-US" dirty="0"/>
              <a:t>得不出有意义的结论。</a:t>
            </a:r>
          </a:p>
        </p:txBody>
      </p:sp>
    </p:spTree>
    <p:extLst>
      <p:ext uri="{BB962C8B-B14F-4D97-AF65-F5344CB8AC3E}">
        <p14:creationId xmlns:p14="http://schemas.microsoft.com/office/powerpoint/2010/main" val="297696617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B5173412-F17A-7834-426C-CB969291F1B7}"/>
              </a:ext>
            </a:extLst>
          </p:cNvPr>
          <p:cNvSpPr>
            <a:spLocks noGrp="1"/>
          </p:cNvSpPr>
          <p:nvPr>
            <p:ph type="body" sz="quarter" idx="10"/>
          </p:nvPr>
        </p:nvSpPr>
        <p:spPr>
          <a:xfrm>
            <a:off x="3219345" y="1629000"/>
            <a:ext cx="8640000" cy="3600000"/>
          </a:xfrm>
        </p:spPr>
        <p:txBody>
          <a:bodyPr/>
          <a:lstStyle/>
          <a:p>
            <a:r>
              <a:rPr lang="zh-CN" altLang="en-US" dirty="0"/>
              <a:t>小黄在年度敏捷会议上听到了关于敏捷项目管理的内容，演讲者的主题是授权团队。那么授权团队是指？</a:t>
            </a:r>
            <a:endParaRPr lang="en-US" altLang="zh-CN" dirty="0"/>
          </a:p>
          <a:p>
            <a:endParaRPr lang="zh-CN" altLang="en-US" dirty="0"/>
          </a:p>
          <a:p>
            <a:r>
              <a:rPr lang="en-US" altLang="zh-CN" dirty="0"/>
              <a:t>A. </a:t>
            </a:r>
            <a:r>
              <a:rPr lang="zh-CN" altLang="en-US" dirty="0"/>
              <a:t>一支自组织、跨功能和几乎不受外部影响进行自我管理的团队</a:t>
            </a:r>
          </a:p>
          <a:p>
            <a:r>
              <a:rPr lang="en-US" altLang="zh-CN" dirty="0"/>
              <a:t>B. </a:t>
            </a:r>
            <a:r>
              <a:rPr lang="zh-CN" altLang="en-US" dirty="0"/>
              <a:t>一支以盈利为目的，注重会议成本和进度限制的团队</a:t>
            </a:r>
          </a:p>
          <a:p>
            <a:r>
              <a:rPr lang="en-US" altLang="zh-CN" dirty="0"/>
              <a:t>C. </a:t>
            </a:r>
            <a:r>
              <a:rPr lang="zh-CN" altLang="en-US" dirty="0"/>
              <a:t>一支依靠外部管理来获得方向的团队</a:t>
            </a:r>
          </a:p>
          <a:p>
            <a:r>
              <a:rPr lang="en-US" altLang="zh-CN" dirty="0"/>
              <a:t>D. </a:t>
            </a:r>
            <a:r>
              <a:rPr lang="zh-CN" altLang="en-US" dirty="0"/>
              <a:t>一支在迭代中超越可持续开发速度以实现迭代待办事项目标的团队</a:t>
            </a:r>
          </a:p>
        </p:txBody>
      </p:sp>
    </p:spTree>
    <p:extLst>
      <p:ext uri="{BB962C8B-B14F-4D97-AF65-F5344CB8AC3E}">
        <p14:creationId xmlns:p14="http://schemas.microsoft.com/office/powerpoint/2010/main" val="100925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6613211B-4125-A0C6-7564-94729AE8C488}"/>
              </a:ext>
            </a:extLst>
          </p:cNvPr>
          <p:cNvSpPr>
            <a:spLocks noGrp="1"/>
          </p:cNvSpPr>
          <p:nvPr>
            <p:ph type="body" sz="quarter" idx="10"/>
          </p:nvPr>
        </p:nvSpPr>
        <p:spPr>
          <a:xfrm>
            <a:off x="3219345" y="1629000"/>
            <a:ext cx="8640000" cy="3600000"/>
          </a:xfrm>
        </p:spPr>
        <p:txBody>
          <a:bodyPr/>
          <a:lstStyle/>
          <a:p>
            <a:r>
              <a:rPr lang="zh-CN" altLang="en-US" dirty="0"/>
              <a:t>在敏捷团队中，一些团队成员积极主动，要求在项目上获得更多自主权。在这种情况下，项目经理应该怎么做？</a:t>
            </a:r>
            <a:endParaRPr lang="en-US" altLang="zh-CN" dirty="0"/>
          </a:p>
          <a:p>
            <a:endParaRPr lang="zh-CN" altLang="en-US" dirty="0"/>
          </a:p>
          <a:p>
            <a:r>
              <a:rPr lang="en-US" altLang="zh-CN" dirty="0"/>
              <a:t>A. </a:t>
            </a:r>
            <a:r>
              <a:rPr lang="zh-CN" altLang="en-US" dirty="0"/>
              <a:t>不鼓励这种要求，因为它是针对管理团队的</a:t>
            </a:r>
          </a:p>
          <a:p>
            <a:r>
              <a:rPr lang="en-US" altLang="zh-CN" dirty="0"/>
              <a:t>B. </a:t>
            </a:r>
            <a:r>
              <a:rPr lang="zh-CN" altLang="en-US" dirty="0"/>
              <a:t>劝阻他们，因为可能会产生冲突</a:t>
            </a:r>
          </a:p>
          <a:p>
            <a:r>
              <a:rPr lang="en-US" altLang="zh-CN" dirty="0"/>
              <a:t>C. </a:t>
            </a:r>
            <a:r>
              <a:rPr lang="zh-CN" altLang="en-US" dirty="0"/>
              <a:t>鼓励团队成员做出决定</a:t>
            </a:r>
          </a:p>
          <a:p>
            <a:r>
              <a:rPr lang="en-US" altLang="zh-CN" dirty="0"/>
              <a:t>D. </a:t>
            </a:r>
            <a:r>
              <a:rPr lang="zh-CN" altLang="en-US" dirty="0"/>
              <a:t>鼓励团队领导做出决定</a:t>
            </a:r>
          </a:p>
        </p:txBody>
      </p:sp>
    </p:spTree>
    <p:extLst>
      <p:ext uri="{BB962C8B-B14F-4D97-AF65-F5344CB8AC3E}">
        <p14:creationId xmlns:p14="http://schemas.microsoft.com/office/powerpoint/2010/main" val="22885634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9EBD68C-FCCA-0A87-994F-DD4A299A65FC}"/>
              </a:ext>
            </a:extLst>
          </p:cNvPr>
          <p:cNvSpPr>
            <a:spLocks noGrp="1"/>
          </p:cNvSpPr>
          <p:nvPr>
            <p:ph type="body" sz="quarter" idx="10"/>
          </p:nvPr>
        </p:nvSpPr>
        <p:spPr>
          <a:xfrm>
            <a:off x="3219345" y="1629000"/>
            <a:ext cx="8640000" cy="3600000"/>
          </a:xfrm>
        </p:spPr>
        <p:txBody>
          <a:bodyPr/>
          <a:lstStyle/>
          <a:p>
            <a:r>
              <a:rPr lang="zh-CN" altLang="en-US" dirty="0"/>
              <a:t>团队成员认为团队目前的工作方法的敏捷性不突出，于是该成员提出团队可以试试以新的形式进行回顾会议，团队成员在每次的回顾会议中可以提出自己的建议，指明在下次的迭代中希望维持或者是改变的东西。请问团队应该尝试这种新方式的原因是什么？</a:t>
            </a:r>
            <a:endParaRPr lang="en-US" altLang="zh-CN" dirty="0"/>
          </a:p>
          <a:p>
            <a:endParaRPr lang="zh-CN" altLang="en-US" dirty="0"/>
          </a:p>
          <a:p>
            <a:r>
              <a:rPr lang="en-US" altLang="zh-CN" dirty="0"/>
              <a:t>A. </a:t>
            </a:r>
            <a:r>
              <a:rPr lang="zh-CN" altLang="en-US" dirty="0"/>
              <a:t>新的会议方法可以激发团队的热情</a:t>
            </a:r>
          </a:p>
          <a:p>
            <a:r>
              <a:rPr lang="en-US" altLang="zh-CN" dirty="0"/>
              <a:t>B. </a:t>
            </a:r>
            <a:r>
              <a:rPr lang="zh-CN" altLang="en-US" dirty="0"/>
              <a:t>可以放大迭代会议的正面作用，以此减少回顾会议的次数</a:t>
            </a:r>
          </a:p>
          <a:p>
            <a:r>
              <a:rPr lang="en-US" altLang="zh-CN" dirty="0"/>
              <a:t>C. </a:t>
            </a:r>
            <a:r>
              <a:rPr lang="zh-CN" altLang="en-US" dirty="0"/>
              <a:t>可以掌握迭代过程的改进状况，对团队起到了帮助</a:t>
            </a:r>
          </a:p>
          <a:p>
            <a:r>
              <a:rPr lang="en-US" altLang="zh-CN" dirty="0"/>
              <a:t>D. </a:t>
            </a:r>
            <a:r>
              <a:rPr lang="zh-CN" altLang="en-US" dirty="0"/>
              <a:t>使用新方式对进展计划有积极的影响</a:t>
            </a:r>
          </a:p>
          <a:p>
            <a:endParaRPr lang="zh-CN" altLang="en-US" dirty="0"/>
          </a:p>
        </p:txBody>
      </p:sp>
    </p:spTree>
    <p:extLst>
      <p:ext uri="{BB962C8B-B14F-4D97-AF65-F5344CB8AC3E}">
        <p14:creationId xmlns:p14="http://schemas.microsoft.com/office/powerpoint/2010/main" val="38514113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4AA6C52A-F0AE-BC70-B178-3F498804DF42}"/>
              </a:ext>
            </a:extLst>
          </p:cNvPr>
          <p:cNvSpPr>
            <a:spLocks noGrp="1"/>
          </p:cNvSpPr>
          <p:nvPr>
            <p:ph type="body" sz="quarter" idx="10"/>
          </p:nvPr>
        </p:nvSpPr>
        <p:spPr>
          <a:xfrm>
            <a:off x="3219345" y="1629000"/>
            <a:ext cx="8640000" cy="3600000"/>
          </a:xfrm>
        </p:spPr>
        <p:txBody>
          <a:bodyPr/>
          <a:lstStyle/>
          <a:p>
            <a:r>
              <a:rPr lang="zh-CN" altLang="en-US" dirty="0"/>
              <a:t>敏捷从业人员及项目干系人所采用的敏捷方法，均以敏捷宣言和敏捷原则为敏捷项目工作的指导。关于敏捷方法，以下哪一项是项目干系人可以获得的主要好处？</a:t>
            </a:r>
            <a:endParaRPr lang="en-US" altLang="zh-CN" dirty="0"/>
          </a:p>
          <a:p>
            <a:endParaRPr lang="zh-CN" altLang="en-US" dirty="0"/>
          </a:p>
          <a:p>
            <a:r>
              <a:rPr lang="en-US" altLang="zh-CN" dirty="0"/>
              <a:t>A. </a:t>
            </a:r>
            <a:r>
              <a:rPr lang="zh-CN" altLang="en-US" dirty="0"/>
              <a:t>可以更加关注项目本身并减少形式化的会议，从而更好的把控项目风险</a:t>
            </a:r>
          </a:p>
          <a:p>
            <a:r>
              <a:rPr lang="en-US" altLang="zh-CN" dirty="0"/>
              <a:t>B. </a:t>
            </a:r>
            <a:r>
              <a:rPr lang="zh-CN" altLang="en-US" dirty="0"/>
              <a:t>不需要遵循变更管理流程并且对于需求变更可以在每日站会中直接添加</a:t>
            </a:r>
          </a:p>
          <a:p>
            <a:r>
              <a:rPr lang="en-US" altLang="zh-CN" dirty="0"/>
              <a:t>C. </a:t>
            </a:r>
            <a:r>
              <a:rPr lang="zh-CN" altLang="en-US" dirty="0"/>
              <a:t>尽早持续地交付有价值的软件，提高可视性和频繁适应的机会</a:t>
            </a:r>
          </a:p>
          <a:p>
            <a:r>
              <a:rPr lang="en-US" altLang="zh-CN" dirty="0"/>
              <a:t>D. </a:t>
            </a:r>
            <a:r>
              <a:rPr lang="zh-CN" altLang="en-US" dirty="0"/>
              <a:t>可以在迭代中考虑客户的商业需求并减少优先级的变更程序，以便使团队更好的履行承诺</a:t>
            </a:r>
          </a:p>
        </p:txBody>
      </p:sp>
    </p:spTree>
    <p:extLst>
      <p:ext uri="{BB962C8B-B14F-4D97-AF65-F5344CB8AC3E}">
        <p14:creationId xmlns:p14="http://schemas.microsoft.com/office/powerpoint/2010/main" val="31518830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249B2C71-C28C-6A07-30A2-2C8134BB9144}"/>
              </a:ext>
            </a:extLst>
          </p:cNvPr>
          <p:cNvSpPr>
            <a:spLocks noGrp="1"/>
          </p:cNvSpPr>
          <p:nvPr>
            <p:ph type="body" sz="quarter" idx="10"/>
          </p:nvPr>
        </p:nvSpPr>
        <p:spPr>
          <a:xfrm>
            <a:off x="3219345" y="1629000"/>
            <a:ext cx="8640000" cy="3600000"/>
          </a:xfrm>
        </p:spPr>
        <p:txBody>
          <a:bodyPr/>
          <a:lstStyle/>
          <a:p>
            <a:r>
              <a:rPr lang="zh-CN" altLang="en-US" dirty="0"/>
              <a:t>项目经理接管了公司的的一个由关键相关方、主题专家（</a:t>
            </a:r>
            <a:r>
              <a:rPr lang="en-US" altLang="zh-CN" dirty="0"/>
              <a:t>SME</a:t>
            </a:r>
            <a:r>
              <a:rPr lang="zh-CN" altLang="en-US" dirty="0"/>
              <a:t>）和高级开发人员组成的负责现有软件项目的精益团队。在与团队一起审查项目状态时，项目经理发现团队似乎缺乏方向和热情。项目经理应该做什么？</a:t>
            </a:r>
            <a:endParaRPr lang="en-US" altLang="zh-CN" dirty="0"/>
          </a:p>
          <a:p>
            <a:endParaRPr lang="zh-CN" altLang="en-US" dirty="0"/>
          </a:p>
          <a:p>
            <a:r>
              <a:rPr lang="en-US" altLang="zh-CN" dirty="0"/>
              <a:t>A. </a:t>
            </a:r>
            <a:r>
              <a:rPr lang="zh-CN" altLang="en-US" dirty="0"/>
              <a:t>与项目发起人会面并提出项目的纠正措施</a:t>
            </a:r>
          </a:p>
          <a:p>
            <a:r>
              <a:rPr lang="en-US" altLang="zh-CN" dirty="0"/>
              <a:t>B. </a:t>
            </a:r>
            <a:r>
              <a:rPr lang="zh-CN" altLang="en-US" dirty="0"/>
              <a:t>确保每个人都按计划执行分配的任务</a:t>
            </a:r>
          </a:p>
          <a:p>
            <a:r>
              <a:rPr lang="en-US" altLang="zh-CN" dirty="0"/>
              <a:t>C. </a:t>
            </a:r>
            <a:r>
              <a:rPr lang="zh-CN" altLang="en-US" dirty="0"/>
              <a:t>鼓励参与决策并赋予团队权力</a:t>
            </a:r>
          </a:p>
          <a:p>
            <a:r>
              <a:rPr lang="en-US" altLang="zh-CN" dirty="0"/>
              <a:t>D. </a:t>
            </a:r>
            <a:r>
              <a:rPr lang="zh-CN" altLang="en-US" dirty="0"/>
              <a:t>组织频繁的团队建设会议并更新风险登记册</a:t>
            </a:r>
          </a:p>
        </p:txBody>
      </p:sp>
    </p:spTree>
    <p:extLst>
      <p:ext uri="{BB962C8B-B14F-4D97-AF65-F5344CB8AC3E}">
        <p14:creationId xmlns:p14="http://schemas.microsoft.com/office/powerpoint/2010/main" val="133821066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4A54B-9660-D284-8044-7F5214261DF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27200D4-339F-36C7-A39A-BD843D4E3CFF}"/>
              </a:ext>
            </a:extLst>
          </p:cNvPr>
          <p:cNvSpPr>
            <a:spLocks noGrp="1"/>
          </p:cNvSpPr>
          <p:nvPr>
            <p:ph type="title"/>
          </p:nvPr>
        </p:nvSpPr>
        <p:spPr/>
        <p:txBody>
          <a:bodyPr/>
          <a:lstStyle/>
          <a:p>
            <a:r>
              <a:rPr lang="en-US" altLang="zh-CN" dirty="0"/>
              <a:t>Why</a:t>
            </a:r>
            <a:endParaRPr lang="zh-CN" altLang="en-US" dirty="0"/>
          </a:p>
        </p:txBody>
      </p:sp>
      <p:graphicFrame>
        <p:nvGraphicFramePr>
          <p:cNvPr id="4" name="内容占位符 3">
            <a:extLst>
              <a:ext uri="{FF2B5EF4-FFF2-40B4-BE49-F238E27FC236}">
                <a16:creationId xmlns:a16="http://schemas.microsoft.com/office/drawing/2014/main" id="{50B29EFD-80F3-C708-D8FC-5228496CACD3}"/>
              </a:ext>
            </a:extLst>
          </p:cNvPr>
          <p:cNvGraphicFramePr>
            <a:graphicFrameLocks noGrp="1"/>
          </p:cNvGraphicFramePr>
          <p:nvPr>
            <p:ph idx="1"/>
            <p:extLst>
              <p:ext uri="{D42A27DB-BD31-4B8C-83A1-F6EECF244321}">
                <p14:modId xmlns:p14="http://schemas.microsoft.com/office/powerpoint/2010/main" val="3826695095"/>
              </p:ext>
            </p:extLst>
          </p:nvPr>
        </p:nvGraphicFramePr>
        <p:xfrm>
          <a:off x="695325" y="1079500"/>
          <a:ext cx="10801350" cy="51117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070070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A9DC62-21FF-F519-85C9-A37C079EBACB}"/>
              </a:ext>
            </a:extLst>
          </p:cNvPr>
          <p:cNvSpPr>
            <a:spLocks noGrp="1"/>
          </p:cNvSpPr>
          <p:nvPr>
            <p:ph type="title"/>
          </p:nvPr>
        </p:nvSpPr>
        <p:spPr/>
        <p:txBody>
          <a:bodyPr/>
          <a:lstStyle/>
          <a:p>
            <a:r>
              <a:rPr lang="zh-CN" altLang="en-US" dirty="0"/>
              <a:t>说明 </a:t>
            </a:r>
            <a:r>
              <a:rPr lang="en-US" altLang="zh-CN" dirty="0"/>
              <a:t>Tips</a:t>
            </a:r>
            <a:endParaRPr lang="zh-CN" altLang="en-US" dirty="0"/>
          </a:p>
        </p:txBody>
      </p:sp>
      <p:sp>
        <p:nvSpPr>
          <p:cNvPr id="3" name="内容占位符 2">
            <a:extLst>
              <a:ext uri="{FF2B5EF4-FFF2-40B4-BE49-F238E27FC236}">
                <a16:creationId xmlns:a16="http://schemas.microsoft.com/office/drawing/2014/main" id="{2D45C9DF-8123-5E2E-3F6D-859FF846E852}"/>
              </a:ext>
            </a:extLst>
          </p:cNvPr>
          <p:cNvSpPr>
            <a:spLocks noGrp="1"/>
          </p:cNvSpPr>
          <p:nvPr>
            <p:ph idx="1"/>
          </p:nvPr>
        </p:nvSpPr>
        <p:spPr/>
        <p:txBody>
          <a:bodyPr/>
          <a:lstStyle/>
          <a:p>
            <a:r>
              <a:rPr lang="zh-CN" altLang="en-US" dirty="0"/>
              <a:t>不太适合确定性工作</a:t>
            </a:r>
            <a:endParaRPr lang="en-US" altLang="zh-CN" dirty="0"/>
          </a:p>
          <a:p>
            <a:pPr lvl="1"/>
            <a:r>
              <a:rPr lang="zh-CN" altLang="en-US" dirty="0"/>
              <a:t>基建</a:t>
            </a:r>
          </a:p>
        </p:txBody>
      </p:sp>
    </p:spTree>
    <p:extLst>
      <p:ext uri="{BB962C8B-B14F-4D97-AF65-F5344CB8AC3E}">
        <p14:creationId xmlns:p14="http://schemas.microsoft.com/office/powerpoint/2010/main" val="33124861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4E5469-7B42-CB80-5266-37043A22DD9B}"/>
              </a:ext>
            </a:extLst>
          </p:cNvPr>
          <p:cNvSpPr>
            <a:spLocks noGrp="1"/>
          </p:cNvSpPr>
          <p:nvPr>
            <p:ph type="title"/>
          </p:nvPr>
        </p:nvSpPr>
        <p:spPr>
          <a:xfrm>
            <a:off x="696000" y="360000"/>
            <a:ext cx="10800000" cy="424732"/>
          </a:xfrm>
        </p:spPr>
        <p:txBody>
          <a:bodyPr/>
          <a:lstStyle/>
          <a:p>
            <a:r>
              <a:rPr lang="zh-CN" altLang="en-US" dirty="0"/>
              <a:t>甘特图 </a:t>
            </a:r>
            <a:r>
              <a:rPr lang="en-US" altLang="zh-CN" dirty="0"/>
              <a:t>Gantt Chart</a:t>
            </a:r>
            <a:endParaRPr lang="zh-CN" altLang="en-US" dirty="0"/>
          </a:p>
        </p:txBody>
      </p:sp>
      <p:sp>
        <p:nvSpPr>
          <p:cNvPr id="3" name="内容占位符 2">
            <a:extLst>
              <a:ext uri="{FF2B5EF4-FFF2-40B4-BE49-F238E27FC236}">
                <a16:creationId xmlns:a16="http://schemas.microsoft.com/office/drawing/2014/main" id="{13487814-DD5D-0B6B-08D6-B79EA4614178}"/>
              </a:ext>
            </a:extLst>
          </p:cNvPr>
          <p:cNvSpPr>
            <a:spLocks noGrp="1"/>
          </p:cNvSpPr>
          <p:nvPr>
            <p:ph idx="1"/>
          </p:nvPr>
        </p:nvSpPr>
        <p:spPr>
          <a:xfrm>
            <a:off x="696000" y="1080000"/>
            <a:ext cx="10800000" cy="5112000"/>
          </a:xfrm>
        </p:spPr>
        <p:txBody>
          <a:bodyPr/>
          <a:lstStyle/>
          <a:p>
            <a:r>
              <a:rPr lang="zh-CN" altLang="en-US" dirty="0"/>
              <a:t>甘特图是一种条形图，用于展示项目进度计划以及每个任务的开始时间和结束时间。它帮助团队成员了解项目的时间安排、任务之间的依赖关系以及整个项目的进展情况</a:t>
            </a:r>
          </a:p>
          <a:p>
            <a:r>
              <a:rPr lang="zh-CN" altLang="en-US" dirty="0"/>
              <a:t>特点：</a:t>
            </a:r>
          </a:p>
          <a:p>
            <a:pPr lvl="1"/>
            <a:r>
              <a:rPr lang="zh-CN" altLang="en-US" dirty="0"/>
              <a:t>显示每个任务的起止日期</a:t>
            </a:r>
          </a:p>
          <a:p>
            <a:pPr lvl="1"/>
            <a:r>
              <a:rPr lang="zh-CN" altLang="en-US" dirty="0"/>
              <a:t>可以清晰地看到任务之间的重叠和依赖关系</a:t>
            </a:r>
          </a:p>
          <a:p>
            <a:pPr lvl="1"/>
            <a:r>
              <a:rPr lang="zh-CN" altLang="en-US" dirty="0"/>
              <a:t>帮助项目经理监控项目进度，并根据需要调整资源分配</a:t>
            </a:r>
          </a:p>
          <a:p>
            <a:endParaRPr lang="zh-CN" altLang="en-US" dirty="0"/>
          </a:p>
        </p:txBody>
      </p:sp>
    </p:spTree>
    <p:extLst>
      <p:ext uri="{BB962C8B-B14F-4D97-AF65-F5344CB8AC3E}">
        <p14:creationId xmlns:p14="http://schemas.microsoft.com/office/powerpoint/2010/main" val="31678554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8376403-9490-E546-9A60-15472BC68971}"/>
              </a:ext>
            </a:extLst>
          </p:cNvPr>
          <p:cNvSpPr>
            <a:spLocks noGrp="1"/>
          </p:cNvSpPr>
          <p:nvPr>
            <p:ph type="title"/>
          </p:nvPr>
        </p:nvSpPr>
        <p:spPr>
          <a:xfrm>
            <a:off x="696000" y="360000"/>
            <a:ext cx="10800000" cy="424732"/>
          </a:xfrm>
        </p:spPr>
        <p:txBody>
          <a:bodyPr/>
          <a:lstStyle/>
          <a:p>
            <a:r>
              <a:rPr lang="zh-CN" altLang="en-US" dirty="0"/>
              <a:t>鱼骨图 </a:t>
            </a:r>
            <a:r>
              <a:rPr lang="en-US" altLang="zh-CN" dirty="0"/>
              <a:t>Fishbone Diagram</a:t>
            </a:r>
            <a:endParaRPr lang="zh-CN" altLang="en-US" dirty="0"/>
          </a:p>
        </p:txBody>
      </p:sp>
      <p:sp>
        <p:nvSpPr>
          <p:cNvPr id="3" name="内容占位符 2">
            <a:extLst>
              <a:ext uri="{FF2B5EF4-FFF2-40B4-BE49-F238E27FC236}">
                <a16:creationId xmlns:a16="http://schemas.microsoft.com/office/drawing/2014/main" id="{41920068-70E0-6FFB-2FD8-C740C5268823}"/>
              </a:ext>
            </a:extLst>
          </p:cNvPr>
          <p:cNvSpPr>
            <a:spLocks noGrp="1"/>
          </p:cNvSpPr>
          <p:nvPr>
            <p:ph idx="1"/>
          </p:nvPr>
        </p:nvSpPr>
        <p:spPr>
          <a:xfrm>
            <a:off x="696000" y="1080000"/>
            <a:ext cx="10800000" cy="5112000"/>
          </a:xfrm>
        </p:spPr>
        <p:txBody>
          <a:bodyPr/>
          <a:lstStyle/>
          <a:p>
            <a:r>
              <a:rPr lang="zh-CN" altLang="en-US" dirty="0"/>
              <a:t>发明者 </a:t>
            </a:r>
            <a:r>
              <a:rPr lang="en-US" altLang="zh-CN" dirty="0"/>
              <a:t>Kaoru Ishikawa</a:t>
            </a:r>
            <a:endParaRPr lang="zh-CN" altLang="en-US" dirty="0"/>
          </a:p>
          <a:p>
            <a:r>
              <a:rPr lang="zh-CN" altLang="en-US" dirty="0"/>
              <a:t>也称因果图、石川图</a:t>
            </a:r>
            <a:endParaRPr lang="en-US" altLang="zh-CN" dirty="0"/>
          </a:p>
          <a:p>
            <a:r>
              <a:rPr lang="zh-CN" altLang="en-US" dirty="0"/>
              <a:t>主要用于分析问题的根本原因、缺陷，进而推动质量改进</a:t>
            </a:r>
            <a:endParaRPr lang="en-US" altLang="zh-CN" dirty="0"/>
          </a:p>
          <a:p>
            <a:r>
              <a:rPr lang="zh-CN" altLang="en-US" dirty="0"/>
              <a:t>通过图形化的方式展示可能导致特定结果的各种因素，有助于识别问题的核心所在</a:t>
            </a:r>
            <a:endParaRPr lang="en-US" altLang="zh-CN" dirty="0"/>
          </a:p>
          <a:p>
            <a:r>
              <a:rPr lang="zh-CN" altLang="en-US" dirty="0"/>
              <a:t>特点：</a:t>
            </a:r>
          </a:p>
          <a:p>
            <a:pPr lvl="1" algn="l"/>
            <a:r>
              <a:rPr lang="zh-CN" altLang="en-US" dirty="0"/>
              <a:t>图形呈现为鱼骨形状，问题或效果放在“鱼头”位置，“鱼骨”代表主要类别原因</a:t>
            </a:r>
          </a:p>
          <a:p>
            <a:pPr lvl="1"/>
            <a:r>
              <a:rPr lang="zh-CN" altLang="en-US" dirty="0"/>
              <a:t>每个主要原因下还可以细分出多个子原因</a:t>
            </a:r>
          </a:p>
          <a:p>
            <a:pPr lvl="1"/>
            <a:r>
              <a:rPr lang="zh-CN" altLang="en-US" dirty="0"/>
              <a:t>帮助团队系统性思考，避免遗漏重要因素</a:t>
            </a:r>
          </a:p>
          <a:p>
            <a:endParaRPr lang="zh-CN" altLang="en-US" dirty="0"/>
          </a:p>
        </p:txBody>
      </p:sp>
    </p:spTree>
    <p:extLst>
      <p:ext uri="{BB962C8B-B14F-4D97-AF65-F5344CB8AC3E}">
        <p14:creationId xmlns:p14="http://schemas.microsoft.com/office/powerpoint/2010/main" val="15522873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18DEFB-22F7-9D90-1F62-D95C82EE4E46}"/>
              </a:ext>
            </a:extLst>
          </p:cNvPr>
          <p:cNvSpPr>
            <a:spLocks noGrp="1"/>
          </p:cNvSpPr>
          <p:nvPr>
            <p:ph type="title"/>
          </p:nvPr>
        </p:nvSpPr>
        <p:spPr>
          <a:xfrm>
            <a:off x="696000" y="360000"/>
            <a:ext cx="10800000" cy="424732"/>
          </a:xfrm>
        </p:spPr>
        <p:txBody>
          <a:bodyPr/>
          <a:lstStyle/>
          <a:p>
            <a:r>
              <a:rPr lang="en-US" altLang="zh-CN" dirty="0"/>
              <a:t>PERT</a:t>
            </a:r>
            <a:endParaRPr lang="zh-CN" altLang="en-US" dirty="0"/>
          </a:p>
        </p:txBody>
      </p:sp>
      <p:sp>
        <p:nvSpPr>
          <p:cNvPr id="3" name="内容占位符 2">
            <a:extLst>
              <a:ext uri="{FF2B5EF4-FFF2-40B4-BE49-F238E27FC236}">
                <a16:creationId xmlns:a16="http://schemas.microsoft.com/office/drawing/2014/main" id="{F48CDA7E-69B1-74ED-652B-B59DD3BDC07F}"/>
              </a:ext>
            </a:extLst>
          </p:cNvPr>
          <p:cNvSpPr>
            <a:spLocks noGrp="1"/>
          </p:cNvSpPr>
          <p:nvPr>
            <p:ph idx="1"/>
          </p:nvPr>
        </p:nvSpPr>
        <p:spPr>
          <a:xfrm>
            <a:off x="696000" y="1080000"/>
            <a:ext cx="10800000" cy="5112000"/>
          </a:xfrm>
        </p:spPr>
        <p:txBody>
          <a:bodyPr/>
          <a:lstStyle/>
          <a:p>
            <a:pPr algn="just"/>
            <a:r>
              <a:rPr lang="en-US" altLang="zh-CN" dirty="0"/>
              <a:t>Program Evaluation and Review Technique</a:t>
            </a:r>
          </a:p>
          <a:p>
            <a:pPr algn="just"/>
            <a:r>
              <a:rPr lang="zh-CN" altLang="en-US" dirty="0"/>
              <a:t>用于项目管理的统计工具，旨在分析并表示完成项目所需活动的时间。它特别适用于不确定性强、复杂度高的项目</a:t>
            </a:r>
            <a:endParaRPr lang="en-US" altLang="zh-CN" dirty="0"/>
          </a:p>
          <a:p>
            <a:pPr lvl="1" algn="just"/>
            <a:r>
              <a:rPr lang="zh-CN" altLang="en-US" dirty="0"/>
              <a:t>由节点（事件）和箭线（活动）组成，用来显示项目中的关键路径和活动间的逻辑关系</a:t>
            </a:r>
          </a:p>
          <a:p>
            <a:pPr lvl="1" algn="just"/>
            <a:r>
              <a:rPr lang="zh-CN" altLang="en-US" dirty="0"/>
              <a:t>可以计算出项目的最短完成时间，同时也能识别出哪些活动是决定项目进度的关键</a:t>
            </a:r>
          </a:p>
          <a:p>
            <a:pPr lvl="1" algn="just"/>
            <a:r>
              <a:rPr lang="zh-CN" altLang="en-US" dirty="0"/>
              <a:t>除了时间估计外，</a:t>
            </a:r>
            <a:r>
              <a:rPr lang="en-US" altLang="zh-CN" dirty="0"/>
              <a:t>PERT</a:t>
            </a:r>
            <a:r>
              <a:rPr lang="zh-CN" altLang="en-US" dirty="0"/>
              <a:t>还考虑了活动时间的不确定性，通常会给出乐观时间、悲观时间和最可能时间三个估计值</a:t>
            </a:r>
            <a:endParaRPr lang="en-US" altLang="zh-CN" dirty="0"/>
          </a:p>
          <a:p>
            <a:pPr algn="just"/>
            <a:endParaRPr lang="zh-CN" altLang="en-US" dirty="0"/>
          </a:p>
        </p:txBody>
      </p:sp>
    </p:spTree>
    <p:extLst>
      <p:ext uri="{BB962C8B-B14F-4D97-AF65-F5344CB8AC3E}">
        <p14:creationId xmlns:p14="http://schemas.microsoft.com/office/powerpoint/2010/main" val="55266595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8AF9B-1193-7998-3569-EE3C16444A33}"/>
            </a:ext>
          </a:extLst>
        </p:cNvPr>
        <p:cNvGrpSpPr/>
        <p:nvPr/>
      </p:nvGrpSpPr>
      <p:grpSpPr>
        <a:xfrm>
          <a:off x="0" y="0"/>
          <a:ext cx="0" cy="0"/>
          <a:chOff x="0" y="0"/>
          <a:chExt cx="0" cy="0"/>
        </a:xfrm>
      </p:grpSpPr>
      <p:pic>
        <p:nvPicPr>
          <p:cNvPr id="6" name="图片占位符 5">
            <a:extLst>
              <a:ext uri="{FF2B5EF4-FFF2-40B4-BE49-F238E27FC236}">
                <a16:creationId xmlns:a16="http://schemas.microsoft.com/office/drawing/2014/main" id="{8BE83240-F34C-EE8D-6ED2-9835BC2A70C2}"/>
              </a:ext>
            </a:extLst>
          </p:cNvPr>
          <p:cNvPicPr>
            <a:picLocks noGrp="1" noChangeAspect="1"/>
          </p:cNvPicPr>
          <p:nvPr>
            <p:ph type="pic" sz="quarter" idx="10"/>
          </p:nvPr>
        </p:nvPicPr>
        <p:blipFill>
          <a:blip r:embed="rId2"/>
          <a:srcRect l="17552" r="17552"/>
          <a:stretch/>
        </p:blipFill>
        <p:spPr>
          <a:xfrm>
            <a:off x="0" y="0"/>
            <a:ext cx="7912359" cy="6858000"/>
          </a:xfrm>
        </p:spPr>
      </p:pic>
      <p:sp>
        <p:nvSpPr>
          <p:cNvPr id="2" name="标题 1">
            <a:extLst>
              <a:ext uri="{FF2B5EF4-FFF2-40B4-BE49-F238E27FC236}">
                <a16:creationId xmlns:a16="http://schemas.microsoft.com/office/drawing/2014/main" id="{38F6789C-3CFD-8184-F7E4-4098D724FF3E}"/>
              </a:ext>
            </a:extLst>
          </p:cNvPr>
          <p:cNvSpPr>
            <a:spLocks noGrp="1"/>
          </p:cNvSpPr>
          <p:nvPr>
            <p:ph type="ctrTitle"/>
          </p:nvPr>
        </p:nvSpPr>
        <p:spPr>
          <a:xfrm>
            <a:off x="4077578" y="3498981"/>
            <a:ext cx="7262228" cy="1440000"/>
          </a:xfrm>
        </p:spPr>
        <p:txBody>
          <a:bodyPr/>
          <a:lstStyle/>
          <a:p>
            <a:r>
              <a:rPr lang="zh-CN" altLang="en-US" dirty="0"/>
              <a:t>项目启动</a:t>
            </a:r>
          </a:p>
        </p:txBody>
      </p:sp>
      <p:sp>
        <p:nvSpPr>
          <p:cNvPr id="3" name="副标题 2">
            <a:extLst>
              <a:ext uri="{FF2B5EF4-FFF2-40B4-BE49-F238E27FC236}">
                <a16:creationId xmlns:a16="http://schemas.microsoft.com/office/drawing/2014/main" id="{81C8CC4C-2E8E-B353-5957-AAE14F72B6FF}"/>
              </a:ext>
            </a:extLst>
          </p:cNvPr>
          <p:cNvSpPr>
            <a:spLocks noGrp="1"/>
          </p:cNvSpPr>
          <p:nvPr>
            <p:ph type="subTitle" idx="1"/>
          </p:nvPr>
        </p:nvSpPr>
        <p:spPr>
          <a:xfrm>
            <a:off x="4077578" y="4938981"/>
            <a:ext cx="7262228" cy="900000"/>
          </a:xfrm>
        </p:spPr>
        <p:txBody>
          <a:bodyPr/>
          <a:lstStyle/>
          <a:p>
            <a:r>
              <a:rPr lang="en-US" altLang="zh-CN"/>
              <a:t>Section 2 Project Initial</a:t>
            </a:r>
            <a:endParaRPr lang="zh-CN" altLang="en-US" dirty="0"/>
          </a:p>
        </p:txBody>
      </p:sp>
      <p:sp>
        <p:nvSpPr>
          <p:cNvPr id="12" name="文本占位符 11">
            <a:extLst>
              <a:ext uri="{FF2B5EF4-FFF2-40B4-BE49-F238E27FC236}">
                <a16:creationId xmlns:a16="http://schemas.microsoft.com/office/drawing/2014/main" id="{9E1379CE-8EB7-A38A-6BA6-B0E8A297D768}"/>
              </a:ext>
            </a:extLst>
          </p:cNvPr>
          <p:cNvSpPr>
            <a:spLocks noGrp="1"/>
          </p:cNvSpPr>
          <p:nvPr>
            <p:ph type="body" sz="quarter" idx="11"/>
          </p:nvPr>
        </p:nvSpPr>
        <p:spPr/>
        <p:txBody>
          <a:bodyPr/>
          <a:lstStyle/>
          <a:p>
            <a:endParaRPr lang="zh-CN" altLang="en-US"/>
          </a:p>
        </p:txBody>
      </p:sp>
    </p:spTree>
    <p:extLst>
      <p:ext uri="{BB962C8B-B14F-4D97-AF65-F5344CB8AC3E}">
        <p14:creationId xmlns:p14="http://schemas.microsoft.com/office/powerpoint/2010/main" val="30637871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2B4C5A-3592-368F-3CAD-EDF8B0555D6C}"/>
              </a:ext>
            </a:extLst>
          </p:cNvPr>
          <p:cNvSpPr>
            <a:spLocks noGrp="1"/>
          </p:cNvSpPr>
          <p:nvPr>
            <p:ph type="title"/>
          </p:nvPr>
        </p:nvSpPr>
        <p:spPr/>
        <p:txBody>
          <a:bodyPr/>
          <a:lstStyle/>
          <a:p>
            <a:r>
              <a:rPr lang="zh-CN" altLang="en-US" dirty="0"/>
              <a:t>项目立项</a:t>
            </a:r>
          </a:p>
        </p:txBody>
      </p:sp>
      <p:graphicFrame>
        <p:nvGraphicFramePr>
          <p:cNvPr id="5" name="内容占位符 4">
            <a:extLst>
              <a:ext uri="{FF2B5EF4-FFF2-40B4-BE49-F238E27FC236}">
                <a16:creationId xmlns:a16="http://schemas.microsoft.com/office/drawing/2014/main" id="{12C36420-A424-77D6-621A-D04A292ACD78}"/>
              </a:ext>
            </a:extLst>
          </p:cNvPr>
          <p:cNvGraphicFramePr>
            <a:graphicFrameLocks noGrp="1"/>
          </p:cNvGraphicFramePr>
          <p:nvPr>
            <p:ph idx="1"/>
            <p:extLst>
              <p:ext uri="{D42A27DB-BD31-4B8C-83A1-F6EECF244321}">
                <p14:modId xmlns:p14="http://schemas.microsoft.com/office/powerpoint/2010/main" val="1639392780"/>
              </p:ext>
            </p:extLst>
          </p:nvPr>
        </p:nvGraphicFramePr>
        <p:xfrm>
          <a:off x="695325" y="1079500"/>
          <a:ext cx="10801350" cy="51117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文本占位符 3">
            <a:extLst>
              <a:ext uri="{FF2B5EF4-FFF2-40B4-BE49-F238E27FC236}">
                <a16:creationId xmlns:a16="http://schemas.microsoft.com/office/drawing/2014/main" id="{B6D71E73-4956-C37C-F345-D2CF70C1D52E}"/>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6808066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B7F240-D09C-F38F-0212-5644545CFE9C}"/>
              </a:ext>
            </a:extLst>
          </p:cNvPr>
          <p:cNvSpPr>
            <a:spLocks noGrp="1"/>
          </p:cNvSpPr>
          <p:nvPr>
            <p:ph type="title"/>
          </p:nvPr>
        </p:nvSpPr>
        <p:spPr/>
        <p:txBody>
          <a:bodyPr/>
          <a:lstStyle/>
          <a:p>
            <a:r>
              <a:rPr lang="zh-CN" altLang="en-US" dirty="0"/>
              <a:t>项目立项</a:t>
            </a:r>
          </a:p>
        </p:txBody>
      </p:sp>
      <p:sp>
        <p:nvSpPr>
          <p:cNvPr id="3" name="内容占位符 2">
            <a:extLst>
              <a:ext uri="{FF2B5EF4-FFF2-40B4-BE49-F238E27FC236}">
                <a16:creationId xmlns:a16="http://schemas.microsoft.com/office/drawing/2014/main" id="{F94F7075-1E32-86B3-5040-DBDB86A6F1A6}"/>
              </a:ext>
            </a:extLst>
          </p:cNvPr>
          <p:cNvSpPr>
            <a:spLocks noGrp="1"/>
          </p:cNvSpPr>
          <p:nvPr>
            <p:ph idx="1"/>
          </p:nvPr>
        </p:nvSpPr>
        <p:spPr/>
        <p:txBody>
          <a:bodyPr/>
          <a:lstStyle/>
          <a:p>
            <a:r>
              <a:rPr lang="zh-CN" altLang="en-US" dirty="0"/>
              <a:t>项目建议</a:t>
            </a:r>
            <a:endParaRPr lang="en-US" altLang="zh-CN" dirty="0"/>
          </a:p>
          <a:p>
            <a:pPr lvl="1"/>
            <a:r>
              <a:rPr lang="zh-CN" altLang="en-US" dirty="0"/>
              <a:t>非必须</a:t>
            </a:r>
            <a:endParaRPr lang="en-US" altLang="zh-CN" dirty="0"/>
          </a:p>
          <a:p>
            <a:r>
              <a:rPr lang="zh-CN" altLang="en-US" dirty="0"/>
              <a:t>项目可行性分析</a:t>
            </a:r>
            <a:endParaRPr lang="en-US" altLang="zh-CN" dirty="0"/>
          </a:p>
          <a:p>
            <a:pPr lvl="1"/>
            <a:r>
              <a:rPr lang="zh-CN" altLang="en-US" dirty="0"/>
              <a:t>投资</a:t>
            </a:r>
            <a:endParaRPr lang="en-US" altLang="zh-CN" dirty="0"/>
          </a:p>
          <a:p>
            <a:pPr lvl="1"/>
            <a:r>
              <a:rPr lang="zh-CN" altLang="en-US" dirty="0"/>
              <a:t>技术</a:t>
            </a:r>
            <a:endParaRPr lang="en-US" altLang="zh-CN" dirty="0"/>
          </a:p>
          <a:p>
            <a:pPr lvl="1"/>
            <a:r>
              <a:rPr lang="zh-CN" altLang="en-US" dirty="0"/>
              <a:t>财务</a:t>
            </a:r>
            <a:endParaRPr lang="en-US" altLang="zh-CN" dirty="0"/>
          </a:p>
          <a:p>
            <a:pPr lvl="1"/>
            <a:r>
              <a:rPr lang="zh-CN" altLang="en-US" dirty="0"/>
              <a:t>组织</a:t>
            </a:r>
            <a:endParaRPr lang="en-US" altLang="zh-CN" dirty="0"/>
          </a:p>
          <a:p>
            <a:pPr lvl="1"/>
            <a:r>
              <a:rPr lang="zh-CN" altLang="en-US" dirty="0"/>
              <a:t>经济</a:t>
            </a:r>
            <a:endParaRPr lang="en-US" altLang="zh-CN" dirty="0"/>
          </a:p>
          <a:p>
            <a:pPr lvl="1"/>
            <a:r>
              <a:rPr lang="zh-CN" altLang="en-US" dirty="0"/>
              <a:t>社会</a:t>
            </a:r>
            <a:endParaRPr lang="en-US" altLang="zh-CN" dirty="0"/>
          </a:p>
          <a:p>
            <a:pPr lvl="1"/>
            <a:r>
              <a:rPr lang="zh-CN" altLang="en-US" dirty="0"/>
              <a:t>风险因素及对策</a:t>
            </a:r>
            <a:endParaRPr lang="en-US" altLang="zh-CN" dirty="0"/>
          </a:p>
          <a:p>
            <a:r>
              <a:rPr lang="zh-CN" altLang="en-US" dirty="0"/>
              <a:t>项目审批</a:t>
            </a:r>
            <a:endParaRPr lang="en-US" altLang="zh-CN" dirty="0"/>
          </a:p>
          <a:p>
            <a:r>
              <a:rPr lang="zh-CN" altLang="en-US" dirty="0"/>
              <a:t>项目招投标</a:t>
            </a:r>
            <a:endParaRPr lang="en-US" altLang="zh-CN" dirty="0"/>
          </a:p>
          <a:p>
            <a:r>
              <a:rPr lang="zh-CN" altLang="en-US" dirty="0"/>
              <a:t>项目合同谈判与签订</a:t>
            </a:r>
          </a:p>
        </p:txBody>
      </p:sp>
      <p:sp>
        <p:nvSpPr>
          <p:cNvPr id="4" name="文本占位符 3">
            <a:extLst>
              <a:ext uri="{FF2B5EF4-FFF2-40B4-BE49-F238E27FC236}">
                <a16:creationId xmlns:a16="http://schemas.microsoft.com/office/drawing/2014/main" id="{7ACCCC63-04DE-AEB9-63A7-A7A223095BF5}"/>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632291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6B9A99-5A27-A74D-B567-E3DF420A6D85}"/>
              </a:ext>
            </a:extLst>
          </p:cNvPr>
          <p:cNvSpPr>
            <a:spLocks noGrp="1"/>
          </p:cNvSpPr>
          <p:nvPr>
            <p:ph type="title"/>
          </p:nvPr>
        </p:nvSpPr>
        <p:spPr>
          <a:xfrm>
            <a:off x="695998" y="360000"/>
            <a:ext cx="7200000" cy="424732"/>
          </a:xfrm>
        </p:spPr>
        <p:txBody>
          <a:bodyPr/>
          <a:lstStyle/>
          <a:p>
            <a:r>
              <a:rPr lang="zh-CN" altLang="en-US" dirty="0"/>
              <a:t>项目章程 </a:t>
            </a:r>
            <a:r>
              <a:rPr lang="en-US" altLang="zh-CN" dirty="0"/>
              <a:t>Charter</a:t>
            </a:r>
            <a:endParaRPr lang="zh-CN" altLang="en-US" dirty="0"/>
          </a:p>
        </p:txBody>
      </p:sp>
      <p:sp>
        <p:nvSpPr>
          <p:cNvPr id="3" name="内容占位符 2">
            <a:extLst>
              <a:ext uri="{FF2B5EF4-FFF2-40B4-BE49-F238E27FC236}">
                <a16:creationId xmlns:a16="http://schemas.microsoft.com/office/drawing/2014/main" id="{C5AA769D-A128-6467-C065-875D6E15AF61}"/>
              </a:ext>
            </a:extLst>
          </p:cNvPr>
          <p:cNvSpPr>
            <a:spLocks noGrp="1"/>
          </p:cNvSpPr>
          <p:nvPr>
            <p:ph idx="1"/>
          </p:nvPr>
        </p:nvSpPr>
        <p:spPr>
          <a:xfrm>
            <a:off x="696000" y="1080000"/>
            <a:ext cx="10800000" cy="5112000"/>
          </a:xfrm>
        </p:spPr>
        <p:txBody>
          <a:bodyPr/>
          <a:lstStyle/>
          <a:p>
            <a:r>
              <a:rPr lang="zh-CN" altLang="en-US" dirty="0"/>
              <a:t>正式批准项目启动</a:t>
            </a:r>
          </a:p>
          <a:p>
            <a:r>
              <a:rPr lang="zh-CN" altLang="en-US" dirty="0"/>
              <a:t>授权项目经理执行</a:t>
            </a:r>
          </a:p>
          <a:p>
            <a:r>
              <a:rPr lang="zh-CN" altLang="en-US" dirty="0"/>
              <a:t>明确项目目标与范围</a:t>
            </a:r>
          </a:p>
          <a:p>
            <a:r>
              <a:rPr lang="zh-CN" altLang="en-US" dirty="0"/>
              <a:t>为项目提供合法性基础</a:t>
            </a:r>
            <a:endParaRPr lang="en-US" altLang="zh-CN" dirty="0"/>
          </a:p>
          <a:p>
            <a:r>
              <a:rPr lang="zh-CN" altLang="en-US" dirty="0"/>
              <a:t>由高层签发及修改</a:t>
            </a:r>
            <a:endParaRPr lang="en-US" altLang="zh-CN" dirty="0"/>
          </a:p>
          <a:p>
            <a:pPr lvl="1"/>
            <a:r>
              <a:rPr lang="zh-CN" altLang="en-US" dirty="0"/>
              <a:t>谁签发谁修改</a:t>
            </a:r>
            <a:endParaRPr lang="en-US" altLang="zh-CN" dirty="0"/>
          </a:p>
          <a:p>
            <a:pPr lvl="1"/>
            <a:r>
              <a:rPr lang="zh-CN" altLang="en-US" dirty="0"/>
              <a:t>不是频繁修改</a:t>
            </a:r>
            <a:endParaRPr lang="en-US" altLang="zh-CN" dirty="0"/>
          </a:p>
        </p:txBody>
      </p:sp>
      <p:sp>
        <p:nvSpPr>
          <p:cNvPr id="7" name="文本占位符 6">
            <a:extLst>
              <a:ext uri="{FF2B5EF4-FFF2-40B4-BE49-F238E27FC236}">
                <a16:creationId xmlns:a16="http://schemas.microsoft.com/office/drawing/2014/main" id="{D06C5AC6-BD22-8DD4-FEE6-384411EBA0AA}"/>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25477817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FC3EDA-9768-DDBE-9C6A-8D7269605BCF}"/>
              </a:ext>
            </a:extLst>
          </p:cNvPr>
          <p:cNvSpPr>
            <a:spLocks noGrp="1"/>
          </p:cNvSpPr>
          <p:nvPr>
            <p:ph type="title"/>
          </p:nvPr>
        </p:nvSpPr>
        <p:spPr>
          <a:xfrm>
            <a:off x="695998" y="360000"/>
            <a:ext cx="7200000" cy="424732"/>
          </a:xfrm>
        </p:spPr>
        <p:txBody>
          <a:bodyPr/>
          <a:lstStyle/>
          <a:p>
            <a:r>
              <a:rPr lang="zh-CN" altLang="en-US" dirty="0"/>
              <a:t>项目管理计划 </a:t>
            </a:r>
            <a:r>
              <a:rPr lang="en-US" altLang="zh-CN" dirty="0"/>
              <a:t>Project Management Plan</a:t>
            </a:r>
            <a:endParaRPr lang="zh-CN" altLang="en-US" dirty="0"/>
          </a:p>
        </p:txBody>
      </p:sp>
      <p:sp>
        <p:nvSpPr>
          <p:cNvPr id="3" name="内容占位符 2">
            <a:extLst>
              <a:ext uri="{FF2B5EF4-FFF2-40B4-BE49-F238E27FC236}">
                <a16:creationId xmlns:a16="http://schemas.microsoft.com/office/drawing/2014/main" id="{2F866C10-7204-6D46-CED9-05867F119F6A}"/>
              </a:ext>
            </a:extLst>
          </p:cNvPr>
          <p:cNvSpPr>
            <a:spLocks noGrp="1"/>
          </p:cNvSpPr>
          <p:nvPr>
            <p:ph idx="1"/>
          </p:nvPr>
        </p:nvSpPr>
        <p:spPr>
          <a:xfrm>
            <a:off x="696000" y="1080000"/>
            <a:ext cx="10800000" cy="5112000"/>
          </a:xfrm>
        </p:spPr>
        <p:txBody>
          <a:bodyPr/>
          <a:lstStyle/>
          <a:p>
            <a:r>
              <a:rPr lang="zh-CN" altLang="en-US" dirty="0"/>
              <a:t>项目管理计划是整合所有子计划和基准的综合性文件，用于指导项目执行、监控与收尾</a:t>
            </a:r>
            <a:endParaRPr lang="en-US" altLang="zh-CN" dirty="0"/>
          </a:p>
          <a:p>
            <a:r>
              <a:rPr lang="zh-CN" altLang="en-US" dirty="0"/>
              <a:t>不是所有项目文件都属于项目管理计划本身</a:t>
            </a:r>
          </a:p>
          <a:p>
            <a:r>
              <a:rPr lang="zh-CN" altLang="en-US" dirty="0"/>
              <a:t>包括</a:t>
            </a:r>
            <a:endParaRPr lang="en-US" altLang="zh-CN" dirty="0"/>
          </a:p>
          <a:p>
            <a:pPr lvl="1"/>
            <a:r>
              <a:rPr lang="zh-CN" altLang="en-US" dirty="0"/>
              <a:t>范围管理计划</a:t>
            </a:r>
          </a:p>
          <a:p>
            <a:pPr lvl="1"/>
            <a:r>
              <a:rPr lang="zh-CN" altLang="en-US" dirty="0"/>
              <a:t>进度管理计划</a:t>
            </a:r>
          </a:p>
          <a:p>
            <a:pPr lvl="1"/>
            <a:r>
              <a:rPr lang="zh-CN" altLang="en-US" dirty="0"/>
              <a:t>成本管理计划</a:t>
            </a:r>
          </a:p>
          <a:p>
            <a:pPr lvl="1"/>
            <a:r>
              <a:rPr lang="zh-CN" altLang="en-US" dirty="0"/>
              <a:t>风险管理计划</a:t>
            </a:r>
          </a:p>
          <a:p>
            <a:pPr lvl="1"/>
            <a:r>
              <a:rPr lang="zh-CN" altLang="en-US" dirty="0"/>
              <a:t>沟通管理计划</a:t>
            </a:r>
          </a:p>
          <a:p>
            <a:pPr lvl="1"/>
            <a:r>
              <a:rPr lang="zh-CN" altLang="en-US" dirty="0"/>
              <a:t>变更管理计划</a:t>
            </a:r>
            <a:endParaRPr lang="en-US" altLang="zh-CN" dirty="0"/>
          </a:p>
        </p:txBody>
      </p:sp>
      <p:sp>
        <p:nvSpPr>
          <p:cNvPr id="7" name="文本占位符 6">
            <a:extLst>
              <a:ext uri="{FF2B5EF4-FFF2-40B4-BE49-F238E27FC236}">
                <a16:creationId xmlns:a16="http://schemas.microsoft.com/office/drawing/2014/main" id="{2F8A4FC0-7D9F-FE82-5FFA-1CE245CEDB7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3959605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BCBF9C-99ED-69D6-03B1-A635704FD0CD}"/>
              </a:ext>
            </a:extLst>
          </p:cNvPr>
          <p:cNvSpPr>
            <a:spLocks noGrp="1"/>
          </p:cNvSpPr>
          <p:nvPr>
            <p:ph type="title"/>
          </p:nvPr>
        </p:nvSpPr>
        <p:spPr>
          <a:xfrm>
            <a:off x="696000" y="360000"/>
            <a:ext cx="10800000" cy="424732"/>
          </a:xfrm>
        </p:spPr>
        <p:txBody>
          <a:bodyPr/>
          <a:lstStyle/>
          <a:p>
            <a:r>
              <a:rPr lang="zh-CN" altLang="en-US" dirty="0"/>
              <a:t>任命项目经理 </a:t>
            </a:r>
            <a:r>
              <a:rPr lang="en-US" altLang="zh-CN" dirty="0"/>
              <a:t>- Appoint the Project Manager</a:t>
            </a:r>
            <a:endParaRPr lang="zh-CN" altLang="en-US" dirty="0"/>
          </a:p>
        </p:txBody>
      </p:sp>
      <p:sp>
        <p:nvSpPr>
          <p:cNvPr id="7" name="内容占位符 6">
            <a:extLst>
              <a:ext uri="{FF2B5EF4-FFF2-40B4-BE49-F238E27FC236}">
                <a16:creationId xmlns:a16="http://schemas.microsoft.com/office/drawing/2014/main" id="{52E20CE5-D971-5461-DEEA-328F661565E4}"/>
              </a:ext>
            </a:extLst>
          </p:cNvPr>
          <p:cNvSpPr>
            <a:spLocks noGrp="1"/>
          </p:cNvSpPr>
          <p:nvPr>
            <p:ph idx="1"/>
          </p:nvPr>
        </p:nvSpPr>
        <p:spPr/>
        <p:txBody>
          <a:bodyPr/>
          <a:lstStyle/>
          <a:p>
            <a:r>
              <a:rPr lang="zh-CN" altLang="en-US" dirty="0"/>
              <a:t>可以参与章程起草</a:t>
            </a:r>
            <a:endParaRPr lang="en-US" altLang="zh-CN" dirty="0"/>
          </a:p>
          <a:p>
            <a:r>
              <a:rPr lang="zh-CN" altLang="en-US" dirty="0"/>
              <a:t>是章程的实施者</a:t>
            </a:r>
          </a:p>
        </p:txBody>
      </p:sp>
    </p:spTree>
    <p:extLst>
      <p:ext uri="{BB962C8B-B14F-4D97-AF65-F5344CB8AC3E}">
        <p14:creationId xmlns:p14="http://schemas.microsoft.com/office/powerpoint/2010/main" val="15368580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2505AD-8CA3-EF0E-8186-DB86D75691EF}"/>
              </a:ext>
            </a:extLst>
          </p:cNvPr>
          <p:cNvSpPr>
            <a:spLocks noGrp="1"/>
          </p:cNvSpPr>
          <p:nvPr>
            <p:ph type="title"/>
          </p:nvPr>
        </p:nvSpPr>
        <p:spPr>
          <a:xfrm>
            <a:off x="696000" y="360000"/>
            <a:ext cx="10800000" cy="424732"/>
          </a:xfrm>
        </p:spPr>
        <p:txBody>
          <a:bodyPr/>
          <a:lstStyle/>
          <a:p>
            <a:r>
              <a:rPr lang="zh-CN" altLang="en-US" dirty="0"/>
              <a:t>批准业务案例 </a:t>
            </a:r>
            <a:r>
              <a:rPr lang="en-US" altLang="zh-CN" dirty="0"/>
              <a:t>- Approve the business case</a:t>
            </a:r>
            <a:endParaRPr lang="zh-CN" altLang="en-US" dirty="0"/>
          </a:p>
        </p:txBody>
      </p:sp>
      <p:sp>
        <p:nvSpPr>
          <p:cNvPr id="5" name="内容占位符 4">
            <a:extLst>
              <a:ext uri="{FF2B5EF4-FFF2-40B4-BE49-F238E27FC236}">
                <a16:creationId xmlns:a16="http://schemas.microsoft.com/office/drawing/2014/main" id="{E0A6EF37-AC6D-50F8-1949-0270CD25BF0A}"/>
              </a:ext>
            </a:extLst>
          </p:cNvPr>
          <p:cNvSpPr>
            <a:spLocks noGrp="1"/>
          </p:cNvSpPr>
          <p:nvPr>
            <p:ph idx="1"/>
          </p:nvPr>
        </p:nvSpPr>
        <p:spPr/>
        <p:txBody>
          <a:bodyPr/>
          <a:lstStyle/>
          <a:p>
            <a:r>
              <a:rPr lang="zh-CN" altLang="en-US" dirty="0"/>
              <a:t>项目章程 </a:t>
            </a:r>
            <a:r>
              <a:rPr lang="en-US" altLang="zh-CN" dirty="0"/>
              <a:t>Charter</a:t>
            </a:r>
            <a:r>
              <a:rPr lang="zh-CN" altLang="en-US" dirty="0"/>
              <a:t>：提交和批准业务案例的流程</a:t>
            </a:r>
          </a:p>
        </p:txBody>
      </p:sp>
    </p:spTree>
    <p:extLst>
      <p:ext uri="{BB962C8B-B14F-4D97-AF65-F5344CB8AC3E}">
        <p14:creationId xmlns:p14="http://schemas.microsoft.com/office/powerpoint/2010/main" val="96408595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738D6D-36C5-51F0-4BC1-CBE2733EDB51}"/>
              </a:ext>
            </a:extLst>
          </p:cNvPr>
          <p:cNvSpPr>
            <a:spLocks noGrp="1"/>
          </p:cNvSpPr>
          <p:nvPr>
            <p:ph type="title"/>
          </p:nvPr>
        </p:nvSpPr>
        <p:spPr>
          <a:xfrm>
            <a:off x="696000" y="360000"/>
            <a:ext cx="10800000" cy="424732"/>
          </a:xfrm>
        </p:spPr>
        <p:txBody>
          <a:bodyPr/>
          <a:lstStyle/>
          <a:p>
            <a:r>
              <a:rPr lang="zh-CN" altLang="en-US" dirty="0"/>
              <a:t>确定项目目标 </a:t>
            </a:r>
            <a:r>
              <a:rPr lang="en-US" altLang="zh-CN" dirty="0"/>
              <a:t>- Identify Project Objectives</a:t>
            </a:r>
            <a:endParaRPr lang="zh-CN" altLang="en-US" dirty="0"/>
          </a:p>
        </p:txBody>
      </p:sp>
      <p:sp>
        <p:nvSpPr>
          <p:cNvPr id="7" name="内容占位符 6">
            <a:extLst>
              <a:ext uri="{FF2B5EF4-FFF2-40B4-BE49-F238E27FC236}">
                <a16:creationId xmlns:a16="http://schemas.microsoft.com/office/drawing/2014/main" id="{152E305E-7D2D-324D-CAD1-D078E7A0A30F}"/>
              </a:ext>
            </a:extLst>
          </p:cNvPr>
          <p:cNvSpPr>
            <a:spLocks noGrp="1"/>
          </p:cNvSpPr>
          <p:nvPr>
            <p:ph idx="1"/>
          </p:nvPr>
        </p:nvSpPr>
        <p:spPr/>
        <p:txBody>
          <a:bodyPr/>
          <a:lstStyle/>
          <a:p>
            <a:r>
              <a:rPr lang="zh-CN" altLang="en-US" dirty="0"/>
              <a:t>确定项目目标，明确项目预期成果</a:t>
            </a:r>
            <a:endParaRPr lang="en-US" altLang="zh-CN" dirty="0"/>
          </a:p>
          <a:p>
            <a:r>
              <a:rPr lang="zh-CN" altLang="en-US" dirty="0"/>
              <a:t>分析项目背景，理解项目对于公司的价值</a:t>
            </a:r>
            <a:endParaRPr lang="en-US" altLang="zh-CN" dirty="0"/>
          </a:p>
          <a:p>
            <a:r>
              <a:rPr lang="zh-CN" altLang="en-US" dirty="0"/>
              <a:t>明确项目解决的问题，评估其对公司的影响</a:t>
            </a:r>
            <a:endParaRPr lang="en-US" altLang="zh-CN" dirty="0"/>
          </a:p>
          <a:p>
            <a:r>
              <a:rPr lang="zh-CN" altLang="en-US" dirty="0"/>
              <a:t>制定项目计划，确保项目顺利进行</a:t>
            </a:r>
            <a:endParaRPr lang="en-US" altLang="zh-CN" dirty="0"/>
          </a:p>
          <a:p>
            <a:r>
              <a:rPr lang="zh-CN" altLang="en-US" dirty="0"/>
              <a:t>通过项目实施，提升公司运营效率和市场竞争力</a:t>
            </a:r>
          </a:p>
        </p:txBody>
      </p:sp>
    </p:spTree>
    <p:extLst>
      <p:ext uri="{BB962C8B-B14F-4D97-AF65-F5344CB8AC3E}">
        <p14:creationId xmlns:p14="http://schemas.microsoft.com/office/powerpoint/2010/main" val="9338446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19336A-C039-9D95-BD38-922535D0105E}"/>
              </a:ext>
            </a:extLst>
          </p:cNvPr>
          <p:cNvSpPr>
            <a:spLocks noGrp="1"/>
          </p:cNvSpPr>
          <p:nvPr>
            <p:ph type="title"/>
          </p:nvPr>
        </p:nvSpPr>
        <p:spPr>
          <a:xfrm>
            <a:off x="696000" y="360000"/>
            <a:ext cx="10800000" cy="424732"/>
          </a:xfrm>
        </p:spPr>
        <p:txBody>
          <a:bodyPr/>
          <a:lstStyle/>
          <a:p>
            <a:r>
              <a:rPr lang="zh-CN" altLang="en-US" dirty="0"/>
              <a:t>定义项目范围 </a:t>
            </a:r>
            <a:r>
              <a:rPr lang="en-US" altLang="zh-CN" dirty="0"/>
              <a:t>- Define Project Scope</a:t>
            </a:r>
            <a:endParaRPr lang="zh-CN" altLang="en-US" dirty="0"/>
          </a:p>
        </p:txBody>
      </p:sp>
      <p:sp>
        <p:nvSpPr>
          <p:cNvPr id="3" name="内容占位符 2">
            <a:extLst>
              <a:ext uri="{FF2B5EF4-FFF2-40B4-BE49-F238E27FC236}">
                <a16:creationId xmlns:a16="http://schemas.microsoft.com/office/drawing/2014/main" id="{F674FFA5-05CF-6980-6C7C-8E3034C17FDE}"/>
              </a:ext>
            </a:extLst>
          </p:cNvPr>
          <p:cNvSpPr>
            <a:spLocks noGrp="1"/>
          </p:cNvSpPr>
          <p:nvPr>
            <p:ph idx="1"/>
          </p:nvPr>
        </p:nvSpPr>
        <p:spPr>
          <a:xfrm>
            <a:off x="696000" y="1080000"/>
            <a:ext cx="10800000" cy="5112000"/>
          </a:xfrm>
        </p:spPr>
        <p:txBody>
          <a:bodyPr>
            <a:normAutofit/>
          </a:bodyPr>
          <a:lstStyle/>
          <a:p>
            <a:r>
              <a:rPr lang="zh-CN" altLang="en-US" dirty="0"/>
              <a:t>工作范围 </a:t>
            </a:r>
            <a:r>
              <a:rPr lang="en-US" altLang="zh-CN" dirty="0"/>
              <a:t>SOW</a:t>
            </a:r>
          </a:p>
          <a:p>
            <a:pPr lvl="1"/>
            <a:r>
              <a:rPr lang="en-US" altLang="zh-CN" dirty="0"/>
              <a:t>Scope Of Work</a:t>
            </a:r>
          </a:p>
          <a:p>
            <a:pPr lvl="1"/>
            <a:r>
              <a:rPr lang="zh-CN" altLang="en-US" dirty="0"/>
              <a:t>一份正式文件</a:t>
            </a:r>
            <a:endParaRPr lang="en-US" altLang="zh-CN" dirty="0"/>
          </a:p>
          <a:p>
            <a:pPr lvl="1"/>
            <a:r>
              <a:rPr lang="zh-CN" altLang="en-US" dirty="0"/>
              <a:t>定义了完成项目所需的特定任务、可交付成果、时间表和责任</a:t>
            </a:r>
            <a:endParaRPr lang="en-US" altLang="zh-CN" dirty="0"/>
          </a:p>
          <a:p>
            <a:pPr lvl="1"/>
            <a:r>
              <a:rPr lang="zh-CN" altLang="en-US" dirty="0"/>
              <a:t>在整个执行过程中也起到控制工具的作用</a:t>
            </a:r>
            <a:endParaRPr lang="en-US" altLang="zh-CN" dirty="0"/>
          </a:p>
          <a:p>
            <a:pPr lvl="1"/>
            <a:r>
              <a:rPr lang="zh-CN" altLang="en-US" dirty="0"/>
              <a:t>当出现疑问或变更请求时，团队可以回顾工作范围，以确定请求是否在范围之内。这有助于防止范围蔓延 </a:t>
            </a:r>
            <a:r>
              <a:rPr lang="en-US" altLang="zh-CN" dirty="0"/>
              <a:t>- Scope creep</a:t>
            </a:r>
          </a:p>
          <a:p>
            <a:r>
              <a:rPr lang="zh-CN" altLang="en-US" dirty="0"/>
              <a:t>工作范围旨在</a:t>
            </a:r>
            <a:endParaRPr lang="en-US" altLang="zh-CN" dirty="0"/>
          </a:p>
          <a:p>
            <a:pPr lvl="1"/>
            <a:r>
              <a:rPr lang="zh-CN" altLang="en-US" dirty="0"/>
              <a:t>定义项目可交付成果和边界 </a:t>
            </a:r>
            <a:r>
              <a:rPr lang="en-US" altLang="zh-CN" dirty="0"/>
              <a:t>- Define project deliverables and boundaries</a:t>
            </a:r>
            <a:endParaRPr lang="zh-CN" altLang="en-US" dirty="0"/>
          </a:p>
          <a:p>
            <a:pPr lvl="1"/>
            <a:r>
              <a:rPr lang="zh-CN" altLang="en-US" dirty="0"/>
              <a:t>明确角色、责任和期望 </a:t>
            </a:r>
            <a:r>
              <a:rPr lang="en-US" altLang="zh-CN" dirty="0"/>
              <a:t>- Clarify roles, responsibilities and expectations</a:t>
            </a:r>
          </a:p>
          <a:p>
            <a:pPr lvl="1"/>
            <a:r>
              <a:rPr lang="zh-CN" altLang="en-US" dirty="0"/>
              <a:t>建立时间表、里程碑和假设 </a:t>
            </a:r>
            <a:r>
              <a:rPr lang="en-US" altLang="zh-CN" dirty="0"/>
              <a:t>- Establish timelines, milestones and assumptions</a:t>
            </a:r>
          </a:p>
          <a:p>
            <a:pPr lvl="1"/>
            <a:r>
              <a:rPr lang="zh-CN" altLang="en-US" dirty="0"/>
              <a:t>降低风险、争议和计划外变更 </a:t>
            </a:r>
            <a:r>
              <a:rPr lang="en-US" altLang="zh-CN" dirty="0"/>
              <a:t>- Reduce risk, disputes and unplanned changes</a:t>
            </a:r>
          </a:p>
          <a:p>
            <a:endParaRPr lang="en-US" altLang="zh-CN" dirty="0"/>
          </a:p>
        </p:txBody>
      </p:sp>
    </p:spTree>
    <p:extLst>
      <p:ext uri="{BB962C8B-B14F-4D97-AF65-F5344CB8AC3E}">
        <p14:creationId xmlns:p14="http://schemas.microsoft.com/office/powerpoint/2010/main" val="33342757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F67911EB-2FBB-0137-F7C4-6D497643E096}"/>
              </a:ext>
            </a:extLst>
          </p:cNvPr>
          <p:cNvSpPr>
            <a:spLocks noGrp="1"/>
          </p:cNvSpPr>
          <p:nvPr>
            <p:ph type="body" sz="quarter" idx="10"/>
          </p:nvPr>
        </p:nvSpPr>
        <p:spPr>
          <a:xfrm>
            <a:off x="3219345" y="1629000"/>
            <a:ext cx="8640000" cy="3600000"/>
          </a:xfrm>
        </p:spPr>
        <p:txBody>
          <a:bodyPr/>
          <a:lstStyle/>
          <a:p>
            <a:r>
              <a:rPr lang="en-US" altLang="zh-CN" dirty="0"/>
              <a:t>Construction Project Scope Creep Example</a:t>
            </a:r>
          </a:p>
          <a:p>
            <a:endParaRPr lang="en-US" altLang="zh-CN" dirty="0"/>
          </a:p>
          <a:p>
            <a:r>
              <a:rPr lang="en-US" altLang="zh-CN" dirty="0"/>
              <a:t>Acme Builders </a:t>
            </a:r>
            <a:r>
              <a:rPr lang="zh-CN" altLang="en-US" dirty="0"/>
              <a:t>已签订合同，承建一栋三层多户住宅</a:t>
            </a:r>
            <a:endParaRPr lang="en-US" altLang="zh-CN" dirty="0"/>
          </a:p>
          <a:p>
            <a:r>
              <a:rPr lang="zh-CN" altLang="en-US" dirty="0"/>
              <a:t>建设已经开始，当客户找到总承包商时，表示为了使项目对他们作为房东有利可图，他们必须增加一层的建筑，并且要在同一时间内完成</a:t>
            </a:r>
            <a:endParaRPr lang="en-US" altLang="zh-CN" dirty="0"/>
          </a:p>
        </p:txBody>
      </p:sp>
    </p:spTree>
    <p:extLst>
      <p:ext uri="{BB962C8B-B14F-4D97-AF65-F5344CB8AC3E}">
        <p14:creationId xmlns:p14="http://schemas.microsoft.com/office/powerpoint/2010/main" val="193262370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B48014D4-18DB-DBE3-F7BD-15AF4D109A60}"/>
              </a:ext>
            </a:extLst>
          </p:cNvPr>
          <p:cNvSpPr>
            <a:spLocks noGrp="1"/>
          </p:cNvSpPr>
          <p:nvPr>
            <p:ph type="body" sz="quarter" idx="10"/>
          </p:nvPr>
        </p:nvSpPr>
        <p:spPr>
          <a:xfrm>
            <a:off x="3219345" y="1629000"/>
            <a:ext cx="8640000" cy="3600000"/>
          </a:xfrm>
        </p:spPr>
        <p:txBody>
          <a:bodyPr/>
          <a:lstStyle/>
          <a:p>
            <a:r>
              <a:rPr lang="en-US" altLang="zh-CN" dirty="0"/>
              <a:t>Manufacturing Project Scope Creep Example</a:t>
            </a:r>
          </a:p>
          <a:p>
            <a:endParaRPr lang="en-US" altLang="zh-CN" dirty="0"/>
          </a:p>
          <a:p>
            <a:r>
              <a:rPr lang="en-US" altLang="zh-CN" dirty="0"/>
              <a:t>A</a:t>
            </a:r>
            <a:r>
              <a:rPr lang="zh-CN" altLang="en-US" dirty="0"/>
              <a:t>到</a:t>
            </a:r>
            <a:r>
              <a:rPr lang="en-US" altLang="zh-CN" dirty="0"/>
              <a:t>B</a:t>
            </a:r>
            <a:r>
              <a:rPr lang="zh-CN" altLang="en-US" dirty="0"/>
              <a:t>制造商正准备为新产品投入生产，他们已经设计并采购了手机壳的材料</a:t>
            </a:r>
            <a:endParaRPr lang="en-US" altLang="zh-CN" dirty="0"/>
          </a:p>
          <a:p>
            <a:r>
              <a:rPr lang="zh-CN" altLang="en-US" dirty="0"/>
              <a:t>执行团队未经监督地更改了设计，想添加一个夹子，让手机壳能够挂在用户的腰带上</a:t>
            </a:r>
            <a:endParaRPr lang="en-US" altLang="zh-CN" dirty="0"/>
          </a:p>
        </p:txBody>
      </p:sp>
    </p:spTree>
    <p:extLst>
      <p:ext uri="{BB962C8B-B14F-4D97-AF65-F5344CB8AC3E}">
        <p14:creationId xmlns:p14="http://schemas.microsoft.com/office/powerpoint/2010/main" val="34110604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5C31BDE8-4A13-3A98-BD96-6DCCFCAF82BF}"/>
              </a:ext>
            </a:extLst>
          </p:cNvPr>
          <p:cNvSpPr>
            <a:spLocks noGrp="1"/>
          </p:cNvSpPr>
          <p:nvPr>
            <p:ph type="body" sz="quarter" idx="10"/>
          </p:nvPr>
        </p:nvSpPr>
        <p:spPr>
          <a:xfrm>
            <a:off x="3219345" y="1629000"/>
            <a:ext cx="8640000" cy="3600000"/>
          </a:xfrm>
        </p:spPr>
        <p:txBody>
          <a:bodyPr/>
          <a:lstStyle/>
          <a:p>
            <a:r>
              <a:rPr lang="en-US" altLang="zh-CN" dirty="0"/>
              <a:t>IT Project Scope Creep Example</a:t>
            </a:r>
          </a:p>
          <a:p>
            <a:endParaRPr lang="en-US" altLang="zh-CN" dirty="0"/>
          </a:p>
          <a:p>
            <a:r>
              <a:rPr lang="zh-CN" altLang="en-US" dirty="0"/>
              <a:t>三个月内，一位项目经理负责交付一款新的软件</a:t>
            </a:r>
            <a:endParaRPr lang="en-US" altLang="zh-CN" dirty="0"/>
          </a:p>
          <a:p>
            <a:r>
              <a:rPr lang="zh-CN" altLang="en-US" dirty="0"/>
              <a:t>在规划阶段几周后，项目的赞助商增加了新的功能。</a:t>
            </a:r>
            <a:endParaRPr lang="en-US" altLang="zh-CN" dirty="0"/>
          </a:p>
          <a:p>
            <a:r>
              <a:rPr lang="zh-CN" altLang="en-US" dirty="0"/>
              <a:t>在项目经理将新要求纳入项目范围后，赞助商根据项目客户的请求进行了更多更改</a:t>
            </a:r>
          </a:p>
        </p:txBody>
      </p:sp>
    </p:spTree>
    <p:extLst>
      <p:ext uri="{BB962C8B-B14F-4D97-AF65-F5344CB8AC3E}">
        <p14:creationId xmlns:p14="http://schemas.microsoft.com/office/powerpoint/2010/main" val="35679245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4E05D-698E-FFBC-5554-20FA6B56AD5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A8D9686-463E-E42A-A976-71CDEDC177D1}"/>
              </a:ext>
            </a:extLst>
          </p:cNvPr>
          <p:cNvSpPr>
            <a:spLocks noGrp="1"/>
          </p:cNvSpPr>
          <p:nvPr>
            <p:ph type="title"/>
          </p:nvPr>
        </p:nvSpPr>
        <p:spPr>
          <a:xfrm>
            <a:off x="696000" y="360000"/>
            <a:ext cx="10800000" cy="424732"/>
          </a:xfrm>
        </p:spPr>
        <p:txBody>
          <a:bodyPr/>
          <a:lstStyle/>
          <a:p>
            <a:r>
              <a:rPr lang="zh-CN" altLang="en-US" dirty="0"/>
              <a:t>定义项目范围 </a:t>
            </a:r>
            <a:r>
              <a:rPr lang="en-US" altLang="zh-CN" dirty="0"/>
              <a:t>- Define Project Scope</a:t>
            </a:r>
            <a:endParaRPr lang="zh-CN" altLang="en-US" dirty="0"/>
          </a:p>
        </p:txBody>
      </p:sp>
      <p:sp>
        <p:nvSpPr>
          <p:cNvPr id="3" name="内容占位符 2">
            <a:extLst>
              <a:ext uri="{FF2B5EF4-FFF2-40B4-BE49-F238E27FC236}">
                <a16:creationId xmlns:a16="http://schemas.microsoft.com/office/drawing/2014/main" id="{3BF29426-0EE6-FA22-E26A-892CDD5990CB}"/>
              </a:ext>
            </a:extLst>
          </p:cNvPr>
          <p:cNvSpPr>
            <a:spLocks noGrp="1"/>
          </p:cNvSpPr>
          <p:nvPr>
            <p:ph idx="1"/>
          </p:nvPr>
        </p:nvSpPr>
        <p:spPr>
          <a:xfrm>
            <a:off x="696000" y="1080000"/>
            <a:ext cx="10800000" cy="5112000"/>
          </a:xfrm>
        </p:spPr>
        <p:txBody>
          <a:bodyPr>
            <a:normAutofit/>
          </a:bodyPr>
          <a:lstStyle/>
          <a:p>
            <a:r>
              <a:rPr lang="zh-CN" altLang="en-US" dirty="0"/>
              <a:t>编写项目需求文档</a:t>
            </a:r>
            <a:endParaRPr lang="en-US" altLang="zh-CN" dirty="0"/>
          </a:p>
          <a:p>
            <a:r>
              <a:rPr lang="zh-CN" altLang="en-US" dirty="0"/>
              <a:t>设计系统架构</a:t>
            </a:r>
            <a:endParaRPr lang="en-US" altLang="zh-CN" dirty="0"/>
          </a:p>
          <a:p>
            <a:r>
              <a:rPr lang="zh-CN" altLang="en-US" dirty="0"/>
              <a:t>开发前端界面</a:t>
            </a:r>
            <a:endParaRPr lang="en-US" altLang="zh-CN" dirty="0"/>
          </a:p>
          <a:p>
            <a:r>
              <a:rPr lang="zh-CN" altLang="en-US" dirty="0"/>
              <a:t>实现后端逻辑</a:t>
            </a:r>
            <a:endParaRPr lang="en-US" altLang="zh-CN" dirty="0"/>
          </a:p>
          <a:p>
            <a:r>
              <a:rPr lang="zh-CN" altLang="en-US" dirty="0"/>
              <a:t>数据库设计与优化</a:t>
            </a:r>
            <a:endParaRPr lang="en-US" altLang="zh-CN" dirty="0"/>
          </a:p>
          <a:p>
            <a:r>
              <a:rPr lang="zh-CN" altLang="en-US" dirty="0"/>
              <a:t>编写单元测试</a:t>
            </a:r>
            <a:endParaRPr lang="en-US" altLang="zh-CN" dirty="0"/>
          </a:p>
          <a:p>
            <a:r>
              <a:rPr lang="zh-CN" altLang="en-US" dirty="0"/>
              <a:t>集成第三方服务</a:t>
            </a:r>
            <a:endParaRPr lang="en-US" altLang="zh-CN" dirty="0"/>
          </a:p>
          <a:p>
            <a:r>
              <a:rPr lang="zh-CN" altLang="en-US" dirty="0"/>
              <a:t>用户手册编写</a:t>
            </a:r>
            <a:endParaRPr lang="en-US" altLang="zh-CN" dirty="0"/>
          </a:p>
          <a:p>
            <a:r>
              <a:rPr lang="zh-CN" altLang="en-US" dirty="0"/>
              <a:t>代码审查与重构</a:t>
            </a:r>
            <a:endParaRPr lang="en-US" altLang="zh-CN" dirty="0"/>
          </a:p>
          <a:p>
            <a:r>
              <a:rPr lang="zh-CN" altLang="en-US" dirty="0"/>
              <a:t>项目的部署与上线支持</a:t>
            </a:r>
            <a:endParaRPr lang="en-US" altLang="zh-CN" dirty="0"/>
          </a:p>
        </p:txBody>
      </p:sp>
      <p:sp>
        <p:nvSpPr>
          <p:cNvPr id="4" name="矩形: 圆角 3">
            <a:extLst>
              <a:ext uri="{FF2B5EF4-FFF2-40B4-BE49-F238E27FC236}">
                <a16:creationId xmlns:a16="http://schemas.microsoft.com/office/drawing/2014/main" id="{C1F13F80-BD52-CD8F-6FB6-312AA130CF10}"/>
              </a:ext>
            </a:extLst>
          </p:cNvPr>
          <p:cNvSpPr/>
          <p:nvPr/>
        </p:nvSpPr>
        <p:spPr>
          <a:xfrm>
            <a:off x="5657849" y="2686050"/>
            <a:ext cx="2160000" cy="432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dirty="0"/>
              <a:t>项目管理计划</a:t>
            </a:r>
          </a:p>
        </p:txBody>
      </p:sp>
      <p:sp>
        <p:nvSpPr>
          <p:cNvPr id="5" name="矩形: 圆角 4">
            <a:extLst>
              <a:ext uri="{FF2B5EF4-FFF2-40B4-BE49-F238E27FC236}">
                <a16:creationId xmlns:a16="http://schemas.microsoft.com/office/drawing/2014/main" id="{35264D85-161C-A14D-ABC5-ED9A132694B3}"/>
              </a:ext>
            </a:extLst>
          </p:cNvPr>
          <p:cNvSpPr/>
          <p:nvPr/>
        </p:nvSpPr>
        <p:spPr>
          <a:xfrm>
            <a:off x="5657849" y="3270450"/>
            <a:ext cx="2160000" cy="432000"/>
          </a:xfrm>
          <a:prstGeom prst="roundRect">
            <a:avLst/>
          </a:prstGeom>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dirty="0"/>
              <a:t>项目章程</a:t>
            </a:r>
          </a:p>
        </p:txBody>
      </p:sp>
      <p:sp>
        <p:nvSpPr>
          <p:cNvPr id="6" name="矩形: 圆角 5">
            <a:extLst>
              <a:ext uri="{FF2B5EF4-FFF2-40B4-BE49-F238E27FC236}">
                <a16:creationId xmlns:a16="http://schemas.microsoft.com/office/drawing/2014/main" id="{14ED2225-9527-2A38-A53C-614ED7D64AE5}"/>
              </a:ext>
            </a:extLst>
          </p:cNvPr>
          <p:cNvSpPr/>
          <p:nvPr/>
        </p:nvSpPr>
        <p:spPr>
          <a:xfrm>
            <a:off x="5657849" y="3854850"/>
            <a:ext cx="2160000" cy="432000"/>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zh-CN" altLang="en-US" dirty="0"/>
              <a:t>组织过程资产</a:t>
            </a:r>
          </a:p>
        </p:txBody>
      </p:sp>
      <p:sp>
        <p:nvSpPr>
          <p:cNvPr id="7" name="矩形: 圆角 6">
            <a:extLst>
              <a:ext uri="{FF2B5EF4-FFF2-40B4-BE49-F238E27FC236}">
                <a16:creationId xmlns:a16="http://schemas.microsoft.com/office/drawing/2014/main" id="{88F42267-32FB-0DBB-A7CD-B868645ED728}"/>
              </a:ext>
            </a:extLst>
          </p:cNvPr>
          <p:cNvSpPr/>
          <p:nvPr/>
        </p:nvSpPr>
        <p:spPr>
          <a:xfrm>
            <a:off x="5682750" y="4439250"/>
            <a:ext cx="2160000" cy="432000"/>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zh-CN" altLang="en-US" dirty="0"/>
              <a:t>事业环境因素</a:t>
            </a:r>
          </a:p>
        </p:txBody>
      </p:sp>
      <p:sp>
        <p:nvSpPr>
          <p:cNvPr id="8" name="矩形: 圆角 7">
            <a:extLst>
              <a:ext uri="{FF2B5EF4-FFF2-40B4-BE49-F238E27FC236}">
                <a16:creationId xmlns:a16="http://schemas.microsoft.com/office/drawing/2014/main" id="{06107906-4706-1C3A-06CA-8479513D42B4}"/>
              </a:ext>
            </a:extLst>
          </p:cNvPr>
          <p:cNvSpPr/>
          <p:nvPr/>
        </p:nvSpPr>
        <p:spPr>
          <a:xfrm>
            <a:off x="8262599" y="3562650"/>
            <a:ext cx="2160000" cy="432000"/>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a:t>范围管理计划</a:t>
            </a:r>
          </a:p>
        </p:txBody>
      </p:sp>
      <p:cxnSp>
        <p:nvCxnSpPr>
          <p:cNvPr id="10" name="连接符: 曲线 9">
            <a:extLst>
              <a:ext uri="{FF2B5EF4-FFF2-40B4-BE49-F238E27FC236}">
                <a16:creationId xmlns:a16="http://schemas.microsoft.com/office/drawing/2014/main" id="{853B0B05-9AF1-EDAD-C4C0-8D0A6B2D7FBD}"/>
              </a:ext>
            </a:extLst>
          </p:cNvPr>
          <p:cNvCxnSpPr>
            <a:stCxn id="4" idx="3"/>
            <a:endCxn id="8" idx="1"/>
          </p:cNvCxnSpPr>
          <p:nvPr/>
        </p:nvCxnSpPr>
        <p:spPr>
          <a:xfrm>
            <a:off x="7817849" y="2902050"/>
            <a:ext cx="444750" cy="876600"/>
          </a:xfrm>
          <a:prstGeom prst="curved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2" name="连接符: 曲线 11">
            <a:extLst>
              <a:ext uri="{FF2B5EF4-FFF2-40B4-BE49-F238E27FC236}">
                <a16:creationId xmlns:a16="http://schemas.microsoft.com/office/drawing/2014/main" id="{2F1F21C0-FA7A-B0AE-E004-88ACD5390923}"/>
              </a:ext>
            </a:extLst>
          </p:cNvPr>
          <p:cNvCxnSpPr>
            <a:stCxn id="7" idx="3"/>
            <a:endCxn id="8" idx="1"/>
          </p:cNvCxnSpPr>
          <p:nvPr/>
        </p:nvCxnSpPr>
        <p:spPr>
          <a:xfrm flipV="1">
            <a:off x="7842750" y="3778650"/>
            <a:ext cx="419849" cy="876600"/>
          </a:xfrm>
          <a:prstGeom prst="curvedConnector3">
            <a:avLst/>
          </a:prstGeom>
          <a:ln>
            <a:solidFill>
              <a:schemeClr val="bg1">
                <a:lumMod val="50000"/>
              </a:schemeClr>
            </a:solidFill>
            <a:tailEnd type="none"/>
          </a:ln>
        </p:spPr>
        <p:style>
          <a:lnRef idx="1">
            <a:schemeClr val="accent1"/>
          </a:lnRef>
          <a:fillRef idx="0">
            <a:schemeClr val="accent1"/>
          </a:fillRef>
          <a:effectRef idx="0">
            <a:schemeClr val="accent1"/>
          </a:effectRef>
          <a:fontRef idx="minor">
            <a:schemeClr val="tx1"/>
          </a:fontRef>
        </p:style>
      </p:cxnSp>
      <p:sp>
        <p:nvSpPr>
          <p:cNvPr id="13" name="矩形: 圆角 12">
            <a:extLst>
              <a:ext uri="{FF2B5EF4-FFF2-40B4-BE49-F238E27FC236}">
                <a16:creationId xmlns:a16="http://schemas.microsoft.com/office/drawing/2014/main" id="{574C1BD7-F42E-3148-A353-958093AF3B91}"/>
              </a:ext>
            </a:extLst>
          </p:cNvPr>
          <p:cNvSpPr/>
          <p:nvPr/>
        </p:nvSpPr>
        <p:spPr>
          <a:xfrm>
            <a:off x="8262599" y="4070850"/>
            <a:ext cx="2160000" cy="432000"/>
          </a:xfrm>
          <a:prstGeom prst="roundRect">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zh-CN" altLang="en-US" dirty="0"/>
              <a:t>需求管理计划</a:t>
            </a:r>
          </a:p>
        </p:txBody>
      </p:sp>
    </p:spTree>
    <p:extLst>
      <p:ext uri="{BB962C8B-B14F-4D97-AF65-F5344CB8AC3E}">
        <p14:creationId xmlns:p14="http://schemas.microsoft.com/office/powerpoint/2010/main" val="17199820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A8F6B3B9-2CEB-B80C-C253-1B137FE3CDA2}"/>
              </a:ext>
            </a:extLst>
          </p:cNvPr>
          <p:cNvSpPr>
            <a:spLocks noGrp="1"/>
          </p:cNvSpPr>
          <p:nvPr>
            <p:ph type="body" sz="quarter" idx="10"/>
          </p:nvPr>
        </p:nvSpPr>
        <p:spPr/>
        <p:txBody>
          <a:bodyPr/>
          <a:lstStyle/>
          <a:p>
            <a:r>
              <a:rPr lang="zh-CN" altLang="en-US" dirty="0"/>
              <a:t>关于项目范围确认 </a:t>
            </a:r>
            <a:r>
              <a:rPr lang="en-US" altLang="zh-CN" dirty="0"/>
              <a:t>Validate Scope</a:t>
            </a:r>
            <a:r>
              <a:rPr lang="zh-CN" altLang="en-US" dirty="0"/>
              <a:t> 的描述，不正确的是：（ ）</a:t>
            </a:r>
          </a:p>
          <a:p>
            <a:r>
              <a:rPr lang="en-US" altLang="zh-CN" dirty="0"/>
              <a:t>A. </a:t>
            </a:r>
            <a:r>
              <a:rPr lang="zh-CN" altLang="en-US" dirty="0"/>
              <a:t>范围确认应贯穿项目的始终</a:t>
            </a:r>
          </a:p>
          <a:p>
            <a:r>
              <a:rPr lang="en-US" altLang="zh-CN" dirty="0"/>
              <a:t>B. </a:t>
            </a:r>
            <a:r>
              <a:rPr lang="zh-CN" altLang="en-US" dirty="0"/>
              <a:t>范围确认的主要作用是使验收过程具有客观性</a:t>
            </a:r>
          </a:p>
          <a:p>
            <a:r>
              <a:rPr lang="en-US" altLang="zh-CN" dirty="0"/>
              <a:t>C. </a:t>
            </a:r>
            <a:r>
              <a:rPr lang="zh-CN" altLang="en-US" dirty="0"/>
              <a:t>范围确认过程关注可交付成果的正确性以及是否满足质量要求</a:t>
            </a:r>
          </a:p>
          <a:p>
            <a:r>
              <a:rPr lang="en-US" altLang="zh-CN" dirty="0"/>
              <a:t>D. </a:t>
            </a:r>
            <a:r>
              <a:rPr lang="zh-CN" altLang="en-US" dirty="0"/>
              <a:t>范围确认时，应检查每个交付成果是否有明确的里程碑，里程碑是否明确可辨别</a:t>
            </a:r>
          </a:p>
        </p:txBody>
      </p:sp>
    </p:spTree>
    <p:extLst>
      <p:ext uri="{BB962C8B-B14F-4D97-AF65-F5344CB8AC3E}">
        <p14:creationId xmlns:p14="http://schemas.microsoft.com/office/powerpoint/2010/main" val="1795006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E392ACB-C8D7-84CE-1940-A78C513AF8EE}"/>
              </a:ext>
            </a:extLst>
          </p:cNvPr>
          <p:cNvSpPr>
            <a:spLocks noGrp="1"/>
          </p:cNvSpPr>
          <p:nvPr>
            <p:ph type="body" sz="quarter" idx="10"/>
          </p:nvPr>
        </p:nvSpPr>
        <p:spPr/>
        <p:txBody>
          <a:bodyPr/>
          <a:lstStyle/>
          <a:p>
            <a:r>
              <a:rPr lang="zh-CN" altLang="en-US" dirty="0"/>
              <a:t>范围说明书的内容不包括（ ）。</a:t>
            </a:r>
            <a:endParaRPr lang="en-US" altLang="zh-CN" dirty="0"/>
          </a:p>
          <a:p>
            <a:endParaRPr lang="zh-CN" altLang="en-US" dirty="0"/>
          </a:p>
          <a:p>
            <a:r>
              <a:rPr lang="en-US" altLang="zh-CN" dirty="0"/>
              <a:t>A. </a:t>
            </a:r>
            <a:r>
              <a:rPr lang="zh-CN" altLang="en-US" dirty="0"/>
              <a:t>项目目标与产品范围描述</a:t>
            </a:r>
          </a:p>
          <a:p>
            <a:r>
              <a:rPr lang="en-US" altLang="zh-CN" dirty="0"/>
              <a:t>B. </a:t>
            </a:r>
            <a:r>
              <a:rPr lang="zh-CN" altLang="en-US" dirty="0"/>
              <a:t>项目需求与项目边界</a:t>
            </a:r>
          </a:p>
          <a:p>
            <a:r>
              <a:rPr lang="en-US" altLang="zh-CN" dirty="0"/>
              <a:t>C. </a:t>
            </a:r>
            <a:r>
              <a:rPr lang="zh-CN" altLang="en-US" dirty="0"/>
              <a:t>项目交付成果与干系人清单</a:t>
            </a:r>
          </a:p>
          <a:p>
            <a:r>
              <a:rPr lang="en-US" altLang="zh-CN" dirty="0"/>
              <a:t>D. </a:t>
            </a:r>
            <a:r>
              <a:rPr lang="zh-CN" altLang="en-US" dirty="0"/>
              <a:t>假设条件与项目制约因素</a:t>
            </a:r>
          </a:p>
        </p:txBody>
      </p:sp>
    </p:spTree>
    <p:extLst>
      <p:ext uri="{BB962C8B-B14F-4D97-AF65-F5344CB8AC3E}">
        <p14:creationId xmlns:p14="http://schemas.microsoft.com/office/powerpoint/2010/main" val="69315357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DE1EE08-E582-C13F-B487-2DC74823548F}"/>
              </a:ext>
            </a:extLst>
          </p:cNvPr>
          <p:cNvSpPr>
            <a:spLocks noGrp="1"/>
          </p:cNvSpPr>
          <p:nvPr>
            <p:ph type="body" sz="quarter" idx="10"/>
          </p:nvPr>
        </p:nvSpPr>
        <p:spPr/>
        <p:txBody>
          <a:bodyPr/>
          <a:lstStyle/>
          <a:p>
            <a:r>
              <a:rPr lang="zh-CN" altLang="en-US" dirty="0"/>
              <a:t>（ ）不属于项目范围说明书的内容。</a:t>
            </a:r>
            <a:endParaRPr lang="en-US" altLang="zh-CN" dirty="0"/>
          </a:p>
          <a:p>
            <a:endParaRPr lang="zh-CN" altLang="en-US" dirty="0"/>
          </a:p>
          <a:p>
            <a:r>
              <a:rPr lang="en-US" altLang="zh-CN" dirty="0"/>
              <a:t>A. </a:t>
            </a:r>
            <a:r>
              <a:rPr lang="zh-CN" altLang="en-US" dirty="0"/>
              <a:t>批准项目的原因</a:t>
            </a:r>
          </a:p>
          <a:p>
            <a:r>
              <a:rPr lang="en-US" altLang="zh-CN" dirty="0"/>
              <a:t>B. </a:t>
            </a:r>
            <a:r>
              <a:rPr lang="zh-CN" altLang="en-US" dirty="0"/>
              <a:t>项目验收标准</a:t>
            </a:r>
          </a:p>
          <a:p>
            <a:r>
              <a:rPr lang="en-US" altLang="zh-CN" dirty="0"/>
              <a:t>C. </a:t>
            </a:r>
            <a:r>
              <a:rPr lang="zh-CN" altLang="en-US" dirty="0"/>
              <a:t>项目可交付成果</a:t>
            </a:r>
          </a:p>
          <a:p>
            <a:r>
              <a:rPr lang="en-US" altLang="zh-CN" dirty="0"/>
              <a:t>D. </a:t>
            </a:r>
            <a:r>
              <a:rPr lang="zh-CN" altLang="en-US" dirty="0"/>
              <a:t>项目的制约因素</a:t>
            </a:r>
          </a:p>
        </p:txBody>
      </p:sp>
    </p:spTree>
    <p:extLst>
      <p:ext uri="{BB962C8B-B14F-4D97-AF65-F5344CB8AC3E}">
        <p14:creationId xmlns:p14="http://schemas.microsoft.com/office/powerpoint/2010/main" val="13125962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98FC6D-463B-EEDC-458F-9D9963D653DF}"/>
              </a:ext>
            </a:extLst>
          </p:cNvPr>
          <p:cNvSpPr>
            <a:spLocks noGrp="1"/>
          </p:cNvSpPr>
          <p:nvPr>
            <p:ph type="title"/>
          </p:nvPr>
        </p:nvSpPr>
        <p:spPr>
          <a:xfrm>
            <a:off x="696000" y="360000"/>
            <a:ext cx="10800000" cy="424732"/>
          </a:xfrm>
        </p:spPr>
        <p:txBody>
          <a:bodyPr/>
          <a:lstStyle/>
          <a:p>
            <a:r>
              <a:rPr lang="zh-CN" altLang="en-US" dirty="0"/>
              <a:t>批准预算 </a:t>
            </a:r>
            <a:r>
              <a:rPr lang="en-US" altLang="zh-CN" dirty="0"/>
              <a:t>- Approve the Budget</a:t>
            </a:r>
            <a:endParaRPr lang="zh-CN" altLang="en-US" dirty="0"/>
          </a:p>
        </p:txBody>
      </p:sp>
      <p:sp>
        <p:nvSpPr>
          <p:cNvPr id="7" name="内容占位符 6">
            <a:extLst>
              <a:ext uri="{FF2B5EF4-FFF2-40B4-BE49-F238E27FC236}">
                <a16:creationId xmlns:a16="http://schemas.microsoft.com/office/drawing/2014/main" id="{6D7837F6-9899-FE85-B3C0-43A253ABBA5B}"/>
              </a:ext>
            </a:extLst>
          </p:cNvPr>
          <p:cNvSpPr>
            <a:spLocks noGrp="1"/>
          </p:cNvSpPr>
          <p:nvPr>
            <p:ph idx="1"/>
          </p:nvPr>
        </p:nvSpPr>
        <p:spPr>
          <a:xfrm>
            <a:off x="696000" y="1080000"/>
            <a:ext cx="10800000" cy="5112000"/>
          </a:xfrm>
        </p:spPr>
        <p:txBody>
          <a:bodyPr/>
          <a:lstStyle/>
          <a:p>
            <a:r>
              <a:rPr lang="zh-CN" altLang="en-US" dirty="0"/>
              <a:t>检查你是否已经获得资金批准</a:t>
            </a:r>
            <a:endParaRPr lang="en-US" altLang="zh-CN" dirty="0"/>
          </a:p>
          <a:p>
            <a:r>
              <a:rPr lang="zh-CN" altLang="en-US" dirty="0"/>
              <a:t>任何其他所需资源</a:t>
            </a:r>
            <a:endParaRPr lang="en-US" altLang="zh-CN" dirty="0"/>
          </a:p>
          <a:p>
            <a:r>
              <a:rPr lang="zh-CN" altLang="en-US" dirty="0"/>
              <a:t>询问如何获取这些资源，并整理出使用这些资金的流程</a:t>
            </a:r>
          </a:p>
        </p:txBody>
      </p:sp>
    </p:spTree>
    <p:extLst>
      <p:ext uri="{BB962C8B-B14F-4D97-AF65-F5344CB8AC3E}">
        <p14:creationId xmlns:p14="http://schemas.microsoft.com/office/powerpoint/2010/main" val="22650515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206CD6-DA14-175A-5205-47406F816224}"/>
              </a:ext>
            </a:extLst>
          </p:cNvPr>
          <p:cNvSpPr>
            <a:spLocks noGrp="1"/>
          </p:cNvSpPr>
          <p:nvPr>
            <p:ph type="title"/>
          </p:nvPr>
        </p:nvSpPr>
        <p:spPr>
          <a:xfrm>
            <a:off x="696000" y="360000"/>
            <a:ext cx="10800000" cy="424732"/>
          </a:xfrm>
        </p:spPr>
        <p:txBody>
          <a:bodyPr/>
          <a:lstStyle/>
          <a:p>
            <a:r>
              <a:rPr lang="zh-CN" altLang="en-US" dirty="0"/>
              <a:t>识别初始项目风险 </a:t>
            </a:r>
            <a:r>
              <a:rPr lang="en-US" altLang="zh-CN" dirty="0"/>
              <a:t>- Identify Initial Project Risks</a:t>
            </a:r>
            <a:endParaRPr lang="zh-CN" altLang="en-US" dirty="0"/>
          </a:p>
        </p:txBody>
      </p:sp>
      <p:sp>
        <p:nvSpPr>
          <p:cNvPr id="5" name="内容占位符 4">
            <a:extLst>
              <a:ext uri="{FF2B5EF4-FFF2-40B4-BE49-F238E27FC236}">
                <a16:creationId xmlns:a16="http://schemas.microsoft.com/office/drawing/2014/main" id="{604D04A8-596E-A4F4-598C-73A5737AC9A3}"/>
              </a:ext>
            </a:extLst>
          </p:cNvPr>
          <p:cNvSpPr>
            <a:spLocks noGrp="1"/>
          </p:cNvSpPr>
          <p:nvPr>
            <p:ph idx="1"/>
          </p:nvPr>
        </p:nvSpPr>
        <p:spPr>
          <a:xfrm>
            <a:off x="696000" y="1080000"/>
            <a:ext cx="10800000" cy="5112000"/>
          </a:xfrm>
        </p:spPr>
        <p:txBody>
          <a:bodyPr/>
          <a:lstStyle/>
          <a:p>
            <a:r>
              <a:rPr lang="zh-CN" altLang="en-US" dirty="0"/>
              <a:t>风险是可能影响你完成项目指定内容的事情</a:t>
            </a:r>
            <a:endParaRPr lang="en-US" altLang="zh-CN" dirty="0"/>
          </a:p>
          <a:p>
            <a:pPr lvl="1"/>
            <a:r>
              <a:rPr lang="zh-CN" altLang="en-US" dirty="0"/>
              <a:t>如供应商让你失望</a:t>
            </a:r>
            <a:endParaRPr lang="en-US" altLang="zh-CN" dirty="0"/>
          </a:p>
          <a:p>
            <a:pPr lvl="1"/>
            <a:r>
              <a:rPr lang="zh-CN" altLang="en-US" dirty="0"/>
              <a:t>在你需要时没有拥有合适技能的资源</a:t>
            </a:r>
            <a:endParaRPr lang="en-US" altLang="zh-CN" dirty="0"/>
          </a:p>
          <a:p>
            <a:r>
              <a:rPr lang="zh-CN" altLang="en-US" dirty="0"/>
              <a:t>在开始进行太多项目工作之前，分析任何可能出错的风险</a:t>
            </a:r>
            <a:endParaRPr lang="en-US" altLang="zh-CN" dirty="0"/>
          </a:p>
          <a:p>
            <a:r>
              <a:rPr lang="zh-CN" altLang="en-US" dirty="0"/>
              <a:t>准备你的</a:t>
            </a:r>
            <a:r>
              <a:rPr lang="en-US" altLang="zh-CN" dirty="0"/>
              <a:t>B</a:t>
            </a:r>
            <a:r>
              <a:rPr lang="zh-CN" altLang="en-US" dirty="0"/>
              <a:t>计划，以防清单上的任何事情发生</a:t>
            </a:r>
            <a:endParaRPr lang="en-US" altLang="zh-CN" dirty="0"/>
          </a:p>
          <a:p>
            <a:r>
              <a:rPr lang="zh-CN" altLang="en-US" dirty="0"/>
              <a:t>风险分析包括使用工具和技术来确定先前已识别的项目风险的可能性和影响</a:t>
            </a:r>
          </a:p>
        </p:txBody>
      </p:sp>
    </p:spTree>
    <p:extLst>
      <p:ext uri="{BB962C8B-B14F-4D97-AF65-F5344CB8AC3E}">
        <p14:creationId xmlns:p14="http://schemas.microsoft.com/office/powerpoint/2010/main" val="71819001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16AF74-A279-5E8E-04DB-6CAAA6528771}"/>
              </a:ext>
            </a:extLst>
          </p:cNvPr>
          <p:cNvSpPr>
            <a:spLocks noGrp="1"/>
          </p:cNvSpPr>
          <p:nvPr>
            <p:ph type="title"/>
          </p:nvPr>
        </p:nvSpPr>
        <p:spPr>
          <a:xfrm>
            <a:off x="696000" y="360000"/>
            <a:ext cx="10800000" cy="424732"/>
          </a:xfrm>
        </p:spPr>
        <p:txBody>
          <a:bodyPr/>
          <a:lstStyle/>
          <a:p>
            <a:r>
              <a:rPr lang="zh-CN" altLang="en-US" dirty="0"/>
              <a:t>生产交付物清单 </a:t>
            </a:r>
            <a:r>
              <a:rPr lang="en-US" altLang="zh-CN" dirty="0"/>
              <a:t>- Produce List of Deliverables</a:t>
            </a:r>
            <a:endParaRPr lang="zh-CN" altLang="en-US" dirty="0"/>
          </a:p>
        </p:txBody>
      </p:sp>
      <p:sp>
        <p:nvSpPr>
          <p:cNvPr id="7" name="内容占位符 6">
            <a:extLst>
              <a:ext uri="{FF2B5EF4-FFF2-40B4-BE49-F238E27FC236}">
                <a16:creationId xmlns:a16="http://schemas.microsoft.com/office/drawing/2014/main" id="{7485708C-1458-0F01-E4A9-5A5411907CFA}"/>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144179190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BB2E2D-A13F-81D3-005D-58B95F866F3C}"/>
              </a:ext>
            </a:extLst>
          </p:cNvPr>
          <p:cNvSpPr>
            <a:spLocks noGrp="1"/>
          </p:cNvSpPr>
          <p:nvPr>
            <p:ph type="title"/>
          </p:nvPr>
        </p:nvSpPr>
        <p:spPr/>
        <p:txBody>
          <a:bodyPr/>
          <a:lstStyle/>
          <a:p>
            <a:r>
              <a:rPr lang="zh-CN" altLang="en-US" dirty="0"/>
              <a:t>产出 </a:t>
            </a:r>
            <a:r>
              <a:rPr lang="en-US" altLang="zh-CN" dirty="0"/>
              <a:t>output</a:t>
            </a:r>
            <a:endParaRPr lang="zh-CN" altLang="en-US" dirty="0"/>
          </a:p>
        </p:txBody>
      </p:sp>
      <p:sp>
        <p:nvSpPr>
          <p:cNvPr id="3" name="内容占位符 2">
            <a:extLst>
              <a:ext uri="{FF2B5EF4-FFF2-40B4-BE49-F238E27FC236}">
                <a16:creationId xmlns:a16="http://schemas.microsoft.com/office/drawing/2014/main" id="{D2ED4E94-7750-D1EF-D638-4D71A22F45CA}"/>
              </a:ext>
            </a:extLst>
          </p:cNvPr>
          <p:cNvSpPr>
            <a:spLocks noGrp="1"/>
          </p:cNvSpPr>
          <p:nvPr>
            <p:ph idx="1"/>
          </p:nvPr>
        </p:nvSpPr>
        <p:spPr/>
        <p:txBody>
          <a:bodyPr/>
          <a:lstStyle/>
          <a:p>
            <a:r>
              <a:rPr lang="zh-CN" altLang="en-US" dirty="0"/>
              <a:t>项目章程</a:t>
            </a:r>
            <a:endParaRPr lang="en-US" altLang="zh-CN" dirty="0"/>
          </a:p>
          <a:p>
            <a:r>
              <a:rPr lang="zh-CN" altLang="en-US" dirty="0"/>
              <a:t>项目管理计划 </a:t>
            </a:r>
            <a:r>
              <a:rPr lang="en-US" altLang="zh-CN" dirty="0"/>
              <a:t>– </a:t>
            </a:r>
            <a:r>
              <a:rPr lang="zh-CN" altLang="en-US" dirty="0"/>
              <a:t>项目</a:t>
            </a:r>
            <a:endParaRPr lang="en-US" altLang="zh-CN" dirty="0"/>
          </a:p>
          <a:p>
            <a:r>
              <a:rPr lang="zh-CN" altLang="en-US" dirty="0"/>
              <a:t>范围管理计划 </a:t>
            </a:r>
            <a:r>
              <a:rPr lang="en-US" altLang="zh-CN" dirty="0"/>
              <a:t>– </a:t>
            </a:r>
            <a:r>
              <a:rPr lang="zh-CN" altLang="en-US" dirty="0"/>
              <a:t>范围</a:t>
            </a:r>
            <a:endParaRPr lang="en-US" altLang="zh-CN" dirty="0"/>
          </a:p>
          <a:p>
            <a:r>
              <a:rPr lang="zh-CN" altLang="en-US" dirty="0"/>
              <a:t>需求管理计划 </a:t>
            </a:r>
            <a:r>
              <a:rPr lang="en-US" altLang="zh-CN" dirty="0"/>
              <a:t>– </a:t>
            </a:r>
            <a:r>
              <a:rPr lang="zh-CN" altLang="en-US" dirty="0"/>
              <a:t>需求</a:t>
            </a:r>
            <a:endParaRPr lang="en-US" altLang="zh-CN" dirty="0"/>
          </a:p>
          <a:p>
            <a:r>
              <a:rPr lang="zh-CN" altLang="en-US" dirty="0"/>
              <a:t>项目范围说明书</a:t>
            </a:r>
          </a:p>
        </p:txBody>
      </p:sp>
      <p:sp>
        <p:nvSpPr>
          <p:cNvPr id="4" name="文本占位符 3">
            <a:extLst>
              <a:ext uri="{FF2B5EF4-FFF2-40B4-BE49-F238E27FC236}">
                <a16:creationId xmlns:a16="http://schemas.microsoft.com/office/drawing/2014/main" id="{895A7765-D993-789E-8086-68647FCB1CBE}"/>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37585706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3EE4F-9A47-5DAF-E8F1-C2F2CDB49ECE}"/>
            </a:ext>
          </a:extLst>
        </p:cNvPr>
        <p:cNvGrpSpPr/>
        <p:nvPr/>
      </p:nvGrpSpPr>
      <p:grpSpPr>
        <a:xfrm>
          <a:off x="0" y="0"/>
          <a:ext cx="0" cy="0"/>
          <a:chOff x="0" y="0"/>
          <a:chExt cx="0" cy="0"/>
        </a:xfrm>
      </p:grpSpPr>
      <p:pic>
        <p:nvPicPr>
          <p:cNvPr id="13" name="图片占位符 12">
            <a:extLst>
              <a:ext uri="{FF2B5EF4-FFF2-40B4-BE49-F238E27FC236}">
                <a16:creationId xmlns:a16="http://schemas.microsoft.com/office/drawing/2014/main" id="{6A42495B-7B9A-FA31-2307-FC2981FC2BD3}"/>
              </a:ext>
            </a:extLst>
          </p:cNvPr>
          <p:cNvPicPr>
            <a:picLocks noGrp="1" noChangeAspect="1"/>
          </p:cNvPicPr>
          <p:nvPr>
            <p:ph type="pic" sz="quarter" idx="4294967295"/>
          </p:nvPr>
        </p:nvPicPr>
        <p:blipFill>
          <a:blip r:embed="rId2"/>
          <a:srcRect l="17552" r="17552"/>
          <a:stretch/>
        </p:blipFill>
        <p:spPr>
          <a:xfrm>
            <a:off x="0" y="0"/>
            <a:ext cx="7912359" cy="6858000"/>
          </a:xfrm>
        </p:spPr>
      </p:pic>
      <p:sp>
        <p:nvSpPr>
          <p:cNvPr id="2" name="标题 1">
            <a:extLst>
              <a:ext uri="{FF2B5EF4-FFF2-40B4-BE49-F238E27FC236}">
                <a16:creationId xmlns:a16="http://schemas.microsoft.com/office/drawing/2014/main" id="{BF9673A5-81A3-BE2E-FE4A-5AF12389CEDC}"/>
              </a:ext>
            </a:extLst>
          </p:cNvPr>
          <p:cNvSpPr>
            <a:spLocks noGrp="1"/>
          </p:cNvSpPr>
          <p:nvPr>
            <p:ph type="ctrTitle"/>
          </p:nvPr>
        </p:nvSpPr>
        <p:spPr>
          <a:xfrm>
            <a:off x="4077578" y="3498981"/>
            <a:ext cx="7262228" cy="1440000"/>
          </a:xfrm>
        </p:spPr>
        <p:txBody>
          <a:bodyPr/>
          <a:lstStyle/>
          <a:p>
            <a:r>
              <a:rPr lang="zh-CN" altLang="en-US" dirty="0"/>
              <a:t>项目生成周期</a:t>
            </a:r>
          </a:p>
        </p:txBody>
      </p:sp>
      <p:sp>
        <p:nvSpPr>
          <p:cNvPr id="3" name="副标题 2">
            <a:extLst>
              <a:ext uri="{FF2B5EF4-FFF2-40B4-BE49-F238E27FC236}">
                <a16:creationId xmlns:a16="http://schemas.microsoft.com/office/drawing/2014/main" id="{8783BF1D-2843-5B87-C62B-0E578EB26C21}"/>
              </a:ext>
            </a:extLst>
          </p:cNvPr>
          <p:cNvSpPr>
            <a:spLocks noGrp="1"/>
          </p:cNvSpPr>
          <p:nvPr>
            <p:ph type="subTitle" idx="1"/>
          </p:nvPr>
        </p:nvSpPr>
        <p:spPr>
          <a:xfrm>
            <a:off x="4077578" y="4938981"/>
            <a:ext cx="7262228" cy="900000"/>
          </a:xfrm>
        </p:spPr>
        <p:txBody>
          <a:bodyPr/>
          <a:lstStyle/>
          <a:p>
            <a:r>
              <a:rPr lang="en-US" altLang="zh-CN" dirty="0"/>
              <a:t>Section 3 Project Life Cycle Types</a:t>
            </a:r>
            <a:endParaRPr lang="zh-CN" altLang="en-US" dirty="0"/>
          </a:p>
        </p:txBody>
      </p:sp>
    </p:spTree>
    <p:extLst>
      <p:ext uri="{BB962C8B-B14F-4D97-AF65-F5344CB8AC3E}">
        <p14:creationId xmlns:p14="http://schemas.microsoft.com/office/powerpoint/2010/main" val="15763572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ACDE4E-0E93-7EE1-78FB-37D799B9C8E1}"/>
              </a:ext>
            </a:extLst>
          </p:cNvPr>
          <p:cNvSpPr>
            <a:spLocks noGrp="1"/>
          </p:cNvSpPr>
          <p:nvPr>
            <p:ph type="title"/>
          </p:nvPr>
        </p:nvSpPr>
        <p:spPr>
          <a:xfrm>
            <a:off x="695998" y="360000"/>
            <a:ext cx="7200000" cy="424732"/>
          </a:xfrm>
        </p:spPr>
        <p:txBody>
          <a:bodyPr/>
          <a:lstStyle/>
          <a:p>
            <a:r>
              <a:rPr lang="zh-CN" altLang="en-US" dirty="0"/>
              <a:t>项目生命周期类型</a:t>
            </a:r>
          </a:p>
        </p:txBody>
      </p:sp>
      <p:sp>
        <p:nvSpPr>
          <p:cNvPr id="15" name="内容占位符 14">
            <a:extLst>
              <a:ext uri="{FF2B5EF4-FFF2-40B4-BE49-F238E27FC236}">
                <a16:creationId xmlns:a16="http://schemas.microsoft.com/office/drawing/2014/main" id="{BEBEA09C-A11F-E792-C16A-0D15FD171C42}"/>
              </a:ext>
            </a:extLst>
          </p:cNvPr>
          <p:cNvSpPr>
            <a:spLocks noGrp="1"/>
          </p:cNvSpPr>
          <p:nvPr>
            <p:ph idx="1"/>
          </p:nvPr>
        </p:nvSpPr>
        <p:spPr/>
        <p:txBody>
          <a:bodyPr/>
          <a:lstStyle/>
          <a:p>
            <a:endParaRPr lang="zh-CN" altLang="en-US"/>
          </a:p>
        </p:txBody>
      </p:sp>
      <p:sp>
        <p:nvSpPr>
          <p:cNvPr id="4" name="文本占位符 3">
            <a:extLst>
              <a:ext uri="{FF2B5EF4-FFF2-40B4-BE49-F238E27FC236}">
                <a16:creationId xmlns:a16="http://schemas.microsoft.com/office/drawing/2014/main" id="{015D7454-D130-725F-915B-E3090B9C7497}"/>
              </a:ext>
            </a:extLst>
          </p:cNvPr>
          <p:cNvSpPr>
            <a:spLocks noGrp="1"/>
          </p:cNvSpPr>
          <p:nvPr>
            <p:ph type="body" sz="quarter" idx="10"/>
          </p:nvPr>
        </p:nvSpPr>
        <p:spPr>
          <a:xfrm>
            <a:off x="6702424" y="360001"/>
            <a:ext cx="4793575" cy="424731"/>
          </a:xfrm>
        </p:spPr>
        <p:txBody>
          <a:bodyPr/>
          <a:lstStyle/>
          <a:p>
            <a:r>
              <a:rPr lang="en-US" altLang="zh-CN" dirty="0"/>
              <a:t>Project Life Cycle Types</a:t>
            </a:r>
            <a:endParaRPr lang="zh-CN" altLang="en-US" dirty="0"/>
          </a:p>
        </p:txBody>
      </p:sp>
      <p:graphicFrame>
        <p:nvGraphicFramePr>
          <p:cNvPr id="5" name="表格 4">
            <a:extLst>
              <a:ext uri="{FF2B5EF4-FFF2-40B4-BE49-F238E27FC236}">
                <a16:creationId xmlns:a16="http://schemas.microsoft.com/office/drawing/2014/main" id="{98D226DE-68E5-AAE6-D80D-877EA0AF650C}"/>
              </a:ext>
            </a:extLst>
          </p:cNvPr>
          <p:cNvGraphicFramePr>
            <a:graphicFrameLocks noGrp="1"/>
          </p:cNvGraphicFramePr>
          <p:nvPr>
            <p:extLst>
              <p:ext uri="{D42A27DB-BD31-4B8C-83A1-F6EECF244321}">
                <p14:modId xmlns:p14="http://schemas.microsoft.com/office/powerpoint/2010/main" val="3367340612"/>
              </p:ext>
            </p:extLst>
          </p:nvPr>
        </p:nvGraphicFramePr>
        <p:xfrm>
          <a:off x="695997" y="2991600"/>
          <a:ext cx="10800000" cy="3200400"/>
        </p:xfrm>
        <a:graphic>
          <a:graphicData uri="http://schemas.openxmlformats.org/drawingml/2006/table">
            <a:tbl>
              <a:tblPr/>
              <a:tblGrid>
                <a:gridCol w="2039485">
                  <a:extLst>
                    <a:ext uri="{9D8B030D-6E8A-4147-A177-3AD203B41FA5}">
                      <a16:colId xmlns:a16="http://schemas.microsoft.com/office/drawing/2014/main" val="4038817863"/>
                    </a:ext>
                  </a:extLst>
                </a:gridCol>
                <a:gridCol w="2039485">
                  <a:extLst>
                    <a:ext uri="{9D8B030D-6E8A-4147-A177-3AD203B41FA5}">
                      <a16:colId xmlns:a16="http://schemas.microsoft.com/office/drawing/2014/main" val="75251589"/>
                    </a:ext>
                  </a:extLst>
                </a:gridCol>
                <a:gridCol w="6721030">
                  <a:extLst>
                    <a:ext uri="{9D8B030D-6E8A-4147-A177-3AD203B41FA5}">
                      <a16:colId xmlns:a16="http://schemas.microsoft.com/office/drawing/2014/main" val="1686519469"/>
                    </a:ext>
                  </a:extLst>
                </a:gridCol>
              </a:tblGrid>
              <a:tr h="0">
                <a:tc>
                  <a:txBody>
                    <a:bodyPr/>
                    <a:lstStyle/>
                    <a:p>
                      <a:pPr>
                        <a:buNone/>
                      </a:pPr>
                      <a:r>
                        <a:rPr lang="en-US">
                          <a:solidFill>
                            <a:schemeClr val="bg1"/>
                          </a:solidFill>
                        </a:rPr>
                        <a:t>Life Cycle Type</a:t>
                      </a:r>
                      <a:endParaRPr lang="en-US" dirty="0">
                        <a:solidFill>
                          <a:schemeClr val="bg1"/>
                        </a:solidFill>
                      </a:endParaRPr>
                    </a:p>
                  </a:txBody>
                  <a:tcPr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accent2"/>
                    </a:solidFill>
                  </a:tcPr>
                </a:tc>
                <a:tc>
                  <a:txBody>
                    <a:bodyPr/>
                    <a:lstStyle/>
                    <a:p>
                      <a:pPr>
                        <a:buNone/>
                      </a:pPr>
                      <a:r>
                        <a:rPr lang="en-US" altLang="zh-CN" dirty="0">
                          <a:solidFill>
                            <a:schemeClr val="bg1"/>
                          </a:solidFill>
                        </a:rPr>
                        <a:t>Description</a:t>
                      </a:r>
                      <a:endParaRPr lang="en-US" dirty="0">
                        <a:solidFill>
                          <a:schemeClr val="bg1"/>
                        </a:solidFill>
                      </a:endParaRPr>
                    </a:p>
                  </a:txBody>
                  <a:tcPr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accent2"/>
                    </a:solidFill>
                  </a:tcPr>
                </a:tc>
                <a:tc>
                  <a:txBody>
                    <a:bodyPr/>
                    <a:lstStyle/>
                    <a:p>
                      <a:pPr>
                        <a:buNone/>
                      </a:pPr>
                      <a:r>
                        <a:rPr lang="en-US">
                          <a:solidFill>
                            <a:schemeClr val="bg1"/>
                          </a:solidFill>
                        </a:rPr>
                        <a:t>Key Characteristics</a:t>
                      </a:r>
                      <a:endParaRPr lang="en-US" dirty="0">
                        <a:solidFill>
                          <a:schemeClr val="bg1"/>
                        </a:solidFill>
                      </a:endParaRPr>
                    </a:p>
                  </a:txBody>
                  <a:tcPr anchor="ctr">
                    <a:lnL w="12700" cmpd="sng">
                      <a:noFill/>
                      <a:prstDash val="soli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538606623"/>
                  </a:ext>
                </a:extLst>
              </a:tr>
              <a:tr h="0">
                <a:tc>
                  <a:txBody>
                    <a:bodyPr/>
                    <a:lstStyle/>
                    <a:p>
                      <a:pPr>
                        <a:buNone/>
                      </a:pPr>
                      <a:r>
                        <a:rPr lang="en-US" dirty="0"/>
                        <a:t>Predictive</a:t>
                      </a:r>
                    </a:p>
                  </a:txBody>
                  <a:tcPr anchor="ctr">
                    <a:lnL w="12700" cmpd="sng">
                      <a:noFill/>
                      <a:prstDash val="solid"/>
                    </a:lnL>
                    <a:lnR w="12700" cmpd="sng">
                      <a:noFill/>
                      <a:prstDash val="solid"/>
                    </a:lnR>
                    <a:lnT w="12700" cmpd="sng">
                      <a:noFill/>
                      <a:prstDash val="soli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zh-CN" altLang="en-US"/>
                        <a:t>预测型</a:t>
                      </a:r>
                      <a:endParaRPr lang="en-US" dirty="0"/>
                    </a:p>
                  </a:txBody>
                  <a:tcPr anchor="ctr">
                    <a:lnL w="12700" cmpd="sng">
                      <a:noFill/>
                      <a:prstDash val="solid"/>
                    </a:lnL>
                    <a:lnR w="12700" cmpd="sng">
                      <a:noFill/>
                      <a:prstDash val="solid"/>
                    </a:lnR>
                    <a:lnT w="12700" cmpd="sng">
                      <a:noFill/>
                      <a:prstDash val="soli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a:t>Scope, schedule, and cost defined early; </a:t>
                      </a:r>
                    </a:p>
                    <a:p>
                      <a:pPr>
                        <a:buNone/>
                      </a:pPr>
                      <a:r>
                        <a:rPr lang="en-US"/>
                        <a:t>low tolerance for change</a:t>
                      </a:r>
                      <a:endParaRPr lang="en-US" dirty="0"/>
                    </a:p>
                  </a:txBody>
                  <a:tcPr anchor="ctr">
                    <a:lnL w="12700" cmpd="sng">
                      <a:noFill/>
                      <a:prstDash val="solid"/>
                    </a:lnL>
                    <a:lnR w="12700" cmpd="sng">
                      <a:noFill/>
                      <a:prstDash val="solid"/>
                    </a:lnR>
                    <a:lnT w="12700" cmpd="sng">
                      <a:noFill/>
                      <a:prstDash val="soli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42919921"/>
                  </a:ext>
                </a:extLst>
              </a:tr>
              <a:tr h="0">
                <a:tc>
                  <a:txBody>
                    <a:bodyPr/>
                    <a:lstStyle/>
                    <a:p>
                      <a:pPr>
                        <a:buNone/>
                      </a:pPr>
                      <a:r>
                        <a:rPr lang="en-US" dirty="0"/>
                        <a:t>Iterative</a:t>
                      </a:r>
                    </a:p>
                  </a:txBody>
                  <a:tcPr anchor="ctr">
                    <a:lnL w="12700" cmpd="sng">
                      <a:noFill/>
                      <a:prstDash val="solid"/>
                    </a:lnL>
                    <a:lnR w="12700" cmpd="sng">
                      <a:noFill/>
                      <a:prstDash val="soli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zh-CN" altLang="en-US"/>
                        <a:t>迭代型</a:t>
                      </a:r>
                      <a:endParaRPr lang="en-US" dirty="0"/>
                    </a:p>
                  </a:txBody>
                  <a:tcPr anchor="ctr">
                    <a:lnL w="12700" cmpd="sng">
                      <a:noFill/>
                      <a:prstDash val="solid"/>
                    </a:lnL>
                    <a:lnR w="12700" cmpd="sng">
                      <a:noFill/>
                      <a:prstDash val="soli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a:t>Product refined over cycles; </a:t>
                      </a:r>
                    </a:p>
                    <a:p>
                      <a:pPr>
                        <a:buNone/>
                      </a:pPr>
                      <a:r>
                        <a:rPr lang="en-US"/>
                        <a:t>each iteration improves design/understanding</a:t>
                      </a:r>
                      <a:endParaRPr lang="en-US" dirty="0"/>
                    </a:p>
                  </a:txBody>
                  <a:tcPr anchor="ctr">
                    <a:lnL w="12700" cmpd="sng">
                      <a:noFill/>
                      <a:prstDash val="solid"/>
                    </a:lnL>
                    <a:lnR w="12700" cmpd="sng">
                      <a:noFill/>
                      <a:prstDash val="soli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34103914"/>
                  </a:ext>
                </a:extLst>
              </a:tr>
              <a:tr h="0">
                <a:tc>
                  <a:txBody>
                    <a:bodyPr/>
                    <a:lstStyle/>
                    <a:p>
                      <a:pPr>
                        <a:buNone/>
                      </a:pPr>
                      <a:r>
                        <a:rPr lang="en-US" dirty="0"/>
                        <a:t>Incremental</a:t>
                      </a:r>
                    </a:p>
                  </a:txBody>
                  <a:tcPr anchor="ctr">
                    <a:lnL w="12700" cmpd="sng">
                      <a:noFill/>
                      <a:prstDash val="solid"/>
                    </a:lnL>
                    <a:lnR w="12700" cmpd="sng">
                      <a:noFill/>
                      <a:prstDash val="soli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zh-CN" altLang="en-US"/>
                        <a:t>增量型</a:t>
                      </a:r>
                      <a:endParaRPr lang="en-US" dirty="0"/>
                    </a:p>
                  </a:txBody>
                  <a:tcPr anchor="ctr">
                    <a:lnL w="12700" cmpd="sng">
                      <a:noFill/>
                      <a:prstDash val="solid"/>
                    </a:lnL>
                    <a:lnR w="12700" cmpd="sng">
                      <a:noFill/>
                      <a:prstDash val="soli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a:t>Product delivered in usable chunks; </a:t>
                      </a:r>
                    </a:p>
                    <a:p>
                      <a:pPr>
                        <a:buNone/>
                      </a:pPr>
                      <a:r>
                        <a:rPr lang="en-US"/>
                        <a:t>each increment adds functionality</a:t>
                      </a:r>
                      <a:endParaRPr lang="en-US" dirty="0"/>
                    </a:p>
                  </a:txBody>
                  <a:tcPr anchor="ctr">
                    <a:lnL w="12700" cmpd="sng">
                      <a:noFill/>
                      <a:prstDash val="solid"/>
                    </a:lnL>
                    <a:lnR w="12700" cmpd="sng">
                      <a:noFill/>
                      <a:prstDash val="soli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16746955"/>
                  </a:ext>
                </a:extLst>
              </a:tr>
              <a:tr h="0">
                <a:tc>
                  <a:txBody>
                    <a:bodyPr/>
                    <a:lstStyle/>
                    <a:p>
                      <a:pPr>
                        <a:buNone/>
                      </a:pPr>
                      <a:r>
                        <a:rPr lang="en-US" dirty="0"/>
                        <a:t>Adaptive (Agile)</a:t>
                      </a:r>
                    </a:p>
                  </a:txBody>
                  <a:tcPr anchor="ctr">
                    <a:lnL w="12700" cmpd="sng">
                      <a:noFill/>
                      <a:prstDash val="solid"/>
                    </a:lnL>
                    <a:lnR w="12700" cmpd="sng">
                      <a:noFill/>
                      <a:prstDash val="soli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zh-CN" altLang="en-US"/>
                        <a:t>适应型 </a:t>
                      </a:r>
                      <a:r>
                        <a:rPr lang="en-US" altLang="zh-CN"/>
                        <a:t>/ </a:t>
                      </a:r>
                      <a:r>
                        <a:rPr lang="zh-CN" altLang="en-US"/>
                        <a:t>敏捷型</a:t>
                      </a:r>
                      <a:endParaRPr lang="en-US" dirty="0"/>
                    </a:p>
                  </a:txBody>
                  <a:tcPr anchor="ctr">
                    <a:lnL w="12700" cmpd="sng">
                      <a:noFill/>
                      <a:prstDash val="solid"/>
                    </a:lnL>
                    <a:lnR w="12700" cmpd="sng">
                      <a:noFill/>
                      <a:prstDash val="soli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tc>
                  <a:txBody>
                    <a:bodyPr/>
                    <a:lstStyle/>
                    <a:p>
                      <a:pPr>
                        <a:buNone/>
                      </a:pPr>
                      <a:r>
                        <a:rPr lang="en-US" dirty="0"/>
                        <a:t>Combines iterative + incremental; </a:t>
                      </a:r>
                    </a:p>
                    <a:p>
                      <a:pPr>
                        <a:buNone/>
                      </a:pPr>
                      <a:r>
                        <a:rPr lang="en-US" dirty="0"/>
                        <a:t>high responsiveness to change; </a:t>
                      </a:r>
                    </a:p>
                    <a:p>
                      <a:pPr>
                        <a:buNone/>
                      </a:pPr>
                      <a:r>
                        <a:rPr lang="en-US" dirty="0"/>
                        <a:t>stakeholder feedback</a:t>
                      </a:r>
                    </a:p>
                  </a:txBody>
                  <a:tcPr anchor="ctr">
                    <a:lnL w="12700" cmpd="sng">
                      <a:noFill/>
                      <a:prstDash val="solid"/>
                    </a:lnL>
                    <a:lnR w="12700" cmpd="sng">
                      <a:noFill/>
                      <a:prstDash val="soli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40491"/>
                  </a:ext>
                </a:extLst>
              </a:tr>
            </a:tbl>
          </a:graphicData>
        </a:graphic>
      </p:graphicFrame>
    </p:spTree>
    <p:extLst>
      <p:ext uri="{BB962C8B-B14F-4D97-AF65-F5344CB8AC3E}">
        <p14:creationId xmlns:p14="http://schemas.microsoft.com/office/powerpoint/2010/main" val="213186457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50BDD1-EBB6-4170-204F-6AA41BC60B87}"/>
              </a:ext>
            </a:extLst>
          </p:cNvPr>
          <p:cNvSpPr>
            <a:spLocks noGrp="1"/>
          </p:cNvSpPr>
          <p:nvPr>
            <p:ph type="title"/>
          </p:nvPr>
        </p:nvSpPr>
        <p:spPr>
          <a:xfrm>
            <a:off x="695998" y="360000"/>
            <a:ext cx="7200000" cy="424732"/>
          </a:xfrm>
        </p:spPr>
        <p:txBody>
          <a:bodyPr/>
          <a:lstStyle/>
          <a:p>
            <a:r>
              <a:rPr lang="zh-CN" altLang="en-US" dirty="0"/>
              <a:t>预测型</a:t>
            </a:r>
          </a:p>
        </p:txBody>
      </p:sp>
      <p:sp>
        <p:nvSpPr>
          <p:cNvPr id="3" name="内容占位符 2">
            <a:extLst>
              <a:ext uri="{FF2B5EF4-FFF2-40B4-BE49-F238E27FC236}">
                <a16:creationId xmlns:a16="http://schemas.microsoft.com/office/drawing/2014/main" id="{8ADB95AD-419E-9B8D-E406-13E30DDD37D5}"/>
              </a:ext>
            </a:extLst>
          </p:cNvPr>
          <p:cNvSpPr>
            <a:spLocks noGrp="1"/>
          </p:cNvSpPr>
          <p:nvPr>
            <p:ph idx="1"/>
          </p:nvPr>
        </p:nvSpPr>
        <p:spPr>
          <a:xfrm>
            <a:off x="696000" y="1080000"/>
            <a:ext cx="10800000" cy="5112000"/>
          </a:xfrm>
        </p:spPr>
        <p:txBody>
          <a:bodyPr/>
          <a:lstStyle/>
          <a:p>
            <a:r>
              <a:rPr lang="zh-CN" altLang="en-US" dirty="0"/>
              <a:t>瀑布模型</a:t>
            </a:r>
            <a:endParaRPr lang="en-US" altLang="zh-CN" dirty="0"/>
          </a:p>
          <a:p>
            <a:r>
              <a:rPr lang="en-US" altLang="zh-CN" dirty="0"/>
              <a:t>V</a:t>
            </a:r>
            <a:r>
              <a:rPr lang="zh-CN" altLang="en-US" dirty="0"/>
              <a:t>模型</a:t>
            </a:r>
            <a:endParaRPr lang="en-US" altLang="zh-CN" dirty="0"/>
          </a:p>
          <a:p>
            <a:r>
              <a:rPr lang="zh-CN" altLang="en-US" dirty="0"/>
              <a:t>特点：</a:t>
            </a:r>
            <a:endParaRPr lang="en-US" altLang="zh-CN" dirty="0"/>
          </a:p>
          <a:p>
            <a:pPr lvl="1"/>
            <a:r>
              <a:rPr lang="zh-CN" altLang="en-US" dirty="0"/>
              <a:t>需求清晰</a:t>
            </a:r>
            <a:endParaRPr lang="en-US" altLang="zh-CN" dirty="0"/>
          </a:p>
          <a:p>
            <a:pPr lvl="1"/>
            <a:r>
              <a:rPr lang="zh-CN" altLang="en-US" dirty="0"/>
              <a:t>结构化</a:t>
            </a:r>
            <a:endParaRPr lang="en-US" altLang="zh-CN" dirty="0"/>
          </a:p>
          <a:p>
            <a:pPr lvl="1"/>
            <a:r>
              <a:rPr lang="zh-CN" altLang="en-US" dirty="0"/>
              <a:t>前期确定</a:t>
            </a:r>
          </a:p>
          <a:p>
            <a:endParaRPr lang="zh-CN" altLang="en-US" dirty="0"/>
          </a:p>
          <a:p>
            <a:endParaRPr lang="zh-CN" altLang="en-US" dirty="0"/>
          </a:p>
        </p:txBody>
      </p:sp>
      <p:sp>
        <p:nvSpPr>
          <p:cNvPr id="4" name="文本占位符 3">
            <a:extLst>
              <a:ext uri="{FF2B5EF4-FFF2-40B4-BE49-F238E27FC236}">
                <a16:creationId xmlns:a16="http://schemas.microsoft.com/office/drawing/2014/main" id="{DB3AD9D0-3054-B3CE-A948-83258182B893}"/>
              </a:ext>
            </a:extLst>
          </p:cNvPr>
          <p:cNvSpPr>
            <a:spLocks noGrp="1"/>
          </p:cNvSpPr>
          <p:nvPr>
            <p:ph type="body" sz="quarter" idx="10"/>
          </p:nvPr>
        </p:nvSpPr>
        <p:spPr>
          <a:xfrm>
            <a:off x="6702424" y="360001"/>
            <a:ext cx="4793575" cy="424731"/>
          </a:xfrm>
        </p:spPr>
        <p:txBody>
          <a:bodyPr/>
          <a:lstStyle/>
          <a:p>
            <a:r>
              <a:rPr lang="en-US" altLang="zh-CN" dirty="0"/>
              <a:t>Predictive</a:t>
            </a:r>
          </a:p>
        </p:txBody>
      </p:sp>
    </p:spTree>
    <p:extLst>
      <p:ext uri="{BB962C8B-B14F-4D97-AF65-F5344CB8AC3E}">
        <p14:creationId xmlns:p14="http://schemas.microsoft.com/office/powerpoint/2010/main" val="398825041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A0E5F-3014-D510-3D15-B8CF5E93311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D037F48-6B12-C849-64E3-5C0423A68A45}"/>
              </a:ext>
            </a:extLst>
          </p:cNvPr>
          <p:cNvSpPr>
            <a:spLocks noGrp="1"/>
          </p:cNvSpPr>
          <p:nvPr>
            <p:ph type="title"/>
          </p:nvPr>
        </p:nvSpPr>
        <p:spPr>
          <a:xfrm>
            <a:off x="695998" y="360000"/>
            <a:ext cx="7200000" cy="424732"/>
          </a:xfrm>
        </p:spPr>
        <p:txBody>
          <a:bodyPr/>
          <a:lstStyle/>
          <a:p>
            <a:r>
              <a:rPr lang="zh-CN" altLang="en-US" dirty="0"/>
              <a:t>瀑布模型 </a:t>
            </a:r>
            <a:r>
              <a:rPr lang="en-US" altLang="zh-CN" dirty="0"/>
              <a:t>Waterfall Model</a:t>
            </a:r>
            <a:endParaRPr lang="zh-CN" altLang="en-US" dirty="0"/>
          </a:p>
        </p:txBody>
      </p:sp>
      <p:sp>
        <p:nvSpPr>
          <p:cNvPr id="3" name="内容占位符 2">
            <a:extLst>
              <a:ext uri="{FF2B5EF4-FFF2-40B4-BE49-F238E27FC236}">
                <a16:creationId xmlns:a16="http://schemas.microsoft.com/office/drawing/2014/main" id="{C136C125-925F-F99A-2A07-B196FBC3DA3C}"/>
              </a:ext>
            </a:extLst>
          </p:cNvPr>
          <p:cNvSpPr>
            <a:spLocks noGrp="1"/>
          </p:cNvSpPr>
          <p:nvPr>
            <p:ph idx="1"/>
          </p:nvPr>
        </p:nvSpPr>
        <p:spPr>
          <a:xfrm>
            <a:off x="696000" y="1080000"/>
            <a:ext cx="10800000" cy="5112000"/>
          </a:xfrm>
        </p:spPr>
        <p:txBody>
          <a:bodyPr/>
          <a:lstStyle/>
          <a:p>
            <a:r>
              <a:rPr lang="zh-CN" altLang="en-US" dirty="0"/>
              <a:t>由 </a:t>
            </a:r>
            <a:r>
              <a:rPr lang="en-US" altLang="zh-CN" dirty="0"/>
              <a:t>Winston Royce </a:t>
            </a:r>
            <a:r>
              <a:rPr lang="zh-CN" altLang="en-US" dirty="0"/>
              <a:t>于</a:t>
            </a:r>
            <a:r>
              <a:rPr lang="en-US" altLang="zh-CN" dirty="0"/>
              <a:t>1970</a:t>
            </a:r>
            <a:r>
              <a:rPr lang="zh-CN" altLang="en-US" dirty="0"/>
              <a:t>年提出</a:t>
            </a:r>
            <a:endParaRPr lang="en-US" altLang="zh-CN" dirty="0"/>
          </a:p>
          <a:p>
            <a:r>
              <a:rPr lang="zh-CN" altLang="en-US" dirty="0"/>
              <a:t>它将软件开发生命周期划分为若干个线性阶段</a:t>
            </a:r>
            <a:endParaRPr lang="en-US" altLang="zh-CN" dirty="0"/>
          </a:p>
          <a:p>
            <a:r>
              <a:rPr lang="zh-CN" altLang="en-US" dirty="0"/>
              <a:t>每个阶段完成后才能进入下一个阶段</a:t>
            </a:r>
            <a:endParaRPr lang="en-US" altLang="zh-CN" dirty="0"/>
          </a:p>
          <a:p>
            <a:r>
              <a:rPr lang="zh-CN" altLang="en-US" dirty="0"/>
              <a:t>阶段分明、顺序执行</a:t>
            </a:r>
          </a:p>
          <a:p>
            <a:r>
              <a:rPr lang="zh-CN" altLang="en-US" dirty="0"/>
              <a:t>典型阶段如右图</a:t>
            </a:r>
          </a:p>
          <a:p>
            <a:r>
              <a:rPr lang="zh-CN" altLang="en-US" dirty="0"/>
              <a:t>特点：</a:t>
            </a:r>
          </a:p>
          <a:p>
            <a:pPr lvl="1"/>
            <a:r>
              <a:rPr lang="zh-CN" altLang="en-US" dirty="0"/>
              <a:t>各阶段严格顺序、不可回溯（理想情况下）</a:t>
            </a:r>
          </a:p>
          <a:p>
            <a:pPr lvl="1"/>
            <a:r>
              <a:rPr lang="zh-CN" altLang="en-US" dirty="0"/>
              <a:t>文档驱动，强调前期需求明确</a:t>
            </a:r>
          </a:p>
          <a:p>
            <a:pPr lvl="1"/>
            <a:r>
              <a:rPr lang="zh-CN" altLang="en-US" dirty="0"/>
              <a:t>测试集中在开发后期</a:t>
            </a:r>
          </a:p>
          <a:p>
            <a:pPr lvl="1"/>
            <a:r>
              <a:rPr lang="zh-CN" altLang="en-US" dirty="0"/>
              <a:t>不适合需求频繁变更的项目</a:t>
            </a:r>
          </a:p>
        </p:txBody>
      </p:sp>
      <p:sp>
        <p:nvSpPr>
          <p:cNvPr id="4" name="文本占位符 3">
            <a:extLst>
              <a:ext uri="{FF2B5EF4-FFF2-40B4-BE49-F238E27FC236}">
                <a16:creationId xmlns:a16="http://schemas.microsoft.com/office/drawing/2014/main" id="{E32D4ADB-6F16-E3EF-C1F8-CA6B2541D8F9}"/>
              </a:ext>
            </a:extLst>
          </p:cNvPr>
          <p:cNvSpPr>
            <a:spLocks noGrp="1"/>
          </p:cNvSpPr>
          <p:nvPr>
            <p:ph type="body" sz="quarter" idx="10"/>
          </p:nvPr>
        </p:nvSpPr>
        <p:spPr>
          <a:xfrm>
            <a:off x="6702424" y="360001"/>
            <a:ext cx="4793575" cy="424731"/>
          </a:xfrm>
        </p:spPr>
        <p:txBody>
          <a:bodyPr/>
          <a:lstStyle/>
          <a:p>
            <a:r>
              <a:rPr lang="en-US" altLang="zh-CN" dirty="0"/>
              <a:t>Predictive</a:t>
            </a:r>
          </a:p>
        </p:txBody>
      </p:sp>
      <p:grpSp>
        <p:nvGrpSpPr>
          <p:cNvPr id="1032" name="组合 1031">
            <a:extLst>
              <a:ext uri="{FF2B5EF4-FFF2-40B4-BE49-F238E27FC236}">
                <a16:creationId xmlns:a16="http://schemas.microsoft.com/office/drawing/2014/main" id="{A7514798-8B7E-D7C3-1659-6D5257D7D197}"/>
              </a:ext>
            </a:extLst>
          </p:cNvPr>
          <p:cNvGrpSpPr/>
          <p:nvPr/>
        </p:nvGrpSpPr>
        <p:grpSpPr>
          <a:xfrm>
            <a:off x="6105880" y="2056025"/>
            <a:ext cx="6086120" cy="4801975"/>
            <a:chOff x="5725427" y="1940677"/>
            <a:chExt cx="6086120" cy="4801975"/>
          </a:xfrm>
        </p:grpSpPr>
        <p:grpSp>
          <p:nvGrpSpPr>
            <p:cNvPr id="33" name="组合 32">
              <a:extLst>
                <a:ext uri="{FF2B5EF4-FFF2-40B4-BE49-F238E27FC236}">
                  <a16:creationId xmlns:a16="http://schemas.microsoft.com/office/drawing/2014/main" id="{3E34C81F-E32F-9D3F-8F54-6EAA0D9E0068}"/>
                </a:ext>
              </a:extLst>
            </p:cNvPr>
            <p:cNvGrpSpPr/>
            <p:nvPr/>
          </p:nvGrpSpPr>
          <p:grpSpPr>
            <a:xfrm>
              <a:off x="5725427" y="1940677"/>
              <a:ext cx="4341595" cy="4696244"/>
              <a:chOff x="4326605" y="2074027"/>
              <a:chExt cx="4341595" cy="4696244"/>
            </a:xfrm>
          </p:grpSpPr>
          <p:grpSp>
            <p:nvGrpSpPr>
              <p:cNvPr id="18" name="组合 17">
                <a:extLst>
                  <a:ext uri="{FF2B5EF4-FFF2-40B4-BE49-F238E27FC236}">
                    <a16:creationId xmlns:a16="http://schemas.microsoft.com/office/drawing/2014/main" id="{51C853F4-A0F9-3F0B-2DCD-32121CF092B9}"/>
                  </a:ext>
                </a:extLst>
              </p:cNvPr>
              <p:cNvGrpSpPr/>
              <p:nvPr/>
            </p:nvGrpSpPr>
            <p:grpSpPr>
              <a:xfrm>
                <a:off x="4326605" y="2074027"/>
                <a:ext cx="2042895" cy="1792726"/>
                <a:chOff x="4326605" y="2074027"/>
                <a:chExt cx="2042895" cy="1792726"/>
              </a:xfrm>
            </p:grpSpPr>
            <p:grpSp>
              <p:nvGrpSpPr>
                <p:cNvPr id="14" name="组合 13">
                  <a:extLst>
                    <a:ext uri="{FF2B5EF4-FFF2-40B4-BE49-F238E27FC236}">
                      <a16:creationId xmlns:a16="http://schemas.microsoft.com/office/drawing/2014/main" id="{050341AF-7853-CE6F-52D2-4523D9AA79CE}"/>
                    </a:ext>
                  </a:extLst>
                </p:cNvPr>
                <p:cNvGrpSpPr/>
                <p:nvPr/>
              </p:nvGrpSpPr>
              <p:grpSpPr>
                <a:xfrm>
                  <a:off x="4326605" y="2074027"/>
                  <a:ext cx="1479042" cy="1074297"/>
                  <a:chOff x="4326605" y="2074027"/>
                  <a:chExt cx="1479042" cy="1074297"/>
                </a:xfrm>
              </p:grpSpPr>
              <p:sp>
                <p:nvSpPr>
                  <p:cNvPr id="12" name="平行四边形 11">
                    <a:extLst>
                      <a:ext uri="{FF2B5EF4-FFF2-40B4-BE49-F238E27FC236}">
                        <a16:creationId xmlns:a16="http://schemas.microsoft.com/office/drawing/2014/main" id="{CBAB835B-C4A0-AC6B-AA92-0A5F5E04E41B}"/>
                      </a:ext>
                    </a:extLst>
                  </p:cNvPr>
                  <p:cNvSpPr/>
                  <p:nvPr/>
                </p:nvSpPr>
                <p:spPr>
                  <a:xfrm rot="20100000" flipV="1">
                    <a:off x="4365647" y="2644324"/>
                    <a:ext cx="1440000" cy="504000"/>
                  </a:xfrm>
                  <a:prstGeom prst="parallelogram">
                    <a:avLst>
                      <a:gd name="adj" fmla="val 79938"/>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平行四边形 12">
                    <a:extLst>
                      <a:ext uri="{FF2B5EF4-FFF2-40B4-BE49-F238E27FC236}">
                        <a16:creationId xmlns:a16="http://schemas.microsoft.com/office/drawing/2014/main" id="{4D2D1B06-F33E-A38A-DC03-8AA943DA9CCC}"/>
                      </a:ext>
                    </a:extLst>
                  </p:cNvPr>
                  <p:cNvSpPr/>
                  <p:nvPr/>
                </p:nvSpPr>
                <p:spPr>
                  <a:xfrm rot="5400000" flipV="1">
                    <a:off x="4345850" y="2054782"/>
                    <a:ext cx="917221" cy="955711"/>
                  </a:xfrm>
                  <a:prstGeom prst="parallelogram">
                    <a:avLst>
                      <a:gd name="adj" fmla="val 4923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a:extLst>
                    <a:ext uri="{FF2B5EF4-FFF2-40B4-BE49-F238E27FC236}">
                      <a16:creationId xmlns:a16="http://schemas.microsoft.com/office/drawing/2014/main" id="{2285813B-8410-0947-9030-DA8526CE125E}"/>
                    </a:ext>
                  </a:extLst>
                </p:cNvPr>
                <p:cNvGrpSpPr/>
                <p:nvPr/>
              </p:nvGrpSpPr>
              <p:grpSpPr>
                <a:xfrm>
                  <a:off x="4890458" y="2792456"/>
                  <a:ext cx="1479042" cy="1074297"/>
                  <a:chOff x="4326605" y="2074027"/>
                  <a:chExt cx="1479042" cy="1074297"/>
                </a:xfrm>
              </p:grpSpPr>
              <p:sp>
                <p:nvSpPr>
                  <p:cNvPr id="16" name="平行四边形 15">
                    <a:extLst>
                      <a:ext uri="{FF2B5EF4-FFF2-40B4-BE49-F238E27FC236}">
                        <a16:creationId xmlns:a16="http://schemas.microsoft.com/office/drawing/2014/main" id="{4DAB1EC9-F5EE-D687-E9B0-D0B8464570F5}"/>
                      </a:ext>
                    </a:extLst>
                  </p:cNvPr>
                  <p:cNvSpPr/>
                  <p:nvPr/>
                </p:nvSpPr>
                <p:spPr>
                  <a:xfrm rot="20100000" flipV="1">
                    <a:off x="4365647" y="2644324"/>
                    <a:ext cx="1440000" cy="504000"/>
                  </a:xfrm>
                  <a:prstGeom prst="parallelogram">
                    <a:avLst>
                      <a:gd name="adj" fmla="val 79938"/>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平行四边形 16">
                    <a:extLst>
                      <a:ext uri="{FF2B5EF4-FFF2-40B4-BE49-F238E27FC236}">
                        <a16:creationId xmlns:a16="http://schemas.microsoft.com/office/drawing/2014/main" id="{B8E0010C-5634-535E-597D-1314A34A8DCD}"/>
                      </a:ext>
                    </a:extLst>
                  </p:cNvPr>
                  <p:cNvSpPr/>
                  <p:nvPr/>
                </p:nvSpPr>
                <p:spPr>
                  <a:xfrm rot="5400000" flipV="1">
                    <a:off x="4345850" y="2054782"/>
                    <a:ext cx="917221" cy="955711"/>
                  </a:xfrm>
                  <a:prstGeom prst="parallelogram">
                    <a:avLst>
                      <a:gd name="adj" fmla="val 4923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9" name="组合 18">
                <a:extLst>
                  <a:ext uri="{FF2B5EF4-FFF2-40B4-BE49-F238E27FC236}">
                    <a16:creationId xmlns:a16="http://schemas.microsoft.com/office/drawing/2014/main" id="{DB459553-94F9-525F-6A8D-075008035051}"/>
                  </a:ext>
                </a:extLst>
              </p:cNvPr>
              <p:cNvGrpSpPr/>
              <p:nvPr/>
            </p:nvGrpSpPr>
            <p:grpSpPr>
              <a:xfrm>
                <a:off x="5469605" y="3519829"/>
                <a:ext cx="2042895" cy="1792726"/>
                <a:chOff x="4326605" y="2074027"/>
                <a:chExt cx="2042895" cy="1792726"/>
              </a:xfrm>
            </p:grpSpPr>
            <p:grpSp>
              <p:nvGrpSpPr>
                <p:cNvPr id="20" name="组合 19">
                  <a:extLst>
                    <a:ext uri="{FF2B5EF4-FFF2-40B4-BE49-F238E27FC236}">
                      <a16:creationId xmlns:a16="http://schemas.microsoft.com/office/drawing/2014/main" id="{637D8399-9D30-2E73-7B7B-D1988E3B919E}"/>
                    </a:ext>
                  </a:extLst>
                </p:cNvPr>
                <p:cNvGrpSpPr/>
                <p:nvPr/>
              </p:nvGrpSpPr>
              <p:grpSpPr>
                <a:xfrm>
                  <a:off x="4326605" y="2074027"/>
                  <a:ext cx="1479042" cy="1074297"/>
                  <a:chOff x="4326605" y="2074027"/>
                  <a:chExt cx="1479042" cy="1074297"/>
                </a:xfrm>
              </p:grpSpPr>
              <p:sp>
                <p:nvSpPr>
                  <p:cNvPr id="24" name="平行四边形 23">
                    <a:extLst>
                      <a:ext uri="{FF2B5EF4-FFF2-40B4-BE49-F238E27FC236}">
                        <a16:creationId xmlns:a16="http://schemas.microsoft.com/office/drawing/2014/main" id="{9DA418D2-566B-4C18-7AA4-2880A60A312D}"/>
                      </a:ext>
                    </a:extLst>
                  </p:cNvPr>
                  <p:cNvSpPr/>
                  <p:nvPr/>
                </p:nvSpPr>
                <p:spPr>
                  <a:xfrm rot="20100000" flipV="1">
                    <a:off x="4365647" y="2644324"/>
                    <a:ext cx="1440000" cy="504000"/>
                  </a:xfrm>
                  <a:prstGeom prst="parallelogram">
                    <a:avLst>
                      <a:gd name="adj" fmla="val 79938"/>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平行四边形 24">
                    <a:extLst>
                      <a:ext uri="{FF2B5EF4-FFF2-40B4-BE49-F238E27FC236}">
                        <a16:creationId xmlns:a16="http://schemas.microsoft.com/office/drawing/2014/main" id="{AF91D15C-9F0D-4AA6-278D-CAA3B4C89BA2}"/>
                      </a:ext>
                    </a:extLst>
                  </p:cNvPr>
                  <p:cNvSpPr/>
                  <p:nvPr/>
                </p:nvSpPr>
                <p:spPr>
                  <a:xfrm rot="5400000" flipV="1">
                    <a:off x="4345850" y="2054782"/>
                    <a:ext cx="917221" cy="955711"/>
                  </a:xfrm>
                  <a:prstGeom prst="parallelogram">
                    <a:avLst>
                      <a:gd name="adj" fmla="val 4923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1" name="组合 20">
                  <a:extLst>
                    <a:ext uri="{FF2B5EF4-FFF2-40B4-BE49-F238E27FC236}">
                      <a16:creationId xmlns:a16="http://schemas.microsoft.com/office/drawing/2014/main" id="{B8E00B04-87E6-866E-7C89-06D54E43A128}"/>
                    </a:ext>
                  </a:extLst>
                </p:cNvPr>
                <p:cNvGrpSpPr/>
                <p:nvPr/>
              </p:nvGrpSpPr>
              <p:grpSpPr>
                <a:xfrm>
                  <a:off x="4890458" y="2792456"/>
                  <a:ext cx="1479042" cy="1074297"/>
                  <a:chOff x="4326605" y="2074027"/>
                  <a:chExt cx="1479042" cy="1074297"/>
                </a:xfrm>
              </p:grpSpPr>
              <p:sp>
                <p:nvSpPr>
                  <p:cNvPr id="22" name="平行四边形 21">
                    <a:extLst>
                      <a:ext uri="{FF2B5EF4-FFF2-40B4-BE49-F238E27FC236}">
                        <a16:creationId xmlns:a16="http://schemas.microsoft.com/office/drawing/2014/main" id="{BEA25E8A-19C8-2E65-D313-664673138B80}"/>
                      </a:ext>
                    </a:extLst>
                  </p:cNvPr>
                  <p:cNvSpPr/>
                  <p:nvPr/>
                </p:nvSpPr>
                <p:spPr>
                  <a:xfrm rot="20100000" flipV="1">
                    <a:off x="4365647" y="2644324"/>
                    <a:ext cx="1440000" cy="504000"/>
                  </a:xfrm>
                  <a:prstGeom prst="parallelogram">
                    <a:avLst>
                      <a:gd name="adj" fmla="val 79938"/>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平行四边形 22">
                    <a:extLst>
                      <a:ext uri="{FF2B5EF4-FFF2-40B4-BE49-F238E27FC236}">
                        <a16:creationId xmlns:a16="http://schemas.microsoft.com/office/drawing/2014/main" id="{166822F4-0408-D755-7C25-30FE8A8E85EA}"/>
                      </a:ext>
                    </a:extLst>
                  </p:cNvPr>
                  <p:cNvSpPr/>
                  <p:nvPr/>
                </p:nvSpPr>
                <p:spPr>
                  <a:xfrm rot="5400000" flipV="1">
                    <a:off x="4345850" y="2054782"/>
                    <a:ext cx="917221" cy="955711"/>
                  </a:xfrm>
                  <a:prstGeom prst="parallelogram">
                    <a:avLst>
                      <a:gd name="adj" fmla="val 4923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6" name="组合 25">
                <a:extLst>
                  <a:ext uri="{FF2B5EF4-FFF2-40B4-BE49-F238E27FC236}">
                    <a16:creationId xmlns:a16="http://schemas.microsoft.com/office/drawing/2014/main" id="{5621674B-787D-6B39-A821-FE87BD74A7EE}"/>
                  </a:ext>
                </a:extLst>
              </p:cNvPr>
              <p:cNvGrpSpPr/>
              <p:nvPr/>
            </p:nvGrpSpPr>
            <p:grpSpPr>
              <a:xfrm>
                <a:off x="6625305" y="4977545"/>
                <a:ext cx="2042895" cy="1792726"/>
                <a:chOff x="4326605" y="2074027"/>
                <a:chExt cx="2042895" cy="1792726"/>
              </a:xfrm>
            </p:grpSpPr>
            <p:grpSp>
              <p:nvGrpSpPr>
                <p:cNvPr id="27" name="组合 26">
                  <a:extLst>
                    <a:ext uri="{FF2B5EF4-FFF2-40B4-BE49-F238E27FC236}">
                      <a16:creationId xmlns:a16="http://schemas.microsoft.com/office/drawing/2014/main" id="{74BDA3BA-9ECC-9FD6-EF08-7CE3E5B21155}"/>
                    </a:ext>
                  </a:extLst>
                </p:cNvPr>
                <p:cNvGrpSpPr/>
                <p:nvPr/>
              </p:nvGrpSpPr>
              <p:grpSpPr>
                <a:xfrm>
                  <a:off x="4326605" y="2074027"/>
                  <a:ext cx="1479042" cy="1074297"/>
                  <a:chOff x="4326605" y="2074027"/>
                  <a:chExt cx="1479042" cy="1074297"/>
                </a:xfrm>
              </p:grpSpPr>
              <p:sp>
                <p:nvSpPr>
                  <p:cNvPr id="31" name="平行四边形 30">
                    <a:extLst>
                      <a:ext uri="{FF2B5EF4-FFF2-40B4-BE49-F238E27FC236}">
                        <a16:creationId xmlns:a16="http://schemas.microsoft.com/office/drawing/2014/main" id="{3752443C-0876-E482-4332-09C1CA595A23}"/>
                      </a:ext>
                    </a:extLst>
                  </p:cNvPr>
                  <p:cNvSpPr/>
                  <p:nvPr/>
                </p:nvSpPr>
                <p:spPr>
                  <a:xfrm rot="20100000" flipV="1">
                    <a:off x="4365647" y="2644324"/>
                    <a:ext cx="1440000" cy="504000"/>
                  </a:xfrm>
                  <a:prstGeom prst="parallelogram">
                    <a:avLst>
                      <a:gd name="adj" fmla="val 79938"/>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平行四边形 31">
                    <a:extLst>
                      <a:ext uri="{FF2B5EF4-FFF2-40B4-BE49-F238E27FC236}">
                        <a16:creationId xmlns:a16="http://schemas.microsoft.com/office/drawing/2014/main" id="{00CA5CE4-344F-14EC-AAC4-6C220A7FBECA}"/>
                      </a:ext>
                    </a:extLst>
                  </p:cNvPr>
                  <p:cNvSpPr/>
                  <p:nvPr/>
                </p:nvSpPr>
                <p:spPr>
                  <a:xfrm rot="5400000" flipV="1">
                    <a:off x="4345850" y="2054782"/>
                    <a:ext cx="917221" cy="955711"/>
                  </a:xfrm>
                  <a:prstGeom prst="parallelogram">
                    <a:avLst>
                      <a:gd name="adj" fmla="val 4923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8" name="组合 27">
                  <a:extLst>
                    <a:ext uri="{FF2B5EF4-FFF2-40B4-BE49-F238E27FC236}">
                      <a16:creationId xmlns:a16="http://schemas.microsoft.com/office/drawing/2014/main" id="{7FC97493-DB6B-8776-E7C4-1E7CA810C767}"/>
                    </a:ext>
                  </a:extLst>
                </p:cNvPr>
                <p:cNvGrpSpPr/>
                <p:nvPr/>
              </p:nvGrpSpPr>
              <p:grpSpPr>
                <a:xfrm>
                  <a:off x="4890458" y="2792456"/>
                  <a:ext cx="1479042" cy="1074297"/>
                  <a:chOff x="4326605" y="2074027"/>
                  <a:chExt cx="1479042" cy="1074297"/>
                </a:xfrm>
              </p:grpSpPr>
              <p:sp>
                <p:nvSpPr>
                  <p:cNvPr id="29" name="平行四边形 28">
                    <a:extLst>
                      <a:ext uri="{FF2B5EF4-FFF2-40B4-BE49-F238E27FC236}">
                        <a16:creationId xmlns:a16="http://schemas.microsoft.com/office/drawing/2014/main" id="{DA4056FF-C9A1-F05C-04D8-E287C67F2C41}"/>
                      </a:ext>
                    </a:extLst>
                  </p:cNvPr>
                  <p:cNvSpPr/>
                  <p:nvPr/>
                </p:nvSpPr>
                <p:spPr>
                  <a:xfrm rot="20100000" flipV="1">
                    <a:off x="4365647" y="2644324"/>
                    <a:ext cx="1440000" cy="504000"/>
                  </a:xfrm>
                  <a:prstGeom prst="parallelogram">
                    <a:avLst>
                      <a:gd name="adj" fmla="val 79938"/>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平行四边形 29">
                    <a:extLst>
                      <a:ext uri="{FF2B5EF4-FFF2-40B4-BE49-F238E27FC236}">
                        <a16:creationId xmlns:a16="http://schemas.microsoft.com/office/drawing/2014/main" id="{98D63DC8-758D-6E6D-1B08-40AF2CB36CF8}"/>
                      </a:ext>
                    </a:extLst>
                  </p:cNvPr>
                  <p:cNvSpPr/>
                  <p:nvPr/>
                </p:nvSpPr>
                <p:spPr>
                  <a:xfrm rot="5400000" flipV="1">
                    <a:off x="4345850" y="2054782"/>
                    <a:ext cx="917221" cy="955711"/>
                  </a:xfrm>
                  <a:prstGeom prst="parallelogram">
                    <a:avLst>
                      <a:gd name="adj" fmla="val 49232"/>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sp>
          <p:nvSpPr>
            <p:cNvPr id="34" name="文本框 33">
              <a:extLst>
                <a:ext uri="{FF2B5EF4-FFF2-40B4-BE49-F238E27FC236}">
                  <a16:creationId xmlns:a16="http://schemas.microsoft.com/office/drawing/2014/main" id="{61F72329-9523-40C7-A658-411AF0AFC128}"/>
                </a:ext>
              </a:extLst>
            </p:cNvPr>
            <p:cNvSpPr txBox="1"/>
            <p:nvPr/>
          </p:nvSpPr>
          <p:spPr>
            <a:xfrm>
              <a:off x="7242065" y="2198944"/>
              <a:ext cx="4123245" cy="369332"/>
            </a:xfrm>
            <a:prstGeom prst="rect">
              <a:avLst/>
            </a:prstGeom>
            <a:noFill/>
          </p:spPr>
          <p:txBody>
            <a:bodyPr wrap="none" rtlCol="0">
              <a:spAutoFit/>
            </a:bodyPr>
            <a:lstStyle/>
            <a:p>
              <a:r>
                <a:rPr lang="en-US" altLang="zh-CN" dirty="0"/>
                <a:t>Requirement gathering &amp; analysis</a:t>
              </a:r>
              <a:endParaRPr lang="zh-CN" altLang="en-US" dirty="0"/>
            </a:p>
          </p:txBody>
        </p:sp>
        <p:sp>
          <p:nvSpPr>
            <p:cNvPr id="35" name="文本框 34">
              <a:extLst>
                <a:ext uri="{FF2B5EF4-FFF2-40B4-BE49-F238E27FC236}">
                  <a16:creationId xmlns:a16="http://schemas.microsoft.com/office/drawing/2014/main" id="{EA7C6A17-1759-8FF1-D979-9E729D42E751}"/>
                </a:ext>
              </a:extLst>
            </p:cNvPr>
            <p:cNvSpPr txBox="1"/>
            <p:nvPr/>
          </p:nvSpPr>
          <p:spPr>
            <a:xfrm>
              <a:off x="7804438" y="2908202"/>
              <a:ext cx="1888659" cy="369332"/>
            </a:xfrm>
            <a:prstGeom prst="rect">
              <a:avLst/>
            </a:prstGeom>
            <a:noFill/>
          </p:spPr>
          <p:txBody>
            <a:bodyPr wrap="none" rtlCol="0">
              <a:spAutoFit/>
            </a:bodyPr>
            <a:lstStyle/>
            <a:p>
              <a:r>
                <a:rPr lang="en-US" altLang="zh-CN" dirty="0"/>
                <a:t>System design</a:t>
              </a:r>
              <a:endParaRPr lang="zh-CN" altLang="en-US" dirty="0"/>
            </a:p>
          </p:txBody>
        </p:sp>
        <p:sp>
          <p:nvSpPr>
            <p:cNvPr id="36" name="文本框 35">
              <a:extLst>
                <a:ext uri="{FF2B5EF4-FFF2-40B4-BE49-F238E27FC236}">
                  <a16:creationId xmlns:a16="http://schemas.microsoft.com/office/drawing/2014/main" id="{DBEABF73-D1EF-67D8-C44A-7096395EC269}"/>
                </a:ext>
              </a:extLst>
            </p:cNvPr>
            <p:cNvSpPr txBox="1"/>
            <p:nvPr/>
          </p:nvSpPr>
          <p:spPr>
            <a:xfrm>
              <a:off x="8391347" y="3617460"/>
              <a:ext cx="2137124" cy="369332"/>
            </a:xfrm>
            <a:prstGeom prst="rect">
              <a:avLst/>
            </a:prstGeom>
            <a:noFill/>
          </p:spPr>
          <p:txBody>
            <a:bodyPr wrap="none" rtlCol="0">
              <a:spAutoFit/>
            </a:bodyPr>
            <a:lstStyle/>
            <a:p>
              <a:r>
                <a:rPr lang="en-US" altLang="zh-CN" dirty="0"/>
                <a:t>Implementation</a:t>
              </a:r>
              <a:endParaRPr lang="zh-CN" altLang="en-US" dirty="0"/>
            </a:p>
          </p:txBody>
        </p:sp>
        <p:sp>
          <p:nvSpPr>
            <p:cNvPr id="37" name="文本框 36">
              <a:extLst>
                <a:ext uri="{FF2B5EF4-FFF2-40B4-BE49-F238E27FC236}">
                  <a16:creationId xmlns:a16="http://schemas.microsoft.com/office/drawing/2014/main" id="{48BE4FBC-2556-B62D-48AE-2833DAC88CB5}"/>
                </a:ext>
              </a:extLst>
            </p:cNvPr>
            <p:cNvSpPr txBox="1"/>
            <p:nvPr/>
          </p:nvSpPr>
          <p:spPr>
            <a:xfrm>
              <a:off x="8963915" y="4326718"/>
              <a:ext cx="1039067" cy="369332"/>
            </a:xfrm>
            <a:prstGeom prst="rect">
              <a:avLst/>
            </a:prstGeom>
            <a:noFill/>
          </p:spPr>
          <p:txBody>
            <a:bodyPr wrap="none" rtlCol="0">
              <a:spAutoFit/>
            </a:bodyPr>
            <a:lstStyle/>
            <a:p>
              <a:r>
                <a:rPr lang="en-US" altLang="zh-CN" dirty="0"/>
                <a:t>Testing</a:t>
              </a:r>
              <a:endParaRPr lang="zh-CN" altLang="en-US" dirty="0"/>
            </a:p>
          </p:txBody>
        </p:sp>
        <p:sp>
          <p:nvSpPr>
            <p:cNvPr id="38" name="文本框 37">
              <a:extLst>
                <a:ext uri="{FF2B5EF4-FFF2-40B4-BE49-F238E27FC236}">
                  <a16:creationId xmlns:a16="http://schemas.microsoft.com/office/drawing/2014/main" id="{2EB77278-94B6-410B-B087-E6C83E37493E}"/>
                </a:ext>
              </a:extLst>
            </p:cNvPr>
            <p:cNvSpPr txBox="1"/>
            <p:nvPr/>
          </p:nvSpPr>
          <p:spPr>
            <a:xfrm>
              <a:off x="9535937" y="5035976"/>
              <a:ext cx="1837362" cy="369332"/>
            </a:xfrm>
            <a:prstGeom prst="rect">
              <a:avLst/>
            </a:prstGeom>
            <a:noFill/>
          </p:spPr>
          <p:txBody>
            <a:bodyPr wrap="none" rtlCol="0">
              <a:spAutoFit/>
            </a:bodyPr>
            <a:lstStyle/>
            <a:p>
              <a:r>
                <a:rPr lang="en-US" altLang="zh-CN" dirty="0"/>
                <a:t>Development</a:t>
              </a:r>
              <a:endParaRPr lang="zh-CN" altLang="en-US" dirty="0"/>
            </a:p>
          </p:txBody>
        </p:sp>
        <p:sp>
          <p:nvSpPr>
            <p:cNvPr id="39" name="文本框 38">
              <a:extLst>
                <a:ext uri="{FF2B5EF4-FFF2-40B4-BE49-F238E27FC236}">
                  <a16:creationId xmlns:a16="http://schemas.microsoft.com/office/drawing/2014/main" id="{42C4FD93-449E-9185-B568-6D4C5DD893DE}"/>
                </a:ext>
              </a:extLst>
            </p:cNvPr>
            <p:cNvSpPr txBox="1"/>
            <p:nvPr/>
          </p:nvSpPr>
          <p:spPr>
            <a:xfrm>
              <a:off x="10102425" y="5745236"/>
              <a:ext cx="1709122" cy="369332"/>
            </a:xfrm>
            <a:prstGeom prst="rect">
              <a:avLst/>
            </a:prstGeom>
            <a:noFill/>
          </p:spPr>
          <p:txBody>
            <a:bodyPr wrap="none" rtlCol="0">
              <a:spAutoFit/>
            </a:bodyPr>
            <a:lstStyle/>
            <a:p>
              <a:r>
                <a:rPr lang="en-US" altLang="zh-CN" dirty="0"/>
                <a:t>Maintenance</a:t>
              </a:r>
              <a:endParaRPr lang="zh-CN" altLang="en-US" dirty="0"/>
            </a:p>
          </p:txBody>
        </p:sp>
        <p:grpSp>
          <p:nvGrpSpPr>
            <p:cNvPr id="43" name="组合 42">
              <a:extLst>
                <a:ext uri="{FF2B5EF4-FFF2-40B4-BE49-F238E27FC236}">
                  <a16:creationId xmlns:a16="http://schemas.microsoft.com/office/drawing/2014/main" id="{D0C6ABE2-9CC0-F3B5-F4A5-904554F4BA0B}"/>
                </a:ext>
              </a:extLst>
            </p:cNvPr>
            <p:cNvGrpSpPr/>
            <p:nvPr/>
          </p:nvGrpSpPr>
          <p:grpSpPr>
            <a:xfrm flipH="1" flipV="1">
              <a:off x="5761525" y="2046408"/>
              <a:ext cx="4341595" cy="4696244"/>
              <a:chOff x="4326605" y="2074027"/>
              <a:chExt cx="4341595" cy="4696244"/>
            </a:xfrm>
          </p:grpSpPr>
          <p:grpSp>
            <p:nvGrpSpPr>
              <p:cNvPr id="44" name="组合 43">
                <a:extLst>
                  <a:ext uri="{FF2B5EF4-FFF2-40B4-BE49-F238E27FC236}">
                    <a16:creationId xmlns:a16="http://schemas.microsoft.com/office/drawing/2014/main" id="{9D77A664-3D2F-72F2-3461-231CA16863B0}"/>
                  </a:ext>
                </a:extLst>
              </p:cNvPr>
              <p:cNvGrpSpPr/>
              <p:nvPr/>
            </p:nvGrpSpPr>
            <p:grpSpPr>
              <a:xfrm>
                <a:off x="4326605" y="2074027"/>
                <a:ext cx="2042895" cy="1792726"/>
                <a:chOff x="4326605" y="2074027"/>
                <a:chExt cx="2042895" cy="1792726"/>
              </a:xfrm>
            </p:grpSpPr>
            <p:grpSp>
              <p:nvGrpSpPr>
                <p:cNvPr id="59" name="组合 58">
                  <a:extLst>
                    <a:ext uri="{FF2B5EF4-FFF2-40B4-BE49-F238E27FC236}">
                      <a16:creationId xmlns:a16="http://schemas.microsoft.com/office/drawing/2014/main" id="{0D100E40-E271-4610-A349-284338F437D6}"/>
                    </a:ext>
                  </a:extLst>
                </p:cNvPr>
                <p:cNvGrpSpPr/>
                <p:nvPr/>
              </p:nvGrpSpPr>
              <p:grpSpPr>
                <a:xfrm>
                  <a:off x="4326605" y="2074027"/>
                  <a:ext cx="1479042" cy="1074297"/>
                  <a:chOff x="4326605" y="2074027"/>
                  <a:chExt cx="1479042" cy="1074297"/>
                </a:xfrm>
              </p:grpSpPr>
              <p:sp>
                <p:nvSpPr>
                  <p:cNvPr id="63" name="平行四边形 62">
                    <a:extLst>
                      <a:ext uri="{FF2B5EF4-FFF2-40B4-BE49-F238E27FC236}">
                        <a16:creationId xmlns:a16="http://schemas.microsoft.com/office/drawing/2014/main" id="{61735E6E-A166-06B6-61E6-FD406FB9BBDD}"/>
                      </a:ext>
                    </a:extLst>
                  </p:cNvPr>
                  <p:cNvSpPr/>
                  <p:nvPr/>
                </p:nvSpPr>
                <p:spPr>
                  <a:xfrm rot="20100000" flipV="1">
                    <a:off x="4365647" y="2644324"/>
                    <a:ext cx="1440000" cy="504000"/>
                  </a:xfrm>
                  <a:prstGeom prst="parallelogram">
                    <a:avLst>
                      <a:gd name="adj" fmla="val 79938"/>
                    </a:avLst>
                  </a:prstGeom>
                  <a:solidFill>
                    <a:srgbClr val="99867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4" name="平行四边形 1023">
                    <a:extLst>
                      <a:ext uri="{FF2B5EF4-FFF2-40B4-BE49-F238E27FC236}">
                        <a16:creationId xmlns:a16="http://schemas.microsoft.com/office/drawing/2014/main" id="{988529FB-2AB6-6FC6-5626-FDA84A913897}"/>
                      </a:ext>
                    </a:extLst>
                  </p:cNvPr>
                  <p:cNvSpPr/>
                  <p:nvPr/>
                </p:nvSpPr>
                <p:spPr>
                  <a:xfrm rot="5400000" flipV="1">
                    <a:off x="4345850" y="2054782"/>
                    <a:ext cx="917221" cy="955711"/>
                  </a:xfrm>
                  <a:prstGeom prst="parallelogram">
                    <a:avLst>
                      <a:gd name="adj" fmla="val 49232"/>
                    </a:avLst>
                  </a:prstGeom>
                  <a:solidFill>
                    <a:srgbClr val="7F6F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0" name="组合 59">
                  <a:extLst>
                    <a:ext uri="{FF2B5EF4-FFF2-40B4-BE49-F238E27FC236}">
                      <a16:creationId xmlns:a16="http://schemas.microsoft.com/office/drawing/2014/main" id="{719632E8-34E2-D80B-8370-C976DC515E96}"/>
                    </a:ext>
                  </a:extLst>
                </p:cNvPr>
                <p:cNvGrpSpPr/>
                <p:nvPr/>
              </p:nvGrpSpPr>
              <p:grpSpPr>
                <a:xfrm>
                  <a:off x="4890458" y="2792456"/>
                  <a:ext cx="1479042" cy="1074297"/>
                  <a:chOff x="4326605" y="2074027"/>
                  <a:chExt cx="1479042" cy="1074297"/>
                </a:xfrm>
              </p:grpSpPr>
              <p:sp>
                <p:nvSpPr>
                  <p:cNvPr id="61" name="平行四边形 60">
                    <a:extLst>
                      <a:ext uri="{FF2B5EF4-FFF2-40B4-BE49-F238E27FC236}">
                        <a16:creationId xmlns:a16="http://schemas.microsoft.com/office/drawing/2014/main" id="{A10831B7-9C3E-402A-3AA6-38B234550AB5}"/>
                      </a:ext>
                    </a:extLst>
                  </p:cNvPr>
                  <p:cNvSpPr/>
                  <p:nvPr/>
                </p:nvSpPr>
                <p:spPr>
                  <a:xfrm rot="20100000" flipV="1">
                    <a:off x="4365647" y="2644324"/>
                    <a:ext cx="1440000" cy="504000"/>
                  </a:xfrm>
                  <a:prstGeom prst="parallelogram">
                    <a:avLst>
                      <a:gd name="adj" fmla="val 79938"/>
                    </a:avLst>
                  </a:prstGeom>
                  <a:solidFill>
                    <a:srgbClr val="EADA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平行四边形 61">
                    <a:extLst>
                      <a:ext uri="{FF2B5EF4-FFF2-40B4-BE49-F238E27FC236}">
                        <a16:creationId xmlns:a16="http://schemas.microsoft.com/office/drawing/2014/main" id="{7AB68F96-01BC-0BA8-B40D-AAB15AFAB658}"/>
                      </a:ext>
                    </a:extLst>
                  </p:cNvPr>
                  <p:cNvSpPr/>
                  <p:nvPr/>
                </p:nvSpPr>
                <p:spPr>
                  <a:xfrm rot="5400000" flipV="1">
                    <a:off x="4345850" y="2054782"/>
                    <a:ext cx="917221" cy="955711"/>
                  </a:xfrm>
                  <a:prstGeom prst="parallelogram">
                    <a:avLst>
                      <a:gd name="adj" fmla="val 49232"/>
                    </a:avLst>
                  </a:prstGeom>
                  <a:solidFill>
                    <a:srgbClr val="CCBFA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5" name="组合 44">
                <a:extLst>
                  <a:ext uri="{FF2B5EF4-FFF2-40B4-BE49-F238E27FC236}">
                    <a16:creationId xmlns:a16="http://schemas.microsoft.com/office/drawing/2014/main" id="{7EC73E99-790D-0E7D-A83F-E77104648BDA}"/>
                  </a:ext>
                </a:extLst>
              </p:cNvPr>
              <p:cNvGrpSpPr/>
              <p:nvPr/>
            </p:nvGrpSpPr>
            <p:grpSpPr>
              <a:xfrm>
                <a:off x="5469605" y="3519829"/>
                <a:ext cx="2042895" cy="1792726"/>
                <a:chOff x="4326605" y="2074027"/>
                <a:chExt cx="2042895" cy="1792726"/>
              </a:xfrm>
            </p:grpSpPr>
            <p:grpSp>
              <p:nvGrpSpPr>
                <p:cNvPr id="53" name="组合 52">
                  <a:extLst>
                    <a:ext uri="{FF2B5EF4-FFF2-40B4-BE49-F238E27FC236}">
                      <a16:creationId xmlns:a16="http://schemas.microsoft.com/office/drawing/2014/main" id="{7E91599A-CF0E-319C-6B30-ECDA404144F0}"/>
                    </a:ext>
                  </a:extLst>
                </p:cNvPr>
                <p:cNvGrpSpPr/>
                <p:nvPr/>
              </p:nvGrpSpPr>
              <p:grpSpPr>
                <a:xfrm>
                  <a:off x="4326605" y="2074027"/>
                  <a:ext cx="1479042" cy="1074297"/>
                  <a:chOff x="4326605" y="2074027"/>
                  <a:chExt cx="1479042" cy="1074297"/>
                </a:xfrm>
              </p:grpSpPr>
              <p:sp>
                <p:nvSpPr>
                  <p:cNvPr id="57" name="平行四边形 56">
                    <a:extLst>
                      <a:ext uri="{FF2B5EF4-FFF2-40B4-BE49-F238E27FC236}">
                        <a16:creationId xmlns:a16="http://schemas.microsoft.com/office/drawing/2014/main" id="{BC180C4F-F9EF-C093-4256-E979A029916C}"/>
                      </a:ext>
                    </a:extLst>
                  </p:cNvPr>
                  <p:cNvSpPr/>
                  <p:nvPr/>
                </p:nvSpPr>
                <p:spPr>
                  <a:xfrm rot="20100000" flipV="1">
                    <a:off x="4365647" y="2644324"/>
                    <a:ext cx="1440000" cy="504000"/>
                  </a:xfrm>
                  <a:prstGeom prst="parallelogram">
                    <a:avLst>
                      <a:gd name="adj" fmla="val 79938"/>
                    </a:avLst>
                  </a:prstGeom>
                  <a:solidFill>
                    <a:srgbClr val="5CC19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平行四边形 57">
                    <a:extLst>
                      <a:ext uri="{FF2B5EF4-FFF2-40B4-BE49-F238E27FC236}">
                        <a16:creationId xmlns:a16="http://schemas.microsoft.com/office/drawing/2014/main" id="{EE322FD4-FAF8-ACC6-8705-F2A794A5CD60}"/>
                      </a:ext>
                    </a:extLst>
                  </p:cNvPr>
                  <p:cNvSpPr/>
                  <p:nvPr/>
                </p:nvSpPr>
                <p:spPr>
                  <a:xfrm rot="5400000" flipV="1">
                    <a:off x="4345850" y="2054782"/>
                    <a:ext cx="917221" cy="955711"/>
                  </a:xfrm>
                  <a:prstGeom prst="parallelogram">
                    <a:avLst>
                      <a:gd name="adj" fmla="val 49232"/>
                    </a:avLst>
                  </a:prstGeom>
                  <a:solidFill>
                    <a:srgbClr val="4D99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4" name="组合 53">
                  <a:extLst>
                    <a:ext uri="{FF2B5EF4-FFF2-40B4-BE49-F238E27FC236}">
                      <a16:creationId xmlns:a16="http://schemas.microsoft.com/office/drawing/2014/main" id="{BEED3E0B-5F91-6C4D-79A2-A91A8AE062CC}"/>
                    </a:ext>
                  </a:extLst>
                </p:cNvPr>
                <p:cNvGrpSpPr/>
                <p:nvPr/>
              </p:nvGrpSpPr>
              <p:grpSpPr>
                <a:xfrm>
                  <a:off x="4890458" y="2792456"/>
                  <a:ext cx="1479042" cy="1074297"/>
                  <a:chOff x="4326605" y="2074027"/>
                  <a:chExt cx="1479042" cy="1074297"/>
                </a:xfrm>
              </p:grpSpPr>
              <p:sp>
                <p:nvSpPr>
                  <p:cNvPr id="55" name="平行四边形 54">
                    <a:extLst>
                      <a:ext uri="{FF2B5EF4-FFF2-40B4-BE49-F238E27FC236}">
                        <a16:creationId xmlns:a16="http://schemas.microsoft.com/office/drawing/2014/main" id="{6843A8AC-0B16-7AFF-FC66-A6E8D0051DF7}"/>
                      </a:ext>
                    </a:extLst>
                  </p:cNvPr>
                  <p:cNvSpPr/>
                  <p:nvPr/>
                </p:nvSpPr>
                <p:spPr>
                  <a:xfrm rot="20100000" flipV="1">
                    <a:off x="4365647" y="2644324"/>
                    <a:ext cx="1440000" cy="504000"/>
                  </a:xfrm>
                  <a:prstGeom prst="parallelogram">
                    <a:avLst>
                      <a:gd name="adj" fmla="val 79938"/>
                    </a:avLst>
                  </a:prstGeom>
                  <a:solidFill>
                    <a:srgbClr val="F8D0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平行四边形 55">
                    <a:extLst>
                      <a:ext uri="{FF2B5EF4-FFF2-40B4-BE49-F238E27FC236}">
                        <a16:creationId xmlns:a16="http://schemas.microsoft.com/office/drawing/2014/main" id="{D7F56D88-68BC-A2E0-F6FD-B007F8662882}"/>
                      </a:ext>
                    </a:extLst>
                  </p:cNvPr>
                  <p:cNvSpPr/>
                  <p:nvPr/>
                </p:nvSpPr>
                <p:spPr>
                  <a:xfrm rot="5400000" flipV="1">
                    <a:off x="4345850" y="2054782"/>
                    <a:ext cx="917221" cy="955711"/>
                  </a:xfrm>
                  <a:prstGeom prst="parallelogram">
                    <a:avLst>
                      <a:gd name="adj" fmla="val 49232"/>
                    </a:avLst>
                  </a:prstGeom>
                  <a:solidFill>
                    <a:srgbClr val="CDA86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46" name="组合 45">
                <a:extLst>
                  <a:ext uri="{FF2B5EF4-FFF2-40B4-BE49-F238E27FC236}">
                    <a16:creationId xmlns:a16="http://schemas.microsoft.com/office/drawing/2014/main" id="{BC2765D4-436E-ECAB-FD0A-6CDDEE88B0BB}"/>
                  </a:ext>
                </a:extLst>
              </p:cNvPr>
              <p:cNvGrpSpPr/>
              <p:nvPr/>
            </p:nvGrpSpPr>
            <p:grpSpPr>
              <a:xfrm>
                <a:off x="6625305" y="4977545"/>
                <a:ext cx="2042895" cy="1792726"/>
                <a:chOff x="4326605" y="2074027"/>
                <a:chExt cx="2042895" cy="1792726"/>
              </a:xfrm>
            </p:grpSpPr>
            <p:grpSp>
              <p:nvGrpSpPr>
                <p:cNvPr id="47" name="组合 46">
                  <a:extLst>
                    <a:ext uri="{FF2B5EF4-FFF2-40B4-BE49-F238E27FC236}">
                      <a16:creationId xmlns:a16="http://schemas.microsoft.com/office/drawing/2014/main" id="{DDCED362-8014-F6C5-7F8A-EBD27A82D486}"/>
                    </a:ext>
                  </a:extLst>
                </p:cNvPr>
                <p:cNvGrpSpPr/>
                <p:nvPr/>
              </p:nvGrpSpPr>
              <p:grpSpPr>
                <a:xfrm>
                  <a:off x="4326605" y="2074027"/>
                  <a:ext cx="1479042" cy="1074297"/>
                  <a:chOff x="4326605" y="2074027"/>
                  <a:chExt cx="1479042" cy="1074297"/>
                </a:xfrm>
              </p:grpSpPr>
              <p:sp>
                <p:nvSpPr>
                  <p:cNvPr id="51" name="平行四边形 50">
                    <a:extLst>
                      <a:ext uri="{FF2B5EF4-FFF2-40B4-BE49-F238E27FC236}">
                        <a16:creationId xmlns:a16="http://schemas.microsoft.com/office/drawing/2014/main" id="{BC98081B-1294-D62C-3969-2D5EC1ACF218}"/>
                      </a:ext>
                    </a:extLst>
                  </p:cNvPr>
                  <p:cNvSpPr/>
                  <p:nvPr/>
                </p:nvSpPr>
                <p:spPr>
                  <a:xfrm rot="20100000" flipV="1">
                    <a:off x="4365647" y="2644324"/>
                    <a:ext cx="1440000" cy="504000"/>
                  </a:xfrm>
                  <a:prstGeom prst="parallelogram">
                    <a:avLst>
                      <a:gd name="adj" fmla="val 79938"/>
                    </a:avLst>
                  </a:prstGeom>
                  <a:solidFill>
                    <a:srgbClr val="FB897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平行四边形 51">
                    <a:extLst>
                      <a:ext uri="{FF2B5EF4-FFF2-40B4-BE49-F238E27FC236}">
                        <a16:creationId xmlns:a16="http://schemas.microsoft.com/office/drawing/2014/main" id="{64F39BE7-3DDB-A421-F27D-8A6480749644}"/>
                      </a:ext>
                    </a:extLst>
                  </p:cNvPr>
                  <p:cNvSpPr/>
                  <p:nvPr/>
                </p:nvSpPr>
                <p:spPr>
                  <a:xfrm rot="5400000" flipV="1">
                    <a:off x="4345850" y="2054782"/>
                    <a:ext cx="917221" cy="955711"/>
                  </a:xfrm>
                  <a:prstGeom prst="parallelogram">
                    <a:avLst>
                      <a:gd name="adj" fmla="val 49232"/>
                    </a:avLst>
                  </a:prstGeom>
                  <a:solidFill>
                    <a:srgbClr val="CD6B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8" name="组合 47">
                  <a:extLst>
                    <a:ext uri="{FF2B5EF4-FFF2-40B4-BE49-F238E27FC236}">
                      <a16:creationId xmlns:a16="http://schemas.microsoft.com/office/drawing/2014/main" id="{E0C8488B-CD8A-6544-6B77-14009B8F26A8}"/>
                    </a:ext>
                  </a:extLst>
                </p:cNvPr>
                <p:cNvGrpSpPr/>
                <p:nvPr/>
              </p:nvGrpSpPr>
              <p:grpSpPr>
                <a:xfrm>
                  <a:off x="4890458" y="2792456"/>
                  <a:ext cx="1479042" cy="1074297"/>
                  <a:chOff x="4326605" y="2074027"/>
                  <a:chExt cx="1479042" cy="1074297"/>
                </a:xfrm>
              </p:grpSpPr>
              <p:sp>
                <p:nvSpPr>
                  <p:cNvPr id="49" name="平行四边形 48">
                    <a:extLst>
                      <a:ext uri="{FF2B5EF4-FFF2-40B4-BE49-F238E27FC236}">
                        <a16:creationId xmlns:a16="http://schemas.microsoft.com/office/drawing/2014/main" id="{9E54ED6A-5C40-31A9-7702-507BB46593DE}"/>
                      </a:ext>
                    </a:extLst>
                  </p:cNvPr>
                  <p:cNvSpPr/>
                  <p:nvPr/>
                </p:nvSpPr>
                <p:spPr>
                  <a:xfrm rot="20100000" flipV="1">
                    <a:off x="4365647" y="2644324"/>
                    <a:ext cx="1440000" cy="504000"/>
                  </a:xfrm>
                  <a:prstGeom prst="parallelogram">
                    <a:avLst>
                      <a:gd name="adj" fmla="val 79938"/>
                    </a:avLst>
                  </a:prstGeom>
                  <a:solidFill>
                    <a:srgbClr val="EE5C6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平行四边形 49">
                    <a:extLst>
                      <a:ext uri="{FF2B5EF4-FFF2-40B4-BE49-F238E27FC236}">
                        <a16:creationId xmlns:a16="http://schemas.microsoft.com/office/drawing/2014/main" id="{E3A3B7E3-5F88-5E55-9278-1E9445186CCE}"/>
                      </a:ext>
                    </a:extLst>
                  </p:cNvPr>
                  <p:cNvSpPr/>
                  <p:nvPr/>
                </p:nvSpPr>
                <p:spPr>
                  <a:xfrm rot="5400000" flipV="1">
                    <a:off x="4345850" y="2054782"/>
                    <a:ext cx="917221" cy="955711"/>
                  </a:xfrm>
                  <a:prstGeom prst="parallelogram">
                    <a:avLst>
                      <a:gd name="adj" fmla="val 49232"/>
                    </a:avLst>
                  </a:prstGeom>
                  <a:solidFill>
                    <a:srgbClr val="CD526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sp>
          <p:nvSpPr>
            <p:cNvPr id="1025" name="弧形 1024">
              <a:extLst>
                <a:ext uri="{FF2B5EF4-FFF2-40B4-BE49-F238E27FC236}">
                  <a16:creationId xmlns:a16="http://schemas.microsoft.com/office/drawing/2014/main" id="{78E50ACA-2334-A8D3-902C-5217D8120EA9}"/>
                </a:ext>
              </a:extLst>
            </p:cNvPr>
            <p:cNvSpPr>
              <a:spLocks noChangeAspect="1"/>
            </p:cNvSpPr>
            <p:nvPr/>
          </p:nvSpPr>
          <p:spPr>
            <a:xfrm>
              <a:off x="6158183" y="2308050"/>
              <a:ext cx="720000" cy="720000"/>
            </a:xfrm>
            <a:prstGeom prst="arc">
              <a:avLst/>
            </a:prstGeom>
            <a:ln w="127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027" name="弧形 1026">
              <a:extLst>
                <a:ext uri="{FF2B5EF4-FFF2-40B4-BE49-F238E27FC236}">
                  <a16:creationId xmlns:a16="http://schemas.microsoft.com/office/drawing/2014/main" id="{9FAA769F-0D33-C3F3-54F8-E4A69B19823E}"/>
                </a:ext>
              </a:extLst>
            </p:cNvPr>
            <p:cNvSpPr>
              <a:spLocks noChangeAspect="1"/>
            </p:cNvSpPr>
            <p:nvPr/>
          </p:nvSpPr>
          <p:spPr>
            <a:xfrm>
              <a:off x="6702425" y="2984431"/>
              <a:ext cx="720000" cy="720000"/>
            </a:xfrm>
            <a:prstGeom prst="arc">
              <a:avLst/>
            </a:prstGeom>
            <a:ln w="127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028" name="弧形 1027">
              <a:extLst>
                <a:ext uri="{FF2B5EF4-FFF2-40B4-BE49-F238E27FC236}">
                  <a16:creationId xmlns:a16="http://schemas.microsoft.com/office/drawing/2014/main" id="{3793B269-3E92-3BED-7514-A36D246D3387}"/>
                </a:ext>
              </a:extLst>
            </p:cNvPr>
            <p:cNvSpPr>
              <a:spLocks noChangeAspect="1"/>
            </p:cNvSpPr>
            <p:nvPr/>
          </p:nvSpPr>
          <p:spPr>
            <a:xfrm>
              <a:off x="7283669" y="3794340"/>
              <a:ext cx="720000" cy="720000"/>
            </a:xfrm>
            <a:prstGeom prst="arc">
              <a:avLst/>
            </a:prstGeom>
            <a:ln w="127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029" name="弧形 1028">
              <a:extLst>
                <a:ext uri="{FF2B5EF4-FFF2-40B4-BE49-F238E27FC236}">
                  <a16:creationId xmlns:a16="http://schemas.microsoft.com/office/drawing/2014/main" id="{C3606245-198D-50D2-1600-3C9D6AA4C32E}"/>
                </a:ext>
              </a:extLst>
            </p:cNvPr>
            <p:cNvSpPr>
              <a:spLocks noChangeAspect="1"/>
            </p:cNvSpPr>
            <p:nvPr/>
          </p:nvSpPr>
          <p:spPr>
            <a:xfrm>
              <a:off x="7924622" y="4490618"/>
              <a:ext cx="720000" cy="720000"/>
            </a:xfrm>
            <a:prstGeom prst="arc">
              <a:avLst/>
            </a:prstGeom>
            <a:ln w="127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030" name="弧形 1029">
              <a:extLst>
                <a:ext uri="{FF2B5EF4-FFF2-40B4-BE49-F238E27FC236}">
                  <a16:creationId xmlns:a16="http://schemas.microsoft.com/office/drawing/2014/main" id="{343CA6DB-1FA7-BAAE-F1A7-AE5D18889FE1}"/>
                </a:ext>
              </a:extLst>
            </p:cNvPr>
            <p:cNvSpPr>
              <a:spLocks noChangeAspect="1"/>
            </p:cNvSpPr>
            <p:nvPr/>
          </p:nvSpPr>
          <p:spPr>
            <a:xfrm>
              <a:off x="8428769" y="5184392"/>
              <a:ext cx="720000" cy="720000"/>
            </a:xfrm>
            <a:prstGeom prst="arc">
              <a:avLst/>
            </a:prstGeom>
            <a:ln w="127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sp>
          <p:nvSpPr>
            <p:cNvPr id="1031" name="弧形 1030">
              <a:extLst>
                <a:ext uri="{FF2B5EF4-FFF2-40B4-BE49-F238E27FC236}">
                  <a16:creationId xmlns:a16="http://schemas.microsoft.com/office/drawing/2014/main" id="{8982F63C-F1B3-E220-F85B-4B5221C342C9}"/>
                </a:ext>
              </a:extLst>
            </p:cNvPr>
            <p:cNvSpPr>
              <a:spLocks noChangeAspect="1"/>
            </p:cNvSpPr>
            <p:nvPr/>
          </p:nvSpPr>
          <p:spPr>
            <a:xfrm>
              <a:off x="9000898" y="5841611"/>
              <a:ext cx="720000" cy="720000"/>
            </a:xfrm>
            <a:prstGeom prst="arc">
              <a:avLst/>
            </a:prstGeom>
            <a:ln w="12700">
              <a:solidFill>
                <a:schemeClr val="tx1"/>
              </a:solidFill>
              <a:prstDash val="dash"/>
              <a:tailEnd type="triangle"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grpSp>
    </p:spTree>
    <p:extLst>
      <p:ext uri="{BB962C8B-B14F-4D97-AF65-F5344CB8AC3E}">
        <p14:creationId xmlns:p14="http://schemas.microsoft.com/office/powerpoint/2010/main" val="24310721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405A25-DE83-31C7-F3AC-3C7AFC2FCF3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E8FF708-A676-0792-B857-1B8EE339994C}"/>
              </a:ext>
            </a:extLst>
          </p:cNvPr>
          <p:cNvSpPr>
            <a:spLocks noGrp="1"/>
          </p:cNvSpPr>
          <p:nvPr>
            <p:ph type="title"/>
          </p:nvPr>
        </p:nvSpPr>
        <p:spPr>
          <a:xfrm>
            <a:off x="695998" y="360000"/>
            <a:ext cx="7200000" cy="424732"/>
          </a:xfrm>
        </p:spPr>
        <p:txBody>
          <a:bodyPr/>
          <a:lstStyle/>
          <a:p>
            <a:r>
              <a:rPr lang="en-US" altLang="zh-CN" dirty="0"/>
              <a:t>V</a:t>
            </a:r>
            <a:r>
              <a:rPr lang="zh-CN" altLang="en-US" dirty="0"/>
              <a:t>模型 </a:t>
            </a:r>
            <a:r>
              <a:rPr lang="en-US" altLang="zh-CN" dirty="0"/>
              <a:t>Verification and Validation Model</a:t>
            </a:r>
            <a:endParaRPr lang="zh-CN" altLang="en-US" dirty="0"/>
          </a:p>
        </p:txBody>
      </p:sp>
      <p:sp>
        <p:nvSpPr>
          <p:cNvPr id="3" name="内容占位符 2">
            <a:extLst>
              <a:ext uri="{FF2B5EF4-FFF2-40B4-BE49-F238E27FC236}">
                <a16:creationId xmlns:a16="http://schemas.microsoft.com/office/drawing/2014/main" id="{191741D2-A99E-D400-3015-FC3F9FA74F4D}"/>
              </a:ext>
            </a:extLst>
          </p:cNvPr>
          <p:cNvSpPr>
            <a:spLocks noGrp="1"/>
          </p:cNvSpPr>
          <p:nvPr>
            <p:ph idx="1"/>
          </p:nvPr>
        </p:nvSpPr>
        <p:spPr>
          <a:xfrm>
            <a:off x="696000" y="1080000"/>
            <a:ext cx="10800000" cy="5112000"/>
          </a:xfrm>
        </p:spPr>
        <p:txBody>
          <a:bodyPr>
            <a:normAutofit/>
          </a:bodyPr>
          <a:lstStyle/>
          <a:p>
            <a:r>
              <a:rPr lang="zh-CN" altLang="en-US" dirty="0"/>
              <a:t>瀑布模型的扩展和改进版本，强调测试与开发阶段的对应关系</a:t>
            </a:r>
            <a:endParaRPr lang="en-US" altLang="zh-CN" dirty="0"/>
          </a:p>
          <a:p>
            <a:r>
              <a:rPr lang="zh-CN" altLang="en-US" dirty="0"/>
              <a:t>其名称来源于图形呈现为</a:t>
            </a:r>
            <a:r>
              <a:rPr lang="en-US" altLang="zh-CN" dirty="0"/>
              <a:t>V</a:t>
            </a:r>
            <a:r>
              <a:rPr lang="zh-CN" altLang="en-US" dirty="0"/>
              <a:t>字形</a:t>
            </a:r>
            <a:endParaRPr lang="en-US" altLang="zh-CN" dirty="0"/>
          </a:p>
          <a:p>
            <a:pPr lvl="1"/>
            <a:r>
              <a:rPr lang="zh-CN" altLang="en-US" dirty="0"/>
              <a:t>左侧是开发阶段</a:t>
            </a:r>
            <a:endParaRPr lang="en-US" altLang="zh-CN" dirty="0"/>
          </a:p>
          <a:p>
            <a:pPr lvl="1"/>
            <a:r>
              <a:rPr lang="zh-CN" altLang="en-US" dirty="0"/>
              <a:t>右侧是对应的测试</a:t>
            </a:r>
            <a:r>
              <a:rPr lang="en-US" altLang="zh-CN" dirty="0"/>
              <a:t>/</a:t>
            </a:r>
            <a:r>
              <a:rPr lang="zh-CN" altLang="en-US" dirty="0"/>
              <a:t>验证阶段</a:t>
            </a:r>
          </a:p>
          <a:p>
            <a:r>
              <a:rPr lang="zh-CN" altLang="en-US" dirty="0"/>
              <a:t>测试计划在开发早期就制定</a:t>
            </a:r>
          </a:p>
          <a:p>
            <a:r>
              <a:rPr lang="zh-CN" altLang="en-US" dirty="0"/>
              <a:t>强调尽早测试理念</a:t>
            </a:r>
          </a:p>
          <a:p>
            <a:r>
              <a:rPr lang="zh-CN" altLang="en-US" dirty="0"/>
              <a:t>仍为线性模型，灵活性有限</a:t>
            </a:r>
          </a:p>
        </p:txBody>
      </p:sp>
      <p:sp>
        <p:nvSpPr>
          <p:cNvPr id="4" name="文本占位符 3">
            <a:extLst>
              <a:ext uri="{FF2B5EF4-FFF2-40B4-BE49-F238E27FC236}">
                <a16:creationId xmlns:a16="http://schemas.microsoft.com/office/drawing/2014/main" id="{0A67D371-ADD8-6542-43C7-27A4CCD91EEB}"/>
              </a:ext>
            </a:extLst>
          </p:cNvPr>
          <p:cNvSpPr>
            <a:spLocks noGrp="1"/>
          </p:cNvSpPr>
          <p:nvPr>
            <p:ph type="body" sz="quarter" idx="10"/>
          </p:nvPr>
        </p:nvSpPr>
        <p:spPr>
          <a:xfrm>
            <a:off x="6702424" y="360001"/>
            <a:ext cx="4793575" cy="424731"/>
          </a:xfrm>
        </p:spPr>
        <p:txBody>
          <a:bodyPr/>
          <a:lstStyle/>
          <a:p>
            <a:r>
              <a:rPr lang="en-US" altLang="zh-CN" dirty="0"/>
              <a:t>Predictive</a:t>
            </a:r>
          </a:p>
        </p:txBody>
      </p:sp>
      <p:sp>
        <p:nvSpPr>
          <p:cNvPr id="123" name="任意多边形: 形状 122">
            <a:extLst>
              <a:ext uri="{FF2B5EF4-FFF2-40B4-BE49-F238E27FC236}">
                <a16:creationId xmlns:a16="http://schemas.microsoft.com/office/drawing/2014/main" id="{26C74922-51F2-9983-CF6F-DAC81DD498F8}"/>
              </a:ext>
            </a:extLst>
          </p:cNvPr>
          <p:cNvSpPr/>
          <p:nvPr/>
        </p:nvSpPr>
        <p:spPr>
          <a:xfrm flipH="1">
            <a:off x="6096000" y="1806150"/>
            <a:ext cx="1800378" cy="700889"/>
          </a:xfrm>
          <a:custGeom>
            <a:avLst/>
            <a:gdLst>
              <a:gd name="csX0" fmla="*/ 1565381 w 1565381"/>
              <a:gd name="csY0" fmla="*/ 0 h 650070"/>
              <a:gd name="csX1" fmla="*/ 157543 w 1565381"/>
              <a:gd name="csY1" fmla="*/ 0 h 650070"/>
              <a:gd name="csX2" fmla="*/ 0 w 1565381"/>
              <a:gd name="csY2" fmla="*/ 650070 h 650070"/>
              <a:gd name="csX3" fmla="*/ 1407838 w 1565381"/>
              <a:gd name="csY3" fmla="*/ 650070 h 650070"/>
              <a:gd name="csX4" fmla="*/ 1565381 w 1565381"/>
              <a:gd name="csY4" fmla="*/ 0 h 650070"/>
            </a:gdLst>
            <a:ahLst/>
            <a:cxnLst>
              <a:cxn ang="0">
                <a:pos x="csX0" y="csY0"/>
              </a:cxn>
              <a:cxn ang="0">
                <a:pos x="csX1" y="csY1"/>
              </a:cxn>
              <a:cxn ang="0">
                <a:pos x="csX2" y="csY2"/>
              </a:cxn>
              <a:cxn ang="0">
                <a:pos x="csX3" y="csY3"/>
              </a:cxn>
              <a:cxn ang="0">
                <a:pos x="csX4" y="csY4"/>
              </a:cxn>
            </a:cxnLst>
            <a:rect l="l" t="t" r="r" b="b"/>
            <a:pathLst>
              <a:path w="1565381" h="650070">
                <a:moveTo>
                  <a:pt x="1565381" y="0"/>
                </a:moveTo>
                <a:lnTo>
                  <a:pt x="157543" y="0"/>
                </a:lnTo>
                <a:lnTo>
                  <a:pt x="0" y="650070"/>
                </a:lnTo>
                <a:lnTo>
                  <a:pt x="1407838" y="650070"/>
                </a:lnTo>
                <a:lnTo>
                  <a:pt x="1565381" y="0"/>
                </a:lnTo>
                <a:close/>
              </a:path>
            </a:pathLst>
          </a:custGeom>
          <a:solidFill>
            <a:srgbClr val="EE5C6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t>Requirement design</a:t>
            </a:r>
          </a:p>
        </p:txBody>
      </p:sp>
      <p:sp>
        <p:nvSpPr>
          <p:cNvPr id="122" name="任意多边形: 形状 121">
            <a:extLst>
              <a:ext uri="{FF2B5EF4-FFF2-40B4-BE49-F238E27FC236}">
                <a16:creationId xmlns:a16="http://schemas.microsoft.com/office/drawing/2014/main" id="{F05703A2-B3B3-FC99-D9B6-9029CE901CF8}"/>
              </a:ext>
            </a:extLst>
          </p:cNvPr>
          <p:cNvSpPr/>
          <p:nvPr/>
        </p:nvSpPr>
        <p:spPr>
          <a:xfrm flipH="1">
            <a:off x="9060618" y="1806150"/>
            <a:ext cx="1800377" cy="700889"/>
          </a:xfrm>
          <a:custGeom>
            <a:avLst/>
            <a:gdLst>
              <a:gd name="csX0" fmla="*/ 1407837 w 1565380"/>
              <a:gd name="csY0" fmla="*/ 0 h 650070"/>
              <a:gd name="csX1" fmla="*/ 0 w 1565380"/>
              <a:gd name="csY1" fmla="*/ 0 h 650070"/>
              <a:gd name="csX2" fmla="*/ 157543 w 1565380"/>
              <a:gd name="csY2" fmla="*/ 650070 h 650070"/>
              <a:gd name="csX3" fmla="*/ 1565380 w 1565380"/>
              <a:gd name="csY3" fmla="*/ 650070 h 650070"/>
              <a:gd name="csX4" fmla="*/ 1407837 w 1565380"/>
              <a:gd name="csY4" fmla="*/ 0 h 650070"/>
            </a:gdLst>
            <a:ahLst/>
            <a:cxnLst>
              <a:cxn ang="0">
                <a:pos x="csX0" y="csY0"/>
              </a:cxn>
              <a:cxn ang="0">
                <a:pos x="csX1" y="csY1"/>
              </a:cxn>
              <a:cxn ang="0">
                <a:pos x="csX2" y="csY2"/>
              </a:cxn>
              <a:cxn ang="0">
                <a:pos x="csX3" y="csY3"/>
              </a:cxn>
              <a:cxn ang="0">
                <a:pos x="csX4" y="csY4"/>
              </a:cxn>
            </a:cxnLst>
            <a:rect l="l" t="t" r="r" b="b"/>
            <a:pathLst>
              <a:path w="1565380" h="650070">
                <a:moveTo>
                  <a:pt x="1407837" y="0"/>
                </a:moveTo>
                <a:lnTo>
                  <a:pt x="0" y="0"/>
                </a:lnTo>
                <a:lnTo>
                  <a:pt x="157543" y="650070"/>
                </a:lnTo>
                <a:lnTo>
                  <a:pt x="1565380" y="650070"/>
                </a:lnTo>
                <a:lnTo>
                  <a:pt x="1407837" y="0"/>
                </a:lnTo>
                <a:close/>
              </a:path>
            </a:pathLst>
          </a:custGeom>
          <a:solidFill>
            <a:srgbClr val="EE5C6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t>Acceptance</a:t>
            </a:r>
          </a:p>
          <a:p>
            <a:pPr algn="ctr"/>
            <a:r>
              <a:rPr lang="en-US" altLang="zh-CN" dirty="0"/>
              <a:t>test</a:t>
            </a:r>
            <a:endParaRPr lang="zh-CN" altLang="en-US" dirty="0"/>
          </a:p>
        </p:txBody>
      </p:sp>
      <p:sp>
        <p:nvSpPr>
          <p:cNvPr id="118" name="任意多边形: 形状 117">
            <a:extLst>
              <a:ext uri="{FF2B5EF4-FFF2-40B4-BE49-F238E27FC236}">
                <a16:creationId xmlns:a16="http://schemas.microsoft.com/office/drawing/2014/main" id="{5E3BFE4A-B4D8-F4B6-7CD0-41FCE89F98A2}"/>
              </a:ext>
            </a:extLst>
          </p:cNvPr>
          <p:cNvSpPr/>
          <p:nvPr/>
        </p:nvSpPr>
        <p:spPr>
          <a:xfrm flipH="1">
            <a:off x="6287228" y="2545853"/>
            <a:ext cx="1800377" cy="700889"/>
          </a:xfrm>
          <a:custGeom>
            <a:avLst/>
            <a:gdLst>
              <a:gd name="csX0" fmla="*/ 1565380 w 1565380"/>
              <a:gd name="csY0" fmla="*/ 0 h 650070"/>
              <a:gd name="csX1" fmla="*/ 157543 w 1565380"/>
              <a:gd name="csY1" fmla="*/ 0 h 650070"/>
              <a:gd name="csX2" fmla="*/ 0 w 1565380"/>
              <a:gd name="csY2" fmla="*/ 650070 h 650070"/>
              <a:gd name="csX3" fmla="*/ 1407837 w 1565380"/>
              <a:gd name="csY3" fmla="*/ 650070 h 650070"/>
              <a:gd name="csX4" fmla="*/ 1565380 w 1565380"/>
              <a:gd name="csY4" fmla="*/ 0 h 650070"/>
            </a:gdLst>
            <a:ahLst/>
            <a:cxnLst>
              <a:cxn ang="0">
                <a:pos x="csX0" y="csY0"/>
              </a:cxn>
              <a:cxn ang="0">
                <a:pos x="csX1" y="csY1"/>
              </a:cxn>
              <a:cxn ang="0">
                <a:pos x="csX2" y="csY2"/>
              </a:cxn>
              <a:cxn ang="0">
                <a:pos x="csX3" y="csY3"/>
              </a:cxn>
              <a:cxn ang="0">
                <a:pos x="csX4" y="csY4"/>
              </a:cxn>
            </a:cxnLst>
            <a:rect l="l" t="t" r="r" b="b"/>
            <a:pathLst>
              <a:path w="1565380" h="650070">
                <a:moveTo>
                  <a:pt x="1565380" y="0"/>
                </a:moveTo>
                <a:lnTo>
                  <a:pt x="157543" y="0"/>
                </a:lnTo>
                <a:lnTo>
                  <a:pt x="0" y="650070"/>
                </a:lnTo>
                <a:lnTo>
                  <a:pt x="1407837" y="650070"/>
                </a:lnTo>
                <a:lnTo>
                  <a:pt x="1565380" y="0"/>
                </a:lnTo>
                <a:close/>
              </a:path>
            </a:pathLst>
          </a:custGeom>
          <a:solidFill>
            <a:srgbClr val="FB897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t>System design</a:t>
            </a:r>
            <a:endParaRPr lang="zh-CN" altLang="en-US" dirty="0"/>
          </a:p>
        </p:txBody>
      </p:sp>
      <p:sp>
        <p:nvSpPr>
          <p:cNvPr id="117" name="任意多边形: 形状 116">
            <a:extLst>
              <a:ext uri="{FF2B5EF4-FFF2-40B4-BE49-F238E27FC236}">
                <a16:creationId xmlns:a16="http://schemas.microsoft.com/office/drawing/2014/main" id="{0000A36F-3772-FB0B-CF5D-7AEAB38D2FAC}"/>
              </a:ext>
            </a:extLst>
          </p:cNvPr>
          <p:cNvSpPr/>
          <p:nvPr/>
        </p:nvSpPr>
        <p:spPr>
          <a:xfrm flipH="1">
            <a:off x="8869391" y="2545853"/>
            <a:ext cx="1800377" cy="700889"/>
          </a:xfrm>
          <a:custGeom>
            <a:avLst/>
            <a:gdLst>
              <a:gd name="csX0" fmla="*/ 1407837 w 1565380"/>
              <a:gd name="csY0" fmla="*/ 0 h 650070"/>
              <a:gd name="csX1" fmla="*/ 0 w 1565380"/>
              <a:gd name="csY1" fmla="*/ 0 h 650070"/>
              <a:gd name="csX2" fmla="*/ 157543 w 1565380"/>
              <a:gd name="csY2" fmla="*/ 650070 h 650070"/>
              <a:gd name="csX3" fmla="*/ 1565380 w 1565380"/>
              <a:gd name="csY3" fmla="*/ 650070 h 650070"/>
              <a:gd name="csX4" fmla="*/ 1407837 w 1565380"/>
              <a:gd name="csY4" fmla="*/ 0 h 650070"/>
            </a:gdLst>
            <a:ahLst/>
            <a:cxnLst>
              <a:cxn ang="0">
                <a:pos x="csX0" y="csY0"/>
              </a:cxn>
              <a:cxn ang="0">
                <a:pos x="csX1" y="csY1"/>
              </a:cxn>
              <a:cxn ang="0">
                <a:pos x="csX2" y="csY2"/>
              </a:cxn>
              <a:cxn ang="0">
                <a:pos x="csX3" y="csY3"/>
              </a:cxn>
              <a:cxn ang="0">
                <a:pos x="csX4" y="csY4"/>
              </a:cxn>
            </a:cxnLst>
            <a:rect l="l" t="t" r="r" b="b"/>
            <a:pathLst>
              <a:path w="1565380" h="650070">
                <a:moveTo>
                  <a:pt x="1407837" y="0"/>
                </a:moveTo>
                <a:lnTo>
                  <a:pt x="0" y="0"/>
                </a:lnTo>
                <a:lnTo>
                  <a:pt x="157543" y="650070"/>
                </a:lnTo>
                <a:lnTo>
                  <a:pt x="1565380" y="650070"/>
                </a:lnTo>
                <a:lnTo>
                  <a:pt x="1407837" y="0"/>
                </a:lnTo>
                <a:close/>
              </a:path>
            </a:pathLst>
          </a:custGeom>
          <a:solidFill>
            <a:srgbClr val="FB897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t>System</a:t>
            </a:r>
          </a:p>
          <a:p>
            <a:pPr algn="ctr"/>
            <a:r>
              <a:rPr lang="en-US" altLang="zh-CN" dirty="0"/>
              <a:t>test</a:t>
            </a:r>
            <a:endParaRPr lang="zh-CN" altLang="en-US" dirty="0"/>
          </a:p>
        </p:txBody>
      </p:sp>
      <p:sp>
        <p:nvSpPr>
          <p:cNvPr id="113" name="任意多边形: 形状 112">
            <a:extLst>
              <a:ext uri="{FF2B5EF4-FFF2-40B4-BE49-F238E27FC236}">
                <a16:creationId xmlns:a16="http://schemas.microsoft.com/office/drawing/2014/main" id="{91F9BCD8-93BF-A192-9583-F658B8C4CA6D}"/>
              </a:ext>
            </a:extLst>
          </p:cNvPr>
          <p:cNvSpPr/>
          <p:nvPr/>
        </p:nvSpPr>
        <p:spPr>
          <a:xfrm flipH="1">
            <a:off x="6478456" y="3285557"/>
            <a:ext cx="1800378" cy="700889"/>
          </a:xfrm>
          <a:custGeom>
            <a:avLst/>
            <a:gdLst>
              <a:gd name="csX0" fmla="*/ 1565381 w 1565381"/>
              <a:gd name="csY0" fmla="*/ 0 h 650070"/>
              <a:gd name="csX1" fmla="*/ 157543 w 1565381"/>
              <a:gd name="csY1" fmla="*/ 0 h 650070"/>
              <a:gd name="csX2" fmla="*/ 0 w 1565381"/>
              <a:gd name="csY2" fmla="*/ 650070 h 650070"/>
              <a:gd name="csX3" fmla="*/ 1407837 w 1565381"/>
              <a:gd name="csY3" fmla="*/ 650070 h 650070"/>
              <a:gd name="csX4" fmla="*/ 1565381 w 1565381"/>
              <a:gd name="csY4" fmla="*/ 0 h 650070"/>
            </a:gdLst>
            <a:ahLst/>
            <a:cxnLst>
              <a:cxn ang="0">
                <a:pos x="csX0" y="csY0"/>
              </a:cxn>
              <a:cxn ang="0">
                <a:pos x="csX1" y="csY1"/>
              </a:cxn>
              <a:cxn ang="0">
                <a:pos x="csX2" y="csY2"/>
              </a:cxn>
              <a:cxn ang="0">
                <a:pos x="csX3" y="csY3"/>
              </a:cxn>
              <a:cxn ang="0">
                <a:pos x="csX4" y="csY4"/>
              </a:cxn>
            </a:cxnLst>
            <a:rect l="l" t="t" r="r" b="b"/>
            <a:pathLst>
              <a:path w="1565381" h="650070">
                <a:moveTo>
                  <a:pt x="1565381" y="0"/>
                </a:moveTo>
                <a:lnTo>
                  <a:pt x="157543" y="0"/>
                </a:lnTo>
                <a:lnTo>
                  <a:pt x="0" y="650070"/>
                </a:lnTo>
                <a:lnTo>
                  <a:pt x="1407837" y="650070"/>
                </a:lnTo>
                <a:lnTo>
                  <a:pt x="1565381" y="0"/>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t>Architecture design</a:t>
            </a:r>
            <a:endParaRPr lang="zh-CN" altLang="en-US" dirty="0"/>
          </a:p>
        </p:txBody>
      </p:sp>
      <p:sp>
        <p:nvSpPr>
          <p:cNvPr id="112" name="任意多边形: 形状 111">
            <a:extLst>
              <a:ext uri="{FF2B5EF4-FFF2-40B4-BE49-F238E27FC236}">
                <a16:creationId xmlns:a16="http://schemas.microsoft.com/office/drawing/2014/main" id="{FE949885-72FD-EB39-59E0-B504B4B13C9E}"/>
              </a:ext>
            </a:extLst>
          </p:cNvPr>
          <p:cNvSpPr/>
          <p:nvPr/>
        </p:nvSpPr>
        <p:spPr>
          <a:xfrm flipH="1">
            <a:off x="8678163" y="3285557"/>
            <a:ext cx="1800377" cy="700889"/>
          </a:xfrm>
          <a:custGeom>
            <a:avLst/>
            <a:gdLst>
              <a:gd name="csX0" fmla="*/ 1407837 w 1565380"/>
              <a:gd name="csY0" fmla="*/ 0 h 650070"/>
              <a:gd name="csX1" fmla="*/ 0 w 1565380"/>
              <a:gd name="csY1" fmla="*/ 0 h 650070"/>
              <a:gd name="csX2" fmla="*/ 157543 w 1565380"/>
              <a:gd name="csY2" fmla="*/ 650070 h 650070"/>
              <a:gd name="csX3" fmla="*/ 1565380 w 1565380"/>
              <a:gd name="csY3" fmla="*/ 650070 h 650070"/>
              <a:gd name="csX4" fmla="*/ 1407837 w 1565380"/>
              <a:gd name="csY4" fmla="*/ 0 h 650070"/>
            </a:gdLst>
            <a:ahLst/>
            <a:cxnLst>
              <a:cxn ang="0">
                <a:pos x="csX0" y="csY0"/>
              </a:cxn>
              <a:cxn ang="0">
                <a:pos x="csX1" y="csY1"/>
              </a:cxn>
              <a:cxn ang="0">
                <a:pos x="csX2" y="csY2"/>
              </a:cxn>
              <a:cxn ang="0">
                <a:pos x="csX3" y="csY3"/>
              </a:cxn>
              <a:cxn ang="0">
                <a:pos x="csX4" y="csY4"/>
              </a:cxn>
            </a:cxnLst>
            <a:rect l="l" t="t" r="r" b="b"/>
            <a:pathLst>
              <a:path w="1565380" h="650070">
                <a:moveTo>
                  <a:pt x="1407837" y="0"/>
                </a:moveTo>
                <a:lnTo>
                  <a:pt x="0" y="0"/>
                </a:lnTo>
                <a:lnTo>
                  <a:pt x="157543" y="650070"/>
                </a:lnTo>
                <a:lnTo>
                  <a:pt x="1565380" y="650070"/>
                </a:lnTo>
                <a:lnTo>
                  <a:pt x="1407837" y="0"/>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t>Integration</a:t>
            </a:r>
            <a:r>
              <a:rPr lang="zh-CN" altLang="en-US" dirty="0"/>
              <a:t> </a:t>
            </a:r>
            <a:r>
              <a:rPr lang="en-US" altLang="zh-CN" dirty="0"/>
              <a:t>test</a:t>
            </a:r>
            <a:endParaRPr lang="zh-CN" altLang="en-US" dirty="0"/>
          </a:p>
        </p:txBody>
      </p:sp>
      <p:sp>
        <p:nvSpPr>
          <p:cNvPr id="108" name="任意多边形: 形状 107">
            <a:extLst>
              <a:ext uri="{FF2B5EF4-FFF2-40B4-BE49-F238E27FC236}">
                <a16:creationId xmlns:a16="http://schemas.microsoft.com/office/drawing/2014/main" id="{9C83D160-5B9E-F6B7-EED3-BE5700F3B514}"/>
              </a:ext>
            </a:extLst>
          </p:cNvPr>
          <p:cNvSpPr/>
          <p:nvPr/>
        </p:nvSpPr>
        <p:spPr>
          <a:xfrm flipH="1">
            <a:off x="6669684" y="4025260"/>
            <a:ext cx="1800377" cy="700889"/>
          </a:xfrm>
          <a:custGeom>
            <a:avLst/>
            <a:gdLst>
              <a:gd name="csX0" fmla="*/ 1565380 w 1565380"/>
              <a:gd name="csY0" fmla="*/ 0 h 650070"/>
              <a:gd name="csX1" fmla="*/ 157543 w 1565380"/>
              <a:gd name="csY1" fmla="*/ 0 h 650070"/>
              <a:gd name="csX2" fmla="*/ 0 w 1565380"/>
              <a:gd name="csY2" fmla="*/ 650070 h 650070"/>
              <a:gd name="csX3" fmla="*/ 1407837 w 1565380"/>
              <a:gd name="csY3" fmla="*/ 650070 h 650070"/>
              <a:gd name="csX4" fmla="*/ 1565380 w 1565380"/>
              <a:gd name="csY4" fmla="*/ 0 h 650070"/>
            </a:gdLst>
            <a:ahLst/>
            <a:cxnLst>
              <a:cxn ang="0">
                <a:pos x="csX0" y="csY0"/>
              </a:cxn>
              <a:cxn ang="0">
                <a:pos x="csX1" y="csY1"/>
              </a:cxn>
              <a:cxn ang="0">
                <a:pos x="csX2" y="csY2"/>
              </a:cxn>
              <a:cxn ang="0">
                <a:pos x="csX3" y="csY3"/>
              </a:cxn>
              <a:cxn ang="0">
                <a:pos x="csX4" y="csY4"/>
              </a:cxn>
            </a:cxnLst>
            <a:rect l="l" t="t" r="r" b="b"/>
            <a:pathLst>
              <a:path w="1565380" h="650070">
                <a:moveTo>
                  <a:pt x="1565380" y="0"/>
                </a:moveTo>
                <a:lnTo>
                  <a:pt x="157543" y="0"/>
                </a:lnTo>
                <a:lnTo>
                  <a:pt x="0" y="650070"/>
                </a:lnTo>
                <a:lnTo>
                  <a:pt x="1407837" y="650070"/>
                </a:lnTo>
                <a:lnTo>
                  <a:pt x="1565380" y="0"/>
                </a:lnTo>
                <a:close/>
              </a:path>
            </a:pathLst>
          </a:custGeom>
          <a:solidFill>
            <a:srgbClr val="5CC197"/>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t>Modular design</a:t>
            </a:r>
            <a:endParaRPr lang="zh-CN" altLang="en-US" dirty="0"/>
          </a:p>
        </p:txBody>
      </p:sp>
      <p:sp>
        <p:nvSpPr>
          <p:cNvPr id="107" name="任意多边形: 形状 106">
            <a:extLst>
              <a:ext uri="{FF2B5EF4-FFF2-40B4-BE49-F238E27FC236}">
                <a16:creationId xmlns:a16="http://schemas.microsoft.com/office/drawing/2014/main" id="{EA99CD7B-1FC3-E80B-2296-0541150FF6BF}"/>
              </a:ext>
            </a:extLst>
          </p:cNvPr>
          <p:cNvSpPr/>
          <p:nvPr/>
        </p:nvSpPr>
        <p:spPr>
          <a:xfrm flipH="1">
            <a:off x="8486935" y="4025260"/>
            <a:ext cx="1800377" cy="700889"/>
          </a:xfrm>
          <a:custGeom>
            <a:avLst/>
            <a:gdLst>
              <a:gd name="csX0" fmla="*/ 1407837 w 1565380"/>
              <a:gd name="csY0" fmla="*/ 0 h 650070"/>
              <a:gd name="csX1" fmla="*/ 0 w 1565380"/>
              <a:gd name="csY1" fmla="*/ 0 h 650070"/>
              <a:gd name="csX2" fmla="*/ 157543 w 1565380"/>
              <a:gd name="csY2" fmla="*/ 650070 h 650070"/>
              <a:gd name="csX3" fmla="*/ 1565380 w 1565380"/>
              <a:gd name="csY3" fmla="*/ 650070 h 650070"/>
              <a:gd name="csX4" fmla="*/ 1407837 w 1565380"/>
              <a:gd name="csY4" fmla="*/ 0 h 650070"/>
            </a:gdLst>
            <a:ahLst/>
            <a:cxnLst>
              <a:cxn ang="0">
                <a:pos x="csX0" y="csY0"/>
              </a:cxn>
              <a:cxn ang="0">
                <a:pos x="csX1" y="csY1"/>
              </a:cxn>
              <a:cxn ang="0">
                <a:pos x="csX2" y="csY2"/>
              </a:cxn>
              <a:cxn ang="0">
                <a:pos x="csX3" y="csY3"/>
              </a:cxn>
              <a:cxn ang="0">
                <a:pos x="csX4" y="csY4"/>
              </a:cxn>
            </a:cxnLst>
            <a:rect l="l" t="t" r="r" b="b"/>
            <a:pathLst>
              <a:path w="1565380" h="650070">
                <a:moveTo>
                  <a:pt x="1407837" y="0"/>
                </a:moveTo>
                <a:lnTo>
                  <a:pt x="0" y="0"/>
                </a:lnTo>
                <a:lnTo>
                  <a:pt x="157543" y="650070"/>
                </a:lnTo>
                <a:lnTo>
                  <a:pt x="1565380" y="650070"/>
                </a:lnTo>
                <a:lnTo>
                  <a:pt x="1407837" y="0"/>
                </a:lnTo>
                <a:close/>
              </a:path>
            </a:pathLst>
          </a:custGeom>
          <a:solidFill>
            <a:srgbClr val="5CC197"/>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t>Unit</a:t>
            </a:r>
          </a:p>
          <a:p>
            <a:pPr algn="ctr"/>
            <a:r>
              <a:rPr lang="zh-CN" altLang="en-US" dirty="0"/>
              <a:t> </a:t>
            </a:r>
            <a:r>
              <a:rPr lang="en-US" altLang="zh-CN" dirty="0"/>
              <a:t>test</a:t>
            </a:r>
            <a:endParaRPr lang="zh-CN" altLang="en-US" dirty="0"/>
          </a:p>
        </p:txBody>
      </p:sp>
      <p:sp>
        <p:nvSpPr>
          <p:cNvPr id="140" name="任意多边形: 形状 139">
            <a:extLst>
              <a:ext uri="{FF2B5EF4-FFF2-40B4-BE49-F238E27FC236}">
                <a16:creationId xmlns:a16="http://schemas.microsoft.com/office/drawing/2014/main" id="{A50E3835-0E24-2F07-52B6-CD9EA200176A}"/>
              </a:ext>
            </a:extLst>
          </p:cNvPr>
          <p:cNvSpPr/>
          <p:nvPr/>
        </p:nvSpPr>
        <p:spPr>
          <a:xfrm flipH="1">
            <a:off x="6860911" y="4758785"/>
            <a:ext cx="3235172" cy="707065"/>
          </a:xfrm>
          <a:custGeom>
            <a:avLst/>
            <a:gdLst>
              <a:gd name="csX0" fmla="*/ 1406448 w 2812896"/>
              <a:gd name="csY0" fmla="*/ 0 h 655798"/>
              <a:gd name="csX1" fmla="*/ 1405059 w 2812896"/>
              <a:gd name="csY1" fmla="*/ 5730 h 655798"/>
              <a:gd name="csX2" fmla="*/ 0 w 2812896"/>
              <a:gd name="csY2" fmla="*/ 5730 h 655798"/>
              <a:gd name="csX3" fmla="*/ 157542 w 2812896"/>
              <a:gd name="csY3" fmla="*/ 655798 h 655798"/>
              <a:gd name="csX4" fmla="*/ 1247517 w 2812896"/>
              <a:gd name="csY4" fmla="*/ 655798 h 655798"/>
              <a:gd name="csX5" fmla="*/ 1565379 w 2812896"/>
              <a:gd name="csY5" fmla="*/ 655798 h 655798"/>
              <a:gd name="csX6" fmla="*/ 2655354 w 2812896"/>
              <a:gd name="csY6" fmla="*/ 655798 h 655798"/>
              <a:gd name="csX7" fmla="*/ 2812896 w 2812896"/>
              <a:gd name="csY7" fmla="*/ 5730 h 655798"/>
              <a:gd name="csX8" fmla="*/ 1407837 w 2812896"/>
              <a:gd name="csY8" fmla="*/ 5730 h 655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812896" h="655798">
                <a:moveTo>
                  <a:pt x="1406448" y="0"/>
                </a:moveTo>
                <a:lnTo>
                  <a:pt x="1405059" y="5730"/>
                </a:lnTo>
                <a:lnTo>
                  <a:pt x="0" y="5730"/>
                </a:lnTo>
                <a:lnTo>
                  <a:pt x="157542" y="655798"/>
                </a:lnTo>
                <a:lnTo>
                  <a:pt x="1247517" y="655798"/>
                </a:lnTo>
                <a:lnTo>
                  <a:pt x="1565379" y="655798"/>
                </a:lnTo>
                <a:lnTo>
                  <a:pt x="2655354" y="655798"/>
                </a:lnTo>
                <a:lnTo>
                  <a:pt x="2812896" y="5730"/>
                </a:lnTo>
                <a:lnTo>
                  <a:pt x="1407837" y="5730"/>
                </a:lnTo>
                <a:close/>
              </a:path>
            </a:pathLst>
          </a:custGeom>
          <a:solidFill>
            <a:srgbClr val="7F6F6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zh-CN" dirty="0"/>
              <a:t>Coding</a:t>
            </a:r>
            <a:endParaRPr lang="zh-CN" altLang="en-US" dirty="0"/>
          </a:p>
        </p:txBody>
      </p:sp>
      <p:cxnSp>
        <p:nvCxnSpPr>
          <p:cNvPr id="25" name="直接箭头连接符 24">
            <a:extLst>
              <a:ext uri="{FF2B5EF4-FFF2-40B4-BE49-F238E27FC236}">
                <a16:creationId xmlns:a16="http://schemas.microsoft.com/office/drawing/2014/main" id="{B570F9E8-C7F8-470D-9293-994F51BAFC0C}"/>
              </a:ext>
            </a:extLst>
          </p:cNvPr>
          <p:cNvCxnSpPr>
            <a:cxnSpLocks/>
          </p:cNvCxnSpPr>
          <p:nvPr/>
        </p:nvCxnSpPr>
        <p:spPr>
          <a:xfrm>
            <a:off x="7799038" y="2156594"/>
            <a:ext cx="1343025"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1CCA199C-EEEF-61A7-5449-6624DAD98DA7}"/>
              </a:ext>
            </a:extLst>
          </p:cNvPr>
          <p:cNvCxnSpPr>
            <a:cxnSpLocks/>
          </p:cNvCxnSpPr>
          <p:nvPr/>
        </p:nvCxnSpPr>
        <p:spPr>
          <a:xfrm>
            <a:off x="7930550" y="2896297"/>
            <a:ext cx="1080000"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CFCEE13A-4FD6-268D-7ACC-1E6020F5B0EB}"/>
              </a:ext>
            </a:extLst>
          </p:cNvPr>
          <p:cNvCxnSpPr>
            <a:cxnSpLocks/>
          </p:cNvCxnSpPr>
          <p:nvPr/>
        </p:nvCxnSpPr>
        <p:spPr>
          <a:xfrm>
            <a:off x="8146550" y="3636000"/>
            <a:ext cx="648000"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1CA54654-9047-93A3-B560-B7E7522AC91C}"/>
              </a:ext>
            </a:extLst>
          </p:cNvPr>
          <p:cNvCxnSpPr>
            <a:cxnSpLocks/>
          </p:cNvCxnSpPr>
          <p:nvPr/>
        </p:nvCxnSpPr>
        <p:spPr>
          <a:xfrm>
            <a:off x="8326550" y="4375704"/>
            <a:ext cx="288000"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683423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4F52CEF-164B-70C6-9B8A-3CF809E857AE}"/>
              </a:ext>
            </a:extLst>
          </p:cNvPr>
          <p:cNvSpPr>
            <a:spLocks noGrp="1"/>
          </p:cNvSpPr>
          <p:nvPr>
            <p:ph type="title"/>
          </p:nvPr>
        </p:nvSpPr>
        <p:spPr/>
        <p:txBody>
          <a:bodyPr/>
          <a:lstStyle/>
          <a:p>
            <a:r>
              <a:rPr lang="zh-CN" altLang="en-US" dirty="0"/>
              <a:t>原型化模型 </a:t>
            </a:r>
            <a:r>
              <a:rPr lang="en-US" altLang="zh-CN" dirty="0"/>
              <a:t>Prototype</a:t>
            </a:r>
            <a:endParaRPr lang="zh-CN" altLang="en-US" dirty="0"/>
          </a:p>
        </p:txBody>
      </p:sp>
      <p:sp>
        <p:nvSpPr>
          <p:cNvPr id="3" name="内容占位符 2">
            <a:extLst>
              <a:ext uri="{FF2B5EF4-FFF2-40B4-BE49-F238E27FC236}">
                <a16:creationId xmlns:a16="http://schemas.microsoft.com/office/drawing/2014/main" id="{9C43B219-F514-B8BE-02AC-57499B086C37}"/>
              </a:ext>
            </a:extLst>
          </p:cNvPr>
          <p:cNvSpPr>
            <a:spLocks noGrp="1"/>
          </p:cNvSpPr>
          <p:nvPr>
            <p:ph idx="1"/>
          </p:nvPr>
        </p:nvSpPr>
        <p:spPr/>
        <p:txBody>
          <a:bodyPr/>
          <a:lstStyle/>
          <a:p>
            <a:endParaRPr lang="zh-CN" altLang="en-US"/>
          </a:p>
        </p:txBody>
      </p:sp>
      <p:sp>
        <p:nvSpPr>
          <p:cNvPr id="4" name="文本占位符 3">
            <a:extLst>
              <a:ext uri="{FF2B5EF4-FFF2-40B4-BE49-F238E27FC236}">
                <a16:creationId xmlns:a16="http://schemas.microsoft.com/office/drawing/2014/main" id="{56634C18-9731-B8BA-9503-D8EFAE00CBA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219078581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6774DB-C436-60D8-D2B9-02B661ACD5B9}"/>
              </a:ext>
            </a:extLst>
          </p:cNvPr>
          <p:cNvSpPr>
            <a:spLocks noGrp="1"/>
          </p:cNvSpPr>
          <p:nvPr>
            <p:ph type="title"/>
          </p:nvPr>
        </p:nvSpPr>
        <p:spPr/>
        <p:txBody>
          <a:bodyPr/>
          <a:lstStyle/>
          <a:p>
            <a:r>
              <a:rPr lang="zh-CN" altLang="en-US" dirty="0"/>
              <a:t>迭代型</a:t>
            </a:r>
          </a:p>
        </p:txBody>
      </p:sp>
      <p:sp>
        <p:nvSpPr>
          <p:cNvPr id="3" name="内容占位符 2">
            <a:extLst>
              <a:ext uri="{FF2B5EF4-FFF2-40B4-BE49-F238E27FC236}">
                <a16:creationId xmlns:a16="http://schemas.microsoft.com/office/drawing/2014/main" id="{8340A271-A592-EB8A-529E-307F80A0BC80}"/>
              </a:ext>
            </a:extLst>
          </p:cNvPr>
          <p:cNvSpPr>
            <a:spLocks noGrp="1"/>
          </p:cNvSpPr>
          <p:nvPr>
            <p:ph idx="1"/>
          </p:nvPr>
        </p:nvSpPr>
        <p:spPr/>
        <p:txBody>
          <a:bodyPr/>
          <a:lstStyle/>
          <a:p>
            <a:endParaRPr lang="zh-CN" altLang="en-US" dirty="0"/>
          </a:p>
        </p:txBody>
      </p:sp>
      <p:sp>
        <p:nvSpPr>
          <p:cNvPr id="4" name="文本占位符 3">
            <a:extLst>
              <a:ext uri="{FF2B5EF4-FFF2-40B4-BE49-F238E27FC236}">
                <a16:creationId xmlns:a16="http://schemas.microsoft.com/office/drawing/2014/main" id="{E45B5FD3-73D0-0EAC-AD54-DE761675CF3D}"/>
              </a:ext>
            </a:extLst>
          </p:cNvPr>
          <p:cNvSpPr>
            <a:spLocks noGrp="1"/>
          </p:cNvSpPr>
          <p:nvPr>
            <p:ph type="body" sz="quarter" idx="10"/>
          </p:nvPr>
        </p:nvSpPr>
        <p:spPr/>
        <p:txBody>
          <a:bodyPr/>
          <a:lstStyle/>
          <a:p>
            <a:r>
              <a:rPr lang="en-US" altLang="zh-CN" dirty="0"/>
              <a:t>Iterative</a:t>
            </a:r>
          </a:p>
        </p:txBody>
      </p:sp>
    </p:spTree>
    <p:extLst>
      <p:ext uri="{BB962C8B-B14F-4D97-AF65-F5344CB8AC3E}">
        <p14:creationId xmlns:p14="http://schemas.microsoft.com/office/powerpoint/2010/main" val="260778009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002F98-FAE2-7D7A-816E-EF6A979960A9}"/>
              </a:ext>
            </a:extLst>
          </p:cNvPr>
          <p:cNvSpPr>
            <a:spLocks noGrp="1"/>
          </p:cNvSpPr>
          <p:nvPr>
            <p:ph type="title"/>
          </p:nvPr>
        </p:nvSpPr>
        <p:spPr/>
        <p:txBody>
          <a:bodyPr/>
          <a:lstStyle/>
          <a:p>
            <a:r>
              <a:rPr lang="zh-CN" altLang="en-US" dirty="0"/>
              <a:t>增量型</a:t>
            </a:r>
          </a:p>
        </p:txBody>
      </p:sp>
      <p:sp>
        <p:nvSpPr>
          <p:cNvPr id="3" name="内容占位符 2">
            <a:extLst>
              <a:ext uri="{FF2B5EF4-FFF2-40B4-BE49-F238E27FC236}">
                <a16:creationId xmlns:a16="http://schemas.microsoft.com/office/drawing/2014/main" id="{AD33A60F-DE9A-75FF-0A00-D4DDAA8D9B55}"/>
              </a:ext>
            </a:extLst>
          </p:cNvPr>
          <p:cNvSpPr>
            <a:spLocks noGrp="1"/>
          </p:cNvSpPr>
          <p:nvPr>
            <p:ph idx="1"/>
          </p:nvPr>
        </p:nvSpPr>
        <p:spPr/>
        <p:txBody>
          <a:bodyPr/>
          <a:lstStyle/>
          <a:p>
            <a:endParaRPr lang="zh-CN" altLang="en-US"/>
          </a:p>
        </p:txBody>
      </p:sp>
      <p:sp>
        <p:nvSpPr>
          <p:cNvPr id="4" name="文本占位符 3">
            <a:extLst>
              <a:ext uri="{FF2B5EF4-FFF2-40B4-BE49-F238E27FC236}">
                <a16:creationId xmlns:a16="http://schemas.microsoft.com/office/drawing/2014/main" id="{B3375682-E5CF-9CE6-9BB3-FD0363F796CF}"/>
              </a:ext>
            </a:extLst>
          </p:cNvPr>
          <p:cNvSpPr>
            <a:spLocks noGrp="1"/>
          </p:cNvSpPr>
          <p:nvPr>
            <p:ph type="body" sz="quarter" idx="10"/>
          </p:nvPr>
        </p:nvSpPr>
        <p:spPr/>
        <p:txBody>
          <a:bodyPr/>
          <a:lstStyle/>
          <a:p>
            <a:r>
              <a:rPr lang="en-US" altLang="zh-CN" dirty="0"/>
              <a:t>Incremental</a:t>
            </a:r>
            <a:endParaRPr lang="zh-CN" altLang="en-US" dirty="0"/>
          </a:p>
        </p:txBody>
      </p:sp>
    </p:spTree>
    <p:extLst>
      <p:ext uri="{BB962C8B-B14F-4D97-AF65-F5344CB8AC3E}">
        <p14:creationId xmlns:p14="http://schemas.microsoft.com/office/powerpoint/2010/main" val="34772131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8E9A5A-E4EF-BFA7-5D45-9875F87C04F7}"/>
              </a:ext>
            </a:extLst>
          </p:cNvPr>
          <p:cNvSpPr>
            <a:spLocks noGrp="1"/>
          </p:cNvSpPr>
          <p:nvPr>
            <p:ph type="title"/>
          </p:nvPr>
        </p:nvSpPr>
        <p:spPr/>
        <p:txBody>
          <a:bodyPr/>
          <a:lstStyle/>
          <a:p>
            <a:r>
              <a:rPr lang="zh-CN" altLang="en-US" dirty="0"/>
              <a:t>敏捷型</a:t>
            </a:r>
          </a:p>
        </p:txBody>
      </p:sp>
      <p:sp>
        <p:nvSpPr>
          <p:cNvPr id="3" name="内容占位符 2">
            <a:extLst>
              <a:ext uri="{FF2B5EF4-FFF2-40B4-BE49-F238E27FC236}">
                <a16:creationId xmlns:a16="http://schemas.microsoft.com/office/drawing/2014/main" id="{D17BA3B4-CC89-7C52-91D3-8A97336D7F4A}"/>
              </a:ext>
            </a:extLst>
          </p:cNvPr>
          <p:cNvSpPr>
            <a:spLocks noGrp="1"/>
          </p:cNvSpPr>
          <p:nvPr>
            <p:ph idx="1"/>
          </p:nvPr>
        </p:nvSpPr>
        <p:spPr/>
        <p:txBody>
          <a:bodyPr/>
          <a:lstStyle/>
          <a:p>
            <a:endParaRPr lang="zh-CN" altLang="en-US"/>
          </a:p>
        </p:txBody>
      </p:sp>
      <p:sp>
        <p:nvSpPr>
          <p:cNvPr id="4" name="文本占位符 3">
            <a:extLst>
              <a:ext uri="{FF2B5EF4-FFF2-40B4-BE49-F238E27FC236}">
                <a16:creationId xmlns:a16="http://schemas.microsoft.com/office/drawing/2014/main" id="{9C392903-4C00-10DF-7FCF-770BC8EA1A95}"/>
              </a:ext>
            </a:extLst>
          </p:cNvPr>
          <p:cNvSpPr>
            <a:spLocks noGrp="1"/>
          </p:cNvSpPr>
          <p:nvPr>
            <p:ph type="body" sz="quarter" idx="10"/>
          </p:nvPr>
        </p:nvSpPr>
        <p:spPr/>
        <p:txBody>
          <a:bodyPr/>
          <a:lstStyle/>
          <a:p>
            <a:r>
              <a:rPr lang="en-US" altLang="zh-CN" dirty="0"/>
              <a:t>Agile</a:t>
            </a:r>
            <a:endParaRPr lang="zh-CN" altLang="en-US" dirty="0"/>
          </a:p>
        </p:txBody>
      </p:sp>
    </p:spTree>
    <p:extLst>
      <p:ext uri="{BB962C8B-B14F-4D97-AF65-F5344CB8AC3E}">
        <p14:creationId xmlns:p14="http://schemas.microsoft.com/office/powerpoint/2010/main" val="195452419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0BD86-4599-E43C-4B41-E19A306A138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CFB3CF9-F3DC-3366-8BCB-59570683B3F7}"/>
              </a:ext>
            </a:extLst>
          </p:cNvPr>
          <p:cNvSpPr>
            <a:spLocks noGrp="1"/>
          </p:cNvSpPr>
          <p:nvPr>
            <p:ph type="title"/>
          </p:nvPr>
        </p:nvSpPr>
        <p:spPr>
          <a:xfrm>
            <a:off x="695998" y="360000"/>
            <a:ext cx="7200000" cy="424732"/>
          </a:xfrm>
        </p:spPr>
        <p:txBody>
          <a:bodyPr/>
          <a:lstStyle/>
          <a:p>
            <a:r>
              <a:rPr lang="en-US" altLang="zh-CN" dirty="0"/>
              <a:t>Scrum</a:t>
            </a:r>
            <a:endParaRPr lang="zh-CN" altLang="en-US" dirty="0"/>
          </a:p>
        </p:txBody>
      </p:sp>
      <p:sp>
        <p:nvSpPr>
          <p:cNvPr id="3" name="内容占位符 2">
            <a:extLst>
              <a:ext uri="{FF2B5EF4-FFF2-40B4-BE49-F238E27FC236}">
                <a16:creationId xmlns:a16="http://schemas.microsoft.com/office/drawing/2014/main" id="{15780787-8DE9-A954-129B-C9315F9232A7}"/>
              </a:ext>
            </a:extLst>
          </p:cNvPr>
          <p:cNvSpPr>
            <a:spLocks noGrp="1"/>
          </p:cNvSpPr>
          <p:nvPr>
            <p:ph idx="1"/>
          </p:nvPr>
        </p:nvSpPr>
        <p:spPr>
          <a:xfrm>
            <a:off x="696000" y="1080000"/>
            <a:ext cx="10800000" cy="5112000"/>
          </a:xfrm>
        </p:spPr>
        <p:txBody>
          <a:bodyPr>
            <a:normAutofit/>
          </a:bodyPr>
          <a:lstStyle/>
          <a:p>
            <a:r>
              <a:rPr lang="en-US" altLang="zh-CN" dirty="0"/>
              <a:t>Scrum is a lightweight framework that helps people, teams and organizations generate value through adaptive solutions for complex problems.</a:t>
            </a:r>
          </a:p>
          <a:p>
            <a:endParaRPr lang="en-US" altLang="zh-CN" dirty="0"/>
          </a:p>
          <a:p>
            <a:r>
              <a:rPr lang="en-US" altLang="zh-CN" dirty="0"/>
              <a:t>Scrum requires a Scrum Master to foster an environment where:</a:t>
            </a:r>
          </a:p>
          <a:p>
            <a:pPr lvl="1"/>
            <a:r>
              <a:rPr lang="en-US" altLang="zh-CN" dirty="0"/>
              <a:t>A Product Owner orders the work for a complex problem into a Product Backlog.</a:t>
            </a:r>
          </a:p>
          <a:p>
            <a:pPr lvl="1"/>
            <a:r>
              <a:rPr lang="zh-CN" altLang="en-US" dirty="0"/>
              <a:t>产品负责人将复杂问题的工作订单放入产品待办事项列表中。</a:t>
            </a:r>
          </a:p>
          <a:p>
            <a:pPr lvl="1"/>
            <a:r>
              <a:rPr lang="en-US" altLang="zh-CN" dirty="0"/>
              <a:t>The Scrum Team turns a selection of the work into an Increment of value during a Sprint.</a:t>
            </a:r>
          </a:p>
          <a:p>
            <a:pPr lvl="1"/>
            <a:r>
              <a:rPr lang="zh-CN" altLang="en-US" dirty="0"/>
              <a:t>敏捷团队在冲刺期间将一部分工作转化为价值增量。</a:t>
            </a:r>
          </a:p>
          <a:p>
            <a:pPr lvl="1"/>
            <a:r>
              <a:rPr lang="en-US" altLang="zh-CN" dirty="0"/>
              <a:t>The Scrum Team and its stakeholders inspect the results and adjust for the next Sprint.</a:t>
            </a:r>
          </a:p>
          <a:p>
            <a:pPr lvl="1"/>
            <a:r>
              <a:rPr lang="zh-CN" altLang="en-US" dirty="0"/>
              <a:t>敏捷团队及其利益相关者检查结果并调整以备下一轮迭代。</a:t>
            </a:r>
          </a:p>
          <a:p>
            <a:pPr lvl="1"/>
            <a:r>
              <a:rPr lang="en-US" altLang="zh-CN" dirty="0"/>
              <a:t>Repeat.</a:t>
            </a:r>
          </a:p>
          <a:p>
            <a:r>
              <a:rPr lang="en-US" altLang="zh-CN" dirty="0"/>
              <a:t>3-3-5-5</a:t>
            </a:r>
          </a:p>
        </p:txBody>
      </p:sp>
      <p:sp>
        <p:nvSpPr>
          <p:cNvPr id="4" name="文本占位符 3">
            <a:extLst>
              <a:ext uri="{FF2B5EF4-FFF2-40B4-BE49-F238E27FC236}">
                <a16:creationId xmlns:a16="http://schemas.microsoft.com/office/drawing/2014/main" id="{1803B349-5414-1E1D-2271-2D1608E0B179}"/>
              </a:ext>
            </a:extLst>
          </p:cNvPr>
          <p:cNvSpPr>
            <a:spLocks noGrp="1"/>
          </p:cNvSpPr>
          <p:nvPr>
            <p:ph type="body" sz="quarter" idx="10"/>
          </p:nvPr>
        </p:nvSpPr>
        <p:spPr>
          <a:xfrm>
            <a:off x="6702424" y="360001"/>
            <a:ext cx="4793575" cy="424731"/>
          </a:xfrm>
        </p:spPr>
        <p:txBody>
          <a:bodyPr/>
          <a:lstStyle/>
          <a:p>
            <a:r>
              <a:rPr lang="en-US" altLang="zh-CN" dirty="0"/>
              <a:t>Agile</a:t>
            </a:r>
            <a:endParaRPr lang="zh-CN" altLang="en-US" dirty="0"/>
          </a:p>
        </p:txBody>
      </p:sp>
    </p:spTree>
    <p:extLst>
      <p:ext uri="{BB962C8B-B14F-4D97-AF65-F5344CB8AC3E}">
        <p14:creationId xmlns:p14="http://schemas.microsoft.com/office/powerpoint/2010/main" val="208939448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5622D-0428-1B1A-2A34-CD96D271DEA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3C5E438-A38E-6D1D-CC5A-591C385E636F}"/>
              </a:ext>
            </a:extLst>
          </p:cNvPr>
          <p:cNvSpPr>
            <a:spLocks noGrp="1"/>
          </p:cNvSpPr>
          <p:nvPr>
            <p:ph type="title"/>
          </p:nvPr>
        </p:nvSpPr>
        <p:spPr>
          <a:xfrm>
            <a:off x="695998" y="360000"/>
            <a:ext cx="7200000" cy="424732"/>
          </a:xfrm>
        </p:spPr>
        <p:txBody>
          <a:bodyPr/>
          <a:lstStyle/>
          <a:p>
            <a:r>
              <a:rPr lang="zh-CN" altLang="en-US" dirty="0"/>
              <a:t>敏捷价值观 </a:t>
            </a:r>
            <a:r>
              <a:rPr lang="en-US" altLang="zh-CN" dirty="0"/>
              <a:t>Scrum Values</a:t>
            </a:r>
            <a:endParaRPr lang="zh-CN" altLang="en-US" dirty="0"/>
          </a:p>
        </p:txBody>
      </p:sp>
      <p:sp>
        <p:nvSpPr>
          <p:cNvPr id="3" name="内容占位符 2">
            <a:extLst>
              <a:ext uri="{FF2B5EF4-FFF2-40B4-BE49-F238E27FC236}">
                <a16:creationId xmlns:a16="http://schemas.microsoft.com/office/drawing/2014/main" id="{37FEA803-AB11-4232-CE10-AC497E832AB0}"/>
              </a:ext>
            </a:extLst>
          </p:cNvPr>
          <p:cNvSpPr>
            <a:spLocks noGrp="1"/>
          </p:cNvSpPr>
          <p:nvPr>
            <p:ph idx="1"/>
          </p:nvPr>
        </p:nvSpPr>
        <p:spPr>
          <a:xfrm>
            <a:off x="696000" y="1080000"/>
            <a:ext cx="10800000" cy="5112000"/>
          </a:xfrm>
        </p:spPr>
        <p:txBody>
          <a:bodyPr>
            <a:normAutofit/>
          </a:bodyPr>
          <a:lstStyle/>
          <a:p>
            <a:r>
              <a:rPr lang="en-US" altLang="zh-CN" dirty="0"/>
              <a:t>5</a:t>
            </a:r>
            <a:r>
              <a:rPr lang="zh-CN" altLang="en-US" dirty="0"/>
              <a:t>个价值观</a:t>
            </a:r>
          </a:p>
        </p:txBody>
      </p:sp>
      <p:sp>
        <p:nvSpPr>
          <p:cNvPr id="4" name="文本占位符 3">
            <a:extLst>
              <a:ext uri="{FF2B5EF4-FFF2-40B4-BE49-F238E27FC236}">
                <a16:creationId xmlns:a16="http://schemas.microsoft.com/office/drawing/2014/main" id="{8E819F04-543D-0150-D418-FBA1A1176E1D}"/>
              </a:ext>
            </a:extLst>
          </p:cNvPr>
          <p:cNvSpPr>
            <a:spLocks noGrp="1"/>
          </p:cNvSpPr>
          <p:nvPr>
            <p:ph type="body" sz="quarter" idx="10"/>
          </p:nvPr>
        </p:nvSpPr>
        <p:spPr>
          <a:xfrm>
            <a:off x="6702424" y="360001"/>
            <a:ext cx="4793575" cy="424731"/>
          </a:xfrm>
        </p:spPr>
        <p:txBody>
          <a:bodyPr/>
          <a:lstStyle/>
          <a:p>
            <a:r>
              <a:rPr lang="en-US" altLang="zh-CN"/>
              <a:t>Agile</a:t>
            </a:r>
            <a:endParaRPr lang="zh-CN" altLang="en-US" dirty="0"/>
          </a:p>
        </p:txBody>
      </p:sp>
      <p:graphicFrame>
        <p:nvGraphicFramePr>
          <p:cNvPr id="5" name="图示 4">
            <a:extLst>
              <a:ext uri="{FF2B5EF4-FFF2-40B4-BE49-F238E27FC236}">
                <a16:creationId xmlns:a16="http://schemas.microsoft.com/office/drawing/2014/main" id="{4FE710AB-0FDC-FE60-6BBC-ED504CCE5A13}"/>
              </a:ext>
            </a:extLst>
          </p:cNvPr>
          <p:cNvGraphicFramePr>
            <a:graphicFrameLocks noChangeAspect="1"/>
          </p:cNvGraphicFramePr>
          <p:nvPr>
            <p:extLst>
              <p:ext uri="{D42A27DB-BD31-4B8C-83A1-F6EECF244321}">
                <p14:modId xmlns:p14="http://schemas.microsoft.com/office/powerpoint/2010/main" val="1722025490"/>
              </p:ext>
            </p:extLst>
          </p:nvPr>
        </p:nvGraphicFramePr>
        <p:xfrm>
          <a:off x="3936000" y="1803400"/>
          <a:ext cx="4320000" cy="3251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1" name="文本框 20">
            <a:extLst>
              <a:ext uri="{FF2B5EF4-FFF2-40B4-BE49-F238E27FC236}">
                <a16:creationId xmlns:a16="http://schemas.microsoft.com/office/drawing/2014/main" id="{DCF03C1D-5E51-CF36-4DCA-6EBB50B1AE80}"/>
              </a:ext>
            </a:extLst>
          </p:cNvPr>
          <p:cNvSpPr txBox="1"/>
          <p:nvPr/>
        </p:nvSpPr>
        <p:spPr>
          <a:xfrm>
            <a:off x="5208577" y="1434068"/>
            <a:ext cx="1774845" cy="369332"/>
          </a:xfrm>
          <a:prstGeom prst="rect">
            <a:avLst/>
          </a:prstGeom>
          <a:noFill/>
        </p:spPr>
        <p:txBody>
          <a:bodyPr wrap="none" rtlCol="0">
            <a:spAutoFit/>
          </a:bodyPr>
          <a:lstStyle/>
          <a:p>
            <a:pPr algn="ctr"/>
            <a:r>
              <a:rPr lang="en-US" altLang="zh-CN" dirty="0"/>
              <a:t>Commitment</a:t>
            </a:r>
            <a:endParaRPr lang="zh-CN" altLang="en-US" dirty="0"/>
          </a:p>
        </p:txBody>
      </p:sp>
      <p:sp>
        <p:nvSpPr>
          <p:cNvPr id="22" name="文本框 21">
            <a:extLst>
              <a:ext uri="{FF2B5EF4-FFF2-40B4-BE49-F238E27FC236}">
                <a16:creationId xmlns:a16="http://schemas.microsoft.com/office/drawing/2014/main" id="{38BFF154-81A5-7FD3-2466-D58F9BE7095E}"/>
              </a:ext>
            </a:extLst>
          </p:cNvPr>
          <p:cNvSpPr txBox="1"/>
          <p:nvPr/>
        </p:nvSpPr>
        <p:spPr>
          <a:xfrm>
            <a:off x="7768643" y="3007755"/>
            <a:ext cx="872355" cy="369332"/>
          </a:xfrm>
          <a:prstGeom prst="rect">
            <a:avLst/>
          </a:prstGeom>
          <a:noFill/>
        </p:spPr>
        <p:txBody>
          <a:bodyPr wrap="none" rtlCol="0">
            <a:spAutoFit/>
          </a:bodyPr>
          <a:lstStyle/>
          <a:p>
            <a:pPr algn="ctr"/>
            <a:r>
              <a:rPr lang="en-US" altLang="zh-CN" dirty="0"/>
              <a:t>Focus</a:t>
            </a:r>
            <a:endParaRPr lang="zh-CN" altLang="en-US" dirty="0"/>
          </a:p>
        </p:txBody>
      </p:sp>
      <p:sp>
        <p:nvSpPr>
          <p:cNvPr id="23" name="文本框 22">
            <a:extLst>
              <a:ext uri="{FF2B5EF4-FFF2-40B4-BE49-F238E27FC236}">
                <a16:creationId xmlns:a16="http://schemas.microsoft.com/office/drawing/2014/main" id="{34AEB695-845E-E57B-AC3B-ECBE4B8AB4FA}"/>
              </a:ext>
            </a:extLst>
          </p:cNvPr>
          <p:cNvSpPr txBox="1"/>
          <p:nvPr/>
        </p:nvSpPr>
        <p:spPr>
          <a:xfrm>
            <a:off x="7337389" y="4334481"/>
            <a:ext cx="1350049" cy="369332"/>
          </a:xfrm>
          <a:prstGeom prst="rect">
            <a:avLst/>
          </a:prstGeom>
          <a:noFill/>
        </p:spPr>
        <p:txBody>
          <a:bodyPr wrap="none" rtlCol="0">
            <a:spAutoFit/>
          </a:bodyPr>
          <a:lstStyle/>
          <a:p>
            <a:pPr algn="ctr"/>
            <a:r>
              <a:rPr lang="en-US" altLang="zh-CN" dirty="0"/>
              <a:t>Openness</a:t>
            </a:r>
            <a:endParaRPr lang="zh-CN" altLang="en-US" dirty="0"/>
          </a:p>
        </p:txBody>
      </p:sp>
      <p:sp>
        <p:nvSpPr>
          <p:cNvPr id="24" name="文本框 23">
            <a:extLst>
              <a:ext uri="{FF2B5EF4-FFF2-40B4-BE49-F238E27FC236}">
                <a16:creationId xmlns:a16="http://schemas.microsoft.com/office/drawing/2014/main" id="{821585AB-AD17-A67D-A9A5-D9853766B7A7}"/>
              </a:ext>
            </a:extLst>
          </p:cNvPr>
          <p:cNvSpPr txBox="1"/>
          <p:nvPr/>
        </p:nvSpPr>
        <p:spPr>
          <a:xfrm>
            <a:off x="3732190" y="4334481"/>
            <a:ext cx="1122423" cy="369332"/>
          </a:xfrm>
          <a:prstGeom prst="rect">
            <a:avLst/>
          </a:prstGeom>
          <a:noFill/>
        </p:spPr>
        <p:txBody>
          <a:bodyPr wrap="none" rtlCol="0">
            <a:spAutoFit/>
          </a:bodyPr>
          <a:lstStyle/>
          <a:p>
            <a:pPr algn="ctr"/>
            <a:r>
              <a:rPr lang="en-US" altLang="zh-CN" dirty="0"/>
              <a:t>Respect</a:t>
            </a:r>
            <a:endParaRPr lang="zh-CN" altLang="en-US" dirty="0"/>
          </a:p>
        </p:txBody>
      </p:sp>
      <p:sp>
        <p:nvSpPr>
          <p:cNvPr id="25" name="文本框 24">
            <a:extLst>
              <a:ext uri="{FF2B5EF4-FFF2-40B4-BE49-F238E27FC236}">
                <a16:creationId xmlns:a16="http://schemas.microsoft.com/office/drawing/2014/main" id="{53FB7CB7-0B5D-9C26-5EC0-4D6E26A4772F}"/>
              </a:ext>
            </a:extLst>
          </p:cNvPr>
          <p:cNvSpPr txBox="1"/>
          <p:nvPr/>
        </p:nvSpPr>
        <p:spPr>
          <a:xfrm>
            <a:off x="3244831" y="3013165"/>
            <a:ext cx="1178528" cy="369332"/>
          </a:xfrm>
          <a:prstGeom prst="rect">
            <a:avLst/>
          </a:prstGeom>
          <a:noFill/>
        </p:spPr>
        <p:txBody>
          <a:bodyPr wrap="none" rtlCol="0">
            <a:spAutoFit/>
          </a:bodyPr>
          <a:lstStyle/>
          <a:p>
            <a:pPr algn="ctr"/>
            <a:r>
              <a:rPr lang="en-US" altLang="zh-CN" dirty="0"/>
              <a:t>Courage</a:t>
            </a:r>
            <a:endParaRPr lang="zh-CN" altLang="en-US" dirty="0"/>
          </a:p>
        </p:txBody>
      </p:sp>
    </p:spTree>
    <p:extLst>
      <p:ext uri="{BB962C8B-B14F-4D97-AF65-F5344CB8AC3E}">
        <p14:creationId xmlns:p14="http://schemas.microsoft.com/office/powerpoint/2010/main" val="66200774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D27DD6BB-A6C8-BD48-4C37-FF0D7CF9B997}"/>
              </a:ext>
            </a:extLst>
          </p:cNvPr>
          <p:cNvSpPr>
            <a:spLocks noGrp="1"/>
          </p:cNvSpPr>
          <p:nvPr>
            <p:ph type="body" sz="quarter" idx="10"/>
          </p:nvPr>
        </p:nvSpPr>
        <p:spPr/>
        <p:txBody>
          <a:bodyPr/>
          <a:lstStyle/>
          <a:p>
            <a:r>
              <a:rPr lang="zh-CN" altLang="en-US" dirty="0"/>
              <a:t>在迭代规划会议中，敏捷团队估算出一个功能特性所需时间为两周，但是新来的敏捷教练要求必须在一周内完成。团队成员向敏捷教练解释一周内完成是不可行的，并且没有理由给出一周的交付期限。敏捷教练的做法不符合以下哪一个 </a:t>
            </a:r>
            <a:r>
              <a:rPr lang="en-US" altLang="zh-CN" dirty="0"/>
              <a:t>Scrum </a:t>
            </a:r>
            <a:r>
              <a:rPr lang="zh-CN" altLang="en-US" dirty="0"/>
              <a:t>价值观？</a:t>
            </a:r>
            <a:endParaRPr lang="en-US" altLang="zh-CN" dirty="0"/>
          </a:p>
          <a:p>
            <a:endParaRPr lang="zh-CN" altLang="en-US" dirty="0"/>
          </a:p>
          <a:p>
            <a:r>
              <a:rPr lang="en-US" altLang="zh-CN" dirty="0"/>
              <a:t>A. </a:t>
            </a:r>
            <a:r>
              <a:rPr lang="zh-CN" altLang="en-US" dirty="0"/>
              <a:t>开放</a:t>
            </a:r>
          </a:p>
          <a:p>
            <a:r>
              <a:rPr lang="en-US" altLang="zh-CN" dirty="0"/>
              <a:t>B. </a:t>
            </a:r>
            <a:r>
              <a:rPr lang="zh-CN" altLang="en-US" dirty="0"/>
              <a:t>尊重</a:t>
            </a:r>
          </a:p>
          <a:p>
            <a:r>
              <a:rPr lang="en-US" altLang="zh-CN" dirty="0"/>
              <a:t>C. </a:t>
            </a:r>
            <a:r>
              <a:rPr lang="zh-CN" altLang="en-US" dirty="0"/>
              <a:t>勇气</a:t>
            </a:r>
          </a:p>
          <a:p>
            <a:r>
              <a:rPr lang="en-US" altLang="zh-CN" dirty="0"/>
              <a:t>D. </a:t>
            </a:r>
            <a:r>
              <a:rPr lang="zh-CN" altLang="en-US" dirty="0"/>
              <a:t>专注</a:t>
            </a:r>
          </a:p>
        </p:txBody>
      </p:sp>
    </p:spTree>
    <p:extLst>
      <p:ext uri="{BB962C8B-B14F-4D97-AF65-F5344CB8AC3E}">
        <p14:creationId xmlns:p14="http://schemas.microsoft.com/office/powerpoint/2010/main" val="317713618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3BB0B-EBBC-B5F4-326B-1EB6080A077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52C5629-3A80-C8BD-6DE2-0AA9D3276054}"/>
              </a:ext>
            </a:extLst>
          </p:cNvPr>
          <p:cNvSpPr>
            <a:spLocks noGrp="1"/>
          </p:cNvSpPr>
          <p:nvPr>
            <p:ph type="title"/>
          </p:nvPr>
        </p:nvSpPr>
        <p:spPr>
          <a:xfrm>
            <a:off x="695998" y="360000"/>
            <a:ext cx="7200000" cy="424732"/>
          </a:xfrm>
        </p:spPr>
        <p:txBody>
          <a:bodyPr/>
          <a:lstStyle/>
          <a:p>
            <a:r>
              <a:rPr lang="zh-CN" altLang="en-US" dirty="0"/>
              <a:t>敏捷理念 </a:t>
            </a:r>
            <a:r>
              <a:rPr lang="en-US" altLang="zh-CN" dirty="0"/>
              <a:t>Scrum Theory</a:t>
            </a:r>
            <a:endParaRPr lang="zh-CN" altLang="en-US" dirty="0"/>
          </a:p>
        </p:txBody>
      </p:sp>
      <p:sp>
        <p:nvSpPr>
          <p:cNvPr id="3" name="内容占位符 2">
            <a:extLst>
              <a:ext uri="{FF2B5EF4-FFF2-40B4-BE49-F238E27FC236}">
                <a16:creationId xmlns:a16="http://schemas.microsoft.com/office/drawing/2014/main" id="{33774E86-9670-9389-82F6-81112488EB3A}"/>
              </a:ext>
            </a:extLst>
          </p:cNvPr>
          <p:cNvSpPr>
            <a:spLocks noGrp="1"/>
          </p:cNvSpPr>
          <p:nvPr>
            <p:ph idx="1"/>
          </p:nvPr>
        </p:nvSpPr>
        <p:spPr>
          <a:xfrm>
            <a:off x="696000" y="1080000"/>
            <a:ext cx="10800000" cy="5112000"/>
          </a:xfrm>
        </p:spPr>
        <p:txBody>
          <a:bodyPr>
            <a:normAutofit/>
          </a:bodyPr>
          <a:lstStyle/>
          <a:p>
            <a:r>
              <a:rPr lang="en-US" altLang="zh-CN" dirty="0"/>
              <a:t>Pillars of Scrum</a:t>
            </a:r>
            <a:endParaRPr lang="zh-CN" altLang="en-US" dirty="0"/>
          </a:p>
        </p:txBody>
      </p:sp>
      <p:sp>
        <p:nvSpPr>
          <p:cNvPr id="4" name="文本占位符 3">
            <a:extLst>
              <a:ext uri="{FF2B5EF4-FFF2-40B4-BE49-F238E27FC236}">
                <a16:creationId xmlns:a16="http://schemas.microsoft.com/office/drawing/2014/main" id="{5578EAC2-90A1-A7A9-0BD8-D7604CB6EDE2}"/>
              </a:ext>
            </a:extLst>
          </p:cNvPr>
          <p:cNvSpPr>
            <a:spLocks noGrp="1"/>
          </p:cNvSpPr>
          <p:nvPr>
            <p:ph type="body" sz="quarter" idx="10"/>
          </p:nvPr>
        </p:nvSpPr>
        <p:spPr>
          <a:xfrm>
            <a:off x="6702424" y="360001"/>
            <a:ext cx="4793575" cy="424731"/>
          </a:xfrm>
        </p:spPr>
        <p:txBody>
          <a:bodyPr/>
          <a:lstStyle/>
          <a:p>
            <a:r>
              <a:rPr lang="en-US" altLang="zh-CN" dirty="0"/>
              <a:t>Agile</a:t>
            </a:r>
            <a:endParaRPr lang="zh-CN" altLang="en-US" dirty="0"/>
          </a:p>
        </p:txBody>
      </p:sp>
      <p:graphicFrame>
        <p:nvGraphicFramePr>
          <p:cNvPr id="5" name="图示 4">
            <a:extLst>
              <a:ext uri="{FF2B5EF4-FFF2-40B4-BE49-F238E27FC236}">
                <a16:creationId xmlns:a16="http://schemas.microsoft.com/office/drawing/2014/main" id="{E253287A-1B3A-FBEC-CB16-ADD31DF1DB24}"/>
              </a:ext>
            </a:extLst>
          </p:cNvPr>
          <p:cNvGraphicFramePr>
            <a:graphicFrameLocks noChangeAspect="1"/>
          </p:cNvGraphicFramePr>
          <p:nvPr>
            <p:extLst>
              <p:ext uri="{D42A27DB-BD31-4B8C-83A1-F6EECF244321}">
                <p14:modId xmlns:p14="http://schemas.microsoft.com/office/powerpoint/2010/main" val="3259145015"/>
              </p:ext>
            </p:extLst>
          </p:nvPr>
        </p:nvGraphicFramePr>
        <p:xfrm>
          <a:off x="3936000" y="1803400"/>
          <a:ext cx="4320000" cy="3251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9541315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3BB0B-EBBC-B5F4-326B-1EB6080A077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52C5629-3A80-C8BD-6DE2-0AA9D3276054}"/>
              </a:ext>
            </a:extLst>
          </p:cNvPr>
          <p:cNvSpPr>
            <a:spLocks noGrp="1"/>
          </p:cNvSpPr>
          <p:nvPr>
            <p:ph type="title"/>
          </p:nvPr>
        </p:nvSpPr>
        <p:spPr/>
        <p:txBody>
          <a:bodyPr/>
          <a:lstStyle/>
          <a:p>
            <a:r>
              <a:rPr lang="zh-CN" altLang="en-US" dirty="0"/>
              <a:t>敏捷理念 </a:t>
            </a:r>
            <a:r>
              <a:rPr lang="en-US" altLang="zh-CN" dirty="0"/>
              <a:t>Scrum Theory/Pillars of Scrum</a:t>
            </a:r>
            <a:endParaRPr lang="zh-CN" altLang="en-US" dirty="0"/>
          </a:p>
        </p:txBody>
      </p:sp>
      <p:sp>
        <p:nvSpPr>
          <p:cNvPr id="3" name="内容占位符 2">
            <a:extLst>
              <a:ext uri="{FF2B5EF4-FFF2-40B4-BE49-F238E27FC236}">
                <a16:creationId xmlns:a16="http://schemas.microsoft.com/office/drawing/2014/main" id="{33774E86-9670-9389-82F6-81112488EB3A}"/>
              </a:ext>
            </a:extLst>
          </p:cNvPr>
          <p:cNvSpPr>
            <a:spLocks noGrp="1"/>
          </p:cNvSpPr>
          <p:nvPr>
            <p:ph idx="1"/>
          </p:nvPr>
        </p:nvSpPr>
        <p:spPr/>
        <p:txBody>
          <a:bodyPr>
            <a:normAutofit/>
          </a:bodyPr>
          <a:lstStyle/>
          <a:p>
            <a:r>
              <a:rPr lang="zh-CN" altLang="en-US" dirty="0"/>
              <a:t>透明性 </a:t>
            </a:r>
            <a:r>
              <a:rPr lang="en-US" altLang="zh-CN" dirty="0"/>
              <a:t>Transparency</a:t>
            </a:r>
            <a:endParaRPr lang="zh-CN" altLang="en-US" dirty="0"/>
          </a:p>
          <a:p>
            <a:pPr lvl="1"/>
            <a:r>
              <a:rPr lang="zh-CN" altLang="en-US" dirty="0"/>
              <a:t>所有与过程、工作、进展和挑战相关的信息必须对团队和干系人清晰可见。</a:t>
            </a:r>
          </a:p>
          <a:p>
            <a:pPr lvl="1"/>
            <a:r>
              <a:rPr lang="zh-CN" altLang="en-US" dirty="0"/>
              <a:t>工作项（如 </a:t>
            </a:r>
            <a:r>
              <a:rPr lang="en-US" altLang="zh-CN" dirty="0"/>
              <a:t>Product Backlog</a:t>
            </a:r>
            <a:r>
              <a:rPr lang="zh-CN" altLang="en-US" dirty="0"/>
              <a:t>）的内容、状态和优先级必须公开。</a:t>
            </a:r>
          </a:p>
          <a:p>
            <a:pPr lvl="1"/>
            <a:r>
              <a:rPr lang="zh-CN" altLang="en-US" dirty="0"/>
              <a:t>团队使用统一的术语（如“完成”需有明确定义</a:t>
            </a:r>
            <a:r>
              <a:rPr lang="en-US" altLang="zh-CN" dirty="0"/>
              <a:t>——Definition of Done</a:t>
            </a:r>
            <a:r>
              <a:rPr lang="zh-CN" altLang="en-US" dirty="0"/>
              <a:t>）。</a:t>
            </a:r>
          </a:p>
          <a:p>
            <a:pPr lvl="1"/>
            <a:r>
              <a:rPr lang="zh-CN" altLang="en-US" dirty="0"/>
              <a:t>进度通过可视化工具（如 </a:t>
            </a:r>
            <a:r>
              <a:rPr lang="en-US" altLang="zh-CN" dirty="0"/>
              <a:t>Sprint Burndown Chart</a:t>
            </a:r>
            <a:r>
              <a:rPr lang="zh-CN" altLang="en-US" dirty="0"/>
              <a:t>、看板）展示。</a:t>
            </a:r>
          </a:p>
          <a:p>
            <a:pPr lvl="1"/>
            <a:r>
              <a:rPr lang="zh-CN" altLang="en-US" dirty="0"/>
              <a:t>目的：确保所有人基于相同事实做决策，避免误解和隐藏问题。</a:t>
            </a:r>
          </a:p>
        </p:txBody>
      </p:sp>
      <p:sp>
        <p:nvSpPr>
          <p:cNvPr id="4" name="文本占位符 3">
            <a:extLst>
              <a:ext uri="{FF2B5EF4-FFF2-40B4-BE49-F238E27FC236}">
                <a16:creationId xmlns:a16="http://schemas.microsoft.com/office/drawing/2014/main" id="{5578EAC2-90A1-A7A9-0BD8-D7604CB6EDE2}"/>
              </a:ext>
            </a:extLst>
          </p:cNvPr>
          <p:cNvSpPr>
            <a:spLocks noGrp="1"/>
          </p:cNvSpPr>
          <p:nvPr>
            <p:ph type="body" sz="quarter" idx="10"/>
          </p:nvPr>
        </p:nvSpPr>
        <p:spPr/>
        <p:txBody>
          <a:bodyPr/>
          <a:lstStyle/>
          <a:p>
            <a:r>
              <a:rPr lang="en-US" altLang="zh-CN" dirty="0"/>
              <a:t>Agile</a:t>
            </a:r>
            <a:endParaRPr lang="zh-CN" altLang="en-US" dirty="0"/>
          </a:p>
        </p:txBody>
      </p:sp>
    </p:spTree>
    <p:extLst>
      <p:ext uri="{BB962C8B-B14F-4D97-AF65-F5344CB8AC3E}">
        <p14:creationId xmlns:p14="http://schemas.microsoft.com/office/powerpoint/2010/main" val="132265015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B9B9C-FE7C-43FA-6074-450CA725C4B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D1B2DBA-EB28-86E9-708A-E7263B31E26C}"/>
              </a:ext>
            </a:extLst>
          </p:cNvPr>
          <p:cNvSpPr>
            <a:spLocks noGrp="1"/>
          </p:cNvSpPr>
          <p:nvPr>
            <p:ph type="title"/>
          </p:nvPr>
        </p:nvSpPr>
        <p:spPr>
          <a:xfrm>
            <a:off x="695998" y="360000"/>
            <a:ext cx="7200000" cy="424732"/>
          </a:xfrm>
        </p:spPr>
        <p:txBody>
          <a:bodyPr/>
          <a:lstStyle/>
          <a:p>
            <a:r>
              <a:rPr lang="zh-CN" altLang="en-US" dirty="0"/>
              <a:t>敏捷理念 </a:t>
            </a:r>
            <a:r>
              <a:rPr lang="en-US" altLang="zh-CN" dirty="0"/>
              <a:t>Scrum Theory/Pillars of Scrum</a:t>
            </a:r>
            <a:endParaRPr lang="zh-CN" altLang="en-US" dirty="0"/>
          </a:p>
        </p:txBody>
      </p:sp>
      <p:sp>
        <p:nvSpPr>
          <p:cNvPr id="3" name="内容占位符 2">
            <a:extLst>
              <a:ext uri="{FF2B5EF4-FFF2-40B4-BE49-F238E27FC236}">
                <a16:creationId xmlns:a16="http://schemas.microsoft.com/office/drawing/2014/main" id="{3CA2C378-9EC1-86B4-F634-8E82F80F4D31}"/>
              </a:ext>
            </a:extLst>
          </p:cNvPr>
          <p:cNvSpPr>
            <a:spLocks noGrp="1"/>
          </p:cNvSpPr>
          <p:nvPr>
            <p:ph idx="1"/>
          </p:nvPr>
        </p:nvSpPr>
        <p:spPr>
          <a:xfrm>
            <a:off x="696000" y="1080000"/>
            <a:ext cx="10800000" cy="5112000"/>
          </a:xfrm>
        </p:spPr>
        <p:txBody>
          <a:bodyPr>
            <a:normAutofit/>
          </a:bodyPr>
          <a:lstStyle/>
          <a:p>
            <a:r>
              <a:rPr lang="zh-CN" altLang="en-US" dirty="0"/>
              <a:t>检视 </a:t>
            </a:r>
            <a:r>
              <a:rPr lang="en-US" altLang="zh-CN" dirty="0"/>
              <a:t>Inspection</a:t>
            </a:r>
            <a:endParaRPr lang="zh-CN" altLang="en-US" dirty="0"/>
          </a:p>
          <a:p>
            <a:pPr lvl="1"/>
            <a:r>
              <a:rPr lang="en-US" altLang="zh-CN" dirty="0"/>
              <a:t>Scrum </a:t>
            </a:r>
            <a:r>
              <a:rPr lang="zh-CN" altLang="en-US" dirty="0"/>
              <a:t>团队定期检查产品、过程和计划，以识别偏差或改进机会。</a:t>
            </a:r>
          </a:p>
          <a:p>
            <a:pPr lvl="1"/>
            <a:r>
              <a:rPr lang="zh-CN" altLang="en-US" dirty="0"/>
              <a:t>在固定时间点进行：</a:t>
            </a:r>
          </a:p>
          <a:p>
            <a:pPr lvl="1"/>
            <a:r>
              <a:rPr lang="en-US" altLang="zh-CN" dirty="0"/>
              <a:t>Daily Scrum</a:t>
            </a:r>
            <a:r>
              <a:rPr lang="zh-CN" altLang="en-US" dirty="0"/>
              <a:t>：每日检视进度与障碍</a:t>
            </a:r>
          </a:p>
          <a:p>
            <a:pPr lvl="1"/>
            <a:r>
              <a:rPr lang="en-US" altLang="zh-CN" dirty="0"/>
              <a:t>Sprint Review</a:t>
            </a:r>
            <a:r>
              <a:rPr lang="zh-CN" altLang="en-US" dirty="0"/>
              <a:t>：检视可交付成果是否满足目标</a:t>
            </a:r>
          </a:p>
          <a:p>
            <a:pPr lvl="1"/>
            <a:r>
              <a:rPr lang="en-US" altLang="zh-CN" dirty="0"/>
              <a:t>Sprint Retrospective</a:t>
            </a:r>
            <a:r>
              <a:rPr lang="zh-CN" altLang="en-US" dirty="0"/>
              <a:t>：检视流程与协作方式</a:t>
            </a:r>
          </a:p>
          <a:p>
            <a:pPr lvl="1"/>
            <a:r>
              <a:rPr lang="zh-CN" altLang="en-US" dirty="0"/>
              <a:t>检视必须及时（不能等到项目结束），且不影响正常工作流。</a:t>
            </a:r>
          </a:p>
          <a:p>
            <a:pPr lvl="1"/>
            <a:r>
              <a:rPr lang="zh-CN" altLang="en-US" dirty="0"/>
              <a:t>目的：尽早发现问题，防止小偏差演变成大风险。</a:t>
            </a:r>
          </a:p>
        </p:txBody>
      </p:sp>
      <p:sp>
        <p:nvSpPr>
          <p:cNvPr id="4" name="文本占位符 3">
            <a:extLst>
              <a:ext uri="{FF2B5EF4-FFF2-40B4-BE49-F238E27FC236}">
                <a16:creationId xmlns:a16="http://schemas.microsoft.com/office/drawing/2014/main" id="{D8D92919-39A9-E1A8-D096-6AB6F0081756}"/>
              </a:ext>
            </a:extLst>
          </p:cNvPr>
          <p:cNvSpPr>
            <a:spLocks noGrp="1"/>
          </p:cNvSpPr>
          <p:nvPr>
            <p:ph type="body" sz="quarter" idx="10"/>
          </p:nvPr>
        </p:nvSpPr>
        <p:spPr>
          <a:xfrm>
            <a:off x="6702424" y="360001"/>
            <a:ext cx="4793575" cy="424731"/>
          </a:xfrm>
        </p:spPr>
        <p:txBody>
          <a:bodyPr/>
          <a:lstStyle/>
          <a:p>
            <a:r>
              <a:rPr lang="en-US" altLang="zh-CN" dirty="0"/>
              <a:t>Agile</a:t>
            </a:r>
            <a:endParaRPr lang="zh-CN" altLang="en-US" dirty="0"/>
          </a:p>
        </p:txBody>
      </p:sp>
    </p:spTree>
    <p:extLst>
      <p:ext uri="{BB962C8B-B14F-4D97-AF65-F5344CB8AC3E}">
        <p14:creationId xmlns:p14="http://schemas.microsoft.com/office/powerpoint/2010/main" val="235677342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31D866-D0D6-17FC-5CAF-7C2DFFF7732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7F18F71-78FC-0508-C5A4-F215D710E704}"/>
              </a:ext>
            </a:extLst>
          </p:cNvPr>
          <p:cNvSpPr>
            <a:spLocks noGrp="1"/>
          </p:cNvSpPr>
          <p:nvPr>
            <p:ph type="title"/>
          </p:nvPr>
        </p:nvSpPr>
        <p:spPr>
          <a:xfrm>
            <a:off x="695998" y="360000"/>
            <a:ext cx="7200000" cy="424732"/>
          </a:xfrm>
        </p:spPr>
        <p:txBody>
          <a:bodyPr/>
          <a:lstStyle/>
          <a:p>
            <a:r>
              <a:rPr lang="zh-CN" altLang="en-US" dirty="0"/>
              <a:t>敏捷理念 </a:t>
            </a:r>
            <a:r>
              <a:rPr lang="en-US" altLang="zh-CN" dirty="0"/>
              <a:t>Scrum Theory/Pillars of Scrum</a:t>
            </a:r>
            <a:endParaRPr lang="zh-CN" altLang="en-US" dirty="0"/>
          </a:p>
        </p:txBody>
      </p:sp>
      <p:sp>
        <p:nvSpPr>
          <p:cNvPr id="3" name="内容占位符 2">
            <a:extLst>
              <a:ext uri="{FF2B5EF4-FFF2-40B4-BE49-F238E27FC236}">
                <a16:creationId xmlns:a16="http://schemas.microsoft.com/office/drawing/2014/main" id="{2BB11921-90F9-E334-41D4-BC2D0F24AF77}"/>
              </a:ext>
            </a:extLst>
          </p:cNvPr>
          <p:cNvSpPr>
            <a:spLocks noGrp="1"/>
          </p:cNvSpPr>
          <p:nvPr>
            <p:ph idx="1"/>
          </p:nvPr>
        </p:nvSpPr>
        <p:spPr>
          <a:xfrm>
            <a:off x="696000" y="1080000"/>
            <a:ext cx="10800000" cy="5112000"/>
          </a:xfrm>
        </p:spPr>
        <p:txBody>
          <a:bodyPr>
            <a:normAutofit/>
          </a:bodyPr>
          <a:lstStyle/>
          <a:p>
            <a:r>
              <a:rPr lang="zh-CN" altLang="en-US" dirty="0"/>
              <a:t>适应 </a:t>
            </a:r>
            <a:r>
              <a:rPr lang="en-US" altLang="zh-CN" dirty="0"/>
              <a:t>Adaptation</a:t>
            </a:r>
            <a:endParaRPr lang="zh-CN" altLang="en-US" dirty="0"/>
          </a:p>
          <a:p>
            <a:pPr lvl="1"/>
            <a:r>
              <a:rPr lang="zh-CN" altLang="en-US" dirty="0"/>
              <a:t>基于检视结果，团队必须迅速调整行为、计划或方法。</a:t>
            </a:r>
          </a:p>
          <a:p>
            <a:pPr lvl="1"/>
            <a:r>
              <a:rPr lang="zh-CN" altLang="en-US" dirty="0"/>
              <a:t>如果发现产品方向偏离，可在下个 </a:t>
            </a:r>
            <a:r>
              <a:rPr lang="en-US" altLang="zh-CN" dirty="0"/>
              <a:t>Sprint </a:t>
            </a:r>
            <a:r>
              <a:rPr lang="zh-CN" altLang="en-US" dirty="0"/>
              <a:t>调整 </a:t>
            </a:r>
            <a:r>
              <a:rPr lang="en-US" altLang="zh-CN" dirty="0"/>
              <a:t>Backlog</a:t>
            </a:r>
            <a:r>
              <a:rPr lang="zh-CN" altLang="en-US" dirty="0"/>
              <a:t>。</a:t>
            </a:r>
          </a:p>
          <a:p>
            <a:pPr lvl="1"/>
            <a:r>
              <a:rPr lang="zh-CN" altLang="en-US" dirty="0"/>
              <a:t>如果流程效率低，可在 </a:t>
            </a:r>
            <a:r>
              <a:rPr lang="en-US" altLang="zh-CN" dirty="0"/>
              <a:t>Retrospective </a:t>
            </a:r>
            <a:r>
              <a:rPr lang="zh-CN" altLang="en-US" dirty="0"/>
              <a:t>后改进工作方式。</a:t>
            </a:r>
          </a:p>
          <a:p>
            <a:pPr lvl="1"/>
            <a:r>
              <a:rPr lang="zh-CN" altLang="en-US" dirty="0"/>
              <a:t>适应必须在“可接受的时间窗口”内发生（通常在下一个 </a:t>
            </a:r>
            <a:r>
              <a:rPr lang="en-US" altLang="zh-CN" dirty="0"/>
              <a:t>Sprint </a:t>
            </a:r>
            <a:r>
              <a:rPr lang="zh-CN" altLang="en-US" dirty="0"/>
              <a:t>开始前）。</a:t>
            </a:r>
          </a:p>
          <a:p>
            <a:pPr lvl="1"/>
            <a:r>
              <a:rPr lang="zh-CN" altLang="en-US" dirty="0"/>
              <a:t>目的：持续优化交付价值的能力和团队效能。</a:t>
            </a:r>
          </a:p>
        </p:txBody>
      </p:sp>
      <p:sp>
        <p:nvSpPr>
          <p:cNvPr id="4" name="文本占位符 3">
            <a:extLst>
              <a:ext uri="{FF2B5EF4-FFF2-40B4-BE49-F238E27FC236}">
                <a16:creationId xmlns:a16="http://schemas.microsoft.com/office/drawing/2014/main" id="{DA61DE41-8EB2-C890-486D-5257116D616C}"/>
              </a:ext>
            </a:extLst>
          </p:cNvPr>
          <p:cNvSpPr>
            <a:spLocks noGrp="1"/>
          </p:cNvSpPr>
          <p:nvPr>
            <p:ph type="body" sz="quarter" idx="10"/>
          </p:nvPr>
        </p:nvSpPr>
        <p:spPr>
          <a:xfrm>
            <a:off x="6702424" y="360001"/>
            <a:ext cx="4793575" cy="424731"/>
          </a:xfrm>
        </p:spPr>
        <p:txBody>
          <a:bodyPr/>
          <a:lstStyle/>
          <a:p>
            <a:r>
              <a:rPr lang="en-US" altLang="zh-CN" dirty="0"/>
              <a:t>Agile</a:t>
            </a:r>
            <a:endParaRPr lang="zh-CN" altLang="en-US" dirty="0"/>
          </a:p>
        </p:txBody>
      </p:sp>
    </p:spTree>
    <p:extLst>
      <p:ext uri="{BB962C8B-B14F-4D97-AF65-F5344CB8AC3E}">
        <p14:creationId xmlns:p14="http://schemas.microsoft.com/office/powerpoint/2010/main" val="195627219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5622D-0428-1B1A-2A34-CD96D271DEA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3C5E438-A38E-6D1D-CC5A-591C385E636F}"/>
              </a:ext>
            </a:extLst>
          </p:cNvPr>
          <p:cNvSpPr>
            <a:spLocks noGrp="1"/>
          </p:cNvSpPr>
          <p:nvPr>
            <p:ph type="title"/>
          </p:nvPr>
        </p:nvSpPr>
        <p:spPr>
          <a:xfrm>
            <a:off x="695998" y="360000"/>
            <a:ext cx="7200000" cy="424732"/>
          </a:xfrm>
        </p:spPr>
        <p:txBody>
          <a:bodyPr/>
          <a:lstStyle/>
          <a:p>
            <a:r>
              <a:rPr lang="zh-CN" altLang="en-US" dirty="0"/>
              <a:t>敏捷团队 </a:t>
            </a:r>
            <a:r>
              <a:rPr lang="en-US" altLang="zh-CN" dirty="0"/>
              <a:t>Scrum Team</a:t>
            </a:r>
            <a:endParaRPr lang="zh-CN" altLang="en-US" dirty="0"/>
          </a:p>
        </p:txBody>
      </p:sp>
      <p:sp>
        <p:nvSpPr>
          <p:cNvPr id="3" name="内容占位符 2">
            <a:extLst>
              <a:ext uri="{FF2B5EF4-FFF2-40B4-BE49-F238E27FC236}">
                <a16:creationId xmlns:a16="http://schemas.microsoft.com/office/drawing/2014/main" id="{37FEA803-AB11-4232-CE10-AC497E832AB0}"/>
              </a:ext>
            </a:extLst>
          </p:cNvPr>
          <p:cNvSpPr>
            <a:spLocks noGrp="1"/>
          </p:cNvSpPr>
          <p:nvPr>
            <p:ph idx="1"/>
          </p:nvPr>
        </p:nvSpPr>
        <p:spPr>
          <a:xfrm>
            <a:off x="696000" y="1080000"/>
            <a:ext cx="10800000" cy="5112000"/>
          </a:xfrm>
        </p:spPr>
        <p:txBody>
          <a:bodyPr>
            <a:normAutofit/>
          </a:bodyPr>
          <a:lstStyle/>
          <a:p>
            <a:r>
              <a:rPr lang="en-US" altLang="zh-CN" dirty="0"/>
              <a:t>3</a:t>
            </a:r>
            <a:r>
              <a:rPr lang="zh-CN" altLang="en-US" dirty="0"/>
              <a:t>个角色 </a:t>
            </a:r>
            <a:r>
              <a:rPr lang="en-US" altLang="zh-CN" dirty="0"/>
              <a:t>Role</a:t>
            </a:r>
            <a:endParaRPr lang="zh-CN" altLang="en-US" dirty="0"/>
          </a:p>
        </p:txBody>
      </p:sp>
      <p:sp>
        <p:nvSpPr>
          <p:cNvPr id="4" name="文本占位符 3">
            <a:extLst>
              <a:ext uri="{FF2B5EF4-FFF2-40B4-BE49-F238E27FC236}">
                <a16:creationId xmlns:a16="http://schemas.microsoft.com/office/drawing/2014/main" id="{8E819F04-543D-0150-D418-FBA1A1176E1D}"/>
              </a:ext>
            </a:extLst>
          </p:cNvPr>
          <p:cNvSpPr>
            <a:spLocks noGrp="1"/>
          </p:cNvSpPr>
          <p:nvPr>
            <p:ph type="body" sz="quarter" idx="10"/>
          </p:nvPr>
        </p:nvSpPr>
        <p:spPr>
          <a:xfrm>
            <a:off x="6702424" y="360001"/>
            <a:ext cx="4793575" cy="424731"/>
          </a:xfrm>
        </p:spPr>
        <p:txBody>
          <a:bodyPr/>
          <a:lstStyle/>
          <a:p>
            <a:r>
              <a:rPr lang="en-US" altLang="zh-CN" dirty="0"/>
              <a:t>Agile</a:t>
            </a:r>
            <a:endParaRPr lang="zh-CN" altLang="en-US" dirty="0"/>
          </a:p>
        </p:txBody>
      </p:sp>
      <p:graphicFrame>
        <p:nvGraphicFramePr>
          <p:cNvPr id="9" name="图示 8">
            <a:extLst>
              <a:ext uri="{FF2B5EF4-FFF2-40B4-BE49-F238E27FC236}">
                <a16:creationId xmlns:a16="http://schemas.microsoft.com/office/drawing/2014/main" id="{5CD635B7-D2B1-DA09-8D52-9879F640C15F}"/>
              </a:ext>
            </a:extLst>
          </p:cNvPr>
          <p:cNvGraphicFramePr>
            <a:graphicFrameLocks noChangeAspect="1"/>
          </p:cNvGraphicFramePr>
          <p:nvPr>
            <p:extLst>
              <p:ext uri="{D42A27DB-BD31-4B8C-83A1-F6EECF244321}">
                <p14:modId xmlns:p14="http://schemas.microsoft.com/office/powerpoint/2010/main" val="4077878185"/>
              </p:ext>
            </p:extLst>
          </p:nvPr>
        </p:nvGraphicFramePr>
        <p:xfrm>
          <a:off x="1775460" y="1932941"/>
          <a:ext cx="8641080" cy="4089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6966989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9F20CF-6E7B-3D2C-69B0-A4C501C8D95C}"/>
              </a:ext>
            </a:extLst>
          </p:cNvPr>
          <p:cNvSpPr>
            <a:spLocks noGrp="1"/>
          </p:cNvSpPr>
          <p:nvPr>
            <p:ph type="title"/>
          </p:nvPr>
        </p:nvSpPr>
        <p:spPr>
          <a:xfrm>
            <a:off x="695998" y="360000"/>
            <a:ext cx="7200000" cy="424732"/>
          </a:xfrm>
        </p:spPr>
        <p:txBody>
          <a:bodyPr/>
          <a:lstStyle/>
          <a:p>
            <a:r>
              <a:rPr lang="zh-CN" altLang="en-US" dirty="0"/>
              <a:t>项目经理</a:t>
            </a:r>
          </a:p>
        </p:txBody>
      </p:sp>
      <p:sp>
        <p:nvSpPr>
          <p:cNvPr id="3" name="内容占位符 2">
            <a:extLst>
              <a:ext uri="{FF2B5EF4-FFF2-40B4-BE49-F238E27FC236}">
                <a16:creationId xmlns:a16="http://schemas.microsoft.com/office/drawing/2014/main" id="{D2A6549B-0648-CA36-3A90-E1C1A9FF80A8}"/>
              </a:ext>
            </a:extLst>
          </p:cNvPr>
          <p:cNvSpPr>
            <a:spLocks noGrp="1"/>
          </p:cNvSpPr>
          <p:nvPr>
            <p:ph idx="1"/>
          </p:nvPr>
        </p:nvSpPr>
        <p:spPr>
          <a:xfrm>
            <a:off x="696000" y="1080000"/>
            <a:ext cx="10800000" cy="5112000"/>
          </a:xfrm>
        </p:spPr>
        <p:txBody>
          <a:bodyPr/>
          <a:lstStyle/>
          <a:p>
            <a:r>
              <a:rPr lang="zh-CN" altLang="en-US" dirty="0"/>
              <a:t>足够的知识</a:t>
            </a:r>
            <a:endParaRPr lang="en-US" altLang="zh-CN" dirty="0"/>
          </a:p>
          <a:p>
            <a:r>
              <a:rPr lang="zh-CN" altLang="en-US" dirty="0"/>
              <a:t>丰富的项目管理经验</a:t>
            </a:r>
            <a:endParaRPr lang="en-US" altLang="zh-CN" dirty="0"/>
          </a:p>
          <a:p>
            <a:r>
              <a:rPr lang="zh-CN" altLang="en-US" dirty="0"/>
              <a:t>良好的协调和沟通能力</a:t>
            </a:r>
            <a:endParaRPr lang="en-US" altLang="zh-CN" dirty="0"/>
          </a:p>
          <a:p>
            <a:r>
              <a:rPr lang="zh-CN" altLang="en-US" dirty="0"/>
              <a:t>良好的职业道德</a:t>
            </a:r>
            <a:endParaRPr lang="en-US" altLang="zh-CN" dirty="0"/>
          </a:p>
          <a:p>
            <a:r>
              <a:rPr lang="zh-CN" altLang="en-US" dirty="0"/>
              <a:t>一定的领导和管理能力</a:t>
            </a:r>
          </a:p>
        </p:txBody>
      </p:sp>
      <p:sp>
        <p:nvSpPr>
          <p:cNvPr id="4" name="文本占位符 3">
            <a:extLst>
              <a:ext uri="{FF2B5EF4-FFF2-40B4-BE49-F238E27FC236}">
                <a16:creationId xmlns:a16="http://schemas.microsoft.com/office/drawing/2014/main" id="{6F4CF1D4-6294-43D0-85CF-136F1720BBD3}"/>
              </a:ext>
            </a:extLst>
          </p:cNvPr>
          <p:cNvSpPr>
            <a:spLocks noGrp="1"/>
          </p:cNvSpPr>
          <p:nvPr>
            <p:ph type="body" sz="quarter" idx="10"/>
          </p:nvPr>
        </p:nvSpPr>
        <p:spPr>
          <a:xfrm>
            <a:off x="6702424" y="360001"/>
            <a:ext cx="4793575" cy="424731"/>
          </a:xfrm>
        </p:spPr>
        <p:txBody>
          <a:bodyPr/>
          <a:lstStyle/>
          <a:p>
            <a:r>
              <a:rPr lang="en-US" altLang="zh-CN" dirty="0"/>
              <a:t>Team</a:t>
            </a:r>
            <a:endParaRPr lang="zh-CN" altLang="en-US" dirty="0"/>
          </a:p>
        </p:txBody>
      </p:sp>
    </p:spTree>
    <p:extLst>
      <p:ext uri="{BB962C8B-B14F-4D97-AF65-F5344CB8AC3E}">
        <p14:creationId xmlns:p14="http://schemas.microsoft.com/office/powerpoint/2010/main" val="266880223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96989-B986-52F1-0720-B7405EED1BF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C7046B2-D89F-1BCB-6C54-62EAA198E2C5}"/>
              </a:ext>
            </a:extLst>
          </p:cNvPr>
          <p:cNvSpPr>
            <a:spLocks noGrp="1"/>
          </p:cNvSpPr>
          <p:nvPr>
            <p:ph type="title"/>
          </p:nvPr>
        </p:nvSpPr>
        <p:spPr>
          <a:xfrm>
            <a:off x="695998" y="360000"/>
            <a:ext cx="7200000" cy="424732"/>
          </a:xfrm>
        </p:spPr>
        <p:txBody>
          <a:bodyPr/>
          <a:lstStyle/>
          <a:p>
            <a:r>
              <a:rPr lang="zh-CN" altLang="en-US" dirty="0"/>
              <a:t>敏捷团队 </a:t>
            </a:r>
            <a:r>
              <a:rPr lang="en-US" altLang="zh-CN" dirty="0"/>
              <a:t>Scrum Team</a:t>
            </a:r>
            <a:endParaRPr lang="zh-CN" altLang="en-US" dirty="0"/>
          </a:p>
        </p:txBody>
      </p:sp>
      <p:sp>
        <p:nvSpPr>
          <p:cNvPr id="3" name="内容占位符 2">
            <a:extLst>
              <a:ext uri="{FF2B5EF4-FFF2-40B4-BE49-F238E27FC236}">
                <a16:creationId xmlns:a16="http://schemas.microsoft.com/office/drawing/2014/main" id="{06AB2D2A-7F6F-8EA9-E3DA-17D607C4AE14}"/>
              </a:ext>
            </a:extLst>
          </p:cNvPr>
          <p:cNvSpPr>
            <a:spLocks noGrp="1"/>
          </p:cNvSpPr>
          <p:nvPr>
            <p:ph idx="1"/>
          </p:nvPr>
        </p:nvSpPr>
        <p:spPr>
          <a:xfrm>
            <a:off x="696000" y="1080000"/>
            <a:ext cx="10800000" cy="5112000"/>
          </a:xfrm>
        </p:spPr>
        <p:txBody>
          <a:bodyPr>
            <a:normAutofit/>
          </a:bodyPr>
          <a:lstStyle/>
          <a:p>
            <a:r>
              <a:rPr lang="zh-CN" altLang="en-US" dirty="0"/>
              <a:t>形成阶段和管理</a:t>
            </a:r>
          </a:p>
        </p:txBody>
      </p:sp>
      <p:sp>
        <p:nvSpPr>
          <p:cNvPr id="4" name="文本占位符 3">
            <a:extLst>
              <a:ext uri="{FF2B5EF4-FFF2-40B4-BE49-F238E27FC236}">
                <a16:creationId xmlns:a16="http://schemas.microsoft.com/office/drawing/2014/main" id="{B5C5C35D-A8E2-A285-EE6C-8B05877B62B1}"/>
              </a:ext>
            </a:extLst>
          </p:cNvPr>
          <p:cNvSpPr>
            <a:spLocks noGrp="1"/>
          </p:cNvSpPr>
          <p:nvPr>
            <p:ph type="body" sz="quarter" idx="10"/>
          </p:nvPr>
        </p:nvSpPr>
        <p:spPr>
          <a:xfrm>
            <a:off x="6702424" y="360001"/>
            <a:ext cx="4793575" cy="424731"/>
          </a:xfrm>
        </p:spPr>
        <p:txBody>
          <a:bodyPr/>
          <a:lstStyle/>
          <a:p>
            <a:r>
              <a:rPr lang="en-US" altLang="zh-CN" dirty="0"/>
              <a:t>Agile</a:t>
            </a:r>
            <a:endParaRPr lang="zh-CN" altLang="en-US" dirty="0"/>
          </a:p>
        </p:txBody>
      </p:sp>
      <p:grpSp>
        <p:nvGrpSpPr>
          <p:cNvPr id="10" name="组合 9">
            <a:extLst>
              <a:ext uri="{FF2B5EF4-FFF2-40B4-BE49-F238E27FC236}">
                <a16:creationId xmlns:a16="http://schemas.microsoft.com/office/drawing/2014/main" id="{25A96D12-8B50-0E0D-37CA-530BC85C45C3}"/>
              </a:ext>
            </a:extLst>
          </p:cNvPr>
          <p:cNvGrpSpPr/>
          <p:nvPr/>
        </p:nvGrpSpPr>
        <p:grpSpPr>
          <a:xfrm>
            <a:off x="4348444" y="2128642"/>
            <a:ext cx="3495112" cy="369332"/>
            <a:chOff x="4348444" y="2757292"/>
            <a:chExt cx="3495112" cy="369332"/>
          </a:xfrm>
        </p:grpSpPr>
        <p:sp>
          <p:nvSpPr>
            <p:cNvPr id="6" name="箭头: 左右 5">
              <a:extLst>
                <a:ext uri="{FF2B5EF4-FFF2-40B4-BE49-F238E27FC236}">
                  <a16:creationId xmlns:a16="http://schemas.microsoft.com/office/drawing/2014/main" id="{3D100740-5285-689D-8421-779A655C838A}"/>
                </a:ext>
              </a:extLst>
            </p:cNvPr>
            <p:cNvSpPr/>
            <p:nvPr/>
          </p:nvSpPr>
          <p:spPr>
            <a:xfrm>
              <a:off x="5016000" y="2761958"/>
              <a:ext cx="2160000" cy="360000"/>
            </a:xfrm>
            <a:prstGeom prst="leftRightArrow">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B951D5FC-6727-0785-1A7A-64A25564BEA8}"/>
                </a:ext>
              </a:extLst>
            </p:cNvPr>
            <p:cNvSpPr txBox="1"/>
            <p:nvPr/>
          </p:nvSpPr>
          <p:spPr>
            <a:xfrm>
              <a:off x="4348444" y="2757292"/>
              <a:ext cx="646331" cy="369332"/>
            </a:xfrm>
            <a:prstGeom prst="rect">
              <a:avLst/>
            </a:prstGeom>
            <a:noFill/>
          </p:spPr>
          <p:txBody>
            <a:bodyPr wrap="none" rtlCol="0">
              <a:spAutoFit/>
            </a:bodyPr>
            <a:lstStyle/>
            <a:p>
              <a:r>
                <a:rPr lang="zh-CN" altLang="en-US" dirty="0"/>
                <a:t>形成</a:t>
              </a:r>
            </a:p>
          </p:txBody>
        </p:sp>
        <p:sp>
          <p:nvSpPr>
            <p:cNvPr id="8" name="文本框 7">
              <a:extLst>
                <a:ext uri="{FF2B5EF4-FFF2-40B4-BE49-F238E27FC236}">
                  <a16:creationId xmlns:a16="http://schemas.microsoft.com/office/drawing/2014/main" id="{1DB84078-9392-CEAC-1DC1-79A9C4AC5BAE}"/>
                </a:ext>
              </a:extLst>
            </p:cNvPr>
            <p:cNvSpPr txBox="1"/>
            <p:nvPr/>
          </p:nvSpPr>
          <p:spPr>
            <a:xfrm>
              <a:off x="7197225" y="2757292"/>
              <a:ext cx="646331" cy="369332"/>
            </a:xfrm>
            <a:prstGeom prst="rect">
              <a:avLst/>
            </a:prstGeom>
            <a:noFill/>
          </p:spPr>
          <p:txBody>
            <a:bodyPr wrap="none" rtlCol="0">
              <a:spAutoFit/>
            </a:bodyPr>
            <a:lstStyle/>
            <a:p>
              <a:r>
                <a:rPr lang="zh-CN" altLang="en-US" dirty="0"/>
                <a:t>指导</a:t>
              </a:r>
            </a:p>
          </p:txBody>
        </p:sp>
      </p:grpSp>
      <p:grpSp>
        <p:nvGrpSpPr>
          <p:cNvPr id="11" name="组合 10">
            <a:extLst>
              <a:ext uri="{FF2B5EF4-FFF2-40B4-BE49-F238E27FC236}">
                <a16:creationId xmlns:a16="http://schemas.microsoft.com/office/drawing/2014/main" id="{E6AFF645-D906-B164-8ABC-D637283A730B}"/>
              </a:ext>
            </a:extLst>
          </p:cNvPr>
          <p:cNvGrpSpPr/>
          <p:nvPr/>
        </p:nvGrpSpPr>
        <p:grpSpPr>
          <a:xfrm>
            <a:off x="4348444" y="2802536"/>
            <a:ext cx="3495112" cy="369332"/>
            <a:chOff x="4348444" y="2757292"/>
            <a:chExt cx="3495112" cy="369332"/>
          </a:xfrm>
        </p:grpSpPr>
        <p:sp>
          <p:nvSpPr>
            <p:cNvPr id="12" name="箭头: 左右 11">
              <a:extLst>
                <a:ext uri="{FF2B5EF4-FFF2-40B4-BE49-F238E27FC236}">
                  <a16:creationId xmlns:a16="http://schemas.microsoft.com/office/drawing/2014/main" id="{6987D6CC-913D-E929-73AD-50153F602CE9}"/>
                </a:ext>
              </a:extLst>
            </p:cNvPr>
            <p:cNvSpPr/>
            <p:nvPr/>
          </p:nvSpPr>
          <p:spPr>
            <a:xfrm>
              <a:off x="5016000" y="2761958"/>
              <a:ext cx="2160000" cy="360000"/>
            </a:xfrm>
            <a:prstGeom prst="leftRightArrow">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204911E3-1783-5E2A-B2C1-7D684A13AAB5}"/>
                </a:ext>
              </a:extLst>
            </p:cNvPr>
            <p:cNvSpPr txBox="1"/>
            <p:nvPr/>
          </p:nvSpPr>
          <p:spPr>
            <a:xfrm>
              <a:off x="4348444" y="2757292"/>
              <a:ext cx="646331" cy="369332"/>
            </a:xfrm>
            <a:prstGeom prst="rect">
              <a:avLst/>
            </a:prstGeom>
            <a:noFill/>
          </p:spPr>
          <p:txBody>
            <a:bodyPr wrap="none" rtlCol="0">
              <a:spAutoFit/>
            </a:bodyPr>
            <a:lstStyle/>
            <a:p>
              <a:r>
                <a:rPr lang="zh-CN" altLang="en-US" dirty="0"/>
                <a:t>震荡</a:t>
              </a:r>
            </a:p>
          </p:txBody>
        </p:sp>
        <p:sp>
          <p:nvSpPr>
            <p:cNvPr id="14" name="文本框 13">
              <a:extLst>
                <a:ext uri="{FF2B5EF4-FFF2-40B4-BE49-F238E27FC236}">
                  <a16:creationId xmlns:a16="http://schemas.microsoft.com/office/drawing/2014/main" id="{56DB0103-73F7-5CB0-6DF5-D6B269CF630C}"/>
                </a:ext>
              </a:extLst>
            </p:cNvPr>
            <p:cNvSpPr txBox="1"/>
            <p:nvPr/>
          </p:nvSpPr>
          <p:spPr>
            <a:xfrm>
              <a:off x="7197225" y="2757292"/>
              <a:ext cx="646331" cy="369332"/>
            </a:xfrm>
            <a:prstGeom prst="rect">
              <a:avLst/>
            </a:prstGeom>
            <a:noFill/>
          </p:spPr>
          <p:txBody>
            <a:bodyPr wrap="none" rtlCol="0">
              <a:spAutoFit/>
            </a:bodyPr>
            <a:lstStyle/>
            <a:p>
              <a:r>
                <a:rPr lang="zh-CN" altLang="en-US" dirty="0"/>
                <a:t>教练</a:t>
              </a:r>
            </a:p>
          </p:txBody>
        </p:sp>
      </p:grpSp>
      <p:grpSp>
        <p:nvGrpSpPr>
          <p:cNvPr id="15" name="组合 14">
            <a:extLst>
              <a:ext uri="{FF2B5EF4-FFF2-40B4-BE49-F238E27FC236}">
                <a16:creationId xmlns:a16="http://schemas.microsoft.com/office/drawing/2014/main" id="{AFE20FB1-045A-A879-7CFA-CEFA81F0CB53}"/>
              </a:ext>
            </a:extLst>
          </p:cNvPr>
          <p:cNvGrpSpPr/>
          <p:nvPr/>
        </p:nvGrpSpPr>
        <p:grpSpPr>
          <a:xfrm>
            <a:off x="4348444" y="3476430"/>
            <a:ext cx="3495112" cy="369332"/>
            <a:chOff x="4348444" y="2757292"/>
            <a:chExt cx="3495112" cy="369332"/>
          </a:xfrm>
        </p:grpSpPr>
        <p:sp>
          <p:nvSpPr>
            <p:cNvPr id="16" name="箭头: 左右 15">
              <a:extLst>
                <a:ext uri="{FF2B5EF4-FFF2-40B4-BE49-F238E27FC236}">
                  <a16:creationId xmlns:a16="http://schemas.microsoft.com/office/drawing/2014/main" id="{AD310A36-B61C-AE4F-6B68-2D0B4F9513E0}"/>
                </a:ext>
              </a:extLst>
            </p:cNvPr>
            <p:cNvSpPr/>
            <p:nvPr/>
          </p:nvSpPr>
          <p:spPr>
            <a:xfrm>
              <a:off x="5016000" y="2761958"/>
              <a:ext cx="2160000" cy="360000"/>
            </a:xfrm>
            <a:prstGeom prst="leftRigh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E043D0E5-7470-3CA7-FE38-2330E88A4427}"/>
                </a:ext>
              </a:extLst>
            </p:cNvPr>
            <p:cNvSpPr txBox="1"/>
            <p:nvPr/>
          </p:nvSpPr>
          <p:spPr>
            <a:xfrm>
              <a:off x="4348444" y="2757292"/>
              <a:ext cx="646331" cy="369332"/>
            </a:xfrm>
            <a:prstGeom prst="rect">
              <a:avLst/>
            </a:prstGeom>
            <a:noFill/>
          </p:spPr>
          <p:txBody>
            <a:bodyPr wrap="none" rtlCol="0">
              <a:spAutoFit/>
            </a:bodyPr>
            <a:lstStyle/>
            <a:p>
              <a:r>
                <a:rPr lang="zh-CN" altLang="en-US" dirty="0"/>
                <a:t>规范</a:t>
              </a:r>
            </a:p>
          </p:txBody>
        </p:sp>
        <p:sp>
          <p:nvSpPr>
            <p:cNvPr id="18" name="文本框 17">
              <a:extLst>
                <a:ext uri="{FF2B5EF4-FFF2-40B4-BE49-F238E27FC236}">
                  <a16:creationId xmlns:a16="http://schemas.microsoft.com/office/drawing/2014/main" id="{C2EF03C7-4501-9849-E7EF-BC0B547D5E4F}"/>
                </a:ext>
              </a:extLst>
            </p:cNvPr>
            <p:cNvSpPr txBox="1"/>
            <p:nvPr/>
          </p:nvSpPr>
          <p:spPr>
            <a:xfrm>
              <a:off x="7197225" y="2757292"/>
              <a:ext cx="646331" cy="369332"/>
            </a:xfrm>
            <a:prstGeom prst="rect">
              <a:avLst/>
            </a:prstGeom>
            <a:noFill/>
          </p:spPr>
          <p:txBody>
            <a:bodyPr wrap="none" rtlCol="0">
              <a:spAutoFit/>
            </a:bodyPr>
            <a:lstStyle/>
            <a:p>
              <a:r>
                <a:rPr lang="zh-CN" altLang="en-US" dirty="0"/>
                <a:t>参与</a:t>
              </a:r>
            </a:p>
          </p:txBody>
        </p:sp>
      </p:grpSp>
      <p:grpSp>
        <p:nvGrpSpPr>
          <p:cNvPr id="19" name="组合 18">
            <a:extLst>
              <a:ext uri="{FF2B5EF4-FFF2-40B4-BE49-F238E27FC236}">
                <a16:creationId xmlns:a16="http://schemas.microsoft.com/office/drawing/2014/main" id="{509884F0-B2C8-1623-8484-2500070B5A7C}"/>
              </a:ext>
            </a:extLst>
          </p:cNvPr>
          <p:cNvGrpSpPr/>
          <p:nvPr/>
        </p:nvGrpSpPr>
        <p:grpSpPr>
          <a:xfrm>
            <a:off x="4348444" y="4150324"/>
            <a:ext cx="3495112" cy="369332"/>
            <a:chOff x="4348444" y="2757292"/>
            <a:chExt cx="3495112" cy="369332"/>
          </a:xfrm>
        </p:grpSpPr>
        <p:sp>
          <p:nvSpPr>
            <p:cNvPr id="20" name="箭头: 左右 19">
              <a:extLst>
                <a:ext uri="{FF2B5EF4-FFF2-40B4-BE49-F238E27FC236}">
                  <a16:creationId xmlns:a16="http://schemas.microsoft.com/office/drawing/2014/main" id="{E52F6EB0-555C-F9FA-3EB1-641A68EE7731}"/>
                </a:ext>
              </a:extLst>
            </p:cNvPr>
            <p:cNvSpPr/>
            <p:nvPr/>
          </p:nvSpPr>
          <p:spPr>
            <a:xfrm>
              <a:off x="5016000" y="2761958"/>
              <a:ext cx="2160000" cy="360000"/>
            </a:xfrm>
            <a:prstGeom prst="leftRightArrow">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9E5BC592-D92B-FF0A-4B76-54F0B41BC81D}"/>
                </a:ext>
              </a:extLst>
            </p:cNvPr>
            <p:cNvSpPr txBox="1"/>
            <p:nvPr/>
          </p:nvSpPr>
          <p:spPr>
            <a:xfrm>
              <a:off x="4348444" y="2757292"/>
              <a:ext cx="646331" cy="369332"/>
            </a:xfrm>
            <a:prstGeom prst="rect">
              <a:avLst/>
            </a:prstGeom>
            <a:noFill/>
          </p:spPr>
          <p:txBody>
            <a:bodyPr wrap="none" rtlCol="0">
              <a:spAutoFit/>
            </a:bodyPr>
            <a:lstStyle/>
            <a:p>
              <a:r>
                <a:rPr lang="zh-CN" altLang="en-US" dirty="0"/>
                <a:t>成熟</a:t>
              </a:r>
            </a:p>
          </p:txBody>
        </p:sp>
        <p:sp>
          <p:nvSpPr>
            <p:cNvPr id="22" name="文本框 21">
              <a:extLst>
                <a:ext uri="{FF2B5EF4-FFF2-40B4-BE49-F238E27FC236}">
                  <a16:creationId xmlns:a16="http://schemas.microsoft.com/office/drawing/2014/main" id="{53D15627-CC8C-65A6-D2F5-3EB58FC125D7}"/>
                </a:ext>
              </a:extLst>
            </p:cNvPr>
            <p:cNvSpPr txBox="1"/>
            <p:nvPr/>
          </p:nvSpPr>
          <p:spPr>
            <a:xfrm>
              <a:off x="7197225" y="2757292"/>
              <a:ext cx="646331" cy="369332"/>
            </a:xfrm>
            <a:prstGeom prst="rect">
              <a:avLst/>
            </a:prstGeom>
            <a:noFill/>
          </p:spPr>
          <p:txBody>
            <a:bodyPr wrap="none" rtlCol="0">
              <a:spAutoFit/>
            </a:bodyPr>
            <a:lstStyle/>
            <a:p>
              <a:r>
                <a:rPr lang="zh-CN" altLang="en-US" dirty="0"/>
                <a:t>授权</a:t>
              </a:r>
            </a:p>
          </p:txBody>
        </p:sp>
      </p:grpSp>
      <p:grpSp>
        <p:nvGrpSpPr>
          <p:cNvPr id="23" name="组合 22">
            <a:extLst>
              <a:ext uri="{FF2B5EF4-FFF2-40B4-BE49-F238E27FC236}">
                <a16:creationId xmlns:a16="http://schemas.microsoft.com/office/drawing/2014/main" id="{90EA23AC-2102-E627-24E0-9C089CBB6CF6}"/>
              </a:ext>
            </a:extLst>
          </p:cNvPr>
          <p:cNvGrpSpPr/>
          <p:nvPr/>
        </p:nvGrpSpPr>
        <p:grpSpPr>
          <a:xfrm>
            <a:off x="4348444" y="4824217"/>
            <a:ext cx="3495112" cy="369332"/>
            <a:chOff x="4348444" y="2757292"/>
            <a:chExt cx="3495112" cy="369332"/>
          </a:xfrm>
        </p:grpSpPr>
        <p:sp>
          <p:nvSpPr>
            <p:cNvPr id="24" name="箭头: 左右 23">
              <a:extLst>
                <a:ext uri="{FF2B5EF4-FFF2-40B4-BE49-F238E27FC236}">
                  <a16:creationId xmlns:a16="http://schemas.microsoft.com/office/drawing/2014/main" id="{D1FFFF04-8F85-0959-EEB0-400407E5F5F6}"/>
                </a:ext>
              </a:extLst>
            </p:cNvPr>
            <p:cNvSpPr/>
            <p:nvPr/>
          </p:nvSpPr>
          <p:spPr>
            <a:xfrm>
              <a:off x="5016000" y="2761958"/>
              <a:ext cx="2160000" cy="360000"/>
            </a:xfrm>
            <a:prstGeom prst="leftRightArrow">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893ABB7C-855E-A57A-A9A4-8471674896A8}"/>
                </a:ext>
              </a:extLst>
            </p:cNvPr>
            <p:cNvSpPr txBox="1"/>
            <p:nvPr/>
          </p:nvSpPr>
          <p:spPr>
            <a:xfrm>
              <a:off x="4348444" y="2757292"/>
              <a:ext cx="646331" cy="369332"/>
            </a:xfrm>
            <a:prstGeom prst="rect">
              <a:avLst/>
            </a:prstGeom>
            <a:noFill/>
          </p:spPr>
          <p:txBody>
            <a:bodyPr wrap="none" rtlCol="0">
              <a:spAutoFit/>
            </a:bodyPr>
            <a:lstStyle/>
            <a:p>
              <a:r>
                <a:rPr lang="zh-CN" altLang="en-US" dirty="0"/>
                <a:t>解散</a:t>
              </a:r>
            </a:p>
          </p:txBody>
        </p:sp>
        <p:sp>
          <p:nvSpPr>
            <p:cNvPr id="26" name="文本框 25">
              <a:extLst>
                <a:ext uri="{FF2B5EF4-FFF2-40B4-BE49-F238E27FC236}">
                  <a16:creationId xmlns:a16="http://schemas.microsoft.com/office/drawing/2014/main" id="{5B81B0CC-0828-6A16-7B1F-A5750C49E63B}"/>
                </a:ext>
              </a:extLst>
            </p:cNvPr>
            <p:cNvSpPr txBox="1"/>
            <p:nvPr/>
          </p:nvSpPr>
          <p:spPr>
            <a:xfrm>
              <a:off x="7197225" y="2757292"/>
              <a:ext cx="646331" cy="369332"/>
            </a:xfrm>
            <a:prstGeom prst="rect">
              <a:avLst/>
            </a:prstGeom>
            <a:noFill/>
          </p:spPr>
          <p:txBody>
            <a:bodyPr wrap="none" rtlCol="0">
              <a:spAutoFit/>
            </a:bodyPr>
            <a:lstStyle/>
            <a:p>
              <a:r>
                <a:rPr lang="zh-CN" altLang="en-US" dirty="0">
                  <a:solidFill>
                    <a:schemeClr val="bg1"/>
                  </a:solidFill>
                </a:rPr>
                <a:t>指导</a:t>
              </a:r>
            </a:p>
          </p:txBody>
        </p:sp>
      </p:grpSp>
    </p:spTree>
    <p:extLst>
      <p:ext uri="{BB962C8B-B14F-4D97-AF65-F5344CB8AC3E}">
        <p14:creationId xmlns:p14="http://schemas.microsoft.com/office/powerpoint/2010/main" val="68110562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148F0534-31AD-BC3A-7C5A-74BAD1F7BC85}"/>
              </a:ext>
            </a:extLst>
          </p:cNvPr>
          <p:cNvSpPr>
            <a:spLocks noGrp="1"/>
          </p:cNvSpPr>
          <p:nvPr>
            <p:ph type="body" sz="quarter" idx="10"/>
          </p:nvPr>
        </p:nvSpPr>
        <p:spPr>
          <a:xfrm>
            <a:off x="3219345" y="1629000"/>
            <a:ext cx="8640000" cy="3600000"/>
          </a:xfrm>
        </p:spPr>
        <p:txBody>
          <a:bodyPr>
            <a:normAutofit/>
          </a:bodyPr>
          <a:lstStyle/>
          <a:p>
            <a:r>
              <a:rPr lang="zh-CN" altLang="en-US" dirty="0"/>
              <a:t>敏捷团队正在开发一个有价值的软件功能。在每日站会上，某重要相关方邀请团队参加具有类似功能的竞争对手软件演示。敏捷团队领导应该怎么做？</a:t>
            </a:r>
            <a:endParaRPr lang="en-US" altLang="zh-CN" dirty="0"/>
          </a:p>
          <a:p>
            <a:endParaRPr lang="zh-CN" altLang="en-US" dirty="0"/>
          </a:p>
          <a:p>
            <a:r>
              <a:rPr lang="en-US" altLang="zh-CN" dirty="0"/>
              <a:t>A. </a:t>
            </a:r>
            <a:r>
              <a:rPr lang="zh-CN" altLang="en-US" dirty="0"/>
              <a:t>派团队参加演示，以获得有关如何更好地开发功能以产生更高投资回报率的更多见解</a:t>
            </a:r>
          </a:p>
          <a:p>
            <a:r>
              <a:rPr lang="en-US" altLang="zh-CN" dirty="0"/>
              <a:t>B. </a:t>
            </a:r>
            <a:r>
              <a:rPr lang="zh-CN" altLang="en-US" dirty="0"/>
              <a:t>派产品负责人参加演示，以获得有关市场趋势的更多知识，并让团队继续专注于计划的工作</a:t>
            </a:r>
          </a:p>
          <a:p>
            <a:r>
              <a:rPr lang="en-US" altLang="zh-CN" dirty="0"/>
              <a:t>C. </a:t>
            </a:r>
            <a:r>
              <a:rPr lang="zh-CN" altLang="en-US" dirty="0"/>
              <a:t>派一名开发人员参加演示，让其他开发人员可以专注于计划的工作</a:t>
            </a:r>
          </a:p>
          <a:p>
            <a:r>
              <a:rPr lang="en-US" altLang="zh-CN" dirty="0"/>
              <a:t>D. </a:t>
            </a:r>
            <a:r>
              <a:rPr lang="zh-CN" altLang="en-US" dirty="0"/>
              <a:t>派一名团队测试人员参加演示，开发人员可以专注于计划的工作</a:t>
            </a:r>
          </a:p>
        </p:txBody>
      </p:sp>
    </p:spTree>
    <p:extLst>
      <p:ext uri="{BB962C8B-B14F-4D97-AF65-F5344CB8AC3E}">
        <p14:creationId xmlns:p14="http://schemas.microsoft.com/office/powerpoint/2010/main" val="303126605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a:extLst>
              <a:ext uri="{FF2B5EF4-FFF2-40B4-BE49-F238E27FC236}">
                <a16:creationId xmlns:a16="http://schemas.microsoft.com/office/drawing/2014/main" id="{5F3CDA0C-6B7C-9AF5-C0A1-408F42A4C15F}"/>
              </a:ext>
            </a:extLst>
          </p:cNvPr>
          <p:cNvSpPr>
            <a:spLocks noGrp="1"/>
          </p:cNvSpPr>
          <p:nvPr>
            <p:ph type="body" sz="quarter" idx="10"/>
          </p:nvPr>
        </p:nvSpPr>
        <p:spPr>
          <a:xfrm>
            <a:off x="3219345" y="1629000"/>
            <a:ext cx="8640000" cy="3600000"/>
          </a:xfrm>
        </p:spPr>
        <p:txBody>
          <a:bodyPr/>
          <a:lstStyle/>
          <a:p>
            <a:r>
              <a:rPr lang="zh-CN" altLang="en-US" dirty="0"/>
              <a:t>自项目开始以来，产品负责人在规划期间不断询问每次产品迭代的预算。产品负责人似乎对成本更感兴趣，而不是产品本身。项目经理应该更早做什么来改变产品负责人的行为？</a:t>
            </a:r>
            <a:endParaRPr lang="en-US" altLang="zh-CN" dirty="0"/>
          </a:p>
          <a:p>
            <a:endParaRPr lang="zh-CN" altLang="en-US" dirty="0"/>
          </a:p>
          <a:p>
            <a:r>
              <a:rPr lang="en-US" altLang="zh-CN" dirty="0"/>
              <a:t>A. </a:t>
            </a:r>
            <a:r>
              <a:rPr lang="zh-CN" altLang="en-US" dirty="0"/>
              <a:t>与产品负责人一起明确他们在敏捷项目中的角色以及敏捷规划的范围</a:t>
            </a:r>
          </a:p>
          <a:p>
            <a:r>
              <a:rPr lang="en-US" altLang="zh-CN" dirty="0"/>
              <a:t>B. </a:t>
            </a:r>
            <a:r>
              <a:rPr lang="zh-CN" altLang="en-US" dirty="0"/>
              <a:t>制定沟通管理计划，报告每次迭代中花费的预算与计划在规划期间避免这些讨论</a:t>
            </a:r>
          </a:p>
          <a:p>
            <a:r>
              <a:rPr lang="en-US" altLang="zh-CN" dirty="0"/>
              <a:t>C. </a:t>
            </a:r>
            <a:r>
              <a:rPr lang="zh-CN" altLang="en-US" dirty="0"/>
              <a:t>制定固定价格合同，将产品所有者的注意力转移到价值而不是金钱上</a:t>
            </a:r>
          </a:p>
          <a:p>
            <a:r>
              <a:rPr lang="en-US" altLang="zh-CN" dirty="0"/>
              <a:t>D. </a:t>
            </a:r>
            <a:r>
              <a:rPr lang="zh-CN" altLang="en-US" dirty="0"/>
              <a:t>采用不同的估算方法来确定每个产品增量所花费的成本</a:t>
            </a:r>
          </a:p>
        </p:txBody>
      </p:sp>
    </p:spTree>
    <p:extLst>
      <p:ext uri="{BB962C8B-B14F-4D97-AF65-F5344CB8AC3E}">
        <p14:creationId xmlns:p14="http://schemas.microsoft.com/office/powerpoint/2010/main" val="274998641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42C675B-B747-42FC-682B-07635A79B7A7}"/>
              </a:ext>
            </a:extLst>
          </p:cNvPr>
          <p:cNvSpPr>
            <a:spLocks noGrp="1"/>
          </p:cNvSpPr>
          <p:nvPr>
            <p:ph type="body" sz="quarter" idx="10"/>
          </p:nvPr>
        </p:nvSpPr>
        <p:spPr/>
        <p:txBody>
          <a:bodyPr/>
          <a:lstStyle/>
          <a:p>
            <a:r>
              <a:rPr lang="zh-CN" altLang="en-US" dirty="0"/>
              <a:t>产品负责人认为某个用户故事对于迭代至关重要，但是一名团队的主题专家（</a:t>
            </a:r>
            <a:r>
              <a:rPr lang="en-US" altLang="zh-CN" dirty="0"/>
              <a:t>SME</a:t>
            </a:r>
            <a:r>
              <a:rPr lang="zh-CN" altLang="en-US" dirty="0"/>
              <a:t>）却不同意。该冲突影响到团队士气。敏捷教练应该怎么做？</a:t>
            </a:r>
            <a:endParaRPr lang="en-US" altLang="zh-CN" dirty="0"/>
          </a:p>
          <a:p>
            <a:endParaRPr lang="zh-CN" altLang="en-US" dirty="0"/>
          </a:p>
          <a:p>
            <a:r>
              <a:rPr lang="en-US" altLang="zh-CN" dirty="0"/>
              <a:t>A. </a:t>
            </a:r>
            <a:r>
              <a:rPr lang="zh-CN" altLang="en-US" dirty="0"/>
              <a:t>在回顾会议中陈述该问题，并要求团队确定用户故事是否应该保留或修改。</a:t>
            </a:r>
          </a:p>
          <a:p>
            <a:r>
              <a:rPr lang="en-US" altLang="zh-CN" dirty="0"/>
              <a:t>B. </a:t>
            </a:r>
            <a:r>
              <a:rPr lang="zh-CN" altLang="en-US" dirty="0"/>
              <a:t>询问产品负责人的意见，但解释说该主题专家将做出最终决定。</a:t>
            </a:r>
          </a:p>
          <a:p>
            <a:r>
              <a:rPr lang="en-US" altLang="zh-CN" dirty="0"/>
              <a:t>C. </a:t>
            </a:r>
            <a:r>
              <a:rPr lang="zh-CN" altLang="en-US" dirty="0"/>
              <a:t>与该主题专家和产品负责人单独开会，以减轻分歧。</a:t>
            </a:r>
          </a:p>
          <a:p>
            <a:r>
              <a:rPr lang="en-US" altLang="zh-CN" dirty="0"/>
              <a:t>D. </a:t>
            </a:r>
            <a:r>
              <a:rPr lang="zh-CN" altLang="en-US" dirty="0"/>
              <a:t>询问该主题专家的意见，但解释说产品负责人负责定义待办列表优先级。</a:t>
            </a:r>
          </a:p>
          <a:p>
            <a:endParaRPr lang="zh-CN" altLang="en-US" dirty="0"/>
          </a:p>
        </p:txBody>
      </p:sp>
    </p:spTree>
    <p:extLst>
      <p:ext uri="{BB962C8B-B14F-4D97-AF65-F5344CB8AC3E}">
        <p14:creationId xmlns:p14="http://schemas.microsoft.com/office/powerpoint/2010/main" val="83334208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5387D10-6AC2-FA1E-F494-755C5092647A}"/>
              </a:ext>
            </a:extLst>
          </p:cNvPr>
          <p:cNvSpPr>
            <a:spLocks noGrp="1"/>
          </p:cNvSpPr>
          <p:nvPr>
            <p:ph type="body" sz="quarter" idx="10"/>
          </p:nvPr>
        </p:nvSpPr>
        <p:spPr/>
        <p:txBody>
          <a:bodyPr/>
          <a:lstStyle/>
          <a:p>
            <a:r>
              <a:rPr lang="zh-CN" altLang="en-US" dirty="0"/>
              <a:t>因为最终产品的交付已经发生了第三次延迟，所以一位关键相关方很沮丧。项目经理与该相关方会面，并且发现如果一项新功能在一个月内没有被发布的话，将面临影响收入的风险。项目经理应该做什么？</a:t>
            </a:r>
            <a:endParaRPr lang="en-US" altLang="zh-CN" dirty="0"/>
          </a:p>
          <a:p>
            <a:endParaRPr lang="zh-CN" altLang="en-US" dirty="0"/>
          </a:p>
          <a:p>
            <a:r>
              <a:rPr lang="en-US" altLang="zh-CN" dirty="0"/>
              <a:t>A. </a:t>
            </a:r>
            <a:r>
              <a:rPr lang="zh-CN" altLang="en-US" dirty="0"/>
              <a:t>告知该相关方将会在下一次发布计划会议中考虑新需求</a:t>
            </a:r>
          </a:p>
          <a:p>
            <a:r>
              <a:rPr lang="en-US" altLang="zh-CN" dirty="0"/>
              <a:t>B. </a:t>
            </a:r>
            <a:r>
              <a:rPr lang="zh-CN" altLang="en-US" dirty="0"/>
              <a:t>请产品负责人确定是否需要将此要求视为最高优先级</a:t>
            </a:r>
          </a:p>
          <a:p>
            <a:r>
              <a:rPr lang="en-US" altLang="zh-CN" dirty="0"/>
              <a:t>C. </a:t>
            </a:r>
            <a:r>
              <a:rPr lang="zh-CN" altLang="en-US" dirty="0"/>
              <a:t>通知发起人最新的更改，并要求发起人对功能进行优先排序</a:t>
            </a:r>
          </a:p>
          <a:p>
            <a:r>
              <a:rPr lang="en-US" altLang="zh-CN" dirty="0"/>
              <a:t>D. </a:t>
            </a:r>
            <a:r>
              <a:rPr lang="zh-CN" altLang="en-US" dirty="0"/>
              <a:t>立即指导开发团队处理此需求</a:t>
            </a:r>
          </a:p>
        </p:txBody>
      </p:sp>
    </p:spTree>
    <p:extLst>
      <p:ext uri="{BB962C8B-B14F-4D97-AF65-F5344CB8AC3E}">
        <p14:creationId xmlns:p14="http://schemas.microsoft.com/office/powerpoint/2010/main" val="381275041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3B9FD4C2-7666-4684-38F5-360F739775C9}"/>
              </a:ext>
            </a:extLst>
          </p:cNvPr>
          <p:cNvSpPr>
            <a:spLocks noGrp="1"/>
          </p:cNvSpPr>
          <p:nvPr>
            <p:ph type="body" sz="quarter" idx="10"/>
          </p:nvPr>
        </p:nvSpPr>
        <p:spPr>
          <a:xfrm>
            <a:off x="3219345" y="1629000"/>
            <a:ext cx="8640000" cy="3600000"/>
          </a:xfrm>
        </p:spPr>
        <p:txBody>
          <a:bodyPr/>
          <a:lstStyle/>
          <a:p>
            <a:r>
              <a:rPr lang="zh-CN" altLang="en-US" dirty="0"/>
              <a:t>一名资深业务经理要求团队在当前的迭代周期中添加一项“非常重要”的需求。作为该敏捷团队的 </a:t>
            </a:r>
            <a:r>
              <a:rPr lang="en-US" altLang="zh-CN" dirty="0"/>
              <a:t>Scrum Master</a:t>
            </a:r>
            <a:r>
              <a:rPr lang="zh-CN" altLang="en-US" dirty="0"/>
              <a:t>，你应该怎么做？</a:t>
            </a:r>
            <a:endParaRPr lang="en-US" altLang="zh-CN" dirty="0"/>
          </a:p>
          <a:p>
            <a:endParaRPr lang="zh-CN" altLang="en-US" dirty="0"/>
          </a:p>
          <a:p>
            <a:r>
              <a:rPr lang="en-US" altLang="zh-CN" dirty="0"/>
              <a:t>A. </a:t>
            </a:r>
            <a:r>
              <a:rPr lang="zh-CN" altLang="en-US" dirty="0"/>
              <a:t>把该项添加进来，因为资深业务经理是关键利益相关方之一</a:t>
            </a:r>
            <a:br>
              <a:rPr lang="zh-CN" altLang="en-US" dirty="0"/>
            </a:br>
            <a:r>
              <a:rPr lang="en-US" altLang="zh-CN" dirty="0"/>
              <a:t>B. </a:t>
            </a:r>
            <a:r>
              <a:rPr lang="zh-CN" altLang="en-US" dirty="0"/>
              <a:t>告知产品负责人，让产品负责人和资深业务经理可以一起工作</a:t>
            </a:r>
            <a:br>
              <a:rPr lang="zh-CN" altLang="en-US" dirty="0"/>
            </a:br>
            <a:r>
              <a:rPr lang="en-US" altLang="zh-CN" dirty="0"/>
              <a:t>C. </a:t>
            </a:r>
            <a:r>
              <a:rPr lang="zh-CN" altLang="en-US" dirty="0"/>
              <a:t>把该项添加到下一个迭代周期中</a:t>
            </a:r>
            <a:br>
              <a:rPr lang="zh-CN" altLang="en-US" dirty="0"/>
            </a:br>
            <a:r>
              <a:rPr lang="en-US" altLang="zh-CN" dirty="0"/>
              <a:t>D. </a:t>
            </a:r>
            <a:r>
              <a:rPr lang="zh-CN" altLang="en-US" dirty="0"/>
              <a:t>把该项添加进来，但是和产品负责人及团队共同决定把哪项剔除，以满足承诺</a:t>
            </a:r>
          </a:p>
          <a:p>
            <a:endParaRPr lang="zh-CN" altLang="en-US" dirty="0"/>
          </a:p>
        </p:txBody>
      </p:sp>
    </p:spTree>
    <p:extLst>
      <p:ext uri="{BB962C8B-B14F-4D97-AF65-F5344CB8AC3E}">
        <p14:creationId xmlns:p14="http://schemas.microsoft.com/office/powerpoint/2010/main" val="327066644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B8E0827-4A91-7B7A-3B8F-4C9B99DC1732}"/>
              </a:ext>
            </a:extLst>
          </p:cNvPr>
          <p:cNvSpPr>
            <a:spLocks noGrp="1"/>
          </p:cNvSpPr>
          <p:nvPr>
            <p:ph type="body" sz="quarter" idx="10"/>
          </p:nvPr>
        </p:nvSpPr>
        <p:spPr/>
        <p:txBody>
          <a:bodyPr/>
          <a:lstStyle/>
          <a:p>
            <a:r>
              <a:rPr lang="zh-CN" altLang="en-US" dirty="0"/>
              <a:t>在回顾会议中，项目经理听到相关方在迭代演示中不断抱怨产品特性没有按照要求交付。项目经理应该给产品负责人什么建议，以确保产品特性总是按要求交付？</a:t>
            </a:r>
          </a:p>
          <a:p>
            <a:r>
              <a:rPr lang="en-US" altLang="zh-CN" dirty="0"/>
              <a:t>A. </a:t>
            </a:r>
            <a:r>
              <a:rPr lang="zh-CN" altLang="en-US" dirty="0"/>
              <a:t>在细化待办事项之前，与相关方一起验证验收标准</a:t>
            </a:r>
          </a:p>
          <a:p>
            <a:r>
              <a:rPr lang="en-US" altLang="zh-CN" dirty="0"/>
              <a:t>B. </a:t>
            </a:r>
            <a:r>
              <a:rPr lang="zh-CN" altLang="en-US" dirty="0"/>
              <a:t>在每日站会中包括相关方，以监测进展情况</a:t>
            </a:r>
          </a:p>
          <a:p>
            <a:r>
              <a:rPr lang="en-US" altLang="zh-CN" dirty="0"/>
              <a:t>C. </a:t>
            </a:r>
            <a:r>
              <a:rPr lang="zh-CN" altLang="en-US" dirty="0"/>
              <a:t>避免在迭代评审中包括相关方</a:t>
            </a:r>
          </a:p>
          <a:p>
            <a:r>
              <a:rPr lang="en-US" altLang="zh-CN" dirty="0"/>
              <a:t>D. </a:t>
            </a:r>
            <a:r>
              <a:rPr lang="zh-CN" altLang="en-US" dirty="0"/>
              <a:t>创建一个需求跟踪矩阵并相应地分配它</a:t>
            </a:r>
          </a:p>
        </p:txBody>
      </p:sp>
    </p:spTree>
    <p:extLst>
      <p:ext uri="{BB962C8B-B14F-4D97-AF65-F5344CB8AC3E}">
        <p14:creationId xmlns:p14="http://schemas.microsoft.com/office/powerpoint/2010/main" val="53551929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83BC343-1291-0701-7970-2E3AD7D0B200}"/>
              </a:ext>
            </a:extLst>
          </p:cNvPr>
          <p:cNvSpPr>
            <a:spLocks noGrp="1"/>
          </p:cNvSpPr>
          <p:nvPr>
            <p:ph type="body" sz="quarter" idx="10"/>
          </p:nvPr>
        </p:nvSpPr>
        <p:spPr/>
        <p:txBody>
          <a:bodyPr/>
          <a:lstStyle/>
          <a:p>
            <a:r>
              <a:rPr lang="zh-CN" altLang="en-US" dirty="0"/>
              <a:t>作为敏捷团队的一员，你发现敏捷项目管理专业人士和以往的领导风格不太一样，他并没有很强制地做出决定，而是支持团队讨论，为团队提供指导。同时用信息发射源来公开项目的进展情况，让团队不需要经常性地汇报项目状态报告。当团队遇到障碍时，会帮团队清除。敏捷项目领导正在做什么？</a:t>
            </a:r>
            <a:endParaRPr lang="en-US" altLang="zh-CN" dirty="0"/>
          </a:p>
          <a:p>
            <a:endParaRPr lang="zh-CN" altLang="en-US" dirty="0"/>
          </a:p>
          <a:p>
            <a:r>
              <a:rPr lang="en-US" altLang="zh-CN" dirty="0"/>
              <a:t>A. </a:t>
            </a:r>
            <a:r>
              <a:rPr lang="zh-CN" altLang="en-US" dirty="0"/>
              <a:t>遵循参与式决策模型</a:t>
            </a:r>
          </a:p>
          <a:p>
            <a:r>
              <a:rPr lang="en-US" altLang="zh-CN" dirty="0"/>
              <a:t>B. </a:t>
            </a:r>
            <a:r>
              <a:rPr lang="zh-CN" altLang="en-US" dirty="0"/>
              <a:t>采用接受反馈的做法，促进团队改进</a:t>
            </a:r>
          </a:p>
          <a:p>
            <a:r>
              <a:rPr lang="en-US" altLang="zh-CN" dirty="0"/>
              <a:t>C. </a:t>
            </a:r>
            <a:r>
              <a:rPr lang="zh-CN" altLang="en-US" dirty="0"/>
              <a:t>实行与敏捷团队合作的仆人式领导风格</a:t>
            </a:r>
          </a:p>
          <a:p>
            <a:r>
              <a:rPr lang="en-US" altLang="zh-CN" dirty="0"/>
              <a:t>D. </a:t>
            </a:r>
            <a:r>
              <a:rPr lang="zh-CN" altLang="en-US" dirty="0"/>
              <a:t>建立互相协作的团队工作文化</a:t>
            </a:r>
          </a:p>
        </p:txBody>
      </p:sp>
    </p:spTree>
    <p:extLst>
      <p:ext uri="{BB962C8B-B14F-4D97-AF65-F5344CB8AC3E}">
        <p14:creationId xmlns:p14="http://schemas.microsoft.com/office/powerpoint/2010/main" val="96048354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355DEF1-3C9F-9F68-F567-AF749D60A350}"/>
              </a:ext>
            </a:extLst>
          </p:cNvPr>
          <p:cNvSpPr>
            <a:spLocks noGrp="1"/>
          </p:cNvSpPr>
          <p:nvPr>
            <p:ph type="body" sz="quarter" idx="10"/>
          </p:nvPr>
        </p:nvSpPr>
        <p:spPr/>
        <p:txBody>
          <a:bodyPr/>
          <a:lstStyle/>
          <a:p>
            <a:r>
              <a:rPr lang="zh-CN" altLang="en-US" dirty="0"/>
              <a:t>回顾会议未能按敏捷团队领导的预期改进效率。若要确保回顾会议为团队和项目带来价值，该团队领导应该怎么做？</a:t>
            </a:r>
            <a:endParaRPr lang="en-US" altLang="zh-CN" dirty="0"/>
          </a:p>
          <a:p>
            <a:endParaRPr lang="zh-CN" altLang="en-US" dirty="0"/>
          </a:p>
          <a:p>
            <a:r>
              <a:rPr lang="en-US" altLang="zh-CN" dirty="0"/>
              <a:t>A. </a:t>
            </a:r>
            <a:r>
              <a:rPr lang="zh-CN" altLang="en-US" dirty="0"/>
              <a:t>实行更紧凑的回顾会议时间表</a:t>
            </a:r>
          </a:p>
          <a:p>
            <a:r>
              <a:rPr lang="en-US" altLang="zh-CN" dirty="0"/>
              <a:t>B. </a:t>
            </a:r>
            <a:r>
              <a:rPr lang="zh-CN" altLang="en-US" dirty="0"/>
              <a:t>确定妨碍回顾会议结果得到实施的问题，并立即解决</a:t>
            </a:r>
          </a:p>
          <a:p>
            <a:r>
              <a:rPr lang="en-US" altLang="zh-CN" dirty="0"/>
              <a:t>C. </a:t>
            </a:r>
            <a:r>
              <a:rPr lang="zh-CN" altLang="en-US" dirty="0"/>
              <a:t>辅导并提醒团队聚焦回顾会议行动项</a:t>
            </a:r>
          </a:p>
          <a:p>
            <a:r>
              <a:rPr lang="en-US" altLang="zh-CN" dirty="0"/>
              <a:t>D. </a:t>
            </a:r>
            <a:r>
              <a:rPr lang="zh-CN" altLang="en-US" dirty="0"/>
              <a:t>确保产品负责人在下一次规划会上对改进进行优先级排序</a:t>
            </a:r>
          </a:p>
        </p:txBody>
      </p:sp>
    </p:spTree>
    <p:extLst>
      <p:ext uri="{BB962C8B-B14F-4D97-AF65-F5344CB8AC3E}">
        <p14:creationId xmlns:p14="http://schemas.microsoft.com/office/powerpoint/2010/main" val="148624211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532E8FD6-2F02-A716-2216-AE5E9851DE69}"/>
              </a:ext>
            </a:extLst>
          </p:cNvPr>
          <p:cNvSpPr>
            <a:spLocks noGrp="1"/>
          </p:cNvSpPr>
          <p:nvPr>
            <p:ph type="body" sz="quarter" idx="10"/>
          </p:nvPr>
        </p:nvSpPr>
        <p:spPr/>
        <p:txBody>
          <a:bodyPr/>
          <a:lstStyle/>
          <a:p>
            <a:r>
              <a:rPr lang="zh-CN" altLang="en-US" dirty="0"/>
              <a:t>作为团队教练，你应该什么时候专注于对团队成员个体进行教练（</a:t>
            </a:r>
            <a:r>
              <a:rPr lang="en-US" altLang="zh-CN" dirty="0"/>
              <a:t>coaching</a:t>
            </a:r>
            <a:r>
              <a:rPr lang="zh-CN" altLang="en-US" dirty="0"/>
              <a:t>）？</a:t>
            </a:r>
            <a:endParaRPr lang="en-US" altLang="zh-CN" dirty="0"/>
          </a:p>
          <a:p>
            <a:endParaRPr lang="zh-CN" altLang="en-US" dirty="0"/>
          </a:p>
          <a:p>
            <a:r>
              <a:rPr lang="en-US" altLang="zh-CN" dirty="0"/>
              <a:t>A. </a:t>
            </a:r>
            <a:r>
              <a:rPr lang="zh-CN" altLang="en-US" dirty="0"/>
              <a:t>当有人向你求助或寻求建议的时候。</a:t>
            </a:r>
          </a:p>
          <a:p>
            <a:r>
              <a:rPr lang="en-US" altLang="zh-CN" dirty="0"/>
              <a:t>B. </a:t>
            </a:r>
            <a:r>
              <a:rPr lang="zh-CN" altLang="en-US" dirty="0"/>
              <a:t>在计划会和回顾会中。</a:t>
            </a:r>
          </a:p>
          <a:p>
            <a:r>
              <a:rPr lang="en-US" altLang="zh-CN" dirty="0"/>
              <a:t>C. </a:t>
            </a:r>
            <a:r>
              <a:rPr lang="zh-CN" altLang="en-US" dirty="0"/>
              <a:t>有外部阻碍出现的时候。</a:t>
            </a:r>
          </a:p>
          <a:p>
            <a:r>
              <a:rPr lang="en-US" altLang="zh-CN" dirty="0"/>
              <a:t>D. </a:t>
            </a:r>
            <a:r>
              <a:rPr lang="zh-CN" altLang="en-US" dirty="0"/>
              <a:t>当有人遇到了技术问题，并且他们自己解决不了的时候。</a:t>
            </a:r>
          </a:p>
        </p:txBody>
      </p:sp>
    </p:spTree>
    <p:extLst>
      <p:ext uri="{BB962C8B-B14F-4D97-AF65-F5344CB8AC3E}">
        <p14:creationId xmlns:p14="http://schemas.microsoft.com/office/powerpoint/2010/main" val="302858664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95CC9C1-CCC4-5EBA-B406-CD38369DA1FB}"/>
              </a:ext>
            </a:extLst>
          </p:cNvPr>
          <p:cNvSpPr>
            <a:spLocks noGrp="1"/>
          </p:cNvSpPr>
          <p:nvPr>
            <p:ph type="body" sz="quarter" idx="10"/>
          </p:nvPr>
        </p:nvSpPr>
        <p:spPr/>
        <p:txBody>
          <a:bodyPr/>
          <a:lstStyle/>
          <a:p>
            <a:r>
              <a:rPr lang="zh-CN" altLang="en-US" dirty="0"/>
              <a:t>敏捷团队负责一款智能手机的研发项目，在第三次迭代中，一名开发人员由于使用了新的技术导致另一名开发成员的工作出现了一些问题，由此产生了冲突。开发人员经过努力还是无法独自解决冲突，敏捷教练应该怎么办？</a:t>
            </a:r>
            <a:endParaRPr lang="en-US" altLang="zh-CN" dirty="0"/>
          </a:p>
          <a:p>
            <a:endParaRPr lang="zh-CN" altLang="en-US" dirty="0"/>
          </a:p>
          <a:p>
            <a:r>
              <a:rPr lang="en-US" altLang="zh-CN" dirty="0"/>
              <a:t>A. </a:t>
            </a:r>
            <a:r>
              <a:rPr lang="zh-CN" altLang="en-US" dirty="0"/>
              <a:t>要求产品负责人帮助解决问题</a:t>
            </a:r>
          </a:p>
          <a:p>
            <a:r>
              <a:rPr lang="en-US" altLang="zh-CN" dirty="0"/>
              <a:t>B. </a:t>
            </a:r>
            <a:r>
              <a:rPr lang="zh-CN" altLang="en-US" dirty="0"/>
              <a:t>和开发人员沟通，并协助他们解决问题</a:t>
            </a:r>
          </a:p>
          <a:p>
            <a:r>
              <a:rPr lang="en-US" altLang="zh-CN" dirty="0"/>
              <a:t>C. </a:t>
            </a:r>
            <a:r>
              <a:rPr lang="zh-CN" altLang="en-US" dirty="0"/>
              <a:t>利用职权进行干预并对冲突进行影响评估</a:t>
            </a:r>
          </a:p>
          <a:p>
            <a:r>
              <a:rPr lang="en-US" altLang="zh-CN" dirty="0"/>
              <a:t>D. </a:t>
            </a:r>
            <a:r>
              <a:rPr lang="zh-CN" altLang="en-US" dirty="0"/>
              <a:t>举行团队会议讨论这个问题，并重构构建沟通规则</a:t>
            </a:r>
          </a:p>
        </p:txBody>
      </p:sp>
    </p:spTree>
    <p:extLst>
      <p:ext uri="{BB962C8B-B14F-4D97-AF65-F5344CB8AC3E}">
        <p14:creationId xmlns:p14="http://schemas.microsoft.com/office/powerpoint/2010/main" val="3632960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445C827-306D-8A41-35EE-F6C421765890}"/>
              </a:ext>
            </a:extLst>
          </p:cNvPr>
          <p:cNvSpPr>
            <a:spLocks noGrp="1"/>
          </p:cNvSpPr>
          <p:nvPr>
            <p:ph type="body" sz="quarter" idx="10"/>
          </p:nvPr>
        </p:nvSpPr>
        <p:spPr>
          <a:xfrm>
            <a:off x="3219345" y="1629000"/>
            <a:ext cx="8640000" cy="3600000"/>
          </a:xfrm>
        </p:spPr>
        <p:txBody>
          <a:bodyPr/>
          <a:lstStyle/>
          <a:p>
            <a:r>
              <a:rPr lang="zh-CN" altLang="en-US" dirty="0"/>
              <a:t>一个团队成员向 </a:t>
            </a:r>
            <a:r>
              <a:rPr lang="en-US" altLang="zh-CN" dirty="0"/>
              <a:t>Scrum </a:t>
            </a:r>
            <a:r>
              <a:rPr lang="zh-CN" altLang="en-US" dirty="0"/>
              <a:t>教练抱怨，他们的经理每个星期都要开好几次会，提供更新情况，但那些更新与他们的项目并没有关系。团队成员很不满，因为这些中断导致工作慢下来。</a:t>
            </a:r>
            <a:r>
              <a:rPr lang="en-US" altLang="zh-CN" dirty="0"/>
              <a:t>Scrum </a:t>
            </a:r>
            <a:r>
              <a:rPr lang="zh-CN" altLang="en-US" dirty="0"/>
              <a:t>教练应该做什么？</a:t>
            </a:r>
            <a:endParaRPr lang="en-US" altLang="zh-CN" dirty="0"/>
          </a:p>
          <a:p>
            <a:endParaRPr lang="zh-CN" altLang="en-US" dirty="0"/>
          </a:p>
          <a:p>
            <a:r>
              <a:rPr lang="en-US" altLang="zh-CN" dirty="0"/>
              <a:t>A. </a:t>
            </a:r>
            <a:r>
              <a:rPr lang="zh-CN" altLang="en-US" dirty="0"/>
              <a:t>授权团队成员可以不参加这些会议，而专注于工作</a:t>
            </a:r>
          </a:p>
          <a:p>
            <a:r>
              <a:rPr lang="en-US" altLang="zh-CN" dirty="0"/>
              <a:t>B. </a:t>
            </a:r>
            <a:r>
              <a:rPr lang="zh-CN" altLang="en-US" dirty="0"/>
              <a:t>向产品负责人提出这个问题</a:t>
            </a:r>
          </a:p>
          <a:p>
            <a:r>
              <a:rPr lang="en-US" altLang="zh-CN" dirty="0"/>
              <a:t>C. </a:t>
            </a:r>
            <a:r>
              <a:rPr lang="zh-CN" altLang="en-US" dirty="0"/>
              <a:t>准备一个报告，说明这些会议对工作的的影响</a:t>
            </a:r>
          </a:p>
          <a:p>
            <a:r>
              <a:rPr lang="en-US" altLang="zh-CN" dirty="0"/>
              <a:t>D. </a:t>
            </a:r>
            <a:r>
              <a:rPr lang="zh-CN" altLang="en-US" dirty="0"/>
              <a:t>找这位经理讨论其他方法而不中断团队的工作</a:t>
            </a:r>
          </a:p>
        </p:txBody>
      </p:sp>
    </p:spTree>
    <p:extLst>
      <p:ext uri="{BB962C8B-B14F-4D97-AF65-F5344CB8AC3E}">
        <p14:creationId xmlns:p14="http://schemas.microsoft.com/office/powerpoint/2010/main" val="146439565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44840EE-E737-C70E-CE0A-48B1483ED343}"/>
              </a:ext>
            </a:extLst>
          </p:cNvPr>
          <p:cNvSpPr>
            <a:spLocks noGrp="1"/>
          </p:cNvSpPr>
          <p:nvPr>
            <p:ph type="body" sz="quarter" idx="10"/>
          </p:nvPr>
        </p:nvSpPr>
        <p:spPr/>
        <p:txBody>
          <a:bodyPr/>
          <a:lstStyle/>
          <a:p>
            <a:r>
              <a:rPr lang="zh-CN" altLang="en-US" dirty="0"/>
              <a:t>敏捷团队最近接到一项政府部门的开发工作，经过接触，项目负责人发现这个项目的需求变动很多，而且范围并不明确，因此团队讨论决定使用敏捷的方式开发。公司为其匹配了一位敏捷教练，面对这个没有敏捷经验、也缺乏敏捷知识培训的团队，敏捷教练该如何应对？</a:t>
            </a:r>
            <a:endParaRPr lang="en-US" altLang="zh-CN" dirty="0"/>
          </a:p>
          <a:p>
            <a:endParaRPr lang="zh-CN" altLang="en-US" dirty="0"/>
          </a:p>
          <a:p>
            <a:r>
              <a:rPr lang="en-US" altLang="zh-CN" dirty="0"/>
              <a:t>A. </a:t>
            </a:r>
            <a:r>
              <a:rPr lang="zh-CN" altLang="en-US" dirty="0"/>
              <a:t>为团队成员确定并实施最具成本效益的敏捷培训</a:t>
            </a:r>
          </a:p>
          <a:p>
            <a:r>
              <a:rPr lang="en-US" altLang="zh-CN" dirty="0"/>
              <a:t>B. </a:t>
            </a:r>
            <a:r>
              <a:rPr lang="zh-CN" altLang="en-US" dirty="0"/>
              <a:t>申请一个变更请求为团队成员进行敏捷培训</a:t>
            </a:r>
          </a:p>
          <a:p>
            <a:r>
              <a:rPr lang="en-US" altLang="zh-CN" dirty="0"/>
              <a:t>C. </a:t>
            </a:r>
            <a:r>
              <a:rPr lang="zh-CN" altLang="en-US" dirty="0"/>
              <a:t>确保项目的应急储备可以覆盖所有团队成员的敏捷培训</a:t>
            </a:r>
          </a:p>
          <a:p>
            <a:r>
              <a:rPr lang="en-US" altLang="zh-CN" dirty="0"/>
              <a:t>D. </a:t>
            </a:r>
            <a:r>
              <a:rPr lang="zh-CN" altLang="en-US" dirty="0"/>
              <a:t>为关键团队成员安排虚拟培训课程，涵盖敏捷课题</a:t>
            </a:r>
          </a:p>
        </p:txBody>
      </p:sp>
    </p:spTree>
    <p:extLst>
      <p:ext uri="{BB962C8B-B14F-4D97-AF65-F5344CB8AC3E}">
        <p14:creationId xmlns:p14="http://schemas.microsoft.com/office/powerpoint/2010/main" val="243083887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19FE333D-382F-A157-A207-509AD75636E4}"/>
              </a:ext>
            </a:extLst>
          </p:cNvPr>
          <p:cNvSpPr>
            <a:spLocks noGrp="1"/>
          </p:cNvSpPr>
          <p:nvPr>
            <p:ph type="body" sz="quarter" idx="10"/>
          </p:nvPr>
        </p:nvSpPr>
        <p:spPr/>
        <p:txBody>
          <a:bodyPr/>
          <a:lstStyle/>
          <a:p>
            <a:r>
              <a:rPr lang="zh-CN" altLang="en-US" dirty="0"/>
              <a:t>组织正在转型敏捷，这是以往都没有过的新尝试。为此，组织聘请了具有专业敏捷知识的专家作为敏捷教练。作为敏捷管理专业人士，你明确地知道一点：关于敏捷团队必须是被授权的，这是因为？</a:t>
            </a:r>
            <a:endParaRPr lang="en-US" altLang="zh-CN" dirty="0"/>
          </a:p>
          <a:p>
            <a:endParaRPr lang="zh-CN" altLang="en-US" dirty="0"/>
          </a:p>
          <a:p>
            <a:r>
              <a:rPr lang="en-US" altLang="zh-CN" dirty="0"/>
              <a:t>A. </a:t>
            </a:r>
            <a:r>
              <a:rPr lang="zh-CN" altLang="en-US" dirty="0"/>
              <a:t>团队被授权后可以减少范围蔓延的情况，因为团队的适应是缓慢的</a:t>
            </a:r>
          </a:p>
          <a:p>
            <a:r>
              <a:rPr lang="en-US" altLang="zh-CN" dirty="0"/>
              <a:t>B. </a:t>
            </a:r>
            <a:r>
              <a:rPr lang="zh-CN" altLang="en-US" dirty="0"/>
              <a:t>团队被授权后可以直接与客户沟通，以获取具体且不变的需求</a:t>
            </a:r>
          </a:p>
          <a:p>
            <a:r>
              <a:rPr lang="en-US" altLang="zh-CN" dirty="0"/>
              <a:t>C. </a:t>
            </a:r>
            <a:r>
              <a:rPr lang="zh-CN" altLang="en-US" dirty="0"/>
              <a:t>团队被授权后能够更加适应需求变更，从而创造更多价值</a:t>
            </a:r>
          </a:p>
          <a:p>
            <a:r>
              <a:rPr lang="en-US" altLang="zh-CN" dirty="0"/>
              <a:t>D. </a:t>
            </a:r>
            <a:r>
              <a:rPr lang="zh-CN" altLang="en-US" dirty="0"/>
              <a:t>队伍被授权后可以承担相关责任，尽量减少组织风险</a:t>
            </a:r>
          </a:p>
        </p:txBody>
      </p:sp>
    </p:spTree>
    <p:extLst>
      <p:ext uri="{BB962C8B-B14F-4D97-AF65-F5344CB8AC3E}">
        <p14:creationId xmlns:p14="http://schemas.microsoft.com/office/powerpoint/2010/main" val="26605603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4DE30E7-3DC3-5791-4C77-E52508CE3966}"/>
              </a:ext>
            </a:extLst>
          </p:cNvPr>
          <p:cNvSpPr>
            <a:spLocks noGrp="1"/>
          </p:cNvSpPr>
          <p:nvPr>
            <p:ph type="body" sz="quarter" idx="10"/>
          </p:nvPr>
        </p:nvSpPr>
        <p:spPr/>
        <p:txBody>
          <a:bodyPr/>
          <a:lstStyle/>
          <a:p>
            <a:r>
              <a:rPr lang="zh-CN" altLang="en-US" dirty="0"/>
              <a:t>一支敏捷团队组建来执行一个大型项目，为确保成功，管理层为项目分配了</a:t>
            </a:r>
            <a:r>
              <a:rPr lang="en-US" altLang="zh-CN" dirty="0"/>
              <a:t>14</a:t>
            </a:r>
            <a:r>
              <a:rPr lang="zh-CN" altLang="en-US" dirty="0"/>
              <a:t>名人员。团队领导注意到经常发生沟通不畅、会议晚开始，以及某些团队成员不积极参与等问题。团队领导应该怎么做？</a:t>
            </a:r>
            <a:endParaRPr lang="en-US" altLang="zh-CN" dirty="0"/>
          </a:p>
          <a:p>
            <a:endParaRPr lang="zh-CN" altLang="en-US" dirty="0"/>
          </a:p>
          <a:p>
            <a:r>
              <a:rPr lang="en-US" altLang="zh-CN" dirty="0"/>
              <a:t>A. </a:t>
            </a:r>
            <a:r>
              <a:rPr lang="zh-CN" altLang="en-US" dirty="0"/>
              <a:t>将团队分成更小的团队</a:t>
            </a:r>
          </a:p>
          <a:p>
            <a:r>
              <a:rPr lang="en-US" altLang="zh-CN" dirty="0"/>
              <a:t>B. </a:t>
            </a:r>
            <a:r>
              <a:rPr lang="zh-CN" altLang="en-US" dirty="0"/>
              <a:t>与每个团队成员开展个别辅导课程</a:t>
            </a:r>
          </a:p>
          <a:p>
            <a:r>
              <a:rPr lang="en-US" altLang="zh-CN" dirty="0"/>
              <a:t>C. </a:t>
            </a:r>
            <a:r>
              <a:rPr lang="zh-CN" altLang="en-US" dirty="0"/>
              <a:t>为每日站会增加团队交流时间</a:t>
            </a:r>
          </a:p>
          <a:p>
            <a:r>
              <a:rPr lang="en-US" altLang="zh-CN" dirty="0"/>
              <a:t>D. </a:t>
            </a:r>
            <a:r>
              <a:rPr lang="zh-CN" altLang="en-US" dirty="0"/>
              <a:t>使用</a:t>
            </a:r>
            <a:r>
              <a:rPr lang="en-US" altLang="zh-CN" dirty="0" err="1"/>
              <a:t>WiFi</a:t>
            </a:r>
            <a:r>
              <a:rPr lang="zh-CN" altLang="en-US" dirty="0"/>
              <a:t>，综合文档和对话</a:t>
            </a:r>
          </a:p>
        </p:txBody>
      </p:sp>
    </p:spTree>
    <p:extLst>
      <p:ext uri="{BB962C8B-B14F-4D97-AF65-F5344CB8AC3E}">
        <p14:creationId xmlns:p14="http://schemas.microsoft.com/office/powerpoint/2010/main" val="306374304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663899A-868B-7999-B659-E5345D73B798}"/>
              </a:ext>
            </a:extLst>
          </p:cNvPr>
          <p:cNvSpPr>
            <a:spLocks noGrp="1"/>
          </p:cNvSpPr>
          <p:nvPr>
            <p:ph type="body" sz="quarter" idx="10"/>
          </p:nvPr>
        </p:nvSpPr>
        <p:spPr/>
        <p:txBody>
          <a:bodyPr/>
          <a:lstStyle/>
          <a:p>
            <a:r>
              <a:rPr lang="zh-CN" altLang="en-US" dirty="0"/>
              <a:t>一家公司聘请敏捷教练帮助解决孤岛</a:t>
            </a:r>
            <a:r>
              <a:rPr lang="en-US" altLang="zh-CN" dirty="0"/>
              <a:t>/</a:t>
            </a:r>
            <a:r>
              <a:rPr lang="zh-CN" altLang="en-US" dirty="0"/>
              <a:t>竖井（</a:t>
            </a:r>
            <a:r>
              <a:rPr lang="en-US" altLang="zh-CN" dirty="0"/>
              <a:t>silos</a:t>
            </a:r>
            <a:r>
              <a:rPr lang="zh-CN" altLang="en-US" dirty="0"/>
              <a:t>） 和人员损耗（</a:t>
            </a:r>
            <a:r>
              <a:rPr lang="en-US" altLang="zh-CN" dirty="0"/>
              <a:t>attrition</a:t>
            </a:r>
            <a:r>
              <a:rPr lang="zh-CN" altLang="en-US" dirty="0"/>
              <a:t>） 问题。敏捷教练应提供什么建议？</a:t>
            </a:r>
            <a:endParaRPr lang="en-US" altLang="zh-CN" dirty="0"/>
          </a:p>
          <a:p>
            <a:endParaRPr lang="zh-CN" altLang="en-US" dirty="0"/>
          </a:p>
          <a:p>
            <a:r>
              <a:rPr lang="en-US" altLang="zh-CN" dirty="0"/>
              <a:t>A. </a:t>
            </a:r>
            <a:r>
              <a:rPr lang="zh-CN" altLang="en-US" dirty="0"/>
              <a:t>创建由主题专家</a:t>
            </a:r>
            <a:r>
              <a:rPr lang="en-US" altLang="zh-CN" dirty="0"/>
              <a:t>(SMEs)</a:t>
            </a:r>
            <a:r>
              <a:rPr lang="zh-CN" altLang="en-US" dirty="0"/>
              <a:t>组成的团队，并不断利用其专业知识</a:t>
            </a:r>
          </a:p>
          <a:p>
            <a:r>
              <a:rPr lang="en-US" altLang="zh-CN" dirty="0"/>
              <a:t>B. </a:t>
            </a:r>
            <a:r>
              <a:rPr lang="zh-CN" altLang="en-US" dirty="0"/>
              <a:t>鼓励学习团队成长而不是个人发展</a:t>
            </a:r>
          </a:p>
          <a:p>
            <a:r>
              <a:rPr lang="en-US" altLang="zh-CN" dirty="0"/>
              <a:t>C. </a:t>
            </a:r>
            <a:r>
              <a:rPr lang="zh-CN" altLang="en-US" dirty="0"/>
              <a:t>培养由通才专家组成的团队，并鼓励个人学习新的技能</a:t>
            </a:r>
          </a:p>
          <a:p>
            <a:r>
              <a:rPr lang="en-US" altLang="zh-CN" dirty="0"/>
              <a:t>D. </a:t>
            </a:r>
            <a:r>
              <a:rPr lang="zh-CN" altLang="en-US" dirty="0"/>
              <a:t>向所有团队成员提供平等的培训，无论他们的经验如何</a:t>
            </a:r>
          </a:p>
        </p:txBody>
      </p:sp>
    </p:spTree>
    <p:extLst>
      <p:ext uri="{BB962C8B-B14F-4D97-AF65-F5344CB8AC3E}">
        <p14:creationId xmlns:p14="http://schemas.microsoft.com/office/powerpoint/2010/main" val="187156375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B3E67BAB-754E-FAB0-3392-34AADAF1E0AE}"/>
              </a:ext>
            </a:extLst>
          </p:cNvPr>
          <p:cNvSpPr>
            <a:spLocks noGrp="1"/>
          </p:cNvSpPr>
          <p:nvPr>
            <p:ph type="body" sz="quarter" idx="10"/>
          </p:nvPr>
        </p:nvSpPr>
        <p:spPr/>
        <p:txBody>
          <a:bodyPr/>
          <a:lstStyle/>
          <a:p>
            <a:r>
              <a:rPr lang="zh-CN" altLang="en-US" dirty="0"/>
              <a:t>一个跨国项目团队正在进行一项手机软件的研发项目，产品经理认为软件的易操作性有助于产品成功，这需要用户体验专家与公测用户群开展可用性研讨会以尽早改进。但很快遭到关键干系人的反对，因为项目预算无法支付差旅费。若要保证产品成功，应该怎么做？</a:t>
            </a:r>
            <a:endParaRPr lang="en-US" altLang="zh-CN" dirty="0"/>
          </a:p>
          <a:p>
            <a:endParaRPr lang="zh-CN" altLang="en-US" dirty="0"/>
          </a:p>
          <a:p>
            <a:r>
              <a:rPr lang="en-US" altLang="zh-CN" dirty="0"/>
              <a:t>A. </a:t>
            </a:r>
            <a:r>
              <a:rPr lang="zh-CN" altLang="en-US" dirty="0"/>
              <a:t>要求团队成员提升工作效率以预留差旅费</a:t>
            </a:r>
          </a:p>
          <a:p>
            <a:r>
              <a:rPr lang="en-US" altLang="zh-CN" dirty="0"/>
              <a:t>B. </a:t>
            </a:r>
            <a:r>
              <a:rPr lang="zh-CN" altLang="en-US" dirty="0"/>
              <a:t>采用产品经理的反馈作为用户反馈代表</a:t>
            </a:r>
          </a:p>
          <a:p>
            <a:r>
              <a:rPr lang="en-US" altLang="zh-CN" dirty="0"/>
              <a:t>C. </a:t>
            </a:r>
            <a:r>
              <a:rPr lang="zh-CN" altLang="en-US" dirty="0"/>
              <a:t>在视频会议期间使用屏幕共享工具进行测试，获得用户反馈</a:t>
            </a:r>
          </a:p>
          <a:p>
            <a:r>
              <a:rPr lang="en-US" altLang="zh-CN" dirty="0"/>
              <a:t>D. </a:t>
            </a:r>
            <a:r>
              <a:rPr lang="zh-CN" altLang="en-US" dirty="0"/>
              <a:t>与产品经理协商以减少项目范围预留差旅费</a:t>
            </a:r>
          </a:p>
        </p:txBody>
      </p:sp>
    </p:spTree>
    <p:extLst>
      <p:ext uri="{BB962C8B-B14F-4D97-AF65-F5344CB8AC3E}">
        <p14:creationId xmlns:p14="http://schemas.microsoft.com/office/powerpoint/2010/main" val="15491703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FB01AD2-E0BB-E298-728D-A90AC6B7A142}"/>
              </a:ext>
            </a:extLst>
          </p:cNvPr>
          <p:cNvSpPr>
            <a:spLocks noGrp="1"/>
          </p:cNvSpPr>
          <p:nvPr>
            <p:ph type="body" sz="quarter" idx="10"/>
          </p:nvPr>
        </p:nvSpPr>
        <p:spPr>
          <a:xfrm>
            <a:off x="3219345" y="1629000"/>
            <a:ext cx="8640000" cy="3600000"/>
          </a:xfrm>
        </p:spPr>
        <p:txBody>
          <a:bodyPr/>
          <a:lstStyle/>
          <a:p>
            <a:r>
              <a:rPr lang="zh-CN" altLang="en-US" dirty="0"/>
              <a:t>在经历过团队的震荡阶段后，目前团队成员已经不会再为一点小问题而产生争执了，开发工作也正式步入规范阶段。在这个阶段，敏捷教练需要为团队成员提供什么帮助？</a:t>
            </a:r>
            <a:endParaRPr lang="en-US" altLang="zh-CN" dirty="0"/>
          </a:p>
          <a:p>
            <a:endParaRPr lang="zh-CN" altLang="en-US" dirty="0"/>
          </a:p>
          <a:p>
            <a:r>
              <a:rPr lang="en-US" altLang="zh-CN" dirty="0"/>
              <a:t>A. </a:t>
            </a:r>
            <a:r>
              <a:rPr lang="zh-CN" altLang="en-US" dirty="0"/>
              <a:t>指导成员如何完成工作，保持高绩效水平</a:t>
            </a:r>
            <a:br>
              <a:rPr lang="zh-CN" altLang="en-US" dirty="0"/>
            </a:br>
            <a:r>
              <a:rPr lang="en-US" altLang="zh-CN" dirty="0"/>
              <a:t>B. </a:t>
            </a:r>
            <a:r>
              <a:rPr lang="zh-CN" altLang="en-US" dirty="0"/>
              <a:t>帮助成员一起解决技术问题，确保成员专注完成目标</a:t>
            </a:r>
            <a:br>
              <a:rPr lang="zh-CN" altLang="en-US" dirty="0"/>
            </a:br>
            <a:r>
              <a:rPr lang="en-US" altLang="zh-CN" dirty="0"/>
              <a:t>C. </a:t>
            </a:r>
            <a:r>
              <a:rPr lang="zh-CN" altLang="en-US" dirty="0"/>
              <a:t>不需要提供太多指导，在他们单独请求帮助时再给予支持</a:t>
            </a:r>
            <a:br>
              <a:rPr lang="zh-CN" altLang="en-US" dirty="0"/>
            </a:br>
            <a:r>
              <a:rPr lang="en-US" altLang="zh-CN" dirty="0"/>
              <a:t>D. </a:t>
            </a:r>
            <a:r>
              <a:rPr lang="zh-CN" altLang="en-US" dirty="0"/>
              <a:t>不提供帮助，因为团队是自组织团队可以自我解决问题</a:t>
            </a:r>
          </a:p>
          <a:p>
            <a:endParaRPr lang="zh-CN" altLang="en-US" dirty="0"/>
          </a:p>
        </p:txBody>
      </p:sp>
    </p:spTree>
    <p:extLst>
      <p:ext uri="{BB962C8B-B14F-4D97-AF65-F5344CB8AC3E}">
        <p14:creationId xmlns:p14="http://schemas.microsoft.com/office/powerpoint/2010/main" val="226537670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ECA2C8-FA71-8616-8B2E-40AE1800314F}"/>
              </a:ext>
            </a:extLst>
          </p:cNvPr>
          <p:cNvSpPr>
            <a:spLocks noGrp="1"/>
          </p:cNvSpPr>
          <p:nvPr>
            <p:ph type="title"/>
          </p:nvPr>
        </p:nvSpPr>
        <p:spPr>
          <a:xfrm>
            <a:off x="695998" y="360000"/>
            <a:ext cx="7200000" cy="424732"/>
          </a:xfrm>
        </p:spPr>
        <p:txBody>
          <a:bodyPr/>
          <a:lstStyle/>
          <a:p>
            <a:r>
              <a:rPr lang="zh-CN" altLang="en-US" dirty="0"/>
              <a:t>敏捷活动 </a:t>
            </a:r>
            <a:r>
              <a:rPr lang="en-US" altLang="zh-CN" dirty="0"/>
              <a:t>Scrum Events</a:t>
            </a:r>
            <a:endParaRPr lang="zh-CN" altLang="en-US" dirty="0"/>
          </a:p>
        </p:txBody>
      </p:sp>
      <p:sp>
        <p:nvSpPr>
          <p:cNvPr id="17" name="内容占位符 16">
            <a:extLst>
              <a:ext uri="{FF2B5EF4-FFF2-40B4-BE49-F238E27FC236}">
                <a16:creationId xmlns:a16="http://schemas.microsoft.com/office/drawing/2014/main" id="{EA3816E0-FB94-2648-5E22-3FE08E30DA90}"/>
              </a:ext>
            </a:extLst>
          </p:cNvPr>
          <p:cNvSpPr>
            <a:spLocks noGrp="1"/>
          </p:cNvSpPr>
          <p:nvPr>
            <p:ph idx="1"/>
          </p:nvPr>
        </p:nvSpPr>
        <p:spPr>
          <a:xfrm>
            <a:off x="696000" y="1080000"/>
            <a:ext cx="10800000" cy="5112000"/>
          </a:xfrm>
        </p:spPr>
        <p:txBody>
          <a:bodyPr/>
          <a:lstStyle/>
          <a:p>
            <a:r>
              <a:rPr lang="en-US" altLang="zh-CN" dirty="0"/>
              <a:t>5</a:t>
            </a:r>
            <a:r>
              <a:rPr lang="zh-CN" altLang="en-US" dirty="0"/>
              <a:t>个事件</a:t>
            </a:r>
            <a:endParaRPr lang="en-US" altLang="zh-CN" dirty="0"/>
          </a:p>
        </p:txBody>
      </p:sp>
      <p:sp>
        <p:nvSpPr>
          <p:cNvPr id="18" name="文本占位符 17">
            <a:extLst>
              <a:ext uri="{FF2B5EF4-FFF2-40B4-BE49-F238E27FC236}">
                <a16:creationId xmlns:a16="http://schemas.microsoft.com/office/drawing/2014/main" id="{FA45CF84-A816-7BD1-F5CA-88546510CE69}"/>
              </a:ext>
            </a:extLst>
          </p:cNvPr>
          <p:cNvSpPr>
            <a:spLocks noGrp="1"/>
          </p:cNvSpPr>
          <p:nvPr>
            <p:ph type="body" sz="quarter" idx="10"/>
          </p:nvPr>
        </p:nvSpPr>
        <p:spPr>
          <a:xfrm>
            <a:off x="6702424" y="360001"/>
            <a:ext cx="4793575" cy="424731"/>
          </a:xfrm>
        </p:spPr>
        <p:txBody>
          <a:bodyPr/>
          <a:lstStyle/>
          <a:p>
            <a:r>
              <a:rPr lang="en-US" altLang="zh-CN" dirty="0"/>
              <a:t>Agile</a:t>
            </a:r>
            <a:endParaRPr lang="zh-CN" altLang="en-US" dirty="0"/>
          </a:p>
        </p:txBody>
      </p:sp>
      <p:graphicFrame>
        <p:nvGraphicFramePr>
          <p:cNvPr id="12" name="图示 11">
            <a:extLst>
              <a:ext uri="{FF2B5EF4-FFF2-40B4-BE49-F238E27FC236}">
                <a16:creationId xmlns:a16="http://schemas.microsoft.com/office/drawing/2014/main" id="{2F59913E-9152-614D-80D9-103E7E331BE2}"/>
              </a:ext>
            </a:extLst>
          </p:cNvPr>
          <p:cNvGraphicFramePr>
            <a:graphicFrameLocks noChangeAspect="1"/>
          </p:cNvGraphicFramePr>
          <p:nvPr>
            <p:extLst>
              <p:ext uri="{D42A27DB-BD31-4B8C-83A1-F6EECF244321}">
                <p14:modId xmlns:p14="http://schemas.microsoft.com/office/powerpoint/2010/main" val="606119711"/>
              </p:ext>
            </p:extLst>
          </p:nvPr>
        </p:nvGraphicFramePr>
        <p:xfrm>
          <a:off x="1775460" y="1846314"/>
          <a:ext cx="8641080" cy="4089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9431483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a:extLst>
              <a:ext uri="{FF2B5EF4-FFF2-40B4-BE49-F238E27FC236}">
                <a16:creationId xmlns:a16="http://schemas.microsoft.com/office/drawing/2014/main" id="{B31D0B73-147B-625B-DF1F-1C975580759C}"/>
              </a:ext>
            </a:extLst>
          </p:cNvPr>
          <p:cNvSpPr/>
          <p:nvPr/>
        </p:nvSpPr>
        <p:spPr>
          <a:xfrm>
            <a:off x="785974" y="4411581"/>
            <a:ext cx="720000" cy="360000"/>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A9EDADA6-51DE-A6F4-9D65-A2A946731806}"/>
              </a:ext>
            </a:extLst>
          </p:cNvPr>
          <p:cNvSpPr/>
          <p:nvPr/>
        </p:nvSpPr>
        <p:spPr>
          <a:xfrm>
            <a:off x="784079" y="4820181"/>
            <a:ext cx="720000" cy="360000"/>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E7C6F2D2-0C3E-707C-DBC1-FE27FF3C61BA}"/>
              </a:ext>
            </a:extLst>
          </p:cNvPr>
          <p:cNvSpPr/>
          <p:nvPr/>
        </p:nvSpPr>
        <p:spPr>
          <a:xfrm>
            <a:off x="784079" y="5228781"/>
            <a:ext cx="720000" cy="360000"/>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85623A42-16A6-602C-83C3-3C8F7B600D53}"/>
              </a:ext>
            </a:extLst>
          </p:cNvPr>
          <p:cNvSpPr/>
          <p:nvPr/>
        </p:nvSpPr>
        <p:spPr>
          <a:xfrm>
            <a:off x="1548415" y="4820181"/>
            <a:ext cx="720000" cy="360000"/>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9" name="矩形: 圆角 8">
            <a:extLst>
              <a:ext uri="{FF2B5EF4-FFF2-40B4-BE49-F238E27FC236}">
                <a16:creationId xmlns:a16="http://schemas.microsoft.com/office/drawing/2014/main" id="{F8E0EAAF-6528-B828-3CAE-6F3CABA14ACA}"/>
              </a:ext>
            </a:extLst>
          </p:cNvPr>
          <p:cNvSpPr/>
          <p:nvPr/>
        </p:nvSpPr>
        <p:spPr>
          <a:xfrm>
            <a:off x="1548415" y="5228781"/>
            <a:ext cx="720000" cy="360000"/>
          </a:xfrm>
          <a:prstGeom prst="roundRect">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68132CFB-F09F-C0D9-D627-AF12629EACC3}"/>
              </a:ext>
            </a:extLst>
          </p:cNvPr>
          <p:cNvSpPr/>
          <p:nvPr/>
        </p:nvSpPr>
        <p:spPr>
          <a:xfrm>
            <a:off x="4096763" y="4411581"/>
            <a:ext cx="720000" cy="180000"/>
          </a:xfrm>
          <a:prstGeom prst="round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a16="http://schemas.microsoft.com/office/drawing/2014/main" id="{79C77528-0F72-6C04-82C1-D6CACF1F1853}"/>
              </a:ext>
            </a:extLst>
          </p:cNvPr>
          <p:cNvSpPr/>
          <p:nvPr/>
        </p:nvSpPr>
        <p:spPr>
          <a:xfrm>
            <a:off x="4094868" y="4660881"/>
            <a:ext cx="720000" cy="180000"/>
          </a:xfrm>
          <a:prstGeom prst="round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a16="http://schemas.microsoft.com/office/drawing/2014/main" id="{C646DCCB-5721-2031-8798-9B5A9CEE0141}"/>
              </a:ext>
            </a:extLst>
          </p:cNvPr>
          <p:cNvSpPr/>
          <p:nvPr/>
        </p:nvSpPr>
        <p:spPr>
          <a:xfrm>
            <a:off x="4094868" y="5159481"/>
            <a:ext cx="720000" cy="180000"/>
          </a:xfrm>
          <a:prstGeom prst="round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13" name="矩形: 圆角 12">
            <a:extLst>
              <a:ext uri="{FF2B5EF4-FFF2-40B4-BE49-F238E27FC236}">
                <a16:creationId xmlns:a16="http://schemas.microsoft.com/office/drawing/2014/main" id="{DA7F826F-2505-2BB1-0337-957126B6BE8C}"/>
              </a:ext>
            </a:extLst>
          </p:cNvPr>
          <p:cNvSpPr/>
          <p:nvPr/>
        </p:nvSpPr>
        <p:spPr>
          <a:xfrm>
            <a:off x="4094868" y="4910181"/>
            <a:ext cx="720000" cy="180000"/>
          </a:xfrm>
          <a:prstGeom prst="round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a16="http://schemas.microsoft.com/office/drawing/2014/main" id="{4D36BC18-F6EF-E685-3419-1A6C89F2B15B}"/>
              </a:ext>
            </a:extLst>
          </p:cNvPr>
          <p:cNvSpPr/>
          <p:nvPr/>
        </p:nvSpPr>
        <p:spPr>
          <a:xfrm>
            <a:off x="4094868" y="5408781"/>
            <a:ext cx="720000" cy="180000"/>
          </a:xfrm>
          <a:prstGeom prst="roundRect">
            <a:avLst/>
          </a:prstGeom>
          <a:ln/>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40FBFD0A-8E11-E36D-B89F-C5F8892CA549}"/>
              </a:ext>
            </a:extLst>
          </p:cNvPr>
          <p:cNvSpPr txBox="1"/>
          <p:nvPr/>
        </p:nvSpPr>
        <p:spPr>
          <a:xfrm>
            <a:off x="483860" y="5825192"/>
            <a:ext cx="2129109" cy="369332"/>
          </a:xfrm>
          <a:prstGeom prst="rect">
            <a:avLst/>
          </a:prstGeom>
          <a:noFill/>
        </p:spPr>
        <p:txBody>
          <a:bodyPr wrap="none" rtlCol="0">
            <a:spAutoFit/>
          </a:bodyPr>
          <a:lstStyle/>
          <a:p>
            <a:pPr algn="ctr"/>
            <a:r>
              <a:rPr lang="en-US" altLang="zh-CN" dirty="0"/>
              <a:t>Product Backlog</a:t>
            </a:r>
            <a:endParaRPr lang="zh-CN" altLang="en-US" dirty="0"/>
          </a:p>
        </p:txBody>
      </p:sp>
      <p:sp>
        <p:nvSpPr>
          <p:cNvPr id="16" name="文本框 15">
            <a:extLst>
              <a:ext uri="{FF2B5EF4-FFF2-40B4-BE49-F238E27FC236}">
                <a16:creationId xmlns:a16="http://schemas.microsoft.com/office/drawing/2014/main" id="{4262DDDD-FE14-AFB9-5B56-9B47A1F90D75}"/>
              </a:ext>
            </a:extLst>
          </p:cNvPr>
          <p:cNvSpPr txBox="1"/>
          <p:nvPr/>
        </p:nvSpPr>
        <p:spPr>
          <a:xfrm>
            <a:off x="3476875" y="5825192"/>
            <a:ext cx="1955985" cy="369332"/>
          </a:xfrm>
          <a:prstGeom prst="rect">
            <a:avLst/>
          </a:prstGeom>
          <a:noFill/>
        </p:spPr>
        <p:txBody>
          <a:bodyPr wrap="none" rtlCol="0">
            <a:spAutoFit/>
          </a:bodyPr>
          <a:lstStyle/>
          <a:p>
            <a:pPr algn="ctr"/>
            <a:r>
              <a:rPr lang="en-US" altLang="zh-CN" dirty="0"/>
              <a:t>Sprint Backlog</a:t>
            </a:r>
            <a:endParaRPr lang="zh-CN" altLang="en-US" dirty="0"/>
          </a:p>
        </p:txBody>
      </p:sp>
      <p:sp>
        <p:nvSpPr>
          <p:cNvPr id="19" name="文本框 18">
            <a:extLst>
              <a:ext uri="{FF2B5EF4-FFF2-40B4-BE49-F238E27FC236}">
                <a16:creationId xmlns:a16="http://schemas.microsoft.com/office/drawing/2014/main" id="{51C05E4B-16AF-EB18-51CD-5143A0C4944C}"/>
              </a:ext>
            </a:extLst>
          </p:cNvPr>
          <p:cNvSpPr txBox="1"/>
          <p:nvPr/>
        </p:nvSpPr>
        <p:spPr>
          <a:xfrm>
            <a:off x="9458581" y="5825192"/>
            <a:ext cx="1459054" cy="369332"/>
          </a:xfrm>
          <a:prstGeom prst="rect">
            <a:avLst/>
          </a:prstGeom>
          <a:noFill/>
        </p:spPr>
        <p:txBody>
          <a:bodyPr wrap="none" rtlCol="0">
            <a:spAutoFit/>
          </a:bodyPr>
          <a:lstStyle/>
          <a:p>
            <a:pPr algn="ctr"/>
            <a:r>
              <a:rPr lang="en-US" altLang="zh-CN" dirty="0"/>
              <a:t>Increment</a:t>
            </a:r>
            <a:endParaRPr lang="zh-CN" altLang="en-US" dirty="0"/>
          </a:p>
        </p:txBody>
      </p:sp>
      <p:grpSp>
        <p:nvGrpSpPr>
          <p:cNvPr id="24" name="组合 23">
            <a:extLst>
              <a:ext uri="{FF2B5EF4-FFF2-40B4-BE49-F238E27FC236}">
                <a16:creationId xmlns:a16="http://schemas.microsoft.com/office/drawing/2014/main" id="{CD92B576-D6F3-A678-7038-4ECEED11C852}"/>
              </a:ext>
            </a:extLst>
          </p:cNvPr>
          <p:cNvGrpSpPr/>
          <p:nvPr/>
        </p:nvGrpSpPr>
        <p:grpSpPr>
          <a:xfrm>
            <a:off x="2429688" y="1504950"/>
            <a:ext cx="1455375" cy="1455375"/>
            <a:chOff x="3153586" y="1504950"/>
            <a:chExt cx="1455375" cy="1455375"/>
          </a:xfrm>
        </p:grpSpPr>
        <p:sp>
          <p:nvSpPr>
            <p:cNvPr id="23" name="椭圆 22">
              <a:extLst>
                <a:ext uri="{FF2B5EF4-FFF2-40B4-BE49-F238E27FC236}">
                  <a16:creationId xmlns:a16="http://schemas.microsoft.com/office/drawing/2014/main" id="{7FCA4C26-6C76-5498-6301-373EADA1C481}"/>
                </a:ext>
              </a:extLst>
            </p:cNvPr>
            <p:cNvSpPr/>
            <p:nvPr/>
          </p:nvSpPr>
          <p:spPr>
            <a:xfrm>
              <a:off x="3153586" y="1504950"/>
              <a:ext cx="1455375" cy="1455375"/>
            </a:xfrm>
            <a:prstGeom prst="ellipse">
              <a:avLst/>
            </a:prstGeom>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pic>
          <p:nvPicPr>
            <p:cNvPr id="21" name="图形 20" descr="人群">
              <a:extLst>
                <a:ext uri="{FF2B5EF4-FFF2-40B4-BE49-F238E27FC236}">
                  <a16:creationId xmlns:a16="http://schemas.microsoft.com/office/drawing/2014/main" id="{07EF8178-A701-AF3F-CF35-038AD2E82CF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24073" y="1775437"/>
              <a:ext cx="914400" cy="914400"/>
            </a:xfrm>
            <a:prstGeom prst="rect">
              <a:avLst/>
            </a:prstGeom>
          </p:spPr>
        </p:pic>
      </p:grpSp>
      <p:grpSp>
        <p:nvGrpSpPr>
          <p:cNvPr id="25" name="组合 24">
            <a:extLst>
              <a:ext uri="{FF2B5EF4-FFF2-40B4-BE49-F238E27FC236}">
                <a16:creationId xmlns:a16="http://schemas.microsoft.com/office/drawing/2014/main" id="{AB9D6BBD-8EB7-023F-EEDF-42196F56DF46}"/>
              </a:ext>
            </a:extLst>
          </p:cNvPr>
          <p:cNvGrpSpPr/>
          <p:nvPr/>
        </p:nvGrpSpPr>
        <p:grpSpPr>
          <a:xfrm>
            <a:off x="8646861" y="1504950"/>
            <a:ext cx="1455375" cy="1455375"/>
            <a:chOff x="3153586" y="1504950"/>
            <a:chExt cx="1455375" cy="1455375"/>
          </a:xfrm>
        </p:grpSpPr>
        <p:sp>
          <p:nvSpPr>
            <p:cNvPr id="26" name="椭圆 25">
              <a:extLst>
                <a:ext uri="{FF2B5EF4-FFF2-40B4-BE49-F238E27FC236}">
                  <a16:creationId xmlns:a16="http://schemas.microsoft.com/office/drawing/2014/main" id="{9471551D-6BA1-BFCA-572B-67E1375C6774}"/>
                </a:ext>
              </a:extLst>
            </p:cNvPr>
            <p:cNvSpPr/>
            <p:nvPr/>
          </p:nvSpPr>
          <p:spPr>
            <a:xfrm>
              <a:off x="3153586" y="1504950"/>
              <a:ext cx="1455375" cy="1455375"/>
            </a:xfrm>
            <a:prstGeom prst="ellipse">
              <a:avLst/>
            </a:prstGeom>
            <a:ln>
              <a:noFill/>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pic>
          <p:nvPicPr>
            <p:cNvPr id="27" name="图形 26" descr="人群">
              <a:extLst>
                <a:ext uri="{FF2B5EF4-FFF2-40B4-BE49-F238E27FC236}">
                  <a16:creationId xmlns:a16="http://schemas.microsoft.com/office/drawing/2014/main" id="{6DDA19B8-1CA0-EE92-D395-17E7F6C9B78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24073" y="1775437"/>
              <a:ext cx="914400" cy="914400"/>
            </a:xfrm>
            <a:prstGeom prst="rect">
              <a:avLst/>
            </a:prstGeom>
          </p:spPr>
        </p:pic>
      </p:grpSp>
      <p:sp>
        <p:nvSpPr>
          <p:cNvPr id="28" name="文本框 27">
            <a:extLst>
              <a:ext uri="{FF2B5EF4-FFF2-40B4-BE49-F238E27FC236}">
                <a16:creationId xmlns:a16="http://schemas.microsoft.com/office/drawing/2014/main" id="{5EA054E3-2D8B-30EB-1FB9-D427AB4834B5}"/>
              </a:ext>
            </a:extLst>
          </p:cNvPr>
          <p:cNvSpPr txBox="1"/>
          <p:nvPr/>
        </p:nvSpPr>
        <p:spPr>
          <a:xfrm>
            <a:off x="1847561" y="3023132"/>
            <a:ext cx="2619628" cy="369332"/>
          </a:xfrm>
          <a:prstGeom prst="rect">
            <a:avLst/>
          </a:prstGeom>
          <a:noFill/>
        </p:spPr>
        <p:txBody>
          <a:bodyPr wrap="none" rtlCol="0">
            <a:spAutoFit/>
          </a:bodyPr>
          <a:lstStyle/>
          <a:p>
            <a:pPr algn="ctr"/>
            <a:r>
              <a:rPr lang="en-US" altLang="zh-CN" dirty="0"/>
              <a:t>Daily Scrum Meeting</a:t>
            </a:r>
            <a:endParaRPr lang="zh-CN" altLang="en-US" dirty="0"/>
          </a:p>
        </p:txBody>
      </p:sp>
      <p:sp>
        <p:nvSpPr>
          <p:cNvPr id="29" name="文本框 28">
            <a:extLst>
              <a:ext uri="{FF2B5EF4-FFF2-40B4-BE49-F238E27FC236}">
                <a16:creationId xmlns:a16="http://schemas.microsoft.com/office/drawing/2014/main" id="{A99EDA19-CDB9-E837-B15A-D53478C112FE}"/>
              </a:ext>
            </a:extLst>
          </p:cNvPr>
          <p:cNvSpPr txBox="1"/>
          <p:nvPr/>
        </p:nvSpPr>
        <p:spPr>
          <a:xfrm>
            <a:off x="8454264" y="3023132"/>
            <a:ext cx="1840568" cy="369332"/>
          </a:xfrm>
          <a:prstGeom prst="rect">
            <a:avLst/>
          </a:prstGeom>
          <a:noFill/>
        </p:spPr>
        <p:txBody>
          <a:bodyPr wrap="none" rtlCol="0">
            <a:spAutoFit/>
          </a:bodyPr>
          <a:lstStyle/>
          <a:p>
            <a:pPr algn="ctr"/>
            <a:r>
              <a:rPr lang="en-US" altLang="zh-CN" dirty="0"/>
              <a:t>Retrospective</a:t>
            </a:r>
            <a:endParaRPr lang="zh-CN" altLang="en-US" dirty="0"/>
          </a:p>
        </p:txBody>
      </p:sp>
      <p:sp>
        <p:nvSpPr>
          <p:cNvPr id="54" name="文本框 53">
            <a:extLst>
              <a:ext uri="{FF2B5EF4-FFF2-40B4-BE49-F238E27FC236}">
                <a16:creationId xmlns:a16="http://schemas.microsoft.com/office/drawing/2014/main" id="{8CB15623-04C7-DD26-E5DC-1D79846BF18D}"/>
              </a:ext>
            </a:extLst>
          </p:cNvPr>
          <p:cNvSpPr txBox="1"/>
          <p:nvPr/>
        </p:nvSpPr>
        <p:spPr>
          <a:xfrm>
            <a:off x="6291701" y="3999511"/>
            <a:ext cx="1669047" cy="646331"/>
          </a:xfrm>
          <a:prstGeom prst="rect">
            <a:avLst/>
          </a:prstGeom>
          <a:noFill/>
        </p:spPr>
        <p:txBody>
          <a:bodyPr wrap="none" rtlCol="0">
            <a:spAutoFit/>
          </a:bodyPr>
          <a:lstStyle/>
          <a:p>
            <a:pPr algn="ctr"/>
            <a:r>
              <a:rPr lang="en-US" altLang="zh-CN" dirty="0"/>
              <a:t>Sprint</a:t>
            </a:r>
          </a:p>
          <a:p>
            <a:pPr algn="ctr"/>
            <a:r>
              <a:rPr lang="en-US" altLang="zh-CN" dirty="0"/>
              <a:t>2 to 4 weeks</a:t>
            </a:r>
            <a:endParaRPr lang="zh-CN" altLang="en-US" dirty="0"/>
          </a:p>
        </p:txBody>
      </p:sp>
      <p:sp>
        <p:nvSpPr>
          <p:cNvPr id="2075" name="任意多边形: 形状 2074">
            <a:extLst>
              <a:ext uri="{FF2B5EF4-FFF2-40B4-BE49-F238E27FC236}">
                <a16:creationId xmlns:a16="http://schemas.microsoft.com/office/drawing/2014/main" id="{581CF433-7D6E-1FE3-6AA0-7BB4DBB921F9}"/>
              </a:ext>
            </a:extLst>
          </p:cNvPr>
          <p:cNvSpPr/>
          <p:nvPr/>
        </p:nvSpPr>
        <p:spPr>
          <a:xfrm>
            <a:off x="5648688" y="2099582"/>
            <a:ext cx="2955073" cy="3614972"/>
          </a:xfrm>
          <a:custGeom>
            <a:avLst/>
            <a:gdLst>
              <a:gd name="csX0" fmla="*/ 1350132 w 2955073"/>
              <a:gd name="csY0" fmla="*/ 1222504 h 3614972"/>
              <a:gd name="csX1" fmla="*/ 1354318 w 2955073"/>
              <a:gd name="csY1" fmla="*/ 1222504 h 3614972"/>
              <a:gd name="csX2" fmla="*/ 1352225 w 2955073"/>
              <a:gd name="csY2" fmla="*/ 1222715 h 3614972"/>
              <a:gd name="csX3" fmla="*/ 1352225 w 2955073"/>
              <a:gd name="csY3" fmla="*/ 0 h 3614972"/>
              <a:gd name="csX4" fmla="*/ 1951161 w 2955073"/>
              <a:gd name="csY4" fmla="*/ 488147 h 3614972"/>
              <a:gd name="csX5" fmla="*/ 1953857 w 2955073"/>
              <a:gd name="csY5" fmla="*/ 514883 h 3614972"/>
              <a:gd name="csX6" fmla="*/ 2096086 w 2955073"/>
              <a:gd name="csY6" fmla="*/ 538338 h 3614972"/>
              <a:gd name="csX7" fmla="*/ 1949118 w 2955073"/>
              <a:gd name="csY7" fmla="*/ 741149 h 3614972"/>
              <a:gd name="csX8" fmla="*/ 1859910 w 2955073"/>
              <a:gd name="csY8" fmla="*/ 864253 h 3614972"/>
              <a:gd name="csX9" fmla="*/ 1820895 w 2955073"/>
              <a:gd name="csY9" fmla="*/ 738223 h 3614972"/>
              <a:gd name="csX10" fmla="*/ 1740883 w 2955073"/>
              <a:gd name="csY10" fmla="*/ 479763 h 3614972"/>
              <a:gd name="csX11" fmla="*/ 1823665 w 2955073"/>
              <a:gd name="csY11" fmla="*/ 493414 h 3614972"/>
              <a:gd name="csX12" fmla="*/ 1801377 w 2955073"/>
              <a:gd name="csY12" fmla="*/ 421616 h 3614972"/>
              <a:gd name="csX13" fmla="*/ 1352225 w 2955073"/>
              <a:gd name="csY13" fmla="*/ 123898 h 3614972"/>
              <a:gd name="csX14" fmla="*/ 864766 w 2955073"/>
              <a:gd name="csY14" fmla="*/ 611357 h 3614972"/>
              <a:gd name="csX15" fmla="*/ 991399 w 2955073"/>
              <a:gd name="csY15" fmla="*/ 939114 h 3614972"/>
              <a:gd name="csX16" fmla="*/ 1049300 w 2955073"/>
              <a:gd name="csY16" fmla="*/ 989255 h 3614972"/>
              <a:gd name="csX17" fmla="*/ 1197738 w 2955073"/>
              <a:gd name="csY17" fmla="*/ 952112 h 3614972"/>
              <a:gd name="csX18" fmla="*/ 1409085 w 2955073"/>
              <a:gd name="csY18" fmla="*/ 934793 h 3614972"/>
              <a:gd name="csX19" fmla="*/ 2692475 w 2955073"/>
              <a:gd name="csY19" fmla="*/ 2218183 h 3614972"/>
              <a:gd name="csX20" fmla="*/ 2126641 w 2955073"/>
              <a:gd name="csY20" fmla="*/ 3282390 h 3614972"/>
              <a:gd name="csX21" fmla="*/ 2112515 w 2955073"/>
              <a:gd name="csY21" fmla="*/ 3290972 h 3614972"/>
              <a:gd name="csX22" fmla="*/ 2739073 w 2955073"/>
              <a:gd name="csY22" fmla="*/ 3290972 h 3614972"/>
              <a:gd name="csX23" fmla="*/ 2739073 w 2955073"/>
              <a:gd name="csY23" fmla="*/ 3182972 h 3614972"/>
              <a:gd name="csX24" fmla="*/ 2955073 w 2955073"/>
              <a:gd name="csY24" fmla="*/ 3398972 h 3614972"/>
              <a:gd name="csX25" fmla="*/ 2739073 w 2955073"/>
              <a:gd name="csY25" fmla="*/ 3614972 h 3614972"/>
              <a:gd name="csX26" fmla="*/ 2739073 w 2955073"/>
              <a:gd name="csY26" fmla="*/ 3506972 h 3614972"/>
              <a:gd name="csX27" fmla="*/ 228975 w 2955073"/>
              <a:gd name="csY27" fmla="*/ 3506972 h 3614972"/>
              <a:gd name="csX28" fmla="*/ 228975 w 2955073"/>
              <a:gd name="csY28" fmla="*/ 3290972 h 3614972"/>
              <a:gd name="csX29" fmla="*/ 705655 w 2955073"/>
              <a:gd name="csY29" fmla="*/ 3290972 h 3614972"/>
              <a:gd name="csX30" fmla="*/ 797344 w 2955073"/>
              <a:gd name="csY30" fmla="*/ 3346675 h 3614972"/>
              <a:gd name="csX31" fmla="*/ 797370 w 2955073"/>
              <a:gd name="csY31" fmla="*/ 3346687 h 3614972"/>
              <a:gd name="csX32" fmla="*/ 902346 w 2955073"/>
              <a:gd name="csY32" fmla="*/ 3397653 h 3614972"/>
              <a:gd name="csX33" fmla="*/ 924218 w 2955073"/>
              <a:gd name="csY33" fmla="*/ 3405889 h 3614972"/>
              <a:gd name="csX34" fmla="*/ 938497 w 2955073"/>
              <a:gd name="csY34" fmla="*/ 3412553 h 3614972"/>
              <a:gd name="csX35" fmla="*/ 963212 w 2955073"/>
              <a:gd name="csY35" fmla="*/ 3420571 h 3614972"/>
              <a:gd name="csX36" fmla="*/ 1012414 w 2955073"/>
              <a:gd name="csY36" fmla="*/ 3439098 h 3614972"/>
              <a:gd name="csX37" fmla="*/ 1063057 w 2955073"/>
              <a:gd name="csY37" fmla="*/ 3452965 h 3614972"/>
              <a:gd name="csX38" fmla="*/ 1088345 w 2955073"/>
              <a:gd name="csY38" fmla="*/ 3461169 h 3614972"/>
              <a:gd name="csX39" fmla="*/ 1103866 w 2955073"/>
              <a:gd name="csY39" fmla="*/ 3464139 h 3614972"/>
              <a:gd name="csX40" fmla="*/ 1127019 w 2955073"/>
              <a:gd name="csY40" fmla="*/ 3470478 h 3614972"/>
              <a:gd name="csX41" fmla="*/ 1245621 w 2955073"/>
              <a:gd name="csY41" fmla="*/ 3491261 h 3614972"/>
              <a:gd name="csX42" fmla="*/ 1245627 w 2955073"/>
              <a:gd name="csY42" fmla="*/ 3491262 h 3614972"/>
              <a:gd name="csX43" fmla="*/ 1409084 w 2955073"/>
              <a:gd name="csY43" fmla="*/ 3501573 h 3614972"/>
              <a:gd name="csX44" fmla="*/ 1409085 w 2955073"/>
              <a:gd name="csY44" fmla="*/ 3501573 h 3614972"/>
              <a:gd name="csX45" fmla="*/ 1245628 w 2955073"/>
              <a:gd name="csY45" fmla="*/ 3491262 h 3614972"/>
              <a:gd name="csX46" fmla="*/ 1245621 w 2955073"/>
              <a:gd name="csY46" fmla="*/ 3491261 h 3614972"/>
              <a:gd name="csX47" fmla="*/ 1103866 w 2955073"/>
              <a:gd name="csY47" fmla="*/ 3464139 h 3614972"/>
              <a:gd name="csX48" fmla="*/ 1063057 w 2955073"/>
              <a:gd name="csY48" fmla="*/ 3452965 h 3614972"/>
              <a:gd name="csX49" fmla="*/ 963212 w 2955073"/>
              <a:gd name="csY49" fmla="*/ 3420571 h 3614972"/>
              <a:gd name="csX50" fmla="*/ 924218 w 2955073"/>
              <a:gd name="csY50" fmla="*/ 3405889 h 3614972"/>
              <a:gd name="csX51" fmla="*/ 797370 w 2955073"/>
              <a:gd name="csY51" fmla="*/ 3346687 h 3614972"/>
              <a:gd name="csX52" fmla="*/ 797345 w 2955073"/>
              <a:gd name="csY52" fmla="*/ 3346675 h 3614972"/>
              <a:gd name="csX53" fmla="*/ 705656 w 2955073"/>
              <a:gd name="csY53" fmla="*/ 3290972 h 3614972"/>
              <a:gd name="csX54" fmla="*/ 1266550 w 2955073"/>
              <a:gd name="csY54" fmla="*/ 3290972 h 3614972"/>
              <a:gd name="csX55" fmla="*/ 1551619 w 2955073"/>
              <a:gd name="csY55" fmla="*/ 3290972 h 3614972"/>
              <a:gd name="csX56" fmla="*/ 1627393 w 2955073"/>
              <a:gd name="csY56" fmla="*/ 3279408 h 3614972"/>
              <a:gd name="csX57" fmla="*/ 2492316 w 2955073"/>
              <a:gd name="csY57" fmla="*/ 2218183 h 3614972"/>
              <a:gd name="csX58" fmla="*/ 1409084 w 2955073"/>
              <a:gd name="csY58" fmla="*/ 1134951 h 3614972"/>
              <a:gd name="csX59" fmla="*/ 374552 w 2955073"/>
              <a:gd name="csY59" fmla="*/ 1896063 h 3614972"/>
              <a:gd name="csX60" fmla="*/ 362067 w 2955073"/>
              <a:gd name="csY60" fmla="*/ 1944618 h 3614972"/>
              <a:gd name="csX61" fmla="*/ 520755 w 2955073"/>
              <a:gd name="csY61" fmla="*/ 1962116 h 3614972"/>
              <a:gd name="csX62" fmla="*/ 329117 w 2955073"/>
              <a:gd name="csY62" fmla="*/ 2282824 h 3614972"/>
              <a:gd name="csX63" fmla="*/ 197575 w 2955073"/>
              <a:gd name="csY63" fmla="*/ 2502959 h 3614972"/>
              <a:gd name="csX64" fmla="*/ 129696 w 2955073"/>
              <a:gd name="csY64" fmla="*/ 2297420 h 3614972"/>
              <a:gd name="csX65" fmla="*/ 0 w 2955073"/>
              <a:gd name="csY65" fmla="*/ 1904695 h 3614972"/>
              <a:gd name="csX66" fmla="*/ 161297 w 2955073"/>
              <a:gd name="csY66" fmla="*/ 1922481 h 3614972"/>
              <a:gd name="csX67" fmla="*/ 183394 w 2955073"/>
              <a:gd name="csY67" fmla="*/ 1836542 h 3614972"/>
              <a:gd name="csX68" fmla="*/ 811034 w 2955073"/>
              <a:gd name="csY68" fmla="*/ 1082363 h 3614972"/>
              <a:gd name="csX69" fmla="*/ 914998 w 2955073"/>
              <a:gd name="csY69" fmla="*/ 1037674 h 3614972"/>
              <a:gd name="csX70" fmla="*/ 845279 w 2955073"/>
              <a:gd name="csY70" fmla="*/ 953173 h 3614972"/>
              <a:gd name="csX71" fmla="*/ 740868 w 2955073"/>
              <a:gd name="csY71" fmla="*/ 611357 h 3614972"/>
              <a:gd name="csX72" fmla="*/ 1352225 w 2955073"/>
              <a:gd name="csY72" fmla="*/ 0 h 36149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2955073" h="3614972">
                <a:moveTo>
                  <a:pt x="1350132" y="1222504"/>
                </a:moveTo>
                <a:lnTo>
                  <a:pt x="1354318" y="1222504"/>
                </a:lnTo>
                <a:lnTo>
                  <a:pt x="1352225" y="1222715"/>
                </a:lnTo>
                <a:close/>
                <a:moveTo>
                  <a:pt x="1352225" y="0"/>
                </a:moveTo>
                <a:cubicBezTo>
                  <a:pt x="1647663" y="0"/>
                  <a:pt x="1894155" y="209562"/>
                  <a:pt x="1951161" y="488147"/>
                </a:cubicBezTo>
                <a:lnTo>
                  <a:pt x="1953857" y="514883"/>
                </a:lnTo>
                <a:lnTo>
                  <a:pt x="2096086" y="538338"/>
                </a:lnTo>
                <a:lnTo>
                  <a:pt x="1949118" y="741149"/>
                </a:lnTo>
                <a:lnTo>
                  <a:pt x="1859910" y="864253"/>
                </a:lnTo>
                <a:lnTo>
                  <a:pt x="1820895" y="738223"/>
                </a:lnTo>
                <a:lnTo>
                  <a:pt x="1740883" y="479763"/>
                </a:lnTo>
                <a:lnTo>
                  <a:pt x="1823665" y="493414"/>
                </a:lnTo>
                <a:lnTo>
                  <a:pt x="1801377" y="421616"/>
                </a:lnTo>
                <a:cubicBezTo>
                  <a:pt x="1727377" y="246660"/>
                  <a:pt x="1554137" y="123898"/>
                  <a:pt x="1352225" y="123898"/>
                </a:cubicBezTo>
                <a:cubicBezTo>
                  <a:pt x="1083009" y="123898"/>
                  <a:pt x="864766" y="342141"/>
                  <a:pt x="864766" y="611357"/>
                </a:cubicBezTo>
                <a:cubicBezTo>
                  <a:pt x="864766" y="737552"/>
                  <a:pt x="912720" y="852547"/>
                  <a:pt x="991399" y="939114"/>
                </a:cubicBezTo>
                <a:lnTo>
                  <a:pt x="1049300" y="989255"/>
                </a:lnTo>
                <a:lnTo>
                  <a:pt x="1197738" y="952112"/>
                </a:lnTo>
                <a:cubicBezTo>
                  <a:pt x="1266495" y="940720"/>
                  <a:pt x="1337098" y="934793"/>
                  <a:pt x="1409085" y="934793"/>
                </a:cubicBezTo>
                <a:cubicBezTo>
                  <a:pt x="2117882" y="934793"/>
                  <a:pt x="2692475" y="1509386"/>
                  <a:pt x="2692475" y="2218183"/>
                </a:cubicBezTo>
                <a:cubicBezTo>
                  <a:pt x="2692475" y="2661181"/>
                  <a:pt x="2468025" y="3051756"/>
                  <a:pt x="2126641" y="3282390"/>
                </a:cubicBezTo>
                <a:lnTo>
                  <a:pt x="2112515" y="3290972"/>
                </a:lnTo>
                <a:lnTo>
                  <a:pt x="2739073" y="3290972"/>
                </a:lnTo>
                <a:lnTo>
                  <a:pt x="2739073" y="3182972"/>
                </a:lnTo>
                <a:lnTo>
                  <a:pt x="2955073" y="3398972"/>
                </a:lnTo>
                <a:lnTo>
                  <a:pt x="2739073" y="3614972"/>
                </a:lnTo>
                <a:lnTo>
                  <a:pt x="2739073" y="3506972"/>
                </a:lnTo>
                <a:lnTo>
                  <a:pt x="228975" y="3506972"/>
                </a:lnTo>
                <a:lnTo>
                  <a:pt x="228975" y="3290972"/>
                </a:lnTo>
                <a:lnTo>
                  <a:pt x="705655" y="3290972"/>
                </a:lnTo>
                <a:lnTo>
                  <a:pt x="797344" y="3346675"/>
                </a:lnTo>
                <a:lnTo>
                  <a:pt x="797370" y="3346687"/>
                </a:lnTo>
                <a:lnTo>
                  <a:pt x="902346" y="3397653"/>
                </a:lnTo>
                <a:lnTo>
                  <a:pt x="924218" y="3405889"/>
                </a:lnTo>
                <a:lnTo>
                  <a:pt x="938497" y="3412553"/>
                </a:lnTo>
                <a:lnTo>
                  <a:pt x="963212" y="3420571"/>
                </a:lnTo>
                <a:lnTo>
                  <a:pt x="1012414" y="3439098"/>
                </a:lnTo>
                <a:lnTo>
                  <a:pt x="1063057" y="3452965"/>
                </a:lnTo>
                <a:lnTo>
                  <a:pt x="1088345" y="3461169"/>
                </a:lnTo>
                <a:lnTo>
                  <a:pt x="1103866" y="3464139"/>
                </a:lnTo>
                <a:lnTo>
                  <a:pt x="1127019" y="3470478"/>
                </a:lnTo>
                <a:lnTo>
                  <a:pt x="1245621" y="3491261"/>
                </a:lnTo>
                <a:lnTo>
                  <a:pt x="1245627" y="3491262"/>
                </a:lnTo>
                <a:cubicBezTo>
                  <a:pt x="1299154" y="3498066"/>
                  <a:pt x="1353710" y="3501573"/>
                  <a:pt x="1409084" y="3501573"/>
                </a:cubicBezTo>
                <a:lnTo>
                  <a:pt x="1409085" y="3501573"/>
                </a:lnTo>
                <a:lnTo>
                  <a:pt x="1245628" y="3491262"/>
                </a:lnTo>
                <a:lnTo>
                  <a:pt x="1245621" y="3491261"/>
                </a:lnTo>
                <a:lnTo>
                  <a:pt x="1103866" y="3464139"/>
                </a:lnTo>
                <a:lnTo>
                  <a:pt x="1063057" y="3452965"/>
                </a:lnTo>
                <a:lnTo>
                  <a:pt x="963212" y="3420571"/>
                </a:lnTo>
                <a:lnTo>
                  <a:pt x="924218" y="3405889"/>
                </a:lnTo>
                <a:lnTo>
                  <a:pt x="797370" y="3346687"/>
                </a:lnTo>
                <a:lnTo>
                  <a:pt x="797345" y="3346675"/>
                </a:lnTo>
                <a:lnTo>
                  <a:pt x="705656" y="3290972"/>
                </a:lnTo>
                <a:lnTo>
                  <a:pt x="1266550" y="3290972"/>
                </a:lnTo>
                <a:lnTo>
                  <a:pt x="1551619" y="3290972"/>
                </a:lnTo>
                <a:lnTo>
                  <a:pt x="1627393" y="3279408"/>
                </a:lnTo>
                <a:cubicBezTo>
                  <a:pt x="2121004" y="3178401"/>
                  <a:pt x="2492316" y="2741655"/>
                  <a:pt x="2492316" y="2218183"/>
                </a:cubicBezTo>
                <a:cubicBezTo>
                  <a:pt x="2492316" y="1619930"/>
                  <a:pt x="2007337" y="1134951"/>
                  <a:pt x="1409084" y="1134951"/>
                </a:cubicBezTo>
                <a:cubicBezTo>
                  <a:pt x="923004" y="1134951"/>
                  <a:pt x="511702" y="1455113"/>
                  <a:pt x="374552" y="1896063"/>
                </a:cubicBezTo>
                <a:lnTo>
                  <a:pt x="362067" y="1944618"/>
                </a:lnTo>
                <a:lnTo>
                  <a:pt x="520755" y="1962116"/>
                </a:lnTo>
                <a:lnTo>
                  <a:pt x="329117" y="2282824"/>
                </a:lnTo>
                <a:lnTo>
                  <a:pt x="197575" y="2502959"/>
                </a:lnTo>
                <a:lnTo>
                  <a:pt x="129696" y="2297420"/>
                </a:lnTo>
                <a:lnTo>
                  <a:pt x="0" y="1904695"/>
                </a:lnTo>
                <a:lnTo>
                  <a:pt x="161297" y="1922481"/>
                </a:lnTo>
                <a:lnTo>
                  <a:pt x="183394" y="1836542"/>
                </a:lnTo>
                <a:cubicBezTo>
                  <a:pt x="284951" y="1510025"/>
                  <a:pt x="513388" y="1239408"/>
                  <a:pt x="811034" y="1082363"/>
                </a:cubicBezTo>
                <a:lnTo>
                  <a:pt x="914998" y="1037674"/>
                </a:lnTo>
                <a:lnTo>
                  <a:pt x="845279" y="953173"/>
                </a:lnTo>
                <a:cubicBezTo>
                  <a:pt x="779360" y="855599"/>
                  <a:pt x="740868" y="737973"/>
                  <a:pt x="740868" y="611357"/>
                </a:cubicBezTo>
                <a:cubicBezTo>
                  <a:pt x="740868" y="273714"/>
                  <a:pt x="1014582" y="0"/>
                  <a:pt x="1352225" y="0"/>
                </a:cubicBezTo>
                <a:close/>
              </a:path>
            </a:pathLst>
          </a:cu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076" name="箭头: 右 2075">
            <a:extLst>
              <a:ext uri="{FF2B5EF4-FFF2-40B4-BE49-F238E27FC236}">
                <a16:creationId xmlns:a16="http://schemas.microsoft.com/office/drawing/2014/main" id="{5A9E423A-5D87-EE68-FE2B-87AA1D1BC6CE}"/>
              </a:ext>
            </a:extLst>
          </p:cNvPr>
          <p:cNvSpPr/>
          <p:nvPr/>
        </p:nvSpPr>
        <p:spPr>
          <a:xfrm>
            <a:off x="2797375" y="5003059"/>
            <a:ext cx="720000" cy="360000"/>
          </a:xfrm>
          <a:prstGeom prst="rightArrow">
            <a:avLst/>
          </a:prstGeom>
          <a:ln>
            <a:noFill/>
          </a:ln>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2077" name="文本框 2076">
            <a:extLst>
              <a:ext uri="{FF2B5EF4-FFF2-40B4-BE49-F238E27FC236}">
                <a16:creationId xmlns:a16="http://schemas.microsoft.com/office/drawing/2014/main" id="{A3FFB23E-4458-EE53-9B4F-78D23F2375CA}"/>
              </a:ext>
            </a:extLst>
          </p:cNvPr>
          <p:cNvSpPr txBox="1"/>
          <p:nvPr/>
        </p:nvSpPr>
        <p:spPr>
          <a:xfrm>
            <a:off x="6504970" y="2514197"/>
            <a:ext cx="979755" cy="338554"/>
          </a:xfrm>
          <a:prstGeom prst="rect">
            <a:avLst/>
          </a:prstGeom>
          <a:noFill/>
        </p:spPr>
        <p:txBody>
          <a:bodyPr wrap="none" rtlCol="0">
            <a:spAutoFit/>
          </a:bodyPr>
          <a:lstStyle/>
          <a:p>
            <a:pPr algn="ctr"/>
            <a:r>
              <a:rPr lang="en-US" altLang="zh-CN" sz="1600" dirty="0"/>
              <a:t>24 hour</a:t>
            </a:r>
            <a:endParaRPr lang="zh-CN" altLang="en-US" sz="1600" dirty="0"/>
          </a:p>
        </p:txBody>
      </p:sp>
      <p:sp>
        <p:nvSpPr>
          <p:cNvPr id="2078" name="立方体 2077">
            <a:extLst>
              <a:ext uri="{FF2B5EF4-FFF2-40B4-BE49-F238E27FC236}">
                <a16:creationId xmlns:a16="http://schemas.microsoft.com/office/drawing/2014/main" id="{872FED69-AD78-A5FE-3A99-1DFEEBDAED6A}"/>
              </a:ext>
            </a:extLst>
          </p:cNvPr>
          <p:cNvSpPr/>
          <p:nvPr/>
        </p:nvSpPr>
        <p:spPr>
          <a:xfrm>
            <a:off x="9743585" y="5228781"/>
            <a:ext cx="900000" cy="360000"/>
          </a:xfrm>
          <a:prstGeom prst="cube">
            <a:avLst/>
          </a:prstGeom>
        </p:spPr>
        <p:style>
          <a:lnRef idx="0">
            <a:schemeClr val="accent6"/>
          </a:lnRef>
          <a:fillRef idx="3">
            <a:schemeClr val="accent6"/>
          </a:fillRef>
          <a:effectRef idx="3">
            <a:schemeClr val="accent6"/>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8063656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56293B3D-0978-5811-3D68-57DDCC613C9B}"/>
              </a:ext>
            </a:extLst>
          </p:cNvPr>
          <p:cNvSpPr>
            <a:spLocks noGrp="1"/>
          </p:cNvSpPr>
          <p:nvPr>
            <p:ph type="body" sz="quarter" idx="10"/>
          </p:nvPr>
        </p:nvSpPr>
        <p:spPr/>
        <p:txBody>
          <a:bodyPr/>
          <a:lstStyle/>
          <a:p>
            <a:r>
              <a:rPr lang="zh-CN" altLang="en-US" dirty="0"/>
              <a:t>敏捷开发模式强调根据环境和客户的需求变化来调整项目的工作事项。请问敏捷团队在下面哪一项会议上，确定迭代需要完成的工作事项？</a:t>
            </a:r>
            <a:endParaRPr lang="en-US" altLang="zh-CN" dirty="0"/>
          </a:p>
          <a:p>
            <a:endParaRPr lang="zh-CN" altLang="en-US" dirty="0"/>
          </a:p>
          <a:p>
            <a:r>
              <a:rPr lang="en-US" altLang="zh-CN" dirty="0"/>
              <a:t>A. </a:t>
            </a:r>
            <a:r>
              <a:rPr lang="zh-CN" altLang="en-US" dirty="0"/>
              <a:t>迭代规划会议</a:t>
            </a:r>
          </a:p>
          <a:p>
            <a:r>
              <a:rPr lang="en-US" altLang="zh-CN" dirty="0"/>
              <a:t>B. </a:t>
            </a:r>
            <a:r>
              <a:rPr lang="zh-CN" altLang="en-US" dirty="0"/>
              <a:t>迭代评审会议</a:t>
            </a:r>
          </a:p>
          <a:p>
            <a:r>
              <a:rPr lang="en-US" altLang="zh-CN" dirty="0"/>
              <a:t>C. </a:t>
            </a:r>
            <a:r>
              <a:rPr lang="zh-CN" altLang="en-US" dirty="0"/>
              <a:t>迭代回顾会议</a:t>
            </a:r>
          </a:p>
          <a:p>
            <a:r>
              <a:rPr lang="en-US" altLang="zh-CN" dirty="0"/>
              <a:t>D. </a:t>
            </a:r>
            <a:r>
              <a:rPr lang="zh-CN" altLang="en-US" dirty="0"/>
              <a:t>每日站会</a:t>
            </a:r>
          </a:p>
        </p:txBody>
      </p:sp>
    </p:spTree>
    <p:extLst>
      <p:ext uri="{BB962C8B-B14F-4D97-AF65-F5344CB8AC3E}">
        <p14:creationId xmlns:p14="http://schemas.microsoft.com/office/powerpoint/2010/main" val="378769957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97D08A6-D555-C0FE-63E6-CAD274AC77DE}"/>
              </a:ext>
            </a:extLst>
          </p:cNvPr>
          <p:cNvSpPr>
            <a:spLocks noGrp="1"/>
          </p:cNvSpPr>
          <p:nvPr>
            <p:ph type="body" sz="quarter" idx="10"/>
          </p:nvPr>
        </p:nvSpPr>
        <p:spPr/>
        <p:txBody>
          <a:bodyPr/>
          <a:lstStyle/>
          <a:p>
            <a:r>
              <a:rPr lang="zh-CN" altLang="en-US" dirty="0"/>
              <a:t>如果迭代周期是 </a:t>
            </a:r>
            <a:r>
              <a:rPr lang="en-US" altLang="zh-CN" dirty="0"/>
              <a:t>2 </a:t>
            </a:r>
            <a:r>
              <a:rPr lang="zh-CN" altLang="en-US" dirty="0"/>
              <a:t>个星期，那么迭代规划会议需要多长时间？</a:t>
            </a:r>
            <a:endParaRPr lang="en-US" altLang="zh-CN" dirty="0"/>
          </a:p>
          <a:p>
            <a:endParaRPr lang="zh-CN" altLang="en-US" dirty="0"/>
          </a:p>
          <a:p>
            <a:r>
              <a:rPr lang="en-US" altLang="zh-CN" dirty="0"/>
              <a:t>A. </a:t>
            </a:r>
            <a:r>
              <a:rPr lang="zh-CN" altLang="en-US" dirty="0"/>
              <a:t>一小时</a:t>
            </a:r>
          </a:p>
          <a:p>
            <a:r>
              <a:rPr lang="en-US" altLang="zh-CN" dirty="0"/>
              <a:t>B. </a:t>
            </a:r>
            <a:r>
              <a:rPr lang="zh-CN" altLang="en-US" dirty="0"/>
              <a:t>半小时</a:t>
            </a:r>
          </a:p>
          <a:p>
            <a:r>
              <a:rPr lang="en-US" altLang="zh-CN" dirty="0"/>
              <a:t>C. </a:t>
            </a:r>
            <a:r>
              <a:rPr lang="zh-CN" altLang="en-US" dirty="0"/>
              <a:t>四个小时</a:t>
            </a:r>
          </a:p>
          <a:p>
            <a:r>
              <a:rPr lang="en-US" altLang="zh-CN" dirty="0"/>
              <a:t>D. </a:t>
            </a:r>
            <a:r>
              <a:rPr lang="zh-CN" altLang="en-US" dirty="0"/>
              <a:t>十五分钟或更少</a:t>
            </a:r>
          </a:p>
        </p:txBody>
      </p:sp>
    </p:spTree>
    <p:extLst>
      <p:ext uri="{BB962C8B-B14F-4D97-AF65-F5344CB8AC3E}">
        <p14:creationId xmlns:p14="http://schemas.microsoft.com/office/powerpoint/2010/main" val="137190497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2A95CE3-FD36-7B4D-5DBA-CB17D947B530}"/>
              </a:ext>
            </a:extLst>
          </p:cNvPr>
          <p:cNvSpPr>
            <a:spLocks noGrp="1"/>
          </p:cNvSpPr>
          <p:nvPr>
            <p:ph type="body" sz="quarter" idx="10"/>
          </p:nvPr>
        </p:nvSpPr>
        <p:spPr/>
        <p:txBody>
          <a:bodyPr/>
          <a:lstStyle/>
          <a:p>
            <a:r>
              <a:rPr lang="zh-CN" altLang="en-US" dirty="0"/>
              <a:t>由于业务需求，项目的目标和需求发生变化。新的干系人如何能够参与到这些变化中？</a:t>
            </a:r>
            <a:endParaRPr lang="en-US" altLang="zh-CN" dirty="0"/>
          </a:p>
          <a:p>
            <a:endParaRPr lang="zh-CN" altLang="en-US" dirty="0"/>
          </a:p>
          <a:p>
            <a:r>
              <a:rPr lang="en-US" altLang="zh-CN" dirty="0"/>
              <a:t>A. </a:t>
            </a:r>
            <a:r>
              <a:rPr lang="zh-CN" altLang="en-US" dirty="0"/>
              <a:t>要求产品负责人与新的干系人频繁地召开与产品愿景相关的会议。</a:t>
            </a:r>
          </a:p>
          <a:p>
            <a:r>
              <a:rPr lang="en-US" altLang="zh-CN" dirty="0"/>
              <a:t>B. </a:t>
            </a:r>
            <a:r>
              <a:rPr lang="zh-CN" altLang="en-US" dirty="0"/>
              <a:t>持续更新干系人登记册，包含新的干系人并让他们经常参与。</a:t>
            </a:r>
          </a:p>
          <a:p>
            <a:r>
              <a:rPr lang="en-US" altLang="zh-CN" dirty="0"/>
              <a:t>C. </a:t>
            </a:r>
            <a:r>
              <a:rPr lang="zh-CN" altLang="en-US" dirty="0"/>
              <a:t>邀请新的干系人参加迭代规划会议。</a:t>
            </a:r>
          </a:p>
          <a:p>
            <a:r>
              <a:rPr lang="en-US" altLang="zh-CN" dirty="0"/>
              <a:t>D. </a:t>
            </a:r>
            <a:r>
              <a:rPr lang="zh-CN" altLang="en-US" dirty="0"/>
              <a:t>邀请新的干系人参加每日站会。</a:t>
            </a:r>
          </a:p>
        </p:txBody>
      </p:sp>
    </p:spTree>
    <p:extLst>
      <p:ext uri="{BB962C8B-B14F-4D97-AF65-F5344CB8AC3E}">
        <p14:creationId xmlns:p14="http://schemas.microsoft.com/office/powerpoint/2010/main" val="93987868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FE2394-ECB3-7620-55FD-DE65CCB01B97}"/>
              </a:ext>
            </a:extLst>
          </p:cNvPr>
          <p:cNvSpPr>
            <a:spLocks noGrp="1"/>
          </p:cNvSpPr>
          <p:nvPr>
            <p:ph type="title"/>
          </p:nvPr>
        </p:nvSpPr>
        <p:spPr>
          <a:xfrm>
            <a:off x="695998" y="360000"/>
            <a:ext cx="7200000" cy="424732"/>
          </a:xfrm>
        </p:spPr>
        <p:txBody>
          <a:bodyPr/>
          <a:lstStyle/>
          <a:p>
            <a:r>
              <a:rPr lang="zh-CN" altLang="en-US" dirty="0"/>
              <a:t>敏捷工件 </a:t>
            </a:r>
            <a:r>
              <a:rPr lang="en-US" altLang="zh-CN" dirty="0"/>
              <a:t>Scrum Artifacts</a:t>
            </a:r>
            <a:endParaRPr lang="zh-CN" altLang="en-US" dirty="0"/>
          </a:p>
        </p:txBody>
      </p:sp>
      <p:sp>
        <p:nvSpPr>
          <p:cNvPr id="11" name="内容占位符 10">
            <a:extLst>
              <a:ext uri="{FF2B5EF4-FFF2-40B4-BE49-F238E27FC236}">
                <a16:creationId xmlns:a16="http://schemas.microsoft.com/office/drawing/2014/main" id="{1F129EC0-C5B1-6B10-226D-A777604FF15E}"/>
              </a:ext>
            </a:extLst>
          </p:cNvPr>
          <p:cNvSpPr>
            <a:spLocks noGrp="1"/>
          </p:cNvSpPr>
          <p:nvPr>
            <p:ph idx="1"/>
          </p:nvPr>
        </p:nvSpPr>
        <p:spPr/>
        <p:txBody>
          <a:bodyPr/>
          <a:lstStyle/>
          <a:p>
            <a:r>
              <a:rPr lang="en-US" altLang="zh-CN" dirty="0"/>
              <a:t>3</a:t>
            </a:r>
            <a:r>
              <a:rPr lang="zh-CN" altLang="en-US" dirty="0"/>
              <a:t>个工件</a:t>
            </a:r>
          </a:p>
        </p:txBody>
      </p:sp>
      <p:sp>
        <p:nvSpPr>
          <p:cNvPr id="4" name="文本占位符 3">
            <a:extLst>
              <a:ext uri="{FF2B5EF4-FFF2-40B4-BE49-F238E27FC236}">
                <a16:creationId xmlns:a16="http://schemas.microsoft.com/office/drawing/2014/main" id="{4EBBFC66-5A08-6FEF-F7CF-0FDBBEC5911A}"/>
              </a:ext>
            </a:extLst>
          </p:cNvPr>
          <p:cNvSpPr>
            <a:spLocks noGrp="1"/>
          </p:cNvSpPr>
          <p:nvPr>
            <p:ph type="body" sz="quarter" idx="10"/>
          </p:nvPr>
        </p:nvSpPr>
        <p:spPr>
          <a:xfrm>
            <a:off x="6702424" y="360001"/>
            <a:ext cx="4793575" cy="424731"/>
          </a:xfrm>
        </p:spPr>
        <p:txBody>
          <a:bodyPr/>
          <a:lstStyle/>
          <a:p>
            <a:r>
              <a:rPr lang="en-US" altLang="zh-CN" dirty="0"/>
              <a:t>Agile</a:t>
            </a:r>
            <a:endParaRPr lang="zh-CN" altLang="en-US" dirty="0"/>
          </a:p>
        </p:txBody>
      </p:sp>
      <p:graphicFrame>
        <p:nvGraphicFramePr>
          <p:cNvPr id="8" name="图示 7">
            <a:extLst>
              <a:ext uri="{FF2B5EF4-FFF2-40B4-BE49-F238E27FC236}">
                <a16:creationId xmlns:a16="http://schemas.microsoft.com/office/drawing/2014/main" id="{FFC84889-F498-3AB3-3F7C-FBC90C200DF6}"/>
              </a:ext>
            </a:extLst>
          </p:cNvPr>
          <p:cNvGraphicFramePr>
            <a:graphicFrameLocks noChangeAspect="1"/>
          </p:cNvGraphicFramePr>
          <p:nvPr>
            <p:extLst>
              <p:ext uri="{D42A27DB-BD31-4B8C-83A1-F6EECF244321}">
                <p14:modId xmlns:p14="http://schemas.microsoft.com/office/powerpoint/2010/main" val="2460247823"/>
              </p:ext>
            </p:extLst>
          </p:nvPr>
        </p:nvGraphicFramePr>
        <p:xfrm>
          <a:off x="3396000" y="1629000"/>
          <a:ext cx="5400000" cy="360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91929037"/>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a:extLst>
              <a:ext uri="{FF2B5EF4-FFF2-40B4-BE49-F238E27FC236}">
                <a16:creationId xmlns:a16="http://schemas.microsoft.com/office/drawing/2014/main" id="{0C68888D-4394-9A1B-3ADF-EE7AE1756993}"/>
              </a:ext>
            </a:extLst>
          </p:cNvPr>
          <p:cNvSpPr>
            <a:spLocks noGrp="1"/>
          </p:cNvSpPr>
          <p:nvPr>
            <p:ph type="body" sz="quarter" idx="10"/>
          </p:nvPr>
        </p:nvSpPr>
        <p:spPr/>
        <p:txBody>
          <a:bodyPr/>
          <a:lstStyle/>
          <a:p>
            <a:r>
              <a:rPr lang="zh-CN" altLang="en-US" dirty="0"/>
              <a:t>敏捷项目的项目经理被要求将预算减少</a:t>
            </a:r>
            <a:r>
              <a:rPr lang="en-US" altLang="zh-CN" dirty="0"/>
              <a:t>30%</a:t>
            </a:r>
            <a:r>
              <a:rPr lang="zh-CN" altLang="en-US" dirty="0"/>
              <a:t>。由于这是一个小型项目团队，因此预算主要分配给资源，项目经理应该使用什么策略才能在受限环境中保持交付价值？</a:t>
            </a:r>
            <a:endParaRPr lang="en-US" altLang="zh-CN" dirty="0"/>
          </a:p>
          <a:p>
            <a:endParaRPr lang="zh-CN" altLang="en-US" dirty="0"/>
          </a:p>
          <a:p>
            <a:r>
              <a:rPr lang="en-US" altLang="zh-CN" dirty="0"/>
              <a:t>A. </a:t>
            </a:r>
            <a:r>
              <a:rPr lang="zh-CN" altLang="en-US" dirty="0"/>
              <a:t>平衡项目团队以适应预算挑战，并提供培训以降低绩效低下的风险</a:t>
            </a:r>
          </a:p>
          <a:p>
            <a:r>
              <a:rPr lang="en-US" altLang="zh-CN" dirty="0"/>
              <a:t>B. </a:t>
            </a:r>
            <a:r>
              <a:rPr lang="zh-CN" altLang="en-US" dirty="0"/>
              <a:t>优先考虑产品待办事项，以寻找高业务价值和低工作量的事项，并调整项目预算和人员配置以完成项目</a:t>
            </a:r>
          </a:p>
          <a:p>
            <a:r>
              <a:rPr lang="en-US" altLang="zh-CN" dirty="0"/>
              <a:t>C. </a:t>
            </a:r>
            <a:r>
              <a:rPr lang="zh-CN" altLang="en-US" dirty="0"/>
              <a:t>将项目范围仅限于基本的关键功能，并以当前人员配置水平运行项目，直到用完所有预算</a:t>
            </a:r>
          </a:p>
          <a:p>
            <a:r>
              <a:rPr lang="en-US" altLang="zh-CN" dirty="0"/>
              <a:t>D. </a:t>
            </a:r>
            <a:r>
              <a:rPr lang="zh-CN" altLang="en-US" dirty="0"/>
              <a:t>减少项目人员，并相应调整范围和时间表以支持预算削减</a:t>
            </a:r>
          </a:p>
          <a:p>
            <a:endParaRPr lang="zh-CN" altLang="en-US" dirty="0"/>
          </a:p>
        </p:txBody>
      </p:sp>
    </p:spTree>
    <p:extLst>
      <p:ext uri="{BB962C8B-B14F-4D97-AF65-F5344CB8AC3E}">
        <p14:creationId xmlns:p14="http://schemas.microsoft.com/office/powerpoint/2010/main" val="80692932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64C5986-936F-A884-1A56-BE880319C9B1}"/>
              </a:ext>
            </a:extLst>
          </p:cNvPr>
          <p:cNvSpPr>
            <a:spLocks noGrp="1"/>
          </p:cNvSpPr>
          <p:nvPr>
            <p:ph type="body" sz="quarter" idx="10"/>
          </p:nvPr>
        </p:nvSpPr>
        <p:spPr/>
        <p:txBody>
          <a:bodyPr/>
          <a:lstStyle/>
          <a:p>
            <a:r>
              <a:rPr lang="zh-CN" altLang="en-US" dirty="0"/>
              <a:t>公司正在进行敏捷开发，新来的公司领导对敏捷并不了解，他询问敏捷项目管理专业人士关于待办列表中的事项。敏捷项目管理专业人士该如何答复他？</a:t>
            </a:r>
            <a:endParaRPr lang="en-US" altLang="zh-CN" dirty="0"/>
          </a:p>
          <a:p>
            <a:endParaRPr lang="zh-CN" altLang="en-US" dirty="0"/>
          </a:p>
          <a:p>
            <a:r>
              <a:rPr lang="en-US" altLang="zh-CN" dirty="0"/>
              <a:t>A. </a:t>
            </a:r>
            <a:r>
              <a:rPr lang="zh-CN" altLang="en-US" dirty="0"/>
              <a:t>应该对事项进行精细化分解，并准确估算</a:t>
            </a:r>
          </a:p>
          <a:p>
            <a:r>
              <a:rPr lang="en-US" altLang="zh-CN" dirty="0"/>
              <a:t>B. </a:t>
            </a:r>
            <a:r>
              <a:rPr lang="zh-CN" altLang="en-US" dirty="0"/>
              <a:t>应该对事项进行精细化分解，并在冲刺计划中估算</a:t>
            </a:r>
          </a:p>
          <a:p>
            <a:r>
              <a:rPr lang="en-US" altLang="zh-CN" dirty="0"/>
              <a:t>C. </a:t>
            </a:r>
            <a:r>
              <a:rPr lang="zh-CN" altLang="en-US" dirty="0"/>
              <a:t>应该对事项进行逐步精细化，并在迭代计划中估算</a:t>
            </a:r>
          </a:p>
          <a:p>
            <a:r>
              <a:rPr lang="en-US" altLang="zh-CN" dirty="0"/>
              <a:t>D. </a:t>
            </a:r>
            <a:r>
              <a:rPr lang="zh-CN" altLang="en-US" dirty="0"/>
              <a:t>应该对事项进行精细化分解，并在列入迭代待办列表之前估算</a:t>
            </a:r>
          </a:p>
        </p:txBody>
      </p:sp>
    </p:spTree>
    <p:extLst>
      <p:ext uri="{BB962C8B-B14F-4D97-AF65-F5344CB8AC3E}">
        <p14:creationId xmlns:p14="http://schemas.microsoft.com/office/powerpoint/2010/main" val="329566680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2337E66-6F59-A3E2-EA8D-E52582AD0629}"/>
              </a:ext>
            </a:extLst>
          </p:cNvPr>
          <p:cNvSpPr>
            <a:spLocks noGrp="1"/>
          </p:cNvSpPr>
          <p:nvPr>
            <p:ph type="body" sz="quarter" idx="10"/>
          </p:nvPr>
        </p:nvSpPr>
        <p:spPr/>
        <p:txBody>
          <a:bodyPr/>
          <a:lstStyle/>
          <a:p>
            <a:r>
              <a:rPr lang="zh-CN" altLang="en-US" dirty="0"/>
              <a:t>产品负责人正在努力为一个复杂功能编写用户故事，若要处理这个问题，敏捷管理专业人士应该怎么做？</a:t>
            </a:r>
            <a:endParaRPr lang="en-US" altLang="zh-CN" dirty="0"/>
          </a:p>
          <a:p>
            <a:endParaRPr lang="zh-CN" altLang="en-US" dirty="0"/>
          </a:p>
          <a:p>
            <a:r>
              <a:rPr lang="en-US" altLang="zh-CN" dirty="0"/>
              <a:t>A. </a:t>
            </a:r>
            <a:r>
              <a:rPr lang="zh-CN" altLang="en-US" dirty="0"/>
              <a:t>与产品负责人合作，分解故事并专注于其最有价值的部分。</a:t>
            </a:r>
          </a:p>
          <a:p>
            <a:r>
              <a:rPr lang="en-US" altLang="zh-CN" dirty="0"/>
              <a:t>B. </a:t>
            </a:r>
            <a:r>
              <a:rPr lang="zh-CN" altLang="en-US" dirty="0"/>
              <a:t>增加迭代的时间长度，确保满足所有需求。</a:t>
            </a:r>
          </a:p>
          <a:p>
            <a:r>
              <a:rPr lang="en-US" altLang="zh-CN" dirty="0"/>
              <a:t>C. </a:t>
            </a:r>
            <a:r>
              <a:rPr lang="zh-CN" altLang="en-US" dirty="0"/>
              <a:t>将该故事与产品代办列表中的不同故事交换。</a:t>
            </a:r>
          </a:p>
          <a:p>
            <a:r>
              <a:rPr lang="en-US" altLang="zh-CN" dirty="0"/>
              <a:t>D. </a:t>
            </a:r>
            <a:r>
              <a:rPr lang="zh-CN" altLang="en-US" dirty="0"/>
              <a:t>在下一次回顾会议上，与产品负责人一起评审故事内容。</a:t>
            </a:r>
          </a:p>
        </p:txBody>
      </p:sp>
    </p:spTree>
    <p:extLst>
      <p:ext uri="{BB962C8B-B14F-4D97-AF65-F5344CB8AC3E}">
        <p14:creationId xmlns:p14="http://schemas.microsoft.com/office/powerpoint/2010/main" val="133899155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BA7E82B-DDE7-A2B6-B15C-AB061F40C272}"/>
              </a:ext>
            </a:extLst>
          </p:cNvPr>
          <p:cNvSpPr>
            <a:spLocks noGrp="1"/>
          </p:cNvSpPr>
          <p:nvPr>
            <p:ph type="body" sz="quarter" idx="10"/>
          </p:nvPr>
        </p:nvSpPr>
        <p:spPr>
          <a:xfrm>
            <a:off x="3219345" y="1629000"/>
            <a:ext cx="8640000" cy="3600000"/>
          </a:xfrm>
        </p:spPr>
        <p:txBody>
          <a:bodyPr/>
          <a:lstStyle/>
          <a:p>
            <a:r>
              <a:rPr lang="zh-CN" altLang="en-US" dirty="0"/>
              <a:t>产品负责人正在对产品待办事项列表中的用户故事进行优先级排序，在排序时重点考虑的因素是？</a:t>
            </a:r>
          </a:p>
          <a:p>
            <a:br>
              <a:rPr lang="zh-CN" altLang="en-US" dirty="0"/>
            </a:br>
            <a:r>
              <a:rPr lang="en-US" altLang="zh-CN" dirty="0"/>
              <a:t>A. </a:t>
            </a:r>
            <a:r>
              <a:rPr lang="zh-CN" altLang="en-US" dirty="0"/>
              <a:t>难度，价值和成本</a:t>
            </a:r>
            <a:br>
              <a:rPr lang="zh-CN" altLang="en-US" dirty="0"/>
            </a:br>
            <a:r>
              <a:rPr lang="en-US" altLang="zh-CN" dirty="0"/>
              <a:t>B. </a:t>
            </a:r>
            <a:r>
              <a:rPr lang="zh-CN" altLang="en-US" dirty="0"/>
              <a:t>价值，风险和难度</a:t>
            </a:r>
            <a:br>
              <a:rPr lang="zh-CN" altLang="en-US" dirty="0"/>
            </a:br>
            <a:r>
              <a:rPr lang="en-US" altLang="zh-CN" dirty="0"/>
              <a:t>C. </a:t>
            </a:r>
            <a:r>
              <a:rPr lang="zh-CN" altLang="en-US" dirty="0"/>
              <a:t>价值，成本和风险</a:t>
            </a:r>
            <a:br>
              <a:rPr lang="zh-CN" altLang="en-US" dirty="0"/>
            </a:br>
            <a:r>
              <a:rPr lang="en-US" altLang="zh-CN" dirty="0"/>
              <a:t>D. </a:t>
            </a:r>
            <a:r>
              <a:rPr lang="zh-CN" altLang="en-US" dirty="0"/>
              <a:t>价值，风险和便利</a:t>
            </a:r>
          </a:p>
          <a:p>
            <a:endParaRPr lang="zh-CN" altLang="en-US" dirty="0"/>
          </a:p>
        </p:txBody>
      </p:sp>
    </p:spTree>
    <p:extLst>
      <p:ext uri="{BB962C8B-B14F-4D97-AF65-F5344CB8AC3E}">
        <p14:creationId xmlns:p14="http://schemas.microsoft.com/office/powerpoint/2010/main" val="112187761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2F2C8702-FA00-DD7A-9581-48065B4E5361}"/>
              </a:ext>
            </a:extLst>
          </p:cNvPr>
          <p:cNvSpPr>
            <a:spLocks noGrp="1"/>
          </p:cNvSpPr>
          <p:nvPr>
            <p:ph type="body" sz="quarter" idx="10"/>
          </p:nvPr>
        </p:nvSpPr>
        <p:spPr/>
        <p:txBody>
          <a:bodyPr/>
          <a:lstStyle/>
          <a:p>
            <a:r>
              <a:rPr lang="zh-CN" altLang="en-US" dirty="0"/>
              <a:t>一个团队完成了第一版的发布，高层又要开发团队完成第二版的发布，但是这个团队同时又要做第一个版本的运维和支持工作。作为敏捷管理人士，应该怎么办？</a:t>
            </a:r>
            <a:endParaRPr lang="en-US" altLang="zh-CN" dirty="0"/>
          </a:p>
          <a:p>
            <a:endParaRPr lang="zh-CN" altLang="en-US" dirty="0"/>
          </a:p>
          <a:p>
            <a:r>
              <a:rPr lang="en-US" altLang="zh-CN" dirty="0"/>
              <a:t>A. </a:t>
            </a:r>
            <a:r>
              <a:rPr lang="zh-CN" altLang="en-US" dirty="0"/>
              <a:t>团队应该开发新的版本，因为新的版本有高的价值</a:t>
            </a:r>
          </a:p>
          <a:p>
            <a:r>
              <a:rPr lang="en-US" altLang="zh-CN" dirty="0"/>
              <a:t>B. </a:t>
            </a:r>
            <a:r>
              <a:rPr lang="zh-CN" altLang="en-US" dirty="0"/>
              <a:t>满足投资回报率</a:t>
            </a:r>
          </a:p>
          <a:p>
            <a:r>
              <a:rPr lang="en-US" altLang="zh-CN" dirty="0"/>
              <a:t>C. </a:t>
            </a:r>
            <a:r>
              <a:rPr lang="zh-CN" altLang="en-US" dirty="0"/>
              <a:t>计算团队速度时应该考虑维护工作的影响</a:t>
            </a:r>
          </a:p>
          <a:p>
            <a:r>
              <a:rPr lang="en-US" altLang="zh-CN" dirty="0"/>
              <a:t>D. </a:t>
            </a:r>
            <a:r>
              <a:rPr lang="zh-CN" altLang="en-US" dirty="0"/>
              <a:t>团队把维护工作交给其他团队</a:t>
            </a:r>
          </a:p>
        </p:txBody>
      </p:sp>
    </p:spTree>
    <p:extLst>
      <p:ext uri="{BB962C8B-B14F-4D97-AF65-F5344CB8AC3E}">
        <p14:creationId xmlns:p14="http://schemas.microsoft.com/office/powerpoint/2010/main" val="231630547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A616B498-8E6D-0F88-F7F1-3D47DED9DEDC}"/>
              </a:ext>
            </a:extLst>
          </p:cNvPr>
          <p:cNvSpPr>
            <a:spLocks noGrp="1"/>
          </p:cNvSpPr>
          <p:nvPr>
            <p:ph type="body" sz="quarter" idx="10"/>
          </p:nvPr>
        </p:nvSpPr>
        <p:spPr>
          <a:xfrm>
            <a:off x="3219345" y="1629000"/>
            <a:ext cx="8640000" cy="3600000"/>
          </a:xfrm>
        </p:spPr>
        <p:txBody>
          <a:bodyPr/>
          <a:lstStyle/>
          <a:p>
            <a:r>
              <a:rPr lang="zh-CN" altLang="en-US" dirty="0"/>
              <a:t>作为公司某项目敏捷团队的开发人员，马上要开始这个项目的第一次迭代，你充满了干劲，但是不知道应该从哪里开始做起。为此，你所在的团队应该准备一份文件，里面应该包含本次迭代需要开发的功能以及特征，请问这个文件是指的？</a:t>
            </a:r>
            <a:endParaRPr lang="en-US" altLang="zh-CN" dirty="0"/>
          </a:p>
          <a:p>
            <a:endParaRPr lang="zh-CN" altLang="en-US" dirty="0"/>
          </a:p>
          <a:p>
            <a:r>
              <a:rPr lang="en-US" altLang="zh-CN" dirty="0"/>
              <a:t>A. </a:t>
            </a:r>
            <a:r>
              <a:rPr lang="zh-CN" altLang="en-US" dirty="0"/>
              <a:t>产品待办事项列表</a:t>
            </a:r>
          </a:p>
          <a:p>
            <a:r>
              <a:rPr lang="en-US" altLang="zh-CN" dirty="0"/>
              <a:t>B. </a:t>
            </a:r>
            <a:r>
              <a:rPr lang="zh-CN" altLang="en-US" dirty="0"/>
              <a:t>迭代待办事项列表</a:t>
            </a:r>
          </a:p>
          <a:p>
            <a:r>
              <a:rPr lang="en-US" altLang="zh-CN" dirty="0"/>
              <a:t>C. </a:t>
            </a:r>
            <a:r>
              <a:rPr lang="zh-CN" altLang="en-US" dirty="0"/>
              <a:t>每日计划</a:t>
            </a:r>
          </a:p>
          <a:p>
            <a:r>
              <a:rPr lang="en-US" altLang="zh-CN" dirty="0"/>
              <a:t>D. </a:t>
            </a:r>
            <a:r>
              <a:rPr lang="zh-CN" altLang="en-US" dirty="0"/>
              <a:t>项目章程</a:t>
            </a:r>
          </a:p>
        </p:txBody>
      </p:sp>
    </p:spTree>
    <p:extLst>
      <p:ext uri="{BB962C8B-B14F-4D97-AF65-F5344CB8AC3E}">
        <p14:creationId xmlns:p14="http://schemas.microsoft.com/office/powerpoint/2010/main" val="347596865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9CEABCBD-2C58-9F6E-74A2-2CB1207A652E}"/>
              </a:ext>
            </a:extLst>
          </p:cNvPr>
          <p:cNvSpPr>
            <a:spLocks noGrp="1"/>
          </p:cNvSpPr>
          <p:nvPr>
            <p:ph type="body" sz="quarter" idx="10"/>
          </p:nvPr>
        </p:nvSpPr>
        <p:spPr/>
        <p:txBody>
          <a:bodyPr/>
          <a:lstStyle/>
          <a:p>
            <a:r>
              <a:rPr lang="zh-CN" altLang="en-US" dirty="0"/>
              <a:t>你是一个汽车行业软件团队的 </a:t>
            </a:r>
            <a:r>
              <a:rPr lang="en-US" altLang="zh-CN" dirty="0"/>
              <a:t>Scrum </a:t>
            </a:r>
            <a:r>
              <a:rPr lang="zh-CN" altLang="en-US" dirty="0"/>
              <a:t>敏捷教练，团队正在为一个防抱死制动系统开发固件。你的团队已经写出了团队完成 </a:t>
            </a:r>
            <a:r>
              <a:rPr lang="en-US" altLang="zh-CN" dirty="0"/>
              <a:t>Sprint </a:t>
            </a:r>
            <a:r>
              <a:rPr lang="zh-CN" altLang="en-US" dirty="0"/>
              <a:t>待办项需要满足的目标。</a:t>
            </a:r>
          </a:p>
          <a:p>
            <a:r>
              <a:rPr lang="zh-CN" altLang="en-US" dirty="0"/>
              <a:t>接下来团队应该做什么？</a:t>
            </a:r>
            <a:endParaRPr lang="en-US" altLang="zh-CN" dirty="0"/>
          </a:p>
          <a:p>
            <a:endParaRPr lang="zh-CN" altLang="en-US" dirty="0"/>
          </a:p>
          <a:p>
            <a:r>
              <a:rPr lang="en-US" altLang="zh-CN" dirty="0"/>
              <a:t>A. </a:t>
            </a:r>
            <a:r>
              <a:rPr lang="zh-CN" altLang="en-US" dirty="0"/>
              <a:t>将 </a:t>
            </a:r>
            <a:r>
              <a:rPr lang="en-US" altLang="zh-CN" dirty="0"/>
              <a:t>Sprint </a:t>
            </a:r>
            <a:r>
              <a:rPr lang="zh-CN" altLang="en-US" dirty="0"/>
              <a:t>待办列表分解为任务</a:t>
            </a:r>
          </a:p>
          <a:p>
            <a:r>
              <a:rPr lang="en-US" altLang="zh-CN" dirty="0"/>
              <a:t>B. </a:t>
            </a:r>
            <a:r>
              <a:rPr lang="zh-CN" altLang="en-US" dirty="0"/>
              <a:t>与用户一起评审可用软件</a:t>
            </a:r>
          </a:p>
          <a:p>
            <a:r>
              <a:rPr lang="en-US" altLang="zh-CN" dirty="0"/>
              <a:t>C. </a:t>
            </a:r>
            <a:r>
              <a:rPr lang="zh-CN" altLang="en-US" dirty="0"/>
              <a:t>与业务客户会面</a:t>
            </a:r>
          </a:p>
          <a:p>
            <a:r>
              <a:rPr lang="en-US" altLang="zh-CN" dirty="0"/>
              <a:t>D. </a:t>
            </a:r>
            <a:r>
              <a:rPr lang="zh-CN" altLang="en-US" dirty="0"/>
              <a:t>确定 </a:t>
            </a:r>
            <a:r>
              <a:rPr lang="en-US" altLang="zh-CN" dirty="0"/>
              <a:t>Sprint </a:t>
            </a:r>
            <a:r>
              <a:rPr lang="zh-CN" altLang="en-US" dirty="0"/>
              <a:t>待办列表中要包含哪些项</a:t>
            </a:r>
          </a:p>
        </p:txBody>
      </p:sp>
    </p:spTree>
    <p:extLst>
      <p:ext uri="{BB962C8B-B14F-4D97-AF65-F5344CB8AC3E}">
        <p14:creationId xmlns:p14="http://schemas.microsoft.com/office/powerpoint/2010/main" val="138229444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FA1FDED7-8481-262A-E366-5DDCF57BAF70}"/>
              </a:ext>
            </a:extLst>
          </p:cNvPr>
          <p:cNvSpPr>
            <a:spLocks noGrp="1"/>
          </p:cNvSpPr>
          <p:nvPr>
            <p:ph type="body" sz="quarter" idx="10"/>
          </p:nvPr>
        </p:nvSpPr>
        <p:spPr/>
        <p:txBody>
          <a:bodyPr/>
          <a:lstStyle/>
          <a:p>
            <a:r>
              <a:rPr lang="zh-CN" altLang="en-US" dirty="0"/>
              <a:t>一个 </a:t>
            </a:r>
            <a:r>
              <a:rPr lang="en-US" altLang="zh-CN" dirty="0"/>
              <a:t>Scrum </a:t>
            </a:r>
            <a:r>
              <a:rPr lang="zh-CN" altLang="en-US" dirty="0"/>
              <a:t>团队的产品负责人发现利益相关者优先级发生变化，他们还没有开始开发的一个可交付产品现在比目前他们正在完成的一个工作项更重要。团队处理这种情况的最佳方法是什么？</a:t>
            </a:r>
            <a:endParaRPr lang="en-US" altLang="zh-CN" dirty="0"/>
          </a:p>
          <a:p>
            <a:endParaRPr lang="zh-CN" altLang="en-US" dirty="0"/>
          </a:p>
          <a:p>
            <a:r>
              <a:rPr lang="en-US" altLang="zh-CN" dirty="0"/>
              <a:t>A. </a:t>
            </a:r>
            <a:r>
              <a:rPr lang="zh-CN" altLang="en-US" dirty="0"/>
              <a:t>完成当前 </a:t>
            </a:r>
            <a:r>
              <a:rPr lang="en-US" altLang="zh-CN" dirty="0"/>
              <a:t>sprint</a:t>
            </a:r>
            <a:r>
              <a:rPr lang="zh-CN" altLang="en-US" dirty="0"/>
              <a:t>，并在下一个 </a:t>
            </a:r>
            <a:r>
              <a:rPr lang="en-US" altLang="zh-CN" dirty="0"/>
              <a:t>sprint </a:t>
            </a:r>
            <a:r>
              <a:rPr lang="zh-CN" altLang="en-US" dirty="0"/>
              <a:t>计划会议上调整计划。</a:t>
            </a:r>
          </a:p>
          <a:p>
            <a:r>
              <a:rPr lang="en-US" altLang="zh-CN" dirty="0"/>
              <a:t>B. </a:t>
            </a:r>
            <a:r>
              <a:rPr lang="zh-CN" altLang="en-US" dirty="0"/>
              <a:t>通过限制在制品减少瓶颈。</a:t>
            </a:r>
          </a:p>
          <a:p>
            <a:r>
              <a:rPr lang="en-US" altLang="zh-CN" dirty="0"/>
              <a:t>C. </a:t>
            </a:r>
            <a:r>
              <a:rPr lang="zh-CN" altLang="en-US" dirty="0"/>
              <a:t>立即取消当前 </a:t>
            </a:r>
            <a:r>
              <a:rPr lang="en-US" altLang="zh-CN" dirty="0"/>
              <a:t>sprint</a:t>
            </a:r>
            <a:r>
              <a:rPr lang="zh-CN" altLang="en-US" dirty="0"/>
              <a:t>，并创建一个新计划来反映这个新的优先级。</a:t>
            </a:r>
          </a:p>
          <a:p>
            <a:r>
              <a:rPr lang="en-US" altLang="zh-CN" dirty="0"/>
              <a:t>D. </a:t>
            </a:r>
            <a:r>
              <a:rPr lang="zh-CN" altLang="en-US" dirty="0"/>
              <a:t>开始重构代码以反映更新后的优先级。</a:t>
            </a:r>
          </a:p>
        </p:txBody>
      </p:sp>
    </p:spTree>
    <p:extLst>
      <p:ext uri="{BB962C8B-B14F-4D97-AF65-F5344CB8AC3E}">
        <p14:creationId xmlns:p14="http://schemas.microsoft.com/office/powerpoint/2010/main" val="92563000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C79F10DF-7B02-29F2-0036-87165FAB7886}"/>
              </a:ext>
            </a:extLst>
          </p:cNvPr>
          <p:cNvSpPr>
            <a:spLocks noGrp="1"/>
          </p:cNvSpPr>
          <p:nvPr>
            <p:ph type="body" sz="quarter" idx="10"/>
          </p:nvPr>
        </p:nvSpPr>
        <p:spPr/>
        <p:txBody>
          <a:bodyPr>
            <a:noAutofit/>
          </a:bodyPr>
          <a:lstStyle/>
          <a:p>
            <a:r>
              <a:rPr lang="en-US" altLang="zh-CN" dirty="0"/>
              <a:t>Sprint </a:t>
            </a:r>
            <a:r>
              <a:rPr lang="zh-CN" altLang="en-US" dirty="0"/>
              <a:t>进行到一半时，产品负责人收到 </a:t>
            </a:r>
            <a:r>
              <a:rPr lang="en-US" altLang="zh-CN" dirty="0"/>
              <a:t>DevOps</a:t>
            </a:r>
            <a:r>
              <a:rPr lang="zh-CN" altLang="en-US" dirty="0"/>
              <a:t>（开发运维）团队的 </a:t>
            </a:r>
            <a:r>
              <a:rPr lang="en-US" altLang="zh-CN" dirty="0"/>
              <a:t>email</a:t>
            </a:r>
            <a:r>
              <a:rPr lang="zh-CN" altLang="en-US" dirty="0"/>
              <a:t>，该 </a:t>
            </a:r>
            <a:r>
              <a:rPr lang="en-US" altLang="zh-CN" dirty="0"/>
              <a:t>DevOps </a:t>
            </a:r>
            <a:r>
              <a:rPr lang="zh-CN" altLang="en-US" dirty="0"/>
              <a:t>团队负责部署这个团队构建的软件。他们提醒说有一个新政策要求安装脚本做一个修改（所有部署中都必须包含这些安装脚本）。部署是召开 </a:t>
            </a:r>
            <a:r>
              <a:rPr lang="en-US" altLang="zh-CN" dirty="0"/>
              <a:t>Sprint </a:t>
            </a:r>
            <a:r>
              <a:rPr lang="zh-CN" altLang="en-US" dirty="0"/>
              <a:t>评审会议的必要条件。</a:t>
            </a:r>
          </a:p>
          <a:p>
            <a:r>
              <a:rPr lang="zh-CN" altLang="en-US" dirty="0"/>
              <a:t>修改这个脚本会让其他工作延迟到这个 </a:t>
            </a:r>
            <a:r>
              <a:rPr lang="en-US" altLang="zh-CN" dirty="0"/>
              <a:t>Sprint </a:t>
            </a:r>
            <a:r>
              <a:rPr lang="zh-CN" altLang="en-US" dirty="0"/>
              <a:t>结束之后。产品负责人接下来应该做什么？</a:t>
            </a:r>
            <a:endParaRPr lang="en-US" altLang="zh-CN" dirty="0"/>
          </a:p>
          <a:p>
            <a:endParaRPr lang="zh-CN" altLang="en-US" dirty="0"/>
          </a:p>
          <a:p>
            <a:r>
              <a:rPr lang="en-US" altLang="zh-CN" dirty="0"/>
              <a:t>A. </a:t>
            </a:r>
            <a:r>
              <a:rPr lang="zh-CN" altLang="en-US" dirty="0"/>
              <a:t>与团队沟通在 </a:t>
            </a:r>
            <a:r>
              <a:rPr lang="en-US" altLang="zh-CN" dirty="0"/>
              <a:t>Sprint </a:t>
            </a:r>
            <a:r>
              <a:rPr lang="zh-CN" altLang="en-US" dirty="0"/>
              <a:t>待办列表中增加这个脚本修改工作，并把最低优先级的工作项移回到产品待办列表。</a:t>
            </a:r>
          </a:p>
          <a:p>
            <a:r>
              <a:rPr lang="en-US" altLang="zh-CN" dirty="0"/>
              <a:t>B. </a:t>
            </a:r>
            <a:r>
              <a:rPr lang="zh-CN" altLang="en-US" dirty="0"/>
              <a:t>将脚本修改工作增加到产品待办列表。</a:t>
            </a:r>
          </a:p>
          <a:p>
            <a:r>
              <a:rPr lang="en-US" altLang="zh-CN" dirty="0"/>
              <a:t>C. </a:t>
            </a:r>
            <a:r>
              <a:rPr lang="zh-CN" altLang="en-US" dirty="0"/>
              <a:t>延长 </a:t>
            </a:r>
            <a:r>
              <a:rPr lang="en-US" altLang="zh-CN" dirty="0"/>
              <a:t>Sprint </a:t>
            </a:r>
            <a:r>
              <a:rPr lang="zh-CN" altLang="en-US" dirty="0"/>
              <a:t>最后期限，以涵盖这个脚本修改工作。</a:t>
            </a:r>
          </a:p>
          <a:p>
            <a:r>
              <a:rPr lang="en-US" altLang="zh-CN" dirty="0"/>
              <a:t>D. </a:t>
            </a:r>
            <a:r>
              <a:rPr lang="zh-CN" altLang="en-US" dirty="0"/>
              <a:t>安排与 </a:t>
            </a:r>
            <a:r>
              <a:rPr lang="en-US" altLang="zh-CN" dirty="0"/>
              <a:t>DevOps </a:t>
            </a:r>
            <a:r>
              <a:rPr lang="zh-CN" altLang="en-US" dirty="0"/>
              <a:t>团队经理的一个面对面会谈。</a:t>
            </a:r>
          </a:p>
        </p:txBody>
      </p:sp>
    </p:spTree>
    <p:extLst>
      <p:ext uri="{BB962C8B-B14F-4D97-AF65-F5344CB8AC3E}">
        <p14:creationId xmlns:p14="http://schemas.microsoft.com/office/powerpoint/2010/main" val="99441272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7976F8C5-7C29-EF61-8E8A-A2734F0B72B2}"/>
              </a:ext>
            </a:extLst>
          </p:cNvPr>
          <p:cNvSpPr>
            <a:spLocks noGrp="1"/>
          </p:cNvSpPr>
          <p:nvPr>
            <p:ph type="body" sz="quarter" idx="10"/>
          </p:nvPr>
        </p:nvSpPr>
        <p:spPr>
          <a:xfrm>
            <a:off x="3219345" y="1629000"/>
            <a:ext cx="8640000" cy="3600000"/>
          </a:xfrm>
        </p:spPr>
        <p:txBody>
          <a:bodyPr/>
          <a:lstStyle/>
          <a:p>
            <a:r>
              <a:rPr lang="zh-CN" altLang="en-US" dirty="0"/>
              <a:t>敏捷团队在进行一次迭代期间，敏捷教练发现正在开发的一项功能已经不需要了。此时敏捷教练最应该做什么？</a:t>
            </a:r>
            <a:endParaRPr lang="en-US" altLang="zh-CN" dirty="0"/>
          </a:p>
          <a:p>
            <a:endParaRPr lang="zh-CN" altLang="en-US" dirty="0"/>
          </a:p>
          <a:p>
            <a:r>
              <a:rPr lang="en-US" altLang="zh-CN" dirty="0"/>
              <a:t>A. </a:t>
            </a:r>
            <a:r>
              <a:rPr lang="zh-CN" altLang="en-US" dirty="0"/>
              <a:t>尽力找出发生这种变化的原因，以便不再做这样的变更</a:t>
            </a:r>
          </a:p>
          <a:p>
            <a:r>
              <a:rPr lang="en-US" altLang="zh-CN" dirty="0"/>
              <a:t>B. </a:t>
            </a:r>
            <a:r>
              <a:rPr lang="zh-CN" altLang="en-US" dirty="0"/>
              <a:t>完成此次迭代工作，并确定下一次迭代待办列表中的优先级</a:t>
            </a:r>
          </a:p>
          <a:p>
            <a:r>
              <a:rPr lang="en-US" altLang="zh-CN" dirty="0"/>
              <a:t>C. </a:t>
            </a:r>
            <a:r>
              <a:rPr lang="zh-CN" altLang="en-US" dirty="0"/>
              <a:t>建议团队重新确定冲刺待办列表的优先级顺序，并让团队尽快开始处理下一个最高优先级的工作</a:t>
            </a:r>
          </a:p>
          <a:p>
            <a:r>
              <a:rPr lang="en-US" altLang="zh-CN" dirty="0"/>
              <a:t>D. A </a:t>
            </a:r>
            <a:r>
              <a:rPr lang="zh-CN" altLang="en-US" dirty="0"/>
              <a:t>和 </a:t>
            </a:r>
            <a:r>
              <a:rPr lang="en-US" altLang="zh-CN" dirty="0"/>
              <a:t>B</a:t>
            </a:r>
            <a:endParaRPr lang="zh-CN" altLang="en-US" dirty="0"/>
          </a:p>
        </p:txBody>
      </p:sp>
    </p:spTree>
    <p:extLst>
      <p:ext uri="{BB962C8B-B14F-4D97-AF65-F5344CB8AC3E}">
        <p14:creationId xmlns:p14="http://schemas.microsoft.com/office/powerpoint/2010/main" val="79338958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04645137-8A4D-6BC8-43A7-98B353FF7075}"/>
              </a:ext>
            </a:extLst>
          </p:cNvPr>
          <p:cNvSpPr>
            <a:spLocks noGrp="1"/>
          </p:cNvSpPr>
          <p:nvPr>
            <p:ph type="body" sz="quarter" idx="10"/>
          </p:nvPr>
        </p:nvSpPr>
        <p:spPr>
          <a:xfrm>
            <a:off x="3219345" y="1629000"/>
            <a:ext cx="8640000" cy="3600000"/>
          </a:xfrm>
        </p:spPr>
        <p:txBody>
          <a:bodyPr/>
          <a:lstStyle/>
          <a:p>
            <a:r>
              <a:rPr lang="zh-CN" altLang="en-US" dirty="0"/>
              <a:t>某公司中标了一个连锁医疗口腔机构公司的电子病历系统建设项目，该系统需要录入快、检索快、存储量大。该系统由公司经验丰富的团队来完成，采用 </a:t>
            </a:r>
            <a:r>
              <a:rPr lang="en-US" altLang="zh-CN" dirty="0"/>
              <a:t>Scrum </a:t>
            </a:r>
            <a:r>
              <a:rPr lang="zh-CN" altLang="en-US" dirty="0"/>
              <a:t>方法，计划</a:t>
            </a:r>
            <a:r>
              <a:rPr lang="en-US" altLang="zh-CN" dirty="0"/>
              <a:t>10</a:t>
            </a:r>
            <a:r>
              <a:rPr lang="zh-CN" altLang="en-US" dirty="0"/>
              <a:t>个迭代完成整个项目。</a:t>
            </a:r>
          </a:p>
          <a:p>
            <a:r>
              <a:rPr lang="zh-CN" altLang="en-US" dirty="0"/>
              <a:t>每个迭代冲刺的产出物应该是什么？</a:t>
            </a:r>
            <a:endParaRPr lang="en-US" altLang="zh-CN" dirty="0"/>
          </a:p>
          <a:p>
            <a:endParaRPr lang="zh-CN" altLang="en-US" dirty="0"/>
          </a:p>
          <a:p>
            <a:r>
              <a:rPr lang="en-US" altLang="zh-CN" dirty="0"/>
              <a:t>A. </a:t>
            </a:r>
            <a:r>
              <a:rPr lang="zh-CN" altLang="en-US" dirty="0"/>
              <a:t>潜在的封装好的一个产品功能增量</a:t>
            </a:r>
            <a:br>
              <a:rPr lang="zh-CN" altLang="en-US" dirty="0"/>
            </a:br>
            <a:r>
              <a:rPr lang="en-US" altLang="zh-CN" dirty="0"/>
              <a:t>B. </a:t>
            </a:r>
            <a:r>
              <a:rPr lang="zh-CN" altLang="en-US" dirty="0"/>
              <a:t>文档化、规范化的产品需求</a:t>
            </a:r>
            <a:br>
              <a:rPr lang="zh-CN" altLang="en-US" dirty="0"/>
            </a:br>
            <a:r>
              <a:rPr lang="en-US" altLang="zh-CN" dirty="0"/>
              <a:t>C. </a:t>
            </a:r>
            <a:r>
              <a:rPr lang="zh-CN" altLang="en-US" dirty="0"/>
              <a:t>可测量和可测试的版本</a:t>
            </a:r>
            <a:br>
              <a:rPr lang="zh-CN" altLang="en-US" dirty="0"/>
            </a:br>
            <a:r>
              <a:rPr lang="en-US" altLang="zh-CN" dirty="0"/>
              <a:t>D. </a:t>
            </a:r>
            <a:r>
              <a:rPr lang="zh-CN" altLang="en-US" dirty="0"/>
              <a:t>具有可测试性的潜在的一个产品功能增量</a:t>
            </a:r>
          </a:p>
          <a:p>
            <a:endParaRPr lang="zh-CN" altLang="en-US" dirty="0"/>
          </a:p>
        </p:txBody>
      </p:sp>
    </p:spTree>
    <p:extLst>
      <p:ext uri="{BB962C8B-B14F-4D97-AF65-F5344CB8AC3E}">
        <p14:creationId xmlns:p14="http://schemas.microsoft.com/office/powerpoint/2010/main" val="90260932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E97AFB7B-F6C2-062B-6401-ACFEA91B1534}"/>
              </a:ext>
            </a:extLst>
          </p:cNvPr>
          <p:cNvSpPr>
            <a:spLocks noGrp="1"/>
          </p:cNvSpPr>
          <p:nvPr>
            <p:ph type="body" sz="quarter" idx="10"/>
          </p:nvPr>
        </p:nvSpPr>
        <p:spPr/>
        <p:txBody>
          <a:bodyPr/>
          <a:lstStyle/>
          <a:p>
            <a:r>
              <a:rPr lang="zh-CN" altLang="en-US" dirty="0"/>
              <a:t>某公司聘请了一位敏捷管理专业人士对公司内的团队进行敏捷培训，其中多次强调了敏捷团队应该注重不断的交付增量。这是因为增量交付可以？</a:t>
            </a:r>
            <a:endParaRPr lang="en-US" altLang="zh-CN" dirty="0"/>
          </a:p>
          <a:p>
            <a:endParaRPr lang="zh-CN" altLang="en-US" dirty="0"/>
          </a:p>
          <a:p>
            <a:r>
              <a:rPr lang="en-US" altLang="zh-CN" dirty="0"/>
              <a:t>A. </a:t>
            </a:r>
            <a:r>
              <a:rPr lang="zh-CN" altLang="en-US" dirty="0"/>
              <a:t>尽早的交付价值，可以更好的应对变化</a:t>
            </a:r>
          </a:p>
          <a:p>
            <a:r>
              <a:rPr lang="en-US" altLang="zh-CN" dirty="0"/>
              <a:t>B. </a:t>
            </a:r>
            <a:r>
              <a:rPr lang="zh-CN" altLang="en-US" dirty="0"/>
              <a:t>捆绑产品特征，让客户感觉到产出，提高满意度</a:t>
            </a:r>
          </a:p>
          <a:p>
            <a:r>
              <a:rPr lang="en-US" altLang="zh-CN" dirty="0"/>
              <a:t>C. </a:t>
            </a:r>
            <a:r>
              <a:rPr lang="zh-CN" altLang="en-US" dirty="0"/>
              <a:t>消除需求变化的可能性</a:t>
            </a:r>
          </a:p>
          <a:p>
            <a:r>
              <a:rPr lang="en-US" altLang="zh-CN" dirty="0"/>
              <a:t>D. </a:t>
            </a:r>
            <a:r>
              <a:rPr lang="zh-CN" altLang="en-US" dirty="0"/>
              <a:t>使团队工作更简便轻松</a:t>
            </a:r>
          </a:p>
        </p:txBody>
      </p:sp>
    </p:spTree>
    <p:extLst>
      <p:ext uri="{BB962C8B-B14F-4D97-AF65-F5344CB8AC3E}">
        <p14:creationId xmlns:p14="http://schemas.microsoft.com/office/powerpoint/2010/main" val="2671533700"/>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71A49-6642-96FF-D3E8-245E268CA1EB}"/>
            </a:ext>
          </a:extLst>
        </p:cNvPr>
        <p:cNvGrpSpPr/>
        <p:nvPr/>
      </p:nvGrpSpPr>
      <p:grpSpPr>
        <a:xfrm>
          <a:off x="0" y="0"/>
          <a:ext cx="0" cy="0"/>
          <a:chOff x="0" y="0"/>
          <a:chExt cx="0" cy="0"/>
        </a:xfrm>
      </p:grpSpPr>
      <p:pic>
        <p:nvPicPr>
          <p:cNvPr id="16" name="图片占位符 15">
            <a:extLst>
              <a:ext uri="{FF2B5EF4-FFF2-40B4-BE49-F238E27FC236}">
                <a16:creationId xmlns:a16="http://schemas.microsoft.com/office/drawing/2014/main" id="{6A778F49-8449-0DBA-2490-A145BA5C2A72}"/>
              </a:ext>
            </a:extLst>
          </p:cNvPr>
          <p:cNvPicPr>
            <a:picLocks noGrp="1" noChangeAspect="1"/>
          </p:cNvPicPr>
          <p:nvPr>
            <p:ph type="pic" sz="quarter" idx="4294967295"/>
          </p:nvPr>
        </p:nvPicPr>
        <p:blipFill>
          <a:blip r:embed="rId2"/>
          <a:srcRect l="17552" r="17552"/>
          <a:stretch/>
        </p:blipFill>
        <p:spPr>
          <a:xfrm>
            <a:off x="0" y="0"/>
            <a:ext cx="7912359" cy="6858000"/>
          </a:xfrm>
        </p:spPr>
      </p:pic>
      <p:sp>
        <p:nvSpPr>
          <p:cNvPr id="2" name="标题 1">
            <a:extLst>
              <a:ext uri="{FF2B5EF4-FFF2-40B4-BE49-F238E27FC236}">
                <a16:creationId xmlns:a16="http://schemas.microsoft.com/office/drawing/2014/main" id="{183CDE23-4F7C-273E-9402-14A5FA8E90A4}"/>
              </a:ext>
            </a:extLst>
          </p:cNvPr>
          <p:cNvSpPr>
            <a:spLocks noGrp="1"/>
          </p:cNvSpPr>
          <p:nvPr>
            <p:ph type="ctrTitle"/>
          </p:nvPr>
        </p:nvSpPr>
        <p:spPr>
          <a:xfrm>
            <a:off x="4077578" y="3498981"/>
            <a:ext cx="7262228" cy="1440000"/>
          </a:xfrm>
        </p:spPr>
        <p:txBody>
          <a:bodyPr/>
          <a:lstStyle/>
          <a:p>
            <a:r>
              <a:rPr lang="zh-CN" altLang="en-US" dirty="0"/>
              <a:t>项目成本</a:t>
            </a:r>
          </a:p>
        </p:txBody>
      </p:sp>
      <p:sp>
        <p:nvSpPr>
          <p:cNvPr id="3" name="副标题 2">
            <a:extLst>
              <a:ext uri="{FF2B5EF4-FFF2-40B4-BE49-F238E27FC236}">
                <a16:creationId xmlns:a16="http://schemas.microsoft.com/office/drawing/2014/main" id="{FFCF073F-5134-EF70-B114-973586DD9916}"/>
              </a:ext>
            </a:extLst>
          </p:cNvPr>
          <p:cNvSpPr>
            <a:spLocks noGrp="1"/>
          </p:cNvSpPr>
          <p:nvPr>
            <p:ph type="subTitle" idx="1"/>
          </p:nvPr>
        </p:nvSpPr>
        <p:spPr>
          <a:xfrm>
            <a:off x="4077578" y="4938981"/>
            <a:ext cx="7262228" cy="900000"/>
          </a:xfrm>
        </p:spPr>
        <p:txBody>
          <a:bodyPr/>
          <a:lstStyle/>
          <a:p>
            <a:r>
              <a:rPr lang="en-US" altLang="zh-CN" dirty="0"/>
              <a:t>Section 4 Project Cost</a:t>
            </a:r>
            <a:endParaRPr lang="zh-CN" altLang="en-US" dirty="0"/>
          </a:p>
        </p:txBody>
      </p:sp>
    </p:spTree>
    <p:extLst>
      <p:ext uri="{BB962C8B-B14F-4D97-AF65-F5344CB8AC3E}">
        <p14:creationId xmlns:p14="http://schemas.microsoft.com/office/powerpoint/2010/main" val="8063145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A6881-2811-0782-50AE-663BA0BCE514}"/>
            </a:ext>
          </a:extLst>
        </p:cNvPr>
        <p:cNvGrpSpPr/>
        <p:nvPr/>
      </p:nvGrpSpPr>
      <p:grpSpPr>
        <a:xfrm>
          <a:off x="0" y="0"/>
          <a:ext cx="0" cy="0"/>
          <a:chOff x="0" y="0"/>
          <a:chExt cx="0" cy="0"/>
        </a:xfrm>
      </p:grpSpPr>
      <p:pic>
        <p:nvPicPr>
          <p:cNvPr id="13" name="图片占位符 12">
            <a:extLst>
              <a:ext uri="{FF2B5EF4-FFF2-40B4-BE49-F238E27FC236}">
                <a16:creationId xmlns:a16="http://schemas.microsoft.com/office/drawing/2014/main" id="{9729AAAD-AD68-4ACD-B920-46B41E03DA6A}"/>
              </a:ext>
            </a:extLst>
          </p:cNvPr>
          <p:cNvPicPr>
            <a:picLocks noGrp="1" noChangeAspect="1"/>
          </p:cNvPicPr>
          <p:nvPr>
            <p:ph type="pic" sz="quarter" idx="4294967295"/>
          </p:nvPr>
        </p:nvPicPr>
        <p:blipFill>
          <a:blip r:embed="rId2"/>
          <a:srcRect l="17552" r="17552"/>
          <a:stretch/>
        </p:blipFill>
        <p:spPr>
          <a:xfrm>
            <a:off x="0" y="0"/>
            <a:ext cx="7912359" cy="6858000"/>
          </a:xfrm>
        </p:spPr>
      </p:pic>
      <p:sp>
        <p:nvSpPr>
          <p:cNvPr id="2" name="标题 1">
            <a:extLst>
              <a:ext uri="{FF2B5EF4-FFF2-40B4-BE49-F238E27FC236}">
                <a16:creationId xmlns:a16="http://schemas.microsoft.com/office/drawing/2014/main" id="{1102E6CD-1066-4DCD-924F-C54CF38A52E1}"/>
              </a:ext>
            </a:extLst>
          </p:cNvPr>
          <p:cNvSpPr>
            <a:spLocks noGrp="1"/>
          </p:cNvSpPr>
          <p:nvPr>
            <p:ph type="ctrTitle"/>
          </p:nvPr>
        </p:nvSpPr>
        <p:spPr>
          <a:xfrm>
            <a:off x="4077578" y="3498981"/>
            <a:ext cx="7262228" cy="1440000"/>
          </a:xfrm>
        </p:spPr>
        <p:txBody>
          <a:bodyPr/>
          <a:lstStyle/>
          <a:p>
            <a:r>
              <a:rPr lang="zh-CN" altLang="en-US" dirty="0"/>
              <a:t>项目进度</a:t>
            </a:r>
          </a:p>
        </p:txBody>
      </p:sp>
      <p:sp>
        <p:nvSpPr>
          <p:cNvPr id="3" name="副标题 2">
            <a:extLst>
              <a:ext uri="{FF2B5EF4-FFF2-40B4-BE49-F238E27FC236}">
                <a16:creationId xmlns:a16="http://schemas.microsoft.com/office/drawing/2014/main" id="{9C76596E-07B7-51B8-4002-5D17DE87F8AB}"/>
              </a:ext>
            </a:extLst>
          </p:cNvPr>
          <p:cNvSpPr>
            <a:spLocks noGrp="1"/>
          </p:cNvSpPr>
          <p:nvPr>
            <p:ph type="subTitle" idx="1"/>
          </p:nvPr>
        </p:nvSpPr>
        <p:spPr>
          <a:xfrm>
            <a:off x="4077578" y="4938981"/>
            <a:ext cx="7262228" cy="900000"/>
          </a:xfrm>
        </p:spPr>
        <p:txBody>
          <a:bodyPr/>
          <a:lstStyle/>
          <a:p>
            <a:r>
              <a:rPr lang="en-US" altLang="zh-CN" dirty="0"/>
              <a:t>Section 5 Project Progress</a:t>
            </a:r>
            <a:endParaRPr lang="zh-CN" altLang="en-US" dirty="0"/>
          </a:p>
        </p:txBody>
      </p:sp>
    </p:spTree>
    <p:extLst>
      <p:ext uri="{BB962C8B-B14F-4D97-AF65-F5344CB8AC3E}">
        <p14:creationId xmlns:p14="http://schemas.microsoft.com/office/powerpoint/2010/main" val="25724519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77B0E4-579B-F75D-861A-21748DD19FA0}"/>
              </a:ext>
            </a:extLst>
          </p:cNvPr>
          <p:cNvSpPr>
            <a:spLocks noGrp="1"/>
          </p:cNvSpPr>
          <p:nvPr>
            <p:ph type="title"/>
          </p:nvPr>
        </p:nvSpPr>
        <p:spPr/>
        <p:txBody>
          <a:bodyPr/>
          <a:lstStyle/>
          <a:p>
            <a:r>
              <a:rPr lang="en-US" altLang="zh-CN" dirty="0"/>
              <a:t>7</a:t>
            </a:r>
            <a:r>
              <a:rPr lang="zh-CN" altLang="en-US" dirty="0"/>
              <a:t>个过程</a:t>
            </a:r>
          </a:p>
        </p:txBody>
      </p:sp>
      <p:sp>
        <p:nvSpPr>
          <p:cNvPr id="3" name="内容占位符 2">
            <a:extLst>
              <a:ext uri="{FF2B5EF4-FFF2-40B4-BE49-F238E27FC236}">
                <a16:creationId xmlns:a16="http://schemas.microsoft.com/office/drawing/2014/main" id="{19067E78-3F4E-4031-7E5D-EBB59106939D}"/>
              </a:ext>
            </a:extLst>
          </p:cNvPr>
          <p:cNvSpPr>
            <a:spLocks noGrp="1"/>
          </p:cNvSpPr>
          <p:nvPr>
            <p:ph idx="1"/>
          </p:nvPr>
        </p:nvSpPr>
        <p:spPr/>
        <p:txBody>
          <a:bodyPr/>
          <a:lstStyle/>
          <a:p>
            <a:r>
              <a:rPr lang="zh-CN" altLang="en-US" dirty="0"/>
              <a:t>规划进度</a:t>
            </a:r>
            <a:endParaRPr lang="en-US" altLang="zh-CN" dirty="0"/>
          </a:p>
          <a:p>
            <a:r>
              <a:rPr lang="zh-CN" altLang="en-US" dirty="0"/>
              <a:t>定义活动</a:t>
            </a:r>
            <a:endParaRPr lang="en-US" altLang="zh-CN" dirty="0"/>
          </a:p>
          <a:p>
            <a:r>
              <a:rPr lang="zh-CN" altLang="en-US" dirty="0"/>
              <a:t>排列活动顺序</a:t>
            </a:r>
            <a:endParaRPr lang="en-US" altLang="zh-CN" dirty="0"/>
          </a:p>
          <a:p>
            <a:r>
              <a:rPr lang="zh-CN" altLang="en-US" dirty="0"/>
              <a:t>估算活动资源</a:t>
            </a:r>
            <a:endParaRPr lang="en-US" altLang="zh-CN" dirty="0"/>
          </a:p>
          <a:p>
            <a:r>
              <a:rPr lang="zh-CN" altLang="en-US" dirty="0"/>
              <a:t>估算活动持续时间</a:t>
            </a:r>
            <a:endParaRPr lang="en-US" altLang="zh-CN" dirty="0"/>
          </a:p>
          <a:p>
            <a:r>
              <a:rPr lang="zh-CN" altLang="en-US" dirty="0"/>
              <a:t>制定进度计划</a:t>
            </a:r>
            <a:endParaRPr lang="en-US" altLang="zh-CN" dirty="0"/>
          </a:p>
          <a:p>
            <a:r>
              <a:rPr lang="zh-CN" altLang="en-US" dirty="0"/>
              <a:t>控制进度过程</a:t>
            </a:r>
          </a:p>
        </p:txBody>
      </p:sp>
      <p:sp>
        <p:nvSpPr>
          <p:cNvPr id="4" name="文本占位符 3">
            <a:extLst>
              <a:ext uri="{FF2B5EF4-FFF2-40B4-BE49-F238E27FC236}">
                <a16:creationId xmlns:a16="http://schemas.microsoft.com/office/drawing/2014/main" id="{B37B95F2-FB0A-C110-6D1D-2ED3DEEB469C}"/>
              </a:ext>
            </a:extLst>
          </p:cNvPr>
          <p:cNvSpPr>
            <a:spLocks noGrp="1"/>
          </p:cNvSpPr>
          <p:nvPr>
            <p:ph type="body" sz="quarter" idx="10"/>
          </p:nvPr>
        </p:nvSpPr>
        <p:spPr/>
        <p:txBody>
          <a:bodyPr/>
          <a:lstStyle/>
          <a:p>
            <a:r>
              <a:rPr lang="en-US" altLang="zh-CN" dirty="0"/>
              <a:t>Project Progress</a:t>
            </a:r>
            <a:endParaRPr lang="zh-CN" altLang="en-US" dirty="0"/>
          </a:p>
        </p:txBody>
      </p:sp>
    </p:spTree>
    <p:extLst>
      <p:ext uri="{BB962C8B-B14F-4D97-AF65-F5344CB8AC3E}">
        <p14:creationId xmlns:p14="http://schemas.microsoft.com/office/powerpoint/2010/main" val="254675968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BE9381C-02BB-9DC2-CFF0-4964B8E9A09A}"/>
              </a:ext>
            </a:extLst>
          </p:cNvPr>
          <p:cNvSpPr>
            <a:spLocks noGrp="1"/>
          </p:cNvSpPr>
          <p:nvPr>
            <p:ph type="title"/>
          </p:nvPr>
        </p:nvSpPr>
        <p:spPr>
          <a:xfrm>
            <a:off x="695998" y="360000"/>
            <a:ext cx="7200000" cy="424732"/>
          </a:xfrm>
        </p:spPr>
        <p:txBody>
          <a:bodyPr/>
          <a:lstStyle/>
          <a:p>
            <a:r>
              <a:rPr lang="zh-CN" altLang="en-US" dirty="0"/>
              <a:t>规划进度</a:t>
            </a:r>
          </a:p>
        </p:txBody>
      </p:sp>
      <p:sp>
        <p:nvSpPr>
          <p:cNvPr id="3" name="内容占位符 2">
            <a:extLst>
              <a:ext uri="{FF2B5EF4-FFF2-40B4-BE49-F238E27FC236}">
                <a16:creationId xmlns:a16="http://schemas.microsoft.com/office/drawing/2014/main" id="{39C5046C-40DB-4D12-BEA1-4F809A23504F}"/>
              </a:ext>
            </a:extLst>
          </p:cNvPr>
          <p:cNvSpPr>
            <a:spLocks noGrp="1"/>
          </p:cNvSpPr>
          <p:nvPr>
            <p:ph idx="1"/>
          </p:nvPr>
        </p:nvSpPr>
        <p:spPr/>
        <p:txBody>
          <a:bodyPr/>
          <a:lstStyle/>
          <a:p>
            <a:r>
              <a:rPr lang="zh-CN" altLang="en-US" dirty="0"/>
              <a:t>要求</a:t>
            </a:r>
            <a:endParaRPr lang="en-US" altLang="zh-CN" dirty="0"/>
          </a:p>
          <a:p>
            <a:pPr lvl="1"/>
            <a:r>
              <a:rPr lang="zh-CN" altLang="en-US" dirty="0"/>
              <a:t>正式或非正式</a:t>
            </a:r>
            <a:endParaRPr lang="en-US" altLang="zh-CN" dirty="0"/>
          </a:p>
          <a:p>
            <a:pPr lvl="1"/>
            <a:r>
              <a:rPr lang="zh-CN" altLang="en-US" dirty="0"/>
              <a:t>详细或概括</a:t>
            </a:r>
            <a:endParaRPr lang="en-US" altLang="zh-CN" dirty="0"/>
          </a:p>
          <a:p>
            <a:r>
              <a:rPr lang="zh-CN" altLang="en-US" dirty="0"/>
              <a:t>产出</a:t>
            </a:r>
            <a:endParaRPr lang="en-US" altLang="zh-CN" dirty="0"/>
          </a:p>
          <a:p>
            <a:pPr lvl="1"/>
            <a:r>
              <a:rPr lang="zh-CN" altLang="en-US" dirty="0"/>
              <a:t>项目进度管理计划</a:t>
            </a:r>
          </a:p>
        </p:txBody>
      </p:sp>
      <p:sp>
        <p:nvSpPr>
          <p:cNvPr id="4" name="文本占位符 3">
            <a:extLst>
              <a:ext uri="{FF2B5EF4-FFF2-40B4-BE49-F238E27FC236}">
                <a16:creationId xmlns:a16="http://schemas.microsoft.com/office/drawing/2014/main" id="{2FAC99A9-8C8C-1E4E-9FE3-F3E2E966C61F}"/>
              </a:ext>
            </a:extLst>
          </p:cNvPr>
          <p:cNvSpPr>
            <a:spLocks noGrp="1"/>
          </p:cNvSpPr>
          <p:nvPr>
            <p:ph type="body" sz="quarter" idx="10"/>
          </p:nvPr>
        </p:nvSpPr>
        <p:spPr/>
        <p:txBody>
          <a:bodyPr/>
          <a:lstStyle/>
          <a:p>
            <a:r>
              <a:rPr lang="en-US" altLang="zh-CN" dirty="0"/>
              <a:t>Project Progress</a:t>
            </a:r>
            <a:endParaRPr lang="zh-CN" altLang="en-US" dirty="0"/>
          </a:p>
        </p:txBody>
      </p:sp>
    </p:spTree>
    <p:extLst>
      <p:ext uri="{BB962C8B-B14F-4D97-AF65-F5344CB8AC3E}">
        <p14:creationId xmlns:p14="http://schemas.microsoft.com/office/powerpoint/2010/main" val="110000954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95F25D-6BA6-0F08-C74A-F9376735DAB6}"/>
              </a:ext>
            </a:extLst>
          </p:cNvPr>
          <p:cNvSpPr>
            <a:spLocks noGrp="1"/>
          </p:cNvSpPr>
          <p:nvPr>
            <p:ph type="title"/>
          </p:nvPr>
        </p:nvSpPr>
        <p:spPr/>
        <p:txBody>
          <a:bodyPr/>
          <a:lstStyle/>
          <a:p>
            <a:r>
              <a:rPr lang="zh-CN" altLang="en-US" dirty="0"/>
              <a:t>活动 </a:t>
            </a:r>
            <a:r>
              <a:rPr lang="en-US" altLang="zh-CN" dirty="0"/>
              <a:t>Activity</a:t>
            </a:r>
            <a:endParaRPr lang="zh-CN" altLang="en-US" dirty="0"/>
          </a:p>
        </p:txBody>
      </p:sp>
      <p:sp>
        <p:nvSpPr>
          <p:cNvPr id="3" name="内容占位符 2">
            <a:extLst>
              <a:ext uri="{FF2B5EF4-FFF2-40B4-BE49-F238E27FC236}">
                <a16:creationId xmlns:a16="http://schemas.microsoft.com/office/drawing/2014/main" id="{34BB9AD9-FADA-BC8E-F7C8-9202F3BB4207}"/>
              </a:ext>
            </a:extLst>
          </p:cNvPr>
          <p:cNvSpPr>
            <a:spLocks noGrp="1"/>
          </p:cNvSpPr>
          <p:nvPr>
            <p:ph idx="1"/>
          </p:nvPr>
        </p:nvSpPr>
        <p:spPr/>
        <p:txBody>
          <a:bodyPr/>
          <a:lstStyle/>
          <a:p>
            <a:r>
              <a:rPr lang="zh-CN" altLang="en-US" dirty="0"/>
              <a:t>完成工作包所进行的工作</a:t>
            </a:r>
            <a:endParaRPr lang="en-US" altLang="zh-CN" dirty="0"/>
          </a:p>
          <a:p>
            <a:r>
              <a:rPr lang="zh-CN" altLang="en-US" dirty="0"/>
              <a:t>与工作包</a:t>
            </a:r>
            <a:endParaRPr lang="en-US" altLang="zh-CN" dirty="0"/>
          </a:p>
          <a:p>
            <a:pPr lvl="1"/>
            <a:r>
              <a:rPr lang="en-US" altLang="zh-CN" dirty="0"/>
              <a:t>1</a:t>
            </a:r>
            <a:r>
              <a:rPr lang="zh-CN" altLang="en-US" dirty="0"/>
              <a:t> </a:t>
            </a:r>
            <a:r>
              <a:rPr lang="en-US" altLang="zh-CN" dirty="0"/>
              <a:t>vs 1</a:t>
            </a:r>
          </a:p>
          <a:p>
            <a:pPr lvl="1"/>
            <a:r>
              <a:rPr lang="en-US" altLang="zh-CN" dirty="0"/>
              <a:t>M vs 1</a:t>
            </a:r>
          </a:p>
          <a:p>
            <a:r>
              <a:rPr lang="zh-CN" altLang="en-US" dirty="0"/>
              <a:t>排列活动的工具</a:t>
            </a:r>
            <a:endParaRPr lang="en-US" altLang="zh-CN" dirty="0"/>
          </a:p>
          <a:p>
            <a:pPr lvl="1"/>
            <a:r>
              <a:rPr lang="zh-CN" altLang="en-US" dirty="0"/>
              <a:t>前导图 </a:t>
            </a:r>
            <a:r>
              <a:rPr lang="en-US" altLang="zh-CN" dirty="0"/>
              <a:t>PDM</a:t>
            </a:r>
            <a:r>
              <a:rPr lang="zh-CN" altLang="en-US" dirty="0"/>
              <a:t>，</a:t>
            </a:r>
            <a:r>
              <a:rPr lang="en-US" altLang="zh-CN" dirty="0"/>
              <a:t>Precedence Diagramming Method</a:t>
            </a:r>
            <a:r>
              <a:rPr lang="zh-CN" altLang="en-US" dirty="0"/>
              <a:t>，也叫单代号网络图</a:t>
            </a:r>
            <a:endParaRPr lang="en-US" altLang="zh-CN" dirty="0"/>
          </a:p>
          <a:p>
            <a:pPr lvl="1"/>
            <a:r>
              <a:rPr lang="zh-CN" altLang="en-US" dirty="0"/>
              <a:t>箭线图 </a:t>
            </a:r>
            <a:r>
              <a:rPr lang="en-US" altLang="zh-CN" dirty="0"/>
              <a:t>ADM</a:t>
            </a:r>
            <a:r>
              <a:rPr lang="zh-CN" altLang="en-US" dirty="0"/>
              <a:t>，</a:t>
            </a:r>
            <a:r>
              <a:rPr lang="en-US" altLang="zh-CN" dirty="0"/>
              <a:t>Arrow Diagramming Method,</a:t>
            </a:r>
            <a:r>
              <a:rPr lang="zh-CN" altLang="en-US" dirty="0"/>
              <a:t>，也叫双代号网络图</a:t>
            </a:r>
          </a:p>
        </p:txBody>
      </p:sp>
      <p:sp>
        <p:nvSpPr>
          <p:cNvPr id="4" name="文本占位符 3">
            <a:extLst>
              <a:ext uri="{FF2B5EF4-FFF2-40B4-BE49-F238E27FC236}">
                <a16:creationId xmlns:a16="http://schemas.microsoft.com/office/drawing/2014/main" id="{FED7A523-834E-7A5E-C065-8EDF02923BBD}"/>
              </a:ext>
            </a:extLst>
          </p:cNvPr>
          <p:cNvSpPr>
            <a:spLocks noGrp="1"/>
          </p:cNvSpPr>
          <p:nvPr>
            <p:ph type="body" sz="quarter" idx="10"/>
          </p:nvPr>
        </p:nvSpPr>
        <p:spPr/>
        <p:txBody>
          <a:bodyPr/>
          <a:lstStyle/>
          <a:p>
            <a:r>
              <a:rPr lang="en-US" altLang="zh-CN" dirty="0"/>
              <a:t>Project Progress</a:t>
            </a:r>
            <a:endParaRPr lang="zh-CN" altLang="en-US" dirty="0"/>
          </a:p>
        </p:txBody>
      </p:sp>
    </p:spTree>
    <p:extLst>
      <p:ext uri="{BB962C8B-B14F-4D97-AF65-F5344CB8AC3E}">
        <p14:creationId xmlns:p14="http://schemas.microsoft.com/office/powerpoint/2010/main" val="149899567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3513A9-E854-50FB-366E-7E3156E4DD0B}"/>
              </a:ext>
            </a:extLst>
          </p:cNvPr>
          <p:cNvSpPr>
            <a:spLocks noGrp="1"/>
          </p:cNvSpPr>
          <p:nvPr>
            <p:ph type="title"/>
          </p:nvPr>
        </p:nvSpPr>
        <p:spPr>
          <a:xfrm>
            <a:off x="696000" y="360000"/>
            <a:ext cx="10800000" cy="424732"/>
          </a:xfrm>
        </p:spPr>
        <p:txBody>
          <a:bodyPr/>
          <a:lstStyle/>
          <a:p>
            <a:r>
              <a:rPr lang="zh-CN" altLang="en-US"/>
              <a:t>前导图 </a:t>
            </a:r>
            <a:r>
              <a:rPr lang="en-US" altLang="zh-CN"/>
              <a:t>PDM</a:t>
            </a:r>
            <a:endParaRPr lang="zh-CN" altLang="en-US" dirty="0"/>
          </a:p>
        </p:txBody>
      </p:sp>
      <p:sp>
        <p:nvSpPr>
          <p:cNvPr id="3" name="内容占位符 2">
            <a:extLst>
              <a:ext uri="{FF2B5EF4-FFF2-40B4-BE49-F238E27FC236}">
                <a16:creationId xmlns:a16="http://schemas.microsoft.com/office/drawing/2014/main" id="{9802770C-72B0-D754-C121-5F5B33672F8A}"/>
              </a:ext>
            </a:extLst>
          </p:cNvPr>
          <p:cNvSpPr>
            <a:spLocks noGrp="1"/>
          </p:cNvSpPr>
          <p:nvPr>
            <p:ph sz="quarter" idx="10"/>
          </p:nvPr>
        </p:nvSpPr>
        <p:spPr>
          <a:xfrm>
            <a:off x="695325" y="1079999"/>
            <a:ext cx="5040000" cy="5112000"/>
          </a:xfrm>
        </p:spPr>
        <p:txBody>
          <a:bodyPr>
            <a:normAutofit/>
          </a:bodyPr>
          <a:lstStyle/>
          <a:p>
            <a:r>
              <a:rPr lang="zh-CN" altLang="en-US" dirty="0"/>
              <a:t>活动：方块表示</a:t>
            </a:r>
            <a:endParaRPr lang="en-US" altLang="zh-CN" dirty="0"/>
          </a:p>
          <a:p>
            <a:r>
              <a:rPr lang="zh-CN" altLang="en-US" dirty="0"/>
              <a:t>紧前活动</a:t>
            </a:r>
            <a:endParaRPr lang="en-US" altLang="zh-CN" dirty="0"/>
          </a:p>
          <a:p>
            <a:pPr lvl="1"/>
            <a:r>
              <a:rPr lang="en-US" altLang="zh-CN" dirty="0"/>
              <a:t>H</a:t>
            </a:r>
            <a:r>
              <a:rPr lang="zh-CN" altLang="en-US" dirty="0"/>
              <a:t>是</a:t>
            </a:r>
            <a:r>
              <a:rPr lang="en-US" altLang="zh-CN" dirty="0"/>
              <a:t>I</a:t>
            </a:r>
            <a:r>
              <a:rPr lang="zh-CN" altLang="en-US" dirty="0"/>
              <a:t>的紧前活动</a:t>
            </a:r>
            <a:endParaRPr lang="en-US" altLang="zh-CN" dirty="0"/>
          </a:p>
          <a:p>
            <a:r>
              <a:rPr lang="zh-CN" altLang="en-US" dirty="0"/>
              <a:t>紧后活动</a:t>
            </a:r>
            <a:endParaRPr lang="en-US" altLang="zh-CN" dirty="0"/>
          </a:p>
          <a:p>
            <a:pPr lvl="1"/>
            <a:r>
              <a:rPr lang="en-US" altLang="zh-CN" dirty="0"/>
              <a:t>I</a:t>
            </a:r>
            <a:r>
              <a:rPr lang="zh-CN" altLang="en-US" dirty="0"/>
              <a:t>是</a:t>
            </a:r>
            <a:r>
              <a:rPr lang="en-US" altLang="zh-CN" dirty="0"/>
              <a:t>H</a:t>
            </a:r>
            <a:r>
              <a:rPr lang="zh-CN" altLang="en-US" dirty="0"/>
              <a:t>的紧后活动</a:t>
            </a:r>
            <a:endParaRPr lang="en-US" altLang="zh-CN" dirty="0"/>
          </a:p>
          <a:p>
            <a:endParaRPr lang="en-US" altLang="zh-CN" dirty="0"/>
          </a:p>
          <a:p>
            <a:endParaRPr lang="en-US" altLang="zh-CN" dirty="0"/>
          </a:p>
        </p:txBody>
      </p:sp>
      <p:sp>
        <p:nvSpPr>
          <p:cNvPr id="4" name="文本占位符 3">
            <a:extLst>
              <a:ext uri="{FF2B5EF4-FFF2-40B4-BE49-F238E27FC236}">
                <a16:creationId xmlns:a16="http://schemas.microsoft.com/office/drawing/2014/main" id="{557053F1-A402-4B7F-D341-6B237C412C05}"/>
              </a:ext>
            </a:extLst>
          </p:cNvPr>
          <p:cNvSpPr>
            <a:spLocks noGrp="1"/>
          </p:cNvSpPr>
          <p:nvPr>
            <p:ph sz="quarter" idx="11"/>
          </p:nvPr>
        </p:nvSpPr>
        <p:spPr>
          <a:xfrm>
            <a:off x="6095325" y="1079998"/>
            <a:ext cx="5400675" cy="5040000"/>
          </a:xfrm>
        </p:spPr>
        <p:txBody>
          <a:bodyPr/>
          <a:lstStyle/>
          <a:p>
            <a:r>
              <a:rPr lang="zh-CN" altLang="en-US" dirty="0"/>
              <a:t>结束 </a:t>
            </a:r>
            <a:r>
              <a:rPr lang="en-US" altLang="zh-CN" dirty="0"/>
              <a:t>Finish </a:t>
            </a:r>
            <a:r>
              <a:rPr lang="zh-CN" altLang="en-US" dirty="0"/>
              <a:t>→ 开始 </a:t>
            </a:r>
            <a:r>
              <a:rPr lang="en-US" altLang="zh-CN" dirty="0"/>
              <a:t>Start</a:t>
            </a:r>
            <a:endParaRPr lang="zh-CN" altLang="en-US" dirty="0"/>
          </a:p>
          <a:p>
            <a:pPr lvl="1"/>
            <a:r>
              <a:rPr lang="en-US" altLang="zh-CN" dirty="0"/>
              <a:t>FS</a:t>
            </a:r>
            <a:r>
              <a:rPr lang="zh-CN" altLang="en-US" dirty="0"/>
              <a:t>：</a:t>
            </a:r>
            <a:r>
              <a:rPr lang="en-US" altLang="zh-CN" dirty="0"/>
              <a:t>H</a:t>
            </a:r>
            <a:r>
              <a:rPr lang="zh-CN" altLang="en-US" dirty="0"/>
              <a:t>结束了，</a:t>
            </a:r>
            <a:r>
              <a:rPr lang="en-US" altLang="zh-CN" dirty="0"/>
              <a:t>I</a:t>
            </a:r>
            <a:r>
              <a:rPr lang="zh-CN" altLang="en-US" dirty="0"/>
              <a:t>才可以开始</a:t>
            </a:r>
            <a:endParaRPr lang="en-US" altLang="zh-CN" dirty="0"/>
          </a:p>
          <a:p>
            <a:r>
              <a:rPr lang="zh-CN" altLang="en-US" dirty="0"/>
              <a:t>开始 </a:t>
            </a:r>
            <a:r>
              <a:rPr lang="en-US" altLang="zh-CN" dirty="0"/>
              <a:t>Start</a:t>
            </a:r>
            <a:r>
              <a:rPr lang="zh-CN" altLang="en-US" dirty="0"/>
              <a:t> → 开始 </a:t>
            </a:r>
            <a:r>
              <a:rPr lang="en-US" altLang="zh-CN" dirty="0"/>
              <a:t>Start</a:t>
            </a:r>
          </a:p>
          <a:p>
            <a:pPr lvl="1"/>
            <a:r>
              <a:rPr lang="en-US" altLang="zh-CN" dirty="0"/>
              <a:t>SS</a:t>
            </a:r>
            <a:r>
              <a:rPr lang="zh-CN" altLang="en-US" dirty="0"/>
              <a:t>：</a:t>
            </a:r>
            <a:r>
              <a:rPr lang="en-US" altLang="zh-CN" dirty="0"/>
              <a:t>A</a:t>
            </a:r>
            <a:r>
              <a:rPr lang="zh-CN" altLang="en-US" dirty="0"/>
              <a:t>开始，</a:t>
            </a:r>
            <a:r>
              <a:rPr lang="en-US" altLang="zh-CN" dirty="0"/>
              <a:t>C</a:t>
            </a:r>
            <a:r>
              <a:rPr lang="zh-CN" altLang="en-US" dirty="0"/>
              <a:t>也开始</a:t>
            </a:r>
            <a:endParaRPr lang="en-US" altLang="zh-CN" dirty="0"/>
          </a:p>
          <a:p>
            <a:r>
              <a:rPr lang="zh-CN" altLang="en-US" dirty="0"/>
              <a:t>开始 </a:t>
            </a:r>
            <a:r>
              <a:rPr lang="en-US" altLang="zh-CN" dirty="0"/>
              <a:t>Start</a:t>
            </a:r>
            <a:r>
              <a:rPr lang="zh-CN" altLang="en-US" dirty="0"/>
              <a:t> → 结束 </a:t>
            </a:r>
            <a:r>
              <a:rPr lang="en-US" altLang="zh-CN" dirty="0"/>
              <a:t>Finish</a:t>
            </a:r>
          </a:p>
          <a:p>
            <a:r>
              <a:rPr lang="zh-CN" altLang="en-US" dirty="0"/>
              <a:t>结束 </a:t>
            </a:r>
            <a:r>
              <a:rPr lang="en-US" altLang="zh-CN" dirty="0"/>
              <a:t>Finish</a:t>
            </a:r>
            <a:r>
              <a:rPr lang="zh-CN" altLang="en-US" dirty="0"/>
              <a:t> → 结束 </a:t>
            </a:r>
            <a:r>
              <a:rPr lang="en-US" altLang="zh-CN" dirty="0"/>
              <a:t>Finish</a:t>
            </a:r>
            <a:endParaRPr lang="zh-CN" altLang="en-US" dirty="0"/>
          </a:p>
        </p:txBody>
      </p:sp>
      <p:sp>
        <p:nvSpPr>
          <p:cNvPr id="79" name="矩形 78">
            <a:extLst>
              <a:ext uri="{FF2B5EF4-FFF2-40B4-BE49-F238E27FC236}">
                <a16:creationId xmlns:a16="http://schemas.microsoft.com/office/drawing/2014/main" id="{EFD602AE-0446-000D-C79E-58FD6D7D56FC}"/>
              </a:ext>
            </a:extLst>
          </p:cNvPr>
          <p:cNvSpPr/>
          <p:nvPr/>
        </p:nvSpPr>
        <p:spPr>
          <a:xfrm>
            <a:off x="4521699" y="3943350"/>
            <a:ext cx="720000" cy="360000"/>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a:t>
            </a:r>
            <a:endParaRPr lang="zh-CN" altLang="en-US" sz="1600" dirty="0">
              <a:solidFill>
                <a:schemeClr val="tx1"/>
              </a:solidFill>
            </a:endParaRPr>
          </a:p>
        </p:txBody>
      </p:sp>
      <p:sp>
        <p:nvSpPr>
          <p:cNvPr id="80" name="矩形 79">
            <a:extLst>
              <a:ext uri="{FF2B5EF4-FFF2-40B4-BE49-F238E27FC236}">
                <a16:creationId xmlns:a16="http://schemas.microsoft.com/office/drawing/2014/main" id="{2DD8BA39-B41C-8682-7EA5-3BD21D42E0AA}"/>
              </a:ext>
            </a:extLst>
          </p:cNvPr>
          <p:cNvSpPr/>
          <p:nvPr/>
        </p:nvSpPr>
        <p:spPr>
          <a:xfrm>
            <a:off x="5569449" y="3429000"/>
            <a:ext cx="720000" cy="360000"/>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B</a:t>
            </a:r>
            <a:endParaRPr lang="zh-CN" altLang="en-US" sz="1600" dirty="0">
              <a:solidFill>
                <a:schemeClr val="tx1"/>
              </a:solidFill>
            </a:endParaRPr>
          </a:p>
        </p:txBody>
      </p:sp>
      <p:sp>
        <p:nvSpPr>
          <p:cNvPr id="81" name="矩形 80">
            <a:extLst>
              <a:ext uri="{FF2B5EF4-FFF2-40B4-BE49-F238E27FC236}">
                <a16:creationId xmlns:a16="http://schemas.microsoft.com/office/drawing/2014/main" id="{0AD51D9A-3009-F435-84A5-26A0B0077B98}"/>
              </a:ext>
            </a:extLst>
          </p:cNvPr>
          <p:cNvSpPr/>
          <p:nvPr/>
        </p:nvSpPr>
        <p:spPr>
          <a:xfrm>
            <a:off x="6485578" y="4631093"/>
            <a:ext cx="720000" cy="360000"/>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D</a:t>
            </a:r>
            <a:endParaRPr lang="zh-CN" altLang="en-US" sz="1600" dirty="0">
              <a:solidFill>
                <a:schemeClr val="tx1"/>
              </a:solidFill>
            </a:endParaRPr>
          </a:p>
        </p:txBody>
      </p:sp>
      <p:sp>
        <p:nvSpPr>
          <p:cNvPr id="82" name="矩形 81">
            <a:extLst>
              <a:ext uri="{FF2B5EF4-FFF2-40B4-BE49-F238E27FC236}">
                <a16:creationId xmlns:a16="http://schemas.microsoft.com/office/drawing/2014/main" id="{C9C66303-EA0E-CFB5-6198-2AF563509FFF}"/>
              </a:ext>
            </a:extLst>
          </p:cNvPr>
          <p:cNvSpPr/>
          <p:nvPr/>
        </p:nvSpPr>
        <p:spPr>
          <a:xfrm>
            <a:off x="4521699" y="5214076"/>
            <a:ext cx="720000" cy="360000"/>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C</a:t>
            </a:r>
            <a:endParaRPr lang="zh-CN" altLang="en-US" sz="1600" dirty="0">
              <a:solidFill>
                <a:schemeClr val="tx1"/>
              </a:solidFill>
            </a:endParaRPr>
          </a:p>
        </p:txBody>
      </p:sp>
      <p:sp>
        <p:nvSpPr>
          <p:cNvPr id="83" name="矩形 82">
            <a:extLst>
              <a:ext uri="{FF2B5EF4-FFF2-40B4-BE49-F238E27FC236}">
                <a16:creationId xmlns:a16="http://schemas.microsoft.com/office/drawing/2014/main" id="{9EDC1B50-1D75-3B8B-CA52-6548664EC57F}"/>
              </a:ext>
            </a:extLst>
          </p:cNvPr>
          <p:cNvSpPr/>
          <p:nvPr/>
        </p:nvSpPr>
        <p:spPr>
          <a:xfrm>
            <a:off x="8172472" y="4335825"/>
            <a:ext cx="720000" cy="360000"/>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结束</a:t>
            </a:r>
          </a:p>
        </p:txBody>
      </p:sp>
      <p:sp>
        <p:nvSpPr>
          <p:cNvPr id="84" name="矩形 83">
            <a:extLst>
              <a:ext uri="{FF2B5EF4-FFF2-40B4-BE49-F238E27FC236}">
                <a16:creationId xmlns:a16="http://schemas.microsoft.com/office/drawing/2014/main" id="{A9EC7422-20EA-ED3E-6171-B458F5411CA0}"/>
              </a:ext>
            </a:extLst>
          </p:cNvPr>
          <p:cNvSpPr/>
          <p:nvPr/>
        </p:nvSpPr>
        <p:spPr>
          <a:xfrm>
            <a:off x="3371872" y="4515825"/>
            <a:ext cx="720000" cy="360000"/>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开始</a:t>
            </a:r>
          </a:p>
        </p:txBody>
      </p:sp>
      <p:cxnSp>
        <p:nvCxnSpPr>
          <p:cNvPr id="85" name="连接符: 肘形 84">
            <a:extLst>
              <a:ext uri="{FF2B5EF4-FFF2-40B4-BE49-F238E27FC236}">
                <a16:creationId xmlns:a16="http://schemas.microsoft.com/office/drawing/2014/main" id="{2D4C02DD-5CB6-FA20-BDA9-0E8B7B4E9E64}"/>
              </a:ext>
            </a:extLst>
          </p:cNvPr>
          <p:cNvCxnSpPr>
            <a:stCxn id="84" idx="3"/>
            <a:endCxn id="79" idx="1"/>
          </p:cNvCxnSpPr>
          <p:nvPr/>
        </p:nvCxnSpPr>
        <p:spPr>
          <a:xfrm flipV="1">
            <a:off x="4091872" y="4123350"/>
            <a:ext cx="429827" cy="572475"/>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6" name="连接符: 肘形 85">
            <a:extLst>
              <a:ext uri="{FF2B5EF4-FFF2-40B4-BE49-F238E27FC236}">
                <a16:creationId xmlns:a16="http://schemas.microsoft.com/office/drawing/2014/main" id="{944A22EC-9794-2441-9D4B-CC04B6755DBD}"/>
              </a:ext>
            </a:extLst>
          </p:cNvPr>
          <p:cNvCxnSpPr>
            <a:stCxn id="79" idx="3"/>
            <a:endCxn id="80" idx="1"/>
          </p:cNvCxnSpPr>
          <p:nvPr/>
        </p:nvCxnSpPr>
        <p:spPr>
          <a:xfrm flipV="1">
            <a:off x="5241699" y="3609000"/>
            <a:ext cx="327750" cy="514350"/>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7" name="连接符: 肘形 86">
            <a:extLst>
              <a:ext uri="{FF2B5EF4-FFF2-40B4-BE49-F238E27FC236}">
                <a16:creationId xmlns:a16="http://schemas.microsoft.com/office/drawing/2014/main" id="{915337C4-7D82-5802-8980-654CA233B49F}"/>
              </a:ext>
            </a:extLst>
          </p:cNvPr>
          <p:cNvCxnSpPr>
            <a:cxnSpLocks/>
            <a:stCxn id="79" idx="3"/>
            <a:endCxn id="81" idx="1"/>
          </p:cNvCxnSpPr>
          <p:nvPr/>
        </p:nvCxnSpPr>
        <p:spPr>
          <a:xfrm>
            <a:off x="5241699" y="4123350"/>
            <a:ext cx="1243879" cy="687743"/>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8" name="连接符: 肘形 87">
            <a:extLst>
              <a:ext uri="{FF2B5EF4-FFF2-40B4-BE49-F238E27FC236}">
                <a16:creationId xmlns:a16="http://schemas.microsoft.com/office/drawing/2014/main" id="{BB03BBC6-F8AC-B623-8805-B7F3FEC636AC}"/>
              </a:ext>
            </a:extLst>
          </p:cNvPr>
          <p:cNvCxnSpPr>
            <a:stCxn id="82" idx="3"/>
            <a:endCxn id="81" idx="1"/>
          </p:cNvCxnSpPr>
          <p:nvPr/>
        </p:nvCxnSpPr>
        <p:spPr>
          <a:xfrm flipV="1">
            <a:off x="5241699" y="4811093"/>
            <a:ext cx="1243879" cy="582983"/>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9" name="连接符: 肘形 88">
            <a:extLst>
              <a:ext uri="{FF2B5EF4-FFF2-40B4-BE49-F238E27FC236}">
                <a16:creationId xmlns:a16="http://schemas.microsoft.com/office/drawing/2014/main" id="{7D9F1480-A24F-DAFC-6C46-AEDE792EEEF1}"/>
              </a:ext>
            </a:extLst>
          </p:cNvPr>
          <p:cNvCxnSpPr>
            <a:cxnSpLocks/>
            <a:stCxn id="80" idx="3"/>
            <a:endCxn id="83" idx="0"/>
          </p:cNvCxnSpPr>
          <p:nvPr/>
        </p:nvCxnSpPr>
        <p:spPr>
          <a:xfrm>
            <a:off x="6289449" y="3609000"/>
            <a:ext cx="2243023" cy="726825"/>
          </a:xfrm>
          <a:prstGeom prst="bentConnector2">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0" name="连接符: 肘形 89">
            <a:extLst>
              <a:ext uri="{FF2B5EF4-FFF2-40B4-BE49-F238E27FC236}">
                <a16:creationId xmlns:a16="http://schemas.microsoft.com/office/drawing/2014/main" id="{CE1D5130-2B71-3120-27A5-4370AD03F211}"/>
              </a:ext>
            </a:extLst>
          </p:cNvPr>
          <p:cNvCxnSpPr>
            <a:stCxn id="81" idx="3"/>
            <a:endCxn id="83" idx="1"/>
          </p:cNvCxnSpPr>
          <p:nvPr/>
        </p:nvCxnSpPr>
        <p:spPr>
          <a:xfrm flipV="1">
            <a:off x="7205578" y="4515825"/>
            <a:ext cx="966894" cy="295268"/>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1" name="矩形 90">
            <a:extLst>
              <a:ext uri="{FF2B5EF4-FFF2-40B4-BE49-F238E27FC236}">
                <a16:creationId xmlns:a16="http://schemas.microsoft.com/office/drawing/2014/main" id="{C2D58F10-BA92-B9A0-AECE-01E0AC952682}"/>
              </a:ext>
            </a:extLst>
          </p:cNvPr>
          <p:cNvSpPr/>
          <p:nvPr/>
        </p:nvSpPr>
        <p:spPr>
          <a:xfrm>
            <a:off x="7195048" y="5786551"/>
            <a:ext cx="720000" cy="360000"/>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I</a:t>
            </a:r>
            <a:endParaRPr lang="zh-CN" altLang="en-US" sz="1600" dirty="0">
              <a:solidFill>
                <a:schemeClr val="tx1"/>
              </a:solidFill>
            </a:endParaRPr>
          </a:p>
        </p:txBody>
      </p:sp>
      <p:sp>
        <p:nvSpPr>
          <p:cNvPr id="92" name="矩形 91">
            <a:extLst>
              <a:ext uri="{FF2B5EF4-FFF2-40B4-BE49-F238E27FC236}">
                <a16:creationId xmlns:a16="http://schemas.microsoft.com/office/drawing/2014/main" id="{4068D3E1-FC90-FBC5-8B6F-0DB7764A697D}"/>
              </a:ext>
            </a:extLst>
          </p:cNvPr>
          <p:cNvSpPr/>
          <p:nvPr/>
        </p:nvSpPr>
        <p:spPr>
          <a:xfrm>
            <a:off x="4404223" y="5786551"/>
            <a:ext cx="720000" cy="360000"/>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H</a:t>
            </a:r>
            <a:endParaRPr lang="zh-CN" altLang="en-US" sz="1600" dirty="0">
              <a:solidFill>
                <a:schemeClr val="tx1"/>
              </a:solidFill>
            </a:endParaRPr>
          </a:p>
        </p:txBody>
      </p:sp>
      <p:cxnSp>
        <p:nvCxnSpPr>
          <p:cNvPr id="93" name="连接符: 肘形 92">
            <a:extLst>
              <a:ext uri="{FF2B5EF4-FFF2-40B4-BE49-F238E27FC236}">
                <a16:creationId xmlns:a16="http://schemas.microsoft.com/office/drawing/2014/main" id="{3D3E3BF4-4650-DA6F-F680-D8B66B36F6D7}"/>
              </a:ext>
            </a:extLst>
          </p:cNvPr>
          <p:cNvCxnSpPr>
            <a:cxnSpLocks/>
            <a:stCxn id="84" idx="2"/>
            <a:endCxn id="92" idx="1"/>
          </p:cNvCxnSpPr>
          <p:nvPr/>
        </p:nvCxnSpPr>
        <p:spPr>
          <a:xfrm rot="16200000" flipH="1">
            <a:off x="3522684" y="5085012"/>
            <a:ext cx="1090726" cy="672351"/>
          </a:xfrm>
          <a:prstGeom prst="bentConnector2">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4" name="连接符: 肘形 93">
            <a:extLst>
              <a:ext uri="{FF2B5EF4-FFF2-40B4-BE49-F238E27FC236}">
                <a16:creationId xmlns:a16="http://schemas.microsoft.com/office/drawing/2014/main" id="{18D237B7-E3E5-3E6F-57D3-E584A717DCDC}"/>
              </a:ext>
            </a:extLst>
          </p:cNvPr>
          <p:cNvCxnSpPr>
            <a:stCxn id="91" idx="3"/>
            <a:endCxn id="83" idx="2"/>
          </p:cNvCxnSpPr>
          <p:nvPr/>
        </p:nvCxnSpPr>
        <p:spPr>
          <a:xfrm flipV="1">
            <a:off x="7915048" y="4695825"/>
            <a:ext cx="617424" cy="1270726"/>
          </a:xfrm>
          <a:prstGeom prst="bentConnector2">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5" name="直接箭头连接符 94">
            <a:extLst>
              <a:ext uri="{FF2B5EF4-FFF2-40B4-BE49-F238E27FC236}">
                <a16:creationId xmlns:a16="http://schemas.microsoft.com/office/drawing/2014/main" id="{813E49A1-F736-532C-992E-A94025640FFB}"/>
              </a:ext>
            </a:extLst>
          </p:cNvPr>
          <p:cNvCxnSpPr>
            <a:stCxn id="92" idx="3"/>
            <a:endCxn id="91" idx="1"/>
          </p:cNvCxnSpPr>
          <p:nvPr/>
        </p:nvCxnSpPr>
        <p:spPr>
          <a:xfrm>
            <a:off x="5124223" y="5966551"/>
            <a:ext cx="207082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6" name="直接箭头连接符 95">
            <a:extLst>
              <a:ext uri="{FF2B5EF4-FFF2-40B4-BE49-F238E27FC236}">
                <a16:creationId xmlns:a16="http://schemas.microsoft.com/office/drawing/2014/main" id="{FAE02679-57E9-6A06-1742-65E1B970FBAD}"/>
              </a:ext>
            </a:extLst>
          </p:cNvPr>
          <p:cNvCxnSpPr>
            <a:cxnSpLocks/>
            <a:stCxn id="79" idx="1"/>
            <a:endCxn id="82" idx="1"/>
          </p:cNvCxnSpPr>
          <p:nvPr/>
        </p:nvCxnSpPr>
        <p:spPr>
          <a:xfrm>
            <a:off x="4521699" y="4123350"/>
            <a:ext cx="0" cy="1270726"/>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191702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C2B89-B807-57CE-F265-C560285D855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1BF4697-5F84-BBC6-D419-D3F68EF57889}"/>
              </a:ext>
            </a:extLst>
          </p:cNvPr>
          <p:cNvSpPr>
            <a:spLocks noGrp="1"/>
          </p:cNvSpPr>
          <p:nvPr>
            <p:ph type="title"/>
          </p:nvPr>
        </p:nvSpPr>
        <p:spPr>
          <a:xfrm>
            <a:off x="696000" y="360000"/>
            <a:ext cx="10800000" cy="424732"/>
          </a:xfrm>
        </p:spPr>
        <p:txBody>
          <a:bodyPr/>
          <a:lstStyle/>
          <a:p>
            <a:r>
              <a:rPr lang="zh-CN" altLang="en-US" dirty="0"/>
              <a:t>前导图 </a:t>
            </a:r>
            <a:r>
              <a:rPr lang="en-US" altLang="zh-CN" dirty="0"/>
              <a:t>PDM</a:t>
            </a:r>
            <a:endParaRPr lang="zh-CN" altLang="en-US" dirty="0"/>
          </a:p>
        </p:txBody>
      </p:sp>
      <p:sp>
        <p:nvSpPr>
          <p:cNvPr id="3" name="内容占位符 2">
            <a:extLst>
              <a:ext uri="{FF2B5EF4-FFF2-40B4-BE49-F238E27FC236}">
                <a16:creationId xmlns:a16="http://schemas.microsoft.com/office/drawing/2014/main" id="{5CFC0552-1CF3-2FCA-9CD6-485BEDE5FC36}"/>
              </a:ext>
            </a:extLst>
          </p:cNvPr>
          <p:cNvSpPr>
            <a:spLocks noGrp="1"/>
          </p:cNvSpPr>
          <p:nvPr>
            <p:ph sz="quarter" idx="10"/>
          </p:nvPr>
        </p:nvSpPr>
        <p:spPr>
          <a:xfrm>
            <a:off x="695325" y="1079999"/>
            <a:ext cx="5040000" cy="5112000"/>
          </a:xfrm>
        </p:spPr>
        <p:txBody>
          <a:bodyPr>
            <a:normAutofit/>
          </a:bodyPr>
          <a:lstStyle/>
          <a:p>
            <a:r>
              <a:rPr lang="zh-CN" altLang="en-US" dirty="0"/>
              <a:t>提前量 </a:t>
            </a:r>
            <a:r>
              <a:rPr lang="en-US" altLang="zh-CN" dirty="0"/>
              <a:t>Lead</a:t>
            </a:r>
          </a:p>
          <a:p>
            <a:pPr lvl="1"/>
            <a:r>
              <a:rPr lang="zh-CN" altLang="en-US" dirty="0"/>
              <a:t>紧前活动还没有完成时，紧后活动可以提前开始的时间量</a:t>
            </a:r>
            <a:endParaRPr lang="en-US" altLang="zh-CN" dirty="0"/>
          </a:p>
          <a:p>
            <a:pPr lvl="1"/>
            <a:r>
              <a:rPr lang="zh-CN" altLang="en-US" dirty="0"/>
              <a:t>负值表示</a:t>
            </a:r>
            <a:endParaRPr lang="en-US" altLang="zh-CN" dirty="0"/>
          </a:p>
          <a:p>
            <a:pPr lvl="1"/>
            <a:r>
              <a:rPr lang="en-US" altLang="zh-CN" dirty="0"/>
              <a:t>FS-2</a:t>
            </a:r>
            <a:r>
              <a:rPr lang="zh-CN" altLang="en-US" dirty="0"/>
              <a:t>：完成到开始，提前</a:t>
            </a:r>
            <a:r>
              <a:rPr lang="en-US" altLang="zh-CN" dirty="0"/>
              <a:t>2</a:t>
            </a:r>
            <a:r>
              <a:rPr lang="zh-CN" altLang="en-US" dirty="0"/>
              <a:t>天，表示紧后活动可以在紧前活动完成前</a:t>
            </a:r>
            <a:r>
              <a:rPr lang="en-US" altLang="zh-CN" dirty="0"/>
              <a:t>2</a:t>
            </a:r>
            <a:r>
              <a:rPr lang="zh-CN" altLang="en-US" dirty="0"/>
              <a:t>天开始</a:t>
            </a:r>
            <a:endParaRPr lang="en-US" altLang="zh-CN" dirty="0"/>
          </a:p>
          <a:p>
            <a:pPr lvl="1"/>
            <a:r>
              <a:rPr lang="zh-CN" altLang="en-US" dirty="0"/>
              <a:t>谨慎使用</a:t>
            </a:r>
            <a:endParaRPr lang="en-US" altLang="zh-CN" dirty="0"/>
          </a:p>
        </p:txBody>
      </p:sp>
      <p:sp>
        <p:nvSpPr>
          <p:cNvPr id="4" name="文本占位符 3">
            <a:extLst>
              <a:ext uri="{FF2B5EF4-FFF2-40B4-BE49-F238E27FC236}">
                <a16:creationId xmlns:a16="http://schemas.microsoft.com/office/drawing/2014/main" id="{BB9A3668-4F3A-07CA-1DD5-1AA4329808A2}"/>
              </a:ext>
            </a:extLst>
          </p:cNvPr>
          <p:cNvSpPr>
            <a:spLocks noGrp="1"/>
          </p:cNvSpPr>
          <p:nvPr>
            <p:ph sz="quarter" idx="11"/>
          </p:nvPr>
        </p:nvSpPr>
        <p:spPr>
          <a:xfrm>
            <a:off x="6095325" y="1079998"/>
            <a:ext cx="5400675" cy="5040000"/>
          </a:xfrm>
        </p:spPr>
        <p:txBody>
          <a:bodyPr/>
          <a:lstStyle/>
          <a:p>
            <a:r>
              <a:rPr lang="zh-CN" altLang="en-US" dirty="0"/>
              <a:t>滞后量 </a:t>
            </a:r>
            <a:r>
              <a:rPr lang="en-US" altLang="zh-CN" dirty="0"/>
              <a:t>Lag</a:t>
            </a:r>
          </a:p>
          <a:p>
            <a:pPr lvl="1"/>
            <a:r>
              <a:rPr lang="zh-CN" altLang="en-US" dirty="0"/>
              <a:t>紧前活动完成时，紧后活动需要推迟开始的时间量</a:t>
            </a:r>
            <a:endParaRPr lang="en-US" altLang="zh-CN" dirty="0"/>
          </a:p>
          <a:p>
            <a:pPr lvl="1"/>
            <a:r>
              <a:rPr lang="zh-CN" altLang="en-US" dirty="0"/>
              <a:t>正值表示</a:t>
            </a:r>
            <a:endParaRPr lang="en-US" altLang="zh-CN" dirty="0"/>
          </a:p>
          <a:p>
            <a:pPr lvl="1"/>
            <a:r>
              <a:rPr lang="en-US" altLang="zh-CN" dirty="0"/>
              <a:t>FS+3</a:t>
            </a:r>
            <a:r>
              <a:rPr lang="zh-CN" altLang="en-US" dirty="0"/>
              <a:t>：完成到开始，滞后</a:t>
            </a:r>
            <a:r>
              <a:rPr lang="en-US" altLang="zh-CN" dirty="0"/>
              <a:t>3</a:t>
            </a:r>
            <a:r>
              <a:rPr lang="zh-CN" altLang="en-US" dirty="0"/>
              <a:t>天，表示紧后活动必须在紧前活动完成后</a:t>
            </a:r>
            <a:r>
              <a:rPr lang="en-US" altLang="zh-CN" dirty="0"/>
              <a:t>3</a:t>
            </a:r>
            <a:r>
              <a:rPr lang="zh-CN" altLang="en-US" dirty="0"/>
              <a:t>天才开始</a:t>
            </a:r>
            <a:endParaRPr lang="en-US" altLang="zh-CN" dirty="0"/>
          </a:p>
        </p:txBody>
      </p:sp>
      <p:sp>
        <p:nvSpPr>
          <p:cNvPr id="11" name="矩形 10">
            <a:extLst>
              <a:ext uri="{FF2B5EF4-FFF2-40B4-BE49-F238E27FC236}">
                <a16:creationId xmlns:a16="http://schemas.microsoft.com/office/drawing/2014/main" id="{EE7DCB57-E7DD-24AF-35DB-77A02E9ED5AF}"/>
              </a:ext>
            </a:extLst>
          </p:cNvPr>
          <p:cNvSpPr/>
          <p:nvPr/>
        </p:nvSpPr>
        <p:spPr>
          <a:xfrm>
            <a:off x="4521699" y="3943350"/>
            <a:ext cx="720000" cy="360000"/>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A</a:t>
            </a:r>
            <a:endParaRPr lang="zh-CN" altLang="en-US" sz="1600" dirty="0">
              <a:solidFill>
                <a:schemeClr val="tx1"/>
              </a:solidFill>
            </a:endParaRPr>
          </a:p>
        </p:txBody>
      </p:sp>
      <p:sp>
        <p:nvSpPr>
          <p:cNvPr id="12" name="矩形 11">
            <a:extLst>
              <a:ext uri="{FF2B5EF4-FFF2-40B4-BE49-F238E27FC236}">
                <a16:creationId xmlns:a16="http://schemas.microsoft.com/office/drawing/2014/main" id="{3251D6FD-8087-CEB6-528D-9FD8FF07A876}"/>
              </a:ext>
            </a:extLst>
          </p:cNvPr>
          <p:cNvSpPr/>
          <p:nvPr/>
        </p:nvSpPr>
        <p:spPr>
          <a:xfrm>
            <a:off x="5569449" y="3429000"/>
            <a:ext cx="720000" cy="360000"/>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B</a:t>
            </a:r>
            <a:endParaRPr lang="zh-CN" altLang="en-US" sz="1600" dirty="0">
              <a:solidFill>
                <a:schemeClr val="tx1"/>
              </a:solidFill>
            </a:endParaRPr>
          </a:p>
        </p:txBody>
      </p:sp>
      <p:sp>
        <p:nvSpPr>
          <p:cNvPr id="13" name="矩形 12">
            <a:extLst>
              <a:ext uri="{FF2B5EF4-FFF2-40B4-BE49-F238E27FC236}">
                <a16:creationId xmlns:a16="http://schemas.microsoft.com/office/drawing/2014/main" id="{DF0825ED-EA88-C0E9-2089-03461A62B943}"/>
              </a:ext>
            </a:extLst>
          </p:cNvPr>
          <p:cNvSpPr/>
          <p:nvPr/>
        </p:nvSpPr>
        <p:spPr>
          <a:xfrm>
            <a:off x="6485578" y="4631093"/>
            <a:ext cx="720000" cy="360000"/>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D</a:t>
            </a:r>
            <a:endParaRPr lang="zh-CN" altLang="en-US" sz="1600" dirty="0">
              <a:solidFill>
                <a:schemeClr val="tx1"/>
              </a:solidFill>
            </a:endParaRPr>
          </a:p>
        </p:txBody>
      </p:sp>
      <p:sp>
        <p:nvSpPr>
          <p:cNvPr id="15" name="矩形 14">
            <a:extLst>
              <a:ext uri="{FF2B5EF4-FFF2-40B4-BE49-F238E27FC236}">
                <a16:creationId xmlns:a16="http://schemas.microsoft.com/office/drawing/2014/main" id="{137CA8B9-0F6F-9B3D-7F77-7BB583A99844}"/>
              </a:ext>
            </a:extLst>
          </p:cNvPr>
          <p:cNvSpPr/>
          <p:nvPr/>
        </p:nvSpPr>
        <p:spPr>
          <a:xfrm>
            <a:off x="4521699" y="5214076"/>
            <a:ext cx="720000" cy="360000"/>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C</a:t>
            </a:r>
            <a:endParaRPr lang="zh-CN" altLang="en-US" sz="1600" dirty="0">
              <a:solidFill>
                <a:schemeClr val="tx1"/>
              </a:solidFill>
            </a:endParaRPr>
          </a:p>
        </p:txBody>
      </p:sp>
      <p:sp>
        <p:nvSpPr>
          <p:cNvPr id="16" name="矩形 15">
            <a:extLst>
              <a:ext uri="{FF2B5EF4-FFF2-40B4-BE49-F238E27FC236}">
                <a16:creationId xmlns:a16="http://schemas.microsoft.com/office/drawing/2014/main" id="{862FA9BD-0708-2737-AC6A-D044A21AEC42}"/>
              </a:ext>
            </a:extLst>
          </p:cNvPr>
          <p:cNvSpPr/>
          <p:nvPr/>
        </p:nvSpPr>
        <p:spPr>
          <a:xfrm>
            <a:off x="8172472" y="4335825"/>
            <a:ext cx="720000" cy="360000"/>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结束</a:t>
            </a:r>
          </a:p>
        </p:txBody>
      </p:sp>
      <p:sp>
        <p:nvSpPr>
          <p:cNvPr id="17" name="矩形 16">
            <a:extLst>
              <a:ext uri="{FF2B5EF4-FFF2-40B4-BE49-F238E27FC236}">
                <a16:creationId xmlns:a16="http://schemas.microsoft.com/office/drawing/2014/main" id="{665F6759-920B-F5E3-FC2A-13DA62AF19A4}"/>
              </a:ext>
            </a:extLst>
          </p:cNvPr>
          <p:cNvSpPr/>
          <p:nvPr/>
        </p:nvSpPr>
        <p:spPr>
          <a:xfrm>
            <a:off x="3371872" y="4515825"/>
            <a:ext cx="720000" cy="360000"/>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开始</a:t>
            </a:r>
          </a:p>
        </p:txBody>
      </p:sp>
      <p:cxnSp>
        <p:nvCxnSpPr>
          <p:cNvPr id="19" name="连接符: 肘形 18">
            <a:extLst>
              <a:ext uri="{FF2B5EF4-FFF2-40B4-BE49-F238E27FC236}">
                <a16:creationId xmlns:a16="http://schemas.microsoft.com/office/drawing/2014/main" id="{F2EFA4C0-695E-8BA2-1E9C-E97F75FC1643}"/>
              </a:ext>
            </a:extLst>
          </p:cNvPr>
          <p:cNvCxnSpPr>
            <a:stCxn id="17" idx="3"/>
            <a:endCxn id="11" idx="1"/>
          </p:cNvCxnSpPr>
          <p:nvPr/>
        </p:nvCxnSpPr>
        <p:spPr>
          <a:xfrm flipV="1">
            <a:off x="4091872" y="4123350"/>
            <a:ext cx="429827" cy="572475"/>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连接符: 肘形 20">
            <a:extLst>
              <a:ext uri="{FF2B5EF4-FFF2-40B4-BE49-F238E27FC236}">
                <a16:creationId xmlns:a16="http://schemas.microsoft.com/office/drawing/2014/main" id="{9CE9D58F-1CE0-8D24-F1F0-5E3644A1BB88}"/>
              </a:ext>
            </a:extLst>
          </p:cNvPr>
          <p:cNvCxnSpPr>
            <a:stCxn id="11" idx="3"/>
            <a:endCxn id="12" idx="1"/>
          </p:cNvCxnSpPr>
          <p:nvPr/>
        </p:nvCxnSpPr>
        <p:spPr>
          <a:xfrm flipV="1">
            <a:off x="5241699" y="3609000"/>
            <a:ext cx="327750" cy="514350"/>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连接符: 肘形 21">
            <a:extLst>
              <a:ext uri="{FF2B5EF4-FFF2-40B4-BE49-F238E27FC236}">
                <a16:creationId xmlns:a16="http://schemas.microsoft.com/office/drawing/2014/main" id="{3812E30E-454B-F3A9-219E-AF0CDC66AFDE}"/>
              </a:ext>
            </a:extLst>
          </p:cNvPr>
          <p:cNvCxnSpPr>
            <a:cxnSpLocks/>
            <a:stCxn id="11" idx="3"/>
            <a:endCxn id="13" idx="1"/>
          </p:cNvCxnSpPr>
          <p:nvPr/>
        </p:nvCxnSpPr>
        <p:spPr>
          <a:xfrm>
            <a:off x="5241699" y="4123350"/>
            <a:ext cx="1243879" cy="687743"/>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连接符: 肘形 22">
            <a:extLst>
              <a:ext uri="{FF2B5EF4-FFF2-40B4-BE49-F238E27FC236}">
                <a16:creationId xmlns:a16="http://schemas.microsoft.com/office/drawing/2014/main" id="{50407FC1-4434-A747-7093-917074379D40}"/>
              </a:ext>
            </a:extLst>
          </p:cNvPr>
          <p:cNvCxnSpPr>
            <a:stCxn id="15" idx="3"/>
            <a:endCxn id="13" idx="1"/>
          </p:cNvCxnSpPr>
          <p:nvPr/>
        </p:nvCxnSpPr>
        <p:spPr>
          <a:xfrm flipV="1">
            <a:off x="5241699" y="4811093"/>
            <a:ext cx="1243879" cy="582983"/>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连接符: 肘形 24">
            <a:extLst>
              <a:ext uri="{FF2B5EF4-FFF2-40B4-BE49-F238E27FC236}">
                <a16:creationId xmlns:a16="http://schemas.microsoft.com/office/drawing/2014/main" id="{1D70C322-3B5B-CCE0-4322-297AFB15EBA8}"/>
              </a:ext>
            </a:extLst>
          </p:cNvPr>
          <p:cNvCxnSpPr>
            <a:cxnSpLocks/>
            <a:stCxn id="12" idx="3"/>
            <a:endCxn id="16" idx="0"/>
          </p:cNvCxnSpPr>
          <p:nvPr/>
        </p:nvCxnSpPr>
        <p:spPr>
          <a:xfrm>
            <a:off x="6289449" y="3609000"/>
            <a:ext cx="2243023" cy="726825"/>
          </a:xfrm>
          <a:prstGeom prst="bentConnector2">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连接符: 肘形 26">
            <a:extLst>
              <a:ext uri="{FF2B5EF4-FFF2-40B4-BE49-F238E27FC236}">
                <a16:creationId xmlns:a16="http://schemas.microsoft.com/office/drawing/2014/main" id="{1204C972-6565-E871-8551-8F22256F4D09}"/>
              </a:ext>
            </a:extLst>
          </p:cNvPr>
          <p:cNvCxnSpPr>
            <a:stCxn id="13" idx="3"/>
            <a:endCxn id="16" idx="1"/>
          </p:cNvCxnSpPr>
          <p:nvPr/>
        </p:nvCxnSpPr>
        <p:spPr>
          <a:xfrm flipV="1">
            <a:off x="7205578" y="4515825"/>
            <a:ext cx="966894" cy="295268"/>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F4EBDC9E-E5A6-7B6A-2F2D-5C9AC06B4D70}"/>
              </a:ext>
            </a:extLst>
          </p:cNvPr>
          <p:cNvSpPr/>
          <p:nvPr/>
        </p:nvSpPr>
        <p:spPr>
          <a:xfrm>
            <a:off x="7195048" y="5786551"/>
            <a:ext cx="720000" cy="360000"/>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F</a:t>
            </a:r>
            <a:endParaRPr lang="zh-CN" altLang="en-US" sz="1600" dirty="0">
              <a:solidFill>
                <a:schemeClr val="tx1"/>
              </a:solidFill>
            </a:endParaRPr>
          </a:p>
        </p:txBody>
      </p:sp>
      <p:sp>
        <p:nvSpPr>
          <p:cNvPr id="33" name="矩形 32">
            <a:extLst>
              <a:ext uri="{FF2B5EF4-FFF2-40B4-BE49-F238E27FC236}">
                <a16:creationId xmlns:a16="http://schemas.microsoft.com/office/drawing/2014/main" id="{2A48A4F9-8A25-B0AC-2F96-FD9546FB8CB6}"/>
              </a:ext>
            </a:extLst>
          </p:cNvPr>
          <p:cNvSpPr/>
          <p:nvPr/>
        </p:nvSpPr>
        <p:spPr>
          <a:xfrm>
            <a:off x="4404223" y="5786551"/>
            <a:ext cx="720000" cy="360000"/>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E</a:t>
            </a:r>
            <a:endParaRPr lang="zh-CN" altLang="en-US" sz="1600" dirty="0">
              <a:solidFill>
                <a:schemeClr val="tx1"/>
              </a:solidFill>
            </a:endParaRPr>
          </a:p>
        </p:txBody>
      </p:sp>
      <p:cxnSp>
        <p:nvCxnSpPr>
          <p:cNvPr id="34" name="连接符: 肘形 33">
            <a:extLst>
              <a:ext uri="{FF2B5EF4-FFF2-40B4-BE49-F238E27FC236}">
                <a16:creationId xmlns:a16="http://schemas.microsoft.com/office/drawing/2014/main" id="{5456B44B-663D-18E3-155E-9A9C8BEF5400}"/>
              </a:ext>
            </a:extLst>
          </p:cNvPr>
          <p:cNvCxnSpPr>
            <a:cxnSpLocks/>
            <a:stCxn id="17" idx="2"/>
            <a:endCxn id="33" idx="1"/>
          </p:cNvCxnSpPr>
          <p:nvPr/>
        </p:nvCxnSpPr>
        <p:spPr>
          <a:xfrm rot="16200000" flipH="1">
            <a:off x="3522684" y="5085012"/>
            <a:ext cx="1090726" cy="672351"/>
          </a:xfrm>
          <a:prstGeom prst="bentConnector2">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连接符: 肘形 34">
            <a:extLst>
              <a:ext uri="{FF2B5EF4-FFF2-40B4-BE49-F238E27FC236}">
                <a16:creationId xmlns:a16="http://schemas.microsoft.com/office/drawing/2014/main" id="{83DA6A51-E2CA-1678-8E0D-85E528DEDC71}"/>
              </a:ext>
            </a:extLst>
          </p:cNvPr>
          <p:cNvCxnSpPr>
            <a:stCxn id="31" idx="3"/>
            <a:endCxn id="16" idx="2"/>
          </p:cNvCxnSpPr>
          <p:nvPr/>
        </p:nvCxnSpPr>
        <p:spPr>
          <a:xfrm flipV="1">
            <a:off x="7915048" y="4695825"/>
            <a:ext cx="617424" cy="1270726"/>
          </a:xfrm>
          <a:prstGeom prst="bentConnector2">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F6241E2F-1652-0D09-E172-FD4E91359BF0}"/>
              </a:ext>
            </a:extLst>
          </p:cNvPr>
          <p:cNvCxnSpPr>
            <a:stCxn id="33" idx="3"/>
            <a:endCxn id="31" idx="1"/>
          </p:cNvCxnSpPr>
          <p:nvPr/>
        </p:nvCxnSpPr>
        <p:spPr>
          <a:xfrm>
            <a:off x="5124223" y="5966551"/>
            <a:ext cx="2070825"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5C9936CB-581A-4208-C13B-CDD9E155EA1B}"/>
              </a:ext>
            </a:extLst>
          </p:cNvPr>
          <p:cNvCxnSpPr>
            <a:cxnSpLocks/>
            <a:stCxn id="11" idx="1"/>
            <a:endCxn id="15" idx="1"/>
          </p:cNvCxnSpPr>
          <p:nvPr/>
        </p:nvCxnSpPr>
        <p:spPr>
          <a:xfrm>
            <a:off x="4521699" y="4123350"/>
            <a:ext cx="0" cy="1270726"/>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9F0ED9B3-2F26-2430-35FB-B97D61EC1926}"/>
              </a:ext>
            </a:extLst>
          </p:cNvPr>
          <p:cNvSpPr txBox="1"/>
          <p:nvPr/>
        </p:nvSpPr>
        <p:spPr>
          <a:xfrm>
            <a:off x="5636357" y="5694788"/>
            <a:ext cx="736099" cy="369332"/>
          </a:xfrm>
          <a:prstGeom prst="rect">
            <a:avLst/>
          </a:prstGeom>
          <a:noFill/>
        </p:spPr>
        <p:txBody>
          <a:bodyPr wrap="none" rtlCol="0">
            <a:spAutoFit/>
          </a:bodyPr>
          <a:lstStyle/>
          <a:p>
            <a:r>
              <a:rPr lang="en-US" altLang="zh-CN" dirty="0"/>
              <a:t>FS+3</a:t>
            </a:r>
            <a:endParaRPr lang="zh-CN" altLang="en-US" dirty="0"/>
          </a:p>
        </p:txBody>
      </p:sp>
      <p:sp>
        <p:nvSpPr>
          <p:cNvPr id="47" name="文本框 46">
            <a:extLst>
              <a:ext uri="{FF2B5EF4-FFF2-40B4-BE49-F238E27FC236}">
                <a16:creationId xmlns:a16="http://schemas.microsoft.com/office/drawing/2014/main" id="{C4F5F361-8915-AFD5-E20C-29BE69FD0D28}"/>
              </a:ext>
            </a:extLst>
          </p:cNvPr>
          <p:cNvSpPr txBox="1"/>
          <p:nvPr/>
        </p:nvSpPr>
        <p:spPr>
          <a:xfrm>
            <a:off x="5236801" y="4940768"/>
            <a:ext cx="692818" cy="369332"/>
          </a:xfrm>
          <a:prstGeom prst="rect">
            <a:avLst/>
          </a:prstGeom>
          <a:noFill/>
        </p:spPr>
        <p:txBody>
          <a:bodyPr wrap="none" rtlCol="0">
            <a:spAutoFit/>
          </a:bodyPr>
          <a:lstStyle/>
          <a:p>
            <a:r>
              <a:rPr lang="en-US" altLang="zh-CN" dirty="0"/>
              <a:t>FS-2</a:t>
            </a:r>
            <a:endParaRPr lang="zh-CN" altLang="en-US" dirty="0"/>
          </a:p>
        </p:txBody>
      </p:sp>
      <p:sp>
        <p:nvSpPr>
          <p:cNvPr id="65" name="文本框 64">
            <a:extLst>
              <a:ext uri="{FF2B5EF4-FFF2-40B4-BE49-F238E27FC236}">
                <a16:creationId xmlns:a16="http://schemas.microsoft.com/office/drawing/2014/main" id="{FC9E2D9B-7BF8-3912-0ACF-9D3B8AA714AE}"/>
              </a:ext>
            </a:extLst>
          </p:cNvPr>
          <p:cNvSpPr txBox="1"/>
          <p:nvPr/>
        </p:nvSpPr>
        <p:spPr>
          <a:xfrm>
            <a:off x="4524098" y="4598625"/>
            <a:ext cx="734496" cy="369332"/>
          </a:xfrm>
          <a:prstGeom prst="rect">
            <a:avLst/>
          </a:prstGeom>
          <a:noFill/>
        </p:spPr>
        <p:txBody>
          <a:bodyPr wrap="none" rtlCol="0">
            <a:spAutoFit/>
          </a:bodyPr>
          <a:lstStyle/>
          <a:p>
            <a:r>
              <a:rPr lang="en-US" altLang="zh-CN" dirty="0"/>
              <a:t>SS+2</a:t>
            </a:r>
            <a:endParaRPr lang="zh-CN" altLang="en-US" dirty="0"/>
          </a:p>
        </p:txBody>
      </p:sp>
    </p:spTree>
    <p:extLst>
      <p:ext uri="{BB962C8B-B14F-4D97-AF65-F5344CB8AC3E}">
        <p14:creationId xmlns:p14="http://schemas.microsoft.com/office/powerpoint/2010/main" val="393700264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B6CCD-DD02-0DEB-C2A4-74FD8EAB7D2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3058F48-073A-AFDA-5D18-0A2B2C4B076A}"/>
              </a:ext>
            </a:extLst>
          </p:cNvPr>
          <p:cNvSpPr>
            <a:spLocks noGrp="1"/>
          </p:cNvSpPr>
          <p:nvPr>
            <p:ph type="title"/>
          </p:nvPr>
        </p:nvSpPr>
        <p:spPr>
          <a:xfrm>
            <a:off x="695998" y="360000"/>
            <a:ext cx="7200000" cy="424732"/>
          </a:xfrm>
        </p:spPr>
        <p:txBody>
          <a:bodyPr/>
          <a:lstStyle/>
          <a:p>
            <a:r>
              <a:rPr lang="zh-CN" altLang="en-US" dirty="0"/>
              <a:t>箭线图 </a:t>
            </a:r>
            <a:r>
              <a:rPr lang="en-US" altLang="zh-CN" dirty="0"/>
              <a:t>ADM</a:t>
            </a:r>
            <a:endParaRPr lang="zh-CN" altLang="en-US" dirty="0"/>
          </a:p>
        </p:txBody>
      </p:sp>
      <p:sp>
        <p:nvSpPr>
          <p:cNvPr id="49" name="内容占位符 48">
            <a:extLst>
              <a:ext uri="{FF2B5EF4-FFF2-40B4-BE49-F238E27FC236}">
                <a16:creationId xmlns:a16="http://schemas.microsoft.com/office/drawing/2014/main" id="{481701B1-39B9-6C27-BC8D-D619989005FC}"/>
              </a:ext>
            </a:extLst>
          </p:cNvPr>
          <p:cNvSpPr>
            <a:spLocks noGrp="1"/>
          </p:cNvSpPr>
          <p:nvPr>
            <p:ph idx="1"/>
          </p:nvPr>
        </p:nvSpPr>
        <p:spPr/>
        <p:txBody>
          <a:bodyPr/>
          <a:lstStyle/>
          <a:p>
            <a:r>
              <a:rPr lang="zh-CN" altLang="en-US" dirty="0"/>
              <a:t>活动：以字母表示</a:t>
            </a:r>
          </a:p>
          <a:p>
            <a:r>
              <a:rPr lang="zh-CN" altLang="en-US" dirty="0"/>
              <a:t>圆圈：序号，以数值表示</a:t>
            </a:r>
            <a:endParaRPr lang="en-US" altLang="zh-CN" dirty="0"/>
          </a:p>
          <a:p>
            <a:r>
              <a:rPr lang="zh-CN" altLang="en-US" dirty="0"/>
              <a:t>可以使用虚拟活动 </a:t>
            </a:r>
            <a:r>
              <a:rPr lang="en-US" altLang="zh-CN" dirty="0"/>
              <a:t>dummy activity </a:t>
            </a:r>
            <a:r>
              <a:rPr lang="zh-CN" altLang="en-US" dirty="0"/>
              <a:t>表示依赖关系</a:t>
            </a:r>
            <a:endParaRPr lang="en-US" altLang="zh-CN" dirty="0"/>
          </a:p>
          <a:p>
            <a:r>
              <a:rPr lang="zh-CN" altLang="en-US" dirty="0"/>
              <a:t>实际使用不多</a:t>
            </a:r>
            <a:endParaRPr lang="en-US" altLang="zh-CN" dirty="0"/>
          </a:p>
        </p:txBody>
      </p:sp>
      <p:sp>
        <p:nvSpPr>
          <p:cNvPr id="50" name="文本占位符 49">
            <a:extLst>
              <a:ext uri="{FF2B5EF4-FFF2-40B4-BE49-F238E27FC236}">
                <a16:creationId xmlns:a16="http://schemas.microsoft.com/office/drawing/2014/main" id="{28E4EE63-2E36-AF73-C696-7936776387B1}"/>
              </a:ext>
            </a:extLst>
          </p:cNvPr>
          <p:cNvSpPr>
            <a:spLocks noGrp="1"/>
          </p:cNvSpPr>
          <p:nvPr>
            <p:ph type="body" sz="quarter" idx="10"/>
          </p:nvPr>
        </p:nvSpPr>
        <p:spPr/>
        <p:txBody>
          <a:bodyPr/>
          <a:lstStyle/>
          <a:p>
            <a:r>
              <a:rPr lang="en-US" altLang="zh-CN" dirty="0"/>
              <a:t>Project Progress</a:t>
            </a:r>
            <a:endParaRPr lang="zh-CN" altLang="en-US" dirty="0"/>
          </a:p>
        </p:txBody>
      </p:sp>
      <p:sp>
        <p:nvSpPr>
          <p:cNvPr id="5" name="椭圆 4">
            <a:extLst>
              <a:ext uri="{FF2B5EF4-FFF2-40B4-BE49-F238E27FC236}">
                <a16:creationId xmlns:a16="http://schemas.microsoft.com/office/drawing/2014/main" id="{6E7A7C02-DAB8-2139-4D9A-EF3985C00A8C}"/>
              </a:ext>
            </a:extLst>
          </p:cNvPr>
          <p:cNvSpPr/>
          <p:nvPr/>
        </p:nvSpPr>
        <p:spPr>
          <a:xfrm>
            <a:off x="4838700" y="3063525"/>
            <a:ext cx="540000" cy="540000"/>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2</a:t>
            </a:r>
            <a:endParaRPr lang="zh-CN" altLang="en-US" sz="1600" dirty="0">
              <a:solidFill>
                <a:schemeClr val="tx1"/>
              </a:solidFill>
            </a:endParaRPr>
          </a:p>
        </p:txBody>
      </p:sp>
      <p:sp>
        <p:nvSpPr>
          <p:cNvPr id="6" name="椭圆 5">
            <a:extLst>
              <a:ext uri="{FF2B5EF4-FFF2-40B4-BE49-F238E27FC236}">
                <a16:creationId xmlns:a16="http://schemas.microsoft.com/office/drawing/2014/main" id="{3941E4D0-6EA9-B7D4-A26A-92EAB98B9E86}"/>
              </a:ext>
            </a:extLst>
          </p:cNvPr>
          <p:cNvSpPr/>
          <p:nvPr/>
        </p:nvSpPr>
        <p:spPr>
          <a:xfrm>
            <a:off x="5943600" y="2549175"/>
            <a:ext cx="540000" cy="540000"/>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4</a:t>
            </a:r>
            <a:endParaRPr lang="zh-CN" altLang="en-US" sz="1600" dirty="0">
              <a:solidFill>
                <a:schemeClr val="tx1"/>
              </a:solidFill>
            </a:endParaRPr>
          </a:p>
        </p:txBody>
      </p:sp>
      <p:sp>
        <p:nvSpPr>
          <p:cNvPr id="7" name="椭圆 6">
            <a:extLst>
              <a:ext uri="{FF2B5EF4-FFF2-40B4-BE49-F238E27FC236}">
                <a16:creationId xmlns:a16="http://schemas.microsoft.com/office/drawing/2014/main" id="{C490F7CE-4832-AA00-CB8A-30CF18092833}"/>
              </a:ext>
            </a:extLst>
          </p:cNvPr>
          <p:cNvSpPr/>
          <p:nvPr/>
        </p:nvSpPr>
        <p:spPr>
          <a:xfrm>
            <a:off x="6859729" y="3751268"/>
            <a:ext cx="540000" cy="540000"/>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5</a:t>
            </a:r>
            <a:endParaRPr lang="zh-CN" altLang="en-US" sz="1600" dirty="0">
              <a:solidFill>
                <a:schemeClr val="tx1"/>
              </a:solidFill>
            </a:endParaRPr>
          </a:p>
        </p:txBody>
      </p:sp>
      <p:sp>
        <p:nvSpPr>
          <p:cNvPr id="8" name="椭圆 7">
            <a:extLst>
              <a:ext uri="{FF2B5EF4-FFF2-40B4-BE49-F238E27FC236}">
                <a16:creationId xmlns:a16="http://schemas.microsoft.com/office/drawing/2014/main" id="{BAE43D7C-7E23-E8EF-6478-1F8107170FDE}"/>
              </a:ext>
            </a:extLst>
          </p:cNvPr>
          <p:cNvSpPr/>
          <p:nvPr/>
        </p:nvSpPr>
        <p:spPr>
          <a:xfrm>
            <a:off x="5477098" y="4334251"/>
            <a:ext cx="540000" cy="540000"/>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3</a:t>
            </a:r>
            <a:endParaRPr lang="zh-CN" altLang="en-US" sz="1600" dirty="0">
              <a:solidFill>
                <a:schemeClr val="tx1"/>
              </a:solidFill>
            </a:endParaRPr>
          </a:p>
        </p:txBody>
      </p:sp>
      <p:sp>
        <p:nvSpPr>
          <p:cNvPr id="9" name="矩形 8">
            <a:extLst>
              <a:ext uri="{FF2B5EF4-FFF2-40B4-BE49-F238E27FC236}">
                <a16:creationId xmlns:a16="http://schemas.microsoft.com/office/drawing/2014/main" id="{0A41CA30-F80E-BA4E-599D-3A29F7775A98}"/>
              </a:ext>
            </a:extLst>
          </p:cNvPr>
          <p:cNvSpPr/>
          <p:nvPr/>
        </p:nvSpPr>
        <p:spPr>
          <a:xfrm>
            <a:off x="8289448" y="3456000"/>
            <a:ext cx="720000" cy="360000"/>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结束</a:t>
            </a:r>
          </a:p>
        </p:txBody>
      </p:sp>
      <p:sp>
        <p:nvSpPr>
          <p:cNvPr id="10" name="矩形 9">
            <a:extLst>
              <a:ext uri="{FF2B5EF4-FFF2-40B4-BE49-F238E27FC236}">
                <a16:creationId xmlns:a16="http://schemas.microsoft.com/office/drawing/2014/main" id="{3667BF8F-73ED-D2E2-F717-9184303D48AF}"/>
              </a:ext>
            </a:extLst>
          </p:cNvPr>
          <p:cNvSpPr/>
          <p:nvPr/>
        </p:nvSpPr>
        <p:spPr>
          <a:xfrm>
            <a:off x="3488848" y="3636000"/>
            <a:ext cx="720000" cy="360000"/>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rPr>
              <a:t>开始</a:t>
            </a:r>
          </a:p>
        </p:txBody>
      </p:sp>
      <p:cxnSp>
        <p:nvCxnSpPr>
          <p:cNvPr id="14" name="连接符: 肘形 13">
            <a:extLst>
              <a:ext uri="{FF2B5EF4-FFF2-40B4-BE49-F238E27FC236}">
                <a16:creationId xmlns:a16="http://schemas.microsoft.com/office/drawing/2014/main" id="{0ED4AE2A-B468-C93D-6DEC-0C6F49DF677A}"/>
              </a:ext>
            </a:extLst>
          </p:cNvPr>
          <p:cNvCxnSpPr>
            <a:cxnSpLocks/>
            <a:stCxn id="10" idx="3"/>
            <a:endCxn id="5" idx="2"/>
          </p:cNvCxnSpPr>
          <p:nvPr/>
        </p:nvCxnSpPr>
        <p:spPr>
          <a:xfrm flipV="1">
            <a:off x="4208848" y="3333525"/>
            <a:ext cx="629852" cy="482475"/>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连接符: 肘形 15">
            <a:extLst>
              <a:ext uri="{FF2B5EF4-FFF2-40B4-BE49-F238E27FC236}">
                <a16:creationId xmlns:a16="http://schemas.microsoft.com/office/drawing/2014/main" id="{CCE2F7B7-A55A-C41D-87F4-E3E189A8D59B}"/>
              </a:ext>
            </a:extLst>
          </p:cNvPr>
          <p:cNvCxnSpPr>
            <a:cxnSpLocks/>
            <a:stCxn id="10" idx="3"/>
            <a:endCxn id="8" idx="2"/>
          </p:cNvCxnSpPr>
          <p:nvPr/>
        </p:nvCxnSpPr>
        <p:spPr>
          <a:xfrm>
            <a:off x="4208848" y="3816000"/>
            <a:ext cx="1268250" cy="788251"/>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连接符: 肘形 17">
            <a:extLst>
              <a:ext uri="{FF2B5EF4-FFF2-40B4-BE49-F238E27FC236}">
                <a16:creationId xmlns:a16="http://schemas.microsoft.com/office/drawing/2014/main" id="{2E548D96-634A-D3AB-5DC4-03C37AC6E0F8}"/>
              </a:ext>
            </a:extLst>
          </p:cNvPr>
          <p:cNvCxnSpPr>
            <a:cxnSpLocks/>
            <a:stCxn id="5" idx="6"/>
            <a:endCxn id="6" idx="2"/>
          </p:cNvCxnSpPr>
          <p:nvPr/>
        </p:nvCxnSpPr>
        <p:spPr>
          <a:xfrm flipV="1">
            <a:off x="5378700" y="2819175"/>
            <a:ext cx="564900" cy="514350"/>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连接符: 肘形 19">
            <a:extLst>
              <a:ext uri="{FF2B5EF4-FFF2-40B4-BE49-F238E27FC236}">
                <a16:creationId xmlns:a16="http://schemas.microsoft.com/office/drawing/2014/main" id="{C5B93BBE-ED23-5DA0-8D27-AB3FBC8F0315}"/>
              </a:ext>
            </a:extLst>
          </p:cNvPr>
          <p:cNvCxnSpPr>
            <a:cxnSpLocks/>
            <a:stCxn id="5" idx="6"/>
            <a:endCxn id="7" idx="2"/>
          </p:cNvCxnSpPr>
          <p:nvPr/>
        </p:nvCxnSpPr>
        <p:spPr>
          <a:xfrm>
            <a:off x="5378700" y="3333525"/>
            <a:ext cx="1481029" cy="687743"/>
          </a:xfrm>
          <a:prstGeom prst="bentConnector3">
            <a:avLst/>
          </a:prstGeom>
          <a:ln>
            <a:solidFill>
              <a:schemeClr val="bg1">
                <a:lumMod val="50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4" name="连接符: 肘形 23">
            <a:extLst>
              <a:ext uri="{FF2B5EF4-FFF2-40B4-BE49-F238E27FC236}">
                <a16:creationId xmlns:a16="http://schemas.microsoft.com/office/drawing/2014/main" id="{6A66BFAF-A6EB-6032-E82E-CF352F2C19F0}"/>
              </a:ext>
            </a:extLst>
          </p:cNvPr>
          <p:cNvCxnSpPr>
            <a:cxnSpLocks/>
            <a:stCxn id="8" idx="6"/>
            <a:endCxn id="7" idx="2"/>
          </p:cNvCxnSpPr>
          <p:nvPr/>
        </p:nvCxnSpPr>
        <p:spPr>
          <a:xfrm flipV="1">
            <a:off x="6017098" y="4021268"/>
            <a:ext cx="842631" cy="582983"/>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6" name="连接符: 肘形 25">
            <a:extLst>
              <a:ext uri="{FF2B5EF4-FFF2-40B4-BE49-F238E27FC236}">
                <a16:creationId xmlns:a16="http://schemas.microsoft.com/office/drawing/2014/main" id="{D6EC5071-147D-1003-D26C-042364007F12}"/>
              </a:ext>
            </a:extLst>
          </p:cNvPr>
          <p:cNvCxnSpPr>
            <a:cxnSpLocks/>
            <a:stCxn id="6" idx="6"/>
            <a:endCxn id="9" idx="0"/>
          </p:cNvCxnSpPr>
          <p:nvPr/>
        </p:nvCxnSpPr>
        <p:spPr>
          <a:xfrm>
            <a:off x="6483600" y="2819175"/>
            <a:ext cx="2165848" cy="636825"/>
          </a:xfrm>
          <a:prstGeom prst="bentConnector2">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连接符: 肘形 27">
            <a:extLst>
              <a:ext uri="{FF2B5EF4-FFF2-40B4-BE49-F238E27FC236}">
                <a16:creationId xmlns:a16="http://schemas.microsoft.com/office/drawing/2014/main" id="{8422E494-72B6-B67F-7FB4-58C4E86F6148}"/>
              </a:ext>
            </a:extLst>
          </p:cNvPr>
          <p:cNvCxnSpPr>
            <a:cxnSpLocks/>
            <a:stCxn id="7" idx="6"/>
            <a:endCxn id="9" idx="1"/>
          </p:cNvCxnSpPr>
          <p:nvPr/>
        </p:nvCxnSpPr>
        <p:spPr>
          <a:xfrm flipV="1">
            <a:off x="7399729" y="3636000"/>
            <a:ext cx="889719" cy="385268"/>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椭圆 28">
            <a:extLst>
              <a:ext uri="{FF2B5EF4-FFF2-40B4-BE49-F238E27FC236}">
                <a16:creationId xmlns:a16="http://schemas.microsoft.com/office/drawing/2014/main" id="{B25264AB-A6F2-6816-CEF4-E9D18B9EC2DA}"/>
              </a:ext>
            </a:extLst>
          </p:cNvPr>
          <p:cNvSpPr/>
          <p:nvPr/>
        </p:nvSpPr>
        <p:spPr>
          <a:xfrm>
            <a:off x="7588249" y="4906726"/>
            <a:ext cx="540000" cy="540000"/>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6</a:t>
            </a:r>
            <a:endParaRPr lang="zh-CN" altLang="en-US" sz="1600" dirty="0">
              <a:solidFill>
                <a:schemeClr val="tx1"/>
              </a:solidFill>
            </a:endParaRPr>
          </a:p>
        </p:txBody>
      </p:sp>
      <p:sp>
        <p:nvSpPr>
          <p:cNvPr id="30" name="椭圆 29">
            <a:extLst>
              <a:ext uri="{FF2B5EF4-FFF2-40B4-BE49-F238E27FC236}">
                <a16:creationId xmlns:a16="http://schemas.microsoft.com/office/drawing/2014/main" id="{FF5AFDFE-ADD4-1182-4B25-72CD09D0360A}"/>
              </a:ext>
            </a:extLst>
          </p:cNvPr>
          <p:cNvSpPr/>
          <p:nvPr/>
        </p:nvSpPr>
        <p:spPr>
          <a:xfrm>
            <a:off x="4578349" y="4906726"/>
            <a:ext cx="540000" cy="540000"/>
          </a:xfrm>
          <a:prstGeom prst="ellipse">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dirty="0">
                <a:solidFill>
                  <a:schemeClr val="tx1"/>
                </a:solidFill>
              </a:rPr>
              <a:t>1</a:t>
            </a:r>
            <a:endParaRPr lang="zh-CN" altLang="en-US" sz="1600" dirty="0">
              <a:solidFill>
                <a:schemeClr val="tx1"/>
              </a:solidFill>
            </a:endParaRPr>
          </a:p>
        </p:txBody>
      </p:sp>
      <p:cxnSp>
        <p:nvCxnSpPr>
          <p:cNvPr id="32" name="连接符: 肘形 31">
            <a:extLst>
              <a:ext uri="{FF2B5EF4-FFF2-40B4-BE49-F238E27FC236}">
                <a16:creationId xmlns:a16="http://schemas.microsoft.com/office/drawing/2014/main" id="{F27F93F1-7D30-0909-39FA-8B5A662B05AE}"/>
              </a:ext>
            </a:extLst>
          </p:cNvPr>
          <p:cNvCxnSpPr>
            <a:cxnSpLocks/>
            <a:stCxn id="10" idx="2"/>
            <a:endCxn id="30" idx="2"/>
          </p:cNvCxnSpPr>
          <p:nvPr/>
        </p:nvCxnSpPr>
        <p:spPr>
          <a:xfrm rot="16200000" flipH="1">
            <a:off x="3623235" y="4221612"/>
            <a:ext cx="1180726" cy="729501"/>
          </a:xfrm>
          <a:prstGeom prst="bentConnector2">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连接符: 肘形 35">
            <a:extLst>
              <a:ext uri="{FF2B5EF4-FFF2-40B4-BE49-F238E27FC236}">
                <a16:creationId xmlns:a16="http://schemas.microsoft.com/office/drawing/2014/main" id="{71B08822-3E59-998E-0DF6-F661F3245266}"/>
              </a:ext>
            </a:extLst>
          </p:cNvPr>
          <p:cNvCxnSpPr>
            <a:cxnSpLocks/>
            <a:stCxn id="29" idx="6"/>
            <a:endCxn id="9" idx="2"/>
          </p:cNvCxnSpPr>
          <p:nvPr/>
        </p:nvCxnSpPr>
        <p:spPr>
          <a:xfrm flipV="1">
            <a:off x="8128249" y="3816000"/>
            <a:ext cx="521199" cy="1360726"/>
          </a:xfrm>
          <a:prstGeom prst="bentConnector2">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258850A9-6513-2E98-430C-00E3A6711474}"/>
              </a:ext>
            </a:extLst>
          </p:cNvPr>
          <p:cNvCxnSpPr>
            <a:cxnSpLocks/>
            <a:stCxn id="30" idx="6"/>
            <a:endCxn id="29" idx="2"/>
          </p:cNvCxnSpPr>
          <p:nvPr/>
        </p:nvCxnSpPr>
        <p:spPr>
          <a:xfrm>
            <a:off x="5118349" y="5176726"/>
            <a:ext cx="2469900"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文本框 36">
            <a:extLst>
              <a:ext uri="{FF2B5EF4-FFF2-40B4-BE49-F238E27FC236}">
                <a16:creationId xmlns:a16="http://schemas.microsoft.com/office/drawing/2014/main" id="{F52F0372-5392-58A4-49F9-EFEB42108812}"/>
              </a:ext>
            </a:extLst>
          </p:cNvPr>
          <p:cNvSpPr txBox="1"/>
          <p:nvPr/>
        </p:nvSpPr>
        <p:spPr>
          <a:xfrm>
            <a:off x="4208848" y="3086668"/>
            <a:ext cx="349776" cy="369332"/>
          </a:xfrm>
          <a:prstGeom prst="rect">
            <a:avLst/>
          </a:prstGeom>
          <a:noFill/>
        </p:spPr>
        <p:txBody>
          <a:bodyPr wrap="none" rtlCol="0">
            <a:spAutoFit/>
          </a:bodyPr>
          <a:lstStyle/>
          <a:p>
            <a:r>
              <a:rPr lang="en-US" altLang="zh-CN" dirty="0"/>
              <a:t>A</a:t>
            </a:r>
            <a:endParaRPr lang="zh-CN" altLang="en-US" dirty="0"/>
          </a:p>
        </p:txBody>
      </p:sp>
      <p:sp>
        <p:nvSpPr>
          <p:cNvPr id="38" name="文本框 37">
            <a:extLst>
              <a:ext uri="{FF2B5EF4-FFF2-40B4-BE49-F238E27FC236}">
                <a16:creationId xmlns:a16="http://schemas.microsoft.com/office/drawing/2014/main" id="{0C2744B8-3990-3C97-84D5-4203AC2DB825}"/>
              </a:ext>
            </a:extLst>
          </p:cNvPr>
          <p:cNvSpPr txBox="1"/>
          <p:nvPr/>
        </p:nvSpPr>
        <p:spPr>
          <a:xfrm>
            <a:off x="5348873" y="2485970"/>
            <a:ext cx="359394" cy="369332"/>
          </a:xfrm>
          <a:prstGeom prst="rect">
            <a:avLst/>
          </a:prstGeom>
          <a:noFill/>
        </p:spPr>
        <p:txBody>
          <a:bodyPr wrap="none" rtlCol="0">
            <a:spAutoFit/>
          </a:bodyPr>
          <a:lstStyle/>
          <a:p>
            <a:r>
              <a:rPr lang="en-US" altLang="zh-CN" dirty="0"/>
              <a:t>B</a:t>
            </a:r>
            <a:endParaRPr lang="zh-CN" altLang="en-US" dirty="0"/>
          </a:p>
        </p:txBody>
      </p:sp>
      <p:sp>
        <p:nvSpPr>
          <p:cNvPr id="39" name="文本框 38">
            <a:extLst>
              <a:ext uri="{FF2B5EF4-FFF2-40B4-BE49-F238E27FC236}">
                <a16:creationId xmlns:a16="http://schemas.microsoft.com/office/drawing/2014/main" id="{97428327-891F-0A24-4F79-D95ACEF0745A}"/>
              </a:ext>
            </a:extLst>
          </p:cNvPr>
          <p:cNvSpPr txBox="1"/>
          <p:nvPr/>
        </p:nvSpPr>
        <p:spPr>
          <a:xfrm>
            <a:off x="7238473" y="2485970"/>
            <a:ext cx="349776" cy="369332"/>
          </a:xfrm>
          <a:prstGeom prst="rect">
            <a:avLst/>
          </a:prstGeom>
          <a:noFill/>
        </p:spPr>
        <p:txBody>
          <a:bodyPr wrap="none" rtlCol="0">
            <a:spAutoFit/>
          </a:bodyPr>
          <a:lstStyle/>
          <a:p>
            <a:r>
              <a:rPr lang="en-US" altLang="zh-CN" dirty="0"/>
              <a:t>C</a:t>
            </a:r>
            <a:endParaRPr lang="zh-CN" altLang="en-US" dirty="0"/>
          </a:p>
        </p:txBody>
      </p:sp>
      <p:sp>
        <p:nvSpPr>
          <p:cNvPr id="40" name="文本框 39">
            <a:extLst>
              <a:ext uri="{FF2B5EF4-FFF2-40B4-BE49-F238E27FC236}">
                <a16:creationId xmlns:a16="http://schemas.microsoft.com/office/drawing/2014/main" id="{B71DE40E-D4E7-0293-0D1B-32B33B2A0560}"/>
              </a:ext>
            </a:extLst>
          </p:cNvPr>
          <p:cNvSpPr txBox="1"/>
          <p:nvPr/>
        </p:nvSpPr>
        <p:spPr>
          <a:xfrm>
            <a:off x="4144311" y="4816726"/>
            <a:ext cx="375424" cy="369332"/>
          </a:xfrm>
          <a:prstGeom prst="rect">
            <a:avLst/>
          </a:prstGeom>
          <a:noFill/>
        </p:spPr>
        <p:txBody>
          <a:bodyPr wrap="none" rtlCol="0">
            <a:spAutoFit/>
          </a:bodyPr>
          <a:lstStyle/>
          <a:p>
            <a:r>
              <a:rPr lang="en-US" altLang="zh-CN" dirty="0"/>
              <a:t>D</a:t>
            </a:r>
            <a:endParaRPr lang="zh-CN" altLang="en-US" dirty="0"/>
          </a:p>
        </p:txBody>
      </p:sp>
      <p:sp>
        <p:nvSpPr>
          <p:cNvPr id="41" name="文本框 40">
            <a:extLst>
              <a:ext uri="{FF2B5EF4-FFF2-40B4-BE49-F238E27FC236}">
                <a16:creationId xmlns:a16="http://schemas.microsoft.com/office/drawing/2014/main" id="{450F67D7-12C7-B50F-934C-901FDD934F56}"/>
              </a:ext>
            </a:extLst>
          </p:cNvPr>
          <p:cNvSpPr txBox="1"/>
          <p:nvPr/>
        </p:nvSpPr>
        <p:spPr>
          <a:xfrm>
            <a:off x="4976007" y="4201491"/>
            <a:ext cx="349776" cy="369332"/>
          </a:xfrm>
          <a:prstGeom prst="rect">
            <a:avLst/>
          </a:prstGeom>
          <a:noFill/>
        </p:spPr>
        <p:txBody>
          <a:bodyPr wrap="none" rtlCol="0">
            <a:spAutoFit/>
          </a:bodyPr>
          <a:lstStyle/>
          <a:p>
            <a:r>
              <a:rPr lang="en-US" altLang="zh-CN" dirty="0"/>
              <a:t>E</a:t>
            </a:r>
            <a:endParaRPr lang="zh-CN" altLang="en-US" dirty="0"/>
          </a:p>
        </p:txBody>
      </p:sp>
      <p:sp>
        <p:nvSpPr>
          <p:cNvPr id="44" name="文本框 43">
            <a:extLst>
              <a:ext uri="{FF2B5EF4-FFF2-40B4-BE49-F238E27FC236}">
                <a16:creationId xmlns:a16="http://schemas.microsoft.com/office/drawing/2014/main" id="{74D33463-1E1A-832B-DE61-E29F3F2F3C81}"/>
              </a:ext>
            </a:extLst>
          </p:cNvPr>
          <p:cNvSpPr txBox="1"/>
          <p:nvPr/>
        </p:nvSpPr>
        <p:spPr>
          <a:xfrm>
            <a:off x="6149953" y="4179680"/>
            <a:ext cx="362600" cy="369332"/>
          </a:xfrm>
          <a:prstGeom prst="rect">
            <a:avLst/>
          </a:prstGeom>
          <a:noFill/>
        </p:spPr>
        <p:txBody>
          <a:bodyPr wrap="none" rtlCol="0">
            <a:spAutoFit/>
          </a:bodyPr>
          <a:lstStyle/>
          <a:p>
            <a:r>
              <a:rPr lang="en-US" altLang="zh-CN" dirty="0"/>
              <a:t>G</a:t>
            </a:r>
            <a:endParaRPr lang="zh-CN" altLang="en-US" dirty="0"/>
          </a:p>
        </p:txBody>
      </p:sp>
      <p:sp>
        <p:nvSpPr>
          <p:cNvPr id="45" name="文本框 44">
            <a:extLst>
              <a:ext uri="{FF2B5EF4-FFF2-40B4-BE49-F238E27FC236}">
                <a16:creationId xmlns:a16="http://schemas.microsoft.com/office/drawing/2014/main" id="{F76CA728-D0CD-000A-ADE7-348B5DE888A2}"/>
              </a:ext>
            </a:extLst>
          </p:cNvPr>
          <p:cNvSpPr txBox="1"/>
          <p:nvPr/>
        </p:nvSpPr>
        <p:spPr>
          <a:xfrm>
            <a:off x="6912984" y="4807394"/>
            <a:ext cx="372218" cy="369332"/>
          </a:xfrm>
          <a:prstGeom prst="rect">
            <a:avLst/>
          </a:prstGeom>
          <a:noFill/>
        </p:spPr>
        <p:txBody>
          <a:bodyPr wrap="none" rtlCol="0">
            <a:spAutoFit/>
          </a:bodyPr>
          <a:lstStyle/>
          <a:p>
            <a:r>
              <a:rPr lang="en-US" altLang="zh-CN" dirty="0"/>
              <a:t>H</a:t>
            </a:r>
            <a:endParaRPr lang="zh-CN" altLang="en-US" dirty="0"/>
          </a:p>
        </p:txBody>
      </p:sp>
      <p:sp>
        <p:nvSpPr>
          <p:cNvPr id="46" name="文本框 45">
            <a:extLst>
              <a:ext uri="{FF2B5EF4-FFF2-40B4-BE49-F238E27FC236}">
                <a16:creationId xmlns:a16="http://schemas.microsoft.com/office/drawing/2014/main" id="{1E3DFB7D-F8DF-25B3-59BD-92567C861CE1}"/>
              </a:ext>
            </a:extLst>
          </p:cNvPr>
          <p:cNvSpPr txBox="1"/>
          <p:nvPr/>
        </p:nvSpPr>
        <p:spPr>
          <a:xfrm>
            <a:off x="7532437" y="3586005"/>
            <a:ext cx="253596" cy="369332"/>
          </a:xfrm>
          <a:prstGeom prst="rect">
            <a:avLst/>
          </a:prstGeom>
          <a:noFill/>
        </p:spPr>
        <p:txBody>
          <a:bodyPr wrap="none" rtlCol="0">
            <a:spAutoFit/>
          </a:bodyPr>
          <a:lstStyle/>
          <a:p>
            <a:r>
              <a:rPr lang="en-US" altLang="zh-CN" dirty="0"/>
              <a:t>I</a:t>
            </a:r>
            <a:endParaRPr lang="zh-CN" altLang="en-US" dirty="0"/>
          </a:p>
        </p:txBody>
      </p:sp>
      <p:sp>
        <p:nvSpPr>
          <p:cNvPr id="47" name="文本框 46">
            <a:extLst>
              <a:ext uri="{FF2B5EF4-FFF2-40B4-BE49-F238E27FC236}">
                <a16:creationId xmlns:a16="http://schemas.microsoft.com/office/drawing/2014/main" id="{A0E6DEE0-724C-B133-BBF1-63DAC80FC0B4}"/>
              </a:ext>
            </a:extLst>
          </p:cNvPr>
          <p:cNvSpPr txBox="1"/>
          <p:nvPr/>
        </p:nvSpPr>
        <p:spPr>
          <a:xfrm>
            <a:off x="8321598" y="4438062"/>
            <a:ext cx="300082" cy="369332"/>
          </a:xfrm>
          <a:prstGeom prst="rect">
            <a:avLst/>
          </a:prstGeom>
          <a:noFill/>
        </p:spPr>
        <p:txBody>
          <a:bodyPr wrap="none" rtlCol="0">
            <a:spAutoFit/>
          </a:bodyPr>
          <a:lstStyle/>
          <a:p>
            <a:r>
              <a:rPr lang="en-US" altLang="zh-CN" dirty="0"/>
              <a:t>J</a:t>
            </a:r>
            <a:endParaRPr lang="zh-CN" altLang="en-US" dirty="0"/>
          </a:p>
        </p:txBody>
      </p:sp>
    </p:spTree>
    <p:extLst>
      <p:ext uri="{BB962C8B-B14F-4D97-AF65-F5344CB8AC3E}">
        <p14:creationId xmlns:p14="http://schemas.microsoft.com/office/powerpoint/2010/main" val="26563608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CB949-84E8-8DA1-66F9-E4D9EDA6DD5B}"/>
            </a:ext>
          </a:extLst>
        </p:cNvPr>
        <p:cNvGrpSpPr/>
        <p:nvPr/>
      </p:nvGrpSpPr>
      <p:grpSpPr>
        <a:xfrm>
          <a:off x="0" y="0"/>
          <a:ext cx="0" cy="0"/>
          <a:chOff x="0" y="0"/>
          <a:chExt cx="0" cy="0"/>
        </a:xfrm>
      </p:grpSpPr>
      <p:pic>
        <p:nvPicPr>
          <p:cNvPr id="6" name="图片占位符 5">
            <a:extLst>
              <a:ext uri="{FF2B5EF4-FFF2-40B4-BE49-F238E27FC236}">
                <a16:creationId xmlns:a16="http://schemas.microsoft.com/office/drawing/2014/main" id="{2EE7E85C-74CD-A4B5-BF70-217737C5115A}"/>
              </a:ext>
            </a:extLst>
          </p:cNvPr>
          <p:cNvPicPr>
            <a:picLocks noGrp="1" noChangeAspect="1"/>
          </p:cNvPicPr>
          <p:nvPr>
            <p:ph type="pic" sz="quarter" idx="4294967295"/>
          </p:nvPr>
        </p:nvPicPr>
        <p:blipFill>
          <a:blip r:embed="rId2"/>
          <a:srcRect l="17552" r="17552"/>
          <a:stretch/>
        </p:blipFill>
        <p:spPr>
          <a:xfrm>
            <a:off x="0" y="0"/>
            <a:ext cx="7912359" cy="6858000"/>
          </a:xfrm>
        </p:spPr>
      </p:pic>
      <p:sp>
        <p:nvSpPr>
          <p:cNvPr id="2" name="标题 1">
            <a:extLst>
              <a:ext uri="{FF2B5EF4-FFF2-40B4-BE49-F238E27FC236}">
                <a16:creationId xmlns:a16="http://schemas.microsoft.com/office/drawing/2014/main" id="{2E4FF08B-DC21-AB20-B906-964C0598AE54}"/>
              </a:ext>
            </a:extLst>
          </p:cNvPr>
          <p:cNvSpPr>
            <a:spLocks noGrp="1"/>
          </p:cNvSpPr>
          <p:nvPr>
            <p:ph type="ctrTitle"/>
          </p:nvPr>
        </p:nvSpPr>
        <p:spPr>
          <a:xfrm>
            <a:off x="4077578" y="3498981"/>
            <a:ext cx="7262228" cy="1440000"/>
          </a:xfrm>
        </p:spPr>
        <p:txBody>
          <a:bodyPr/>
          <a:lstStyle/>
          <a:p>
            <a:r>
              <a:rPr lang="zh-CN" altLang="en-US" dirty="0"/>
              <a:t>项目质量</a:t>
            </a:r>
          </a:p>
        </p:txBody>
      </p:sp>
      <p:sp>
        <p:nvSpPr>
          <p:cNvPr id="3" name="副标题 2">
            <a:extLst>
              <a:ext uri="{FF2B5EF4-FFF2-40B4-BE49-F238E27FC236}">
                <a16:creationId xmlns:a16="http://schemas.microsoft.com/office/drawing/2014/main" id="{CF173283-8CD8-5341-3326-924D69120130}"/>
              </a:ext>
            </a:extLst>
          </p:cNvPr>
          <p:cNvSpPr>
            <a:spLocks noGrp="1"/>
          </p:cNvSpPr>
          <p:nvPr>
            <p:ph type="subTitle" idx="1"/>
          </p:nvPr>
        </p:nvSpPr>
        <p:spPr>
          <a:xfrm>
            <a:off x="4077578" y="4938981"/>
            <a:ext cx="7262228" cy="900000"/>
          </a:xfrm>
        </p:spPr>
        <p:txBody>
          <a:bodyPr/>
          <a:lstStyle/>
          <a:p>
            <a:r>
              <a:rPr lang="en-US" altLang="zh-CN" dirty="0"/>
              <a:t>Section 6 Project Quality</a:t>
            </a:r>
            <a:endParaRPr lang="zh-CN" altLang="en-US" dirty="0"/>
          </a:p>
        </p:txBody>
      </p:sp>
    </p:spTree>
    <p:extLst>
      <p:ext uri="{BB962C8B-B14F-4D97-AF65-F5344CB8AC3E}">
        <p14:creationId xmlns:p14="http://schemas.microsoft.com/office/powerpoint/2010/main" val="14572968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B24303-0E45-6D72-428C-35E14C0ED0D8}"/>
            </a:ext>
          </a:extLst>
        </p:cNvPr>
        <p:cNvGrpSpPr/>
        <p:nvPr/>
      </p:nvGrpSpPr>
      <p:grpSpPr>
        <a:xfrm>
          <a:off x="0" y="0"/>
          <a:ext cx="0" cy="0"/>
          <a:chOff x="0" y="0"/>
          <a:chExt cx="0" cy="0"/>
        </a:xfrm>
      </p:grpSpPr>
      <p:pic>
        <p:nvPicPr>
          <p:cNvPr id="6" name="图片占位符 5">
            <a:extLst>
              <a:ext uri="{FF2B5EF4-FFF2-40B4-BE49-F238E27FC236}">
                <a16:creationId xmlns:a16="http://schemas.microsoft.com/office/drawing/2014/main" id="{6B3A6406-DFBD-7E0D-C9E6-C327F94EBD5C}"/>
              </a:ext>
            </a:extLst>
          </p:cNvPr>
          <p:cNvPicPr>
            <a:picLocks noGrp="1" noChangeAspect="1"/>
          </p:cNvPicPr>
          <p:nvPr>
            <p:ph type="pic" sz="quarter" idx="4294967295"/>
          </p:nvPr>
        </p:nvPicPr>
        <p:blipFill>
          <a:blip r:embed="rId2"/>
          <a:srcRect l="17552" r="17552"/>
          <a:stretch/>
        </p:blipFill>
        <p:spPr>
          <a:xfrm>
            <a:off x="0" y="0"/>
            <a:ext cx="7912359" cy="6858000"/>
          </a:xfrm>
        </p:spPr>
      </p:pic>
      <p:sp>
        <p:nvSpPr>
          <p:cNvPr id="2" name="标题 1">
            <a:extLst>
              <a:ext uri="{FF2B5EF4-FFF2-40B4-BE49-F238E27FC236}">
                <a16:creationId xmlns:a16="http://schemas.microsoft.com/office/drawing/2014/main" id="{CA69BC13-D868-0C5E-EA19-9911C0317A53}"/>
              </a:ext>
            </a:extLst>
          </p:cNvPr>
          <p:cNvSpPr>
            <a:spLocks noGrp="1"/>
          </p:cNvSpPr>
          <p:nvPr>
            <p:ph type="ctrTitle"/>
          </p:nvPr>
        </p:nvSpPr>
        <p:spPr>
          <a:xfrm>
            <a:off x="4077578" y="3498981"/>
            <a:ext cx="7262228" cy="1440000"/>
          </a:xfrm>
        </p:spPr>
        <p:txBody>
          <a:bodyPr/>
          <a:lstStyle/>
          <a:p>
            <a:r>
              <a:rPr lang="zh-CN" altLang="en-US" dirty="0"/>
              <a:t>项目配置</a:t>
            </a:r>
          </a:p>
        </p:txBody>
      </p:sp>
      <p:sp>
        <p:nvSpPr>
          <p:cNvPr id="3" name="副标题 2">
            <a:extLst>
              <a:ext uri="{FF2B5EF4-FFF2-40B4-BE49-F238E27FC236}">
                <a16:creationId xmlns:a16="http://schemas.microsoft.com/office/drawing/2014/main" id="{7496C533-BD3D-41DF-66A8-6437270E1F9E}"/>
              </a:ext>
            </a:extLst>
          </p:cNvPr>
          <p:cNvSpPr>
            <a:spLocks noGrp="1"/>
          </p:cNvSpPr>
          <p:nvPr>
            <p:ph type="subTitle" idx="1"/>
          </p:nvPr>
        </p:nvSpPr>
        <p:spPr>
          <a:xfrm>
            <a:off x="4077578" y="4938981"/>
            <a:ext cx="7262228" cy="900000"/>
          </a:xfrm>
        </p:spPr>
        <p:txBody>
          <a:bodyPr/>
          <a:lstStyle/>
          <a:p>
            <a:r>
              <a:rPr lang="en-US" altLang="zh-CN" dirty="0"/>
              <a:t>Section 7 Project Config</a:t>
            </a:r>
            <a:endParaRPr lang="zh-CN" altLang="en-US" dirty="0"/>
          </a:p>
        </p:txBody>
      </p:sp>
    </p:spTree>
    <p:extLst>
      <p:ext uri="{BB962C8B-B14F-4D97-AF65-F5344CB8AC3E}">
        <p14:creationId xmlns:p14="http://schemas.microsoft.com/office/powerpoint/2010/main" val="269321635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F95133-4102-7AF4-8B4B-6B85CA43B57B}"/>
            </a:ext>
          </a:extLst>
        </p:cNvPr>
        <p:cNvGrpSpPr/>
        <p:nvPr/>
      </p:nvGrpSpPr>
      <p:grpSpPr>
        <a:xfrm>
          <a:off x="0" y="0"/>
          <a:ext cx="0" cy="0"/>
          <a:chOff x="0" y="0"/>
          <a:chExt cx="0" cy="0"/>
        </a:xfrm>
      </p:grpSpPr>
      <p:pic>
        <p:nvPicPr>
          <p:cNvPr id="6" name="图片占位符 5">
            <a:extLst>
              <a:ext uri="{FF2B5EF4-FFF2-40B4-BE49-F238E27FC236}">
                <a16:creationId xmlns:a16="http://schemas.microsoft.com/office/drawing/2014/main" id="{A433D9DE-825E-3B68-2E0B-ACEEA249B341}"/>
              </a:ext>
            </a:extLst>
          </p:cNvPr>
          <p:cNvPicPr>
            <a:picLocks noGrp="1" noChangeAspect="1"/>
          </p:cNvPicPr>
          <p:nvPr>
            <p:ph type="pic" sz="quarter" idx="4294967295"/>
          </p:nvPr>
        </p:nvPicPr>
        <p:blipFill>
          <a:blip r:embed="rId2"/>
          <a:srcRect l="17552" r="17552"/>
          <a:stretch/>
        </p:blipFill>
        <p:spPr>
          <a:xfrm>
            <a:off x="0" y="0"/>
            <a:ext cx="7912359" cy="6858000"/>
          </a:xfrm>
        </p:spPr>
      </p:pic>
      <p:sp>
        <p:nvSpPr>
          <p:cNvPr id="2" name="标题 1">
            <a:extLst>
              <a:ext uri="{FF2B5EF4-FFF2-40B4-BE49-F238E27FC236}">
                <a16:creationId xmlns:a16="http://schemas.microsoft.com/office/drawing/2014/main" id="{AF6D2CA8-4058-642D-7AB4-6195060DA8C4}"/>
              </a:ext>
            </a:extLst>
          </p:cNvPr>
          <p:cNvSpPr>
            <a:spLocks noGrp="1"/>
          </p:cNvSpPr>
          <p:nvPr>
            <p:ph type="ctrTitle"/>
          </p:nvPr>
        </p:nvSpPr>
        <p:spPr>
          <a:xfrm>
            <a:off x="4077578" y="3498981"/>
            <a:ext cx="7262228" cy="1440000"/>
          </a:xfrm>
        </p:spPr>
        <p:txBody>
          <a:bodyPr/>
          <a:lstStyle/>
          <a:p>
            <a:r>
              <a:rPr lang="zh-CN" altLang="en-US" dirty="0"/>
              <a:t>项目团队</a:t>
            </a:r>
          </a:p>
        </p:txBody>
      </p:sp>
      <p:sp>
        <p:nvSpPr>
          <p:cNvPr id="3" name="副标题 2">
            <a:extLst>
              <a:ext uri="{FF2B5EF4-FFF2-40B4-BE49-F238E27FC236}">
                <a16:creationId xmlns:a16="http://schemas.microsoft.com/office/drawing/2014/main" id="{1AD1E055-DA02-DD1A-AB84-AA031CACB41F}"/>
              </a:ext>
            </a:extLst>
          </p:cNvPr>
          <p:cNvSpPr>
            <a:spLocks noGrp="1"/>
          </p:cNvSpPr>
          <p:nvPr>
            <p:ph type="subTitle" idx="1"/>
          </p:nvPr>
        </p:nvSpPr>
        <p:spPr>
          <a:xfrm>
            <a:off x="4077578" y="4938981"/>
            <a:ext cx="7262228" cy="900000"/>
          </a:xfrm>
        </p:spPr>
        <p:txBody>
          <a:bodyPr/>
          <a:lstStyle/>
          <a:p>
            <a:r>
              <a:rPr lang="en-US" altLang="zh-CN" dirty="0"/>
              <a:t>Section 8 Project Team</a:t>
            </a:r>
            <a:endParaRPr lang="zh-CN" altLang="en-US" dirty="0"/>
          </a:p>
        </p:txBody>
      </p:sp>
    </p:spTree>
    <p:extLst>
      <p:ext uri="{BB962C8B-B14F-4D97-AF65-F5344CB8AC3E}">
        <p14:creationId xmlns:p14="http://schemas.microsoft.com/office/powerpoint/2010/main" val="1657808287"/>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F6A98E-B257-8F8D-43F4-280E31A276D5}"/>
              </a:ext>
            </a:extLst>
          </p:cNvPr>
          <p:cNvSpPr>
            <a:spLocks noGrp="1"/>
          </p:cNvSpPr>
          <p:nvPr>
            <p:ph type="title"/>
          </p:nvPr>
        </p:nvSpPr>
        <p:spPr>
          <a:xfrm>
            <a:off x="696000" y="360000"/>
            <a:ext cx="10800000" cy="424732"/>
          </a:xfrm>
        </p:spPr>
        <p:txBody>
          <a:bodyPr/>
          <a:lstStyle/>
          <a:p>
            <a:r>
              <a:rPr lang="zh-CN" altLang="en-US" dirty="0"/>
              <a:t>团队发展四阶段</a:t>
            </a:r>
          </a:p>
        </p:txBody>
      </p:sp>
      <p:sp>
        <p:nvSpPr>
          <p:cNvPr id="6" name="内容占位符 5">
            <a:extLst>
              <a:ext uri="{FF2B5EF4-FFF2-40B4-BE49-F238E27FC236}">
                <a16:creationId xmlns:a16="http://schemas.microsoft.com/office/drawing/2014/main" id="{503C520A-0517-88D9-2579-58A7AFF26F11}"/>
              </a:ext>
            </a:extLst>
          </p:cNvPr>
          <p:cNvSpPr>
            <a:spLocks noGrp="1"/>
          </p:cNvSpPr>
          <p:nvPr>
            <p:ph idx="1"/>
          </p:nvPr>
        </p:nvSpPr>
        <p:spPr>
          <a:xfrm>
            <a:off x="695325" y="1079500"/>
            <a:ext cx="10801350" cy="5111750"/>
          </a:xfrm>
        </p:spPr>
        <p:txBody>
          <a:bodyPr/>
          <a:lstStyle/>
          <a:p>
            <a:r>
              <a:rPr lang="en-US" altLang="zh-CN" dirty="0"/>
              <a:t>Bruce Tuckman </a:t>
            </a:r>
            <a:r>
              <a:rPr lang="zh-CN" altLang="en-US" dirty="0"/>
              <a:t>于</a:t>
            </a:r>
            <a:r>
              <a:rPr lang="en-US" altLang="zh-CN" dirty="0"/>
              <a:t>1965</a:t>
            </a:r>
            <a:r>
              <a:rPr lang="zh-CN" altLang="en-US" dirty="0"/>
              <a:t>年提出</a:t>
            </a:r>
          </a:p>
        </p:txBody>
      </p:sp>
      <p:graphicFrame>
        <p:nvGraphicFramePr>
          <p:cNvPr id="7" name="内容占位符 3">
            <a:extLst>
              <a:ext uri="{FF2B5EF4-FFF2-40B4-BE49-F238E27FC236}">
                <a16:creationId xmlns:a16="http://schemas.microsoft.com/office/drawing/2014/main" id="{41ADDA13-5CBF-85AA-451B-87DB06B8AC63}"/>
              </a:ext>
            </a:extLst>
          </p:cNvPr>
          <p:cNvGraphicFramePr>
            <a:graphicFrameLocks/>
          </p:cNvGraphicFramePr>
          <p:nvPr>
            <p:extLst>
              <p:ext uri="{D42A27DB-BD31-4B8C-83A1-F6EECF244321}">
                <p14:modId xmlns:p14="http://schemas.microsoft.com/office/powerpoint/2010/main" val="1673233735"/>
              </p:ext>
            </p:extLst>
          </p:nvPr>
        </p:nvGraphicFramePr>
        <p:xfrm>
          <a:off x="695325" y="4362450"/>
          <a:ext cx="10801350" cy="1828800"/>
        </p:xfrm>
        <a:graphic>
          <a:graphicData uri="http://schemas.openxmlformats.org/drawingml/2006/table">
            <a:tbl>
              <a:tblPr/>
              <a:tblGrid>
                <a:gridCol w="5400675">
                  <a:extLst>
                    <a:ext uri="{9D8B030D-6E8A-4147-A177-3AD203B41FA5}">
                      <a16:colId xmlns:a16="http://schemas.microsoft.com/office/drawing/2014/main" val="98282091"/>
                    </a:ext>
                  </a:extLst>
                </a:gridCol>
                <a:gridCol w="5400675">
                  <a:extLst>
                    <a:ext uri="{9D8B030D-6E8A-4147-A177-3AD203B41FA5}">
                      <a16:colId xmlns:a16="http://schemas.microsoft.com/office/drawing/2014/main" val="3840129698"/>
                    </a:ext>
                  </a:extLst>
                </a:gridCol>
              </a:tblGrid>
              <a:tr h="0">
                <a:tc>
                  <a:txBody>
                    <a:bodyPr/>
                    <a:lstStyle/>
                    <a:p>
                      <a:pPr>
                        <a:buNone/>
                      </a:pPr>
                      <a:r>
                        <a:rPr lang="en-US" altLang="zh-CN" dirty="0">
                          <a:solidFill>
                            <a:schemeClr val="bg1"/>
                          </a:solidFill>
                        </a:rPr>
                        <a:t>Item</a:t>
                      </a:r>
                      <a:endParaRPr lang="zh-CN" altLang="en-US" dirty="0">
                        <a:solidFill>
                          <a:schemeClr val="bg1"/>
                        </a:solidFill>
                      </a:endParaRPr>
                    </a:p>
                  </a:txBody>
                  <a:tcPr anchor="ctr">
                    <a:lnL>
                      <a:noFill/>
                    </a:lnL>
                    <a:lnR>
                      <a:noFill/>
                    </a:lnR>
                    <a:lnT>
                      <a:noFill/>
                    </a:lnT>
                    <a:lnB>
                      <a:noFill/>
                    </a:lnB>
                    <a:solidFill>
                      <a:schemeClr val="accent2"/>
                    </a:solidFill>
                  </a:tcPr>
                </a:tc>
                <a:tc>
                  <a:txBody>
                    <a:bodyPr/>
                    <a:lstStyle/>
                    <a:p>
                      <a:pPr>
                        <a:buNone/>
                      </a:pPr>
                      <a:r>
                        <a:rPr lang="en-US" altLang="zh-CN" dirty="0">
                          <a:solidFill>
                            <a:schemeClr val="bg1"/>
                          </a:solidFill>
                        </a:rPr>
                        <a:t>Description</a:t>
                      </a:r>
                      <a:endParaRPr lang="zh-CN" altLang="en-US" dirty="0">
                        <a:solidFill>
                          <a:schemeClr val="bg1"/>
                        </a:solidFill>
                      </a:endParaRPr>
                    </a:p>
                  </a:txBody>
                  <a:tcPr anchor="ctr">
                    <a:lnL>
                      <a:noFill/>
                    </a:lnL>
                    <a:lnR>
                      <a:noFill/>
                    </a:lnR>
                    <a:lnT>
                      <a:noFill/>
                    </a:lnT>
                    <a:lnB>
                      <a:noFill/>
                    </a:lnB>
                    <a:solidFill>
                      <a:schemeClr val="accent2"/>
                    </a:solidFill>
                  </a:tcPr>
                </a:tc>
                <a:extLst>
                  <a:ext uri="{0D108BD9-81ED-4DB2-BD59-A6C34878D82A}">
                    <a16:rowId xmlns:a16="http://schemas.microsoft.com/office/drawing/2014/main" val="4294107049"/>
                  </a:ext>
                </a:extLst>
              </a:tr>
              <a:tr h="0">
                <a:tc>
                  <a:txBody>
                    <a:bodyPr/>
                    <a:lstStyle/>
                    <a:p>
                      <a:pPr>
                        <a:buNone/>
                      </a:pPr>
                      <a:r>
                        <a:rPr lang="en-US" dirty="0"/>
                        <a:t>Forming</a:t>
                      </a:r>
                    </a:p>
                  </a:txBody>
                  <a:tcPr anchor="ctr">
                    <a:lnL>
                      <a:noFill/>
                    </a:lnL>
                    <a:lnR>
                      <a:noFill/>
                    </a:lnR>
                    <a:lnT>
                      <a:noFill/>
                    </a:lnT>
                    <a:lnB w="6350" cap="flat" cmpd="sng" algn="ctr">
                      <a:solidFill>
                        <a:schemeClr val="accent2"/>
                      </a:solidFill>
                      <a:prstDash val="solid"/>
                      <a:round/>
                      <a:headEnd type="none" w="med" len="med"/>
                      <a:tailEnd type="none" w="med" len="med"/>
                    </a:lnB>
                    <a:noFill/>
                  </a:tcPr>
                </a:tc>
                <a:tc>
                  <a:txBody>
                    <a:bodyPr/>
                    <a:lstStyle/>
                    <a:p>
                      <a:pPr>
                        <a:buNone/>
                      </a:pPr>
                      <a:r>
                        <a:rPr lang="zh-CN" altLang="en-US" dirty="0"/>
                        <a:t>形成期</a:t>
                      </a:r>
                    </a:p>
                  </a:txBody>
                  <a:tcPr anchor="ctr">
                    <a:lnL>
                      <a:noFill/>
                    </a:lnL>
                    <a:lnR>
                      <a:noFill/>
                    </a:lnR>
                    <a:lnT>
                      <a:noFill/>
                    </a:lnT>
                    <a:lnB w="635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2310982016"/>
                  </a:ext>
                </a:extLst>
              </a:tr>
              <a:tr h="0">
                <a:tc>
                  <a:txBody>
                    <a:bodyPr/>
                    <a:lstStyle/>
                    <a:p>
                      <a:pPr>
                        <a:buNone/>
                      </a:pPr>
                      <a:r>
                        <a:rPr lang="en-US" dirty="0"/>
                        <a:t>Storming</a:t>
                      </a:r>
                    </a:p>
                  </a:txBody>
                  <a:tcPr anchor="ctr">
                    <a:lnL>
                      <a:noFill/>
                    </a:lnL>
                    <a:lnR>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noFill/>
                  </a:tcPr>
                </a:tc>
                <a:tc>
                  <a:txBody>
                    <a:bodyPr/>
                    <a:lstStyle/>
                    <a:p>
                      <a:pPr>
                        <a:buNone/>
                      </a:pPr>
                      <a:r>
                        <a:rPr lang="zh-CN" altLang="en-US" dirty="0"/>
                        <a:t>震荡期或磨合期</a:t>
                      </a:r>
                    </a:p>
                  </a:txBody>
                  <a:tcPr anchor="ctr">
                    <a:lnL>
                      <a:noFill/>
                    </a:lnL>
                    <a:lnR>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1937801575"/>
                  </a:ext>
                </a:extLst>
              </a:tr>
              <a:tr h="0">
                <a:tc>
                  <a:txBody>
                    <a:bodyPr/>
                    <a:lstStyle/>
                    <a:p>
                      <a:pPr>
                        <a:buNone/>
                      </a:pPr>
                      <a:r>
                        <a:rPr lang="en-US" dirty="0"/>
                        <a:t>Norming</a:t>
                      </a:r>
                    </a:p>
                  </a:txBody>
                  <a:tcPr anchor="ctr">
                    <a:lnL>
                      <a:noFill/>
                    </a:lnL>
                    <a:lnR>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noFill/>
                  </a:tcPr>
                </a:tc>
                <a:tc>
                  <a:txBody>
                    <a:bodyPr/>
                    <a:lstStyle/>
                    <a:p>
                      <a:pPr>
                        <a:buNone/>
                      </a:pPr>
                      <a:r>
                        <a:rPr lang="zh-CN" altLang="en-US" dirty="0"/>
                        <a:t>规范期</a:t>
                      </a:r>
                    </a:p>
                  </a:txBody>
                  <a:tcPr anchor="ctr">
                    <a:lnL>
                      <a:noFill/>
                    </a:lnL>
                    <a:lnR>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380702055"/>
                  </a:ext>
                </a:extLst>
              </a:tr>
              <a:tr h="0">
                <a:tc>
                  <a:txBody>
                    <a:bodyPr/>
                    <a:lstStyle/>
                    <a:p>
                      <a:pPr>
                        <a:buNone/>
                      </a:pPr>
                      <a:r>
                        <a:rPr lang="en-US" dirty="0"/>
                        <a:t>Performing</a:t>
                      </a:r>
                    </a:p>
                  </a:txBody>
                  <a:tcPr anchor="ctr">
                    <a:lnL>
                      <a:noFill/>
                    </a:lnL>
                    <a:lnR>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noFill/>
                  </a:tcPr>
                </a:tc>
                <a:tc>
                  <a:txBody>
                    <a:bodyPr/>
                    <a:lstStyle/>
                    <a:p>
                      <a:pPr>
                        <a:buNone/>
                      </a:pPr>
                      <a:r>
                        <a:rPr lang="zh-CN" altLang="en-US" dirty="0"/>
                        <a:t>表现期 </a:t>
                      </a:r>
                      <a:r>
                        <a:rPr lang="en-US" altLang="zh-CN" dirty="0"/>
                        <a:t>/ </a:t>
                      </a:r>
                      <a:r>
                        <a:rPr lang="zh-CN" altLang="en-US" dirty="0"/>
                        <a:t>执行期 </a:t>
                      </a:r>
                      <a:r>
                        <a:rPr lang="en-US" altLang="zh-CN" dirty="0"/>
                        <a:t>/ </a:t>
                      </a:r>
                      <a:r>
                        <a:rPr lang="zh-CN" altLang="en-US" dirty="0"/>
                        <a:t>高绩效期</a:t>
                      </a:r>
                    </a:p>
                  </a:txBody>
                  <a:tcPr anchor="ctr">
                    <a:lnL>
                      <a:noFill/>
                    </a:lnL>
                    <a:lnR>
                      <a:noFill/>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noFill/>
                  </a:tcPr>
                </a:tc>
                <a:extLst>
                  <a:ext uri="{0D108BD9-81ED-4DB2-BD59-A6C34878D82A}">
                    <a16:rowId xmlns:a16="http://schemas.microsoft.com/office/drawing/2014/main" val="437711081"/>
                  </a:ext>
                </a:extLst>
              </a:tr>
            </a:tbl>
          </a:graphicData>
        </a:graphic>
      </p:graphicFrame>
    </p:spTree>
    <p:extLst>
      <p:ext uri="{BB962C8B-B14F-4D97-AF65-F5344CB8AC3E}">
        <p14:creationId xmlns:p14="http://schemas.microsoft.com/office/powerpoint/2010/main" val="1090686238"/>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EF26FB-B0DE-4125-134A-4E0614469BD3}"/>
              </a:ext>
            </a:extLst>
          </p:cNvPr>
          <p:cNvSpPr>
            <a:spLocks noGrp="1"/>
          </p:cNvSpPr>
          <p:nvPr>
            <p:ph type="title"/>
          </p:nvPr>
        </p:nvSpPr>
        <p:spPr/>
        <p:txBody>
          <a:bodyPr/>
          <a:lstStyle/>
          <a:p>
            <a:r>
              <a:rPr lang="zh-CN" altLang="en-US" dirty="0"/>
              <a:t>干系人 </a:t>
            </a:r>
            <a:r>
              <a:rPr lang="en-US" altLang="zh-CN" dirty="0"/>
              <a:t>Stakeholders</a:t>
            </a:r>
            <a:endParaRPr lang="zh-CN" altLang="en-US" dirty="0"/>
          </a:p>
        </p:txBody>
      </p:sp>
      <p:sp>
        <p:nvSpPr>
          <p:cNvPr id="3" name="内容占位符 2">
            <a:extLst>
              <a:ext uri="{FF2B5EF4-FFF2-40B4-BE49-F238E27FC236}">
                <a16:creationId xmlns:a16="http://schemas.microsoft.com/office/drawing/2014/main" id="{1A53E66D-42F5-9025-C7D2-0B9DE6AC81CF}"/>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2137977114"/>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459578-7087-52F7-997F-3737C639765A}"/>
              </a:ext>
            </a:extLst>
          </p:cNvPr>
          <p:cNvSpPr>
            <a:spLocks noGrp="1"/>
          </p:cNvSpPr>
          <p:nvPr>
            <p:ph type="title"/>
          </p:nvPr>
        </p:nvSpPr>
        <p:spPr>
          <a:xfrm>
            <a:off x="696000" y="360000"/>
            <a:ext cx="10800000" cy="424732"/>
          </a:xfrm>
        </p:spPr>
        <p:txBody>
          <a:bodyPr/>
          <a:lstStyle/>
          <a:p>
            <a:r>
              <a:rPr lang="zh-CN" altLang="en-US" dirty="0"/>
              <a:t>凸显模型 </a:t>
            </a:r>
            <a:r>
              <a:rPr lang="en-US" altLang="zh-CN" dirty="0"/>
              <a:t>Salience Model</a:t>
            </a:r>
            <a:endParaRPr lang="zh-CN" altLang="en-US" dirty="0"/>
          </a:p>
        </p:txBody>
      </p:sp>
      <p:sp>
        <p:nvSpPr>
          <p:cNvPr id="11" name="内容占位符 10">
            <a:extLst>
              <a:ext uri="{FF2B5EF4-FFF2-40B4-BE49-F238E27FC236}">
                <a16:creationId xmlns:a16="http://schemas.microsoft.com/office/drawing/2014/main" id="{7C17E8C5-E405-C470-919F-F377F38AF7FD}"/>
              </a:ext>
            </a:extLst>
          </p:cNvPr>
          <p:cNvSpPr>
            <a:spLocks noGrp="1"/>
          </p:cNvSpPr>
          <p:nvPr>
            <p:ph idx="1"/>
          </p:nvPr>
        </p:nvSpPr>
        <p:spPr>
          <a:xfrm>
            <a:off x="696000" y="1080000"/>
            <a:ext cx="10800000" cy="5112000"/>
          </a:xfrm>
        </p:spPr>
        <p:txBody>
          <a:bodyPr/>
          <a:lstStyle/>
          <a:p>
            <a:endParaRPr lang="zh-CN" altLang="en-US"/>
          </a:p>
        </p:txBody>
      </p:sp>
      <p:graphicFrame>
        <p:nvGraphicFramePr>
          <p:cNvPr id="9" name="内容占位符 5">
            <a:extLst>
              <a:ext uri="{FF2B5EF4-FFF2-40B4-BE49-F238E27FC236}">
                <a16:creationId xmlns:a16="http://schemas.microsoft.com/office/drawing/2014/main" id="{28CD73D4-2AD0-D999-55A3-A7BD54DBD2B5}"/>
              </a:ext>
            </a:extLst>
          </p:cNvPr>
          <p:cNvGraphicFramePr>
            <a:graphicFrameLocks/>
          </p:cNvGraphicFramePr>
          <p:nvPr/>
        </p:nvGraphicFramePr>
        <p:xfrm>
          <a:off x="695325" y="4528552"/>
          <a:ext cx="10801350" cy="1663448"/>
        </p:xfrm>
        <a:graphic>
          <a:graphicData uri="http://schemas.openxmlformats.org/drawingml/2006/table">
            <a:tbl>
              <a:tblPr>
                <a:tableStyleId>{72833802-FEF1-4C79-8D5D-14CF1EAF98D9}</a:tableStyleId>
              </a:tblPr>
              <a:tblGrid>
                <a:gridCol w="5400675">
                  <a:extLst>
                    <a:ext uri="{9D8B030D-6E8A-4147-A177-3AD203B41FA5}">
                      <a16:colId xmlns:a16="http://schemas.microsoft.com/office/drawing/2014/main" val="2257498338"/>
                    </a:ext>
                  </a:extLst>
                </a:gridCol>
                <a:gridCol w="5400675">
                  <a:extLst>
                    <a:ext uri="{9D8B030D-6E8A-4147-A177-3AD203B41FA5}">
                      <a16:colId xmlns:a16="http://schemas.microsoft.com/office/drawing/2014/main" val="772762208"/>
                    </a:ext>
                  </a:extLst>
                </a:gridCol>
              </a:tblGrid>
              <a:tr h="0">
                <a:tc>
                  <a:txBody>
                    <a:bodyPr/>
                    <a:lstStyle/>
                    <a:p>
                      <a:pPr>
                        <a:lnSpc>
                          <a:spcPct val="150000"/>
                        </a:lnSpc>
                        <a:buNone/>
                      </a:pPr>
                      <a:r>
                        <a:rPr lang="zh-CN" altLang="en-US" sz="1600" dirty="0">
                          <a:solidFill>
                            <a:schemeClr val="bg1"/>
                          </a:solidFill>
                        </a:rPr>
                        <a:t>维度</a:t>
                      </a: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2"/>
                    </a:solidFill>
                  </a:tcPr>
                </a:tc>
                <a:tc>
                  <a:txBody>
                    <a:bodyPr/>
                    <a:lstStyle/>
                    <a:p>
                      <a:pPr>
                        <a:lnSpc>
                          <a:spcPct val="150000"/>
                        </a:lnSpc>
                        <a:buNone/>
                      </a:pPr>
                      <a:r>
                        <a:rPr lang="zh-CN" altLang="en-US" sz="1600" dirty="0">
                          <a:solidFill>
                            <a:schemeClr val="bg1"/>
                          </a:solidFill>
                        </a:rPr>
                        <a:t>含义</a:t>
                      </a: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2"/>
                    </a:solidFill>
                  </a:tcPr>
                </a:tc>
                <a:extLst>
                  <a:ext uri="{0D108BD9-81ED-4DB2-BD59-A6C34878D82A}">
                    <a16:rowId xmlns:a16="http://schemas.microsoft.com/office/drawing/2014/main" val="1950792618"/>
                  </a:ext>
                </a:extLst>
              </a:tr>
              <a:tr h="0">
                <a:tc>
                  <a:txBody>
                    <a:bodyPr/>
                    <a:lstStyle/>
                    <a:p>
                      <a:pPr>
                        <a:lnSpc>
                          <a:spcPct val="150000"/>
                        </a:lnSpc>
                        <a:buNone/>
                      </a:pPr>
                      <a:r>
                        <a:rPr lang="zh-CN" altLang="en-US" sz="1600" dirty="0"/>
                        <a:t>权力 </a:t>
                      </a:r>
                      <a:r>
                        <a:rPr lang="en-US" sz="1600" dirty="0"/>
                        <a:t>Power</a:t>
                      </a: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nSpc>
                          <a:spcPct val="150000"/>
                        </a:lnSpc>
                        <a:buNone/>
                      </a:pPr>
                      <a:r>
                        <a:rPr lang="zh-CN" altLang="en-US" sz="1600" dirty="0"/>
                        <a:t>是否有能力影响项目决策或资源分配？</a:t>
                      </a: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314146267"/>
                  </a:ext>
                </a:extLst>
              </a:tr>
              <a:tr h="0">
                <a:tc>
                  <a:txBody>
                    <a:bodyPr/>
                    <a:lstStyle/>
                    <a:p>
                      <a:pPr>
                        <a:lnSpc>
                          <a:spcPct val="150000"/>
                        </a:lnSpc>
                        <a:buNone/>
                      </a:pPr>
                      <a:r>
                        <a:rPr lang="zh-CN" altLang="en-US" sz="1600" dirty="0"/>
                        <a:t>合法性 </a:t>
                      </a:r>
                      <a:r>
                        <a:rPr lang="en-US" sz="1600" dirty="0"/>
                        <a:t>Legitimacy</a:t>
                      </a: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nSpc>
                          <a:spcPct val="150000"/>
                        </a:lnSpc>
                        <a:buNone/>
                      </a:pPr>
                      <a:r>
                        <a:rPr lang="zh-CN" altLang="en-US" sz="1600" dirty="0"/>
                        <a:t>其参与是否符合规则、道德或社会期望？</a:t>
                      </a: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4004831539"/>
                  </a:ext>
                </a:extLst>
              </a:tr>
              <a:tr h="0">
                <a:tc>
                  <a:txBody>
                    <a:bodyPr/>
                    <a:lstStyle/>
                    <a:p>
                      <a:pPr>
                        <a:lnSpc>
                          <a:spcPct val="150000"/>
                        </a:lnSpc>
                        <a:buNone/>
                      </a:pPr>
                      <a:r>
                        <a:rPr lang="zh-CN" altLang="en-US" sz="1600" dirty="0"/>
                        <a:t>紧迫性 </a:t>
                      </a:r>
                      <a:r>
                        <a:rPr lang="en-US" sz="1600" dirty="0"/>
                        <a:t>Urgency</a:t>
                      </a: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nSpc>
                          <a:spcPct val="150000"/>
                        </a:lnSpc>
                        <a:buNone/>
                      </a:pPr>
                      <a:r>
                        <a:rPr lang="zh-CN" altLang="en-US" sz="1600" dirty="0"/>
                        <a:t>是否需要立即响应？是否有时间压力？</a:t>
                      </a:r>
                    </a:p>
                  </a:txBody>
                  <a:tcPr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84911823"/>
                  </a:ext>
                </a:extLst>
              </a:tr>
            </a:tbl>
          </a:graphicData>
        </a:graphic>
      </p:graphicFrame>
    </p:spTree>
    <p:extLst>
      <p:ext uri="{BB962C8B-B14F-4D97-AF65-F5344CB8AC3E}">
        <p14:creationId xmlns:p14="http://schemas.microsoft.com/office/powerpoint/2010/main" val="204802088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B596F958-C726-0557-68E6-F92B50677791}"/>
              </a:ext>
            </a:extLst>
          </p:cNvPr>
          <p:cNvSpPr>
            <a:spLocks noGrp="1"/>
          </p:cNvSpPr>
          <p:nvPr>
            <p:ph type="title"/>
          </p:nvPr>
        </p:nvSpPr>
        <p:spPr>
          <a:xfrm>
            <a:off x="695998" y="360000"/>
            <a:ext cx="7200000" cy="424732"/>
          </a:xfrm>
        </p:spPr>
        <p:txBody>
          <a:bodyPr/>
          <a:lstStyle/>
          <a:p>
            <a:r>
              <a:rPr lang="zh-CN" altLang="en-US" dirty="0"/>
              <a:t>干系人 </a:t>
            </a:r>
            <a:r>
              <a:rPr lang="en-US" altLang="zh-CN" dirty="0"/>
              <a:t>Stakeholders</a:t>
            </a:r>
            <a:endParaRPr lang="zh-CN" altLang="en-US" dirty="0"/>
          </a:p>
        </p:txBody>
      </p:sp>
      <p:sp>
        <p:nvSpPr>
          <p:cNvPr id="3" name="内容占位符 2">
            <a:extLst>
              <a:ext uri="{FF2B5EF4-FFF2-40B4-BE49-F238E27FC236}">
                <a16:creationId xmlns:a16="http://schemas.microsoft.com/office/drawing/2014/main" id="{0AFE9DF8-165F-8ADF-4AA7-3991D9C773F9}"/>
              </a:ext>
            </a:extLst>
          </p:cNvPr>
          <p:cNvSpPr>
            <a:spLocks noGrp="1"/>
          </p:cNvSpPr>
          <p:nvPr>
            <p:ph idx="1"/>
          </p:nvPr>
        </p:nvSpPr>
        <p:spPr/>
        <p:txBody>
          <a:bodyPr/>
          <a:lstStyle/>
          <a:p>
            <a:endParaRPr lang="zh-CN" altLang="en-US"/>
          </a:p>
        </p:txBody>
      </p:sp>
      <p:sp>
        <p:nvSpPr>
          <p:cNvPr id="4" name="文本占位符 3">
            <a:extLst>
              <a:ext uri="{FF2B5EF4-FFF2-40B4-BE49-F238E27FC236}">
                <a16:creationId xmlns:a16="http://schemas.microsoft.com/office/drawing/2014/main" id="{07EF861D-4CCF-2E00-F4C2-E18650662A43}"/>
              </a:ext>
            </a:extLst>
          </p:cNvPr>
          <p:cNvSpPr>
            <a:spLocks noGrp="1"/>
          </p:cNvSpPr>
          <p:nvPr>
            <p:ph type="body" sz="quarter" idx="10"/>
          </p:nvPr>
        </p:nvSpPr>
        <p:spPr/>
        <p:txBody>
          <a:bodyPr/>
          <a:lstStyle/>
          <a:p>
            <a:endParaRPr lang="zh-CN" altLang="en-US"/>
          </a:p>
        </p:txBody>
      </p:sp>
      <p:graphicFrame>
        <p:nvGraphicFramePr>
          <p:cNvPr id="9" name="内容占位符 3">
            <a:extLst>
              <a:ext uri="{FF2B5EF4-FFF2-40B4-BE49-F238E27FC236}">
                <a16:creationId xmlns:a16="http://schemas.microsoft.com/office/drawing/2014/main" id="{B7830169-B500-B273-3FB2-332093BAA4B1}"/>
              </a:ext>
            </a:extLst>
          </p:cNvPr>
          <p:cNvGraphicFramePr>
            <a:graphicFrameLocks/>
          </p:cNvGraphicFramePr>
          <p:nvPr/>
        </p:nvGraphicFramePr>
        <p:xfrm>
          <a:off x="695325" y="2994807"/>
          <a:ext cx="10800000" cy="3197193"/>
        </p:xfrm>
        <a:graphic>
          <a:graphicData uri="http://schemas.openxmlformats.org/drawingml/2006/table">
            <a:tbl>
              <a:tblPr>
                <a:tableStyleId>{72833802-FEF1-4C79-8D5D-14CF1EAF98D9}</a:tableStyleId>
              </a:tblPr>
              <a:tblGrid>
                <a:gridCol w="647608">
                  <a:extLst>
                    <a:ext uri="{9D8B030D-6E8A-4147-A177-3AD203B41FA5}">
                      <a16:colId xmlns:a16="http://schemas.microsoft.com/office/drawing/2014/main" val="3977532349"/>
                    </a:ext>
                  </a:extLst>
                </a:gridCol>
                <a:gridCol w="2995127">
                  <a:extLst>
                    <a:ext uri="{9D8B030D-6E8A-4147-A177-3AD203B41FA5}">
                      <a16:colId xmlns:a16="http://schemas.microsoft.com/office/drawing/2014/main" val="3201153781"/>
                    </a:ext>
                  </a:extLst>
                </a:gridCol>
                <a:gridCol w="1119673">
                  <a:extLst>
                    <a:ext uri="{9D8B030D-6E8A-4147-A177-3AD203B41FA5}">
                      <a16:colId xmlns:a16="http://schemas.microsoft.com/office/drawing/2014/main" val="790501837"/>
                    </a:ext>
                  </a:extLst>
                </a:gridCol>
                <a:gridCol w="6037592">
                  <a:extLst>
                    <a:ext uri="{9D8B030D-6E8A-4147-A177-3AD203B41FA5}">
                      <a16:colId xmlns:a16="http://schemas.microsoft.com/office/drawing/2014/main" val="246903288"/>
                    </a:ext>
                  </a:extLst>
                </a:gridCol>
              </a:tblGrid>
              <a:tr h="0">
                <a:tc>
                  <a:txBody>
                    <a:bodyPr/>
                    <a:lstStyle/>
                    <a:p>
                      <a:pPr algn="ctr">
                        <a:lnSpc>
                          <a:spcPct val="150000"/>
                        </a:lnSpc>
                        <a:buNone/>
                      </a:pPr>
                      <a:r>
                        <a:rPr lang="zh-CN" altLang="en-US" sz="1600" dirty="0">
                          <a:solidFill>
                            <a:schemeClr val="bg1"/>
                          </a:solidFill>
                        </a:rPr>
                        <a:t>编号</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2"/>
                    </a:solidFill>
                  </a:tcPr>
                </a:tc>
                <a:tc>
                  <a:txBody>
                    <a:bodyPr/>
                    <a:lstStyle/>
                    <a:p>
                      <a:pPr>
                        <a:lnSpc>
                          <a:spcPct val="150000"/>
                        </a:lnSpc>
                        <a:buNone/>
                      </a:pPr>
                      <a:r>
                        <a:rPr lang="zh-CN" altLang="en-US" sz="1600" dirty="0">
                          <a:solidFill>
                            <a:schemeClr val="bg1"/>
                          </a:solidFill>
                        </a:rPr>
                        <a:t>英文名称</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2"/>
                    </a:solidFill>
                  </a:tcPr>
                </a:tc>
                <a:tc>
                  <a:txBody>
                    <a:bodyPr/>
                    <a:lstStyle/>
                    <a:p>
                      <a:pPr>
                        <a:lnSpc>
                          <a:spcPct val="150000"/>
                        </a:lnSpc>
                        <a:buNone/>
                      </a:pPr>
                      <a:r>
                        <a:rPr lang="zh-CN" altLang="en-US" sz="1600" dirty="0">
                          <a:solidFill>
                            <a:schemeClr val="bg1"/>
                          </a:solidFill>
                        </a:rPr>
                        <a:t>中文名称</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2"/>
                    </a:solidFill>
                  </a:tcPr>
                </a:tc>
                <a:tc>
                  <a:txBody>
                    <a:bodyPr/>
                    <a:lstStyle/>
                    <a:p>
                      <a:pPr>
                        <a:lnSpc>
                          <a:spcPct val="150000"/>
                        </a:lnSpc>
                        <a:buNone/>
                      </a:pPr>
                      <a:r>
                        <a:rPr lang="zh-CN" altLang="en-US" sz="1600" dirty="0">
                          <a:solidFill>
                            <a:schemeClr val="bg1"/>
                          </a:solidFill>
                        </a:rPr>
                        <a:t>特征说明</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solidFill>
                      <a:schemeClr val="accent2"/>
                    </a:solidFill>
                  </a:tcPr>
                </a:tc>
                <a:extLst>
                  <a:ext uri="{0D108BD9-81ED-4DB2-BD59-A6C34878D82A}">
                    <a16:rowId xmlns:a16="http://schemas.microsoft.com/office/drawing/2014/main" val="127923883"/>
                  </a:ext>
                </a:extLst>
              </a:tr>
              <a:tr h="0">
                <a:tc>
                  <a:txBody>
                    <a:bodyPr/>
                    <a:lstStyle/>
                    <a:p>
                      <a:pPr algn="ctr">
                        <a:lnSpc>
                          <a:spcPct val="150000"/>
                        </a:lnSpc>
                        <a:buNone/>
                      </a:pPr>
                      <a:r>
                        <a:rPr lang="en-US" altLang="zh-CN" sz="1600" dirty="0"/>
                        <a:t>1</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nSpc>
                          <a:spcPct val="150000"/>
                        </a:lnSpc>
                        <a:buNone/>
                      </a:pPr>
                      <a:r>
                        <a:rPr lang="en-US" sz="1600" dirty="0"/>
                        <a:t>Dormant Stakeholders</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nSpc>
                          <a:spcPct val="150000"/>
                        </a:lnSpc>
                        <a:buNone/>
                      </a:pPr>
                      <a:r>
                        <a:rPr lang="zh-CN" altLang="en-US" sz="1600" dirty="0"/>
                        <a:t>潜伏型</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nSpc>
                          <a:spcPct val="150000"/>
                        </a:lnSpc>
                        <a:buNone/>
                      </a:pPr>
                      <a:r>
                        <a:rPr lang="zh-CN" altLang="en-US" sz="1600" dirty="0"/>
                        <a:t>有权力但不主动，合法且非紧急。可暂时忽略，但需监控</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590803437"/>
                  </a:ext>
                </a:extLst>
              </a:tr>
              <a:tr h="0">
                <a:tc>
                  <a:txBody>
                    <a:bodyPr/>
                    <a:lstStyle/>
                    <a:p>
                      <a:pPr algn="ctr">
                        <a:lnSpc>
                          <a:spcPct val="150000"/>
                        </a:lnSpc>
                        <a:buNone/>
                      </a:pPr>
                      <a:r>
                        <a:rPr lang="en-US" altLang="zh-CN" sz="1600" dirty="0"/>
                        <a:t>2</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nSpc>
                          <a:spcPct val="150000"/>
                        </a:lnSpc>
                        <a:buNone/>
                      </a:pPr>
                      <a:r>
                        <a:rPr lang="en-US" sz="1600" dirty="0"/>
                        <a:t>Discretionary Stakeholders</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nSpc>
                          <a:spcPct val="150000"/>
                        </a:lnSpc>
                        <a:buNone/>
                      </a:pPr>
                      <a:r>
                        <a:rPr lang="zh-CN" altLang="en-US" sz="1600" dirty="0"/>
                        <a:t>随意型</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nSpc>
                          <a:spcPct val="150000"/>
                        </a:lnSpc>
                        <a:buNone/>
                      </a:pPr>
                      <a:r>
                        <a:rPr lang="zh-CN" altLang="en-US" sz="1600" dirty="0"/>
                        <a:t>无权力，但合法且紧急。例如：临时求助的同事</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4224256384"/>
                  </a:ext>
                </a:extLst>
              </a:tr>
              <a:tr h="0">
                <a:tc>
                  <a:txBody>
                    <a:bodyPr/>
                    <a:lstStyle/>
                    <a:p>
                      <a:pPr algn="ctr">
                        <a:lnSpc>
                          <a:spcPct val="150000"/>
                        </a:lnSpc>
                        <a:buNone/>
                      </a:pPr>
                      <a:r>
                        <a:rPr lang="en-US" altLang="zh-CN" sz="1600" dirty="0"/>
                        <a:t>3</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nSpc>
                          <a:spcPct val="150000"/>
                        </a:lnSpc>
                        <a:buNone/>
                      </a:pPr>
                      <a:r>
                        <a:rPr lang="en-US" sz="1600" dirty="0"/>
                        <a:t>Demanding Stakeholders</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nSpc>
                          <a:spcPct val="150000"/>
                        </a:lnSpc>
                        <a:buNone/>
                      </a:pPr>
                      <a:r>
                        <a:rPr lang="zh-CN" altLang="en-US" sz="1600" dirty="0"/>
                        <a:t>娇情型</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nSpc>
                          <a:spcPct val="150000"/>
                        </a:lnSpc>
                        <a:buNone/>
                      </a:pPr>
                      <a:r>
                        <a:rPr lang="zh-CN" altLang="en-US" sz="1600" dirty="0"/>
                        <a:t>有权、合法但不紧急。喜欢提要求，但不会立刻施压</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075907110"/>
                  </a:ext>
                </a:extLst>
              </a:tr>
              <a:tr h="0">
                <a:tc>
                  <a:txBody>
                    <a:bodyPr/>
                    <a:lstStyle/>
                    <a:p>
                      <a:pPr algn="ctr">
                        <a:lnSpc>
                          <a:spcPct val="150000"/>
                        </a:lnSpc>
                        <a:buNone/>
                      </a:pPr>
                      <a:r>
                        <a:rPr lang="en-US" altLang="zh-CN" sz="1600" dirty="0"/>
                        <a:t>4</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nSpc>
                          <a:spcPct val="150000"/>
                        </a:lnSpc>
                        <a:buNone/>
                      </a:pPr>
                      <a:r>
                        <a:rPr lang="en-US" sz="1600" dirty="0"/>
                        <a:t>Dominant Stakeholders</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nSpc>
                          <a:spcPct val="150000"/>
                        </a:lnSpc>
                        <a:buNone/>
                      </a:pPr>
                      <a:r>
                        <a:rPr lang="zh-CN" altLang="en-US" sz="1600" dirty="0"/>
                        <a:t>权贵型</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nSpc>
                          <a:spcPct val="150000"/>
                        </a:lnSpc>
                        <a:buNone/>
                      </a:pPr>
                      <a:r>
                        <a:rPr lang="zh-CN" altLang="en-US" sz="1600" dirty="0"/>
                        <a:t>有权、合法、但不紧急。典型如高层领导、董事会成员</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980077829"/>
                  </a:ext>
                </a:extLst>
              </a:tr>
              <a:tr h="0">
                <a:tc>
                  <a:txBody>
                    <a:bodyPr/>
                    <a:lstStyle/>
                    <a:p>
                      <a:pPr algn="ctr">
                        <a:lnSpc>
                          <a:spcPct val="150000"/>
                        </a:lnSpc>
                        <a:buNone/>
                      </a:pPr>
                      <a:r>
                        <a:rPr lang="en-US" altLang="zh-CN" sz="1600" dirty="0"/>
                        <a:t>5</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nSpc>
                          <a:spcPct val="150000"/>
                        </a:lnSpc>
                        <a:buNone/>
                      </a:pPr>
                      <a:r>
                        <a:rPr lang="en-US" sz="1600" dirty="0"/>
                        <a:t>Dangerous Stakeholders</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nSpc>
                          <a:spcPct val="150000"/>
                        </a:lnSpc>
                        <a:buNone/>
                      </a:pPr>
                      <a:r>
                        <a:rPr lang="zh-CN" altLang="en-US" sz="1600" dirty="0"/>
                        <a:t>危险型</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nSpc>
                          <a:spcPct val="150000"/>
                        </a:lnSpc>
                        <a:buNone/>
                      </a:pPr>
                      <a:r>
                        <a:rPr lang="zh-CN" altLang="en-US" sz="1600" dirty="0"/>
                        <a:t>有权、不合法、但紧急。可能违法或破坏项目，需警惕</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484786950"/>
                  </a:ext>
                </a:extLst>
              </a:tr>
              <a:tr h="0">
                <a:tc>
                  <a:txBody>
                    <a:bodyPr/>
                    <a:lstStyle/>
                    <a:p>
                      <a:pPr algn="ctr">
                        <a:lnSpc>
                          <a:spcPct val="150000"/>
                        </a:lnSpc>
                        <a:buNone/>
                      </a:pPr>
                      <a:r>
                        <a:rPr lang="en-US" altLang="zh-CN" sz="1600" dirty="0"/>
                        <a:t>6</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nSpc>
                          <a:spcPct val="150000"/>
                        </a:lnSpc>
                        <a:buNone/>
                      </a:pPr>
                      <a:r>
                        <a:rPr lang="en-US" sz="1600" dirty="0"/>
                        <a:t>Dependent Stakeholders</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nSpc>
                          <a:spcPct val="150000"/>
                        </a:lnSpc>
                        <a:buNone/>
                      </a:pPr>
                      <a:r>
                        <a:rPr lang="zh-CN" altLang="en-US" sz="1600" dirty="0"/>
                        <a:t>从众型</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nSpc>
                          <a:spcPct val="150000"/>
                        </a:lnSpc>
                        <a:buNone/>
                      </a:pPr>
                      <a:r>
                        <a:rPr lang="zh-CN" altLang="en-US" sz="1600" dirty="0"/>
                        <a:t>无权、不合法、也不紧急。依赖他人支持，影响力小</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2214180841"/>
                  </a:ext>
                </a:extLst>
              </a:tr>
              <a:tr h="0">
                <a:tc>
                  <a:txBody>
                    <a:bodyPr/>
                    <a:lstStyle/>
                    <a:p>
                      <a:pPr algn="ctr">
                        <a:lnSpc>
                          <a:spcPct val="150000"/>
                        </a:lnSpc>
                        <a:buNone/>
                      </a:pPr>
                      <a:r>
                        <a:rPr lang="en-US" altLang="zh-CN" sz="1600" dirty="0"/>
                        <a:t>7</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nSpc>
                          <a:spcPct val="150000"/>
                        </a:lnSpc>
                        <a:buNone/>
                      </a:pPr>
                      <a:r>
                        <a:rPr lang="en-US" sz="1600" dirty="0"/>
                        <a:t>Definitive Stakeholders</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nSpc>
                          <a:spcPct val="150000"/>
                        </a:lnSpc>
                        <a:buNone/>
                      </a:pPr>
                      <a:r>
                        <a:rPr lang="zh-CN" altLang="en-US" sz="1600" dirty="0"/>
                        <a:t>统治型</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tc>
                  <a:txBody>
                    <a:bodyPr/>
                    <a:lstStyle/>
                    <a:p>
                      <a:pPr>
                        <a:lnSpc>
                          <a:spcPct val="150000"/>
                        </a:lnSpc>
                        <a:buNone/>
                      </a:pPr>
                      <a:r>
                        <a:rPr lang="zh-CN" altLang="en-US" sz="1600" dirty="0"/>
                        <a:t>三者俱全：有权、合法、紧急。最核心的干系人，必须重点管理</a:t>
                      </a:r>
                    </a:p>
                  </a:txBody>
                  <a:tcPr marL="75173" marR="75173" marT="37586" marB="37586" anchor="ctr">
                    <a:lnL w="6350" cap="flat" cmpd="sng" algn="ctr">
                      <a:solidFill>
                        <a:schemeClr val="accent2"/>
                      </a:solidFill>
                      <a:prstDash val="solid"/>
                      <a:round/>
                      <a:headEnd type="none" w="med" len="med"/>
                      <a:tailEnd type="none" w="med" len="med"/>
                    </a:lnL>
                    <a:lnR w="6350" cap="flat" cmpd="sng" algn="ctr">
                      <a:solidFill>
                        <a:schemeClr val="accent2"/>
                      </a:solidFill>
                      <a:prstDash val="solid"/>
                      <a:round/>
                      <a:headEnd type="none" w="med" len="med"/>
                      <a:tailEnd type="none" w="med" len="med"/>
                    </a:lnR>
                    <a:lnT w="6350" cap="flat" cmpd="sng" algn="ctr">
                      <a:solidFill>
                        <a:schemeClr val="accent2"/>
                      </a:solidFill>
                      <a:prstDash val="solid"/>
                      <a:round/>
                      <a:headEnd type="none" w="med" len="med"/>
                      <a:tailEnd type="none" w="med" len="med"/>
                    </a:lnT>
                    <a:lnB w="6350" cap="flat" cmpd="sng" algn="ctr">
                      <a:solidFill>
                        <a:schemeClr val="accent2"/>
                      </a:solidFill>
                      <a:prstDash val="solid"/>
                      <a:round/>
                      <a:headEnd type="none" w="med" len="med"/>
                      <a:tailEnd type="none" w="med" len="med"/>
                    </a:lnB>
                  </a:tcPr>
                </a:tc>
                <a:extLst>
                  <a:ext uri="{0D108BD9-81ED-4DB2-BD59-A6C34878D82A}">
                    <a16:rowId xmlns:a16="http://schemas.microsoft.com/office/drawing/2014/main" val="1880363959"/>
                  </a:ext>
                </a:extLst>
              </a:tr>
            </a:tbl>
          </a:graphicData>
        </a:graphic>
      </p:graphicFrame>
    </p:spTree>
    <p:extLst>
      <p:ext uri="{BB962C8B-B14F-4D97-AF65-F5344CB8AC3E}">
        <p14:creationId xmlns:p14="http://schemas.microsoft.com/office/powerpoint/2010/main" val="24547938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92E1B-CC01-8AC8-A66B-322CF5D88F17}"/>
            </a:ext>
          </a:extLst>
        </p:cNvPr>
        <p:cNvGrpSpPr/>
        <p:nvPr/>
      </p:nvGrpSpPr>
      <p:grpSpPr>
        <a:xfrm>
          <a:off x="0" y="0"/>
          <a:ext cx="0" cy="0"/>
          <a:chOff x="0" y="0"/>
          <a:chExt cx="0" cy="0"/>
        </a:xfrm>
      </p:grpSpPr>
      <p:pic>
        <p:nvPicPr>
          <p:cNvPr id="6" name="图片占位符 5">
            <a:extLst>
              <a:ext uri="{FF2B5EF4-FFF2-40B4-BE49-F238E27FC236}">
                <a16:creationId xmlns:a16="http://schemas.microsoft.com/office/drawing/2014/main" id="{27505069-8134-6A7E-341C-2B0F3E9FE1BB}"/>
              </a:ext>
            </a:extLst>
          </p:cNvPr>
          <p:cNvPicPr>
            <a:picLocks noGrp="1" noChangeAspect="1"/>
          </p:cNvPicPr>
          <p:nvPr>
            <p:ph type="pic" sz="quarter" idx="10"/>
          </p:nvPr>
        </p:nvPicPr>
        <p:blipFill>
          <a:blip r:embed="rId2"/>
          <a:srcRect l="17552" r="17552"/>
          <a:stretch/>
        </p:blipFill>
        <p:spPr>
          <a:xfrm>
            <a:off x="0" y="0"/>
            <a:ext cx="7912100" cy="6858000"/>
          </a:xfrm>
        </p:spPr>
      </p:pic>
      <p:sp>
        <p:nvSpPr>
          <p:cNvPr id="2" name="标题 1">
            <a:extLst>
              <a:ext uri="{FF2B5EF4-FFF2-40B4-BE49-F238E27FC236}">
                <a16:creationId xmlns:a16="http://schemas.microsoft.com/office/drawing/2014/main" id="{2FA2AC6E-2E60-4CC5-C9A6-F5BA80A3D0CA}"/>
              </a:ext>
            </a:extLst>
          </p:cNvPr>
          <p:cNvSpPr>
            <a:spLocks noGrp="1"/>
          </p:cNvSpPr>
          <p:nvPr>
            <p:ph type="ctrTitle"/>
          </p:nvPr>
        </p:nvSpPr>
        <p:spPr>
          <a:xfrm>
            <a:off x="4077578" y="3498981"/>
            <a:ext cx="7262228" cy="1440000"/>
          </a:xfrm>
        </p:spPr>
        <p:txBody>
          <a:bodyPr/>
          <a:lstStyle/>
          <a:p>
            <a:r>
              <a:rPr lang="zh-CN" altLang="en-US" dirty="0"/>
              <a:t>项目风险</a:t>
            </a:r>
          </a:p>
        </p:txBody>
      </p:sp>
      <p:sp>
        <p:nvSpPr>
          <p:cNvPr id="3" name="副标题 2">
            <a:extLst>
              <a:ext uri="{FF2B5EF4-FFF2-40B4-BE49-F238E27FC236}">
                <a16:creationId xmlns:a16="http://schemas.microsoft.com/office/drawing/2014/main" id="{D2E92DC8-52E0-411B-37EA-ADF0C576B182}"/>
              </a:ext>
            </a:extLst>
          </p:cNvPr>
          <p:cNvSpPr>
            <a:spLocks noGrp="1"/>
          </p:cNvSpPr>
          <p:nvPr>
            <p:ph type="subTitle" idx="1"/>
          </p:nvPr>
        </p:nvSpPr>
        <p:spPr>
          <a:xfrm>
            <a:off x="4077578" y="4938981"/>
            <a:ext cx="7262228" cy="900000"/>
          </a:xfrm>
        </p:spPr>
        <p:txBody>
          <a:bodyPr/>
          <a:lstStyle/>
          <a:p>
            <a:r>
              <a:rPr lang="en-US" altLang="zh-CN" dirty="0"/>
              <a:t>Section 9 Project Risk</a:t>
            </a:r>
            <a:endParaRPr lang="zh-CN" altLang="en-US" dirty="0"/>
          </a:p>
        </p:txBody>
      </p:sp>
      <p:sp>
        <p:nvSpPr>
          <p:cNvPr id="8" name="文本占位符 7">
            <a:extLst>
              <a:ext uri="{FF2B5EF4-FFF2-40B4-BE49-F238E27FC236}">
                <a16:creationId xmlns:a16="http://schemas.microsoft.com/office/drawing/2014/main" id="{49EC83D8-BFDC-74C7-9EE5-B930BB8DDDCE}"/>
              </a:ext>
            </a:extLst>
          </p:cNvPr>
          <p:cNvSpPr>
            <a:spLocks noGrp="1"/>
          </p:cNvSpPr>
          <p:nvPr>
            <p:ph type="body" sz="quarter" idx="11"/>
          </p:nvPr>
        </p:nvSpPr>
        <p:spPr/>
        <p:txBody>
          <a:bodyPr/>
          <a:lstStyle/>
          <a:p>
            <a:r>
              <a:rPr lang="zh-CN" altLang="en-US" dirty="0"/>
              <a:t>类型</a:t>
            </a:r>
            <a:endParaRPr lang="en-US" altLang="zh-CN" dirty="0"/>
          </a:p>
          <a:p>
            <a:r>
              <a:rPr lang="en-US" altLang="zh-CN" dirty="0"/>
              <a:t>3</a:t>
            </a:r>
            <a:r>
              <a:rPr lang="zh-CN" altLang="en-US" dirty="0"/>
              <a:t>要素</a:t>
            </a:r>
            <a:endParaRPr lang="en-US" altLang="zh-CN" dirty="0"/>
          </a:p>
          <a:p>
            <a:r>
              <a:rPr lang="en-US" altLang="zh-CN" dirty="0"/>
              <a:t>4</a:t>
            </a:r>
            <a:r>
              <a:rPr lang="zh-CN" altLang="en-US" dirty="0"/>
              <a:t>过程</a:t>
            </a:r>
          </a:p>
        </p:txBody>
      </p:sp>
    </p:spTree>
    <p:extLst>
      <p:ext uri="{BB962C8B-B14F-4D97-AF65-F5344CB8AC3E}">
        <p14:creationId xmlns:p14="http://schemas.microsoft.com/office/powerpoint/2010/main" val="727486452"/>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15361A0B-565C-7023-6ABD-0E5EA9F1A7A6}"/>
              </a:ext>
            </a:extLst>
          </p:cNvPr>
          <p:cNvSpPr>
            <a:spLocks noGrp="1"/>
          </p:cNvSpPr>
          <p:nvPr>
            <p:ph type="title"/>
          </p:nvPr>
        </p:nvSpPr>
        <p:spPr/>
        <p:txBody>
          <a:bodyPr/>
          <a:lstStyle/>
          <a:p>
            <a:r>
              <a:rPr lang="zh-CN" altLang="en-US" dirty="0"/>
              <a:t>风险定义</a:t>
            </a:r>
          </a:p>
        </p:txBody>
      </p:sp>
      <p:sp>
        <p:nvSpPr>
          <p:cNvPr id="3" name="内容占位符 2">
            <a:extLst>
              <a:ext uri="{FF2B5EF4-FFF2-40B4-BE49-F238E27FC236}">
                <a16:creationId xmlns:a16="http://schemas.microsoft.com/office/drawing/2014/main" id="{C0EC0E5A-BD73-5906-9071-34221B9112EB}"/>
              </a:ext>
            </a:extLst>
          </p:cNvPr>
          <p:cNvSpPr>
            <a:spLocks noGrp="1"/>
          </p:cNvSpPr>
          <p:nvPr>
            <p:ph idx="1"/>
          </p:nvPr>
        </p:nvSpPr>
        <p:spPr>
          <a:xfrm>
            <a:off x="696000" y="1080000"/>
            <a:ext cx="10800000" cy="5112000"/>
          </a:xfrm>
        </p:spPr>
        <p:txBody>
          <a:bodyPr/>
          <a:lstStyle/>
          <a:p>
            <a:r>
              <a:rPr lang="zh-CN" altLang="zh-CN" dirty="0"/>
              <a:t>风险是对潜在的、未来可能发生损害的一种度量</a:t>
            </a:r>
            <a:endParaRPr lang="en-US" altLang="zh-CN" dirty="0"/>
          </a:p>
          <a:p>
            <a:r>
              <a:rPr lang="zh-CN" altLang="zh-CN" dirty="0"/>
              <a:t>软件风险对软件开发过程及软件产品本身可能造成的伤害或损失。</a:t>
            </a:r>
            <a:endParaRPr lang="zh-CN" altLang="en-US" dirty="0"/>
          </a:p>
          <a:p>
            <a:endParaRPr lang="zh-CN" altLang="en-US" dirty="0"/>
          </a:p>
        </p:txBody>
      </p:sp>
      <p:sp>
        <p:nvSpPr>
          <p:cNvPr id="7" name="文本占位符 6">
            <a:extLst>
              <a:ext uri="{FF2B5EF4-FFF2-40B4-BE49-F238E27FC236}">
                <a16:creationId xmlns:a16="http://schemas.microsoft.com/office/drawing/2014/main" id="{EDDA363B-D62F-ECA3-FF2A-CA594FF77FB3}"/>
              </a:ext>
            </a:extLst>
          </p:cNvPr>
          <p:cNvSpPr>
            <a:spLocks noGrp="1"/>
          </p:cNvSpPr>
          <p:nvPr>
            <p:ph type="body" sz="quarter" idx="10"/>
          </p:nvPr>
        </p:nvSpPr>
        <p:spPr/>
        <p:txBody>
          <a:bodyPr/>
          <a:lstStyle/>
          <a:p>
            <a:r>
              <a:rPr lang="en-US" altLang="zh-CN" dirty="0"/>
              <a:t>Risk</a:t>
            </a:r>
            <a:endParaRPr lang="zh-CN" altLang="en-US" dirty="0"/>
          </a:p>
        </p:txBody>
      </p:sp>
    </p:spTree>
    <p:extLst>
      <p:ext uri="{BB962C8B-B14F-4D97-AF65-F5344CB8AC3E}">
        <p14:creationId xmlns:p14="http://schemas.microsoft.com/office/powerpoint/2010/main" val="2873615642"/>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内容占位符 20">
            <a:extLst>
              <a:ext uri="{FF2B5EF4-FFF2-40B4-BE49-F238E27FC236}">
                <a16:creationId xmlns:a16="http://schemas.microsoft.com/office/drawing/2014/main" id="{779E8394-A7B2-0749-E9F1-362CE870A853}"/>
              </a:ext>
            </a:extLst>
          </p:cNvPr>
          <p:cNvSpPr>
            <a:spLocks noGrp="1"/>
          </p:cNvSpPr>
          <p:nvPr>
            <p:ph idx="1"/>
          </p:nvPr>
        </p:nvSpPr>
        <p:spPr>
          <a:xfrm>
            <a:off x="696000" y="1080000"/>
            <a:ext cx="10800000" cy="5112000"/>
          </a:xfrm>
        </p:spPr>
        <p:txBody>
          <a:bodyPr/>
          <a:lstStyle/>
          <a:p>
            <a:endParaRPr lang="zh-CN" altLang="en-US" dirty="0"/>
          </a:p>
        </p:txBody>
      </p:sp>
      <p:sp>
        <p:nvSpPr>
          <p:cNvPr id="2" name="标题 1">
            <a:extLst>
              <a:ext uri="{FF2B5EF4-FFF2-40B4-BE49-F238E27FC236}">
                <a16:creationId xmlns:a16="http://schemas.microsoft.com/office/drawing/2014/main" id="{F3F1A405-8053-D546-D28C-96878C1B8B0B}"/>
              </a:ext>
            </a:extLst>
          </p:cNvPr>
          <p:cNvSpPr>
            <a:spLocks noGrp="1"/>
          </p:cNvSpPr>
          <p:nvPr>
            <p:ph type="title"/>
          </p:nvPr>
        </p:nvSpPr>
        <p:spPr>
          <a:xfrm>
            <a:off x="695998" y="360000"/>
            <a:ext cx="7200000" cy="424732"/>
          </a:xfrm>
        </p:spPr>
        <p:txBody>
          <a:bodyPr/>
          <a:lstStyle/>
          <a:p>
            <a:r>
              <a:rPr lang="zh-CN" altLang="en-US" dirty="0"/>
              <a:t>风险类型</a:t>
            </a:r>
          </a:p>
        </p:txBody>
      </p:sp>
      <p:sp>
        <p:nvSpPr>
          <p:cNvPr id="4" name="文本占位符 3">
            <a:extLst>
              <a:ext uri="{FF2B5EF4-FFF2-40B4-BE49-F238E27FC236}">
                <a16:creationId xmlns:a16="http://schemas.microsoft.com/office/drawing/2014/main" id="{065B829C-66A5-32AB-3718-593C67C41EDD}"/>
              </a:ext>
            </a:extLst>
          </p:cNvPr>
          <p:cNvSpPr>
            <a:spLocks noGrp="1"/>
          </p:cNvSpPr>
          <p:nvPr>
            <p:ph type="body" sz="quarter" idx="10"/>
          </p:nvPr>
        </p:nvSpPr>
        <p:spPr>
          <a:xfrm>
            <a:off x="6702424" y="360001"/>
            <a:ext cx="4793575" cy="424731"/>
          </a:xfrm>
        </p:spPr>
        <p:txBody>
          <a:bodyPr/>
          <a:lstStyle/>
          <a:p>
            <a:r>
              <a:rPr lang="en-US" altLang="zh-CN" dirty="0"/>
              <a:t>Risk</a:t>
            </a:r>
            <a:endParaRPr lang="zh-CN" altLang="en-US" dirty="0"/>
          </a:p>
        </p:txBody>
      </p:sp>
      <p:sp>
        <p:nvSpPr>
          <p:cNvPr id="26" name="矩形: 圆角 25">
            <a:extLst>
              <a:ext uri="{FF2B5EF4-FFF2-40B4-BE49-F238E27FC236}">
                <a16:creationId xmlns:a16="http://schemas.microsoft.com/office/drawing/2014/main" id="{01EB9A67-1F99-9040-F429-82403580C4DB}"/>
              </a:ext>
            </a:extLst>
          </p:cNvPr>
          <p:cNvSpPr/>
          <p:nvPr/>
        </p:nvSpPr>
        <p:spPr>
          <a:xfrm>
            <a:off x="4028994" y="1669800"/>
            <a:ext cx="5034013" cy="1872000"/>
          </a:xfrm>
          <a:prstGeom prst="roundRect">
            <a:avLst>
              <a:gd name="adj" fmla="val 3299"/>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0" rtlCol="0" anchor="ctr"/>
          <a:lstStyle/>
          <a:p>
            <a:r>
              <a:rPr lang="zh-CN" altLang="en-US" dirty="0">
                <a:solidFill>
                  <a:schemeClr val="tx1"/>
                </a:solidFill>
              </a:rPr>
              <a:t>已知风险 </a:t>
            </a:r>
            <a:r>
              <a:rPr lang="en-US" altLang="zh-CN" dirty="0">
                <a:solidFill>
                  <a:schemeClr val="tx1"/>
                </a:solidFill>
              </a:rPr>
              <a:t>Known known</a:t>
            </a:r>
          </a:p>
          <a:p>
            <a:r>
              <a:rPr lang="zh-CN" altLang="en-US" dirty="0">
                <a:solidFill>
                  <a:schemeClr val="tx1"/>
                </a:solidFill>
              </a:rPr>
              <a:t>可预测风险 </a:t>
            </a:r>
            <a:r>
              <a:rPr lang="en-US" altLang="zh-CN" dirty="0">
                <a:solidFill>
                  <a:schemeClr val="tx1"/>
                </a:solidFill>
              </a:rPr>
              <a:t>Known unknown </a:t>
            </a:r>
          </a:p>
          <a:p>
            <a:r>
              <a:rPr lang="zh-CN" altLang="en-US" dirty="0">
                <a:solidFill>
                  <a:schemeClr val="tx1"/>
                </a:solidFill>
              </a:rPr>
              <a:t>不可预测风险 </a:t>
            </a:r>
            <a:r>
              <a:rPr lang="en-US" altLang="zh-CN" dirty="0">
                <a:solidFill>
                  <a:schemeClr val="tx1"/>
                </a:solidFill>
              </a:rPr>
              <a:t>unknown unknown</a:t>
            </a:r>
            <a:endParaRPr lang="zh-CN" altLang="en-US" dirty="0">
              <a:solidFill>
                <a:schemeClr val="tx1"/>
              </a:solidFill>
            </a:endParaRPr>
          </a:p>
        </p:txBody>
      </p:sp>
      <p:sp useBgFill="1">
        <p:nvSpPr>
          <p:cNvPr id="24" name="椭圆 23">
            <a:extLst>
              <a:ext uri="{FF2B5EF4-FFF2-40B4-BE49-F238E27FC236}">
                <a16:creationId xmlns:a16="http://schemas.microsoft.com/office/drawing/2014/main" id="{559E505D-8730-6DEF-DD20-2B1EFC27626B}"/>
              </a:ext>
            </a:extLst>
          </p:cNvPr>
          <p:cNvSpPr>
            <a:spLocks noChangeAspect="1"/>
          </p:cNvSpPr>
          <p:nvPr/>
        </p:nvSpPr>
        <p:spPr>
          <a:xfrm>
            <a:off x="3056994" y="1633800"/>
            <a:ext cx="1944000" cy="19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椭圆 24">
            <a:extLst>
              <a:ext uri="{FF2B5EF4-FFF2-40B4-BE49-F238E27FC236}">
                <a16:creationId xmlns:a16="http://schemas.microsoft.com/office/drawing/2014/main" id="{5FD3B350-E310-8E20-6E47-BD3EC35F32D2}"/>
              </a:ext>
            </a:extLst>
          </p:cNvPr>
          <p:cNvSpPr>
            <a:spLocks noChangeAspect="1"/>
          </p:cNvSpPr>
          <p:nvPr/>
        </p:nvSpPr>
        <p:spPr>
          <a:xfrm>
            <a:off x="3128994" y="1705800"/>
            <a:ext cx="1800000" cy="1800000"/>
          </a:xfrm>
          <a:prstGeom prst="ellipse">
            <a:avLst/>
          </a:prstGeom>
          <a:ln/>
        </p:spPr>
        <p:style>
          <a:lnRef idx="0">
            <a:schemeClr val="accent6"/>
          </a:lnRef>
          <a:fillRef idx="3">
            <a:schemeClr val="accent6"/>
          </a:fillRef>
          <a:effectRef idx="3">
            <a:schemeClr val="accent6"/>
          </a:effectRef>
          <a:fontRef idx="minor">
            <a:schemeClr val="lt1"/>
          </a:fontRef>
        </p:style>
        <p:txBody>
          <a:bodyPr rtlCol="0" anchor="ctr"/>
          <a:lstStyle/>
          <a:p>
            <a:pPr algn="ctr"/>
            <a:r>
              <a:rPr lang="zh-CN" altLang="en-US" dirty="0"/>
              <a:t>预测角度</a:t>
            </a:r>
          </a:p>
        </p:txBody>
      </p:sp>
      <p:sp>
        <p:nvSpPr>
          <p:cNvPr id="29" name="矩形: 圆角 28">
            <a:extLst>
              <a:ext uri="{FF2B5EF4-FFF2-40B4-BE49-F238E27FC236}">
                <a16:creationId xmlns:a16="http://schemas.microsoft.com/office/drawing/2014/main" id="{F2EB48A2-5B80-C4A7-E6B3-B9FC4DF544AE}"/>
              </a:ext>
            </a:extLst>
          </p:cNvPr>
          <p:cNvSpPr/>
          <p:nvPr/>
        </p:nvSpPr>
        <p:spPr>
          <a:xfrm>
            <a:off x="4100994" y="3730200"/>
            <a:ext cx="5034013" cy="1872000"/>
          </a:xfrm>
          <a:prstGeom prst="roundRect">
            <a:avLst>
              <a:gd name="adj" fmla="val 3299"/>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1080000" rtlCol="0" anchor="ctr"/>
          <a:lstStyle/>
          <a:p>
            <a:r>
              <a:rPr lang="zh-CN" altLang="en-US" dirty="0">
                <a:solidFill>
                  <a:schemeClr val="tx1"/>
                </a:solidFill>
              </a:rPr>
              <a:t>商业风险、管理风险、人员风险、技术风险、开发环境风险、客户风险、过程风险、产品规模风险等。</a:t>
            </a:r>
          </a:p>
        </p:txBody>
      </p:sp>
      <p:sp useBgFill="1">
        <p:nvSpPr>
          <p:cNvPr id="30" name="椭圆 29">
            <a:extLst>
              <a:ext uri="{FF2B5EF4-FFF2-40B4-BE49-F238E27FC236}">
                <a16:creationId xmlns:a16="http://schemas.microsoft.com/office/drawing/2014/main" id="{4135D35B-7347-C479-FAA8-7243B061AFBC}"/>
              </a:ext>
            </a:extLst>
          </p:cNvPr>
          <p:cNvSpPr>
            <a:spLocks noChangeAspect="1"/>
          </p:cNvSpPr>
          <p:nvPr/>
        </p:nvSpPr>
        <p:spPr>
          <a:xfrm>
            <a:off x="3128994" y="3694200"/>
            <a:ext cx="1944000" cy="1944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椭圆 30">
            <a:extLst>
              <a:ext uri="{FF2B5EF4-FFF2-40B4-BE49-F238E27FC236}">
                <a16:creationId xmlns:a16="http://schemas.microsoft.com/office/drawing/2014/main" id="{48B1AAA5-F3FC-DDCC-1342-35B361927B07}"/>
              </a:ext>
            </a:extLst>
          </p:cNvPr>
          <p:cNvSpPr>
            <a:spLocks noChangeAspect="1"/>
          </p:cNvSpPr>
          <p:nvPr/>
        </p:nvSpPr>
        <p:spPr>
          <a:xfrm>
            <a:off x="3200994" y="3766200"/>
            <a:ext cx="1800000" cy="1800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algn="ctr"/>
            <a:r>
              <a:rPr lang="zh-CN" altLang="en-US" dirty="0"/>
              <a:t>范围角度</a:t>
            </a:r>
          </a:p>
        </p:txBody>
      </p:sp>
    </p:spTree>
    <p:extLst>
      <p:ext uri="{BB962C8B-B14F-4D97-AF65-F5344CB8AC3E}">
        <p14:creationId xmlns:p14="http://schemas.microsoft.com/office/powerpoint/2010/main" val="306918126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011341-F3F5-4FB8-3FB0-EB4F2F3BC121}"/>
              </a:ext>
            </a:extLst>
          </p:cNvPr>
          <p:cNvSpPr>
            <a:spLocks noGrp="1"/>
          </p:cNvSpPr>
          <p:nvPr>
            <p:ph type="title"/>
          </p:nvPr>
        </p:nvSpPr>
        <p:spPr/>
        <p:txBody>
          <a:bodyPr/>
          <a:lstStyle/>
          <a:p>
            <a:r>
              <a:rPr lang="zh-CN" altLang="en-US" dirty="0"/>
              <a:t>风险</a:t>
            </a:r>
            <a:r>
              <a:rPr lang="en-US" altLang="zh-CN" dirty="0"/>
              <a:t>3</a:t>
            </a:r>
            <a:r>
              <a:rPr lang="zh-CN" altLang="en-US" dirty="0"/>
              <a:t>个要素</a:t>
            </a:r>
          </a:p>
        </p:txBody>
      </p:sp>
      <p:sp>
        <p:nvSpPr>
          <p:cNvPr id="3" name="内容占位符 2">
            <a:extLst>
              <a:ext uri="{FF2B5EF4-FFF2-40B4-BE49-F238E27FC236}">
                <a16:creationId xmlns:a16="http://schemas.microsoft.com/office/drawing/2014/main" id="{CFC541F1-FF1E-B63F-3E29-DFA05055E338}"/>
              </a:ext>
            </a:extLst>
          </p:cNvPr>
          <p:cNvSpPr>
            <a:spLocks noGrp="1"/>
          </p:cNvSpPr>
          <p:nvPr>
            <p:ph idx="1"/>
          </p:nvPr>
        </p:nvSpPr>
        <p:spPr/>
        <p:txBody>
          <a:bodyPr/>
          <a:lstStyle/>
          <a:p>
            <a:endParaRPr lang="zh-CN" altLang="en-US" dirty="0"/>
          </a:p>
        </p:txBody>
      </p:sp>
      <p:sp>
        <p:nvSpPr>
          <p:cNvPr id="4" name="文本占位符 3">
            <a:extLst>
              <a:ext uri="{FF2B5EF4-FFF2-40B4-BE49-F238E27FC236}">
                <a16:creationId xmlns:a16="http://schemas.microsoft.com/office/drawing/2014/main" id="{DD75DE52-A397-4D17-090A-A365021F6EDD}"/>
              </a:ext>
            </a:extLst>
          </p:cNvPr>
          <p:cNvSpPr>
            <a:spLocks noGrp="1"/>
          </p:cNvSpPr>
          <p:nvPr>
            <p:ph type="body" sz="quarter" idx="10"/>
          </p:nvPr>
        </p:nvSpPr>
        <p:spPr/>
        <p:txBody>
          <a:bodyPr/>
          <a:lstStyle/>
          <a:p>
            <a:r>
              <a:rPr lang="en-US" altLang="zh-CN" dirty="0"/>
              <a:t>Risk</a:t>
            </a:r>
            <a:endParaRPr lang="zh-CN" altLang="en-US" dirty="0"/>
          </a:p>
        </p:txBody>
      </p:sp>
      <p:graphicFrame>
        <p:nvGraphicFramePr>
          <p:cNvPr id="5" name="图示 4">
            <a:extLst>
              <a:ext uri="{FF2B5EF4-FFF2-40B4-BE49-F238E27FC236}">
                <a16:creationId xmlns:a16="http://schemas.microsoft.com/office/drawing/2014/main" id="{BF459B8C-642D-034F-BCC1-91B48B18E127}"/>
              </a:ext>
            </a:extLst>
          </p:cNvPr>
          <p:cNvGraphicFramePr/>
          <p:nvPr>
            <p:extLst>
              <p:ext uri="{D42A27DB-BD31-4B8C-83A1-F6EECF244321}">
                <p14:modId xmlns:p14="http://schemas.microsoft.com/office/powerpoint/2010/main" val="2367306395"/>
              </p:ext>
            </p:extLst>
          </p:nvPr>
        </p:nvGraphicFramePr>
        <p:xfrm>
          <a:off x="2387588" y="1848148"/>
          <a:ext cx="7416824" cy="31617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238342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04AE96-883C-AC4C-5B52-DC85348D62F1}"/>
              </a:ext>
            </a:extLst>
          </p:cNvPr>
          <p:cNvSpPr>
            <a:spLocks noGrp="1"/>
          </p:cNvSpPr>
          <p:nvPr>
            <p:ph type="title"/>
          </p:nvPr>
        </p:nvSpPr>
        <p:spPr/>
        <p:txBody>
          <a:bodyPr/>
          <a:lstStyle/>
          <a:p>
            <a:r>
              <a:rPr lang="zh-CN" altLang="en-US" dirty="0"/>
              <a:t>风险</a:t>
            </a:r>
            <a:r>
              <a:rPr lang="en-US" altLang="zh-CN" dirty="0"/>
              <a:t>4</a:t>
            </a:r>
            <a:r>
              <a:rPr lang="zh-CN" altLang="en-US" dirty="0"/>
              <a:t>个过程</a:t>
            </a:r>
          </a:p>
        </p:txBody>
      </p:sp>
      <p:sp>
        <p:nvSpPr>
          <p:cNvPr id="3" name="内容占位符 2">
            <a:extLst>
              <a:ext uri="{FF2B5EF4-FFF2-40B4-BE49-F238E27FC236}">
                <a16:creationId xmlns:a16="http://schemas.microsoft.com/office/drawing/2014/main" id="{32D252C7-0F7D-13EA-79C7-11AAF89A90AF}"/>
              </a:ext>
            </a:extLst>
          </p:cNvPr>
          <p:cNvSpPr>
            <a:spLocks noGrp="1"/>
          </p:cNvSpPr>
          <p:nvPr>
            <p:ph idx="1"/>
          </p:nvPr>
        </p:nvSpPr>
        <p:spPr>
          <a:xfrm>
            <a:off x="696000" y="1080000"/>
            <a:ext cx="10800000" cy="5112000"/>
          </a:xfrm>
        </p:spPr>
        <p:txBody>
          <a:bodyPr/>
          <a:lstStyle/>
          <a:p>
            <a:endParaRPr lang="zh-CN" altLang="en-US"/>
          </a:p>
        </p:txBody>
      </p:sp>
      <p:sp>
        <p:nvSpPr>
          <p:cNvPr id="4" name="文本占位符 3">
            <a:extLst>
              <a:ext uri="{FF2B5EF4-FFF2-40B4-BE49-F238E27FC236}">
                <a16:creationId xmlns:a16="http://schemas.microsoft.com/office/drawing/2014/main" id="{FF7ADC87-433E-D27E-ED1B-FC45F43DD6E9}"/>
              </a:ext>
            </a:extLst>
          </p:cNvPr>
          <p:cNvSpPr>
            <a:spLocks noGrp="1"/>
          </p:cNvSpPr>
          <p:nvPr>
            <p:ph type="body" sz="quarter" idx="10"/>
          </p:nvPr>
        </p:nvSpPr>
        <p:spPr/>
        <p:txBody>
          <a:bodyPr/>
          <a:lstStyle/>
          <a:p>
            <a:endParaRPr lang="zh-CN" altLang="en-US"/>
          </a:p>
        </p:txBody>
      </p:sp>
      <p:sp>
        <p:nvSpPr>
          <p:cNvPr id="5" name="Text Box 2052">
            <a:extLst>
              <a:ext uri="{FF2B5EF4-FFF2-40B4-BE49-F238E27FC236}">
                <a16:creationId xmlns:a16="http://schemas.microsoft.com/office/drawing/2014/main" id="{CA1D709B-CDCF-07F3-9E26-06DD038859A6}"/>
              </a:ext>
            </a:extLst>
          </p:cNvPr>
          <p:cNvSpPr txBox="1">
            <a:spLocks noChangeArrowheads="1"/>
          </p:cNvSpPr>
          <p:nvPr/>
        </p:nvSpPr>
        <p:spPr bwMode="auto">
          <a:xfrm>
            <a:off x="2514600" y="2235795"/>
            <a:ext cx="1905000" cy="525886"/>
          </a:xfrm>
          <a:prstGeom prst="rect">
            <a:avLst/>
          </a:prstGeom>
          <a:ln>
            <a:headEnd type="none" w="sm" len="sm"/>
            <a:tailEnd type="none" w="med" len="lg"/>
          </a:ln>
        </p:spPr>
        <p:style>
          <a:lnRef idx="0">
            <a:schemeClr val="accent6"/>
          </a:lnRef>
          <a:fillRef idx="3">
            <a:schemeClr val="accent6"/>
          </a:fillRef>
          <a:effectRef idx="3">
            <a:schemeClr val="accent6"/>
          </a:effectRef>
          <a:fontRef idx="minor">
            <a:schemeClr val="lt1"/>
          </a:fontRef>
        </p:style>
        <p:txBody>
          <a:bodyPr tIns="108000" bIns="108000">
            <a:spAutoFit/>
          </a:bodyPr>
          <a:lstStyle>
            <a:lvl1pPr eaLnBrk="0" hangingPunct="0">
              <a:defRPr kumimoji="1" sz="4800">
                <a:solidFill>
                  <a:schemeClr val="tx1"/>
                </a:solidFill>
                <a:latin typeface="Arial Narrow" pitchFamily="34" charset="0"/>
                <a:ea typeface="宋体" pitchFamily="2" charset="-122"/>
              </a:defRPr>
            </a:lvl1pPr>
            <a:lvl2pPr marL="742950" indent="-285750" eaLnBrk="0" hangingPunct="0">
              <a:defRPr kumimoji="1" sz="4800">
                <a:solidFill>
                  <a:schemeClr val="tx1"/>
                </a:solidFill>
                <a:latin typeface="Arial Narrow" pitchFamily="34" charset="0"/>
                <a:ea typeface="宋体" pitchFamily="2" charset="-122"/>
              </a:defRPr>
            </a:lvl2pPr>
            <a:lvl3pPr marL="1143000" indent="-228600" eaLnBrk="0" hangingPunct="0">
              <a:defRPr kumimoji="1" sz="4800">
                <a:solidFill>
                  <a:schemeClr val="tx1"/>
                </a:solidFill>
                <a:latin typeface="Arial Narrow" pitchFamily="34" charset="0"/>
                <a:ea typeface="宋体" pitchFamily="2" charset="-122"/>
              </a:defRPr>
            </a:lvl3pPr>
            <a:lvl4pPr marL="1600200" indent="-228600" eaLnBrk="0" hangingPunct="0">
              <a:defRPr kumimoji="1" sz="4800">
                <a:solidFill>
                  <a:schemeClr val="tx1"/>
                </a:solidFill>
                <a:latin typeface="Arial Narrow" pitchFamily="34" charset="0"/>
                <a:ea typeface="宋体" pitchFamily="2" charset="-122"/>
              </a:defRPr>
            </a:lvl4pPr>
            <a:lvl5pPr marL="2057400" indent="-228600" eaLnBrk="0" hangingPunct="0">
              <a:defRPr kumimoji="1" sz="4800">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9pPr>
          </a:lstStyle>
          <a:p>
            <a:pPr algn="ctr" eaLnBrk="1" hangingPunct="1">
              <a:spcBef>
                <a:spcPct val="50000"/>
              </a:spcBef>
              <a:defRPr/>
            </a:pPr>
            <a:r>
              <a:rPr lang="zh-CN" altLang="en-US" sz="2000" dirty="0">
                <a:solidFill>
                  <a:schemeClr val="bg1"/>
                </a:solidFill>
              </a:rPr>
              <a:t>风险识别</a:t>
            </a:r>
          </a:p>
        </p:txBody>
      </p:sp>
      <p:sp>
        <p:nvSpPr>
          <p:cNvPr id="6" name="Text Box 2053">
            <a:extLst>
              <a:ext uri="{FF2B5EF4-FFF2-40B4-BE49-F238E27FC236}">
                <a16:creationId xmlns:a16="http://schemas.microsoft.com/office/drawing/2014/main" id="{E2257356-D1E9-BF5D-191C-5EF6C4999A39}"/>
              </a:ext>
            </a:extLst>
          </p:cNvPr>
          <p:cNvSpPr txBox="1">
            <a:spLocks noChangeArrowheads="1"/>
          </p:cNvSpPr>
          <p:nvPr/>
        </p:nvSpPr>
        <p:spPr bwMode="auto">
          <a:xfrm>
            <a:off x="4267200" y="3035895"/>
            <a:ext cx="1905000" cy="525886"/>
          </a:xfrm>
          <a:prstGeom prst="rect">
            <a:avLst/>
          </a:prstGeom>
          <a:ln>
            <a:headEnd type="none" w="sm" len="sm"/>
            <a:tailEnd type="none" w="med" len="lg"/>
          </a:ln>
        </p:spPr>
        <p:style>
          <a:lnRef idx="0">
            <a:schemeClr val="accent5"/>
          </a:lnRef>
          <a:fillRef idx="3">
            <a:schemeClr val="accent5"/>
          </a:fillRef>
          <a:effectRef idx="3">
            <a:schemeClr val="accent5"/>
          </a:effectRef>
          <a:fontRef idx="minor">
            <a:schemeClr val="lt1"/>
          </a:fontRef>
        </p:style>
        <p:txBody>
          <a:bodyPr tIns="108000" bIns="108000">
            <a:spAutoFit/>
          </a:bodyPr>
          <a:lstStyle>
            <a:lvl1pPr eaLnBrk="0" hangingPunct="0">
              <a:defRPr kumimoji="1" sz="4800">
                <a:solidFill>
                  <a:schemeClr val="tx1"/>
                </a:solidFill>
                <a:latin typeface="Arial Narrow" pitchFamily="34" charset="0"/>
                <a:ea typeface="宋体" pitchFamily="2" charset="-122"/>
              </a:defRPr>
            </a:lvl1pPr>
            <a:lvl2pPr marL="742950" indent="-285750" eaLnBrk="0" hangingPunct="0">
              <a:defRPr kumimoji="1" sz="4800">
                <a:solidFill>
                  <a:schemeClr val="tx1"/>
                </a:solidFill>
                <a:latin typeface="Arial Narrow" pitchFamily="34" charset="0"/>
                <a:ea typeface="宋体" pitchFamily="2" charset="-122"/>
              </a:defRPr>
            </a:lvl2pPr>
            <a:lvl3pPr marL="1143000" indent="-228600" eaLnBrk="0" hangingPunct="0">
              <a:defRPr kumimoji="1" sz="4800">
                <a:solidFill>
                  <a:schemeClr val="tx1"/>
                </a:solidFill>
                <a:latin typeface="Arial Narrow" pitchFamily="34" charset="0"/>
                <a:ea typeface="宋体" pitchFamily="2" charset="-122"/>
              </a:defRPr>
            </a:lvl3pPr>
            <a:lvl4pPr marL="1600200" indent="-228600" eaLnBrk="0" hangingPunct="0">
              <a:defRPr kumimoji="1" sz="4800">
                <a:solidFill>
                  <a:schemeClr val="tx1"/>
                </a:solidFill>
                <a:latin typeface="Arial Narrow" pitchFamily="34" charset="0"/>
                <a:ea typeface="宋体" pitchFamily="2" charset="-122"/>
              </a:defRPr>
            </a:lvl4pPr>
            <a:lvl5pPr marL="2057400" indent="-228600" eaLnBrk="0" hangingPunct="0">
              <a:defRPr kumimoji="1" sz="4800">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9pPr>
          </a:lstStyle>
          <a:p>
            <a:pPr algn="ctr" eaLnBrk="1" hangingPunct="1">
              <a:spcBef>
                <a:spcPct val="50000"/>
              </a:spcBef>
              <a:defRPr/>
            </a:pPr>
            <a:r>
              <a:rPr lang="zh-CN" altLang="en-US" sz="2000" dirty="0">
                <a:solidFill>
                  <a:schemeClr val="bg1"/>
                </a:solidFill>
              </a:rPr>
              <a:t>风险评估</a:t>
            </a:r>
          </a:p>
        </p:txBody>
      </p:sp>
      <p:sp>
        <p:nvSpPr>
          <p:cNvPr id="7" name="Text Box 2054">
            <a:extLst>
              <a:ext uri="{FF2B5EF4-FFF2-40B4-BE49-F238E27FC236}">
                <a16:creationId xmlns:a16="http://schemas.microsoft.com/office/drawing/2014/main" id="{AC792638-07F2-9765-3355-DED555C83E5A}"/>
              </a:ext>
            </a:extLst>
          </p:cNvPr>
          <p:cNvSpPr txBox="1">
            <a:spLocks noChangeArrowheads="1"/>
          </p:cNvSpPr>
          <p:nvPr/>
        </p:nvSpPr>
        <p:spPr bwMode="auto">
          <a:xfrm>
            <a:off x="6019800" y="3835995"/>
            <a:ext cx="1905000" cy="525886"/>
          </a:xfrm>
          <a:prstGeom prst="rect">
            <a:avLst/>
          </a:prstGeom>
          <a:ln>
            <a:headEnd type="none" w="sm" len="sm"/>
            <a:tailEnd type="none" w="med" len="lg"/>
          </a:ln>
        </p:spPr>
        <p:style>
          <a:lnRef idx="0">
            <a:schemeClr val="accent4"/>
          </a:lnRef>
          <a:fillRef idx="3">
            <a:schemeClr val="accent4"/>
          </a:fillRef>
          <a:effectRef idx="3">
            <a:schemeClr val="accent4"/>
          </a:effectRef>
          <a:fontRef idx="minor">
            <a:schemeClr val="lt1"/>
          </a:fontRef>
        </p:style>
        <p:txBody>
          <a:bodyPr tIns="108000" bIns="108000">
            <a:spAutoFit/>
          </a:bodyPr>
          <a:lstStyle>
            <a:lvl1pPr eaLnBrk="0" hangingPunct="0">
              <a:defRPr kumimoji="1" sz="4800">
                <a:solidFill>
                  <a:schemeClr val="tx1"/>
                </a:solidFill>
                <a:latin typeface="Arial Narrow" pitchFamily="34" charset="0"/>
                <a:ea typeface="宋体" pitchFamily="2" charset="-122"/>
              </a:defRPr>
            </a:lvl1pPr>
            <a:lvl2pPr marL="742950" indent="-285750" eaLnBrk="0" hangingPunct="0">
              <a:defRPr kumimoji="1" sz="4800">
                <a:solidFill>
                  <a:schemeClr val="tx1"/>
                </a:solidFill>
                <a:latin typeface="Arial Narrow" pitchFamily="34" charset="0"/>
                <a:ea typeface="宋体" pitchFamily="2" charset="-122"/>
              </a:defRPr>
            </a:lvl2pPr>
            <a:lvl3pPr marL="1143000" indent="-228600" eaLnBrk="0" hangingPunct="0">
              <a:defRPr kumimoji="1" sz="4800">
                <a:solidFill>
                  <a:schemeClr val="tx1"/>
                </a:solidFill>
                <a:latin typeface="Arial Narrow" pitchFamily="34" charset="0"/>
                <a:ea typeface="宋体" pitchFamily="2" charset="-122"/>
              </a:defRPr>
            </a:lvl3pPr>
            <a:lvl4pPr marL="1600200" indent="-228600" eaLnBrk="0" hangingPunct="0">
              <a:defRPr kumimoji="1" sz="4800">
                <a:solidFill>
                  <a:schemeClr val="tx1"/>
                </a:solidFill>
                <a:latin typeface="Arial Narrow" pitchFamily="34" charset="0"/>
                <a:ea typeface="宋体" pitchFamily="2" charset="-122"/>
              </a:defRPr>
            </a:lvl4pPr>
            <a:lvl5pPr marL="2057400" indent="-228600" eaLnBrk="0" hangingPunct="0">
              <a:defRPr kumimoji="1" sz="4800">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9pPr>
          </a:lstStyle>
          <a:p>
            <a:pPr algn="ctr" eaLnBrk="1" hangingPunct="1">
              <a:spcBef>
                <a:spcPct val="50000"/>
              </a:spcBef>
              <a:defRPr/>
            </a:pPr>
            <a:r>
              <a:rPr lang="zh-CN" altLang="en-US" sz="2000" dirty="0">
                <a:solidFill>
                  <a:schemeClr val="bg1"/>
                </a:solidFill>
              </a:rPr>
              <a:t>风险规划</a:t>
            </a:r>
          </a:p>
        </p:txBody>
      </p:sp>
      <p:sp>
        <p:nvSpPr>
          <p:cNvPr id="8" name="Text Box 2055">
            <a:extLst>
              <a:ext uri="{FF2B5EF4-FFF2-40B4-BE49-F238E27FC236}">
                <a16:creationId xmlns:a16="http://schemas.microsoft.com/office/drawing/2014/main" id="{7D1DD01A-9198-EFCF-7C69-D78D1E069B05}"/>
              </a:ext>
            </a:extLst>
          </p:cNvPr>
          <p:cNvSpPr txBox="1">
            <a:spLocks noChangeArrowheads="1"/>
          </p:cNvSpPr>
          <p:nvPr/>
        </p:nvSpPr>
        <p:spPr bwMode="auto">
          <a:xfrm>
            <a:off x="7772400" y="4636095"/>
            <a:ext cx="1905000" cy="525886"/>
          </a:xfrm>
          <a:prstGeom prst="rect">
            <a:avLst/>
          </a:prstGeom>
          <a:ln>
            <a:headEnd type="none" w="sm" len="sm"/>
            <a:tailEnd type="none" w="med" len="lg"/>
          </a:ln>
        </p:spPr>
        <p:style>
          <a:lnRef idx="0">
            <a:schemeClr val="accent2"/>
          </a:lnRef>
          <a:fillRef idx="3">
            <a:schemeClr val="accent2"/>
          </a:fillRef>
          <a:effectRef idx="3">
            <a:schemeClr val="accent2"/>
          </a:effectRef>
          <a:fontRef idx="minor">
            <a:schemeClr val="lt1"/>
          </a:fontRef>
        </p:style>
        <p:txBody>
          <a:bodyPr tIns="108000" bIns="108000">
            <a:spAutoFit/>
          </a:bodyPr>
          <a:lstStyle>
            <a:lvl1pPr eaLnBrk="0" hangingPunct="0">
              <a:defRPr kumimoji="1" sz="4800">
                <a:solidFill>
                  <a:schemeClr val="tx1"/>
                </a:solidFill>
                <a:latin typeface="Arial Narrow" pitchFamily="34" charset="0"/>
                <a:ea typeface="宋体" pitchFamily="2" charset="-122"/>
              </a:defRPr>
            </a:lvl1pPr>
            <a:lvl2pPr marL="742950" indent="-285750" eaLnBrk="0" hangingPunct="0">
              <a:defRPr kumimoji="1" sz="4800">
                <a:solidFill>
                  <a:schemeClr val="tx1"/>
                </a:solidFill>
                <a:latin typeface="Arial Narrow" pitchFamily="34" charset="0"/>
                <a:ea typeface="宋体" pitchFamily="2" charset="-122"/>
              </a:defRPr>
            </a:lvl2pPr>
            <a:lvl3pPr marL="1143000" indent="-228600" eaLnBrk="0" hangingPunct="0">
              <a:defRPr kumimoji="1" sz="4800">
                <a:solidFill>
                  <a:schemeClr val="tx1"/>
                </a:solidFill>
                <a:latin typeface="Arial Narrow" pitchFamily="34" charset="0"/>
                <a:ea typeface="宋体" pitchFamily="2" charset="-122"/>
              </a:defRPr>
            </a:lvl3pPr>
            <a:lvl4pPr marL="1600200" indent="-228600" eaLnBrk="0" hangingPunct="0">
              <a:defRPr kumimoji="1" sz="4800">
                <a:solidFill>
                  <a:schemeClr val="tx1"/>
                </a:solidFill>
                <a:latin typeface="Arial Narrow" pitchFamily="34" charset="0"/>
                <a:ea typeface="宋体" pitchFamily="2" charset="-122"/>
              </a:defRPr>
            </a:lvl4pPr>
            <a:lvl5pPr marL="2057400" indent="-228600" eaLnBrk="0" hangingPunct="0">
              <a:defRPr kumimoji="1" sz="4800">
                <a:solidFill>
                  <a:schemeClr val="tx1"/>
                </a:solidFill>
                <a:latin typeface="Arial Narrow" pitchFamily="34" charset="0"/>
                <a:ea typeface="宋体" pitchFamily="2" charset="-122"/>
              </a:defRPr>
            </a:lvl5pPr>
            <a:lvl6pPr marL="25146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6pPr>
            <a:lvl7pPr marL="29718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7pPr>
            <a:lvl8pPr marL="34290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8pPr>
            <a:lvl9pPr marL="3886200" indent="-228600" eaLnBrk="0" fontAlgn="base" hangingPunct="0">
              <a:spcBef>
                <a:spcPct val="0"/>
              </a:spcBef>
              <a:spcAft>
                <a:spcPct val="0"/>
              </a:spcAft>
              <a:defRPr kumimoji="1" sz="4800">
                <a:solidFill>
                  <a:schemeClr val="tx1"/>
                </a:solidFill>
                <a:latin typeface="Arial Narrow" pitchFamily="34" charset="0"/>
                <a:ea typeface="宋体" pitchFamily="2" charset="-122"/>
              </a:defRPr>
            </a:lvl9pPr>
          </a:lstStyle>
          <a:p>
            <a:pPr algn="ctr" eaLnBrk="1" hangingPunct="1">
              <a:spcBef>
                <a:spcPct val="50000"/>
              </a:spcBef>
              <a:defRPr/>
            </a:pPr>
            <a:r>
              <a:rPr lang="zh-CN" altLang="en-US" sz="2000" dirty="0">
                <a:solidFill>
                  <a:schemeClr val="bg1"/>
                </a:solidFill>
              </a:rPr>
              <a:t>风险控制</a:t>
            </a:r>
          </a:p>
        </p:txBody>
      </p:sp>
      <p:cxnSp>
        <p:nvCxnSpPr>
          <p:cNvPr id="10" name="连接符: 肘形 9">
            <a:extLst>
              <a:ext uri="{FF2B5EF4-FFF2-40B4-BE49-F238E27FC236}">
                <a16:creationId xmlns:a16="http://schemas.microsoft.com/office/drawing/2014/main" id="{F99466C6-96A9-6206-226E-A57C8ADB4FCC}"/>
              </a:ext>
            </a:extLst>
          </p:cNvPr>
          <p:cNvCxnSpPr>
            <a:stCxn id="5" idx="3"/>
            <a:endCxn id="6" idx="0"/>
          </p:cNvCxnSpPr>
          <p:nvPr/>
        </p:nvCxnSpPr>
        <p:spPr>
          <a:xfrm>
            <a:off x="4419600" y="2498738"/>
            <a:ext cx="800100" cy="537157"/>
          </a:xfrm>
          <a:prstGeom prst="bentConnector2">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连接符: 肘形 11">
            <a:extLst>
              <a:ext uri="{FF2B5EF4-FFF2-40B4-BE49-F238E27FC236}">
                <a16:creationId xmlns:a16="http://schemas.microsoft.com/office/drawing/2014/main" id="{1DF7859D-94F7-EE56-DA38-967BA5771DA5}"/>
              </a:ext>
            </a:extLst>
          </p:cNvPr>
          <p:cNvCxnSpPr>
            <a:stCxn id="6" idx="3"/>
            <a:endCxn id="7" idx="0"/>
          </p:cNvCxnSpPr>
          <p:nvPr/>
        </p:nvCxnSpPr>
        <p:spPr>
          <a:xfrm>
            <a:off x="6172200" y="3298838"/>
            <a:ext cx="800100" cy="537157"/>
          </a:xfrm>
          <a:prstGeom prst="bentConnector2">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连接符: 肘形 13">
            <a:extLst>
              <a:ext uri="{FF2B5EF4-FFF2-40B4-BE49-F238E27FC236}">
                <a16:creationId xmlns:a16="http://schemas.microsoft.com/office/drawing/2014/main" id="{27EB518E-9970-9347-2919-FBDA91345FD2}"/>
              </a:ext>
            </a:extLst>
          </p:cNvPr>
          <p:cNvCxnSpPr>
            <a:stCxn id="7" idx="3"/>
            <a:endCxn id="8" idx="0"/>
          </p:cNvCxnSpPr>
          <p:nvPr/>
        </p:nvCxnSpPr>
        <p:spPr>
          <a:xfrm>
            <a:off x="7924800" y="4098938"/>
            <a:ext cx="800100" cy="537157"/>
          </a:xfrm>
          <a:prstGeom prst="bentConnector2">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0122500"/>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5E864C-DE7A-373C-28CB-06F14EBB7435}"/>
            </a:ext>
          </a:extLst>
        </p:cNvPr>
        <p:cNvGrpSpPr/>
        <p:nvPr/>
      </p:nvGrpSpPr>
      <p:grpSpPr>
        <a:xfrm>
          <a:off x="0" y="0"/>
          <a:ext cx="0" cy="0"/>
          <a:chOff x="0" y="0"/>
          <a:chExt cx="0" cy="0"/>
        </a:xfrm>
      </p:grpSpPr>
      <p:pic>
        <p:nvPicPr>
          <p:cNvPr id="13" name="图片占位符 12">
            <a:extLst>
              <a:ext uri="{FF2B5EF4-FFF2-40B4-BE49-F238E27FC236}">
                <a16:creationId xmlns:a16="http://schemas.microsoft.com/office/drawing/2014/main" id="{8134C41F-B840-F4A9-4C6C-08964B75F661}"/>
              </a:ext>
            </a:extLst>
          </p:cNvPr>
          <p:cNvPicPr>
            <a:picLocks noGrp="1" noChangeAspect="1"/>
          </p:cNvPicPr>
          <p:nvPr>
            <p:ph type="pic" sz="quarter" idx="10"/>
          </p:nvPr>
        </p:nvPicPr>
        <p:blipFill>
          <a:blip r:embed="rId2"/>
          <a:srcRect l="17552" r="17552"/>
          <a:stretch/>
        </p:blipFill>
        <p:spPr>
          <a:xfrm>
            <a:off x="0" y="0"/>
            <a:ext cx="7912359" cy="6858000"/>
          </a:xfrm>
        </p:spPr>
      </p:pic>
      <p:sp>
        <p:nvSpPr>
          <p:cNvPr id="2" name="标题 1">
            <a:extLst>
              <a:ext uri="{FF2B5EF4-FFF2-40B4-BE49-F238E27FC236}">
                <a16:creationId xmlns:a16="http://schemas.microsoft.com/office/drawing/2014/main" id="{4C0C5531-7387-B661-BFEC-B09C57B0FBAA}"/>
              </a:ext>
            </a:extLst>
          </p:cNvPr>
          <p:cNvSpPr>
            <a:spLocks noGrp="1"/>
          </p:cNvSpPr>
          <p:nvPr>
            <p:ph type="ctrTitle"/>
          </p:nvPr>
        </p:nvSpPr>
        <p:spPr>
          <a:xfrm>
            <a:off x="4077578" y="3498981"/>
            <a:ext cx="7262228" cy="1440000"/>
          </a:xfrm>
        </p:spPr>
        <p:txBody>
          <a:bodyPr/>
          <a:lstStyle/>
          <a:p>
            <a:r>
              <a:rPr lang="zh-CN" altLang="en-US" dirty="0"/>
              <a:t>项目合同</a:t>
            </a:r>
          </a:p>
        </p:txBody>
      </p:sp>
      <p:sp>
        <p:nvSpPr>
          <p:cNvPr id="3" name="副标题 2">
            <a:extLst>
              <a:ext uri="{FF2B5EF4-FFF2-40B4-BE49-F238E27FC236}">
                <a16:creationId xmlns:a16="http://schemas.microsoft.com/office/drawing/2014/main" id="{DDD4B680-CFA0-3545-6F6D-5A5B2BDC2A9E}"/>
              </a:ext>
            </a:extLst>
          </p:cNvPr>
          <p:cNvSpPr>
            <a:spLocks noGrp="1"/>
          </p:cNvSpPr>
          <p:nvPr>
            <p:ph type="subTitle" idx="1"/>
          </p:nvPr>
        </p:nvSpPr>
        <p:spPr>
          <a:xfrm>
            <a:off x="4077578" y="4938981"/>
            <a:ext cx="7262228" cy="900000"/>
          </a:xfrm>
        </p:spPr>
        <p:txBody>
          <a:bodyPr/>
          <a:lstStyle/>
          <a:p>
            <a:r>
              <a:rPr lang="en-US" altLang="zh-CN" dirty="0"/>
              <a:t>Section 10 Project Contract</a:t>
            </a:r>
            <a:endParaRPr lang="zh-CN" altLang="en-US" dirty="0"/>
          </a:p>
        </p:txBody>
      </p:sp>
      <p:sp>
        <p:nvSpPr>
          <p:cNvPr id="7" name="文本占位符 6">
            <a:extLst>
              <a:ext uri="{FF2B5EF4-FFF2-40B4-BE49-F238E27FC236}">
                <a16:creationId xmlns:a16="http://schemas.microsoft.com/office/drawing/2014/main" id="{CD0DC986-6C52-389D-D888-384E2EB5718F}"/>
              </a:ext>
            </a:extLst>
          </p:cNvPr>
          <p:cNvSpPr>
            <a:spLocks noGrp="1"/>
          </p:cNvSpPr>
          <p:nvPr>
            <p:ph type="body" sz="quarter" idx="11"/>
          </p:nvPr>
        </p:nvSpPr>
        <p:spPr>
          <a:xfrm>
            <a:off x="7912100" y="1128713"/>
            <a:ext cx="3427413" cy="2300287"/>
          </a:xfrm>
        </p:spPr>
        <p:txBody>
          <a:bodyPr/>
          <a:lstStyle/>
          <a:p>
            <a:r>
              <a:rPr lang="zh-CN" altLang="en-US" dirty="0"/>
              <a:t>成本补偿合同</a:t>
            </a:r>
          </a:p>
          <a:p>
            <a:r>
              <a:rPr lang="zh-CN" altLang="en-US" dirty="0"/>
              <a:t>总价合同</a:t>
            </a:r>
          </a:p>
          <a:p>
            <a:r>
              <a:rPr lang="zh-CN" altLang="zh-CN" dirty="0"/>
              <a:t>工料合同</a:t>
            </a:r>
            <a:r>
              <a:rPr lang="en-US" altLang="zh-CN" dirty="0"/>
              <a:t> (T&amp;M)</a:t>
            </a:r>
            <a:endParaRPr lang="zh-CN" altLang="en-US" dirty="0"/>
          </a:p>
        </p:txBody>
      </p:sp>
    </p:spTree>
    <p:extLst>
      <p:ext uri="{BB962C8B-B14F-4D97-AF65-F5344CB8AC3E}">
        <p14:creationId xmlns:p14="http://schemas.microsoft.com/office/powerpoint/2010/main" val="910411400"/>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3549B240-05D2-6DAB-FC46-A9585CDC32A9}"/>
              </a:ext>
            </a:extLst>
          </p:cNvPr>
          <p:cNvSpPr>
            <a:spLocks noGrp="1"/>
          </p:cNvSpPr>
          <p:nvPr>
            <p:ph type="title"/>
          </p:nvPr>
        </p:nvSpPr>
        <p:spPr>
          <a:xfrm>
            <a:off x="695998" y="360000"/>
            <a:ext cx="7200000" cy="424732"/>
          </a:xfrm>
        </p:spPr>
        <p:txBody>
          <a:bodyPr/>
          <a:lstStyle/>
          <a:p>
            <a:r>
              <a:rPr lang="zh-CN" altLang="en-US" dirty="0"/>
              <a:t>合同</a:t>
            </a:r>
          </a:p>
        </p:txBody>
      </p:sp>
      <p:sp>
        <p:nvSpPr>
          <p:cNvPr id="3" name="内容占位符 2">
            <a:extLst>
              <a:ext uri="{FF2B5EF4-FFF2-40B4-BE49-F238E27FC236}">
                <a16:creationId xmlns:a16="http://schemas.microsoft.com/office/drawing/2014/main" id="{F82CDEF5-AE47-C929-46F3-7753132DC443}"/>
              </a:ext>
            </a:extLst>
          </p:cNvPr>
          <p:cNvSpPr>
            <a:spLocks noGrp="1"/>
          </p:cNvSpPr>
          <p:nvPr>
            <p:ph idx="1"/>
          </p:nvPr>
        </p:nvSpPr>
        <p:spPr>
          <a:xfrm>
            <a:off x="696000" y="1080000"/>
            <a:ext cx="10800000" cy="5112000"/>
          </a:xfrm>
        </p:spPr>
        <p:txBody>
          <a:bodyPr/>
          <a:lstStyle/>
          <a:p>
            <a:r>
              <a:rPr lang="zh-CN" altLang="en-US" dirty="0"/>
              <a:t>合同是具有法律</a:t>
            </a:r>
            <a:r>
              <a:rPr lang="zh-CN" altLang="zh-CN" dirty="0"/>
              <a:t>效力</a:t>
            </a:r>
            <a:r>
              <a:rPr lang="zh-CN" altLang="en-US" dirty="0"/>
              <a:t>的协议</a:t>
            </a:r>
            <a:endParaRPr lang="en-US" altLang="zh-CN" dirty="0"/>
          </a:p>
          <a:p>
            <a:r>
              <a:rPr lang="zh-CN" altLang="en-US" dirty="0"/>
              <a:t>双方自愿达成的协议</a:t>
            </a:r>
            <a:endParaRPr lang="en-US" altLang="zh-CN" dirty="0"/>
          </a:p>
          <a:p>
            <a:r>
              <a:rPr lang="zh-CN" altLang="en-US" dirty="0"/>
              <a:t>签订者具有相应的法律能力</a:t>
            </a:r>
          </a:p>
          <a:p>
            <a:r>
              <a:rPr lang="zh-CN" altLang="en-US" dirty="0"/>
              <a:t>有充分的签约理由</a:t>
            </a:r>
          </a:p>
          <a:p>
            <a:r>
              <a:rPr lang="zh-CN" altLang="en-US" dirty="0"/>
              <a:t>具有合法的目的</a:t>
            </a:r>
          </a:p>
          <a:p>
            <a:endParaRPr lang="en-US" altLang="zh-CN" dirty="0"/>
          </a:p>
          <a:p>
            <a:endParaRPr lang="zh-CN" altLang="en-US" dirty="0"/>
          </a:p>
        </p:txBody>
      </p:sp>
      <p:sp>
        <p:nvSpPr>
          <p:cNvPr id="13" name="文本占位符 12">
            <a:extLst>
              <a:ext uri="{FF2B5EF4-FFF2-40B4-BE49-F238E27FC236}">
                <a16:creationId xmlns:a16="http://schemas.microsoft.com/office/drawing/2014/main" id="{F06A705A-DFFC-F6FD-3137-E9F33331FB64}"/>
              </a:ext>
            </a:extLst>
          </p:cNvPr>
          <p:cNvSpPr>
            <a:spLocks noGrp="1"/>
          </p:cNvSpPr>
          <p:nvPr>
            <p:ph type="body" sz="quarter" idx="10"/>
          </p:nvPr>
        </p:nvSpPr>
        <p:spPr/>
        <p:txBody>
          <a:bodyPr/>
          <a:lstStyle/>
          <a:p>
            <a:r>
              <a:rPr lang="en-US" altLang="zh-CN" dirty="0"/>
              <a:t>Contract</a:t>
            </a:r>
            <a:endParaRPr lang="zh-CN" altLang="en-US" dirty="0"/>
          </a:p>
        </p:txBody>
      </p:sp>
    </p:spTree>
    <p:extLst>
      <p:ext uri="{BB962C8B-B14F-4D97-AF65-F5344CB8AC3E}">
        <p14:creationId xmlns:p14="http://schemas.microsoft.com/office/powerpoint/2010/main" val="2278580081"/>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C1675C-D9D4-EFAC-141C-76EE60502248}"/>
              </a:ext>
            </a:extLst>
          </p:cNvPr>
          <p:cNvSpPr>
            <a:spLocks noGrp="1"/>
          </p:cNvSpPr>
          <p:nvPr>
            <p:ph type="title"/>
          </p:nvPr>
        </p:nvSpPr>
        <p:spPr>
          <a:xfrm>
            <a:off x="695998" y="360000"/>
            <a:ext cx="7200000" cy="424732"/>
          </a:xfrm>
        </p:spPr>
        <p:txBody>
          <a:bodyPr/>
          <a:lstStyle/>
          <a:p>
            <a:r>
              <a:rPr lang="zh-CN" altLang="en-US" dirty="0"/>
              <a:t>合同类型</a:t>
            </a:r>
          </a:p>
        </p:txBody>
      </p:sp>
      <p:sp>
        <p:nvSpPr>
          <p:cNvPr id="9" name="内容占位符 8">
            <a:extLst>
              <a:ext uri="{FF2B5EF4-FFF2-40B4-BE49-F238E27FC236}">
                <a16:creationId xmlns:a16="http://schemas.microsoft.com/office/drawing/2014/main" id="{938D46F7-64A7-3CA4-3B6A-E9A13556341D}"/>
              </a:ext>
            </a:extLst>
          </p:cNvPr>
          <p:cNvSpPr>
            <a:spLocks noGrp="1"/>
          </p:cNvSpPr>
          <p:nvPr>
            <p:ph idx="1"/>
          </p:nvPr>
        </p:nvSpPr>
        <p:spPr>
          <a:xfrm>
            <a:off x="696000" y="1080000"/>
            <a:ext cx="10800000" cy="5112000"/>
          </a:xfrm>
        </p:spPr>
        <p:txBody>
          <a:bodyPr/>
          <a:lstStyle/>
          <a:p>
            <a:endParaRPr lang="zh-CN" altLang="en-US"/>
          </a:p>
        </p:txBody>
      </p:sp>
      <p:sp>
        <p:nvSpPr>
          <p:cNvPr id="10" name="文本占位符 9">
            <a:extLst>
              <a:ext uri="{FF2B5EF4-FFF2-40B4-BE49-F238E27FC236}">
                <a16:creationId xmlns:a16="http://schemas.microsoft.com/office/drawing/2014/main" id="{F40D03E2-0B45-9C63-7726-A637EAF44051}"/>
              </a:ext>
            </a:extLst>
          </p:cNvPr>
          <p:cNvSpPr>
            <a:spLocks noGrp="1"/>
          </p:cNvSpPr>
          <p:nvPr>
            <p:ph type="body" sz="quarter" idx="10"/>
          </p:nvPr>
        </p:nvSpPr>
        <p:spPr/>
        <p:txBody>
          <a:bodyPr/>
          <a:lstStyle/>
          <a:p>
            <a:r>
              <a:rPr lang="en-US" altLang="zh-CN" dirty="0"/>
              <a:t>Contract</a:t>
            </a:r>
            <a:endParaRPr lang="zh-CN" altLang="en-US" dirty="0"/>
          </a:p>
        </p:txBody>
      </p:sp>
      <p:graphicFrame>
        <p:nvGraphicFramePr>
          <p:cNvPr id="5" name="Diagram 3">
            <a:extLst>
              <a:ext uri="{FF2B5EF4-FFF2-40B4-BE49-F238E27FC236}">
                <a16:creationId xmlns:a16="http://schemas.microsoft.com/office/drawing/2014/main" id="{C5DE9174-F55A-2974-52E0-DDBC289DB1A0}"/>
              </a:ext>
            </a:extLst>
          </p:cNvPr>
          <p:cNvGraphicFramePr/>
          <p:nvPr>
            <p:extLst>
              <p:ext uri="{D42A27DB-BD31-4B8C-83A1-F6EECF244321}">
                <p14:modId xmlns:p14="http://schemas.microsoft.com/office/powerpoint/2010/main" val="2099825231"/>
              </p:ext>
            </p:extLst>
          </p:nvPr>
        </p:nvGraphicFramePr>
        <p:xfrm>
          <a:off x="3023828" y="1863916"/>
          <a:ext cx="6144344" cy="35441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63516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03940D74-7173-CF68-1783-21AD36EA6DE2}"/>
              </a:ext>
            </a:extLst>
          </p:cNvPr>
          <p:cNvSpPr>
            <a:spLocks noGrp="1"/>
          </p:cNvSpPr>
          <p:nvPr>
            <p:ph type="title"/>
          </p:nvPr>
        </p:nvSpPr>
        <p:spPr>
          <a:xfrm>
            <a:off x="695998" y="360000"/>
            <a:ext cx="7200000" cy="424732"/>
          </a:xfrm>
        </p:spPr>
        <p:txBody>
          <a:bodyPr/>
          <a:lstStyle/>
          <a:p>
            <a:r>
              <a:rPr lang="zh-CN" altLang="en-US" dirty="0"/>
              <a:t>成本补偿合同</a:t>
            </a:r>
          </a:p>
        </p:txBody>
      </p:sp>
      <p:sp>
        <p:nvSpPr>
          <p:cNvPr id="3" name="内容占位符 2">
            <a:extLst>
              <a:ext uri="{FF2B5EF4-FFF2-40B4-BE49-F238E27FC236}">
                <a16:creationId xmlns:a16="http://schemas.microsoft.com/office/drawing/2014/main" id="{EFA53254-CB8C-AD50-AEE5-C8B49EBB66C8}"/>
              </a:ext>
            </a:extLst>
          </p:cNvPr>
          <p:cNvSpPr>
            <a:spLocks noGrp="1"/>
          </p:cNvSpPr>
          <p:nvPr>
            <p:ph idx="1"/>
          </p:nvPr>
        </p:nvSpPr>
        <p:spPr>
          <a:xfrm>
            <a:off x="696000" y="1080000"/>
            <a:ext cx="10800000" cy="5112000"/>
          </a:xfrm>
        </p:spPr>
        <p:txBody>
          <a:bodyPr/>
          <a:lstStyle/>
          <a:p>
            <a:r>
              <a:rPr lang="zh-CN" altLang="zh-CN" dirty="0"/>
              <a:t>向卖方支付为完成工作而发生的全部合法实际成本，外加一笔费用作为卖方的利润。</a:t>
            </a:r>
            <a:endParaRPr lang="en-US" altLang="zh-CN" dirty="0"/>
          </a:p>
          <a:p>
            <a:r>
              <a:rPr lang="zh-CN" altLang="zh-CN" dirty="0"/>
              <a:t>这种合同适用于：工作范围预计会在合同执行期间发生重大变更。</a:t>
            </a:r>
            <a:endParaRPr lang="zh-CN" altLang="en-US" dirty="0"/>
          </a:p>
          <a:p>
            <a:endParaRPr lang="zh-CN" altLang="en-US" dirty="0"/>
          </a:p>
        </p:txBody>
      </p:sp>
      <p:sp>
        <p:nvSpPr>
          <p:cNvPr id="10" name="文本占位符 9">
            <a:extLst>
              <a:ext uri="{FF2B5EF4-FFF2-40B4-BE49-F238E27FC236}">
                <a16:creationId xmlns:a16="http://schemas.microsoft.com/office/drawing/2014/main" id="{B3AF4AE6-D4C2-F31C-67F2-D143A8E4158B}"/>
              </a:ext>
            </a:extLst>
          </p:cNvPr>
          <p:cNvSpPr>
            <a:spLocks noGrp="1"/>
          </p:cNvSpPr>
          <p:nvPr>
            <p:ph type="body" sz="quarter" idx="10"/>
          </p:nvPr>
        </p:nvSpPr>
        <p:spPr/>
        <p:txBody>
          <a:bodyPr/>
          <a:lstStyle/>
          <a:p>
            <a:r>
              <a:rPr lang="en-US" altLang="zh-CN" dirty="0"/>
              <a:t>Contract</a:t>
            </a:r>
            <a:endParaRPr lang="zh-CN" altLang="en-US" dirty="0"/>
          </a:p>
        </p:txBody>
      </p:sp>
    </p:spTree>
    <p:extLst>
      <p:ext uri="{BB962C8B-B14F-4D97-AF65-F5344CB8AC3E}">
        <p14:creationId xmlns:p14="http://schemas.microsoft.com/office/powerpoint/2010/main" val="92519764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7ACA5A02-D3D0-9288-4D3F-1E3D0A3115F4}"/>
              </a:ext>
            </a:extLst>
          </p:cNvPr>
          <p:cNvSpPr>
            <a:spLocks noGrp="1"/>
          </p:cNvSpPr>
          <p:nvPr>
            <p:ph type="title"/>
          </p:nvPr>
        </p:nvSpPr>
        <p:spPr>
          <a:xfrm>
            <a:off x="695998" y="360000"/>
            <a:ext cx="7200000" cy="424732"/>
          </a:xfrm>
        </p:spPr>
        <p:txBody>
          <a:bodyPr/>
          <a:lstStyle/>
          <a:p>
            <a:r>
              <a:rPr lang="zh-CN" altLang="zh-CN" dirty="0"/>
              <a:t>总价合同</a:t>
            </a:r>
            <a:endParaRPr lang="zh-CN" altLang="en-US" dirty="0"/>
          </a:p>
        </p:txBody>
      </p:sp>
      <p:sp>
        <p:nvSpPr>
          <p:cNvPr id="3" name="内容占位符 2">
            <a:extLst>
              <a:ext uri="{FF2B5EF4-FFF2-40B4-BE49-F238E27FC236}">
                <a16:creationId xmlns:a16="http://schemas.microsoft.com/office/drawing/2014/main" id="{E540BA42-101F-0F9B-842F-C9FB35A45283}"/>
              </a:ext>
            </a:extLst>
          </p:cNvPr>
          <p:cNvSpPr>
            <a:spLocks noGrp="1"/>
          </p:cNvSpPr>
          <p:nvPr>
            <p:ph idx="1"/>
          </p:nvPr>
        </p:nvSpPr>
        <p:spPr>
          <a:xfrm>
            <a:off x="696000" y="1080000"/>
            <a:ext cx="10800000" cy="5112000"/>
          </a:xfrm>
        </p:spPr>
        <p:txBody>
          <a:bodyPr/>
          <a:lstStyle/>
          <a:p>
            <a:r>
              <a:rPr lang="zh-CN" altLang="zh-CN" dirty="0"/>
              <a:t>总价合同为既定产品、服务或成果的采购设定一个总价。</a:t>
            </a:r>
            <a:endParaRPr lang="en-US" altLang="zh-CN" dirty="0"/>
          </a:p>
          <a:p>
            <a:r>
              <a:rPr lang="zh-CN" altLang="en-US" dirty="0"/>
              <a:t>这种合同应在已明确定义需求，且不会出现重大范围变更的情况下使用。</a:t>
            </a:r>
          </a:p>
          <a:p>
            <a:endParaRPr lang="zh-CN" altLang="en-US" dirty="0"/>
          </a:p>
        </p:txBody>
      </p:sp>
      <p:sp>
        <p:nvSpPr>
          <p:cNvPr id="10" name="文本占位符 9">
            <a:extLst>
              <a:ext uri="{FF2B5EF4-FFF2-40B4-BE49-F238E27FC236}">
                <a16:creationId xmlns:a16="http://schemas.microsoft.com/office/drawing/2014/main" id="{4481E9A3-6640-67FB-4AE7-CF4DCB7775FE}"/>
              </a:ext>
            </a:extLst>
          </p:cNvPr>
          <p:cNvSpPr>
            <a:spLocks noGrp="1"/>
          </p:cNvSpPr>
          <p:nvPr>
            <p:ph type="body" sz="quarter" idx="10"/>
          </p:nvPr>
        </p:nvSpPr>
        <p:spPr/>
        <p:txBody>
          <a:bodyPr/>
          <a:lstStyle/>
          <a:p>
            <a:r>
              <a:rPr lang="en-US" altLang="zh-CN" dirty="0"/>
              <a:t>Contract</a:t>
            </a:r>
            <a:endParaRPr lang="zh-CN" altLang="en-US" dirty="0"/>
          </a:p>
        </p:txBody>
      </p:sp>
    </p:spTree>
    <p:extLst>
      <p:ext uri="{BB962C8B-B14F-4D97-AF65-F5344CB8AC3E}">
        <p14:creationId xmlns:p14="http://schemas.microsoft.com/office/powerpoint/2010/main" val="67746977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F4F80-2816-F9B5-3291-77E7EE5C40BE}"/>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4047BE50-A982-92BA-2E62-DC4782CAAD77}"/>
              </a:ext>
            </a:extLst>
          </p:cNvPr>
          <p:cNvSpPr>
            <a:spLocks noGrp="1"/>
          </p:cNvSpPr>
          <p:nvPr>
            <p:ph type="title"/>
          </p:nvPr>
        </p:nvSpPr>
        <p:spPr>
          <a:xfrm>
            <a:off x="695998" y="360000"/>
            <a:ext cx="7200000" cy="424732"/>
          </a:xfrm>
        </p:spPr>
        <p:txBody>
          <a:bodyPr/>
          <a:lstStyle/>
          <a:p>
            <a:r>
              <a:rPr lang="zh-CN" altLang="zh-CN" dirty="0"/>
              <a:t>工料合同</a:t>
            </a:r>
            <a:r>
              <a:rPr lang="en-US" altLang="zh-CN" dirty="0"/>
              <a:t> (T&amp;M)</a:t>
            </a:r>
            <a:r>
              <a:rPr lang="zh-CN" altLang="en-US" dirty="0"/>
              <a:t>合同</a:t>
            </a:r>
          </a:p>
        </p:txBody>
      </p:sp>
      <p:sp>
        <p:nvSpPr>
          <p:cNvPr id="3" name="内容占位符 2">
            <a:extLst>
              <a:ext uri="{FF2B5EF4-FFF2-40B4-BE49-F238E27FC236}">
                <a16:creationId xmlns:a16="http://schemas.microsoft.com/office/drawing/2014/main" id="{1297FCE9-58FE-B161-9BF7-90ED1863167D}"/>
              </a:ext>
            </a:extLst>
          </p:cNvPr>
          <p:cNvSpPr>
            <a:spLocks noGrp="1"/>
          </p:cNvSpPr>
          <p:nvPr>
            <p:ph idx="1"/>
          </p:nvPr>
        </p:nvSpPr>
        <p:spPr>
          <a:xfrm>
            <a:off x="696000" y="1080000"/>
            <a:ext cx="10800000" cy="5112000"/>
          </a:xfrm>
        </p:spPr>
        <p:txBody>
          <a:bodyPr/>
          <a:lstStyle/>
          <a:p>
            <a:r>
              <a:rPr lang="zh-CN" altLang="en-US" dirty="0"/>
              <a:t>成本补偿合同和总价合同特点的混合型合同。</a:t>
            </a:r>
            <a:endParaRPr lang="en-US" altLang="zh-CN" dirty="0"/>
          </a:p>
          <a:p>
            <a:r>
              <a:rPr lang="zh-CN" altLang="zh-CN" dirty="0"/>
              <a:t>必须为每一个单位的工作量付出一定的报酬</a:t>
            </a:r>
            <a:endParaRPr lang="en-US" altLang="zh-CN" dirty="0"/>
          </a:p>
          <a:p>
            <a:endParaRPr lang="en-US" altLang="zh-CN" dirty="0"/>
          </a:p>
        </p:txBody>
      </p:sp>
      <p:sp>
        <p:nvSpPr>
          <p:cNvPr id="10" name="文本占位符 9">
            <a:extLst>
              <a:ext uri="{FF2B5EF4-FFF2-40B4-BE49-F238E27FC236}">
                <a16:creationId xmlns:a16="http://schemas.microsoft.com/office/drawing/2014/main" id="{D2BE1C04-C2F3-1328-997C-90C2FD04D7B7}"/>
              </a:ext>
            </a:extLst>
          </p:cNvPr>
          <p:cNvSpPr>
            <a:spLocks noGrp="1"/>
          </p:cNvSpPr>
          <p:nvPr>
            <p:ph type="body" sz="quarter" idx="10"/>
          </p:nvPr>
        </p:nvSpPr>
        <p:spPr>
          <a:xfrm>
            <a:off x="6702424" y="360001"/>
            <a:ext cx="4793575" cy="424731"/>
          </a:xfrm>
        </p:spPr>
        <p:txBody>
          <a:bodyPr/>
          <a:lstStyle/>
          <a:p>
            <a:r>
              <a:rPr lang="en-US" altLang="zh-CN" dirty="0"/>
              <a:t>Contract</a:t>
            </a:r>
            <a:endParaRPr lang="zh-CN" altLang="en-US" dirty="0"/>
          </a:p>
        </p:txBody>
      </p:sp>
    </p:spTree>
    <p:extLst>
      <p:ext uri="{BB962C8B-B14F-4D97-AF65-F5344CB8AC3E}">
        <p14:creationId xmlns:p14="http://schemas.microsoft.com/office/powerpoint/2010/main" val="1508166779"/>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8E6909BE-C634-C009-21DC-890CD8C4D0FF}"/>
              </a:ext>
            </a:extLst>
          </p:cNvPr>
          <p:cNvSpPr>
            <a:spLocks noGrp="1"/>
          </p:cNvSpPr>
          <p:nvPr>
            <p:ph type="title"/>
          </p:nvPr>
        </p:nvSpPr>
        <p:spPr>
          <a:xfrm>
            <a:off x="695998" y="360000"/>
            <a:ext cx="7200000" cy="424732"/>
          </a:xfrm>
        </p:spPr>
        <p:txBody>
          <a:bodyPr/>
          <a:lstStyle/>
          <a:p>
            <a:r>
              <a:rPr lang="zh-CN" altLang="en-US" dirty="0"/>
              <a:t>合同计划</a:t>
            </a:r>
          </a:p>
        </p:txBody>
      </p:sp>
      <p:sp>
        <p:nvSpPr>
          <p:cNvPr id="3" name="内容占位符 2">
            <a:extLst>
              <a:ext uri="{FF2B5EF4-FFF2-40B4-BE49-F238E27FC236}">
                <a16:creationId xmlns:a16="http://schemas.microsoft.com/office/drawing/2014/main" id="{2B0AD88F-ABF5-9EF1-CEAF-95F1FB9706E0}"/>
              </a:ext>
            </a:extLst>
          </p:cNvPr>
          <p:cNvSpPr>
            <a:spLocks noGrp="1"/>
          </p:cNvSpPr>
          <p:nvPr>
            <p:ph idx="1"/>
          </p:nvPr>
        </p:nvSpPr>
        <p:spPr>
          <a:xfrm>
            <a:off x="696000" y="1080000"/>
            <a:ext cx="10800000" cy="5112000"/>
          </a:xfrm>
        </p:spPr>
        <p:txBody>
          <a:bodyPr/>
          <a:lstStyle/>
          <a:p>
            <a:r>
              <a:rPr lang="zh-CN" altLang="en-US" dirty="0"/>
              <a:t>明确如何进行委托、委托什么项目、何时进行、费用如何等</a:t>
            </a:r>
            <a:endParaRPr lang="en-US" altLang="zh-CN" dirty="0"/>
          </a:p>
          <a:p>
            <a:r>
              <a:rPr lang="zh-CN" altLang="en-US" dirty="0"/>
              <a:t>选择需要的合同类型，采用的招标方式、合同形式等</a:t>
            </a:r>
            <a:endParaRPr lang="en-US" altLang="zh-CN" dirty="0"/>
          </a:p>
          <a:p>
            <a:r>
              <a:rPr lang="zh-CN" altLang="en-US" dirty="0"/>
              <a:t>输出</a:t>
            </a:r>
            <a:endParaRPr lang="en-US" altLang="zh-CN" dirty="0"/>
          </a:p>
          <a:p>
            <a:pPr lvl="1"/>
            <a:r>
              <a:rPr lang="zh-CN" altLang="en-US" dirty="0"/>
              <a:t>招标书或者类似招标书的形式体现的   </a:t>
            </a:r>
          </a:p>
          <a:p>
            <a:endParaRPr lang="zh-CN" altLang="en-US" dirty="0"/>
          </a:p>
          <a:p>
            <a:endParaRPr lang="en-US" altLang="zh-CN" dirty="0"/>
          </a:p>
          <a:p>
            <a:endParaRPr lang="zh-CN" altLang="en-US" dirty="0"/>
          </a:p>
          <a:p>
            <a:endParaRPr lang="zh-CN" altLang="en-US" dirty="0"/>
          </a:p>
        </p:txBody>
      </p:sp>
      <p:sp>
        <p:nvSpPr>
          <p:cNvPr id="7" name="文本占位符 6">
            <a:extLst>
              <a:ext uri="{FF2B5EF4-FFF2-40B4-BE49-F238E27FC236}">
                <a16:creationId xmlns:a16="http://schemas.microsoft.com/office/drawing/2014/main" id="{3DF23212-1543-7DFD-428C-DC9A9DBA489C}"/>
              </a:ext>
            </a:extLst>
          </p:cNvPr>
          <p:cNvSpPr>
            <a:spLocks noGrp="1"/>
          </p:cNvSpPr>
          <p:nvPr>
            <p:ph type="body" sz="quarter" idx="10"/>
          </p:nvPr>
        </p:nvSpPr>
        <p:spPr>
          <a:xfrm>
            <a:off x="6702424" y="360001"/>
            <a:ext cx="4793575" cy="424731"/>
          </a:xfrm>
        </p:spPr>
        <p:txBody>
          <a:bodyPr/>
          <a:lstStyle/>
          <a:p>
            <a:r>
              <a:rPr lang="en-US" altLang="zh-CN" dirty="0"/>
              <a:t>Contract</a:t>
            </a:r>
            <a:endParaRPr lang="zh-CN" altLang="en-US" dirty="0"/>
          </a:p>
        </p:txBody>
      </p:sp>
    </p:spTree>
    <p:extLst>
      <p:ext uri="{BB962C8B-B14F-4D97-AF65-F5344CB8AC3E}">
        <p14:creationId xmlns:p14="http://schemas.microsoft.com/office/powerpoint/2010/main" val="398420800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8E6909BE-C634-C009-21DC-890CD8C4D0FF}"/>
              </a:ext>
            </a:extLst>
          </p:cNvPr>
          <p:cNvSpPr>
            <a:spLocks noGrp="1"/>
          </p:cNvSpPr>
          <p:nvPr>
            <p:ph type="title"/>
          </p:nvPr>
        </p:nvSpPr>
        <p:spPr>
          <a:xfrm>
            <a:off x="695998" y="360000"/>
            <a:ext cx="7200000" cy="424732"/>
          </a:xfrm>
        </p:spPr>
        <p:txBody>
          <a:bodyPr/>
          <a:lstStyle/>
          <a:p>
            <a:r>
              <a:rPr lang="zh-CN" altLang="en-US" dirty="0"/>
              <a:t>敏捷合同策略</a:t>
            </a:r>
          </a:p>
        </p:txBody>
      </p:sp>
      <p:sp>
        <p:nvSpPr>
          <p:cNvPr id="3" name="内容占位符 2">
            <a:extLst>
              <a:ext uri="{FF2B5EF4-FFF2-40B4-BE49-F238E27FC236}">
                <a16:creationId xmlns:a16="http://schemas.microsoft.com/office/drawing/2014/main" id="{2B0AD88F-ABF5-9EF1-CEAF-95F1FB9706E0}"/>
              </a:ext>
            </a:extLst>
          </p:cNvPr>
          <p:cNvSpPr>
            <a:spLocks noGrp="1"/>
          </p:cNvSpPr>
          <p:nvPr>
            <p:ph idx="1"/>
          </p:nvPr>
        </p:nvSpPr>
        <p:spPr>
          <a:xfrm>
            <a:off x="696000" y="1080000"/>
            <a:ext cx="10800000" cy="5112000"/>
          </a:xfrm>
        </p:spPr>
        <p:txBody>
          <a:bodyPr/>
          <a:lstStyle/>
          <a:p>
            <a:r>
              <a:rPr lang="zh-CN" altLang="zh-CN" dirty="0"/>
              <a:t>多层</a:t>
            </a:r>
            <a:r>
              <a:rPr lang="zh-CN" altLang="en-US" dirty="0"/>
              <a:t>协议</a:t>
            </a:r>
            <a:r>
              <a:rPr lang="zh-CN" altLang="zh-CN" dirty="0"/>
              <a:t>结构</a:t>
            </a:r>
            <a:endParaRPr lang="en-US" altLang="zh-CN" dirty="0"/>
          </a:p>
          <a:p>
            <a:r>
              <a:rPr lang="zh-CN" altLang="zh-CN" dirty="0"/>
              <a:t>价值交付</a:t>
            </a:r>
            <a:r>
              <a:rPr lang="zh-CN" altLang="en-US" dirty="0"/>
              <a:t>（例如迭代付费）</a:t>
            </a:r>
            <a:endParaRPr lang="en-US" altLang="zh-CN" dirty="0"/>
          </a:p>
          <a:p>
            <a:r>
              <a:rPr lang="zh-CN" altLang="zh-CN" dirty="0"/>
              <a:t>总价增量</a:t>
            </a:r>
            <a:r>
              <a:rPr lang="en-US" altLang="zh-CN" dirty="0"/>
              <a:t> </a:t>
            </a:r>
            <a:r>
              <a:rPr lang="zh-CN" altLang="en-US" dirty="0"/>
              <a:t>（例如基于</a:t>
            </a:r>
            <a:r>
              <a:rPr lang="en-US" altLang="zh-CN" dirty="0"/>
              <a:t>Story</a:t>
            </a:r>
            <a:r>
              <a:rPr lang="zh-CN" altLang="en-US" dirty="0"/>
              <a:t>付费）</a:t>
            </a:r>
            <a:endParaRPr lang="en-US" altLang="zh-CN" dirty="0"/>
          </a:p>
          <a:p>
            <a:r>
              <a:rPr lang="zh-CN" altLang="en-US" dirty="0"/>
              <a:t>灵活总价</a:t>
            </a:r>
            <a:r>
              <a:rPr lang="zh-CN" altLang="zh-CN" dirty="0"/>
              <a:t>方案</a:t>
            </a:r>
            <a:endParaRPr lang="en-US" altLang="zh-CN" dirty="0"/>
          </a:p>
          <a:p>
            <a:r>
              <a:rPr lang="zh-CN" altLang="zh-CN" dirty="0"/>
              <a:t>动态范围方案</a:t>
            </a:r>
            <a:endParaRPr lang="zh-CN" altLang="en-US" dirty="0"/>
          </a:p>
        </p:txBody>
      </p:sp>
      <p:sp>
        <p:nvSpPr>
          <p:cNvPr id="7" name="文本占位符 6">
            <a:extLst>
              <a:ext uri="{FF2B5EF4-FFF2-40B4-BE49-F238E27FC236}">
                <a16:creationId xmlns:a16="http://schemas.microsoft.com/office/drawing/2014/main" id="{3DF23212-1543-7DFD-428C-DC9A9DBA489C}"/>
              </a:ext>
            </a:extLst>
          </p:cNvPr>
          <p:cNvSpPr>
            <a:spLocks noGrp="1"/>
          </p:cNvSpPr>
          <p:nvPr>
            <p:ph type="body" sz="quarter" idx="10"/>
          </p:nvPr>
        </p:nvSpPr>
        <p:spPr>
          <a:xfrm>
            <a:off x="6702424" y="360001"/>
            <a:ext cx="4793575" cy="424731"/>
          </a:xfrm>
        </p:spPr>
        <p:txBody>
          <a:bodyPr/>
          <a:lstStyle/>
          <a:p>
            <a:r>
              <a:rPr lang="en-US" altLang="zh-CN" dirty="0"/>
              <a:t>Contract</a:t>
            </a:r>
            <a:endParaRPr lang="zh-CN" altLang="en-US" dirty="0"/>
          </a:p>
        </p:txBody>
      </p:sp>
    </p:spTree>
    <p:extLst>
      <p:ext uri="{BB962C8B-B14F-4D97-AF65-F5344CB8AC3E}">
        <p14:creationId xmlns:p14="http://schemas.microsoft.com/office/powerpoint/2010/main" val="879014748"/>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1CBA1-7920-566D-076A-0C4C93EDAE11}"/>
            </a:ext>
          </a:extLst>
        </p:cNvPr>
        <p:cNvGrpSpPr/>
        <p:nvPr/>
      </p:nvGrpSpPr>
      <p:grpSpPr>
        <a:xfrm>
          <a:off x="0" y="0"/>
          <a:ext cx="0" cy="0"/>
          <a:chOff x="0" y="0"/>
          <a:chExt cx="0" cy="0"/>
        </a:xfrm>
      </p:grpSpPr>
      <p:pic>
        <p:nvPicPr>
          <p:cNvPr id="6" name="图片占位符 5">
            <a:extLst>
              <a:ext uri="{FF2B5EF4-FFF2-40B4-BE49-F238E27FC236}">
                <a16:creationId xmlns:a16="http://schemas.microsoft.com/office/drawing/2014/main" id="{1CF0E67B-3E77-50D1-C7BC-0C28D3011005}"/>
              </a:ext>
            </a:extLst>
          </p:cNvPr>
          <p:cNvPicPr>
            <a:picLocks noGrp="1" noChangeAspect="1"/>
          </p:cNvPicPr>
          <p:nvPr>
            <p:ph type="pic" sz="quarter" idx="4294967295"/>
          </p:nvPr>
        </p:nvPicPr>
        <p:blipFill>
          <a:blip r:embed="rId2"/>
          <a:srcRect l="17552" r="17552"/>
          <a:stretch/>
        </p:blipFill>
        <p:spPr>
          <a:xfrm>
            <a:off x="0" y="0"/>
            <a:ext cx="7912359" cy="6858000"/>
          </a:xfrm>
        </p:spPr>
      </p:pic>
      <p:sp>
        <p:nvSpPr>
          <p:cNvPr id="2" name="标题 1">
            <a:extLst>
              <a:ext uri="{FF2B5EF4-FFF2-40B4-BE49-F238E27FC236}">
                <a16:creationId xmlns:a16="http://schemas.microsoft.com/office/drawing/2014/main" id="{1D349DE4-986C-14E7-ACB1-53EDCE907EC5}"/>
              </a:ext>
            </a:extLst>
          </p:cNvPr>
          <p:cNvSpPr>
            <a:spLocks noGrp="1"/>
          </p:cNvSpPr>
          <p:nvPr>
            <p:ph type="ctrTitle"/>
          </p:nvPr>
        </p:nvSpPr>
        <p:spPr>
          <a:xfrm>
            <a:off x="4077578" y="3498981"/>
            <a:ext cx="7262228" cy="1440000"/>
          </a:xfrm>
        </p:spPr>
        <p:txBody>
          <a:bodyPr/>
          <a:lstStyle/>
          <a:p>
            <a:r>
              <a:rPr lang="zh-CN" altLang="en-US" dirty="0"/>
              <a:t>项目执行</a:t>
            </a:r>
          </a:p>
        </p:txBody>
      </p:sp>
      <p:sp>
        <p:nvSpPr>
          <p:cNvPr id="3" name="副标题 2">
            <a:extLst>
              <a:ext uri="{FF2B5EF4-FFF2-40B4-BE49-F238E27FC236}">
                <a16:creationId xmlns:a16="http://schemas.microsoft.com/office/drawing/2014/main" id="{45E81968-EC65-6418-2D93-61134A1A82BB}"/>
              </a:ext>
            </a:extLst>
          </p:cNvPr>
          <p:cNvSpPr>
            <a:spLocks noGrp="1"/>
          </p:cNvSpPr>
          <p:nvPr>
            <p:ph type="subTitle" idx="1"/>
          </p:nvPr>
        </p:nvSpPr>
        <p:spPr>
          <a:xfrm>
            <a:off x="4077578" y="4938981"/>
            <a:ext cx="7262228" cy="900000"/>
          </a:xfrm>
        </p:spPr>
        <p:txBody>
          <a:bodyPr/>
          <a:lstStyle/>
          <a:p>
            <a:r>
              <a:rPr lang="en-US" altLang="zh-CN" dirty="0"/>
              <a:t>Section 11 Project Execution</a:t>
            </a:r>
            <a:endParaRPr lang="zh-CN" altLang="en-US" dirty="0"/>
          </a:p>
        </p:txBody>
      </p:sp>
    </p:spTree>
    <p:extLst>
      <p:ext uri="{BB962C8B-B14F-4D97-AF65-F5344CB8AC3E}">
        <p14:creationId xmlns:p14="http://schemas.microsoft.com/office/powerpoint/2010/main" val="3343414957"/>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ADB7F772-A5F9-D03C-DAAA-E86D13AE54A7}"/>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EEB89858-C280-1068-A843-45DF719F2FF4}"/>
              </a:ext>
            </a:extLst>
          </p:cNvPr>
          <p:cNvSpPr>
            <a:spLocks noGrp="1"/>
          </p:cNvSpPr>
          <p:nvPr>
            <p:ph idx="1"/>
          </p:nvPr>
        </p:nvSpPr>
        <p:spPr>
          <a:xfrm>
            <a:off x="696000" y="1080000"/>
            <a:ext cx="10800000" cy="5112000"/>
          </a:xfrm>
        </p:spPr>
        <p:txBody>
          <a:bodyPr/>
          <a:lstStyle/>
          <a:p>
            <a:r>
              <a:rPr lang="zh-CN" altLang="en-US" dirty="0"/>
              <a:t>马云和比尔盖茨都表达过类似的观点：“一流的战略、三流的执行”不如“三流的战略、一流的执行”。一流的战略和一流的执行，似乎就像鱼与熊掌一样不可兼得。</a:t>
            </a:r>
          </a:p>
          <a:p>
            <a:endParaRPr lang="zh-CN" altLang="en-US" dirty="0"/>
          </a:p>
        </p:txBody>
      </p:sp>
      <p:sp>
        <p:nvSpPr>
          <p:cNvPr id="7" name="文本占位符 6">
            <a:extLst>
              <a:ext uri="{FF2B5EF4-FFF2-40B4-BE49-F238E27FC236}">
                <a16:creationId xmlns:a16="http://schemas.microsoft.com/office/drawing/2014/main" id="{845A5F07-788A-C31A-362F-674C5F9659DD}"/>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3835528488"/>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内容占位符 8">
            <a:extLst>
              <a:ext uri="{FF2B5EF4-FFF2-40B4-BE49-F238E27FC236}">
                <a16:creationId xmlns:a16="http://schemas.microsoft.com/office/drawing/2014/main" id="{03DD6A68-E284-9765-27FB-5C4B1E7464E6}"/>
              </a:ext>
            </a:extLst>
          </p:cNvPr>
          <p:cNvGraphicFramePr>
            <a:graphicFrameLocks noChangeAspect="1"/>
          </p:cNvGraphicFramePr>
          <p:nvPr/>
        </p:nvGraphicFramePr>
        <p:xfrm>
          <a:off x="2855595" y="1895475"/>
          <a:ext cx="6480810" cy="30670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标题 1">
            <a:extLst>
              <a:ext uri="{FF2B5EF4-FFF2-40B4-BE49-F238E27FC236}">
                <a16:creationId xmlns:a16="http://schemas.microsoft.com/office/drawing/2014/main" id="{83C1A01B-1C73-8662-947E-7752092AADE1}"/>
              </a:ext>
            </a:extLst>
          </p:cNvPr>
          <p:cNvSpPr>
            <a:spLocks noGrp="1"/>
          </p:cNvSpPr>
          <p:nvPr>
            <p:ph type="title"/>
          </p:nvPr>
        </p:nvSpPr>
        <p:spPr>
          <a:xfrm>
            <a:off x="696000" y="360000"/>
            <a:ext cx="10800000" cy="424732"/>
          </a:xfrm>
        </p:spPr>
        <p:txBody>
          <a:bodyPr/>
          <a:lstStyle/>
          <a:p>
            <a:r>
              <a:rPr lang="en-US" altLang="zh-CN" dirty="0"/>
              <a:t>Triple Constraint Diagram</a:t>
            </a:r>
            <a:endParaRPr lang="zh-CN" altLang="en-US" dirty="0"/>
          </a:p>
        </p:txBody>
      </p:sp>
      <p:pic>
        <p:nvPicPr>
          <p:cNvPr id="27" name="内容占位符 26" descr="时钟">
            <a:extLst>
              <a:ext uri="{FF2B5EF4-FFF2-40B4-BE49-F238E27FC236}">
                <a16:creationId xmlns:a16="http://schemas.microsoft.com/office/drawing/2014/main" id="{2FA749CD-DA96-5D61-98F9-DDE1A6EA1D16}"/>
              </a:ext>
            </a:extLst>
          </p:cNvPr>
          <p:cNvPicPr>
            <a:picLocks noGrp="1" noChangeAspect="1"/>
          </p:cNvPicPr>
          <p:nvPr>
            <p:ph idx="1"/>
          </p:nvPr>
        </p:nvPicPr>
        <p:blipFill>
          <a:blip r:embed="rId7">
            <a:extLst>
              <a:ext uri="{96DAC541-7B7A-43D3-8B79-37D633B846F1}">
                <asvg:svgBlip xmlns:asvg="http://schemas.microsoft.com/office/drawing/2016/SVG/main" r:embed="rId8"/>
              </a:ext>
            </a:extLst>
          </a:blip>
          <a:stretch>
            <a:fillRect/>
          </a:stretch>
        </p:blipFill>
        <p:spPr>
          <a:xfrm>
            <a:off x="6834378" y="4198978"/>
            <a:ext cx="540000" cy="540000"/>
          </a:xfrm>
        </p:spPr>
      </p:pic>
      <p:sp>
        <p:nvSpPr>
          <p:cNvPr id="21" name="文本框 20">
            <a:extLst>
              <a:ext uri="{FF2B5EF4-FFF2-40B4-BE49-F238E27FC236}">
                <a16:creationId xmlns:a16="http://schemas.microsoft.com/office/drawing/2014/main" id="{F998C7B8-46D9-E83C-D2AC-790D6EC6195B}"/>
              </a:ext>
            </a:extLst>
          </p:cNvPr>
          <p:cNvSpPr txBox="1"/>
          <p:nvPr/>
        </p:nvSpPr>
        <p:spPr>
          <a:xfrm>
            <a:off x="4310743" y="1249144"/>
            <a:ext cx="4330032" cy="646331"/>
          </a:xfrm>
          <a:prstGeom prst="rect">
            <a:avLst/>
          </a:prstGeom>
          <a:noFill/>
        </p:spPr>
        <p:txBody>
          <a:bodyPr wrap="none" rtlCol="0">
            <a:spAutoFit/>
          </a:bodyPr>
          <a:lstStyle/>
          <a:p>
            <a:r>
              <a:rPr lang="en-US" altLang="zh-CN" dirty="0"/>
              <a:t>The tasks</a:t>
            </a:r>
          </a:p>
          <a:p>
            <a:r>
              <a:rPr lang="en-US" altLang="zh-CN" dirty="0"/>
              <a:t>required to fulfill the project’s goals</a:t>
            </a:r>
          </a:p>
        </p:txBody>
      </p:sp>
      <p:sp>
        <p:nvSpPr>
          <p:cNvPr id="22" name="文本框 21">
            <a:extLst>
              <a:ext uri="{FF2B5EF4-FFF2-40B4-BE49-F238E27FC236}">
                <a16:creationId xmlns:a16="http://schemas.microsoft.com/office/drawing/2014/main" id="{E2DA17C7-80A0-40A4-D18C-CEAA73FA21C7}"/>
              </a:ext>
            </a:extLst>
          </p:cNvPr>
          <p:cNvSpPr txBox="1"/>
          <p:nvPr/>
        </p:nvSpPr>
        <p:spPr>
          <a:xfrm>
            <a:off x="821094" y="3815648"/>
            <a:ext cx="3489649" cy="923330"/>
          </a:xfrm>
          <a:prstGeom prst="rect">
            <a:avLst/>
          </a:prstGeom>
          <a:noFill/>
        </p:spPr>
        <p:txBody>
          <a:bodyPr wrap="square" rtlCol="0">
            <a:spAutoFit/>
          </a:bodyPr>
          <a:lstStyle/>
          <a:p>
            <a:pPr algn="r"/>
            <a:r>
              <a:rPr lang="en-US" altLang="zh-CN" dirty="0"/>
              <a:t>The financial constraints of a project, also known as the project budget</a:t>
            </a:r>
          </a:p>
        </p:txBody>
      </p:sp>
      <p:sp>
        <p:nvSpPr>
          <p:cNvPr id="25" name="文本框 24">
            <a:extLst>
              <a:ext uri="{FF2B5EF4-FFF2-40B4-BE49-F238E27FC236}">
                <a16:creationId xmlns:a16="http://schemas.microsoft.com/office/drawing/2014/main" id="{0646777D-4340-C671-94EC-0995E0A595AA}"/>
              </a:ext>
            </a:extLst>
          </p:cNvPr>
          <p:cNvSpPr txBox="1"/>
          <p:nvPr/>
        </p:nvSpPr>
        <p:spPr>
          <a:xfrm>
            <a:off x="7881259" y="3815648"/>
            <a:ext cx="2855595" cy="923330"/>
          </a:xfrm>
          <a:prstGeom prst="rect">
            <a:avLst/>
          </a:prstGeom>
          <a:noFill/>
        </p:spPr>
        <p:txBody>
          <a:bodyPr wrap="square" rtlCol="0">
            <a:spAutoFit/>
          </a:bodyPr>
          <a:lstStyle/>
          <a:p>
            <a:r>
              <a:rPr lang="en-US" altLang="zh-CN" dirty="0"/>
              <a:t>The schedule</a:t>
            </a:r>
          </a:p>
          <a:p>
            <a:r>
              <a:rPr lang="en-US" altLang="zh-CN" dirty="0"/>
              <a:t>for the project to reach completion</a:t>
            </a:r>
            <a:endParaRPr lang="zh-CN" altLang="en-US" dirty="0"/>
          </a:p>
        </p:txBody>
      </p:sp>
      <p:pic>
        <p:nvPicPr>
          <p:cNvPr id="29" name="图形 28" descr="硬币">
            <a:extLst>
              <a:ext uri="{FF2B5EF4-FFF2-40B4-BE49-F238E27FC236}">
                <a16:creationId xmlns:a16="http://schemas.microsoft.com/office/drawing/2014/main" id="{DAF165AB-7164-78C7-FA98-223268FDE5E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884627" y="4198978"/>
            <a:ext cx="540000" cy="540000"/>
          </a:xfrm>
          <a:prstGeom prst="rect">
            <a:avLst/>
          </a:prstGeom>
        </p:spPr>
      </p:pic>
      <p:pic>
        <p:nvPicPr>
          <p:cNvPr id="31" name="图形 30" descr="清单">
            <a:extLst>
              <a:ext uri="{FF2B5EF4-FFF2-40B4-BE49-F238E27FC236}">
                <a16:creationId xmlns:a16="http://schemas.microsoft.com/office/drawing/2014/main" id="{7E3A5C84-3367-F662-C583-279FB6DF2FD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826000" y="2466725"/>
            <a:ext cx="540000" cy="540000"/>
          </a:xfrm>
          <a:prstGeom prst="rect">
            <a:avLst/>
          </a:prstGeom>
        </p:spPr>
      </p:pic>
    </p:spTree>
    <p:extLst>
      <p:ext uri="{BB962C8B-B14F-4D97-AF65-F5344CB8AC3E}">
        <p14:creationId xmlns:p14="http://schemas.microsoft.com/office/powerpoint/2010/main" val="405787381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336B65-CD14-D8DC-209A-4A34FFB3E405}"/>
              </a:ext>
            </a:extLst>
          </p:cNvPr>
          <p:cNvSpPr>
            <a:spLocks noGrp="1"/>
          </p:cNvSpPr>
          <p:nvPr>
            <p:ph type="title"/>
          </p:nvPr>
        </p:nvSpPr>
        <p:spPr>
          <a:xfrm>
            <a:off x="696000" y="360000"/>
            <a:ext cx="10800000" cy="424732"/>
          </a:xfrm>
        </p:spPr>
        <p:txBody>
          <a:bodyPr/>
          <a:lstStyle/>
          <a:p>
            <a:r>
              <a:rPr lang="en-US" altLang="zh-CN" dirty="0"/>
              <a:t>Construction project Triple Constraint Example</a:t>
            </a:r>
            <a:endParaRPr lang="zh-CN" altLang="en-US" dirty="0"/>
          </a:p>
        </p:txBody>
      </p:sp>
      <p:sp>
        <p:nvSpPr>
          <p:cNvPr id="5" name="内容占位符 4">
            <a:extLst>
              <a:ext uri="{FF2B5EF4-FFF2-40B4-BE49-F238E27FC236}">
                <a16:creationId xmlns:a16="http://schemas.microsoft.com/office/drawing/2014/main" id="{6533F0E3-E562-1BD0-CC49-2E461DB0A6D8}"/>
              </a:ext>
            </a:extLst>
          </p:cNvPr>
          <p:cNvSpPr>
            <a:spLocks noGrp="1"/>
          </p:cNvSpPr>
          <p:nvPr>
            <p:ph idx="1"/>
          </p:nvPr>
        </p:nvSpPr>
        <p:spPr>
          <a:xfrm>
            <a:off x="696000" y="1080000"/>
            <a:ext cx="10800000" cy="5112000"/>
          </a:xfrm>
        </p:spPr>
        <p:txBody>
          <a:bodyPr/>
          <a:lstStyle/>
          <a:p>
            <a:r>
              <a:rPr lang="zh-CN" altLang="en-US" dirty="0"/>
              <a:t>假设正在建设一个小型零售店，大约</a:t>
            </a:r>
            <a:r>
              <a:rPr lang="en-US" altLang="zh-CN" dirty="0"/>
              <a:t>2,000</a:t>
            </a:r>
            <a:r>
              <a:rPr lang="zh-CN" altLang="en-US" dirty="0"/>
              <a:t>平方英尺。项目时间为</a:t>
            </a:r>
            <a:r>
              <a:rPr lang="en-US" altLang="zh-CN" dirty="0"/>
              <a:t>6</a:t>
            </a:r>
            <a:r>
              <a:rPr lang="zh-CN" altLang="en-US" dirty="0"/>
              <a:t>个月，预算为</a:t>
            </a:r>
            <a:r>
              <a:rPr lang="en-US" altLang="zh-CN" dirty="0"/>
              <a:t>30</a:t>
            </a:r>
            <a:r>
              <a:rPr lang="zh-CN" altLang="en-US" dirty="0"/>
              <a:t>万美元</a:t>
            </a:r>
            <a:endParaRPr lang="en-US" altLang="zh-CN" dirty="0"/>
          </a:p>
          <a:p>
            <a:r>
              <a:rPr lang="zh-CN" altLang="en-US" dirty="0"/>
              <a:t>如果客户在最后一刻提出增加</a:t>
            </a:r>
            <a:r>
              <a:rPr lang="en-US" altLang="zh-CN" dirty="0"/>
              <a:t>500</a:t>
            </a:r>
            <a:r>
              <a:rPr lang="zh-CN" altLang="en-US" dirty="0"/>
              <a:t>平方英尺的要求：</a:t>
            </a:r>
            <a:endParaRPr lang="en-US" altLang="zh-CN" dirty="0"/>
          </a:p>
          <a:p>
            <a:pPr lvl="1"/>
            <a:r>
              <a:rPr lang="zh-CN" altLang="en-US" dirty="0"/>
              <a:t>扩大项目范围</a:t>
            </a:r>
            <a:endParaRPr lang="en-US" altLang="zh-CN" dirty="0"/>
          </a:p>
          <a:p>
            <a:pPr lvl="1"/>
            <a:r>
              <a:rPr lang="zh-CN" altLang="en-US" dirty="0"/>
              <a:t>要么时间表必须推迟，要么预算增加</a:t>
            </a:r>
          </a:p>
        </p:txBody>
      </p:sp>
    </p:spTree>
    <p:extLst>
      <p:ext uri="{BB962C8B-B14F-4D97-AF65-F5344CB8AC3E}">
        <p14:creationId xmlns:p14="http://schemas.microsoft.com/office/powerpoint/2010/main" val="10099112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457E22E-3DE1-3CC9-4281-208AB4D4CFB4}"/>
              </a:ext>
            </a:extLst>
          </p:cNvPr>
          <p:cNvSpPr>
            <a:spLocks noGrp="1"/>
          </p:cNvSpPr>
          <p:nvPr>
            <p:ph type="title"/>
          </p:nvPr>
        </p:nvSpPr>
        <p:spPr>
          <a:xfrm>
            <a:off x="696000" y="360000"/>
            <a:ext cx="10800000" cy="424732"/>
          </a:xfrm>
        </p:spPr>
        <p:txBody>
          <a:bodyPr/>
          <a:lstStyle/>
          <a:p>
            <a:r>
              <a:rPr lang="en-US" altLang="zh-CN" dirty="0"/>
              <a:t>IT project Triple Constraint Example</a:t>
            </a:r>
            <a:endParaRPr lang="zh-CN" altLang="en-US" dirty="0"/>
          </a:p>
        </p:txBody>
      </p:sp>
      <p:sp>
        <p:nvSpPr>
          <p:cNvPr id="3" name="内容占位符 2">
            <a:extLst>
              <a:ext uri="{FF2B5EF4-FFF2-40B4-BE49-F238E27FC236}">
                <a16:creationId xmlns:a16="http://schemas.microsoft.com/office/drawing/2014/main" id="{E10AADB8-38F4-68BF-D326-32B00A7E0275}"/>
              </a:ext>
            </a:extLst>
          </p:cNvPr>
          <p:cNvSpPr>
            <a:spLocks noGrp="1"/>
          </p:cNvSpPr>
          <p:nvPr>
            <p:ph idx="1"/>
          </p:nvPr>
        </p:nvSpPr>
        <p:spPr>
          <a:xfrm>
            <a:off x="696000" y="1080000"/>
            <a:ext cx="10800000" cy="5112000"/>
          </a:xfrm>
        </p:spPr>
        <p:txBody>
          <a:bodyPr/>
          <a:lstStyle/>
          <a:p>
            <a:r>
              <a:rPr lang="zh-CN" altLang="en-US" dirty="0"/>
              <a:t>如果一个销售团队需要建立一个新的客户关系管理系统</a:t>
            </a:r>
            <a:r>
              <a:rPr lang="en-US" altLang="zh-CN" dirty="0"/>
              <a:t>CRM</a:t>
            </a:r>
            <a:r>
              <a:rPr lang="zh-CN" altLang="en-US" dirty="0"/>
              <a:t>，他们可能有</a:t>
            </a:r>
            <a:r>
              <a:rPr lang="en-US" altLang="zh-CN" dirty="0"/>
              <a:t>9</a:t>
            </a:r>
            <a:r>
              <a:rPr lang="zh-CN" altLang="en-US" dirty="0"/>
              <a:t>个月的时间框架和</a:t>
            </a:r>
            <a:r>
              <a:rPr lang="en-US" altLang="zh-CN" dirty="0"/>
              <a:t>25</a:t>
            </a:r>
            <a:r>
              <a:rPr lang="zh-CN" altLang="en-US" dirty="0"/>
              <a:t>万美元的预算。在范围方面，</a:t>
            </a:r>
            <a:r>
              <a:rPr lang="en-US" altLang="zh-CN" dirty="0"/>
              <a:t>CRM</a:t>
            </a:r>
            <a:r>
              <a:rPr lang="zh-CN" altLang="en-US" dirty="0"/>
              <a:t>需要包括潜在客户管理、销售报告和联系跟踪</a:t>
            </a:r>
            <a:endParaRPr lang="en-US" altLang="zh-CN" dirty="0"/>
          </a:p>
          <a:p>
            <a:r>
              <a:rPr lang="zh-CN" altLang="en-US" dirty="0"/>
              <a:t>如果销售团队要求系统在</a:t>
            </a:r>
            <a:r>
              <a:rPr lang="en-US" altLang="zh-CN" dirty="0"/>
              <a:t>6</a:t>
            </a:r>
            <a:r>
              <a:rPr lang="zh-CN" altLang="en-US" dirty="0"/>
              <a:t>个月内准备就绪：</a:t>
            </a:r>
            <a:endParaRPr lang="en-US" altLang="zh-CN" dirty="0"/>
          </a:p>
          <a:p>
            <a:pPr lvl="1"/>
            <a:r>
              <a:rPr lang="zh-CN" altLang="en-US" dirty="0"/>
              <a:t>减少范围</a:t>
            </a:r>
            <a:endParaRPr lang="en-US" altLang="zh-CN" dirty="0"/>
          </a:p>
          <a:p>
            <a:pPr lvl="1"/>
            <a:r>
              <a:rPr lang="zh-CN" altLang="en-US" dirty="0"/>
              <a:t>增加预算</a:t>
            </a:r>
          </a:p>
        </p:txBody>
      </p:sp>
    </p:spTree>
    <p:extLst>
      <p:ext uri="{BB962C8B-B14F-4D97-AF65-F5344CB8AC3E}">
        <p14:creationId xmlns:p14="http://schemas.microsoft.com/office/powerpoint/2010/main" val="338979811"/>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E78845-DCE9-B251-2BAF-6A8452142989}"/>
              </a:ext>
            </a:extLst>
          </p:cNvPr>
          <p:cNvSpPr>
            <a:spLocks noGrp="1"/>
          </p:cNvSpPr>
          <p:nvPr>
            <p:ph type="title"/>
          </p:nvPr>
        </p:nvSpPr>
        <p:spPr>
          <a:xfrm>
            <a:off x="696000" y="360000"/>
            <a:ext cx="10800000" cy="424732"/>
          </a:xfrm>
        </p:spPr>
        <p:txBody>
          <a:bodyPr/>
          <a:lstStyle/>
          <a:p>
            <a:r>
              <a:rPr lang="en-US" altLang="zh-CN" dirty="0"/>
              <a:t>Manufacturing Triple Constraint Example</a:t>
            </a:r>
            <a:endParaRPr lang="zh-CN" altLang="en-US" dirty="0"/>
          </a:p>
        </p:txBody>
      </p:sp>
      <p:sp>
        <p:nvSpPr>
          <p:cNvPr id="5" name="内容占位符 4">
            <a:extLst>
              <a:ext uri="{FF2B5EF4-FFF2-40B4-BE49-F238E27FC236}">
                <a16:creationId xmlns:a16="http://schemas.microsoft.com/office/drawing/2014/main" id="{67A14637-32C6-3EBE-553B-85FD5C9D17D2}"/>
              </a:ext>
            </a:extLst>
          </p:cNvPr>
          <p:cNvSpPr>
            <a:spLocks noGrp="1"/>
          </p:cNvSpPr>
          <p:nvPr>
            <p:ph idx="1"/>
          </p:nvPr>
        </p:nvSpPr>
        <p:spPr/>
        <p:txBody>
          <a:bodyPr/>
          <a:lstStyle/>
          <a:p>
            <a:r>
              <a:rPr lang="zh-CN" altLang="en-US" dirty="0"/>
              <a:t>假设一家制造公司正在生产</a:t>
            </a:r>
            <a:r>
              <a:rPr lang="en-US" altLang="zh-CN" dirty="0"/>
              <a:t>5,000</a:t>
            </a:r>
            <a:r>
              <a:rPr lang="zh-CN" altLang="en-US" dirty="0"/>
              <a:t>台新型智能家居设备。它需要包含应用程序集成和语音控制，每台设备的制造成本不能超过</a:t>
            </a:r>
            <a:r>
              <a:rPr lang="en-US" altLang="zh-CN" dirty="0"/>
              <a:t>50</a:t>
            </a:r>
            <a:r>
              <a:rPr lang="zh-CN" altLang="en-US" dirty="0"/>
              <a:t>美元，并且所有设备必须在</a:t>
            </a:r>
            <a:r>
              <a:rPr lang="en-US" altLang="zh-CN" dirty="0"/>
              <a:t>3</a:t>
            </a:r>
            <a:r>
              <a:rPr lang="zh-CN" altLang="en-US" dirty="0"/>
              <a:t>个月内生产完成</a:t>
            </a:r>
            <a:endParaRPr lang="en-US" altLang="zh-CN" dirty="0"/>
          </a:p>
          <a:p>
            <a:r>
              <a:rPr lang="zh-CN" altLang="en-US" dirty="0"/>
              <a:t>如果预算中突然出现成本变化，并且每台设备的制造成本不能超过</a:t>
            </a:r>
            <a:r>
              <a:rPr lang="en-US" altLang="zh-CN" dirty="0"/>
              <a:t>40</a:t>
            </a:r>
            <a:r>
              <a:rPr lang="zh-CN" altLang="en-US" dirty="0"/>
              <a:t>美元：</a:t>
            </a:r>
            <a:endParaRPr lang="en-US" altLang="zh-CN" dirty="0"/>
          </a:p>
          <a:p>
            <a:pPr lvl="1"/>
            <a:r>
              <a:rPr lang="zh-CN" altLang="en-US" dirty="0"/>
              <a:t>要么需要放慢速度，这将延长预算</a:t>
            </a:r>
            <a:endParaRPr lang="en-US" altLang="zh-CN" dirty="0"/>
          </a:p>
          <a:p>
            <a:pPr lvl="1"/>
            <a:r>
              <a:rPr lang="zh-CN" altLang="en-US" dirty="0"/>
              <a:t>要么范围将需要缩减</a:t>
            </a:r>
          </a:p>
        </p:txBody>
      </p:sp>
    </p:spTree>
    <p:extLst>
      <p:ext uri="{BB962C8B-B14F-4D97-AF65-F5344CB8AC3E}">
        <p14:creationId xmlns:p14="http://schemas.microsoft.com/office/powerpoint/2010/main" val="36426272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E3AA5-6235-0E22-9AB2-CDC282765F88}"/>
            </a:ext>
          </a:extLst>
        </p:cNvPr>
        <p:cNvGrpSpPr/>
        <p:nvPr/>
      </p:nvGrpSpPr>
      <p:grpSpPr>
        <a:xfrm>
          <a:off x="0" y="0"/>
          <a:ext cx="0" cy="0"/>
          <a:chOff x="0" y="0"/>
          <a:chExt cx="0" cy="0"/>
        </a:xfrm>
      </p:grpSpPr>
      <p:pic>
        <p:nvPicPr>
          <p:cNvPr id="6" name="图片占位符 5">
            <a:extLst>
              <a:ext uri="{FF2B5EF4-FFF2-40B4-BE49-F238E27FC236}">
                <a16:creationId xmlns:a16="http://schemas.microsoft.com/office/drawing/2014/main" id="{BB551C51-19B0-1DCE-1098-39A95BCD0BB1}"/>
              </a:ext>
            </a:extLst>
          </p:cNvPr>
          <p:cNvPicPr>
            <a:picLocks noGrp="1" noChangeAspect="1"/>
          </p:cNvPicPr>
          <p:nvPr>
            <p:ph type="pic" sz="quarter" idx="10"/>
          </p:nvPr>
        </p:nvPicPr>
        <p:blipFill>
          <a:blip r:embed="rId2"/>
          <a:srcRect l="17552" r="17552"/>
          <a:stretch/>
        </p:blipFill>
        <p:spPr>
          <a:xfrm>
            <a:off x="0" y="0"/>
            <a:ext cx="7912359" cy="6858000"/>
          </a:xfrm>
        </p:spPr>
      </p:pic>
      <p:sp>
        <p:nvSpPr>
          <p:cNvPr id="2" name="标题 1">
            <a:extLst>
              <a:ext uri="{FF2B5EF4-FFF2-40B4-BE49-F238E27FC236}">
                <a16:creationId xmlns:a16="http://schemas.microsoft.com/office/drawing/2014/main" id="{BBE58437-882C-21E9-813E-164FFBFD2BC0}"/>
              </a:ext>
            </a:extLst>
          </p:cNvPr>
          <p:cNvSpPr>
            <a:spLocks noGrp="1"/>
          </p:cNvSpPr>
          <p:nvPr>
            <p:ph type="ctrTitle"/>
          </p:nvPr>
        </p:nvSpPr>
        <p:spPr>
          <a:xfrm>
            <a:off x="4077578" y="3498981"/>
            <a:ext cx="7262228" cy="1440000"/>
          </a:xfrm>
        </p:spPr>
        <p:txBody>
          <a:bodyPr/>
          <a:lstStyle/>
          <a:p>
            <a:r>
              <a:rPr lang="zh-CN" altLang="en-US" dirty="0"/>
              <a:t>项目结束</a:t>
            </a:r>
          </a:p>
        </p:txBody>
      </p:sp>
      <p:sp>
        <p:nvSpPr>
          <p:cNvPr id="3" name="副标题 2">
            <a:extLst>
              <a:ext uri="{FF2B5EF4-FFF2-40B4-BE49-F238E27FC236}">
                <a16:creationId xmlns:a16="http://schemas.microsoft.com/office/drawing/2014/main" id="{96EDA69B-AE1D-30B4-9A84-9FF3D5640890}"/>
              </a:ext>
            </a:extLst>
          </p:cNvPr>
          <p:cNvSpPr>
            <a:spLocks noGrp="1"/>
          </p:cNvSpPr>
          <p:nvPr>
            <p:ph type="subTitle" idx="1"/>
          </p:nvPr>
        </p:nvSpPr>
        <p:spPr>
          <a:xfrm>
            <a:off x="4077578" y="4938981"/>
            <a:ext cx="7262228" cy="900000"/>
          </a:xfrm>
        </p:spPr>
        <p:txBody>
          <a:bodyPr/>
          <a:lstStyle/>
          <a:p>
            <a:r>
              <a:rPr lang="en-US" altLang="zh-CN" dirty="0"/>
              <a:t>Section 12 Project Closure</a:t>
            </a:r>
            <a:endParaRPr lang="zh-CN" altLang="en-US" dirty="0"/>
          </a:p>
        </p:txBody>
      </p:sp>
      <p:sp>
        <p:nvSpPr>
          <p:cNvPr id="8" name="文本占位符 7">
            <a:extLst>
              <a:ext uri="{FF2B5EF4-FFF2-40B4-BE49-F238E27FC236}">
                <a16:creationId xmlns:a16="http://schemas.microsoft.com/office/drawing/2014/main" id="{CC2A82D6-C565-7E48-CAC8-7F767E2947A2}"/>
              </a:ext>
            </a:extLst>
          </p:cNvPr>
          <p:cNvSpPr>
            <a:spLocks noGrp="1"/>
          </p:cNvSpPr>
          <p:nvPr>
            <p:ph type="body" sz="quarter" idx="11"/>
          </p:nvPr>
        </p:nvSpPr>
        <p:spPr>
          <a:xfrm>
            <a:off x="7912100" y="1128713"/>
            <a:ext cx="3427413" cy="2300287"/>
          </a:xfrm>
        </p:spPr>
        <p:txBody>
          <a:bodyPr/>
          <a:lstStyle/>
          <a:p>
            <a:r>
              <a:rPr lang="zh-CN" altLang="en-US" dirty="0"/>
              <a:t>项目终止</a:t>
            </a:r>
            <a:endParaRPr lang="en-US" altLang="zh-CN" dirty="0"/>
          </a:p>
          <a:p>
            <a:r>
              <a:rPr lang="zh-CN" altLang="en-US" dirty="0"/>
              <a:t>项目结束</a:t>
            </a:r>
          </a:p>
        </p:txBody>
      </p:sp>
    </p:spTree>
    <p:extLst>
      <p:ext uri="{BB962C8B-B14F-4D97-AF65-F5344CB8AC3E}">
        <p14:creationId xmlns:p14="http://schemas.microsoft.com/office/powerpoint/2010/main" val="348158962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A7FDF5-7E87-343E-C5C1-F3EA283A4252}"/>
              </a:ext>
            </a:extLst>
          </p:cNvPr>
          <p:cNvSpPr>
            <a:spLocks noGrp="1"/>
          </p:cNvSpPr>
          <p:nvPr>
            <p:ph type="title"/>
          </p:nvPr>
        </p:nvSpPr>
        <p:spPr>
          <a:xfrm>
            <a:off x="695998" y="360000"/>
            <a:ext cx="7200000" cy="424732"/>
          </a:xfrm>
        </p:spPr>
        <p:txBody>
          <a:bodyPr/>
          <a:lstStyle/>
          <a:p>
            <a:r>
              <a:rPr lang="zh-CN" altLang="en-US" dirty="0"/>
              <a:t>项目终止条件</a:t>
            </a:r>
          </a:p>
        </p:txBody>
      </p:sp>
      <p:sp>
        <p:nvSpPr>
          <p:cNvPr id="3" name="内容占位符 2">
            <a:extLst>
              <a:ext uri="{FF2B5EF4-FFF2-40B4-BE49-F238E27FC236}">
                <a16:creationId xmlns:a16="http://schemas.microsoft.com/office/drawing/2014/main" id="{50179CB0-F4DB-2F97-22CF-172464C8F8EC}"/>
              </a:ext>
            </a:extLst>
          </p:cNvPr>
          <p:cNvSpPr>
            <a:spLocks noGrp="1"/>
          </p:cNvSpPr>
          <p:nvPr>
            <p:ph idx="1"/>
          </p:nvPr>
        </p:nvSpPr>
        <p:spPr>
          <a:xfrm>
            <a:off x="696000" y="1080000"/>
            <a:ext cx="10800000" cy="5112000"/>
          </a:xfrm>
        </p:spPr>
        <p:txBody>
          <a:bodyPr/>
          <a:lstStyle/>
          <a:p>
            <a:r>
              <a:rPr lang="zh-CN" altLang="en-US" dirty="0"/>
              <a:t>项目计划中确定的可交付成果已经出现</a:t>
            </a:r>
            <a:endParaRPr lang="en-US" altLang="zh-CN" dirty="0"/>
          </a:p>
          <a:p>
            <a:pPr lvl="1"/>
            <a:r>
              <a:rPr lang="zh-CN" altLang="en-US" dirty="0"/>
              <a:t>项目的目标已经成功实现</a:t>
            </a:r>
            <a:endParaRPr lang="en-US" altLang="zh-CN" dirty="0"/>
          </a:p>
          <a:p>
            <a:r>
              <a:rPr lang="zh-CN" altLang="en-US" dirty="0"/>
              <a:t>由于相关原因</a:t>
            </a:r>
            <a:r>
              <a:rPr lang="en-US" altLang="zh-CN" dirty="0"/>
              <a:t>,</a:t>
            </a:r>
            <a:r>
              <a:rPr lang="zh-CN" altLang="en-US" dirty="0"/>
              <a:t>项目无法继续进行</a:t>
            </a:r>
            <a:endParaRPr lang="en-US" altLang="zh-CN" dirty="0"/>
          </a:p>
          <a:p>
            <a:pPr lvl="1"/>
            <a:r>
              <a:rPr lang="zh-CN" altLang="en-US" dirty="0"/>
              <a:t>项目已经不具备实用价值</a:t>
            </a:r>
            <a:endParaRPr lang="en-US" altLang="zh-CN" dirty="0"/>
          </a:p>
          <a:p>
            <a:pPr lvl="1"/>
            <a:r>
              <a:rPr lang="zh-CN" altLang="en-US" dirty="0"/>
              <a:t>项目无竞争力，难以生存</a:t>
            </a:r>
            <a:endParaRPr lang="en-US" altLang="zh-CN" dirty="0"/>
          </a:p>
          <a:p>
            <a:pPr lvl="1"/>
            <a:r>
              <a:rPr lang="en-US" altLang="zh-CN" dirty="0"/>
              <a:t>……</a:t>
            </a:r>
          </a:p>
          <a:p>
            <a:endParaRPr lang="zh-CN" altLang="en-US" dirty="0"/>
          </a:p>
        </p:txBody>
      </p:sp>
      <p:sp>
        <p:nvSpPr>
          <p:cNvPr id="28" name="文本占位符 27">
            <a:extLst>
              <a:ext uri="{FF2B5EF4-FFF2-40B4-BE49-F238E27FC236}">
                <a16:creationId xmlns:a16="http://schemas.microsoft.com/office/drawing/2014/main" id="{BA786531-1A09-2C9E-7FB2-8F1B622026A0}"/>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10317678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D8554-3D72-50F0-64FE-B39C6C0E86F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0C7FC0A-4DBA-6022-FE93-0DAB1F808D18}"/>
              </a:ext>
            </a:extLst>
          </p:cNvPr>
          <p:cNvSpPr>
            <a:spLocks noGrp="1"/>
          </p:cNvSpPr>
          <p:nvPr>
            <p:ph type="title"/>
          </p:nvPr>
        </p:nvSpPr>
        <p:spPr>
          <a:xfrm>
            <a:off x="695998" y="360000"/>
            <a:ext cx="7200000" cy="424732"/>
          </a:xfrm>
        </p:spPr>
        <p:txBody>
          <a:bodyPr/>
          <a:lstStyle/>
          <a:p>
            <a:r>
              <a:rPr lang="zh-CN" altLang="en-US" dirty="0"/>
              <a:t>项目终止过程</a:t>
            </a:r>
          </a:p>
        </p:txBody>
      </p:sp>
      <p:sp>
        <p:nvSpPr>
          <p:cNvPr id="3" name="内容占位符 2">
            <a:extLst>
              <a:ext uri="{FF2B5EF4-FFF2-40B4-BE49-F238E27FC236}">
                <a16:creationId xmlns:a16="http://schemas.microsoft.com/office/drawing/2014/main" id="{D17370DA-8354-08F7-ED21-A63C3A67ED63}"/>
              </a:ext>
            </a:extLst>
          </p:cNvPr>
          <p:cNvSpPr>
            <a:spLocks noGrp="1"/>
          </p:cNvSpPr>
          <p:nvPr>
            <p:ph idx="1"/>
          </p:nvPr>
        </p:nvSpPr>
        <p:spPr>
          <a:xfrm>
            <a:off x="696000" y="1080000"/>
            <a:ext cx="10800000" cy="5112000"/>
          </a:xfrm>
        </p:spPr>
        <p:txBody>
          <a:bodyPr/>
          <a:lstStyle/>
          <a:p>
            <a:r>
              <a:rPr lang="zh-CN" altLang="en-US" dirty="0"/>
              <a:t>达到项目的完工或退出标准</a:t>
            </a:r>
            <a:endParaRPr lang="en-US" altLang="zh-CN" dirty="0"/>
          </a:p>
          <a:p>
            <a:r>
              <a:rPr lang="zh-CN" altLang="en-US" dirty="0"/>
              <a:t>完成项目合同协议</a:t>
            </a:r>
            <a:endParaRPr lang="en-US" altLang="zh-CN" dirty="0"/>
          </a:p>
          <a:p>
            <a:r>
              <a:rPr lang="zh-CN" altLang="en-US" dirty="0"/>
              <a:t>完成项目信息报告</a:t>
            </a:r>
          </a:p>
          <a:p>
            <a:endParaRPr lang="en-US" altLang="zh-CN" dirty="0"/>
          </a:p>
          <a:p>
            <a:endParaRPr lang="zh-CN" altLang="en-US" dirty="0"/>
          </a:p>
        </p:txBody>
      </p:sp>
      <p:sp>
        <p:nvSpPr>
          <p:cNvPr id="25" name="文本占位符 24">
            <a:extLst>
              <a:ext uri="{FF2B5EF4-FFF2-40B4-BE49-F238E27FC236}">
                <a16:creationId xmlns:a16="http://schemas.microsoft.com/office/drawing/2014/main" id="{6A4CE0F7-5231-F56A-2556-076F6D60244D}"/>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4194633705"/>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76F62-6541-7872-6518-9D1A2031A34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3FB3EC6-CC56-5352-F9D3-167772A7E7D0}"/>
              </a:ext>
            </a:extLst>
          </p:cNvPr>
          <p:cNvSpPr>
            <a:spLocks noGrp="1"/>
          </p:cNvSpPr>
          <p:nvPr>
            <p:ph type="title"/>
          </p:nvPr>
        </p:nvSpPr>
        <p:spPr/>
        <p:txBody>
          <a:bodyPr/>
          <a:lstStyle/>
          <a:p>
            <a:r>
              <a:rPr lang="zh-CN" altLang="en-US" dirty="0"/>
              <a:t>项目结束</a:t>
            </a:r>
          </a:p>
        </p:txBody>
      </p:sp>
      <p:sp>
        <p:nvSpPr>
          <p:cNvPr id="3" name="内容占位符 2">
            <a:extLst>
              <a:ext uri="{FF2B5EF4-FFF2-40B4-BE49-F238E27FC236}">
                <a16:creationId xmlns:a16="http://schemas.microsoft.com/office/drawing/2014/main" id="{D3268B25-F0CD-4E0E-C9B7-E42E1A995160}"/>
              </a:ext>
            </a:extLst>
          </p:cNvPr>
          <p:cNvSpPr>
            <a:spLocks noGrp="1"/>
          </p:cNvSpPr>
          <p:nvPr>
            <p:ph idx="1"/>
          </p:nvPr>
        </p:nvSpPr>
        <p:spPr/>
        <p:txBody>
          <a:bodyPr/>
          <a:lstStyle/>
          <a:p>
            <a:endParaRPr lang="zh-CN" altLang="en-US" dirty="0"/>
          </a:p>
        </p:txBody>
      </p:sp>
      <p:sp>
        <p:nvSpPr>
          <p:cNvPr id="4" name="文本占位符 3">
            <a:extLst>
              <a:ext uri="{FF2B5EF4-FFF2-40B4-BE49-F238E27FC236}">
                <a16:creationId xmlns:a16="http://schemas.microsoft.com/office/drawing/2014/main" id="{12704218-1DC9-8216-641A-F1B869E50B1C}"/>
              </a:ext>
            </a:extLst>
          </p:cNvPr>
          <p:cNvSpPr>
            <a:spLocks noGrp="1"/>
          </p:cNvSpPr>
          <p:nvPr>
            <p:ph type="body" sz="quarter" idx="10"/>
          </p:nvPr>
        </p:nvSpPr>
        <p:spPr/>
        <p:txBody>
          <a:bodyPr/>
          <a:lstStyle/>
          <a:p>
            <a:endParaRPr lang="zh-CN" altLang="en-US"/>
          </a:p>
        </p:txBody>
      </p:sp>
      <p:graphicFrame>
        <p:nvGraphicFramePr>
          <p:cNvPr id="5" name="内容占位符 5">
            <a:extLst>
              <a:ext uri="{FF2B5EF4-FFF2-40B4-BE49-F238E27FC236}">
                <a16:creationId xmlns:a16="http://schemas.microsoft.com/office/drawing/2014/main" id="{7E5C5DE8-BE2F-79BA-48AF-9EB8EFF8A4B2}"/>
              </a:ext>
            </a:extLst>
          </p:cNvPr>
          <p:cNvGraphicFramePr>
            <a:graphicFrameLocks noChangeAspect="1"/>
          </p:cNvGraphicFramePr>
          <p:nvPr>
            <p:extLst>
              <p:ext uri="{D42A27DB-BD31-4B8C-83A1-F6EECF244321}">
                <p14:modId xmlns:p14="http://schemas.microsoft.com/office/powerpoint/2010/main" val="2046638863"/>
              </p:ext>
            </p:extLst>
          </p:nvPr>
        </p:nvGraphicFramePr>
        <p:xfrm>
          <a:off x="3046412" y="1080000"/>
          <a:ext cx="6099176" cy="511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9694925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C7CAF4-AEE1-FB73-2CFC-FDC359545F75}"/>
              </a:ext>
            </a:extLst>
          </p:cNvPr>
          <p:cNvSpPr>
            <a:spLocks noGrp="1"/>
          </p:cNvSpPr>
          <p:nvPr>
            <p:ph type="title"/>
          </p:nvPr>
        </p:nvSpPr>
        <p:spPr/>
        <p:txBody>
          <a:bodyPr/>
          <a:lstStyle/>
          <a:p>
            <a:r>
              <a:rPr lang="zh-CN" altLang="en-US" dirty="0"/>
              <a:t>项目结束</a:t>
            </a:r>
          </a:p>
        </p:txBody>
      </p:sp>
      <p:sp>
        <p:nvSpPr>
          <p:cNvPr id="3" name="内容占位符 2">
            <a:extLst>
              <a:ext uri="{FF2B5EF4-FFF2-40B4-BE49-F238E27FC236}">
                <a16:creationId xmlns:a16="http://schemas.microsoft.com/office/drawing/2014/main" id="{E18F62FB-8D73-0A23-9233-17129AB0E1F6}"/>
              </a:ext>
            </a:extLst>
          </p:cNvPr>
          <p:cNvSpPr>
            <a:spLocks noGrp="1"/>
          </p:cNvSpPr>
          <p:nvPr>
            <p:ph idx="1"/>
          </p:nvPr>
        </p:nvSpPr>
        <p:spPr/>
        <p:txBody>
          <a:bodyPr/>
          <a:lstStyle/>
          <a:p>
            <a:r>
              <a:rPr lang="zh-CN" altLang="en-US" dirty="0"/>
              <a:t>合同结束</a:t>
            </a:r>
            <a:endParaRPr lang="en-US" altLang="zh-CN" dirty="0"/>
          </a:p>
          <a:p>
            <a:r>
              <a:rPr lang="zh-CN" altLang="en-US" dirty="0"/>
              <a:t>行政结束</a:t>
            </a:r>
          </a:p>
        </p:txBody>
      </p:sp>
      <p:sp>
        <p:nvSpPr>
          <p:cNvPr id="4" name="文本占位符 3">
            <a:extLst>
              <a:ext uri="{FF2B5EF4-FFF2-40B4-BE49-F238E27FC236}">
                <a16:creationId xmlns:a16="http://schemas.microsoft.com/office/drawing/2014/main" id="{DA169B07-CA99-56AD-8094-9051474C696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2935681184"/>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6CF79F05-89D9-48F9-55FD-50CA1A2B4146}"/>
              </a:ext>
            </a:extLst>
          </p:cNvPr>
          <p:cNvSpPr>
            <a:spLocks noGrp="1"/>
          </p:cNvSpPr>
          <p:nvPr>
            <p:ph type="title"/>
          </p:nvPr>
        </p:nvSpPr>
        <p:spPr>
          <a:xfrm>
            <a:off x="695998" y="360000"/>
            <a:ext cx="7200000" cy="424732"/>
          </a:xfrm>
        </p:spPr>
        <p:txBody>
          <a:bodyPr/>
          <a:lstStyle/>
          <a:p>
            <a:r>
              <a:rPr lang="en-US" altLang="zh-CN" dirty="0"/>
              <a:t>Tips</a:t>
            </a:r>
            <a:endParaRPr lang="zh-CN" altLang="en-US" dirty="0"/>
          </a:p>
        </p:txBody>
      </p:sp>
      <p:sp>
        <p:nvSpPr>
          <p:cNvPr id="6" name="内容占位符 5">
            <a:extLst>
              <a:ext uri="{FF2B5EF4-FFF2-40B4-BE49-F238E27FC236}">
                <a16:creationId xmlns:a16="http://schemas.microsoft.com/office/drawing/2014/main" id="{D2C08098-8E27-0EF7-1065-36E1A2457E01}"/>
              </a:ext>
            </a:extLst>
          </p:cNvPr>
          <p:cNvSpPr>
            <a:spLocks noGrp="1"/>
          </p:cNvSpPr>
          <p:nvPr>
            <p:ph idx="1"/>
          </p:nvPr>
        </p:nvSpPr>
        <p:spPr>
          <a:xfrm>
            <a:off x="696000" y="1080000"/>
            <a:ext cx="10800000" cy="5112000"/>
          </a:xfrm>
        </p:spPr>
        <p:txBody>
          <a:bodyPr/>
          <a:lstStyle/>
          <a:p>
            <a:r>
              <a:rPr lang="zh-CN" altLang="en-US" dirty="0"/>
              <a:t>聚焦价值</a:t>
            </a:r>
            <a:endParaRPr lang="en-US" altLang="zh-CN" dirty="0"/>
          </a:p>
          <a:p>
            <a:r>
              <a:rPr lang="zh-CN" altLang="en-US" dirty="0"/>
              <a:t>正能量</a:t>
            </a:r>
            <a:endParaRPr lang="en-US" altLang="zh-CN" dirty="0"/>
          </a:p>
          <a:p>
            <a:r>
              <a:rPr lang="zh-CN" altLang="en-US" dirty="0"/>
              <a:t>主动</a:t>
            </a:r>
            <a:endParaRPr lang="en-US" altLang="zh-CN" dirty="0"/>
          </a:p>
          <a:p>
            <a:r>
              <a:rPr lang="zh-CN" altLang="en-US" dirty="0"/>
              <a:t>客观</a:t>
            </a:r>
          </a:p>
        </p:txBody>
      </p:sp>
      <p:sp>
        <p:nvSpPr>
          <p:cNvPr id="10" name="文本占位符 9">
            <a:extLst>
              <a:ext uri="{FF2B5EF4-FFF2-40B4-BE49-F238E27FC236}">
                <a16:creationId xmlns:a16="http://schemas.microsoft.com/office/drawing/2014/main" id="{E92F371C-E9DB-AB69-A81A-CB2A474AB9DB}"/>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1159148447"/>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lpla">
      <a:majorFont>
        <a:latin typeface="Montserrat"/>
        <a:ea typeface="微软雅黑"/>
        <a:cs typeface=""/>
      </a:majorFont>
      <a:minorFont>
        <a:latin typeface="Montserrat"/>
        <a:ea typeface="微软雅黑 Light"/>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11619</TotalTime>
  <Words>11096</Words>
  <Application>Microsoft Office PowerPoint</Application>
  <PresentationFormat>宽屏</PresentationFormat>
  <Paragraphs>1343</Paragraphs>
  <Slides>164</Slides>
  <Notes>73</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164</vt:i4>
      </vt:variant>
    </vt:vector>
  </HeadingPairs>
  <TitlesOfParts>
    <vt:vector size="170" baseType="lpstr">
      <vt:lpstr>等线</vt:lpstr>
      <vt:lpstr>黑体</vt:lpstr>
      <vt:lpstr>微软雅黑 Light</vt:lpstr>
      <vt:lpstr>Arial</vt:lpstr>
      <vt:lpstr>Montserrat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软件项目管理概述</vt:lpstr>
      <vt:lpstr>项目 Project</vt:lpstr>
      <vt:lpstr>项目 Project</vt:lpstr>
      <vt:lpstr>项目集 Program</vt:lpstr>
      <vt:lpstr>项目组合 Portfolio</vt:lpstr>
      <vt:lpstr>软件项目 Software Project</vt:lpstr>
      <vt:lpstr>项目管理 Project Management</vt:lpstr>
      <vt:lpstr>软件项目管理 Software Project Management</vt:lpstr>
      <vt:lpstr>概念解析 Concepts</vt:lpstr>
      <vt:lpstr>五大过程组 Project Management Process Groups</vt:lpstr>
      <vt:lpstr>十大知识领域 Knowledge Areas</vt:lpstr>
      <vt:lpstr>敏捷开发</vt:lpstr>
      <vt:lpstr>Case 1</vt:lpstr>
      <vt:lpstr>Case 2</vt:lpstr>
      <vt:lpstr>Case 3</vt:lpstr>
      <vt:lpstr>Case 4</vt:lpstr>
      <vt:lpstr>Case 5</vt:lpstr>
      <vt:lpstr>Conclusion</vt:lpstr>
      <vt:lpstr>Cases</vt:lpstr>
      <vt:lpstr>敏捷宣言 Manifesto</vt:lpstr>
      <vt:lpstr>4个核心价值 Value</vt:lpstr>
      <vt:lpstr>12个原则 Principle</vt:lpstr>
      <vt:lpstr>The 12 Principles behind the Agile Manifesto</vt:lpstr>
      <vt:lpstr>The 12 Principles behind the Agile Manifesto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Why</vt:lpstr>
      <vt:lpstr>说明 Tips</vt:lpstr>
      <vt:lpstr>甘特图 Gantt Chart</vt:lpstr>
      <vt:lpstr>鱼骨图 Fishbone Diagram</vt:lpstr>
      <vt:lpstr>PERT</vt:lpstr>
      <vt:lpstr>项目启动</vt:lpstr>
      <vt:lpstr>项目立项</vt:lpstr>
      <vt:lpstr>项目立项</vt:lpstr>
      <vt:lpstr>项目章程 Charter</vt:lpstr>
      <vt:lpstr>项目管理计划 Project Management Plan</vt:lpstr>
      <vt:lpstr>任命项目经理 - Appoint the Project Manager</vt:lpstr>
      <vt:lpstr>批准业务案例 - Approve the business case</vt:lpstr>
      <vt:lpstr>确定项目目标 - Identify Project Objectives</vt:lpstr>
      <vt:lpstr>定义项目范围 - Define Project Scope</vt:lpstr>
      <vt:lpstr>PowerPoint 演示文稿</vt:lpstr>
      <vt:lpstr>PowerPoint 演示文稿</vt:lpstr>
      <vt:lpstr>PowerPoint 演示文稿</vt:lpstr>
      <vt:lpstr>定义项目范围 - Define Project Scope</vt:lpstr>
      <vt:lpstr>PowerPoint 演示文稿</vt:lpstr>
      <vt:lpstr>PowerPoint 演示文稿</vt:lpstr>
      <vt:lpstr>PowerPoint 演示文稿</vt:lpstr>
      <vt:lpstr>批准预算 - Approve the Budget</vt:lpstr>
      <vt:lpstr>识别初始项目风险 - Identify Initial Project Risks</vt:lpstr>
      <vt:lpstr>生产交付物清单 - Produce List of Deliverables</vt:lpstr>
      <vt:lpstr>产出 output</vt:lpstr>
      <vt:lpstr>项目生成周期</vt:lpstr>
      <vt:lpstr>项目生命周期类型</vt:lpstr>
      <vt:lpstr>预测型</vt:lpstr>
      <vt:lpstr>瀑布模型 Waterfall Model</vt:lpstr>
      <vt:lpstr>V模型 Verification and Validation Model</vt:lpstr>
      <vt:lpstr>原型化模型 Prototype</vt:lpstr>
      <vt:lpstr>迭代型</vt:lpstr>
      <vt:lpstr>增量型</vt:lpstr>
      <vt:lpstr>敏捷型</vt:lpstr>
      <vt:lpstr>Scrum</vt:lpstr>
      <vt:lpstr>敏捷价值观 Scrum Values</vt:lpstr>
      <vt:lpstr>PowerPoint 演示文稿</vt:lpstr>
      <vt:lpstr>敏捷理念 Scrum Theory</vt:lpstr>
      <vt:lpstr>敏捷理念 Scrum Theory/Pillars of Scrum</vt:lpstr>
      <vt:lpstr>敏捷理念 Scrum Theory/Pillars of Scrum</vt:lpstr>
      <vt:lpstr>敏捷理念 Scrum Theory/Pillars of Scrum</vt:lpstr>
      <vt:lpstr>敏捷团队 Scrum Team</vt:lpstr>
      <vt:lpstr>项目经理</vt:lpstr>
      <vt:lpstr>敏捷团队 Scrum Team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敏捷活动 Scrum Events</vt:lpstr>
      <vt:lpstr>PowerPoint 演示文稿</vt:lpstr>
      <vt:lpstr>PowerPoint 演示文稿</vt:lpstr>
      <vt:lpstr>PowerPoint 演示文稿</vt:lpstr>
      <vt:lpstr>PowerPoint 演示文稿</vt:lpstr>
      <vt:lpstr>敏捷工件 Scrum Artifacts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项目成本</vt:lpstr>
      <vt:lpstr>项目进度</vt:lpstr>
      <vt:lpstr>7个过程</vt:lpstr>
      <vt:lpstr>规划进度</vt:lpstr>
      <vt:lpstr>活动 Activity</vt:lpstr>
      <vt:lpstr>前导图 PDM</vt:lpstr>
      <vt:lpstr>前导图 PDM</vt:lpstr>
      <vt:lpstr>箭线图 ADM</vt:lpstr>
      <vt:lpstr>项目质量</vt:lpstr>
      <vt:lpstr>项目配置</vt:lpstr>
      <vt:lpstr>项目团队</vt:lpstr>
      <vt:lpstr>团队发展四阶段</vt:lpstr>
      <vt:lpstr>干系人 Stakeholders</vt:lpstr>
      <vt:lpstr>凸显模型 Salience Model</vt:lpstr>
      <vt:lpstr>干系人 Stakeholders</vt:lpstr>
      <vt:lpstr>项目风险</vt:lpstr>
      <vt:lpstr>风险定义</vt:lpstr>
      <vt:lpstr>风险类型</vt:lpstr>
      <vt:lpstr>风险3个要素</vt:lpstr>
      <vt:lpstr>风险4个过程</vt:lpstr>
      <vt:lpstr>项目合同</vt:lpstr>
      <vt:lpstr>合同</vt:lpstr>
      <vt:lpstr>合同类型</vt:lpstr>
      <vt:lpstr>成本补偿合同</vt:lpstr>
      <vt:lpstr>总价合同</vt:lpstr>
      <vt:lpstr>工料合同 (T&amp;M)合同</vt:lpstr>
      <vt:lpstr>合同计划</vt:lpstr>
      <vt:lpstr>敏捷合同策略</vt:lpstr>
      <vt:lpstr>项目执行</vt:lpstr>
      <vt:lpstr>PowerPoint 演示文稿</vt:lpstr>
      <vt:lpstr>Triple Constraint Diagram</vt:lpstr>
      <vt:lpstr>Construction project Triple Constraint Example</vt:lpstr>
      <vt:lpstr>IT project Triple Constraint Example</vt:lpstr>
      <vt:lpstr>Manufacturing Triple Constraint Example</vt:lpstr>
      <vt:lpstr>项目结束</vt:lpstr>
      <vt:lpstr>项目终止条件</vt:lpstr>
      <vt:lpstr>项目终止过程</vt:lpstr>
      <vt:lpstr>项目结束</vt:lpstr>
      <vt:lpstr>项目结束</vt:lpstr>
      <vt:lpstr>Tips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cn plaman</dc:creator>
  <cp:lastModifiedBy>cn plaman</cp:lastModifiedBy>
  <cp:revision>474</cp:revision>
  <dcterms:created xsi:type="dcterms:W3CDTF">2026-01-24T11:12:04Z</dcterms:created>
  <dcterms:modified xsi:type="dcterms:W3CDTF">2026-02-10T15:00:53Z</dcterms:modified>
</cp:coreProperties>
</file>
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8.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29.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66.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5"/>
  </p:notesMasterIdLst>
  <p:sldIdLst>
    <p:sldId id="311" r:id="rId2"/>
    <p:sldId id="407" r:id="rId3"/>
    <p:sldId id="331" r:id="rId4"/>
    <p:sldId id="332" r:id="rId5"/>
    <p:sldId id="373" r:id="rId6"/>
    <p:sldId id="385" r:id="rId7"/>
    <p:sldId id="256" r:id="rId8"/>
    <p:sldId id="262" r:id="rId9"/>
    <p:sldId id="266" r:id="rId10"/>
    <p:sldId id="257" r:id="rId11"/>
    <p:sldId id="258" r:id="rId12"/>
    <p:sldId id="270" r:id="rId13"/>
    <p:sldId id="282" r:id="rId14"/>
    <p:sldId id="283" r:id="rId15"/>
    <p:sldId id="259" r:id="rId16"/>
    <p:sldId id="261" r:id="rId17"/>
    <p:sldId id="260" r:id="rId18"/>
    <p:sldId id="302" r:id="rId19"/>
    <p:sldId id="303" r:id="rId20"/>
    <p:sldId id="304" r:id="rId21"/>
    <p:sldId id="305" r:id="rId22"/>
    <p:sldId id="306" r:id="rId23"/>
    <p:sldId id="307" r:id="rId24"/>
    <p:sldId id="308" r:id="rId25"/>
    <p:sldId id="309" r:id="rId26"/>
    <p:sldId id="314" r:id="rId27"/>
    <p:sldId id="285" r:id="rId28"/>
    <p:sldId id="286" r:id="rId29"/>
    <p:sldId id="328" r:id="rId30"/>
    <p:sldId id="327" r:id="rId31"/>
    <p:sldId id="315" r:id="rId32"/>
    <p:sldId id="316" r:id="rId33"/>
    <p:sldId id="317" r:id="rId34"/>
    <p:sldId id="318" r:id="rId35"/>
    <p:sldId id="319" r:id="rId36"/>
    <p:sldId id="320" r:id="rId37"/>
    <p:sldId id="321" r:id="rId38"/>
    <p:sldId id="322" r:id="rId39"/>
    <p:sldId id="323" r:id="rId40"/>
    <p:sldId id="324" r:id="rId41"/>
    <p:sldId id="325" r:id="rId42"/>
    <p:sldId id="326" r:id="rId43"/>
    <p:sldId id="329" r:id="rId44"/>
    <p:sldId id="330" r:id="rId45"/>
    <p:sldId id="312" r:id="rId46"/>
    <p:sldId id="310" r:id="rId47"/>
    <p:sldId id="267" r:id="rId48"/>
    <p:sldId id="268" r:id="rId49"/>
    <p:sldId id="269" r:id="rId50"/>
    <p:sldId id="271" r:id="rId51"/>
    <p:sldId id="409" r:id="rId52"/>
    <p:sldId id="408" r:id="rId53"/>
    <p:sldId id="410" r:id="rId54"/>
    <p:sldId id="411" r:id="rId55"/>
    <p:sldId id="291" r:id="rId56"/>
    <p:sldId id="292" r:id="rId57"/>
    <p:sldId id="293" r:id="rId58"/>
    <p:sldId id="294" r:id="rId59"/>
    <p:sldId id="299" r:id="rId60"/>
    <p:sldId id="300" r:id="rId61"/>
    <p:sldId id="301" r:id="rId62"/>
    <p:sldId id="298" r:id="rId63"/>
    <p:sldId id="295" r:id="rId64"/>
    <p:sldId id="296" r:id="rId65"/>
    <p:sldId id="297" r:id="rId66"/>
    <p:sldId id="339" r:id="rId67"/>
    <p:sldId id="333" r:id="rId68"/>
    <p:sldId id="334" r:id="rId69"/>
    <p:sldId id="386" r:id="rId70"/>
    <p:sldId id="387" r:id="rId71"/>
    <p:sldId id="405" r:id="rId72"/>
    <p:sldId id="335" r:id="rId73"/>
    <p:sldId id="336" r:id="rId74"/>
    <p:sldId id="337" r:id="rId75"/>
    <p:sldId id="338" r:id="rId76"/>
    <p:sldId id="345" r:id="rId77"/>
    <p:sldId id="384" r:id="rId78"/>
    <p:sldId id="340" r:id="rId79"/>
    <p:sldId id="346" r:id="rId80"/>
    <p:sldId id="341" r:id="rId81"/>
    <p:sldId id="342" r:id="rId82"/>
    <p:sldId id="343" r:id="rId83"/>
    <p:sldId id="403" r:id="rId84"/>
    <p:sldId id="359" r:id="rId85"/>
    <p:sldId id="347" r:id="rId86"/>
    <p:sldId id="348" r:id="rId87"/>
    <p:sldId id="349" r:id="rId88"/>
    <p:sldId id="350" r:id="rId89"/>
    <p:sldId id="351" r:id="rId90"/>
    <p:sldId id="352" r:id="rId91"/>
    <p:sldId id="353" r:id="rId92"/>
    <p:sldId id="354" r:id="rId93"/>
    <p:sldId id="355" r:id="rId94"/>
    <p:sldId id="356" r:id="rId95"/>
    <p:sldId id="357" r:id="rId96"/>
    <p:sldId id="358" r:id="rId97"/>
    <p:sldId id="360" r:id="rId98"/>
    <p:sldId id="361" r:id="rId99"/>
    <p:sldId id="362" r:id="rId100"/>
    <p:sldId id="363" r:id="rId101"/>
    <p:sldId id="364" r:id="rId102"/>
    <p:sldId id="344" r:id="rId103"/>
    <p:sldId id="380" r:id="rId104"/>
    <p:sldId id="381" r:id="rId105"/>
    <p:sldId id="382" r:id="rId106"/>
    <p:sldId id="383" r:id="rId107"/>
    <p:sldId id="365" r:id="rId108"/>
    <p:sldId id="366" r:id="rId109"/>
    <p:sldId id="368" r:id="rId110"/>
    <p:sldId id="369" r:id="rId111"/>
    <p:sldId id="370" r:id="rId112"/>
    <p:sldId id="371" r:id="rId113"/>
    <p:sldId id="372" r:id="rId114"/>
    <p:sldId id="374" r:id="rId115"/>
    <p:sldId id="375" r:id="rId116"/>
    <p:sldId id="376" r:id="rId117"/>
    <p:sldId id="377" r:id="rId118"/>
    <p:sldId id="378" r:id="rId119"/>
    <p:sldId id="379" r:id="rId120"/>
    <p:sldId id="273" r:id="rId121"/>
    <p:sldId id="274" r:id="rId122"/>
    <p:sldId id="275" r:id="rId123"/>
    <p:sldId id="276" r:id="rId124"/>
    <p:sldId id="277" r:id="rId125"/>
    <p:sldId id="313" r:id="rId126"/>
    <p:sldId id="263" r:id="rId127"/>
    <p:sldId id="264" r:id="rId128"/>
    <p:sldId id="265" r:id="rId129"/>
    <p:sldId id="278" r:id="rId130"/>
    <p:sldId id="390" r:id="rId131"/>
    <p:sldId id="391" r:id="rId132"/>
    <p:sldId id="388" r:id="rId133"/>
    <p:sldId id="389" r:id="rId134"/>
    <p:sldId id="279" r:id="rId135"/>
    <p:sldId id="393" r:id="rId136"/>
    <p:sldId id="392" r:id="rId137"/>
    <p:sldId id="395" r:id="rId138"/>
    <p:sldId id="394" r:id="rId139"/>
    <p:sldId id="396" r:id="rId140"/>
    <p:sldId id="397" r:id="rId141"/>
    <p:sldId id="398" r:id="rId142"/>
    <p:sldId id="280" r:id="rId143"/>
    <p:sldId id="399" r:id="rId144"/>
    <p:sldId id="287" r:id="rId145"/>
    <p:sldId id="288" r:id="rId146"/>
    <p:sldId id="289" r:id="rId147"/>
    <p:sldId id="290" r:id="rId148"/>
    <p:sldId id="281" r:id="rId149"/>
    <p:sldId id="400" r:id="rId150"/>
    <p:sldId id="402" r:id="rId151"/>
    <p:sldId id="401" r:id="rId152"/>
    <p:sldId id="412" r:id="rId153"/>
    <p:sldId id="367" r:id="rId154"/>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F6F62"/>
    <a:srgbClr val="5CC197"/>
    <a:srgbClr val="F8D070"/>
    <a:srgbClr val="FB8971"/>
    <a:srgbClr val="EE5C69"/>
    <a:srgbClr val="4472C4"/>
    <a:srgbClr val="998675"/>
    <a:srgbClr val="CCBFAE"/>
    <a:srgbClr val="EADAC1"/>
    <a:srgbClr val="4D997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89704" autoAdjust="0"/>
  </p:normalViewPr>
  <p:slideViewPr>
    <p:cSldViewPr snapToGrid="0">
      <p:cViewPr varScale="1">
        <p:scale>
          <a:sx n="101" d="100"/>
          <a:sy n="101" d="100"/>
        </p:scale>
        <p:origin x="93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tableStyles" Target="tableStyle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notesMaster" Target="notesMasters/notesMaster1.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presProps" Target="pres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AACCFAB-3586-4C89-82F5-30CA64F870D8}" type="doc">
      <dgm:prSet loTypeId="urn:microsoft.com/office/officeart/2008/layout/VerticalCurvedList" loCatId="list" qsTypeId="urn:microsoft.com/office/officeart/2005/8/quickstyle/simple1" qsCatId="simple" csTypeId="urn:microsoft.com/office/officeart/2005/8/colors/colorful5" csCatId="colorful" phldr="1"/>
      <dgm:spPr/>
      <dgm:t>
        <a:bodyPr/>
        <a:lstStyle/>
        <a:p>
          <a:endParaRPr lang="zh-CN" altLang="en-US"/>
        </a:p>
      </dgm:t>
    </dgm:pt>
    <dgm:pt modelId="{8A8A65F4-3297-48D4-BA56-5E009D932CE9}">
      <dgm:prSet phldrT="[Text]"/>
      <dgm:spPr/>
      <dgm:t>
        <a:bodyPr/>
        <a:lstStyle/>
        <a:p>
          <a:r>
            <a:rPr lang="zh-CN" altLang="en-US" dirty="0">
              <a:latin typeface="微软雅黑 Light" panose="020B0502040204020203" pitchFamily="34" charset="-122"/>
              <a:ea typeface="微软雅黑 Light" panose="020B0502040204020203" pitchFamily="34" charset="-122"/>
            </a:rPr>
            <a:t>有明确的目标</a:t>
          </a:r>
          <a:endParaRPr lang="zh-CN" altLang="en-US" dirty="0"/>
        </a:p>
      </dgm:t>
    </dgm:pt>
    <dgm:pt modelId="{334A39A2-FF71-4BDD-9616-86C39CE7B69C}" type="parTrans" cxnId="{EA1E26A0-B55A-483C-93D6-CE65C1AE0420}">
      <dgm:prSet/>
      <dgm:spPr/>
      <dgm:t>
        <a:bodyPr/>
        <a:lstStyle/>
        <a:p>
          <a:endParaRPr lang="zh-CN" altLang="en-US"/>
        </a:p>
      </dgm:t>
    </dgm:pt>
    <dgm:pt modelId="{03D3FB13-FD44-4B83-8171-008A3801D643}" type="sibTrans" cxnId="{EA1E26A0-B55A-483C-93D6-CE65C1AE0420}">
      <dgm:prSet/>
      <dgm:spPr/>
      <dgm:t>
        <a:bodyPr/>
        <a:lstStyle/>
        <a:p>
          <a:endParaRPr lang="zh-CN" altLang="en-US"/>
        </a:p>
      </dgm:t>
    </dgm:pt>
    <dgm:pt modelId="{CB5B879A-6E15-4F22-99E7-D93FB8BE0F74}">
      <dgm:prSet phldrT="[Text]"/>
      <dgm:spPr/>
      <dgm:t>
        <a:bodyPr/>
        <a:lstStyle/>
        <a:p>
          <a:r>
            <a:rPr lang="zh-CN" altLang="en-US" dirty="0">
              <a:latin typeface="微软雅黑 Light" panose="020B0502040204020203" pitchFamily="34" charset="-122"/>
              <a:ea typeface="微软雅黑 Light" panose="020B0502040204020203" pitchFamily="34" charset="-122"/>
            </a:rPr>
            <a:t>项目之间的活动具有相关性</a:t>
          </a:r>
          <a:endParaRPr lang="zh-CN" altLang="en-US" dirty="0"/>
        </a:p>
      </dgm:t>
    </dgm:pt>
    <dgm:pt modelId="{72249B3D-5D25-4798-9643-B2BBCF2D115B}" type="parTrans" cxnId="{48EDB646-ACA0-4910-83EE-0F3C067EEFDA}">
      <dgm:prSet/>
      <dgm:spPr/>
      <dgm:t>
        <a:bodyPr/>
        <a:lstStyle/>
        <a:p>
          <a:endParaRPr lang="zh-CN" altLang="en-US"/>
        </a:p>
      </dgm:t>
    </dgm:pt>
    <dgm:pt modelId="{6CDD844A-482E-4808-9DDF-DA99A5C417F5}" type="sibTrans" cxnId="{48EDB646-ACA0-4910-83EE-0F3C067EEFDA}">
      <dgm:prSet/>
      <dgm:spPr/>
      <dgm:t>
        <a:bodyPr/>
        <a:lstStyle/>
        <a:p>
          <a:endParaRPr lang="zh-CN" altLang="en-US"/>
        </a:p>
      </dgm:t>
    </dgm:pt>
    <dgm:pt modelId="{446430FD-F2F4-476B-98F5-9A925A78FC3A}">
      <dgm:prSet phldrT="[Text]"/>
      <dgm:spPr/>
      <dgm:t>
        <a:bodyPr/>
        <a:lstStyle/>
        <a:p>
          <a:r>
            <a:rPr lang="zh-CN" altLang="en-US" dirty="0">
              <a:latin typeface="微软雅黑 Light" panose="020B0502040204020203" pitchFamily="34" charset="-122"/>
              <a:ea typeface="微软雅黑 Light" panose="020B0502040204020203" pitchFamily="34" charset="-122"/>
            </a:rPr>
            <a:t>限定的周期</a:t>
          </a:r>
          <a:endParaRPr lang="zh-CN" altLang="en-US" dirty="0"/>
        </a:p>
      </dgm:t>
    </dgm:pt>
    <dgm:pt modelId="{02E8D32E-D7F0-4144-AD3E-2C1C18F83F1A}" type="parTrans" cxnId="{31AF39F6-3C31-4C06-8BE6-D647A8EC59D0}">
      <dgm:prSet/>
      <dgm:spPr/>
      <dgm:t>
        <a:bodyPr/>
        <a:lstStyle/>
        <a:p>
          <a:endParaRPr lang="zh-CN" altLang="en-US"/>
        </a:p>
      </dgm:t>
    </dgm:pt>
    <dgm:pt modelId="{7D0852B4-8680-47AF-BD9B-F9EB79E56F9F}" type="sibTrans" cxnId="{31AF39F6-3C31-4C06-8BE6-D647A8EC59D0}">
      <dgm:prSet/>
      <dgm:spPr/>
      <dgm:t>
        <a:bodyPr/>
        <a:lstStyle/>
        <a:p>
          <a:endParaRPr lang="zh-CN" altLang="en-US"/>
        </a:p>
      </dgm:t>
    </dgm:pt>
    <dgm:pt modelId="{6FA26B6B-FE4B-41F5-B2A9-9ADC30544D27}">
      <dgm:prSet phldrT="[Text]"/>
      <dgm:spPr/>
      <dgm:t>
        <a:bodyPr/>
        <a:lstStyle/>
        <a:p>
          <a:r>
            <a:rPr lang="zh-CN" altLang="en-US" dirty="0">
              <a:latin typeface="微软雅黑 Light" panose="020B0502040204020203" pitchFamily="34" charset="-122"/>
              <a:ea typeface="微软雅黑 Light" panose="020B0502040204020203" pitchFamily="34" charset="-122"/>
            </a:rPr>
            <a:t>有独特性</a:t>
          </a:r>
          <a:endParaRPr lang="zh-CN" altLang="en-US" dirty="0">
            <a:latin typeface="黑体" panose="02010609060101010101" pitchFamily="49" charset="-122"/>
            <a:ea typeface="黑体" panose="02010609060101010101" pitchFamily="49" charset="-122"/>
          </a:endParaRPr>
        </a:p>
      </dgm:t>
    </dgm:pt>
    <dgm:pt modelId="{245EF0CD-4968-48A8-8F70-EDA6261BA5C2}" type="parTrans" cxnId="{694963BB-EB24-47EB-94FB-55D63B6750DF}">
      <dgm:prSet/>
      <dgm:spPr/>
      <dgm:t>
        <a:bodyPr/>
        <a:lstStyle/>
        <a:p>
          <a:endParaRPr lang="zh-CN" altLang="en-US"/>
        </a:p>
      </dgm:t>
    </dgm:pt>
    <dgm:pt modelId="{C27AA268-7724-445B-AE9F-7BBDD4272BB6}" type="sibTrans" cxnId="{694963BB-EB24-47EB-94FB-55D63B6750DF}">
      <dgm:prSet/>
      <dgm:spPr/>
      <dgm:t>
        <a:bodyPr/>
        <a:lstStyle/>
        <a:p>
          <a:endParaRPr lang="zh-CN" altLang="en-US"/>
        </a:p>
      </dgm:t>
    </dgm:pt>
    <dgm:pt modelId="{A3D7627C-3309-4716-B9B9-F2D918728006}">
      <dgm:prSet/>
      <dgm:spPr/>
      <dgm:t>
        <a:bodyPr/>
        <a:lstStyle/>
        <a:p>
          <a:r>
            <a:rPr lang="zh-CN" altLang="en-US" dirty="0">
              <a:latin typeface="微软雅黑 Light" panose="020B0502040204020203" pitchFamily="34" charset="-122"/>
              <a:ea typeface="微软雅黑 Light" panose="020B0502040204020203" pitchFamily="34" charset="-122"/>
            </a:rPr>
            <a:t>资源成本的约束性</a:t>
          </a:r>
          <a:endParaRPr lang="zh-CN" altLang="en-US" dirty="0">
            <a:latin typeface="黑体" panose="02010609060101010101" pitchFamily="49" charset="-122"/>
            <a:ea typeface="黑体" panose="02010609060101010101" pitchFamily="49" charset="-122"/>
          </a:endParaRPr>
        </a:p>
      </dgm:t>
    </dgm:pt>
    <dgm:pt modelId="{14A5C181-2E0E-45C8-AF76-F5B9C5488B2E}" type="parTrans" cxnId="{7FAB5738-257D-4EAD-AEED-2D99BB6CFEB3}">
      <dgm:prSet/>
      <dgm:spPr/>
      <dgm:t>
        <a:bodyPr/>
        <a:lstStyle/>
        <a:p>
          <a:endParaRPr lang="zh-CN" altLang="en-US"/>
        </a:p>
      </dgm:t>
    </dgm:pt>
    <dgm:pt modelId="{6679EA37-D4D9-4E66-BF74-08CB3ACD6E47}" type="sibTrans" cxnId="{7FAB5738-257D-4EAD-AEED-2D99BB6CFEB3}">
      <dgm:prSet/>
      <dgm:spPr/>
      <dgm:t>
        <a:bodyPr/>
        <a:lstStyle/>
        <a:p>
          <a:endParaRPr lang="zh-CN" altLang="en-US"/>
        </a:p>
      </dgm:t>
    </dgm:pt>
    <dgm:pt modelId="{71912B78-BC6D-417B-BC7C-5618600615C4}">
      <dgm:prSet/>
      <dgm:spPr/>
      <dgm:t>
        <a:bodyPr/>
        <a:lstStyle/>
        <a:p>
          <a:r>
            <a:rPr lang="zh-CN" altLang="en-US" dirty="0">
              <a:latin typeface="微软雅黑 Light" panose="020B0502040204020203" pitchFamily="34" charset="-122"/>
              <a:ea typeface="微软雅黑 Light" panose="020B0502040204020203" pitchFamily="34" charset="-122"/>
            </a:rPr>
            <a:t>项目的不确定性</a:t>
          </a:r>
          <a:endParaRPr lang="zh-CN" altLang="en-US" dirty="0">
            <a:latin typeface="黑体" pitchFamily="49" charset="-122"/>
            <a:ea typeface="黑体" pitchFamily="49" charset="-122"/>
          </a:endParaRPr>
        </a:p>
      </dgm:t>
    </dgm:pt>
    <dgm:pt modelId="{6872400D-8454-49C4-8E0A-84401AF342E7}" type="parTrans" cxnId="{44857260-1946-4623-98F7-13F272A3C74A}">
      <dgm:prSet/>
      <dgm:spPr/>
      <dgm:t>
        <a:bodyPr/>
        <a:lstStyle/>
        <a:p>
          <a:endParaRPr lang="zh-CN" altLang="en-US"/>
        </a:p>
      </dgm:t>
    </dgm:pt>
    <dgm:pt modelId="{3283CE3E-ADC3-41DA-B8B7-7E600A05C0DA}" type="sibTrans" cxnId="{44857260-1946-4623-98F7-13F272A3C74A}">
      <dgm:prSet/>
      <dgm:spPr/>
      <dgm:t>
        <a:bodyPr/>
        <a:lstStyle/>
        <a:p>
          <a:endParaRPr lang="zh-CN" altLang="en-US"/>
        </a:p>
      </dgm:t>
    </dgm:pt>
    <dgm:pt modelId="{D9AC989D-0392-4E4F-99CD-2C53326A6D27}" type="pres">
      <dgm:prSet presAssocID="{BAACCFAB-3586-4C89-82F5-30CA64F870D8}" presName="Name0" presStyleCnt="0">
        <dgm:presLayoutVars>
          <dgm:chMax val="7"/>
          <dgm:chPref val="7"/>
          <dgm:dir/>
        </dgm:presLayoutVars>
      </dgm:prSet>
      <dgm:spPr/>
    </dgm:pt>
    <dgm:pt modelId="{4326E8B3-941A-4426-AF03-8F04119C7B5E}" type="pres">
      <dgm:prSet presAssocID="{BAACCFAB-3586-4C89-82F5-30CA64F870D8}" presName="Name1" presStyleCnt="0"/>
      <dgm:spPr/>
    </dgm:pt>
    <dgm:pt modelId="{EBF0CB57-1D7C-46E6-8D1C-837FC77CA2DB}" type="pres">
      <dgm:prSet presAssocID="{BAACCFAB-3586-4C89-82F5-30CA64F870D8}" presName="cycle" presStyleCnt="0"/>
      <dgm:spPr/>
    </dgm:pt>
    <dgm:pt modelId="{99C9E886-D521-4426-8B22-767111540D6D}" type="pres">
      <dgm:prSet presAssocID="{BAACCFAB-3586-4C89-82F5-30CA64F870D8}" presName="srcNode" presStyleLbl="node1" presStyleIdx="0" presStyleCnt="6"/>
      <dgm:spPr/>
    </dgm:pt>
    <dgm:pt modelId="{CEC8AA7D-EF4E-4DA8-9550-E2EA63F97D35}" type="pres">
      <dgm:prSet presAssocID="{BAACCFAB-3586-4C89-82F5-30CA64F870D8}" presName="conn" presStyleLbl="parChTrans1D2" presStyleIdx="0" presStyleCnt="1"/>
      <dgm:spPr/>
    </dgm:pt>
    <dgm:pt modelId="{1B055E60-233D-4622-B64D-35F4FB8190BC}" type="pres">
      <dgm:prSet presAssocID="{BAACCFAB-3586-4C89-82F5-30CA64F870D8}" presName="extraNode" presStyleLbl="node1" presStyleIdx="0" presStyleCnt="6"/>
      <dgm:spPr/>
    </dgm:pt>
    <dgm:pt modelId="{AD6EDB53-8DDE-4491-A6D8-441205F3C400}" type="pres">
      <dgm:prSet presAssocID="{BAACCFAB-3586-4C89-82F5-30CA64F870D8}" presName="dstNode" presStyleLbl="node1" presStyleIdx="0" presStyleCnt="6"/>
      <dgm:spPr/>
    </dgm:pt>
    <dgm:pt modelId="{279D66B1-924F-4156-A795-F5AD9EBCE56B}" type="pres">
      <dgm:prSet presAssocID="{8A8A65F4-3297-48D4-BA56-5E009D932CE9}" presName="text_1" presStyleLbl="node1" presStyleIdx="0" presStyleCnt="6">
        <dgm:presLayoutVars>
          <dgm:bulletEnabled val="1"/>
        </dgm:presLayoutVars>
      </dgm:prSet>
      <dgm:spPr/>
    </dgm:pt>
    <dgm:pt modelId="{4B6FCCC4-07BB-41FE-A522-AF3D59937221}" type="pres">
      <dgm:prSet presAssocID="{8A8A65F4-3297-48D4-BA56-5E009D932CE9}" presName="accent_1" presStyleCnt="0"/>
      <dgm:spPr/>
    </dgm:pt>
    <dgm:pt modelId="{A5D8DC03-AC76-4F8B-9095-82230B702966}" type="pres">
      <dgm:prSet presAssocID="{8A8A65F4-3297-48D4-BA56-5E009D932CE9}" presName="accentRepeatNode" presStyleLbl="solidFgAcc1" presStyleIdx="0" presStyleCnt="6"/>
      <dgm:spPr/>
    </dgm:pt>
    <dgm:pt modelId="{8D79543D-0D4F-4D1C-9E04-9B163A8C7FF2}" type="pres">
      <dgm:prSet presAssocID="{CB5B879A-6E15-4F22-99E7-D93FB8BE0F74}" presName="text_2" presStyleLbl="node1" presStyleIdx="1" presStyleCnt="6">
        <dgm:presLayoutVars>
          <dgm:bulletEnabled val="1"/>
        </dgm:presLayoutVars>
      </dgm:prSet>
      <dgm:spPr/>
    </dgm:pt>
    <dgm:pt modelId="{676C91B2-566A-4982-9B9A-9CA8A51BF231}" type="pres">
      <dgm:prSet presAssocID="{CB5B879A-6E15-4F22-99E7-D93FB8BE0F74}" presName="accent_2" presStyleCnt="0"/>
      <dgm:spPr/>
    </dgm:pt>
    <dgm:pt modelId="{A694E9F5-D20F-4CE0-AAEF-A8AF7BCB9440}" type="pres">
      <dgm:prSet presAssocID="{CB5B879A-6E15-4F22-99E7-D93FB8BE0F74}" presName="accentRepeatNode" presStyleLbl="solidFgAcc1" presStyleIdx="1" presStyleCnt="6"/>
      <dgm:spPr/>
    </dgm:pt>
    <dgm:pt modelId="{59B95563-7B5B-4225-831A-29E1EEB39012}" type="pres">
      <dgm:prSet presAssocID="{446430FD-F2F4-476B-98F5-9A925A78FC3A}" presName="text_3" presStyleLbl="node1" presStyleIdx="2" presStyleCnt="6">
        <dgm:presLayoutVars>
          <dgm:bulletEnabled val="1"/>
        </dgm:presLayoutVars>
      </dgm:prSet>
      <dgm:spPr/>
    </dgm:pt>
    <dgm:pt modelId="{BECF69A7-2196-47C3-BE4C-D989FD88B487}" type="pres">
      <dgm:prSet presAssocID="{446430FD-F2F4-476B-98F5-9A925A78FC3A}" presName="accent_3" presStyleCnt="0"/>
      <dgm:spPr/>
    </dgm:pt>
    <dgm:pt modelId="{206E9F62-904C-4E09-965F-8F6A1D50CE99}" type="pres">
      <dgm:prSet presAssocID="{446430FD-F2F4-476B-98F5-9A925A78FC3A}" presName="accentRepeatNode" presStyleLbl="solidFgAcc1" presStyleIdx="2" presStyleCnt="6"/>
      <dgm:spPr/>
    </dgm:pt>
    <dgm:pt modelId="{6361ADEE-DDC8-4B92-A22E-8B90489C3496}" type="pres">
      <dgm:prSet presAssocID="{6FA26B6B-FE4B-41F5-B2A9-9ADC30544D27}" presName="text_4" presStyleLbl="node1" presStyleIdx="3" presStyleCnt="6">
        <dgm:presLayoutVars>
          <dgm:bulletEnabled val="1"/>
        </dgm:presLayoutVars>
      </dgm:prSet>
      <dgm:spPr/>
    </dgm:pt>
    <dgm:pt modelId="{B73B53AD-4868-436B-8E6C-DE9549E1B95D}" type="pres">
      <dgm:prSet presAssocID="{6FA26B6B-FE4B-41F5-B2A9-9ADC30544D27}" presName="accent_4" presStyleCnt="0"/>
      <dgm:spPr/>
    </dgm:pt>
    <dgm:pt modelId="{2701C0E2-42F7-4EF8-915B-95DB5DB722B2}" type="pres">
      <dgm:prSet presAssocID="{6FA26B6B-FE4B-41F5-B2A9-9ADC30544D27}" presName="accentRepeatNode" presStyleLbl="solidFgAcc1" presStyleIdx="3" presStyleCnt="6"/>
      <dgm:spPr/>
    </dgm:pt>
    <dgm:pt modelId="{BD20C5DB-CD08-4AEF-87F2-098846C6D817}" type="pres">
      <dgm:prSet presAssocID="{A3D7627C-3309-4716-B9B9-F2D918728006}" presName="text_5" presStyleLbl="node1" presStyleIdx="4" presStyleCnt="6">
        <dgm:presLayoutVars>
          <dgm:bulletEnabled val="1"/>
        </dgm:presLayoutVars>
      </dgm:prSet>
      <dgm:spPr/>
    </dgm:pt>
    <dgm:pt modelId="{1BB83503-308E-492B-8BF7-EB6AC7849597}" type="pres">
      <dgm:prSet presAssocID="{A3D7627C-3309-4716-B9B9-F2D918728006}" presName="accent_5" presStyleCnt="0"/>
      <dgm:spPr/>
    </dgm:pt>
    <dgm:pt modelId="{B0C54EBB-8ADF-4962-BF7D-1A4063195482}" type="pres">
      <dgm:prSet presAssocID="{A3D7627C-3309-4716-B9B9-F2D918728006}" presName="accentRepeatNode" presStyleLbl="solidFgAcc1" presStyleIdx="4" presStyleCnt="6"/>
      <dgm:spPr/>
    </dgm:pt>
    <dgm:pt modelId="{126B5754-9BAB-4335-8048-CAA059B4AA0E}" type="pres">
      <dgm:prSet presAssocID="{71912B78-BC6D-417B-BC7C-5618600615C4}" presName="text_6" presStyleLbl="node1" presStyleIdx="5" presStyleCnt="6">
        <dgm:presLayoutVars>
          <dgm:bulletEnabled val="1"/>
        </dgm:presLayoutVars>
      </dgm:prSet>
      <dgm:spPr/>
    </dgm:pt>
    <dgm:pt modelId="{89B00F1C-2CBE-49FE-B6D2-CB51C88DE4E0}" type="pres">
      <dgm:prSet presAssocID="{71912B78-BC6D-417B-BC7C-5618600615C4}" presName="accent_6" presStyleCnt="0"/>
      <dgm:spPr/>
    </dgm:pt>
    <dgm:pt modelId="{C2EDE2D4-FAE3-405D-AAC7-232D5860DC6B}" type="pres">
      <dgm:prSet presAssocID="{71912B78-BC6D-417B-BC7C-5618600615C4}" presName="accentRepeatNode" presStyleLbl="solidFgAcc1" presStyleIdx="5" presStyleCnt="6"/>
      <dgm:spPr/>
    </dgm:pt>
  </dgm:ptLst>
  <dgm:cxnLst>
    <dgm:cxn modelId="{D6A5550B-0109-4D84-AD28-906067C0059E}" type="presOf" srcId="{6FA26B6B-FE4B-41F5-B2A9-9ADC30544D27}" destId="{6361ADEE-DDC8-4B92-A22E-8B90489C3496}" srcOrd="0" destOrd="0" presId="urn:microsoft.com/office/officeart/2008/layout/VerticalCurvedList"/>
    <dgm:cxn modelId="{09520928-7CF9-4F30-A744-3D9FCF71043C}" type="presOf" srcId="{BAACCFAB-3586-4C89-82F5-30CA64F870D8}" destId="{D9AC989D-0392-4E4F-99CD-2C53326A6D27}" srcOrd="0" destOrd="0" presId="urn:microsoft.com/office/officeart/2008/layout/VerticalCurvedList"/>
    <dgm:cxn modelId="{7FAB5738-257D-4EAD-AEED-2D99BB6CFEB3}" srcId="{BAACCFAB-3586-4C89-82F5-30CA64F870D8}" destId="{A3D7627C-3309-4716-B9B9-F2D918728006}" srcOrd="4" destOrd="0" parTransId="{14A5C181-2E0E-45C8-AF76-F5B9C5488B2E}" sibTransId="{6679EA37-D4D9-4E66-BF74-08CB3ACD6E47}"/>
    <dgm:cxn modelId="{85608F3F-C375-4A0C-AC92-3A3816EB0448}" type="presOf" srcId="{71912B78-BC6D-417B-BC7C-5618600615C4}" destId="{126B5754-9BAB-4335-8048-CAA059B4AA0E}" srcOrd="0" destOrd="0" presId="urn:microsoft.com/office/officeart/2008/layout/VerticalCurvedList"/>
    <dgm:cxn modelId="{44857260-1946-4623-98F7-13F272A3C74A}" srcId="{BAACCFAB-3586-4C89-82F5-30CA64F870D8}" destId="{71912B78-BC6D-417B-BC7C-5618600615C4}" srcOrd="5" destOrd="0" parTransId="{6872400D-8454-49C4-8E0A-84401AF342E7}" sibTransId="{3283CE3E-ADC3-41DA-B8B7-7E600A05C0DA}"/>
    <dgm:cxn modelId="{48EDB646-ACA0-4910-83EE-0F3C067EEFDA}" srcId="{BAACCFAB-3586-4C89-82F5-30CA64F870D8}" destId="{CB5B879A-6E15-4F22-99E7-D93FB8BE0F74}" srcOrd="1" destOrd="0" parTransId="{72249B3D-5D25-4798-9643-B2BBCF2D115B}" sibTransId="{6CDD844A-482E-4808-9DDF-DA99A5C417F5}"/>
    <dgm:cxn modelId="{85ADAB6C-F822-40DC-AF07-AB0245A0FC4B}" type="presOf" srcId="{CB5B879A-6E15-4F22-99E7-D93FB8BE0F74}" destId="{8D79543D-0D4F-4D1C-9E04-9B163A8C7FF2}" srcOrd="0" destOrd="0" presId="urn:microsoft.com/office/officeart/2008/layout/VerticalCurvedList"/>
    <dgm:cxn modelId="{E8D5086E-3A81-4B0F-8E90-0FB97FF0E577}" type="presOf" srcId="{03D3FB13-FD44-4B83-8171-008A3801D643}" destId="{CEC8AA7D-EF4E-4DA8-9550-E2EA63F97D35}" srcOrd="0" destOrd="0" presId="urn:microsoft.com/office/officeart/2008/layout/VerticalCurvedList"/>
    <dgm:cxn modelId="{BF7D8F70-81C7-4E48-97E8-08399131DE37}" type="presOf" srcId="{8A8A65F4-3297-48D4-BA56-5E009D932CE9}" destId="{279D66B1-924F-4156-A795-F5AD9EBCE56B}" srcOrd="0" destOrd="0" presId="urn:microsoft.com/office/officeart/2008/layout/VerticalCurvedList"/>
    <dgm:cxn modelId="{EA1E26A0-B55A-483C-93D6-CE65C1AE0420}" srcId="{BAACCFAB-3586-4C89-82F5-30CA64F870D8}" destId="{8A8A65F4-3297-48D4-BA56-5E009D932CE9}" srcOrd="0" destOrd="0" parTransId="{334A39A2-FF71-4BDD-9616-86C39CE7B69C}" sibTransId="{03D3FB13-FD44-4B83-8171-008A3801D643}"/>
    <dgm:cxn modelId="{694963BB-EB24-47EB-94FB-55D63B6750DF}" srcId="{BAACCFAB-3586-4C89-82F5-30CA64F870D8}" destId="{6FA26B6B-FE4B-41F5-B2A9-9ADC30544D27}" srcOrd="3" destOrd="0" parTransId="{245EF0CD-4968-48A8-8F70-EDA6261BA5C2}" sibTransId="{C27AA268-7724-445B-AE9F-7BBDD4272BB6}"/>
    <dgm:cxn modelId="{A24D34DD-8B66-4972-81CF-2887B787E5DE}" type="presOf" srcId="{A3D7627C-3309-4716-B9B9-F2D918728006}" destId="{BD20C5DB-CD08-4AEF-87F2-098846C6D817}" srcOrd="0" destOrd="0" presId="urn:microsoft.com/office/officeart/2008/layout/VerticalCurvedList"/>
    <dgm:cxn modelId="{FC7507ED-1855-46BF-8EF6-81B905137BAB}" type="presOf" srcId="{446430FD-F2F4-476B-98F5-9A925A78FC3A}" destId="{59B95563-7B5B-4225-831A-29E1EEB39012}" srcOrd="0" destOrd="0" presId="urn:microsoft.com/office/officeart/2008/layout/VerticalCurvedList"/>
    <dgm:cxn modelId="{31AF39F6-3C31-4C06-8BE6-D647A8EC59D0}" srcId="{BAACCFAB-3586-4C89-82F5-30CA64F870D8}" destId="{446430FD-F2F4-476B-98F5-9A925A78FC3A}" srcOrd="2" destOrd="0" parTransId="{02E8D32E-D7F0-4144-AD3E-2C1C18F83F1A}" sibTransId="{7D0852B4-8680-47AF-BD9B-F9EB79E56F9F}"/>
    <dgm:cxn modelId="{558409AD-A731-448E-B68E-30D5E38E13BE}" type="presParOf" srcId="{D9AC989D-0392-4E4F-99CD-2C53326A6D27}" destId="{4326E8B3-941A-4426-AF03-8F04119C7B5E}" srcOrd="0" destOrd="0" presId="urn:microsoft.com/office/officeart/2008/layout/VerticalCurvedList"/>
    <dgm:cxn modelId="{515EB6E3-496A-4268-AD99-6DEFE35C317A}" type="presParOf" srcId="{4326E8B3-941A-4426-AF03-8F04119C7B5E}" destId="{EBF0CB57-1D7C-46E6-8D1C-837FC77CA2DB}" srcOrd="0" destOrd="0" presId="urn:microsoft.com/office/officeart/2008/layout/VerticalCurvedList"/>
    <dgm:cxn modelId="{509F4B5B-6226-4AE7-8873-89F00A14E64D}" type="presParOf" srcId="{EBF0CB57-1D7C-46E6-8D1C-837FC77CA2DB}" destId="{99C9E886-D521-4426-8B22-767111540D6D}" srcOrd="0" destOrd="0" presId="urn:microsoft.com/office/officeart/2008/layout/VerticalCurvedList"/>
    <dgm:cxn modelId="{B3ED85F0-34C3-43CC-9C63-02B4D9EE0B67}" type="presParOf" srcId="{EBF0CB57-1D7C-46E6-8D1C-837FC77CA2DB}" destId="{CEC8AA7D-EF4E-4DA8-9550-E2EA63F97D35}" srcOrd="1" destOrd="0" presId="urn:microsoft.com/office/officeart/2008/layout/VerticalCurvedList"/>
    <dgm:cxn modelId="{FF41EE68-8AD1-40BD-B80C-2B1F9B903693}" type="presParOf" srcId="{EBF0CB57-1D7C-46E6-8D1C-837FC77CA2DB}" destId="{1B055E60-233D-4622-B64D-35F4FB8190BC}" srcOrd="2" destOrd="0" presId="urn:microsoft.com/office/officeart/2008/layout/VerticalCurvedList"/>
    <dgm:cxn modelId="{C7EAA817-D895-47E6-83F0-44158E886BF2}" type="presParOf" srcId="{EBF0CB57-1D7C-46E6-8D1C-837FC77CA2DB}" destId="{AD6EDB53-8DDE-4491-A6D8-441205F3C400}" srcOrd="3" destOrd="0" presId="urn:microsoft.com/office/officeart/2008/layout/VerticalCurvedList"/>
    <dgm:cxn modelId="{636F86D9-0DB6-43A0-8EE3-6166886FD4E1}" type="presParOf" srcId="{4326E8B3-941A-4426-AF03-8F04119C7B5E}" destId="{279D66B1-924F-4156-A795-F5AD9EBCE56B}" srcOrd="1" destOrd="0" presId="urn:microsoft.com/office/officeart/2008/layout/VerticalCurvedList"/>
    <dgm:cxn modelId="{AFE396AC-6536-42E9-B244-734CCB4C0722}" type="presParOf" srcId="{4326E8B3-941A-4426-AF03-8F04119C7B5E}" destId="{4B6FCCC4-07BB-41FE-A522-AF3D59937221}" srcOrd="2" destOrd="0" presId="urn:microsoft.com/office/officeart/2008/layout/VerticalCurvedList"/>
    <dgm:cxn modelId="{2C4686AD-E2EC-4270-B4F7-D83678AD4523}" type="presParOf" srcId="{4B6FCCC4-07BB-41FE-A522-AF3D59937221}" destId="{A5D8DC03-AC76-4F8B-9095-82230B702966}" srcOrd="0" destOrd="0" presId="urn:microsoft.com/office/officeart/2008/layout/VerticalCurvedList"/>
    <dgm:cxn modelId="{2E6C2334-7D94-44F8-B217-BFA432EA51F1}" type="presParOf" srcId="{4326E8B3-941A-4426-AF03-8F04119C7B5E}" destId="{8D79543D-0D4F-4D1C-9E04-9B163A8C7FF2}" srcOrd="3" destOrd="0" presId="urn:microsoft.com/office/officeart/2008/layout/VerticalCurvedList"/>
    <dgm:cxn modelId="{B79C14DD-6292-4FF9-96B1-7B67E010F2BA}" type="presParOf" srcId="{4326E8B3-941A-4426-AF03-8F04119C7B5E}" destId="{676C91B2-566A-4982-9B9A-9CA8A51BF231}" srcOrd="4" destOrd="0" presId="urn:microsoft.com/office/officeart/2008/layout/VerticalCurvedList"/>
    <dgm:cxn modelId="{902B5732-C413-4F61-A58D-B9D1A88FDD62}" type="presParOf" srcId="{676C91B2-566A-4982-9B9A-9CA8A51BF231}" destId="{A694E9F5-D20F-4CE0-AAEF-A8AF7BCB9440}" srcOrd="0" destOrd="0" presId="urn:microsoft.com/office/officeart/2008/layout/VerticalCurvedList"/>
    <dgm:cxn modelId="{DD92076B-F683-4DA0-AEF5-CC1BAFFA6BCA}" type="presParOf" srcId="{4326E8B3-941A-4426-AF03-8F04119C7B5E}" destId="{59B95563-7B5B-4225-831A-29E1EEB39012}" srcOrd="5" destOrd="0" presId="urn:microsoft.com/office/officeart/2008/layout/VerticalCurvedList"/>
    <dgm:cxn modelId="{71F868BD-867F-421C-A8A0-4CFCF0512CE0}" type="presParOf" srcId="{4326E8B3-941A-4426-AF03-8F04119C7B5E}" destId="{BECF69A7-2196-47C3-BE4C-D989FD88B487}" srcOrd="6" destOrd="0" presId="urn:microsoft.com/office/officeart/2008/layout/VerticalCurvedList"/>
    <dgm:cxn modelId="{4DC9B1D4-F82F-47C7-A500-D780CCA36B3F}" type="presParOf" srcId="{BECF69A7-2196-47C3-BE4C-D989FD88B487}" destId="{206E9F62-904C-4E09-965F-8F6A1D50CE99}" srcOrd="0" destOrd="0" presId="urn:microsoft.com/office/officeart/2008/layout/VerticalCurvedList"/>
    <dgm:cxn modelId="{8FF430CA-93D8-416F-920C-6BFF9C011834}" type="presParOf" srcId="{4326E8B3-941A-4426-AF03-8F04119C7B5E}" destId="{6361ADEE-DDC8-4B92-A22E-8B90489C3496}" srcOrd="7" destOrd="0" presId="urn:microsoft.com/office/officeart/2008/layout/VerticalCurvedList"/>
    <dgm:cxn modelId="{7ECF39A8-F633-45DA-BEB2-9BFFC637141F}" type="presParOf" srcId="{4326E8B3-941A-4426-AF03-8F04119C7B5E}" destId="{B73B53AD-4868-436B-8E6C-DE9549E1B95D}" srcOrd="8" destOrd="0" presId="urn:microsoft.com/office/officeart/2008/layout/VerticalCurvedList"/>
    <dgm:cxn modelId="{B6B73A3E-E29D-45F2-9CEA-DDDBABE8A0A2}" type="presParOf" srcId="{B73B53AD-4868-436B-8E6C-DE9549E1B95D}" destId="{2701C0E2-42F7-4EF8-915B-95DB5DB722B2}" srcOrd="0" destOrd="0" presId="urn:microsoft.com/office/officeart/2008/layout/VerticalCurvedList"/>
    <dgm:cxn modelId="{EFD5AFD0-98C0-436D-B579-4E1F24C990BE}" type="presParOf" srcId="{4326E8B3-941A-4426-AF03-8F04119C7B5E}" destId="{BD20C5DB-CD08-4AEF-87F2-098846C6D817}" srcOrd="9" destOrd="0" presId="urn:microsoft.com/office/officeart/2008/layout/VerticalCurvedList"/>
    <dgm:cxn modelId="{A9E9C6E0-81E4-49CC-8EC9-1BD3281F6093}" type="presParOf" srcId="{4326E8B3-941A-4426-AF03-8F04119C7B5E}" destId="{1BB83503-308E-492B-8BF7-EB6AC7849597}" srcOrd="10" destOrd="0" presId="urn:microsoft.com/office/officeart/2008/layout/VerticalCurvedList"/>
    <dgm:cxn modelId="{022B68BD-A836-49FC-93BD-A39EBEB8F2D9}" type="presParOf" srcId="{1BB83503-308E-492B-8BF7-EB6AC7849597}" destId="{B0C54EBB-8ADF-4962-BF7D-1A4063195482}" srcOrd="0" destOrd="0" presId="urn:microsoft.com/office/officeart/2008/layout/VerticalCurvedList"/>
    <dgm:cxn modelId="{8E7F85A6-8663-44E6-B8A2-A825E79A1279}" type="presParOf" srcId="{4326E8B3-941A-4426-AF03-8F04119C7B5E}" destId="{126B5754-9BAB-4335-8048-CAA059B4AA0E}" srcOrd="11" destOrd="0" presId="urn:microsoft.com/office/officeart/2008/layout/VerticalCurvedList"/>
    <dgm:cxn modelId="{084DA166-2973-4F3E-95CC-BA0E082C046C}" type="presParOf" srcId="{4326E8B3-941A-4426-AF03-8F04119C7B5E}" destId="{89B00F1C-2CBE-49FE-B6D2-CB51C88DE4E0}" srcOrd="12" destOrd="0" presId="urn:microsoft.com/office/officeart/2008/layout/VerticalCurvedList"/>
    <dgm:cxn modelId="{23710884-5BDA-4A50-A4E8-89C275F49CF7}" type="presParOf" srcId="{89B00F1C-2CBE-49FE-B6D2-CB51C88DE4E0}" destId="{C2EDE2D4-FAE3-405D-AAC7-232D5860DC6B}"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84DE132-2077-4703-B7A4-A2AADC558C7E}" type="doc">
      <dgm:prSet loTypeId="urn:microsoft.com/office/officeart/2008/layout/RadialCluster" loCatId="relationship" qsTypeId="urn:microsoft.com/office/officeart/2005/8/quickstyle/3d5" qsCatId="3D" csTypeId="urn:microsoft.com/office/officeart/2005/8/colors/colorful1" csCatId="colorful" phldr="1"/>
      <dgm:spPr/>
      <dgm:t>
        <a:bodyPr/>
        <a:lstStyle/>
        <a:p>
          <a:endParaRPr lang="zh-CN" altLang="en-US"/>
        </a:p>
      </dgm:t>
    </dgm:pt>
    <dgm:pt modelId="{314BF430-32F3-4937-B7A8-CDBC50A28586}">
      <dgm:prSet phldrT="[文本]" custT="1"/>
      <dgm:spPr/>
      <dgm:t>
        <a:bodyPr/>
        <a:lstStyle/>
        <a:p>
          <a:r>
            <a:rPr lang="zh-CN" altLang="en-US" sz="2400" dirty="0"/>
            <a:t>为什么需要敏捷</a:t>
          </a:r>
        </a:p>
      </dgm:t>
    </dgm:pt>
    <dgm:pt modelId="{FFF528F2-CD86-4C30-9CDA-FBA4F0F0AD51}" type="parTrans" cxnId="{7A3587CB-3A67-4010-9066-02B15F2FD936}">
      <dgm:prSet/>
      <dgm:spPr/>
      <dgm:t>
        <a:bodyPr/>
        <a:lstStyle/>
        <a:p>
          <a:endParaRPr lang="zh-CN" altLang="en-US" sz="1600"/>
        </a:p>
      </dgm:t>
    </dgm:pt>
    <dgm:pt modelId="{305F5B84-54DA-40BC-92F0-2D234A72D198}" type="sibTrans" cxnId="{7A3587CB-3A67-4010-9066-02B15F2FD936}">
      <dgm:prSet/>
      <dgm:spPr/>
      <dgm:t>
        <a:bodyPr/>
        <a:lstStyle/>
        <a:p>
          <a:endParaRPr lang="zh-CN" altLang="en-US" sz="1600"/>
        </a:p>
      </dgm:t>
    </dgm:pt>
    <dgm:pt modelId="{324CA685-49BD-4BD5-A8FD-A5710D9AC13B}">
      <dgm:prSet phldrT="[文本]" custT="1"/>
      <dgm:spPr/>
      <dgm:t>
        <a:bodyPr/>
        <a:lstStyle/>
        <a:p>
          <a:r>
            <a:rPr lang="zh-CN" altLang="en-US" sz="1600" dirty="0"/>
            <a:t>更加灵活</a:t>
          </a:r>
        </a:p>
      </dgm:t>
    </dgm:pt>
    <dgm:pt modelId="{7D8C2A10-8A07-4F15-B8A5-39F77B79AFE9}" type="parTrans" cxnId="{73B17A59-9241-4F2B-B6B4-885F888C132A}">
      <dgm:prSet/>
      <dgm:spPr/>
      <dgm:t>
        <a:bodyPr/>
        <a:lstStyle/>
        <a:p>
          <a:endParaRPr lang="zh-CN" altLang="en-US" sz="1600"/>
        </a:p>
      </dgm:t>
    </dgm:pt>
    <dgm:pt modelId="{28D2BF1F-59FB-44D8-8FD5-92B443E44216}" type="sibTrans" cxnId="{73B17A59-9241-4F2B-B6B4-885F888C132A}">
      <dgm:prSet/>
      <dgm:spPr/>
      <dgm:t>
        <a:bodyPr/>
        <a:lstStyle/>
        <a:p>
          <a:endParaRPr lang="zh-CN" altLang="en-US" sz="1600"/>
        </a:p>
      </dgm:t>
    </dgm:pt>
    <dgm:pt modelId="{87606509-C3F9-4238-A894-635D82EAB841}">
      <dgm:prSet phldrT="[文本]" custT="1"/>
      <dgm:spPr/>
      <dgm:t>
        <a:bodyPr/>
        <a:lstStyle/>
        <a:p>
          <a:r>
            <a:rPr lang="zh-CN" altLang="en-US" sz="1600" dirty="0"/>
            <a:t>快速交付</a:t>
          </a:r>
        </a:p>
      </dgm:t>
    </dgm:pt>
    <dgm:pt modelId="{D87EC061-DBBC-46D1-80B0-D3B15C61D5FF}" type="parTrans" cxnId="{1BC08063-DF8E-4682-A997-CCAA4FAB1183}">
      <dgm:prSet/>
      <dgm:spPr/>
      <dgm:t>
        <a:bodyPr/>
        <a:lstStyle/>
        <a:p>
          <a:endParaRPr lang="zh-CN" altLang="en-US" sz="1600"/>
        </a:p>
      </dgm:t>
    </dgm:pt>
    <dgm:pt modelId="{70C0542A-0A11-4E9D-9606-9272B5AF48C0}" type="sibTrans" cxnId="{1BC08063-DF8E-4682-A997-CCAA4FAB1183}">
      <dgm:prSet/>
      <dgm:spPr/>
      <dgm:t>
        <a:bodyPr/>
        <a:lstStyle/>
        <a:p>
          <a:endParaRPr lang="zh-CN" altLang="en-US" sz="1600"/>
        </a:p>
      </dgm:t>
    </dgm:pt>
    <dgm:pt modelId="{D8FE1109-6BE6-4606-AE0B-4682160FB4B6}">
      <dgm:prSet phldrT="[文本]" custT="1"/>
      <dgm:spPr/>
      <dgm:t>
        <a:bodyPr/>
        <a:lstStyle/>
        <a:p>
          <a:r>
            <a:rPr lang="zh-CN" altLang="en-US" sz="1600" dirty="0"/>
            <a:t>持续改进</a:t>
          </a:r>
        </a:p>
      </dgm:t>
    </dgm:pt>
    <dgm:pt modelId="{5662D5C6-378B-4690-BCED-2C584281D3AA}" type="parTrans" cxnId="{4E294A44-DFF9-48D0-A9F0-63F8A415BCD3}">
      <dgm:prSet/>
      <dgm:spPr/>
      <dgm:t>
        <a:bodyPr/>
        <a:lstStyle/>
        <a:p>
          <a:endParaRPr lang="zh-CN" altLang="en-US" sz="1600"/>
        </a:p>
      </dgm:t>
    </dgm:pt>
    <dgm:pt modelId="{EDA8ED59-D48E-4854-BCE5-1B6D47008CE9}" type="sibTrans" cxnId="{4E294A44-DFF9-48D0-A9F0-63F8A415BCD3}">
      <dgm:prSet/>
      <dgm:spPr/>
      <dgm:t>
        <a:bodyPr/>
        <a:lstStyle/>
        <a:p>
          <a:endParaRPr lang="zh-CN" altLang="en-US" sz="1600"/>
        </a:p>
      </dgm:t>
    </dgm:pt>
    <dgm:pt modelId="{39635E2A-0DDE-480A-BDA0-5F9B3A206D03}">
      <dgm:prSet phldrT="[文本]" custT="1"/>
      <dgm:spPr/>
      <dgm:t>
        <a:bodyPr/>
        <a:lstStyle/>
        <a:p>
          <a:r>
            <a:rPr lang="zh-CN" altLang="en-US" sz="1600" dirty="0"/>
            <a:t>更低风险</a:t>
          </a:r>
        </a:p>
      </dgm:t>
    </dgm:pt>
    <dgm:pt modelId="{D8A66E85-A2FA-4154-ACB7-ADCF5F955258}" type="parTrans" cxnId="{9120F8DE-3D09-4BF1-B92A-C934B465E308}">
      <dgm:prSet/>
      <dgm:spPr/>
      <dgm:t>
        <a:bodyPr/>
        <a:lstStyle/>
        <a:p>
          <a:endParaRPr lang="zh-CN" altLang="en-US" sz="1600"/>
        </a:p>
      </dgm:t>
    </dgm:pt>
    <dgm:pt modelId="{EBC4C119-FFAC-44A5-A81A-730732D0306D}" type="sibTrans" cxnId="{9120F8DE-3D09-4BF1-B92A-C934B465E308}">
      <dgm:prSet/>
      <dgm:spPr/>
      <dgm:t>
        <a:bodyPr/>
        <a:lstStyle/>
        <a:p>
          <a:endParaRPr lang="zh-CN" altLang="en-US" sz="1600"/>
        </a:p>
      </dgm:t>
    </dgm:pt>
    <dgm:pt modelId="{824CE0B2-F960-45F2-BCBE-1CD5E253A7F9}" type="pres">
      <dgm:prSet presAssocID="{D84DE132-2077-4703-B7A4-A2AADC558C7E}" presName="Name0" presStyleCnt="0">
        <dgm:presLayoutVars>
          <dgm:chMax val="1"/>
          <dgm:chPref val="1"/>
          <dgm:dir/>
          <dgm:animOne val="branch"/>
          <dgm:animLvl val="lvl"/>
        </dgm:presLayoutVars>
      </dgm:prSet>
      <dgm:spPr/>
    </dgm:pt>
    <dgm:pt modelId="{B54C53F5-4A22-4491-98CE-52D3E8765D02}" type="pres">
      <dgm:prSet presAssocID="{314BF430-32F3-4937-B7A8-CDBC50A28586}" presName="singleCycle" presStyleCnt="0"/>
      <dgm:spPr/>
    </dgm:pt>
    <dgm:pt modelId="{40C8E036-C2EE-4600-A051-491B681C8C8D}" type="pres">
      <dgm:prSet presAssocID="{314BF430-32F3-4937-B7A8-CDBC50A28586}" presName="singleCenter" presStyleLbl="node1" presStyleIdx="0" presStyleCnt="5">
        <dgm:presLayoutVars>
          <dgm:chMax val="7"/>
          <dgm:chPref val="7"/>
        </dgm:presLayoutVars>
      </dgm:prSet>
      <dgm:spPr/>
    </dgm:pt>
    <dgm:pt modelId="{2E08CFCD-6332-40E2-A17E-084ED5E59966}" type="pres">
      <dgm:prSet presAssocID="{7D8C2A10-8A07-4F15-B8A5-39F77B79AFE9}" presName="Name56" presStyleLbl="parChTrans1D2" presStyleIdx="0" presStyleCnt="4"/>
      <dgm:spPr/>
    </dgm:pt>
    <dgm:pt modelId="{A285A515-1A1B-44A4-867B-3B42E36AD233}" type="pres">
      <dgm:prSet presAssocID="{324CA685-49BD-4BD5-A8FD-A5710D9AC13B}" presName="text0" presStyleLbl="node1" presStyleIdx="1" presStyleCnt="5">
        <dgm:presLayoutVars>
          <dgm:bulletEnabled val="1"/>
        </dgm:presLayoutVars>
      </dgm:prSet>
      <dgm:spPr/>
    </dgm:pt>
    <dgm:pt modelId="{98E87A3E-8EDA-4E31-A58E-16C5DE7484A6}" type="pres">
      <dgm:prSet presAssocID="{D87EC061-DBBC-46D1-80B0-D3B15C61D5FF}" presName="Name56" presStyleLbl="parChTrans1D2" presStyleIdx="1" presStyleCnt="4"/>
      <dgm:spPr/>
    </dgm:pt>
    <dgm:pt modelId="{103858DB-0D8A-4A94-A8ED-8B7CB632D64B}" type="pres">
      <dgm:prSet presAssocID="{87606509-C3F9-4238-A894-635D82EAB841}" presName="text0" presStyleLbl="node1" presStyleIdx="2" presStyleCnt="5">
        <dgm:presLayoutVars>
          <dgm:bulletEnabled val="1"/>
        </dgm:presLayoutVars>
      </dgm:prSet>
      <dgm:spPr/>
    </dgm:pt>
    <dgm:pt modelId="{5A634463-5CA1-45DE-9DC2-51CE4525DE68}" type="pres">
      <dgm:prSet presAssocID="{5662D5C6-378B-4690-BCED-2C584281D3AA}" presName="Name56" presStyleLbl="parChTrans1D2" presStyleIdx="2" presStyleCnt="4"/>
      <dgm:spPr/>
    </dgm:pt>
    <dgm:pt modelId="{E5D4D3A5-5361-4E22-BE21-44F88B118BAD}" type="pres">
      <dgm:prSet presAssocID="{D8FE1109-6BE6-4606-AE0B-4682160FB4B6}" presName="text0" presStyleLbl="node1" presStyleIdx="3" presStyleCnt="5">
        <dgm:presLayoutVars>
          <dgm:bulletEnabled val="1"/>
        </dgm:presLayoutVars>
      </dgm:prSet>
      <dgm:spPr/>
    </dgm:pt>
    <dgm:pt modelId="{6917A371-A8D4-46BF-B362-B6BAC5B093F8}" type="pres">
      <dgm:prSet presAssocID="{D8A66E85-A2FA-4154-ACB7-ADCF5F955258}" presName="Name56" presStyleLbl="parChTrans1D2" presStyleIdx="3" presStyleCnt="4"/>
      <dgm:spPr/>
    </dgm:pt>
    <dgm:pt modelId="{F15E34B5-BCBC-4EE4-9EED-6AB235023B27}" type="pres">
      <dgm:prSet presAssocID="{39635E2A-0DDE-480A-BDA0-5F9B3A206D03}" presName="text0" presStyleLbl="node1" presStyleIdx="4" presStyleCnt="5">
        <dgm:presLayoutVars>
          <dgm:bulletEnabled val="1"/>
        </dgm:presLayoutVars>
      </dgm:prSet>
      <dgm:spPr/>
    </dgm:pt>
  </dgm:ptLst>
  <dgm:cxnLst>
    <dgm:cxn modelId="{FC3F7714-C301-4E3D-B22B-A6E2B15F0D19}" type="presOf" srcId="{D8A66E85-A2FA-4154-ACB7-ADCF5F955258}" destId="{6917A371-A8D4-46BF-B362-B6BAC5B093F8}" srcOrd="0" destOrd="0" presId="urn:microsoft.com/office/officeart/2008/layout/RadialCluster"/>
    <dgm:cxn modelId="{5A865718-E565-487D-A6E8-0E5796F0D5EE}" type="presOf" srcId="{87606509-C3F9-4238-A894-635D82EAB841}" destId="{103858DB-0D8A-4A94-A8ED-8B7CB632D64B}" srcOrd="0" destOrd="0" presId="urn:microsoft.com/office/officeart/2008/layout/RadialCluster"/>
    <dgm:cxn modelId="{91A4173A-F907-4179-98AD-44D77052B42E}" type="presOf" srcId="{D84DE132-2077-4703-B7A4-A2AADC558C7E}" destId="{824CE0B2-F960-45F2-BCBE-1CD5E253A7F9}" srcOrd="0" destOrd="0" presId="urn:microsoft.com/office/officeart/2008/layout/RadialCluster"/>
    <dgm:cxn modelId="{BD82F53E-2381-4A90-ABF5-1D4D25795834}" type="presOf" srcId="{D8FE1109-6BE6-4606-AE0B-4682160FB4B6}" destId="{E5D4D3A5-5361-4E22-BE21-44F88B118BAD}" srcOrd="0" destOrd="0" presId="urn:microsoft.com/office/officeart/2008/layout/RadialCluster"/>
    <dgm:cxn modelId="{1BC08063-DF8E-4682-A997-CCAA4FAB1183}" srcId="{314BF430-32F3-4937-B7A8-CDBC50A28586}" destId="{87606509-C3F9-4238-A894-635D82EAB841}" srcOrd="1" destOrd="0" parTransId="{D87EC061-DBBC-46D1-80B0-D3B15C61D5FF}" sibTransId="{70C0542A-0A11-4E9D-9606-9272B5AF48C0}"/>
    <dgm:cxn modelId="{4E294A44-DFF9-48D0-A9F0-63F8A415BCD3}" srcId="{314BF430-32F3-4937-B7A8-CDBC50A28586}" destId="{D8FE1109-6BE6-4606-AE0B-4682160FB4B6}" srcOrd="2" destOrd="0" parTransId="{5662D5C6-378B-4690-BCED-2C584281D3AA}" sibTransId="{EDA8ED59-D48E-4854-BCE5-1B6D47008CE9}"/>
    <dgm:cxn modelId="{BC32EA45-7D9F-4EF1-AF81-38B9B844AC91}" type="presOf" srcId="{7D8C2A10-8A07-4F15-B8A5-39F77B79AFE9}" destId="{2E08CFCD-6332-40E2-A17E-084ED5E59966}" srcOrd="0" destOrd="0" presId="urn:microsoft.com/office/officeart/2008/layout/RadialCluster"/>
    <dgm:cxn modelId="{73B17A59-9241-4F2B-B6B4-885F888C132A}" srcId="{314BF430-32F3-4937-B7A8-CDBC50A28586}" destId="{324CA685-49BD-4BD5-A8FD-A5710D9AC13B}" srcOrd="0" destOrd="0" parTransId="{7D8C2A10-8A07-4F15-B8A5-39F77B79AFE9}" sibTransId="{28D2BF1F-59FB-44D8-8FD5-92B443E44216}"/>
    <dgm:cxn modelId="{CFB060CA-1CDF-4B8E-8529-80E6B3AAF100}" type="presOf" srcId="{5662D5C6-378B-4690-BCED-2C584281D3AA}" destId="{5A634463-5CA1-45DE-9DC2-51CE4525DE68}" srcOrd="0" destOrd="0" presId="urn:microsoft.com/office/officeart/2008/layout/RadialCluster"/>
    <dgm:cxn modelId="{3ECA4DCA-93D3-4E2E-8335-23FA3217E0EA}" type="presOf" srcId="{D87EC061-DBBC-46D1-80B0-D3B15C61D5FF}" destId="{98E87A3E-8EDA-4E31-A58E-16C5DE7484A6}" srcOrd="0" destOrd="0" presId="urn:microsoft.com/office/officeart/2008/layout/RadialCluster"/>
    <dgm:cxn modelId="{7A3587CB-3A67-4010-9066-02B15F2FD936}" srcId="{D84DE132-2077-4703-B7A4-A2AADC558C7E}" destId="{314BF430-32F3-4937-B7A8-CDBC50A28586}" srcOrd="0" destOrd="0" parTransId="{FFF528F2-CD86-4C30-9CDA-FBA4F0F0AD51}" sibTransId="{305F5B84-54DA-40BC-92F0-2D234A72D198}"/>
    <dgm:cxn modelId="{9120F8DE-3D09-4BF1-B92A-C934B465E308}" srcId="{314BF430-32F3-4937-B7A8-CDBC50A28586}" destId="{39635E2A-0DDE-480A-BDA0-5F9B3A206D03}" srcOrd="3" destOrd="0" parTransId="{D8A66E85-A2FA-4154-ACB7-ADCF5F955258}" sibTransId="{EBC4C119-FFAC-44A5-A81A-730732D0306D}"/>
    <dgm:cxn modelId="{8B4E0DE9-02CD-492F-92A6-2509C6C092E5}" type="presOf" srcId="{39635E2A-0DDE-480A-BDA0-5F9B3A206D03}" destId="{F15E34B5-BCBC-4EE4-9EED-6AB235023B27}" srcOrd="0" destOrd="0" presId="urn:microsoft.com/office/officeart/2008/layout/RadialCluster"/>
    <dgm:cxn modelId="{BE615EE9-C165-4423-8441-0A6FB6E80D6D}" type="presOf" srcId="{324CA685-49BD-4BD5-A8FD-A5710D9AC13B}" destId="{A285A515-1A1B-44A4-867B-3B42E36AD233}" srcOrd="0" destOrd="0" presId="urn:microsoft.com/office/officeart/2008/layout/RadialCluster"/>
    <dgm:cxn modelId="{DF39FCF3-F28A-4F54-A978-F2DD934CC6A6}" type="presOf" srcId="{314BF430-32F3-4937-B7A8-CDBC50A28586}" destId="{40C8E036-C2EE-4600-A051-491B681C8C8D}" srcOrd="0" destOrd="0" presId="urn:microsoft.com/office/officeart/2008/layout/RadialCluster"/>
    <dgm:cxn modelId="{F7DB3DD6-9236-4395-814F-4E3A0DB81BF2}" type="presParOf" srcId="{824CE0B2-F960-45F2-BCBE-1CD5E253A7F9}" destId="{B54C53F5-4A22-4491-98CE-52D3E8765D02}" srcOrd="0" destOrd="0" presId="urn:microsoft.com/office/officeart/2008/layout/RadialCluster"/>
    <dgm:cxn modelId="{5FFA1774-5A00-4410-9B50-99E4E37EC1DA}" type="presParOf" srcId="{B54C53F5-4A22-4491-98CE-52D3E8765D02}" destId="{40C8E036-C2EE-4600-A051-491B681C8C8D}" srcOrd="0" destOrd="0" presId="urn:microsoft.com/office/officeart/2008/layout/RadialCluster"/>
    <dgm:cxn modelId="{1A16B853-1EC4-4FBE-B4E0-A1121959ABD5}" type="presParOf" srcId="{B54C53F5-4A22-4491-98CE-52D3E8765D02}" destId="{2E08CFCD-6332-40E2-A17E-084ED5E59966}" srcOrd="1" destOrd="0" presId="urn:microsoft.com/office/officeart/2008/layout/RadialCluster"/>
    <dgm:cxn modelId="{008742E3-02BE-4DDC-9344-1FF903368E18}" type="presParOf" srcId="{B54C53F5-4A22-4491-98CE-52D3E8765D02}" destId="{A285A515-1A1B-44A4-867B-3B42E36AD233}" srcOrd="2" destOrd="0" presId="urn:microsoft.com/office/officeart/2008/layout/RadialCluster"/>
    <dgm:cxn modelId="{ACA181CC-8E47-425C-BE7E-0DE33D6E56EA}" type="presParOf" srcId="{B54C53F5-4A22-4491-98CE-52D3E8765D02}" destId="{98E87A3E-8EDA-4E31-A58E-16C5DE7484A6}" srcOrd="3" destOrd="0" presId="urn:microsoft.com/office/officeart/2008/layout/RadialCluster"/>
    <dgm:cxn modelId="{322B153B-7A15-4CCB-AD50-D6B36B480BED}" type="presParOf" srcId="{B54C53F5-4A22-4491-98CE-52D3E8765D02}" destId="{103858DB-0D8A-4A94-A8ED-8B7CB632D64B}" srcOrd="4" destOrd="0" presId="urn:microsoft.com/office/officeart/2008/layout/RadialCluster"/>
    <dgm:cxn modelId="{F9AED44C-5E3C-4A5A-ADF3-426FAE88A4E4}" type="presParOf" srcId="{B54C53F5-4A22-4491-98CE-52D3E8765D02}" destId="{5A634463-5CA1-45DE-9DC2-51CE4525DE68}" srcOrd="5" destOrd="0" presId="urn:microsoft.com/office/officeart/2008/layout/RadialCluster"/>
    <dgm:cxn modelId="{5F3AF859-507C-4736-80CD-58B1B8A3DE4C}" type="presParOf" srcId="{B54C53F5-4A22-4491-98CE-52D3E8765D02}" destId="{E5D4D3A5-5361-4E22-BE21-44F88B118BAD}" srcOrd="6" destOrd="0" presId="urn:microsoft.com/office/officeart/2008/layout/RadialCluster"/>
    <dgm:cxn modelId="{D1B91DD2-5421-4F0E-8D17-CD5314AC0B56}" type="presParOf" srcId="{B54C53F5-4A22-4491-98CE-52D3E8765D02}" destId="{6917A371-A8D4-46BF-B362-B6BAC5B093F8}" srcOrd="7" destOrd="0" presId="urn:microsoft.com/office/officeart/2008/layout/RadialCluster"/>
    <dgm:cxn modelId="{B1C9F850-0A2D-41A3-9DF0-900266242A46}" type="presParOf" srcId="{B54C53F5-4A22-4491-98CE-52D3E8765D02}" destId="{F15E34B5-BCBC-4EE4-9EED-6AB235023B27}" srcOrd="8" destOrd="0" presId="urn:microsoft.com/office/officeart/2008/layout/RadialCluster"/>
  </dgm:cxnLst>
  <dgm:bg/>
  <dgm:whole>
    <a:ln w="12700">
      <a:noFill/>
    </a:ln>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54691F0-94F8-43DE-820A-E282164893BD}" type="doc">
      <dgm:prSet loTypeId="urn:microsoft.com/office/officeart/2005/8/layout/chevron1" loCatId="process" qsTypeId="urn:microsoft.com/office/officeart/2005/8/quickstyle/simple1" qsCatId="simple" csTypeId="urn:microsoft.com/office/officeart/2005/8/colors/colorful5" csCatId="colorful" phldr="1"/>
      <dgm:spPr/>
      <dgm:t>
        <a:bodyPr/>
        <a:lstStyle/>
        <a:p>
          <a:endParaRPr lang="zh-CN" altLang="en-US"/>
        </a:p>
      </dgm:t>
    </dgm:pt>
    <dgm:pt modelId="{184D60CB-27ED-4780-A10E-4CC49C9E76D3}">
      <dgm:prSet phldrT="[文本]" phldr="0"/>
      <dgm:spPr/>
      <dgm:t>
        <a:bodyPr/>
        <a:lstStyle/>
        <a:p>
          <a:r>
            <a:rPr lang="zh-CN" altLang="en-US" dirty="0"/>
            <a:t>项目建议</a:t>
          </a:r>
        </a:p>
      </dgm:t>
    </dgm:pt>
    <dgm:pt modelId="{9C1ADE14-4A7C-4C45-A868-79CA352F05EB}" type="parTrans" cxnId="{8EA1B4EF-69D9-4935-9F40-6A0D97B5F08C}">
      <dgm:prSet/>
      <dgm:spPr/>
      <dgm:t>
        <a:bodyPr/>
        <a:lstStyle/>
        <a:p>
          <a:endParaRPr lang="zh-CN" altLang="en-US"/>
        </a:p>
      </dgm:t>
    </dgm:pt>
    <dgm:pt modelId="{41B6E64C-E9EB-43BD-9C0E-762B52FA6BC7}" type="sibTrans" cxnId="{8EA1B4EF-69D9-4935-9F40-6A0D97B5F08C}">
      <dgm:prSet/>
      <dgm:spPr/>
      <dgm:t>
        <a:bodyPr/>
        <a:lstStyle/>
        <a:p>
          <a:endParaRPr lang="zh-CN" altLang="en-US"/>
        </a:p>
      </dgm:t>
    </dgm:pt>
    <dgm:pt modelId="{2A575AB9-61F1-4AC2-9D05-93C951B08D73}">
      <dgm:prSet phldrT="[文本]"/>
      <dgm:spPr/>
      <dgm:t>
        <a:bodyPr/>
        <a:lstStyle/>
        <a:p>
          <a:r>
            <a:rPr lang="zh-CN" altLang="en-US" dirty="0"/>
            <a:t>项目可行性分析</a:t>
          </a:r>
        </a:p>
      </dgm:t>
    </dgm:pt>
    <dgm:pt modelId="{6DB42CE6-3CB0-4856-BF35-0C90A2451A4E}" type="parTrans" cxnId="{CBB60AEE-5AE0-4834-B8F3-A53F7583A090}">
      <dgm:prSet/>
      <dgm:spPr/>
      <dgm:t>
        <a:bodyPr/>
        <a:lstStyle/>
        <a:p>
          <a:endParaRPr lang="zh-CN" altLang="en-US"/>
        </a:p>
      </dgm:t>
    </dgm:pt>
    <dgm:pt modelId="{956A8CB9-3798-49D8-84BF-B4A09A248CBC}" type="sibTrans" cxnId="{CBB60AEE-5AE0-4834-B8F3-A53F7583A090}">
      <dgm:prSet/>
      <dgm:spPr/>
      <dgm:t>
        <a:bodyPr/>
        <a:lstStyle/>
        <a:p>
          <a:endParaRPr lang="zh-CN" altLang="en-US"/>
        </a:p>
      </dgm:t>
    </dgm:pt>
    <dgm:pt modelId="{F50E392A-E371-45A8-B68D-90001E61108A}">
      <dgm:prSet phldrT="[文本]"/>
      <dgm:spPr/>
      <dgm:t>
        <a:bodyPr/>
        <a:lstStyle/>
        <a:p>
          <a:r>
            <a:rPr lang="zh-CN" altLang="en-US" dirty="0"/>
            <a:t>项目审批</a:t>
          </a:r>
        </a:p>
      </dgm:t>
    </dgm:pt>
    <dgm:pt modelId="{34BC6687-7E0B-4F30-AC64-FB0D6F36AFCF}" type="parTrans" cxnId="{AEB15708-5602-48CC-AA6E-8AA90D1FBB65}">
      <dgm:prSet/>
      <dgm:spPr/>
      <dgm:t>
        <a:bodyPr/>
        <a:lstStyle/>
        <a:p>
          <a:endParaRPr lang="zh-CN" altLang="en-US"/>
        </a:p>
      </dgm:t>
    </dgm:pt>
    <dgm:pt modelId="{8F4DC57A-E897-469E-9DBF-448E70714E8C}" type="sibTrans" cxnId="{AEB15708-5602-48CC-AA6E-8AA90D1FBB65}">
      <dgm:prSet/>
      <dgm:spPr/>
      <dgm:t>
        <a:bodyPr/>
        <a:lstStyle/>
        <a:p>
          <a:endParaRPr lang="zh-CN" altLang="en-US"/>
        </a:p>
      </dgm:t>
    </dgm:pt>
    <dgm:pt modelId="{068F73D6-FD2B-4819-92FF-A1D420338598}">
      <dgm:prSet phldrT="[文本]"/>
      <dgm:spPr/>
      <dgm:t>
        <a:bodyPr/>
        <a:lstStyle/>
        <a:p>
          <a:r>
            <a:rPr lang="zh-CN" altLang="en-US" dirty="0"/>
            <a:t>项目招投标</a:t>
          </a:r>
        </a:p>
      </dgm:t>
    </dgm:pt>
    <dgm:pt modelId="{68FE74F0-0AF2-4FB0-98C4-EC9C2655B818}" type="parTrans" cxnId="{5A8B46E0-DCAC-408B-B419-1EF002BC679A}">
      <dgm:prSet/>
      <dgm:spPr/>
      <dgm:t>
        <a:bodyPr/>
        <a:lstStyle/>
        <a:p>
          <a:endParaRPr lang="zh-CN" altLang="en-US"/>
        </a:p>
      </dgm:t>
    </dgm:pt>
    <dgm:pt modelId="{38CB38AF-D860-4B18-BCBB-91F8D1EE4D6E}" type="sibTrans" cxnId="{5A8B46E0-DCAC-408B-B419-1EF002BC679A}">
      <dgm:prSet/>
      <dgm:spPr/>
      <dgm:t>
        <a:bodyPr/>
        <a:lstStyle/>
        <a:p>
          <a:endParaRPr lang="zh-CN" altLang="en-US"/>
        </a:p>
      </dgm:t>
    </dgm:pt>
    <dgm:pt modelId="{AA46264F-C891-49B9-8E74-1FFD253D616C}">
      <dgm:prSet phldrT="[文本]"/>
      <dgm:spPr/>
      <dgm:t>
        <a:bodyPr/>
        <a:lstStyle/>
        <a:p>
          <a:r>
            <a:rPr lang="zh-CN" altLang="en-US" dirty="0"/>
            <a:t>项目合同谈判和签到</a:t>
          </a:r>
        </a:p>
      </dgm:t>
    </dgm:pt>
    <dgm:pt modelId="{795D5C6C-FC24-4BE6-BAFC-BC7A436374FA}" type="parTrans" cxnId="{0A5C0DF5-DCF1-4B17-A3AB-6BA34FBBCFCC}">
      <dgm:prSet/>
      <dgm:spPr/>
      <dgm:t>
        <a:bodyPr/>
        <a:lstStyle/>
        <a:p>
          <a:endParaRPr lang="zh-CN" altLang="en-US"/>
        </a:p>
      </dgm:t>
    </dgm:pt>
    <dgm:pt modelId="{FE3A84E4-D74C-4FD0-8559-64B047FAF8B4}" type="sibTrans" cxnId="{0A5C0DF5-DCF1-4B17-A3AB-6BA34FBBCFCC}">
      <dgm:prSet/>
      <dgm:spPr/>
      <dgm:t>
        <a:bodyPr/>
        <a:lstStyle/>
        <a:p>
          <a:endParaRPr lang="zh-CN" altLang="en-US"/>
        </a:p>
      </dgm:t>
    </dgm:pt>
    <dgm:pt modelId="{331D744C-3E25-4F72-A3A3-2D171B1FAE4A}" type="pres">
      <dgm:prSet presAssocID="{C54691F0-94F8-43DE-820A-E282164893BD}" presName="Name0" presStyleCnt="0">
        <dgm:presLayoutVars>
          <dgm:dir/>
          <dgm:animLvl val="lvl"/>
          <dgm:resizeHandles val="exact"/>
        </dgm:presLayoutVars>
      </dgm:prSet>
      <dgm:spPr/>
    </dgm:pt>
    <dgm:pt modelId="{BFADCE9A-F623-4A8D-9AE7-8DD25E7A76D8}" type="pres">
      <dgm:prSet presAssocID="{184D60CB-27ED-4780-A10E-4CC49C9E76D3}" presName="parTxOnly" presStyleLbl="node1" presStyleIdx="0" presStyleCnt="5">
        <dgm:presLayoutVars>
          <dgm:chMax val="0"/>
          <dgm:chPref val="0"/>
          <dgm:bulletEnabled val="1"/>
        </dgm:presLayoutVars>
      </dgm:prSet>
      <dgm:spPr/>
    </dgm:pt>
    <dgm:pt modelId="{F4E419B9-A508-4B41-A5AF-63310C5C51D6}" type="pres">
      <dgm:prSet presAssocID="{41B6E64C-E9EB-43BD-9C0E-762B52FA6BC7}" presName="parTxOnlySpace" presStyleCnt="0"/>
      <dgm:spPr/>
    </dgm:pt>
    <dgm:pt modelId="{7A3D29DB-D217-4EDB-96A3-52B1BB0C6283}" type="pres">
      <dgm:prSet presAssocID="{2A575AB9-61F1-4AC2-9D05-93C951B08D73}" presName="parTxOnly" presStyleLbl="node1" presStyleIdx="1" presStyleCnt="5">
        <dgm:presLayoutVars>
          <dgm:chMax val="0"/>
          <dgm:chPref val="0"/>
          <dgm:bulletEnabled val="1"/>
        </dgm:presLayoutVars>
      </dgm:prSet>
      <dgm:spPr/>
    </dgm:pt>
    <dgm:pt modelId="{93753795-0ADE-4AC2-9931-33EF9D0FA0AD}" type="pres">
      <dgm:prSet presAssocID="{956A8CB9-3798-49D8-84BF-B4A09A248CBC}" presName="parTxOnlySpace" presStyleCnt="0"/>
      <dgm:spPr/>
    </dgm:pt>
    <dgm:pt modelId="{4B334B34-EF96-49E0-B66E-133BD48100CA}" type="pres">
      <dgm:prSet presAssocID="{F50E392A-E371-45A8-B68D-90001E61108A}" presName="parTxOnly" presStyleLbl="node1" presStyleIdx="2" presStyleCnt="5">
        <dgm:presLayoutVars>
          <dgm:chMax val="0"/>
          <dgm:chPref val="0"/>
          <dgm:bulletEnabled val="1"/>
        </dgm:presLayoutVars>
      </dgm:prSet>
      <dgm:spPr/>
    </dgm:pt>
    <dgm:pt modelId="{B2AAC982-46E5-4C16-81EB-6037924D60A8}" type="pres">
      <dgm:prSet presAssocID="{8F4DC57A-E897-469E-9DBF-448E70714E8C}" presName="parTxOnlySpace" presStyleCnt="0"/>
      <dgm:spPr/>
    </dgm:pt>
    <dgm:pt modelId="{5BAD45FD-29D7-48E3-8439-87C6F2A3A98B}" type="pres">
      <dgm:prSet presAssocID="{068F73D6-FD2B-4819-92FF-A1D420338598}" presName="parTxOnly" presStyleLbl="node1" presStyleIdx="3" presStyleCnt="5">
        <dgm:presLayoutVars>
          <dgm:chMax val="0"/>
          <dgm:chPref val="0"/>
          <dgm:bulletEnabled val="1"/>
        </dgm:presLayoutVars>
      </dgm:prSet>
      <dgm:spPr/>
    </dgm:pt>
    <dgm:pt modelId="{42954CDD-A8EF-4773-B744-6CF7CAD82C73}" type="pres">
      <dgm:prSet presAssocID="{38CB38AF-D860-4B18-BCBB-91F8D1EE4D6E}" presName="parTxOnlySpace" presStyleCnt="0"/>
      <dgm:spPr/>
    </dgm:pt>
    <dgm:pt modelId="{C1A69100-C77D-4BF6-A329-8693DB5210CB}" type="pres">
      <dgm:prSet presAssocID="{AA46264F-C891-49B9-8E74-1FFD253D616C}" presName="parTxOnly" presStyleLbl="node1" presStyleIdx="4" presStyleCnt="5">
        <dgm:presLayoutVars>
          <dgm:chMax val="0"/>
          <dgm:chPref val="0"/>
          <dgm:bulletEnabled val="1"/>
        </dgm:presLayoutVars>
      </dgm:prSet>
      <dgm:spPr/>
    </dgm:pt>
  </dgm:ptLst>
  <dgm:cxnLst>
    <dgm:cxn modelId="{AEB15708-5602-48CC-AA6E-8AA90D1FBB65}" srcId="{C54691F0-94F8-43DE-820A-E282164893BD}" destId="{F50E392A-E371-45A8-B68D-90001E61108A}" srcOrd="2" destOrd="0" parTransId="{34BC6687-7E0B-4F30-AC64-FB0D6F36AFCF}" sibTransId="{8F4DC57A-E897-469E-9DBF-448E70714E8C}"/>
    <dgm:cxn modelId="{89A8E242-8EAD-4DBE-8FF1-1F4F7D05BDD7}" type="presOf" srcId="{068F73D6-FD2B-4819-92FF-A1D420338598}" destId="{5BAD45FD-29D7-48E3-8439-87C6F2A3A98B}" srcOrd="0" destOrd="0" presId="urn:microsoft.com/office/officeart/2005/8/layout/chevron1"/>
    <dgm:cxn modelId="{4EDA7052-94EC-480B-8242-7C40B83F752F}" type="presOf" srcId="{184D60CB-27ED-4780-A10E-4CC49C9E76D3}" destId="{BFADCE9A-F623-4A8D-9AE7-8DD25E7A76D8}" srcOrd="0" destOrd="0" presId="urn:microsoft.com/office/officeart/2005/8/layout/chevron1"/>
    <dgm:cxn modelId="{2AFFAFB6-FA90-4DC3-82E8-D79BF685A3A9}" type="presOf" srcId="{2A575AB9-61F1-4AC2-9D05-93C951B08D73}" destId="{7A3D29DB-D217-4EDB-96A3-52B1BB0C6283}" srcOrd="0" destOrd="0" presId="urn:microsoft.com/office/officeart/2005/8/layout/chevron1"/>
    <dgm:cxn modelId="{EE8EC5DC-97C5-408A-8F7A-59723FA8A219}" type="presOf" srcId="{C54691F0-94F8-43DE-820A-E282164893BD}" destId="{331D744C-3E25-4F72-A3A3-2D171B1FAE4A}" srcOrd="0" destOrd="0" presId="urn:microsoft.com/office/officeart/2005/8/layout/chevron1"/>
    <dgm:cxn modelId="{5A8B46E0-DCAC-408B-B419-1EF002BC679A}" srcId="{C54691F0-94F8-43DE-820A-E282164893BD}" destId="{068F73D6-FD2B-4819-92FF-A1D420338598}" srcOrd="3" destOrd="0" parTransId="{68FE74F0-0AF2-4FB0-98C4-EC9C2655B818}" sibTransId="{38CB38AF-D860-4B18-BCBB-91F8D1EE4D6E}"/>
    <dgm:cxn modelId="{E1CA65EB-3790-4AF2-994D-1BD2702B9E2E}" type="presOf" srcId="{F50E392A-E371-45A8-B68D-90001E61108A}" destId="{4B334B34-EF96-49E0-B66E-133BD48100CA}" srcOrd="0" destOrd="0" presId="urn:microsoft.com/office/officeart/2005/8/layout/chevron1"/>
    <dgm:cxn modelId="{CBB60AEE-5AE0-4834-B8F3-A53F7583A090}" srcId="{C54691F0-94F8-43DE-820A-E282164893BD}" destId="{2A575AB9-61F1-4AC2-9D05-93C951B08D73}" srcOrd="1" destOrd="0" parTransId="{6DB42CE6-3CB0-4856-BF35-0C90A2451A4E}" sibTransId="{956A8CB9-3798-49D8-84BF-B4A09A248CBC}"/>
    <dgm:cxn modelId="{8EA1B4EF-69D9-4935-9F40-6A0D97B5F08C}" srcId="{C54691F0-94F8-43DE-820A-E282164893BD}" destId="{184D60CB-27ED-4780-A10E-4CC49C9E76D3}" srcOrd="0" destOrd="0" parTransId="{9C1ADE14-4A7C-4C45-A868-79CA352F05EB}" sibTransId="{41B6E64C-E9EB-43BD-9C0E-762B52FA6BC7}"/>
    <dgm:cxn modelId="{8A44F7F2-849D-4F25-A5B9-F4B8D8BB1E69}" type="presOf" srcId="{AA46264F-C891-49B9-8E74-1FFD253D616C}" destId="{C1A69100-C77D-4BF6-A329-8693DB5210CB}" srcOrd="0" destOrd="0" presId="urn:microsoft.com/office/officeart/2005/8/layout/chevron1"/>
    <dgm:cxn modelId="{0A5C0DF5-DCF1-4B17-A3AB-6BA34FBBCFCC}" srcId="{C54691F0-94F8-43DE-820A-E282164893BD}" destId="{AA46264F-C891-49B9-8E74-1FFD253D616C}" srcOrd="4" destOrd="0" parTransId="{795D5C6C-FC24-4BE6-BAFC-BC7A436374FA}" sibTransId="{FE3A84E4-D74C-4FD0-8559-64B047FAF8B4}"/>
    <dgm:cxn modelId="{92BE9480-D164-46F8-BF69-185E7BE3BCE2}" type="presParOf" srcId="{331D744C-3E25-4F72-A3A3-2D171B1FAE4A}" destId="{BFADCE9A-F623-4A8D-9AE7-8DD25E7A76D8}" srcOrd="0" destOrd="0" presId="urn:microsoft.com/office/officeart/2005/8/layout/chevron1"/>
    <dgm:cxn modelId="{06751FBD-65F7-4C7B-9B3F-7CF1208B03ED}" type="presParOf" srcId="{331D744C-3E25-4F72-A3A3-2D171B1FAE4A}" destId="{F4E419B9-A508-4B41-A5AF-63310C5C51D6}" srcOrd="1" destOrd="0" presId="urn:microsoft.com/office/officeart/2005/8/layout/chevron1"/>
    <dgm:cxn modelId="{2DB420D7-4C65-40A5-B8DB-874F2E240F23}" type="presParOf" srcId="{331D744C-3E25-4F72-A3A3-2D171B1FAE4A}" destId="{7A3D29DB-D217-4EDB-96A3-52B1BB0C6283}" srcOrd="2" destOrd="0" presId="urn:microsoft.com/office/officeart/2005/8/layout/chevron1"/>
    <dgm:cxn modelId="{B94DCE4F-06F5-4C49-913A-CB86C0D5B314}" type="presParOf" srcId="{331D744C-3E25-4F72-A3A3-2D171B1FAE4A}" destId="{93753795-0ADE-4AC2-9931-33EF9D0FA0AD}" srcOrd="3" destOrd="0" presId="urn:microsoft.com/office/officeart/2005/8/layout/chevron1"/>
    <dgm:cxn modelId="{A53E31D1-744C-4E05-AC2A-B4C0FCC82966}" type="presParOf" srcId="{331D744C-3E25-4F72-A3A3-2D171B1FAE4A}" destId="{4B334B34-EF96-49E0-B66E-133BD48100CA}" srcOrd="4" destOrd="0" presId="urn:microsoft.com/office/officeart/2005/8/layout/chevron1"/>
    <dgm:cxn modelId="{1FFCA7B4-1079-467B-B3EF-6F37FF17E384}" type="presParOf" srcId="{331D744C-3E25-4F72-A3A3-2D171B1FAE4A}" destId="{B2AAC982-46E5-4C16-81EB-6037924D60A8}" srcOrd="5" destOrd="0" presId="urn:microsoft.com/office/officeart/2005/8/layout/chevron1"/>
    <dgm:cxn modelId="{A88BBE68-4708-4D72-BC09-4EEAEDE847C9}" type="presParOf" srcId="{331D744C-3E25-4F72-A3A3-2D171B1FAE4A}" destId="{5BAD45FD-29D7-48E3-8439-87C6F2A3A98B}" srcOrd="6" destOrd="0" presId="urn:microsoft.com/office/officeart/2005/8/layout/chevron1"/>
    <dgm:cxn modelId="{0625AAB4-C082-47D3-B430-CE85C0DA37CD}" type="presParOf" srcId="{331D744C-3E25-4F72-A3A3-2D171B1FAE4A}" destId="{42954CDD-A8EF-4773-B744-6CF7CAD82C73}" srcOrd="7" destOrd="0" presId="urn:microsoft.com/office/officeart/2005/8/layout/chevron1"/>
    <dgm:cxn modelId="{65555B43-7896-484C-9610-D2C60719B745}" type="presParOf" srcId="{331D744C-3E25-4F72-A3A3-2D171B1FAE4A}" destId="{C1A69100-C77D-4BF6-A329-8693DB5210CB}" srcOrd="8"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3E1F960-B538-4893-8383-948EDC951F2A}" type="doc">
      <dgm:prSet loTypeId="urn:microsoft.com/office/officeart/2005/8/layout/radial1" loCatId="relationship" qsTypeId="urn:microsoft.com/office/officeart/2005/8/quickstyle/simple1" qsCatId="simple" csTypeId="urn:microsoft.com/office/officeart/2005/8/colors/colorful1" csCatId="colorful" phldr="1"/>
      <dgm:spPr/>
      <dgm:t>
        <a:bodyPr/>
        <a:lstStyle/>
        <a:p>
          <a:endParaRPr lang="zh-CN" altLang="en-US"/>
        </a:p>
      </dgm:t>
    </dgm:pt>
    <dgm:pt modelId="{CE8EEB70-791E-48FA-8C8F-2E8FADFCC934}">
      <dgm:prSet phldrT="[文本]" custT="1"/>
      <dgm:spPr>
        <a:effectLst>
          <a:outerShdw blurRad="50800" dist="38100" dir="2700000" algn="tl" rotWithShape="0">
            <a:prstClr val="black">
              <a:alpha val="40000"/>
            </a:prstClr>
          </a:outerShdw>
        </a:effectLst>
      </dgm:spPr>
      <dgm:t>
        <a:bodyPr/>
        <a:lstStyle/>
        <a:p>
          <a:pPr>
            <a:lnSpc>
              <a:spcPct val="100000"/>
            </a:lnSpc>
            <a:spcAft>
              <a:spcPts val="0"/>
            </a:spcAft>
          </a:pPr>
          <a:r>
            <a:rPr lang="zh-CN" altLang="en-US" sz="1600" dirty="0"/>
            <a:t>价值观</a:t>
          </a:r>
          <a:endParaRPr lang="en-US" altLang="zh-CN" sz="1600" dirty="0"/>
        </a:p>
        <a:p>
          <a:pPr>
            <a:lnSpc>
              <a:spcPct val="100000"/>
            </a:lnSpc>
            <a:spcAft>
              <a:spcPts val="0"/>
            </a:spcAft>
          </a:pPr>
          <a:r>
            <a:rPr lang="en-US" altLang="zh-CN" sz="1600" dirty="0"/>
            <a:t>Values</a:t>
          </a:r>
          <a:endParaRPr lang="zh-CN" altLang="en-US" sz="1600" dirty="0"/>
        </a:p>
      </dgm:t>
    </dgm:pt>
    <dgm:pt modelId="{D679ABF5-33EF-44B1-9295-F95FC9DB4790}" type="parTrans" cxnId="{8A30AAEF-E2CA-41E8-8EEC-187D68F9271C}">
      <dgm:prSet/>
      <dgm:spPr/>
      <dgm:t>
        <a:bodyPr/>
        <a:lstStyle/>
        <a:p>
          <a:endParaRPr lang="zh-CN" altLang="en-US"/>
        </a:p>
      </dgm:t>
    </dgm:pt>
    <dgm:pt modelId="{649C98F4-4855-402E-BD76-26014EDD963B}" type="sibTrans" cxnId="{8A30AAEF-E2CA-41E8-8EEC-187D68F9271C}">
      <dgm:prSet/>
      <dgm:spPr/>
      <dgm:t>
        <a:bodyPr/>
        <a:lstStyle/>
        <a:p>
          <a:endParaRPr lang="zh-CN" altLang="en-US"/>
        </a:p>
      </dgm:t>
    </dgm:pt>
    <dgm:pt modelId="{16A05B42-C487-4BD1-9030-18BBD9553FCD}">
      <dgm:prSet phldrT="[文本]" custT="1"/>
      <dgm:spPr>
        <a:effectLst>
          <a:outerShdw blurRad="50800" dist="38100" dir="2700000" algn="tl" rotWithShape="0">
            <a:prstClr val="black">
              <a:alpha val="40000"/>
            </a:prstClr>
          </a:outerShdw>
        </a:effectLst>
      </dgm:spPr>
      <dgm:t>
        <a:bodyPr/>
        <a:lstStyle/>
        <a:p>
          <a:r>
            <a:rPr lang="zh-CN" altLang="en-US" sz="1800" dirty="0"/>
            <a:t>承诺</a:t>
          </a:r>
        </a:p>
      </dgm:t>
    </dgm:pt>
    <dgm:pt modelId="{41AA5E90-B5B1-4317-8E91-CCB14A726C95}" type="parTrans" cxnId="{490D9D66-0135-44D2-90A0-1DEDCAC39AF3}">
      <dgm:prSet/>
      <dgm:spPr/>
      <dgm:t>
        <a:bodyPr/>
        <a:lstStyle/>
        <a:p>
          <a:endParaRPr lang="zh-CN" altLang="en-US"/>
        </a:p>
      </dgm:t>
    </dgm:pt>
    <dgm:pt modelId="{C561E714-DEE2-4F34-8F82-FF5B38302E5A}" type="sibTrans" cxnId="{490D9D66-0135-44D2-90A0-1DEDCAC39AF3}">
      <dgm:prSet/>
      <dgm:spPr/>
      <dgm:t>
        <a:bodyPr/>
        <a:lstStyle/>
        <a:p>
          <a:endParaRPr lang="zh-CN" altLang="en-US"/>
        </a:p>
      </dgm:t>
    </dgm:pt>
    <dgm:pt modelId="{0BBA5288-D454-4A5E-8B5F-4581CC5975F5}">
      <dgm:prSet phldrT="[文本]" custT="1"/>
      <dgm:spPr>
        <a:effectLst>
          <a:outerShdw blurRad="50800" dist="38100" dir="2700000" algn="tl" rotWithShape="0">
            <a:prstClr val="black">
              <a:alpha val="40000"/>
            </a:prstClr>
          </a:outerShdw>
        </a:effectLst>
      </dgm:spPr>
      <dgm:t>
        <a:bodyPr/>
        <a:lstStyle/>
        <a:p>
          <a:r>
            <a:rPr lang="zh-CN" altLang="en-US" sz="1800" dirty="0"/>
            <a:t>专注</a:t>
          </a:r>
        </a:p>
      </dgm:t>
    </dgm:pt>
    <dgm:pt modelId="{9B16A6A3-77F5-4938-AD2E-C5618ABDA282}" type="parTrans" cxnId="{D79A3B41-6133-403B-8DD2-815A4464B569}">
      <dgm:prSet/>
      <dgm:spPr/>
      <dgm:t>
        <a:bodyPr/>
        <a:lstStyle/>
        <a:p>
          <a:endParaRPr lang="zh-CN" altLang="en-US"/>
        </a:p>
      </dgm:t>
    </dgm:pt>
    <dgm:pt modelId="{74089577-39A7-4704-9D32-EED588F1AA4C}" type="sibTrans" cxnId="{D79A3B41-6133-403B-8DD2-815A4464B569}">
      <dgm:prSet/>
      <dgm:spPr/>
      <dgm:t>
        <a:bodyPr/>
        <a:lstStyle/>
        <a:p>
          <a:endParaRPr lang="zh-CN" altLang="en-US"/>
        </a:p>
      </dgm:t>
    </dgm:pt>
    <dgm:pt modelId="{623C5F3B-28F6-4B1C-A15C-7168C9F0016F}">
      <dgm:prSet phldrT="[文本]" custT="1"/>
      <dgm:spPr>
        <a:effectLst>
          <a:outerShdw blurRad="50800" dist="38100" dir="2700000" algn="tl" rotWithShape="0">
            <a:prstClr val="black">
              <a:alpha val="40000"/>
            </a:prstClr>
          </a:outerShdw>
        </a:effectLst>
      </dgm:spPr>
      <dgm:t>
        <a:bodyPr/>
        <a:lstStyle/>
        <a:p>
          <a:r>
            <a:rPr lang="zh-CN" altLang="en-US" sz="1800" dirty="0"/>
            <a:t>开放</a:t>
          </a:r>
        </a:p>
      </dgm:t>
    </dgm:pt>
    <dgm:pt modelId="{0025FC4C-8281-478C-92EC-0FE302523F92}" type="parTrans" cxnId="{574AF3FB-D184-469C-9002-1D1B7748635D}">
      <dgm:prSet/>
      <dgm:spPr/>
      <dgm:t>
        <a:bodyPr/>
        <a:lstStyle/>
        <a:p>
          <a:endParaRPr lang="zh-CN" altLang="en-US"/>
        </a:p>
      </dgm:t>
    </dgm:pt>
    <dgm:pt modelId="{D31C1F9B-88D0-4D66-85CB-A0C1D74D83F4}" type="sibTrans" cxnId="{574AF3FB-D184-469C-9002-1D1B7748635D}">
      <dgm:prSet/>
      <dgm:spPr/>
      <dgm:t>
        <a:bodyPr/>
        <a:lstStyle/>
        <a:p>
          <a:endParaRPr lang="zh-CN" altLang="en-US"/>
        </a:p>
      </dgm:t>
    </dgm:pt>
    <dgm:pt modelId="{3B25D58D-6F58-453F-82D4-34D27E172010}">
      <dgm:prSet phldrT="[文本]" custT="1"/>
      <dgm:spPr>
        <a:effectLst>
          <a:outerShdw blurRad="50800" dist="38100" dir="2700000" algn="tl" rotWithShape="0">
            <a:prstClr val="black">
              <a:alpha val="40000"/>
            </a:prstClr>
          </a:outerShdw>
        </a:effectLst>
      </dgm:spPr>
      <dgm:t>
        <a:bodyPr/>
        <a:lstStyle/>
        <a:p>
          <a:r>
            <a:rPr lang="zh-CN" altLang="en-US" sz="1800" dirty="0"/>
            <a:t>尊重</a:t>
          </a:r>
        </a:p>
      </dgm:t>
    </dgm:pt>
    <dgm:pt modelId="{075048E8-485B-4CF2-A313-ECBD44945DD4}" type="parTrans" cxnId="{652C6B38-F41C-47D1-B6BD-4A5871BAA11A}">
      <dgm:prSet/>
      <dgm:spPr/>
      <dgm:t>
        <a:bodyPr/>
        <a:lstStyle/>
        <a:p>
          <a:endParaRPr lang="zh-CN" altLang="en-US"/>
        </a:p>
      </dgm:t>
    </dgm:pt>
    <dgm:pt modelId="{39FBD948-B2D4-4F65-8868-960198B6B3CF}" type="sibTrans" cxnId="{652C6B38-F41C-47D1-B6BD-4A5871BAA11A}">
      <dgm:prSet/>
      <dgm:spPr/>
      <dgm:t>
        <a:bodyPr/>
        <a:lstStyle/>
        <a:p>
          <a:endParaRPr lang="zh-CN" altLang="en-US"/>
        </a:p>
      </dgm:t>
    </dgm:pt>
    <dgm:pt modelId="{F8A88CB0-C5FA-4968-84AD-9D45338DB00E}">
      <dgm:prSet phldrT="[文本]" custT="1"/>
      <dgm:spPr>
        <a:effectLst>
          <a:outerShdw blurRad="50800" dist="38100" dir="2700000" algn="tl" rotWithShape="0">
            <a:prstClr val="black">
              <a:alpha val="40000"/>
            </a:prstClr>
          </a:outerShdw>
        </a:effectLst>
      </dgm:spPr>
      <dgm:t>
        <a:bodyPr/>
        <a:lstStyle/>
        <a:p>
          <a:r>
            <a:rPr lang="zh-CN" altLang="en-US" sz="1800" dirty="0"/>
            <a:t>勇气</a:t>
          </a:r>
        </a:p>
      </dgm:t>
    </dgm:pt>
    <dgm:pt modelId="{B46081CB-D0CA-47FB-9772-1BDBFC236950}" type="parTrans" cxnId="{53D9C23C-A4DC-4E5A-A4EC-816C0887A094}">
      <dgm:prSet/>
      <dgm:spPr/>
      <dgm:t>
        <a:bodyPr/>
        <a:lstStyle/>
        <a:p>
          <a:endParaRPr lang="zh-CN" altLang="en-US"/>
        </a:p>
      </dgm:t>
    </dgm:pt>
    <dgm:pt modelId="{F1C38DA3-052E-4FC8-BA67-5B4B200CC764}" type="sibTrans" cxnId="{53D9C23C-A4DC-4E5A-A4EC-816C0887A094}">
      <dgm:prSet/>
      <dgm:spPr/>
      <dgm:t>
        <a:bodyPr/>
        <a:lstStyle/>
        <a:p>
          <a:endParaRPr lang="zh-CN" altLang="en-US"/>
        </a:p>
      </dgm:t>
    </dgm:pt>
    <dgm:pt modelId="{B5D3370E-ECE8-4EE3-87F2-C8C5618BCDA0}" type="pres">
      <dgm:prSet presAssocID="{D3E1F960-B538-4893-8383-948EDC951F2A}" presName="cycle" presStyleCnt="0">
        <dgm:presLayoutVars>
          <dgm:chMax val="1"/>
          <dgm:dir/>
          <dgm:animLvl val="ctr"/>
          <dgm:resizeHandles val="exact"/>
        </dgm:presLayoutVars>
      </dgm:prSet>
      <dgm:spPr/>
    </dgm:pt>
    <dgm:pt modelId="{A96581BA-45EF-4CB9-A1A8-9CFB4998A264}" type="pres">
      <dgm:prSet presAssocID="{CE8EEB70-791E-48FA-8C8F-2E8FADFCC934}" presName="centerShape" presStyleLbl="node0" presStyleIdx="0" presStyleCnt="1" custScaleX="112303" custScaleY="112303"/>
      <dgm:spPr/>
    </dgm:pt>
    <dgm:pt modelId="{2697905C-40A9-4D8E-AE89-88ADE6C34F0A}" type="pres">
      <dgm:prSet presAssocID="{41AA5E90-B5B1-4317-8E91-CCB14A726C95}" presName="Name9" presStyleLbl="parChTrans1D2" presStyleIdx="0" presStyleCnt="5"/>
      <dgm:spPr/>
    </dgm:pt>
    <dgm:pt modelId="{C4E0B2F5-7632-485B-B03A-601C1A11F4FC}" type="pres">
      <dgm:prSet presAssocID="{41AA5E90-B5B1-4317-8E91-CCB14A726C95}" presName="connTx" presStyleLbl="parChTrans1D2" presStyleIdx="0" presStyleCnt="5"/>
      <dgm:spPr/>
    </dgm:pt>
    <dgm:pt modelId="{A768ED12-DF85-403F-B898-D6729C70787D}" type="pres">
      <dgm:prSet presAssocID="{16A05B42-C487-4BD1-9030-18BBD9553FCD}" presName="node" presStyleLbl="node1" presStyleIdx="0" presStyleCnt="5" custScaleX="93586" custScaleY="93586">
        <dgm:presLayoutVars>
          <dgm:bulletEnabled val="1"/>
        </dgm:presLayoutVars>
      </dgm:prSet>
      <dgm:spPr/>
    </dgm:pt>
    <dgm:pt modelId="{B58731E0-DBD1-435A-ADD7-B425A898B445}" type="pres">
      <dgm:prSet presAssocID="{9B16A6A3-77F5-4938-AD2E-C5618ABDA282}" presName="Name9" presStyleLbl="parChTrans1D2" presStyleIdx="1" presStyleCnt="5"/>
      <dgm:spPr/>
    </dgm:pt>
    <dgm:pt modelId="{330FBA93-3A1A-47D5-9CC5-B3E47AB9E5DF}" type="pres">
      <dgm:prSet presAssocID="{9B16A6A3-77F5-4938-AD2E-C5618ABDA282}" presName="connTx" presStyleLbl="parChTrans1D2" presStyleIdx="1" presStyleCnt="5"/>
      <dgm:spPr/>
    </dgm:pt>
    <dgm:pt modelId="{A3CECE51-0A63-4775-BBDE-4FA68841EC20}" type="pres">
      <dgm:prSet presAssocID="{0BBA5288-D454-4A5E-8B5F-4581CC5975F5}" presName="node" presStyleLbl="node1" presStyleIdx="1" presStyleCnt="5" custScaleX="93586" custScaleY="93586">
        <dgm:presLayoutVars>
          <dgm:bulletEnabled val="1"/>
        </dgm:presLayoutVars>
      </dgm:prSet>
      <dgm:spPr/>
    </dgm:pt>
    <dgm:pt modelId="{C763681C-8D89-4BC9-887B-1CD1363C9AA1}" type="pres">
      <dgm:prSet presAssocID="{0025FC4C-8281-478C-92EC-0FE302523F92}" presName="Name9" presStyleLbl="parChTrans1D2" presStyleIdx="2" presStyleCnt="5"/>
      <dgm:spPr/>
    </dgm:pt>
    <dgm:pt modelId="{0AA7E569-EFC1-41AE-8E53-7AABDD2D38CF}" type="pres">
      <dgm:prSet presAssocID="{0025FC4C-8281-478C-92EC-0FE302523F92}" presName="connTx" presStyleLbl="parChTrans1D2" presStyleIdx="2" presStyleCnt="5"/>
      <dgm:spPr/>
    </dgm:pt>
    <dgm:pt modelId="{7C396246-E3D5-44E8-B402-F252989E77DB}" type="pres">
      <dgm:prSet presAssocID="{623C5F3B-28F6-4B1C-A15C-7168C9F0016F}" presName="node" presStyleLbl="node1" presStyleIdx="2" presStyleCnt="5" custScaleX="93586" custScaleY="93586">
        <dgm:presLayoutVars>
          <dgm:bulletEnabled val="1"/>
        </dgm:presLayoutVars>
      </dgm:prSet>
      <dgm:spPr/>
    </dgm:pt>
    <dgm:pt modelId="{979B44D0-1574-46A1-BD25-F046F787F5A7}" type="pres">
      <dgm:prSet presAssocID="{075048E8-485B-4CF2-A313-ECBD44945DD4}" presName="Name9" presStyleLbl="parChTrans1D2" presStyleIdx="3" presStyleCnt="5"/>
      <dgm:spPr/>
    </dgm:pt>
    <dgm:pt modelId="{C763AEEF-5F2C-44BA-9E5D-397922963F01}" type="pres">
      <dgm:prSet presAssocID="{075048E8-485B-4CF2-A313-ECBD44945DD4}" presName="connTx" presStyleLbl="parChTrans1D2" presStyleIdx="3" presStyleCnt="5"/>
      <dgm:spPr/>
    </dgm:pt>
    <dgm:pt modelId="{E45FD601-8F42-45A7-A248-D87DB5F9943A}" type="pres">
      <dgm:prSet presAssocID="{3B25D58D-6F58-453F-82D4-34D27E172010}" presName="node" presStyleLbl="node1" presStyleIdx="3" presStyleCnt="5" custScaleX="93586" custScaleY="93586">
        <dgm:presLayoutVars>
          <dgm:bulletEnabled val="1"/>
        </dgm:presLayoutVars>
      </dgm:prSet>
      <dgm:spPr/>
    </dgm:pt>
    <dgm:pt modelId="{B74C3A2B-0533-446F-AE56-FFBBBC35155B}" type="pres">
      <dgm:prSet presAssocID="{B46081CB-D0CA-47FB-9772-1BDBFC236950}" presName="Name9" presStyleLbl="parChTrans1D2" presStyleIdx="4" presStyleCnt="5"/>
      <dgm:spPr/>
    </dgm:pt>
    <dgm:pt modelId="{72A0FF43-5233-4D9B-ADFF-E97C97B46D15}" type="pres">
      <dgm:prSet presAssocID="{B46081CB-D0CA-47FB-9772-1BDBFC236950}" presName="connTx" presStyleLbl="parChTrans1D2" presStyleIdx="4" presStyleCnt="5"/>
      <dgm:spPr/>
    </dgm:pt>
    <dgm:pt modelId="{0ECE6D9B-1A91-4A29-82E7-FADB2EE4F6DC}" type="pres">
      <dgm:prSet presAssocID="{F8A88CB0-C5FA-4968-84AD-9D45338DB00E}" presName="node" presStyleLbl="node1" presStyleIdx="4" presStyleCnt="5" custScaleX="93586" custScaleY="93586">
        <dgm:presLayoutVars>
          <dgm:bulletEnabled val="1"/>
        </dgm:presLayoutVars>
      </dgm:prSet>
      <dgm:spPr/>
    </dgm:pt>
  </dgm:ptLst>
  <dgm:cxnLst>
    <dgm:cxn modelId="{68AA5C02-892F-401C-8640-1C536B1945E7}" type="presOf" srcId="{075048E8-485B-4CF2-A313-ECBD44945DD4}" destId="{979B44D0-1574-46A1-BD25-F046F787F5A7}" srcOrd="0" destOrd="0" presId="urn:microsoft.com/office/officeart/2005/8/layout/radial1"/>
    <dgm:cxn modelId="{C8790822-876E-4670-AAE2-4F5F4D1CA55B}" type="presOf" srcId="{CE8EEB70-791E-48FA-8C8F-2E8FADFCC934}" destId="{A96581BA-45EF-4CB9-A1A8-9CFB4998A264}" srcOrd="0" destOrd="0" presId="urn:microsoft.com/office/officeart/2005/8/layout/radial1"/>
    <dgm:cxn modelId="{3F8BD833-5738-45A6-817F-122C710B11B1}" type="presOf" srcId="{41AA5E90-B5B1-4317-8E91-CCB14A726C95}" destId="{2697905C-40A9-4D8E-AE89-88ADE6C34F0A}" srcOrd="0" destOrd="0" presId="urn:microsoft.com/office/officeart/2005/8/layout/radial1"/>
    <dgm:cxn modelId="{652C6B38-F41C-47D1-B6BD-4A5871BAA11A}" srcId="{CE8EEB70-791E-48FA-8C8F-2E8FADFCC934}" destId="{3B25D58D-6F58-453F-82D4-34D27E172010}" srcOrd="3" destOrd="0" parTransId="{075048E8-485B-4CF2-A313-ECBD44945DD4}" sibTransId="{39FBD948-B2D4-4F65-8868-960198B6B3CF}"/>
    <dgm:cxn modelId="{53D9C23C-A4DC-4E5A-A4EC-816C0887A094}" srcId="{CE8EEB70-791E-48FA-8C8F-2E8FADFCC934}" destId="{F8A88CB0-C5FA-4968-84AD-9D45338DB00E}" srcOrd="4" destOrd="0" parTransId="{B46081CB-D0CA-47FB-9772-1BDBFC236950}" sibTransId="{F1C38DA3-052E-4FC8-BA67-5B4B200CC764}"/>
    <dgm:cxn modelId="{D79A3B41-6133-403B-8DD2-815A4464B569}" srcId="{CE8EEB70-791E-48FA-8C8F-2E8FADFCC934}" destId="{0BBA5288-D454-4A5E-8B5F-4581CC5975F5}" srcOrd="1" destOrd="0" parTransId="{9B16A6A3-77F5-4938-AD2E-C5618ABDA282}" sibTransId="{74089577-39A7-4704-9D32-EED588F1AA4C}"/>
    <dgm:cxn modelId="{490D9D66-0135-44D2-90A0-1DEDCAC39AF3}" srcId="{CE8EEB70-791E-48FA-8C8F-2E8FADFCC934}" destId="{16A05B42-C487-4BD1-9030-18BBD9553FCD}" srcOrd="0" destOrd="0" parTransId="{41AA5E90-B5B1-4317-8E91-CCB14A726C95}" sibTransId="{C561E714-DEE2-4F34-8F82-FF5B38302E5A}"/>
    <dgm:cxn modelId="{D8824567-B4A5-4570-A923-371C8C26A5F6}" type="presOf" srcId="{0BBA5288-D454-4A5E-8B5F-4581CC5975F5}" destId="{A3CECE51-0A63-4775-BBDE-4FA68841EC20}" srcOrd="0" destOrd="0" presId="urn:microsoft.com/office/officeart/2005/8/layout/radial1"/>
    <dgm:cxn modelId="{F5F44B4E-B486-4586-B362-E35484DBEEE0}" type="presOf" srcId="{B46081CB-D0CA-47FB-9772-1BDBFC236950}" destId="{B74C3A2B-0533-446F-AE56-FFBBBC35155B}" srcOrd="0" destOrd="0" presId="urn:microsoft.com/office/officeart/2005/8/layout/radial1"/>
    <dgm:cxn modelId="{C3FF3357-F9EE-465C-85D9-3A83EAED6720}" type="presOf" srcId="{41AA5E90-B5B1-4317-8E91-CCB14A726C95}" destId="{C4E0B2F5-7632-485B-B03A-601C1A11F4FC}" srcOrd="1" destOrd="0" presId="urn:microsoft.com/office/officeart/2005/8/layout/radial1"/>
    <dgm:cxn modelId="{DDF2498C-8503-4DBE-BA9A-6F84C2A2C5A9}" type="presOf" srcId="{D3E1F960-B538-4893-8383-948EDC951F2A}" destId="{B5D3370E-ECE8-4EE3-87F2-C8C5618BCDA0}" srcOrd="0" destOrd="0" presId="urn:microsoft.com/office/officeart/2005/8/layout/radial1"/>
    <dgm:cxn modelId="{F617CAA2-5AAF-41C1-9378-188A59A29563}" type="presOf" srcId="{16A05B42-C487-4BD1-9030-18BBD9553FCD}" destId="{A768ED12-DF85-403F-B898-D6729C70787D}" srcOrd="0" destOrd="0" presId="urn:microsoft.com/office/officeart/2005/8/layout/radial1"/>
    <dgm:cxn modelId="{D1EED8A3-BA04-47CE-BF60-4E0C59008D19}" type="presOf" srcId="{0025FC4C-8281-478C-92EC-0FE302523F92}" destId="{C763681C-8D89-4BC9-887B-1CD1363C9AA1}" srcOrd="0" destOrd="0" presId="urn:microsoft.com/office/officeart/2005/8/layout/radial1"/>
    <dgm:cxn modelId="{90BE34B8-4EEF-4053-A28E-18F04DEDA9BA}" type="presOf" srcId="{9B16A6A3-77F5-4938-AD2E-C5618ABDA282}" destId="{B58731E0-DBD1-435A-ADD7-B425A898B445}" srcOrd="0" destOrd="0" presId="urn:microsoft.com/office/officeart/2005/8/layout/radial1"/>
    <dgm:cxn modelId="{881E69BB-A183-4B8E-9CF7-F3CB096C616B}" type="presOf" srcId="{B46081CB-D0CA-47FB-9772-1BDBFC236950}" destId="{72A0FF43-5233-4D9B-ADFF-E97C97B46D15}" srcOrd="1" destOrd="0" presId="urn:microsoft.com/office/officeart/2005/8/layout/radial1"/>
    <dgm:cxn modelId="{586E86C4-7123-41FD-8C5B-B7CA8D6FCB66}" type="presOf" srcId="{075048E8-485B-4CF2-A313-ECBD44945DD4}" destId="{C763AEEF-5F2C-44BA-9E5D-397922963F01}" srcOrd="1" destOrd="0" presId="urn:microsoft.com/office/officeart/2005/8/layout/radial1"/>
    <dgm:cxn modelId="{DB3E7ACE-6411-43F2-9EC0-7CB45795605C}" type="presOf" srcId="{0025FC4C-8281-478C-92EC-0FE302523F92}" destId="{0AA7E569-EFC1-41AE-8E53-7AABDD2D38CF}" srcOrd="1" destOrd="0" presId="urn:microsoft.com/office/officeart/2005/8/layout/radial1"/>
    <dgm:cxn modelId="{9F713ECF-8379-47D7-AFE8-A9F71D67462D}" type="presOf" srcId="{3B25D58D-6F58-453F-82D4-34D27E172010}" destId="{E45FD601-8F42-45A7-A248-D87DB5F9943A}" srcOrd="0" destOrd="0" presId="urn:microsoft.com/office/officeart/2005/8/layout/radial1"/>
    <dgm:cxn modelId="{E7963EEE-64CE-4C08-884D-49921549449D}" type="presOf" srcId="{9B16A6A3-77F5-4938-AD2E-C5618ABDA282}" destId="{330FBA93-3A1A-47D5-9CC5-B3E47AB9E5DF}" srcOrd="1" destOrd="0" presId="urn:microsoft.com/office/officeart/2005/8/layout/radial1"/>
    <dgm:cxn modelId="{8A30AAEF-E2CA-41E8-8EEC-187D68F9271C}" srcId="{D3E1F960-B538-4893-8383-948EDC951F2A}" destId="{CE8EEB70-791E-48FA-8C8F-2E8FADFCC934}" srcOrd="0" destOrd="0" parTransId="{D679ABF5-33EF-44B1-9295-F95FC9DB4790}" sibTransId="{649C98F4-4855-402E-BD76-26014EDD963B}"/>
    <dgm:cxn modelId="{07624BF1-F049-4CED-A5BA-04C350521BD1}" type="presOf" srcId="{F8A88CB0-C5FA-4968-84AD-9D45338DB00E}" destId="{0ECE6D9B-1A91-4A29-82E7-FADB2EE4F6DC}" srcOrd="0" destOrd="0" presId="urn:microsoft.com/office/officeart/2005/8/layout/radial1"/>
    <dgm:cxn modelId="{9F7096FA-AF85-4246-BC3C-8B9A2720735E}" type="presOf" srcId="{623C5F3B-28F6-4B1C-A15C-7168C9F0016F}" destId="{7C396246-E3D5-44E8-B402-F252989E77DB}" srcOrd="0" destOrd="0" presId="urn:microsoft.com/office/officeart/2005/8/layout/radial1"/>
    <dgm:cxn modelId="{574AF3FB-D184-469C-9002-1D1B7748635D}" srcId="{CE8EEB70-791E-48FA-8C8F-2E8FADFCC934}" destId="{623C5F3B-28F6-4B1C-A15C-7168C9F0016F}" srcOrd="2" destOrd="0" parTransId="{0025FC4C-8281-478C-92EC-0FE302523F92}" sibTransId="{D31C1F9B-88D0-4D66-85CB-A0C1D74D83F4}"/>
    <dgm:cxn modelId="{6FCC23B9-82F0-4A9B-BCC7-9031DD696F9B}" type="presParOf" srcId="{B5D3370E-ECE8-4EE3-87F2-C8C5618BCDA0}" destId="{A96581BA-45EF-4CB9-A1A8-9CFB4998A264}" srcOrd="0" destOrd="0" presId="urn:microsoft.com/office/officeart/2005/8/layout/radial1"/>
    <dgm:cxn modelId="{A0FE91FA-7DFE-4B7E-AF80-A9100BC434CD}" type="presParOf" srcId="{B5D3370E-ECE8-4EE3-87F2-C8C5618BCDA0}" destId="{2697905C-40A9-4D8E-AE89-88ADE6C34F0A}" srcOrd="1" destOrd="0" presId="urn:microsoft.com/office/officeart/2005/8/layout/radial1"/>
    <dgm:cxn modelId="{D7EC596C-AF63-48AF-82E8-BCC924D13E02}" type="presParOf" srcId="{2697905C-40A9-4D8E-AE89-88ADE6C34F0A}" destId="{C4E0B2F5-7632-485B-B03A-601C1A11F4FC}" srcOrd="0" destOrd="0" presId="urn:microsoft.com/office/officeart/2005/8/layout/radial1"/>
    <dgm:cxn modelId="{9EDFDDD3-E63E-4385-9C8A-1EABCE858CF0}" type="presParOf" srcId="{B5D3370E-ECE8-4EE3-87F2-C8C5618BCDA0}" destId="{A768ED12-DF85-403F-B898-D6729C70787D}" srcOrd="2" destOrd="0" presId="urn:microsoft.com/office/officeart/2005/8/layout/radial1"/>
    <dgm:cxn modelId="{A0FE6AA8-9997-4DC9-AD6C-A0647EDECFB8}" type="presParOf" srcId="{B5D3370E-ECE8-4EE3-87F2-C8C5618BCDA0}" destId="{B58731E0-DBD1-435A-ADD7-B425A898B445}" srcOrd="3" destOrd="0" presId="urn:microsoft.com/office/officeart/2005/8/layout/radial1"/>
    <dgm:cxn modelId="{30F04C35-5AA8-4216-8E80-DFBBDFDADA4C}" type="presParOf" srcId="{B58731E0-DBD1-435A-ADD7-B425A898B445}" destId="{330FBA93-3A1A-47D5-9CC5-B3E47AB9E5DF}" srcOrd="0" destOrd="0" presId="urn:microsoft.com/office/officeart/2005/8/layout/radial1"/>
    <dgm:cxn modelId="{F272BAEE-1523-4AEC-B3E3-488B467D1BD1}" type="presParOf" srcId="{B5D3370E-ECE8-4EE3-87F2-C8C5618BCDA0}" destId="{A3CECE51-0A63-4775-BBDE-4FA68841EC20}" srcOrd="4" destOrd="0" presId="urn:microsoft.com/office/officeart/2005/8/layout/radial1"/>
    <dgm:cxn modelId="{46041276-52F2-4C42-9D9F-F072E90CB244}" type="presParOf" srcId="{B5D3370E-ECE8-4EE3-87F2-C8C5618BCDA0}" destId="{C763681C-8D89-4BC9-887B-1CD1363C9AA1}" srcOrd="5" destOrd="0" presId="urn:microsoft.com/office/officeart/2005/8/layout/radial1"/>
    <dgm:cxn modelId="{29BAA8B5-A711-4B2F-AEAD-4B4A94D46A8E}" type="presParOf" srcId="{C763681C-8D89-4BC9-887B-1CD1363C9AA1}" destId="{0AA7E569-EFC1-41AE-8E53-7AABDD2D38CF}" srcOrd="0" destOrd="0" presId="urn:microsoft.com/office/officeart/2005/8/layout/radial1"/>
    <dgm:cxn modelId="{C314A784-DDCF-4C74-9988-49321F7A6A1E}" type="presParOf" srcId="{B5D3370E-ECE8-4EE3-87F2-C8C5618BCDA0}" destId="{7C396246-E3D5-44E8-B402-F252989E77DB}" srcOrd="6" destOrd="0" presId="urn:microsoft.com/office/officeart/2005/8/layout/radial1"/>
    <dgm:cxn modelId="{AB7CF0F1-F435-405C-BB14-1CA72F694EBB}" type="presParOf" srcId="{B5D3370E-ECE8-4EE3-87F2-C8C5618BCDA0}" destId="{979B44D0-1574-46A1-BD25-F046F787F5A7}" srcOrd="7" destOrd="0" presId="urn:microsoft.com/office/officeart/2005/8/layout/radial1"/>
    <dgm:cxn modelId="{291FD52D-2AE3-4983-88A8-421C97EC1D52}" type="presParOf" srcId="{979B44D0-1574-46A1-BD25-F046F787F5A7}" destId="{C763AEEF-5F2C-44BA-9E5D-397922963F01}" srcOrd="0" destOrd="0" presId="urn:microsoft.com/office/officeart/2005/8/layout/radial1"/>
    <dgm:cxn modelId="{7ED2CBD2-EC95-42FE-82A7-9B08FED21DFA}" type="presParOf" srcId="{B5D3370E-ECE8-4EE3-87F2-C8C5618BCDA0}" destId="{E45FD601-8F42-45A7-A248-D87DB5F9943A}" srcOrd="8" destOrd="0" presId="urn:microsoft.com/office/officeart/2005/8/layout/radial1"/>
    <dgm:cxn modelId="{A3A392A2-4EA7-4D59-BDFA-23A38B187C4F}" type="presParOf" srcId="{B5D3370E-ECE8-4EE3-87F2-C8C5618BCDA0}" destId="{B74C3A2B-0533-446F-AE56-FFBBBC35155B}" srcOrd="9" destOrd="0" presId="urn:microsoft.com/office/officeart/2005/8/layout/radial1"/>
    <dgm:cxn modelId="{5A26FC25-E3C6-406C-8055-3C0A875FFEFE}" type="presParOf" srcId="{B74C3A2B-0533-446F-AE56-FFBBBC35155B}" destId="{72A0FF43-5233-4D9B-ADFF-E97C97B46D15}" srcOrd="0" destOrd="0" presId="urn:microsoft.com/office/officeart/2005/8/layout/radial1"/>
    <dgm:cxn modelId="{93B4E826-26C5-44D6-8E7B-15179FFB107F}" type="presParOf" srcId="{B5D3370E-ECE8-4EE3-87F2-C8C5618BCDA0}" destId="{0ECE6D9B-1A91-4A29-82E7-FADB2EE4F6DC}" srcOrd="10" destOrd="0" presId="urn:microsoft.com/office/officeart/2005/8/layout/radial1"/>
  </dgm:cxnLst>
  <dgm:bg>
    <a:effect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3E1F960-B538-4893-8383-948EDC951F2A}" type="doc">
      <dgm:prSet loTypeId="urn:microsoft.com/office/officeart/2005/8/layout/radial1" loCatId="relationship" qsTypeId="urn:microsoft.com/office/officeart/2005/8/quickstyle/simple1" qsCatId="simple" csTypeId="urn:microsoft.com/office/officeart/2005/8/colors/colorful5" csCatId="colorful" phldr="1"/>
      <dgm:spPr/>
      <dgm:t>
        <a:bodyPr/>
        <a:lstStyle/>
        <a:p>
          <a:endParaRPr lang="zh-CN" altLang="en-US"/>
        </a:p>
      </dgm:t>
    </dgm:pt>
    <dgm:pt modelId="{CE8EEB70-791E-48FA-8C8F-2E8FADFCC934}">
      <dgm:prSet phldrT="[文本]" custT="1"/>
      <dgm:spPr>
        <a:effectLst>
          <a:outerShdw blurRad="50800" dist="38100" dir="2700000" algn="tl" rotWithShape="0">
            <a:prstClr val="black">
              <a:alpha val="40000"/>
            </a:prstClr>
          </a:outerShdw>
        </a:effectLst>
      </dgm:spPr>
      <dgm:t>
        <a:bodyPr/>
        <a:lstStyle/>
        <a:p>
          <a:r>
            <a:rPr lang="zh-CN" altLang="en-US" sz="1600" dirty="0"/>
            <a:t>理念</a:t>
          </a:r>
        </a:p>
      </dgm:t>
    </dgm:pt>
    <dgm:pt modelId="{D679ABF5-33EF-44B1-9295-F95FC9DB4790}" type="parTrans" cxnId="{8A30AAEF-E2CA-41E8-8EEC-187D68F9271C}">
      <dgm:prSet/>
      <dgm:spPr/>
      <dgm:t>
        <a:bodyPr/>
        <a:lstStyle/>
        <a:p>
          <a:endParaRPr lang="zh-CN" altLang="en-US"/>
        </a:p>
      </dgm:t>
    </dgm:pt>
    <dgm:pt modelId="{649C98F4-4855-402E-BD76-26014EDD963B}" type="sibTrans" cxnId="{8A30AAEF-E2CA-41E8-8EEC-187D68F9271C}">
      <dgm:prSet/>
      <dgm:spPr/>
      <dgm:t>
        <a:bodyPr/>
        <a:lstStyle/>
        <a:p>
          <a:endParaRPr lang="zh-CN" altLang="en-US"/>
        </a:p>
      </dgm:t>
    </dgm:pt>
    <dgm:pt modelId="{16A05B42-C487-4BD1-9030-18BBD9553FCD}">
      <dgm:prSet phldrT="[文本]" custT="1"/>
      <dgm:spPr>
        <a:effectLst>
          <a:outerShdw blurRad="50800" dist="38100" dir="2700000" algn="tl" rotWithShape="0">
            <a:prstClr val="black">
              <a:alpha val="40000"/>
            </a:prstClr>
          </a:outerShdw>
        </a:effectLst>
      </dgm:spPr>
      <dgm:t>
        <a:bodyPr/>
        <a:lstStyle/>
        <a:p>
          <a:r>
            <a:rPr lang="zh-CN" altLang="en-US" sz="1800" dirty="0"/>
            <a:t>透明</a:t>
          </a:r>
        </a:p>
      </dgm:t>
    </dgm:pt>
    <dgm:pt modelId="{41AA5E90-B5B1-4317-8E91-CCB14A726C95}" type="parTrans" cxnId="{490D9D66-0135-44D2-90A0-1DEDCAC39AF3}">
      <dgm:prSet/>
      <dgm:spPr/>
      <dgm:t>
        <a:bodyPr/>
        <a:lstStyle/>
        <a:p>
          <a:endParaRPr lang="zh-CN" altLang="en-US"/>
        </a:p>
      </dgm:t>
    </dgm:pt>
    <dgm:pt modelId="{C561E714-DEE2-4F34-8F82-FF5B38302E5A}" type="sibTrans" cxnId="{490D9D66-0135-44D2-90A0-1DEDCAC39AF3}">
      <dgm:prSet/>
      <dgm:spPr/>
      <dgm:t>
        <a:bodyPr/>
        <a:lstStyle/>
        <a:p>
          <a:endParaRPr lang="zh-CN" altLang="en-US"/>
        </a:p>
      </dgm:t>
    </dgm:pt>
    <dgm:pt modelId="{0BBA5288-D454-4A5E-8B5F-4581CC5975F5}">
      <dgm:prSet phldrT="[文本]" custT="1"/>
      <dgm:spPr>
        <a:effectLst>
          <a:outerShdw blurRad="50800" dist="38100" dir="2700000" algn="tl" rotWithShape="0">
            <a:prstClr val="black">
              <a:alpha val="40000"/>
            </a:prstClr>
          </a:outerShdw>
        </a:effectLst>
      </dgm:spPr>
      <dgm:t>
        <a:bodyPr/>
        <a:lstStyle/>
        <a:p>
          <a:r>
            <a:rPr lang="zh-CN" altLang="en-US" sz="1800" dirty="0"/>
            <a:t>监视</a:t>
          </a:r>
        </a:p>
      </dgm:t>
    </dgm:pt>
    <dgm:pt modelId="{9B16A6A3-77F5-4938-AD2E-C5618ABDA282}" type="parTrans" cxnId="{D79A3B41-6133-403B-8DD2-815A4464B569}">
      <dgm:prSet/>
      <dgm:spPr/>
      <dgm:t>
        <a:bodyPr/>
        <a:lstStyle/>
        <a:p>
          <a:endParaRPr lang="zh-CN" altLang="en-US"/>
        </a:p>
      </dgm:t>
    </dgm:pt>
    <dgm:pt modelId="{74089577-39A7-4704-9D32-EED588F1AA4C}" type="sibTrans" cxnId="{D79A3B41-6133-403B-8DD2-815A4464B569}">
      <dgm:prSet/>
      <dgm:spPr/>
      <dgm:t>
        <a:bodyPr/>
        <a:lstStyle/>
        <a:p>
          <a:endParaRPr lang="zh-CN" altLang="en-US"/>
        </a:p>
      </dgm:t>
    </dgm:pt>
    <dgm:pt modelId="{F8A88CB0-C5FA-4968-84AD-9D45338DB00E}">
      <dgm:prSet phldrT="[文本]" custT="1"/>
      <dgm:spPr>
        <a:effectLst>
          <a:outerShdw blurRad="50800" dist="38100" dir="2700000" algn="tl" rotWithShape="0">
            <a:prstClr val="black">
              <a:alpha val="40000"/>
            </a:prstClr>
          </a:outerShdw>
        </a:effectLst>
      </dgm:spPr>
      <dgm:t>
        <a:bodyPr/>
        <a:lstStyle/>
        <a:p>
          <a:r>
            <a:rPr lang="zh-CN" altLang="en-US" sz="1800" dirty="0"/>
            <a:t>适应</a:t>
          </a:r>
        </a:p>
      </dgm:t>
    </dgm:pt>
    <dgm:pt modelId="{B46081CB-D0CA-47FB-9772-1BDBFC236950}" type="parTrans" cxnId="{53D9C23C-A4DC-4E5A-A4EC-816C0887A094}">
      <dgm:prSet/>
      <dgm:spPr/>
      <dgm:t>
        <a:bodyPr/>
        <a:lstStyle/>
        <a:p>
          <a:endParaRPr lang="zh-CN" altLang="en-US"/>
        </a:p>
      </dgm:t>
    </dgm:pt>
    <dgm:pt modelId="{F1C38DA3-052E-4FC8-BA67-5B4B200CC764}" type="sibTrans" cxnId="{53D9C23C-A4DC-4E5A-A4EC-816C0887A094}">
      <dgm:prSet/>
      <dgm:spPr/>
      <dgm:t>
        <a:bodyPr/>
        <a:lstStyle/>
        <a:p>
          <a:endParaRPr lang="zh-CN" altLang="en-US"/>
        </a:p>
      </dgm:t>
    </dgm:pt>
    <dgm:pt modelId="{B5D3370E-ECE8-4EE3-87F2-C8C5618BCDA0}" type="pres">
      <dgm:prSet presAssocID="{D3E1F960-B538-4893-8383-948EDC951F2A}" presName="cycle" presStyleCnt="0">
        <dgm:presLayoutVars>
          <dgm:chMax val="1"/>
          <dgm:dir/>
          <dgm:animLvl val="ctr"/>
          <dgm:resizeHandles val="exact"/>
        </dgm:presLayoutVars>
      </dgm:prSet>
      <dgm:spPr/>
    </dgm:pt>
    <dgm:pt modelId="{A96581BA-45EF-4CB9-A1A8-9CFB4998A264}" type="pres">
      <dgm:prSet presAssocID="{CE8EEB70-791E-48FA-8C8F-2E8FADFCC934}" presName="centerShape" presStyleLbl="node0" presStyleIdx="0" presStyleCnt="1" custScaleX="98857" custScaleY="98857"/>
      <dgm:spPr/>
    </dgm:pt>
    <dgm:pt modelId="{2697905C-40A9-4D8E-AE89-88ADE6C34F0A}" type="pres">
      <dgm:prSet presAssocID="{41AA5E90-B5B1-4317-8E91-CCB14A726C95}" presName="Name9" presStyleLbl="parChTrans1D2" presStyleIdx="0" presStyleCnt="3"/>
      <dgm:spPr/>
    </dgm:pt>
    <dgm:pt modelId="{C4E0B2F5-7632-485B-B03A-601C1A11F4FC}" type="pres">
      <dgm:prSet presAssocID="{41AA5E90-B5B1-4317-8E91-CCB14A726C95}" presName="connTx" presStyleLbl="parChTrans1D2" presStyleIdx="0" presStyleCnt="3"/>
      <dgm:spPr/>
    </dgm:pt>
    <dgm:pt modelId="{A768ED12-DF85-403F-B898-D6729C70787D}" type="pres">
      <dgm:prSet presAssocID="{16A05B42-C487-4BD1-9030-18BBD9553FCD}" presName="node" presStyleLbl="node1" presStyleIdx="0" presStyleCnt="3" custScaleX="82381" custScaleY="82381">
        <dgm:presLayoutVars>
          <dgm:bulletEnabled val="1"/>
        </dgm:presLayoutVars>
      </dgm:prSet>
      <dgm:spPr/>
    </dgm:pt>
    <dgm:pt modelId="{B58731E0-DBD1-435A-ADD7-B425A898B445}" type="pres">
      <dgm:prSet presAssocID="{9B16A6A3-77F5-4938-AD2E-C5618ABDA282}" presName="Name9" presStyleLbl="parChTrans1D2" presStyleIdx="1" presStyleCnt="3"/>
      <dgm:spPr/>
    </dgm:pt>
    <dgm:pt modelId="{330FBA93-3A1A-47D5-9CC5-B3E47AB9E5DF}" type="pres">
      <dgm:prSet presAssocID="{9B16A6A3-77F5-4938-AD2E-C5618ABDA282}" presName="connTx" presStyleLbl="parChTrans1D2" presStyleIdx="1" presStyleCnt="3"/>
      <dgm:spPr/>
    </dgm:pt>
    <dgm:pt modelId="{A3CECE51-0A63-4775-BBDE-4FA68841EC20}" type="pres">
      <dgm:prSet presAssocID="{0BBA5288-D454-4A5E-8B5F-4581CC5975F5}" presName="node" presStyleLbl="node1" presStyleIdx="1" presStyleCnt="3" custScaleX="82381" custScaleY="82381">
        <dgm:presLayoutVars>
          <dgm:bulletEnabled val="1"/>
        </dgm:presLayoutVars>
      </dgm:prSet>
      <dgm:spPr/>
    </dgm:pt>
    <dgm:pt modelId="{B74C3A2B-0533-446F-AE56-FFBBBC35155B}" type="pres">
      <dgm:prSet presAssocID="{B46081CB-D0CA-47FB-9772-1BDBFC236950}" presName="Name9" presStyleLbl="parChTrans1D2" presStyleIdx="2" presStyleCnt="3"/>
      <dgm:spPr/>
    </dgm:pt>
    <dgm:pt modelId="{72A0FF43-5233-4D9B-ADFF-E97C97B46D15}" type="pres">
      <dgm:prSet presAssocID="{B46081CB-D0CA-47FB-9772-1BDBFC236950}" presName="connTx" presStyleLbl="parChTrans1D2" presStyleIdx="2" presStyleCnt="3"/>
      <dgm:spPr/>
    </dgm:pt>
    <dgm:pt modelId="{0ECE6D9B-1A91-4A29-82E7-FADB2EE4F6DC}" type="pres">
      <dgm:prSet presAssocID="{F8A88CB0-C5FA-4968-84AD-9D45338DB00E}" presName="node" presStyleLbl="node1" presStyleIdx="2" presStyleCnt="3" custScaleX="82381" custScaleY="82381">
        <dgm:presLayoutVars>
          <dgm:bulletEnabled val="1"/>
        </dgm:presLayoutVars>
      </dgm:prSet>
      <dgm:spPr/>
    </dgm:pt>
  </dgm:ptLst>
  <dgm:cxnLst>
    <dgm:cxn modelId="{C8790822-876E-4670-AAE2-4F5F4D1CA55B}" type="presOf" srcId="{CE8EEB70-791E-48FA-8C8F-2E8FADFCC934}" destId="{A96581BA-45EF-4CB9-A1A8-9CFB4998A264}" srcOrd="0" destOrd="0" presId="urn:microsoft.com/office/officeart/2005/8/layout/radial1"/>
    <dgm:cxn modelId="{3F8BD833-5738-45A6-817F-122C710B11B1}" type="presOf" srcId="{41AA5E90-B5B1-4317-8E91-CCB14A726C95}" destId="{2697905C-40A9-4D8E-AE89-88ADE6C34F0A}" srcOrd="0" destOrd="0" presId="urn:microsoft.com/office/officeart/2005/8/layout/radial1"/>
    <dgm:cxn modelId="{53D9C23C-A4DC-4E5A-A4EC-816C0887A094}" srcId="{CE8EEB70-791E-48FA-8C8F-2E8FADFCC934}" destId="{F8A88CB0-C5FA-4968-84AD-9D45338DB00E}" srcOrd="2" destOrd="0" parTransId="{B46081CB-D0CA-47FB-9772-1BDBFC236950}" sibTransId="{F1C38DA3-052E-4FC8-BA67-5B4B200CC764}"/>
    <dgm:cxn modelId="{D79A3B41-6133-403B-8DD2-815A4464B569}" srcId="{CE8EEB70-791E-48FA-8C8F-2E8FADFCC934}" destId="{0BBA5288-D454-4A5E-8B5F-4581CC5975F5}" srcOrd="1" destOrd="0" parTransId="{9B16A6A3-77F5-4938-AD2E-C5618ABDA282}" sibTransId="{74089577-39A7-4704-9D32-EED588F1AA4C}"/>
    <dgm:cxn modelId="{490D9D66-0135-44D2-90A0-1DEDCAC39AF3}" srcId="{CE8EEB70-791E-48FA-8C8F-2E8FADFCC934}" destId="{16A05B42-C487-4BD1-9030-18BBD9553FCD}" srcOrd="0" destOrd="0" parTransId="{41AA5E90-B5B1-4317-8E91-CCB14A726C95}" sibTransId="{C561E714-DEE2-4F34-8F82-FF5B38302E5A}"/>
    <dgm:cxn modelId="{D8824567-B4A5-4570-A923-371C8C26A5F6}" type="presOf" srcId="{0BBA5288-D454-4A5E-8B5F-4581CC5975F5}" destId="{A3CECE51-0A63-4775-BBDE-4FA68841EC20}" srcOrd="0" destOrd="0" presId="urn:microsoft.com/office/officeart/2005/8/layout/radial1"/>
    <dgm:cxn modelId="{F5F44B4E-B486-4586-B362-E35484DBEEE0}" type="presOf" srcId="{B46081CB-D0CA-47FB-9772-1BDBFC236950}" destId="{B74C3A2B-0533-446F-AE56-FFBBBC35155B}" srcOrd="0" destOrd="0" presId="urn:microsoft.com/office/officeart/2005/8/layout/radial1"/>
    <dgm:cxn modelId="{C3FF3357-F9EE-465C-85D9-3A83EAED6720}" type="presOf" srcId="{41AA5E90-B5B1-4317-8E91-CCB14A726C95}" destId="{C4E0B2F5-7632-485B-B03A-601C1A11F4FC}" srcOrd="1" destOrd="0" presId="urn:microsoft.com/office/officeart/2005/8/layout/radial1"/>
    <dgm:cxn modelId="{DDF2498C-8503-4DBE-BA9A-6F84C2A2C5A9}" type="presOf" srcId="{D3E1F960-B538-4893-8383-948EDC951F2A}" destId="{B5D3370E-ECE8-4EE3-87F2-C8C5618BCDA0}" srcOrd="0" destOrd="0" presId="urn:microsoft.com/office/officeart/2005/8/layout/radial1"/>
    <dgm:cxn modelId="{F617CAA2-5AAF-41C1-9378-188A59A29563}" type="presOf" srcId="{16A05B42-C487-4BD1-9030-18BBD9553FCD}" destId="{A768ED12-DF85-403F-B898-D6729C70787D}" srcOrd="0" destOrd="0" presId="urn:microsoft.com/office/officeart/2005/8/layout/radial1"/>
    <dgm:cxn modelId="{90BE34B8-4EEF-4053-A28E-18F04DEDA9BA}" type="presOf" srcId="{9B16A6A3-77F5-4938-AD2E-C5618ABDA282}" destId="{B58731E0-DBD1-435A-ADD7-B425A898B445}" srcOrd="0" destOrd="0" presId="urn:microsoft.com/office/officeart/2005/8/layout/radial1"/>
    <dgm:cxn modelId="{881E69BB-A183-4B8E-9CF7-F3CB096C616B}" type="presOf" srcId="{B46081CB-D0CA-47FB-9772-1BDBFC236950}" destId="{72A0FF43-5233-4D9B-ADFF-E97C97B46D15}" srcOrd="1" destOrd="0" presId="urn:microsoft.com/office/officeart/2005/8/layout/radial1"/>
    <dgm:cxn modelId="{E7963EEE-64CE-4C08-884D-49921549449D}" type="presOf" srcId="{9B16A6A3-77F5-4938-AD2E-C5618ABDA282}" destId="{330FBA93-3A1A-47D5-9CC5-B3E47AB9E5DF}" srcOrd="1" destOrd="0" presId="urn:microsoft.com/office/officeart/2005/8/layout/radial1"/>
    <dgm:cxn modelId="{8A30AAEF-E2CA-41E8-8EEC-187D68F9271C}" srcId="{D3E1F960-B538-4893-8383-948EDC951F2A}" destId="{CE8EEB70-791E-48FA-8C8F-2E8FADFCC934}" srcOrd="0" destOrd="0" parTransId="{D679ABF5-33EF-44B1-9295-F95FC9DB4790}" sibTransId="{649C98F4-4855-402E-BD76-26014EDD963B}"/>
    <dgm:cxn modelId="{07624BF1-F049-4CED-A5BA-04C350521BD1}" type="presOf" srcId="{F8A88CB0-C5FA-4968-84AD-9D45338DB00E}" destId="{0ECE6D9B-1A91-4A29-82E7-FADB2EE4F6DC}" srcOrd="0" destOrd="0" presId="urn:microsoft.com/office/officeart/2005/8/layout/radial1"/>
    <dgm:cxn modelId="{6FCC23B9-82F0-4A9B-BCC7-9031DD696F9B}" type="presParOf" srcId="{B5D3370E-ECE8-4EE3-87F2-C8C5618BCDA0}" destId="{A96581BA-45EF-4CB9-A1A8-9CFB4998A264}" srcOrd="0" destOrd="0" presId="urn:microsoft.com/office/officeart/2005/8/layout/radial1"/>
    <dgm:cxn modelId="{A0FE91FA-7DFE-4B7E-AF80-A9100BC434CD}" type="presParOf" srcId="{B5D3370E-ECE8-4EE3-87F2-C8C5618BCDA0}" destId="{2697905C-40A9-4D8E-AE89-88ADE6C34F0A}" srcOrd="1" destOrd="0" presId="urn:microsoft.com/office/officeart/2005/8/layout/radial1"/>
    <dgm:cxn modelId="{D7EC596C-AF63-48AF-82E8-BCC924D13E02}" type="presParOf" srcId="{2697905C-40A9-4D8E-AE89-88ADE6C34F0A}" destId="{C4E0B2F5-7632-485B-B03A-601C1A11F4FC}" srcOrd="0" destOrd="0" presId="urn:microsoft.com/office/officeart/2005/8/layout/radial1"/>
    <dgm:cxn modelId="{9EDFDDD3-E63E-4385-9C8A-1EABCE858CF0}" type="presParOf" srcId="{B5D3370E-ECE8-4EE3-87F2-C8C5618BCDA0}" destId="{A768ED12-DF85-403F-B898-D6729C70787D}" srcOrd="2" destOrd="0" presId="urn:microsoft.com/office/officeart/2005/8/layout/radial1"/>
    <dgm:cxn modelId="{A0FE6AA8-9997-4DC9-AD6C-A0647EDECFB8}" type="presParOf" srcId="{B5D3370E-ECE8-4EE3-87F2-C8C5618BCDA0}" destId="{B58731E0-DBD1-435A-ADD7-B425A898B445}" srcOrd="3" destOrd="0" presId="urn:microsoft.com/office/officeart/2005/8/layout/radial1"/>
    <dgm:cxn modelId="{30F04C35-5AA8-4216-8E80-DFBBDFDADA4C}" type="presParOf" srcId="{B58731E0-DBD1-435A-ADD7-B425A898B445}" destId="{330FBA93-3A1A-47D5-9CC5-B3E47AB9E5DF}" srcOrd="0" destOrd="0" presId="urn:microsoft.com/office/officeart/2005/8/layout/radial1"/>
    <dgm:cxn modelId="{F272BAEE-1523-4AEC-B3E3-488B467D1BD1}" type="presParOf" srcId="{B5D3370E-ECE8-4EE3-87F2-C8C5618BCDA0}" destId="{A3CECE51-0A63-4775-BBDE-4FA68841EC20}" srcOrd="4" destOrd="0" presId="urn:microsoft.com/office/officeart/2005/8/layout/radial1"/>
    <dgm:cxn modelId="{A3A392A2-4EA7-4D59-BDFA-23A38B187C4F}" type="presParOf" srcId="{B5D3370E-ECE8-4EE3-87F2-C8C5618BCDA0}" destId="{B74C3A2B-0533-446F-AE56-FFBBBC35155B}" srcOrd="5" destOrd="0" presId="urn:microsoft.com/office/officeart/2005/8/layout/radial1"/>
    <dgm:cxn modelId="{5A26FC25-E3C6-406C-8055-3C0A875FFEFE}" type="presParOf" srcId="{B74C3A2B-0533-446F-AE56-FFBBBC35155B}" destId="{72A0FF43-5233-4D9B-ADFF-E97C97B46D15}" srcOrd="0" destOrd="0" presId="urn:microsoft.com/office/officeart/2005/8/layout/radial1"/>
    <dgm:cxn modelId="{93B4E826-26C5-44D6-8E7B-15179FFB107F}" type="presParOf" srcId="{B5D3370E-ECE8-4EE3-87F2-C8C5618BCDA0}" destId="{0ECE6D9B-1A91-4A29-82E7-FADB2EE4F6DC}" srcOrd="6" destOrd="0" presId="urn:microsoft.com/office/officeart/2005/8/layout/radial1"/>
  </dgm:cxnLst>
  <dgm:bg>
    <a:effect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5B0DA7E-CBE2-4552-A8A7-5AB34385133B}" type="doc">
      <dgm:prSet loTypeId="urn:microsoft.com/office/officeart/2005/8/layout/orgChart1" loCatId="hierarchy" qsTypeId="urn:microsoft.com/office/officeart/2005/8/quickstyle/simple1" qsCatId="simple" csTypeId="urn:microsoft.com/office/officeart/2005/8/colors/colorful4" csCatId="colorful" phldr="1"/>
      <dgm:spPr/>
      <dgm:t>
        <a:bodyPr/>
        <a:lstStyle/>
        <a:p>
          <a:endParaRPr lang="zh-CN" altLang="en-US"/>
        </a:p>
      </dgm:t>
    </dgm:pt>
    <dgm:pt modelId="{2C63AD44-5545-48ED-B3E1-4923A2AC4FAA}">
      <dgm:prSet phldrT="[文本]" custT="1"/>
      <dgm:spPr>
        <a:solidFill>
          <a:schemeClr val="accent2"/>
        </a:solidFill>
      </dgm:spPr>
      <dgm:t>
        <a:bodyPr/>
        <a:lstStyle/>
        <a:p>
          <a:pPr>
            <a:lnSpc>
              <a:spcPct val="100000"/>
            </a:lnSpc>
            <a:spcAft>
              <a:spcPts val="0"/>
            </a:spcAft>
          </a:pPr>
          <a:r>
            <a:rPr lang="en-US" altLang="zh-CN" sz="1800" dirty="0"/>
            <a:t>Scrum Team</a:t>
          </a:r>
        </a:p>
        <a:p>
          <a:pPr>
            <a:lnSpc>
              <a:spcPct val="100000"/>
            </a:lnSpc>
            <a:spcAft>
              <a:spcPts val="0"/>
            </a:spcAft>
          </a:pPr>
          <a:r>
            <a:rPr lang="zh-CN" altLang="en-US" sz="1800" dirty="0"/>
            <a:t>团队</a:t>
          </a:r>
        </a:p>
      </dgm:t>
    </dgm:pt>
    <dgm:pt modelId="{460988F8-E170-49CF-B05B-898C6D4813EA}" type="parTrans" cxnId="{DCBFF955-EC2E-43F5-ADB9-606A6989915C}">
      <dgm:prSet/>
      <dgm:spPr/>
      <dgm:t>
        <a:bodyPr/>
        <a:lstStyle/>
        <a:p>
          <a:endParaRPr lang="zh-CN" altLang="en-US" sz="1800"/>
        </a:p>
      </dgm:t>
    </dgm:pt>
    <dgm:pt modelId="{F6A5CB87-F37F-4A9E-AB8E-A4C82C593886}" type="sibTrans" cxnId="{DCBFF955-EC2E-43F5-ADB9-606A6989915C}">
      <dgm:prSet/>
      <dgm:spPr/>
      <dgm:t>
        <a:bodyPr/>
        <a:lstStyle/>
        <a:p>
          <a:endParaRPr lang="zh-CN" altLang="en-US" sz="1800"/>
        </a:p>
      </dgm:t>
    </dgm:pt>
    <dgm:pt modelId="{A5B41717-E523-4E36-8FF4-299EFDF0A00C}">
      <dgm:prSet phldrT="[文本]" custT="1"/>
      <dgm:spPr/>
      <dgm:t>
        <a:bodyPr/>
        <a:lstStyle/>
        <a:p>
          <a:pPr>
            <a:lnSpc>
              <a:spcPct val="100000"/>
            </a:lnSpc>
            <a:spcAft>
              <a:spcPts val="0"/>
            </a:spcAft>
          </a:pPr>
          <a:r>
            <a:rPr lang="en-US" altLang="zh-CN" sz="1800" dirty="0"/>
            <a:t>Developer</a:t>
          </a:r>
        </a:p>
        <a:p>
          <a:pPr>
            <a:lnSpc>
              <a:spcPct val="100000"/>
            </a:lnSpc>
            <a:spcAft>
              <a:spcPts val="0"/>
            </a:spcAft>
          </a:pPr>
          <a:r>
            <a:rPr lang="zh-CN" altLang="en-US" sz="1800" dirty="0"/>
            <a:t>开发者</a:t>
          </a:r>
        </a:p>
      </dgm:t>
    </dgm:pt>
    <dgm:pt modelId="{7C2C86E9-6E44-404B-AA36-4D3C6466F1E2}" type="parTrans" cxnId="{C678C83D-1178-44CC-A51D-4FAD772276D1}">
      <dgm:prSet/>
      <dgm:spPr/>
      <dgm:t>
        <a:bodyPr/>
        <a:lstStyle/>
        <a:p>
          <a:endParaRPr lang="zh-CN" altLang="en-US" sz="1800"/>
        </a:p>
      </dgm:t>
    </dgm:pt>
    <dgm:pt modelId="{A11BD8B9-AEA8-4662-B10A-0CEBDAFCC933}" type="sibTrans" cxnId="{C678C83D-1178-44CC-A51D-4FAD772276D1}">
      <dgm:prSet/>
      <dgm:spPr/>
      <dgm:t>
        <a:bodyPr/>
        <a:lstStyle/>
        <a:p>
          <a:endParaRPr lang="zh-CN" altLang="en-US" sz="1800"/>
        </a:p>
      </dgm:t>
    </dgm:pt>
    <dgm:pt modelId="{9928A676-F7EE-4D1A-A698-399B198B9A4C}">
      <dgm:prSet phldrT="[文本]" custT="1"/>
      <dgm:spPr/>
      <dgm:t>
        <a:bodyPr/>
        <a:lstStyle/>
        <a:p>
          <a:pPr>
            <a:lnSpc>
              <a:spcPct val="100000"/>
            </a:lnSpc>
            <a:spcAft>
              <a:spcPts val="0"/>
            </a:spcAft>
          </a:pPr>
          <a:r>
            <a:rPr lang="en-US" altLang="zh-CN" sz="1800" dirty="0"/>
            <a:t>Product Owner</a:t>
          </a:r>
        </a:p>
        <a:p>
          <a:pPr>
            <a:lnSpc>
              <a:spcPct val="100000"/>
            </a:lnSpc>
            <a:spcAft>
              <a:spcPts val="0"/>
            </a:spcAft>
          </a:pPr>
          <a:r>
            <a:rPr lang="zh-CN" altLang="en-US" sz="1800" dirty="0"/>
            <a:t>产品负责人</a:t>
          </a:r>
        </a:p>
      </dgm:t>
    </dgm:pt>
    <dgm:pt modelId="{05AC3703-48EB-43E4-B717-6F19AB9E8B6C}" type="parTrans" cxnId="{9A9C71B0-1DD1-457B-A26D-F580FE3A0600}">
      <dgm:prSet/>
      <dgm:spPr/>
      <dgm:t>
        <a:bodyPr/>
        <a:lstStyle/>
        <a:p>
          <a:endParaRPr lang="zh-CN" altLang="en-US" sz="1800"/>
        </a:p>
      </dgm:t>
    </dgm:pt>
    <dgm:pt modelId="{6E082CE1-FA13-48BB-9FBF-B704C5ADB758}" type="sibTrans" cxnId="{9A9C71B0-1DD1-457B-A26D-F580FE3A0600}">
      <dgm:prSet/>
      <dgm:spPr/>
      <dgm:t>
        <a:bodyPr/>
        <a:lstStyle/>
        <a:p>
          <a:endParaRPr lang="zh-CN" altLang="en-US" sz="1800"/>
        </a:p>
      </dgm:t>
    </dgm:pt>
    <dgm:pt modelId="{7ABC4384-A1A5-42B9-A937-00D575C2EAC4}">
      <dgm:prSet phldrT="[文本]" custT="1"/>
      <dgm:spPr/>
      <dgm:t>
        <a:bodyPr/>
        <a:lstStyle/>
        <a:p>
          <a:pPr>
            <a:lnSpc>
              <a:spcPct val="100000"/>
            </a:lnSpc>
            <a:spcAft>
              <a:spcPts val="0"/>
            </a:spcAft>
          </a:pPr>
          <a:r>
            <a:rPr lang="en-US" altLang="zh-CN" sz="1800" dirty="0"/>
            <a:t>Scrum Master</a:t>
          </a:r>
        </a:p>
        <a:p>
          <a:pPr>
            <a:lnSpc>
              <a:spcPct val="100000"/>
            </a:lnSpc>
            <a:spcAft>
              <a:spcPts val="0"/>
            </a:spcAft>
          </a:pPr>
          <a:r>
            <a:rPr lang="zh-CN" altLang="en-US" sz="1800" dirty="0"/>
            <a:t>敏捷教练</a:t>
          </a:r>
        </a:p>
      </dgm:t>
    </dgm:pt>
    <dgm:pt modelId="{DB6EAF03-585D-46DB-9568-94C8598AB98D}" type="parTrans" cxnId="{5F02DD32-F92A-4224-BA98-E296371D3FB1}">
      <dgm:prSet/>
      <dgm:spPr/>
      <dgm:t>
        <a:bodyPr/>
        <a:lstStyle/>
        <a:p>
          <a:endParaRPr lang="zh-CN" altLang="en-US" sz="1800"/>
        </a:p>
      </dgm:t>
    </dgm:pt>
    <dgm:pt modelId="{043DB222-9121-42E1-8AD0-5AFFFDDCA6F1}" type="sibTrans" cxnId="{5F02DD32-F92A-4224-BA98-E296371D3FB1}">
      <dgm:prSet/>
      <dgm:spPr/>
      <dgm:t>
        <a:bodyPr/>
        <a:lstStyle/>
        <a:p>
          <a:endParaRPr lang="zh-CN" altLang="en-US" sz="1800"/>
        </a:p>
      </dgm:t>
    </dgm:pt>
    <dgm:pt modelId="{9B471BEC-AC44-42AD-B11A-707E30B97E4E}" type="pres">
      <dgm:prSet presAssocID="{D5B0DA7E-CBE2-4552-A8A7-5AB34385133B}" presName="hierChild1" presStyleCnt="0">
        <dgm:presLayoutVars>
          <dgm:orgChart val="1"/>
          <dgm:chPref val="1"/>
          <dgm:dir/>
          <dgm:animOne val="branch"/>
          <dgm:animLvl val="lvl"/>
          <dgm:resizeHandles/>
        </dgm:presLayoutVars>
      </dgm:prSet>
      <dgm:spPr/>
    </dgm:pt>
    <dgm:pt modelId="{AB54A245-4ADF-4D0A-9D90-B92C03DD7DB1}" type="pres">
      <dgm:prSet presAssocID="{2C63AD44-5545-48ED-B3E1-4923A2AC4FAA}" presName="hierRoot1" presStyleCnt="0">
        <dgm:presLayoutVars>
          <dgm:hierBranch val="init"/>
        </dgm:presLayoutVars>
      </dgm:prSet>
      <dgm:spPr/>
    </dgm:pt>
    <dgm:pt modelId="{AED5EF2C-9BEB-44AD-9AEF-B2D465843B54}" type="pres">
      <dgm:prSet presAssocID="{2C63AD44-5545-48ED-B3E1-4923A2AC4FAA}" presName="rootComposite1" presStyleCnt="0"/>
      <dgm:spPr/>
    </dgm:pt>
    <dgm:pt modelId="{4D9CCFF9-BD17-4D75-86B1-78E586639F4F}" type="pres">
      <dgm:prSet presAssocID="{2C63AD44-5545-48ED-B3E1-4923A2AC4FAA}" presName="rootText1" presStyleLbl="node0" presStyleIdx="0" presStyleCnt="1" custScaleY="71251">
        <dgm:presLayoutVars>
          <dgm:chPref val="3"/>
        </dgm:presLayoutVars>
      </dgm:prSet>
      <dgm:spPr/>
    </dgm:pt>
    <dgm:pt modelId="{0387F2FC-E99B-45ED-AA38-20F988FC8BC6}" type="pres">
      <dgm:prSet presAssocID="{2C63AD44-5545-48ED-B3E1-4923A2AC4FAA}" presName="rootConnector1" presStyleLbl="node1" presStyleIdx="0" presStyleCnt="0"/>
      <dgm:spPr/>
    </dgm:pt>
    <dgm:pt modelId="{F48CA8D6-1239-487C-BA02-C79906DBA8D7}" type="pres">
      <dgm:prSet presAssocID="{2C63AD44-5545-48ED-B3E1-4923A2AC4FAA}" presName="hierChild2" presStyleCnt="0"/>
      <dgm:spPr/>
    </dgm:pt>
    <dgm:pt modelId="{77AD3EA0-D08B-44E0-90FF-941318A849A9}" type="pres">
      <dgm:prSet presAssocID="{7C2C86E9-6E44-404B-AA36-4D3C6466F1E2}" presName="Name37" presStyleLbl="parChTrans1D2" presStyleIdx="0" presStyleCnt="3"/>
      <dgm:spPr/>
    </dgm:pt>
    <dgm:pt modelId="{4FBB0E8C-0474-4D2E-A8C2-CC93B425BA5C}" type="pres">
      <dgm:prSet presAssocID="{A5B41717-E523-4E36-8FF4-299EFDF0A00C}" presName="hierRoot2" presStyleCnt="0">
        <dgm:presLayoutVars>
          <dgm:hierBranch val="init"/>
        </dgm:presLayoutVars>
      </dgm:prSet>
      <dgm:spPr/>
    </dgm:pt>
    <dgm:pt modelId="{DC517A7C-C96E-40EB-BE3F-0B25EDB19C79}" type="pres">
      <dgm:prSet presAssocID="{A5B41717-E523-4E36-8FF4-299EFDF0A00C}" presName="rootComposite" presStyleCnt="0"/>
      <dgm:spPr/>
    </dgm:pt>
    <dgm:pt modelId="{E1B194E7-E9A2-4E57-9BB7-20DBBFCA2C24}" type="pres">
      <dgm:prSet presAssocID="{A5B41717-E523-4E36-8FF4-299EFDF0A00C}" presName="rootText" presStyleLbl="node2" presStyleIdx="0" presStyleCnt="3" custScaleY="71251">
        <dgm:presLayoutVars>
          <dgm:chPref val="3"/>
        </dgm:presLayoutVars>
      </dgm:prSet>
      <dgm:spPr/>
    </dgm:pt>
    <dgm:pt modelId="{6C4E8E94-ADAD-493B-83F3-4BB485BD15BA}" type="pres">
      <dgm:prSet presAssocID="{A5B41717-E523-4E36-8FF4-299EFDF0A00C}" presName="rootConnector" presStyleLbl="node2" presStyleIdx="0" presStyleCnt="3"/>
      <dgm:spPr/>
    </dgm:pt>
    <dgm:pt modelId="{1FEB4788-5936-421D-A201-F6308D3C777C}" type="pres">
      <dgm:prSet presAssocID="{A5B41717-E523-4E36-8FF4-299EFDF0A00C}" presName="hierChild4" presStyleCnt="0"/>
      <dgm:spPr/>
    </dgm:pt>
    <dgm:pt modelId="{F26F6516-8AB2-4981-A59F-4B0F381E4CDD}" type="pres">
      <dgm:prSet presAssocID="{A5B41717-E523-4E36-8FF4-299EFDF0A00C}" presName="hierChild5" presStyleCnt="0"/>
      <dgm:spPr/>
    </dgm:pt>
    <dgm:pt modelId="{591147C7-2FCD-4627-B9AE-9C0A7122E164}" type="pres">
      <dgm:prSet presAssocID="{05AC3703-48EB-43E4-B717-6F19AB9E8B6C}" presName="Name37" presStyleLbl="parChTrans1D2" presStyleIdx="1" presStyleCnt="3"/>
      <dgm:spPr/>
    </dgm:pt>
    <dgm:pt modelId="{121AAE99-A0A8-4284-9E01-285F357742EC}" type="pres">
      <dgm:prSet presAssocID="{9928A676-F7EE-4D1A-A698-399B198B9A4C}" presName="hierRoot2" presStyleCnt="0">
        <dgm:presLayoutVars>
          <dgm:hierBranch val="init"/>
        </dgm:presLayoutVars>
      </dgm:prSet>
      <dgm:spPr/>
    </dgm:pt>
    <dgm:pt modelId="{53BA791C-84AB-413C-AE7A-A86DD2AE5983}" type="pres">
      <dgm:prSet presAssocID="{9928A676-F7EE-4D1A-A698-399B198B9A4C}" presName="rootComposite" presStyleCnt="0"/>
      <dgm:spPr/>
    </dgm:pt>
    <dgm:pt modelId="{3BD3742E-89D8-4278-B047-2E690CF46C27}" type="pres">
      <dgm:prSet presAssocID="{9928A676-F7EE-4D1A-A698-399B198B9A4C}" presName="rootText" presStyleLbl="node2" presStyleIdx="1" presStyleCnt="3" custScaleY="71251">
        <dgm:presLayoutVars>
          <dgm:chPref val="3"/>
        </dgm:presLayoutVars>
      </dgm:prSet>
      <dgm:spPr/>
    </dgm:pt>
    <dgm:pt modelId="{1C196A48-6022-498A-9527-F4773465C43B}" type="pres">
      <dgm:prSet presAssocID="{9928A676-F7EE-4D1A-A698-399B198B9A4C}" presName="rootConnector" presStyleLbl="node2" presStyleIdx="1" presStyleCnt="3"/>
      <dgm:spPr/>
    </dgm:pt>
    <dgm:pt modelId="{8B392C00-EA94-478D-AC2F-0982A676C659}" type="pres">
      <dgm:prSet presAssocID="{9928A676-F7EE-4D1A-A698-399B198B9A4C}" presName="hierChild4" presStyleCnt="0"/>
      <dgm:spPr/>
    </dgm:pt>
    <dgm:pt modelId="{7B4FAA56-6C6D-4FA5-A6D0-19C31DC2AFC6}" type="pres">
      <dgm:prSet presAssocID="{9928A676-F7EE-4D1A-A698-399B198B9A4C}" presName="hierChild5" presStyleCnt="0"/>
      <dgm:spPr/>
    </dgm:pt>
    <dgm:pt modelId="{FCC79863-28B7-4641-A9CA-CA81A5866EAD}" type="pres">
      <dgm:prSet presAssocID="{DB6EAF03-585D-46DB-9568-94C8598AB98D}" presName="Name37" presStyleLbl="parChTrans1D2" presStyleIdx="2" presStyleCnt="3"/>
      <dgm:spPr/>
    </dgm:pt>
    <dgm:pt modelId="{CE1207AE-853D-4C2E-83C4-080F2BD63AF0}" type="pres">
      <dgm:prSet presAssocID="{7ABC4384-A1A5-42B9-A937-00D575C2EAC4}" presName="hierRoot2" presStyleCnt="0">
        <dgm:presLayoutVars>
          <dgm:hierBranch val="init"/>
        </dgm:presLayoutVars>
      </dgm:prSet>
      <dgm:spPr/>
    </dgm:pt>
    <dgm:pt modelId="{CB7CFF74-24B9-44BB-A2B5-92109B681CBE}" type="pres">
      <dgm:prSet presAssocID="{7ABC4384-A1A5-42B9-A937-00D575C2EAC4}" presName="rootComposite" presStyleCnt="0"/>
      <dgm:spPr/>
    </dgm:pt>
    <dgm:pt modelId="{E24E934A-6782-4A44-B105-7B83B7DB5B47}" type="pres">
      <dgm:prSet presAssocID="{7ABC4384-A1A5-42B9-A937-00D575C2EAC4}" presName="rootText" presStyleLbl="node2" presStyleIdx="2" presStyleCnt="3" custScaleY="71251">
        <dgm:presLayoutVars>
          <dgm:chPref val="3"/>
        </dgm:presLayoutVars>
      </dgm:prSet>
      <dgm:spPr/>
    </dgm:pt>
    <dgm:pt modelId="{5AA88587-4138-4C96-A469-54661A164102}" type="pres">
      <dgm:prSet presAssocID="{7ABC4384-A1A5-42B9-A937-00D575C2EAC4}" presName="rootConnector" presStyleLbl="node2" presStyleIdx="2" presStyleCnt="3"/>
      <dgm:spPr/>
    </dgm:pt>
    <dgm:pt modelId="{B9543503-0585-40B0-A235-9443F235BCF9}" type="pres">
      <dgm:prSet presAssocID="{7ABC4384-A1A5-42B9-A937-00D575C2EAC4}" presName="hierChild4" presStyleCnt="0"/>
      <dgm:spPr/>
    </dgm:pt>
    <dgm:pt modelId="{D58E9973-4CC6-41F0-9B44-4CB3E7C15DE2}" type="pres">
      <dgm:prSet presAssocID="{7ABC4384-A1A5-42B9-A937-00D575C2EAC4}" presName="hierChild5" presStyleCnt="0"/>
      <dgm:spPr/>
    </dgm:pt>
    <dgm:pt modelId="{593FC476-5F45-4442-B7F5-D6C3520F3D12}" type="pres">
      <dgm:prSet presAssocID="{2C63AD44-5545-48ED-B3E1-4923A2AC4FAA}" presName="hierChild3" presStyleCnt="0"/>
      <dgm:spPr/>
    </dgm:pt>
  </dgm:ptLst>
  <dgm:cxnLst>
    <dgm:cxn modelId="{73129002-6F80-4C66-AF83-B0E63173CB0A}" type="presOf" srcId="{A5B41717-E523-4E36-8FF4-299EFDF0A00C}" destId="{6C4E8E94-ADAD-493B-83F3-4BB485BD15BA}" srcOrd="1" destOrd="0" presId="urn:microsoft.com/office/officeart/2005/8/layout/orgChart1"/>
    <dgm:cxn modelId="{2923C71C-1389-4AC0-BBB7-05F926056FAF}" type="presOf" srcId="{DB6EAF03-585D-46DB-9568-94C8598AB98D}" destId="{FCC79863-28B7-4641-A9CA-CA81A5866EAD}" srcOrd="0" destOrd="0" presId="urn:microsoft.com/office/officeart/2005/8/layout/orgChart1"/>
    <dgm:cxn modelId="{561DBF23-B884-42EB-9FC1-E576492922E4}" type="presOf" srcId="{05AC3703-48EB-43E4-B717-6F19AB9E8B6C}" destId="{591147C7-2FCD-4627-B9AE-9C0A7122E164}" srcOrd="0" destOrd="0" presId="urn:microsoft.com/office/officeart/2005/8/layout/orgChart1"/>
    <dgm:cxn modelId="{A0643524-C065-46DC-8451-C0C94C37D877}" type="presOf" srcId="{D5B0DA7E-CBE2-4552-A8A7-5AB34385133B}" destId="{9B471BEC-AC44-42AD-B11A-707E30B97E4E}" srcOrd="0" destOrd="0" presId="urn:microsoft.com/office/officeart/2005/8/layout/orgChart1"/>
    <dgm:cxn modelId="{5F02DD32-F92A-4224-BA98-E296371D3FB1}" srcId="{2C63AD44-5545-48ED-B3E1-4923A2AC4FAA}" destId="{7ABC4384-A1A5-42B9-A937-00D575C2EAC4}" srcOrd="2" destOrd="0" parTransId="{DB6EAF03-585D-46DB-9568-94C8598AB98D}" sibTransId="{043DB222-9121-42E1-8AD0-5AFFFDDCA6F1}"/>
    <dgm:cxn modelId="{DAEC3D3B-C74D-4359-BFB7-1E81539C158C}" type="presOf" srcId="{7ABC4384-A1A5-42B9-A937-00D575C2EAC4}" destId="{5AA88587-4138-4C96-A469-54661A164102}" srcOrd="1" destOrd="0" presId="urn:microsoft.com/office/officeart/2005/8/layout/orgChart1"/>
    <dgm:cxn modelId="{C678C83D-1178-44CC-A51D-4FAD772276D1}" srcId="{2C63AD44-5545-48ED-B3E1-4923A2AC4FAA}" destId="{A5B41717-E523-4E36-8FF4-299EFDF0A00C}" srcOrd="0" destOrd="0" parTransId="{7C2C86E9-6E44-404B-AA36-4D3C6466F1E2}" sibTransId="{A11BD8B9-AEA8-4662-B10A-0CEBDAFCC933}"/>
    <dgm:cxn modelId="{7413B15F-F93D-485B-8F57-67CDA39374A7}" type="presOf" srcId="{9928A676-F7EE-4D1A-A698-399B198B9A4C}" destId="{1C196A48-6022-498A-9527-F4773465C43B}" srcOrd="1" destOrd="0" presId="urn:microsoft.com/office/officeart/2005/8/layout/orgChart1"/>
    <dgm:cxn modelId="{D921F251-47C9-4F90-8DC5-8BD8480921F1}" type="presOf" srcId="{A5B41717-E523-4E36-8FF4-299EFDF0A00C}" destId="{E1B194E7-E9A2-4E57-9BB7-20DBBFCA2C24}" srcOrd="0" destOrd="0" presId="urn:microsoft.com/office/officeart/2005/8/layout/orgChart1"/>
    <dgm:cxn modelId="{DCBFF955-EC2E-43F5-ADB9-606A6989915C}" srcId="{D5B0DA7E-CBE2-4552-A8A7-5AB34385133B}" destId="{2C63AD44-5545-48ED-B3E1-4923A2AC4FAA}" srcOrd="0" destOrd="0" parTransId="{460988F8-E170-49CF-B05B-898C6D4813EA}" sibTransId="{F6A5CB87-F37F-4A9E-AB8E-A4C82C593886}"/>
    <dgm:cxn modelId="{7D25F684-FE7C-4534-A9F5-7541BD7E9C38}" type="presOf" srcId="{2C63AD44-5545-48ED-B3E1-4923A2AC4FAA}" destId="{0387F2FC-E99B-45ED-AA38-20F988FC8BC6}" srcOrd="1" destOrd="0" presId="urn:microsoft.com/office/officeart/2005/8/layout/orgChart1"/>
    <dgm:cxn modelId="{F638079A-9E37-47B9-9948-E3B5FE5B6ABE}" type="presOf" srcId="{2C63AD44-5545-48ED-B3E1-4923A2AC4FAA}" destId="{4D9CCFF9-BD17-4D75-86B1-78E586639F4F}" srcOrd="0" destOrd="0" presId="urn:microsoft.com/office/officeart/2005/8/layout/orgChart1"/>
    <dgm:cxn modelId="{80F339A9-DE98-490F-9FF3-321DB481DCAE}" type="presOf" srcId="{7C2C86E9-6E44-404B-AA36-4D3C6466F1E2}" destId="{77AD3EA0-D08B-44E0-90FF-941318A849A9}" srcOrd="0" destOrd="0" presId="urn:microsoft.com/office/officeart/2005/8/layout/orgChart1"/>
    <dgm:cxn modelId="{05D9E3AC-1DA2-4DEC-9028-7F123F190FF0}" type="presOf" srcId="{7ABC4384-A1A5-42B9-A937-00D575C2EAC4}" destId="{E24E934A-6782-4A44-B105-7B83B7DB5B47}" srcOrd="0" destOrd="0" presId="urn:microsoft.com/office/officeart/2005/8/layout/orgChart1"/>
    <dgm:cxn modelId="{9A9C71B0-1DD1-457B-A26D-F580FE3A0600}" srcId="{2C63AD44-5545-48ED-B3E1-4923A2AC4FAA}" destId="{9928A676-F7EE-4D1A-A698-399B198B9A4C}" srcOrd="1" destOrd="0" parTransId="{05AC3703-48EB-43E4-B717-6F19AB9E8B6C}" sibTransId="{6E082CE1-FA13-48BB-9FBF-B704C5ADB758}"/>
    <dgm:cxn modelId="{C4E655BE-BCB1-4210-A337-876FCA711285}" type="presOf" srcId="{9928A676-F7EE-4D1A-A698-399B198B9A4C}" destId="{3BD3742E-89D8-4278-B047-2E690CF46C27}" srcOrd="0" destOrd="0" presId="urn:microsoft.com/office/officeart/2005/8/layout/orgChart1"/>
    <dgm:cxn modelId="{6DA87987-777C-4693-8CA7-C891B06E5648}" type="presParOf" srcId="{9B471BEC-AC44-42AD-B11A-707E30B97E4E}" destId="{AB54A245-4ADF-4D0A-9D90-B92C03DD7DB1}" srcOrd="0" destOrd="0" presId="urn:microsoft.com/office/officeart/2005/8/layout/orgChart1"/>
    <dgm:cxn modelId="{3B6A4210-3147-445C-9B37-339C877AC7F8}" type="presParOf" srcId="{AB54A245-4ADF-4D0A-9D90-B92C03DD7DB1}" destId="{AED5EF2C-9BEB-44AD-9AEF-B2D465843B54}" srcOrd="0" destOrd="0" presId="urn:microsoft.com/office/officeart/2005/8/layout/orgChart1"/>
    <dgm:cxn modelId="{82DAA314-0B43-4C0A-ABD7-4E774932FE83}" type="presParOf" srcId="{AED5EF2C-9BEB-44AD-9AEF-B2D465843B54}" destId="{4D9CCFF9-BD17-4D75-86B1-78E586639F4F}" srcOrd="0" destOrd="0" presId="urn:microsoft.com/office/officeart/2005/8/layout/orgChart1"/>
    <dgm:cxn modelId="{D2488730-77DE-4869-A338-267909061CD4}" type="presParOf" srcId="{AED5EF2C-9BEB-44AD-9AEF-B2D465843B54}" destId="{0387F2FC-E99B-45ED-AA38-20F988FC8BC6}" srcOrd="1" destOrd="0" presId="urn:microsoft.com/office/officeart/2005/8/layout/orgChart1"/>
    <dgm:cxn modelId="{98C52BC7-FAE8-4501-8629-5384793E60F4}" type="presParOf" srcId="{AB54A245-4ADF-4D0A-9D90-B92C03DD7DB1}" destId="{F48CA8D6-1239-487C-BA02-C79906DBA8D7}" srcOrd="1" destOrd="0" presId="urn:microsoft.com/office/officeart/2005/8/layout/orgChart1"/>
    <dgm:cxn modelId="{CFAF12A8-ED0B-4F4A-B0E7-664765EE4E1F}" type="presParOf" srcId="{F48CA8D6-1239-487C-BA02-C79906DBA8D7}" destId="{77AD3EA0-D08B-44E0-90FF-941318A849A9}" srcOrd="0" destOrd="0" presId="urn:microsoft.com/office/officeart/2005/8/layout/orgChart1"/>
    <dgm:cxn modelId="{91C1B27A-6B00-484F-9593-48CE02CEACB1}" type="presParOf" srcId="{F48CA8D6-1239-487C-BA02-C79906DBA8D7}" destId="{4FBB0E8C-0474-4D2E-A8C2-CC93B425BA5C}" srcOrd="1" destOrd="0" presId="urn:microsoft.com/office/officeart/2005/8/layout/orgChart1"/>
    <dgm:cxn modelId="{058D2628-7392-4C96-BEFE-F61882B8B5C8}" type="presParOf" srcId="{4FBB0E8C-0474-4D2E-A8C2-CC93B425BA5C}" destId="{DC517A7C-C96E-40EB-BE3F-0B25EDB19C79}" srcOrd="0" destOrd="0" presId="urn:microsoft.com/office/officeart/2005/8/layout/orgChart1"/>
    <dgm:cxn modelId="{B0FE5BB7-4CA0-43E0-B224-A51710773FFF}" type="presParOf" srcId="{DC517A7C-C96E-40EB-BE3F-0B25EDB19C79}" destId="{E1B194E7-E9A2-4E57-9BB7-20DBBFCA2C24}" srcOrd="0" destOrd="0" presId="urn:microsoft.com/office/officeart/2005/8/layout/orgChart1"/>
    <dgm:cxn modelId="{77843084-8C2C-4F19-8045-52E215B83223}" type="presParOf" srcId="{DC517A7C-C96E-40EB-BE3F-0B25EDB19C79}" destId="{6C4E8E94-ADAD-493B-83F3-4BB485BD15BA}" srcOrd="1" destOrd="0" presId="urn:microsoft.com/office/officeart/2005/8/layout/orgChart1"/>
    <dgm:cxn modelId="{7CB555AC-C81F-478C-BD83-72E85EF7EB87}" type="presParOf" srcId="{4FBB0E8C-0474-4D2E-A8C2-CC93B425BA5C}" destId="{1FEB4788-5936-421D-A201-F6308D3C777C}" srcOrd="1" destOrd="0" presId="urn:microsoft.com/office/officeart/2005/8/layout/orgChart1"/>
    <dgm:cxn modelId="{1E473BC0-8C26-4C46-99E3-10E0ADA450FB}" type="presParOf" srcId="{4FBB0E8C-0474-4D2E-A8C2-CC93B425BA5C}" destId="{F26F6516-8AB2-4981-A59F-4B0F381E4CDD}" srcOrd="2" destOrd="0" presId="urn:microsoft.com/office/officeart/2005/8/layout/orgChart1"/>
    <dgm:cxn modelId="{145148D6-4768-4A1C-B4B2-8699751CA7CC}" type="presParOf" srcId="{F48CA8D6-1239-487C-BA02-C79906DBA8D7}" destId="{591147C7-2FCD-4627-B9AE-9C0A7122E164}" srcOrd="2" destOrd="0" presId="urn:microsoft.com/office/officeart/2005/8/layout/orgChart1"/>
    <dgm:cxn modelId="{5DE4F274-1E07-4FD6-B067-35FD1F788C50}" type="presParOf" srcId="{F48CA8D6-1239-487C-BA02-C79906DBA8D7}" destId="{121AAE99-A0A8-4284-9E01-285F357742EC}" srcOrd="3" destOrd="0" presId="urn:microsoft.com/office/officeart/2005/8/layout/orgChart1"/>
    <dgm:cxn modelId="{BA903617-A820-45B0-9F07-D6105EE9378C}" type="presParOf" srcId="{121AAE99-A0A8-4284-9E01-285F357742EC}" destId="{53BA791C-84AB-413C-AE7A-A86DD2AE5983}" srcOrd="0" destOrd="0" presId="urn:microsoft.com/office/officeart/2005/8/layout/orgChart1"/>
    <dgm:cxn modelId="{5C165DE1-599B-4C66-8625-8493A0AFB164}" type="presParOf" srcId="{53BA791C-84AB-413C-AE7A-A86DD2AE5983}" destId="{3BD3742E-89D8-4278-B047-2E690CF46C27}" srcOrd="0" destOrd="0" presId="urn:microsoft.com/office/officeart/2005/8/layout/orgChart1"/>
    <dgm:cxn modelId="{A15E2697-B05A-440B-82ED-511BDB8B072F}" type="presParOf" srcId="{53BA791C-84AB-413C-AE7A-A86DD2AE5983}" destId="{1C196A48-6022-498A-9527-F4773465C43B}" srcOrd="1" destOrd="0" presId="urn:microsoft.com/office/officeart/2005/8/layout/orgChart1"/>
    <dgm:cxn modelId="{42676DEE-AB96-4620-BAF1-04681383992D}" type="presParOf" srcId="{121AAE99-A0A8-4284-9E01-285F357742EC}" destId="{8B392C00-EA94-478D-AC2F-0982A676C659}" srcOrd="1" destOrd="0" presId="urn:microsoft.com/office/officeart/2005/8/layout/orgChart1"/>
    <dgm:cxn modelId="{DDF48116-6D40-453B-85CD-E0B1877F348A}" type="presParOf" srcId="{121AAE99-A0A8-4284-9E01-285F357742EC}" destId="{7B4FAA56-6C6D-4FA5-A6D0-19C31DC2AFC6}" srcOrd="2" destOrd="0" presId="urn:microsoft.com/office/officeart/2005/8/layout/orgChart1"/>
    <dgm:cxn modelId="{7A83F7FB-BE35-4544-983D-0881C1F92106}" type="presParOf" srcId="{F48CA8D6-1239-487C-BA02-C79906DBA8D7}" destId="{FCC79863-28B7-4641-A9CA-CA81A5866EAD}" srcOrd="4" destOrd="0" presId="urn:microsoft.com/office/officeart/2005/8/layout/orgChart1"/>
    <dgm:cxn modelId="{72C06D6B-4CAA-45C9-A51F-1C4AE18D6278}" type="presParOf" srcId="{F48CA8D6-1239-487C-BA02-C79906DBA8D7}" destId="{CE1207AE-853D-4C2E-83C4-080F2BD63AF0}" srcOrd="5" destOrd="0" presId="urn:microsoft.com/office/officeart/2005/8/layout/orgChart1"/>
    <dgm:cxn modelId="{3536A4F2-7498-4079-9C9C-6EF7D8C70FA7}" type="presParOf" srcId="{CE1207AE-853D-4C2E-83C4-080F2BD63AF0}" destId="{CB7CFF74-24B9-44BB-A2B5-92109B681CBE}" srcOrd="0" destOrd="0" presId="urn:microsoft.com/office/officeart/2005/8/layout/orgChart1"/>
    <dgm:cxn modelId="{C446E1EB-1529-43AE-829F-66B4C5B908AF}" type="presParOf" srcId="{CB7CFF74-24B9-44BB-A2B5-92109B681CBE}" destId="{E24E934A-6782-4A44-B105-7B83B7DB5B47}" srcOrd="0" destOrd="0" presId="urn:microsoft.com/office/officeart/2005/8/layout/orgChart1"/>
    <dgm:cxn modelId="{C3B9DEE9-3CE2-4ABF-95D6-F95D96ECE652}" type="presParOf" srcId="{CB7CFF74-24B9-44BB-A2B5-92109B681CBE}" destId="{5AA88587-4138-4C96-A469-54661A164102}" srcOrd="1" destOrd="0" presId="urn:microsoft.com/office/officeart/2005/8/layout/orgChart1"/>
    <dgm:cxn modelId="{803EA1F8-9139-4A3C-9D6C-D9614E15B764}" type="presParOf" srcId="{CE1207AE-853D-4C2E-83C4-080F2BD63AF0}" destId="{B9543503-0585-40B0-A235-9443F235BCF9}" srcOrd="1" destOrd="0" presId="urn:microsoft.com/office/officeart/2005/8/layout/orgChart1"/>
    <dgm:cxn modelId="{87FD65E4-C0BC-4453-8CCB-D85B95CD570D}" type="presParOf" srcId="{CE1207AE-853D-4C2E-83C4-080F2BD63AF0}" destId="{D58E9973-4CC6-41F0-9B44-4CB3E7C15DE2}" srcOrd="2" destOrd="0" presId="urn:microsoft.com/office/officeart/2005/8/layout/orgChart1"/>
    <dgm:cxn modelId="{488C47A9-9688-4F9E-99D6-5A42BA93DB68}" type="presParOf" srcId="{AB54A245-4ADF-4D0A-9D90-B92C03DD7DB1}" destId="{593FC476-5F45-4442-B7F5-D6C3520F3D12}" srcOrd="2" destOrd="0" presId="urn:microsoft.com/office/officeart/2005/8/layout/orgChar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2A8570DF-D6EB-4605-92EC-111A78DD04C8}" type="doc">
      <dgm:prSet loTypeId="urn:microsoft.com/office/officeart/2009/3/layout/IncreasingArrowsProcess" loCatId="process" qsTypeId="urn:microsoft.com/office/officeart/2005/8/quickstyle/simple1" qsCatId="simple" csTypeId="urn:microsoft.com/office/officeart/2005/8/colors/colorful5" csCatId="colorful" phldr="1"/>
      <dgm:spPr/>
      <dgm:t>
        <a:bodyPr/>
        <a:lstStyle/>
        <a:p>
          <a:endParaRPr lang="zh-CN" altLang="en-US"/>
        </a:p>
      </dgm:t>
    </dgm:pt>
    <dgm:pt modelId="{27174115-FD95-4E62-B33A-C2D8FA744ED4}">
      <dgm:prSet phldrT="[文本]" phldr="0"/>
      <dgm:spPr/>
      <dgm:t>
        <a:bodyPr/>
        <a:lstStyle/>
        <a:p>
          <a:r>
            <a:rPr lang="en-US" altLang="zh-CN" dirty="0"/>
            <a:t>Sprint</a:t>
          </a:r>
          <a:endParaRPr lang="zh-CN" altLang="en-US" dirty="0"/>
        </a:p>
      </dgm:t>
    </dgm:pt>
    <dgm:pt modelId="{0272BAA0-E293-418B-8CB7-BCBF7D92DA3B}" type="parTrans" cxnId="{ACF9B48E-162D-4BC9-AF57-38300A3F6243}">
      <dgm:prSet/>
      <dgm:spPr/>
      <dgm:t>
        <a:bodyPr/>
        <a:lstStyle/>
        <a:p>
          <a:endParaRPr lang="zh-CN" altLang="en-US"/>
        </a:p>
      </dgm:t>
    </dgm:pt>
    <dgm:pt modelId="{5BFB1068-2037-493F-A484-A25F7039D8BA}" type="sibTrans" cxnId="{ACF9B48E-162D-4BC9-AF57-38300A3F6243}">
      <dgm:prSet/>
      <dgm:spPr/>
      <dgm:t>
        <a:bodyPr/>
        <a:lstStyle/>
        <a:p>
          <a:endParaRPr lang="zh-CN" altLang="en-US"/>
        </a:p>
      </dgm:t>
    </dgm:pt>
    <dgm:pt modelId="{54A42531-F6CF-4017-96EB-95C8615A3294}">
      <dgm:prSet phldrT="[文本]"/>
      <dgm:spPr/>
      <dgm:t>
        <a:bodyPr/>
        <a:lstStyle/>
        <a:p>
          <a:r>
            <a:rPr lang="zh-CN" altLang="en-US" dirty="0"/>
            <a:t>冲刺</a:t>
          </a:r>
        </a:p>
      </dgm:t>
    </dgm:pt>
    <dgm:pt modelId="{925C0D60-EDFF-4DAA-8C9A-450B1DE40C85}" type="parTrans" cxnId="{BC60CE86-214B-4263-B72A-3154B9B94234}">
      <dgm:prSet/>
      <dgm:spPr/>
      <dgm:t>
        <a:bodyPr/>
        <a:lstStyle/>
        <a:p>
          <a:endParaRPr lang="zh-CN" altLang="en-US"/>
        </a:p>
      </dgm:t>
    </dgm:pt>
    <dgm:pt modelId="{096C92D1-D232-4365-9EF8-408E540F7561}" type="sibTrans" cxnId="{BC60CE86-214B-4263-B72A-3154B9B94234}">
      <dgm:prSet/>
      <dgm:spPr/>
      <dgm:t>
        <a:bodyPr/>
        <a:lstStyle/>
        <a:p>
          <a:endParaRPr lang="zh-CN" altLang="en-US"/>
        </a:p>
      </dgm:t>
    </dgm:pt>
    <dgm:pt modelId="{44B57C55-2B17-4C87-A444-485482BB1579}">
      <dgm:prSet phldrT="[文本]"/>
      <dgm:spPr/>
      <dgm:t>
        <a:bodyPr/>
        <a:lstStyle/>
        <a:p>
          <a:r>
            <a:rPr lang="en-US" altLang="zh-CN" dirty="0"/>
            <a:t>Spring Planning</a:t>
          </a:r>
          <a:endParaRPr lang="zh-CN" altLang="en-US" dirty="0"/>
        </a:p>
      </dgm:t>
    </dgm:pt>
    <dgm:pt modelId="{F287AE56-46E9-4E3A-8FC6-3EB1D2BB58A3}" type="parTrans" cxnId="{062FB0AC-1D74-4DDE-841C-3D9B3F3991A3}">
      <dgm:prSet/>
      <dgm:spPr/>
      <dgm:t>
        <a:bodyPr/>
        <a:lstStyle/>
        <a:p>
          <a:endParaRPr lang="zh-CN" altLang="en-US"/>
        </a:p>
      </dgm:t>
    </dgm:pt>
    <dgm:pt modelId="{13DE7946-9FB2-49CB-9BF7-8401DBD6EDF4}" type="sibTrans" cxnId="{062FB0AC-1D74-4DDE-841C-3D9B3F3991A3}">
      <dgm:prSet/>
      <dgm:spPr/>
      <dgm:t>
        <a:bodyPr/>
        <a:lstStyle/>
        <a:p>
          <a:endParaRPr lang="zh-CN" altLang="en-US"/>
        </a:p>
      </dgm:t>
    </dgm:pt>
    <dgm:pt modelId="{A7F2DD4B-9069-431A-96B2-D35103A66940}">
      <dgm:prSet phldrT="[文本]"/>
      <dgm:spPr/>
      <dgm:t>
        <a:bodyPr/>
        <a:lstStyle/>
        <a:p>
          <a:r>
            <a:rPr lang="zh-CN" altLang="en-US" dirty="0"/>
            <a:t>规划</a:t>
          </a:r>
        </a:p>
      </dgm:t>
    </dgm:pt>
    <dgm:pt modelId="{9E6FADB4-0E10-48E4-A448-80AC9138B5F3}" type="parTrans" cxnId="{25C09A10-1142-4521-886A-B8416008464A}">
      <dgm:prSet/>
      <dgm:spPr/>
      <dgm:t>
        <a:bodyPr/>
        <a:lstStyle/>
        <a:p>
          <a:endParaRPr lang="zh-CN" altLang="en-US"/>
        </a:p>
      </dgm:t>
    </dgm:pt>
    <dgm:pt modelId="{6411CDAA-A48D-44F5-83F1-9229675A04EF}" type="sibTrans" cxnId="{25C09A10-1142-4521-886A-B8416008464A}">
      <dgm:prSet/>
      <dgm:spPr/>
      <dgm:t>
        <a:bodyPr/>
        <a:lstStyle/>
        <a:p>
          <a:endParaRPr lang="zh-CN" altLang="en-US"/>
        </a:p>
      </dgm:t>
    </dgm:pt>
    <dgm:pt modelId="{F7A46958-C503-4AAE-A847-4641297F8D89}">
      <dgm:prSet phldrT="[文本]"/>
      <dgm:spPr/>
      <dgm:t>
        <a:bodyPr/>
        <a:lstStyle/>
        <a:p>
          <a:r>
            <a:rPr lang="en-US" altLang="zh-CN" dirty="0"/>
            <a:t>Daily Scrum</a:t>
          </a:r>
          <a:endParaRPr lang="zh-CN" altLang="en-US" dirty="0"/>
        </a:p>
      </dgm:t>
    </dgm:pt>
    <dgm:pt modelId="{D8A7B5A7-A843-4F1C-979F-141322ADF43B}" type="parTrans" cxnId="{CF1FAF76-0A52-49AA-B793-BBB61493A4AC}">
      <dgm:prSet/>
      <dgm:spPr/>
      <dgm:t>
        <a:bodyPr/>
        <a:lstStyle/>
        <a:p>
          <a:endParaRPr lang="zh-CN" altLang="en-US"/>
        </a:p>
      </dgm:t>
    </dgm:pt>
    <dgm:pt modelId="{7A562CAC-600C-478B-BFD7-FD93B3815C03}" type="sibTrans" cxnId="{CF1FAF76-0A52-49AA-B793-BBB61493A4AC}">
      <dgm:prSet/>
      <dgm:spPr/>
      <dgm:t>
        <a:bodyPr/>
        <a:lstStyle/>
        <a:p>
          <a:endParaRPr lang="zh-CN" altLang="en-US"/>
        </a:p>
      </dgm:t>
    </dgm:pt>
    <dgm:pt modelId="{7BEB3467-3C35-4A0E-A004-15FC82181F10}">
      <dgm:prSet phldrT="[文本]"/>
      <dgm:spPr/>
      <dgm:t>
        <a:bodyPr/>
        <a:lstStyle/>
        <a:p>
          <a:r>
            <a:rPr lang="zh-CN" altLang="en-US" dirty="0"/>
            <a:t>每日站会</a:t>
          </a:r>
        </a:p>
      </dgm:t>
    </dgm:pt>
    <dgm:pt modelId="{05BA3D8D-35FF-4536-9334-4A8F8A93BA8F}" type="parTrans" cxnId="{0A6E8ED2-1FD6-4D46-886C-ED38DE32E94A}">
      <dgm:prSet/>
      <dgm:spPr/>
      <dgm:t>
        <a:bodyPr/>
        <a:lstStyle/>
        <a:p>
          <a:endParaRPr lang="zh-CN" altLang="en-US"/>
        </a:p>
      </dgm:t>
    </dgm:pt>
    <dgm:pt modelId="{D43588C1-6611-4485-9E73-E693916771F7}" type="sibTrans" cxnId="{0A6E8ED2-1FD6-4D46-886C-ED38DE32E94A}">
      <dgm:prSet/>
      <dgm:spPr/>
      <dgm:t>
        <a:bodyPr/>
        <a:lstStyle/>
        <a:p>
          <a:endParaRPr lang="zh-CN" altLang="en-US"/>
        </a:p>
      </dgm:t>
    </dgm:pt>
    <dgm:pt modelId="{2A0230E0-88F0-4F81-BAF8-58E270957BCA}">
      <dgm:prSet phldrT="[文本]"/>
      <dgm:spPr/>
      <dgm:t>
        <a:bodyPr/>
        <a:lstStyle/>
        <a:p>
          <a:r>
            <a:rPr lang="en-US" altLang="zh-CN" dirty="0"/>
            <a:t>Review</a:t>
          </a:r>
          <a:endParaRPr lang="zh-CN" altLang="en-US" dirty="0"/>
        </a:p>
      </dgm:t>
    </dgm:pt>
    <dgm:pt modelId="{F392463D-EF57-40EC-B67C-C427D234A650}" type="parTrans" cxnId="{22B89D49-9562-441A-A3C0-200200FF53F9}">
      <dgm:prSet/>
      <dgm:spPr/>
      <dgm:t>
        <a:bodyPr/>
        <a:lstStyle/>
        <a:p>
          <a:endParaRPr lang="zh-CN" altLang="en-US"/>
        </a:p>
      </dgm:t>
    </dgm:pt>
    <dgm:pt modelId="{1230CFE9-5BEE-4C51-993B-44F31F0578A1}" type="sibTrans" cxnId="{22B89D49-9562-441A-A3C0-200200FF53F9}">
      <dgm:prSet/>
      <dgm:spPr/>
      <dgm:t>
        <a:bodyPr/>
        <a:lstStyle/>
        <a:p>
          <a:endParaRPr lang="zh-CN" altLang="en-US"/>
        </a:p>
      </dgm:t>
    </dgm:pt>
    <dgm:pt modelId="{8E71BD4B-776B-47D4-AA46-165AA34C906F}">
      <dgm:prSet phldrT="[文本]"/>
      <dgm:spPr/>
      <dgm:t>
        <a:bodyPr/>
        <a:lstStyle/>
        <a:p>
          <a:r>
            <a:rPr lang="zh-CN" altLang="en-US" dirty="0"/>
            <a:t>回顾</a:t>
          </a:r>
        </a:p>
      </dgm:t>
    </dgm:pt>
    <dgm:pt modelId="{C925A356-4720-4E67-B167-949855C276AA}" type="parTrans" cxnId="{DC7B6575-D619-40D3-A5CF-88DD0C7AFCE6}">
      <dgm:prSet/>
      <dgm:spPr/>
      <dgm:t>
        <a:bodyPr/>
        <a:lstStyle/>
        <a:p>
          <a:endParaRPr lang="zh-CN" altLang="en-US"/>
        </a:p>
      </dgm:t>
    </dgm:pt>
    <dgm:pt modelId="{2314D5BD-917B-47AB-9FDE-9F9C4C6931B5}" type="sibTrans" cxnId="{DC7B6575-D619-40D3-A5CF-88DD0C7AFCE6}">
      <dgm:prSet/>
      <dgm:spPr/>
      <dgm:t>
        <a:bodyPr/>
        <a:lstStyle/>
        <a:p>
          <a:endParaRPr lang="zh-CN" altLang="en-US"/>
        </a:p>
      </dgm:t>
    </dgm:pt>
    <dgm:pt modelId="{39015ED6-41D0-4554-9CAD-7105BDB878C4}">
      <dgm:prSet phldrT="[文本]"/>
      <dgm:spPr/>
      <dgm:t>
        <a:bodyPr/>
        <a:lstStyle/>
        <a:p>
          <a:r>
            <a:rPr lang="en-US" altLang="zh-CN" dirty="0"/>
            <a:t>Retrospective</a:t>
          </a:r>
          <a:endParaRPr lang="zh-CN" altLang="en-US" dirty="0"/>
        </a:p>
      </dgm:t>
    </dgm:pt>
    <dgm:pt modelId="{6DCD1CAC-583A-4100-9B98-DB6842F3CDB7}" type="parTrans" cxnId="{AE292B29-323D-49C7-99AD-047EF273DC3B}">
      <dgm:prSet/>
      <dgm:spPr/>
      <dgm:t>
        <a:bodyPr/>
        <a:lstStyle/>
        <a:p>
          <a:endParaRPr lang="zh-CN" altLang="en-US"/>
        </a:p>
      </dgm:t>
    </dgm:pt>
    <dgm:pt modelId="{5F328325-9871-47CB-977A-F457C8CDB2CA}" type="sibTrans" cxnId="{AE292B29-323D-49C7-99AD-047EF273DC3B}">
      <dgm:prSet/>
      <dgm:spPr/>
      <dgm:t>
        <a:bodyPr/>
        <a:lstStyle/>
        <a:p>
          <a:endParaRPr lang="zh-CN" altLang="en-US"/>
        </a:p>
      </dgm:t>
    </dgm:pt>
    <dgm:pt modelId="{456063A0-C6C6-447E-84DB-3526F269FD58}">
      <dgm:prSet phldrT="[文本]"/>
      <dgm:spPr/>
      <dgm:t>
        <a:bodyPr/>
        <a:lstStyle/>
        <a:p>
          <a:r>
            <a:rPr lang="zh-CN" altLang="en-US" dirty="0"/>
            <a:t>评审</a:t>
          </a:r>
        </a:p>
      </dgm:t>
    </dgm:pt>
    <dgm:pt modelId="{49298535-35D2-4D69-AA6D-45D615C7DADB}" type="parTrans" cxnId="{5BA08229-F1AD-4AF5-A3FA-A8269B63959C}">
      <dgm:prSet/>
      <dgm:spPr/>
      <dgm:t>
        <a:bodyPr/>
        <a:lstStyle/>
        <a:p>
          <a:endParaRPr lang="zh-CN" altLang="en-US"/>
        </a:p>
      </dgm:t>
    </dgm:pt>
    <dgm:pt modelId="{9EC5BF2E-09EC-4648-B356-2173EF72710F}" type="sibTrans" cxnId="{5BA08229-F1AD-4AF5-A3FA-A8269B63959C}">
      <dgm:prSet/>
      <dgm:spPr/>
      <dgm:t>
        <a:bodyPr/>
        <a:lstStyle/>
        <a:p>
          <a:endParaRPr lang="zh-CN" altLang="en-US"/>
        </a:p>
      </dgm:t>
    </dgm:pt>
    <dgm:pt modelId="{7E98DD0F-2D96-4F62-B946-5235C76F447F}" type="pres">
      <dgm:prSet presAssocID="{2A8570DF-D6EB-4605-92EC-111A78DD04C8}" presName="Name0" presStyleCnt="0">
        <dgm:presLayoutVars>
          <dgm:chMax val="5"/>
          <dgm:chPref val="5"/>
          <dgm:dir/>
          <dgm:animLvl val="lvl"/>
        </dgm:presLayoutVars>
      </dgm:prSet>
      <dgm:spPr/>
    </dgm:pt>
    <dgm:pt modelId="{094F4DF1-37BB-4ECD-9418-D07081488686}" type="pres">
      <dgm:prSet presAssocID="{27174115-FD95-4E62-B33A-C2D8FA744ED4}" presName="parentText1" presStyleLbl="node1" presStyleIdx="0" presStyleCnt="5">
        <dgm:presLayoutVars>
          <dgm:chMax/>
          <dgm:chPref val="3"/>
          <dgm:bulletEnabled val="1"/>
        </dgm:presLayoutVars>
      </dgm:prSet>
      <dgm:spPr/>
    </dgm:pt>
    <dgm:pt modelId="{E86EC7DA-1671-4DAB-B8CD-684A0A10D28B}" type="pres">
      <dgm:prSet presAssocID="{27174115-FD95-4E62-B33A-C2D8FA744ED4}" presName="childText1" presStyleLbl="solidAlignAcc1" presStyleIdx="0" presStyleCnt="5">
        <dgm:presLayoutVars>
          <dgm:chMax val="0"/>
          <dgm:chPref val="0"/>
          <dgm:bulletEnabled val="1"/>
        </dgm:presLayoutVars>
      </dgm:prSet>
      <dgm:spPr/>
    </dgm:pt>
    <dgm:pt modelId="{3377E146-BBE8-4251-922A-3A142A5DB22A}" type="pres">
      <dgm:prSet presAssocID="{44B57C55-2B17-4C87-A444-485482BB1579}" presName="parentText2" presStyleLbl="node1" presStyleIdx="1" presStyleCnt="5">
        <dgm:presLayoutVars>
          <dgm:chMax/>
          <dgm:chPref val="3"/>
          <dgm:bulletEnabled val="1"/>
        </dgm:presLayoutVars>
      </dgm:prSet>
      <dgm:spPr/>
    </dgm:pt>
    <dgm:pt modelId="{3F0F4678-4480-4F65-812F-7188E8E3BA27}" type="pres">
      <dgm:prSet presAssocID="{44B57C55-2B17-4C87-A444-485482BB1579}" presName="childText2" presStyleLbl="solidAlignAcc1" presStyleIdx="1" presStyleCnt="5">
        <dgm:presLayoutVars>
          <dgm:chMax val="0"/>
          <dgm:chPref val="0"/>
          <dgm:bulletEnabled val="1"/>
        </dgm:presLayoutVars>
      </dgm:prSet>
      <dgm:spPr/>
    </dgm:pt>
    <dgm:pt modelId="{962DE86B-57FB-4E57-B9E2-1CDD9869201D}" type="pres">
      <dgm:prSet presAssocID="{F7A46958-C503-4AAE-A847-4641297F8D89}" presName="parentText3" presStyleLbl="node1" presStyleIdx="2" presStyleCnt="5">
        <dgm:presLayoutVars>
          <dgm:chMax/>
          <dgm:chPref val="3"/>
          <dgm:bulletEnabled val="1"/>
        </dgm:presLayoutVars>
      </dgm:prSet>
      <dgm:spPr/>
    </dgm:pt>
    <dgm:pt modelId="{A2FE8EDA-D970-4B0B-BEE7-3C260734EB3F}" type="pres">
      <dgm:prSet presAssocID="{F7A46958-C503-4AAE-A847-4641297F8D89}" presName="childText3" presStyleLbl="solidAlignAcc1" presStyleIdx="2" presStyleCnt="5">
        <dgm:presLayoutVars>
          <dgm:chMax val="0"/>
          <dgm:chPref val="0"/>
          <dgm:bulletEnabled val="1"/>
        </dgm:presLayoutVars>
      </dgm:prSet>
      <dgm:spPr/>
    </dgm:pt>
    <dgm:pt modelId="{C0E91409-81B0-4028-907D-5327B5143ADB}" type="pres">
      <dgm:prSet presAssocID="{2A0230E0-88F0-4F81-BAF8-58E270957BCA}" presName="parentText4" presStyleLbl="node1" presStyleIdx="3" presStyleCnt="5">
        <dgm:presLayoutVars>
          <dgm:chMax/>
          <dgm:chPref val="3"/>
          <dgm:bulletEnabled val="1"/>
        </dgm:presLayoutVars>
      </dgm:prSet>
      <dgm:spPr/>
    </dgm:pt>
    <dgm:pt modelId="{2B2584B2-DDE4-43C5-AC13-F191D54BFA19}" type="pres">
      <dgm:prSet presAssocID="{2A0230E0-88F0-4F81-BAF8-58E270957BCA}" presName="childText4" presStyleLbl="solidAlignAcc1" presStyleIdx="3" presStyleCnt="5">
        <dgm:presLayoutVars>
          <dgm:chMax val="0"/>
          <dgm:chPref val="0"/>
          <dgm:bulletEnabled val="1"/>
        </dgm:presLayoutVars>
      </dgm:prSet>
      <dgm:spPr/>
    </dgm:pt>
    <dgm:pt modelId="{C2F78D87-5BAB-4238-BA32-642972FEF7AA}" type="pres">
      <dgm:prSet presAssocID="{39015ED6-41D0-4554-9CAD-7105BDB878C4}" presName="parentText5" presStyleLbl="node1" presStyleIdx="4" presStyleCnt="5">
        <dgm:presLayoutVars>
          <dgm:chMax/>
          <dgm:chPref val="3"/>
          <dgm:bulletEnabled val="1"/>
        </dgm:presLayoutVars>
      </dgm:prSet>
      <dgm:spPr/>
    </dgm:pt>
    <dgm:pt modelId="{5E52CB30-E02C-40CD-B263-64B93A59E37F}" type="pres">
      <dgm:prSet presAssocID="{39015ED6-41D0-4554-9CAD-7105BDB878C4}" presName="childText5" presStyleLbl="solidAlignAcc1" presStyleIdx="4" presStyleCnt="5">
        <dgm:presLayoutVars>
          <dgm:chMax val="0"/>
          <dgm:chPref val="0"/>
          <dgm:bulletEnabled val="1"/>
        </dgm:presLayoutVars>
      </dgm:prSet>
      <dgm:spPr/>
    </dgm:pt>
  </dgm:ptLst>
  <dgm:cxnLst>
    <dgm:cxn modelId="{A66BED05-8A46-43B2-8A0D-338A0EC4C718}" type="presOf" srcId="{F7A46958-C503-4AAE-A847-4641297F8D89}" destId="{962DE86B-57FB-4E57-B9E2-1CDD9869201D}" srcOrd="0" destOrd="0" presId="urn:microsoft.com/office/officeart/2009/3/layout/IncreasingArrowsProcess"/>
    <dgm:cxn modelId="{25C09A10-1142-4521-886A-B8416008464A}" srcId="{44B57C55-2B17-4C87-A444-485482BB1579}" destId="{A7F2DD4B-9069-431A-96B2-D35103A66940}" srcOrd="0" destOrd="0" parTransId="{9E6FADB4-0E10-48E4-A448-80AC9138B5F3}" sibTransId="{6411CDAA-A48D-44F5-83F1-9229675A04EF}"/>
    <dgm:cxn modelId="{A32E7711-D049-4311-918A-483A71EC6FFC}" type="presOf" srcId="{A7F2DD4B-9069-431A-96B2-D35103A66940}" destId="{3F0F4678-4480-4F65-812F-7188E8E3BA27}" srcOrd="0" destOrd="0" presId="urn:microsoft.com/office/officeart/2009/3/layout/IncreasingArrowsProcess"/>
    <dgm:cxn modelId="{550B8113-A838-4639-A3FB-B533024EDA3F}" type="presOf" srcId="{2A8570DF-D6EB-4605-92EC-111A78DD04C8}" destId="{7E98DD0F-2D96-4F62-B946-5235C76F447F}" srcOrd="0" destOrd="0" presId="urn:microsoft.com/office/officeart/2009/3/layout/IncreasingArrowsProcess"/>
    <dgm:cxn modelId="{60852A27-AC1B-4706-A529-244E8DF4F374}" type="presOf" srcId="{456063A0-C6C6-447E-84DB-3526F269FD58}" destId="{2B2584B2-DDE4-43C5-AC13-F191D54BFA19}" srcOrd="0" destOrd="0" presId="urn:microsoft.com/office/officeart/2009/3/layout/IncreasingArrowsProcess"/>
    <dgm:cxn modelId="{E0530229-B731-4F27-A3D4-98B8289B7B7C}" type="presOf" srcId="{54A42531-F6CF-4017-96EB-95C8615A3294}" destId="{E86EC7DA-1671-4DAB-B8CD-684A0A10D28B}" srcOrd="0" destOrd="0" presId="urn:microsoft.com/office/officeart/2009/3/layout/IncreasingArrowsProcess"/>
    <dgm:cxn modelId="{AE292B29-323D-49C7-99AD-047EF273DC3B}" srcId="{2A8570DF-D6EB-4605-92EC-111A78DD04C8}" destId="{39015ED6-41D0-4554-9CAD-7105BDB878C4}" srcOrd="4" destOrd="0" parTransId="{6DCD1CAC-583A-4100-9B98-DB6842F3CDB7}" sibTransId="{5F328325-9871-47CB-977A-F457C8CDB2CA}"/>
    <dgm:cxn modelId="{5BA08229-F1AD-4AF5-A3FA-A8269B63959C}" srcId="{2A0230E0-88F0-4F81-BAF8-58E270957BCA}" destId="{456063A0-C6C6-447E-84DB-3526F269FD58}" srcOrd="0" destOrd="0" parTransId="{49298535-35D2-4D69-AA6D-45D615C7DADB}" sibTransId="{9EC5BF2E-09EC-4648-B356-2173EF72710F}"/>
    <dgm:cxn modelId="{B4D02142-953A-49C0-B1E4-09C9369F6EF3}" type="presOf" srcId="{8E71BD4B-776B-47D4-AA46-165AA34C906F}" destId="{5E52CB30-E02C-40CD-B263-64B93A59E37F}" srcOrd="0" destOrd="0" presId="urn:microsoft.com/office/officeart/2009/3/layout/IncreasingArrowsProcess"/>
    <dgm:cxn modelId="{22B89D49-9562-441A-A3C0-200200FF53F9}" srcId="{2A8570DF-D6EB-4605-92EC-111A78DD04C8}" destId="{2A0230E0-88F0-4F81-BAF8-58E270957BCA}" srcOrd="3" destOrd="0" parTransId="{F392463D-EF57-40EC-B67C-C427D234A650}" sibTransId="{1230CFE9-5BEE-4C51-993B-44F31F0578A1}"/>
    <dgm:cxn modelId="{DC7B6575-D619-40D3-A5CF-88DD0C7AFCE6}" srcId="{39015ED6-41D0-4554-9CAD-7105BDB878C4}" destId="{8E71BD4B-776B-47D4-AA46-165AA34C906F}" srcOrd="0" destOrd="0" parTransId="{C925A356-4720-4E67-B167-949855C276AA}" sibTransId="{2314D5BD-917B-47AB-9FDE-9F9C4C6931B5}"/>
    <dgm:cxn modelId="{CF1FAF76-0A52-49AA-B793-BBB61493A4AC}" srcId="{2A8570DF-D6EB-4605-92EC-111A78DD04C8}" destId="{F7A46958-C503-4AAE-A847-4641297F8D89}" srcOrd="2" destOrd="0" parTransId="{D8A7B5A7-A843-4F1C-979F-141322ADF43B}" sibTransId="{7A562CAC-600C-478B-BFD7-FD93B3815C03}"/>
    <dgm:cxn modelId="{42F8BC58-3FE0-410C-A9C8-F5AA09461B07}" type="presOf" srcId="{27174115-FD95-4E62-B33A-C2D8FA744ED4}" destId="{094F4DF1-37BB-4ECD-9418-D07081488686}" srcOrd="0" destOrd="0" presId="urn:microsoft.com/office/officeart/2009/3/layout/IncreasingArrowsProcess"/>
    <dgm:cxn modelId="{25C27684-A316-41AC-A75C-48D86CFF029B}" type="presOf" srcId="{2A0230E0-88F0-4F81-BAF8-58E270957BCA}" destId="{C0E91409-81B0-4028-907D-5327B5143ADB}" srcOrd="0" destOrd="0" presId="urn:microsoft.com/office/officeart/2009/3/layout/IncreasingArrowsProcess"/>
    <dgm:cxn modelId="{BC60CE86-214B-4263-B72A-3154B9B94234}" srcId="{27174115-FD95-4E62-B33A-C2D8FA744ED4}" destId="{54A42531-F6CF-4017-96EB-95C8615A3294}" srcOrd="0" destOrd="0" parTransId="{925C0D60-EDFF-4DAA-8C9A-450B1DE40C85}" sibTransId="{096C92D1-D232-4365-9EF8-408E540F7561}"/>
    <dgm:cxn modelId="{ACF9B48E-162D-4BC9-AF57-38300A3F6243}" srcId="{2A8570DF-D6EB-4605-92EC-111A78DD04C8}" destId="{27174115-FD95-4E62-B33A-C2D8FA744ED4}" srcOrd="0" destOrd="0" parTransId="{0272BAA0-E293-418B-8CB7-BCBF7D92DA3B}" sibTransId="{5BFB1068-2037-493F-A484-A25F7039D8BA}"/>
    <dgm:cxn modelId="{05FA468F-6FC3-44D1-B820-A2B22E3BD8DF}" type="presOf" srcId="{39015ED6-41D0-4554-9CAD-7105BDB878C4}" destId="{C2F78D87-5BAB-4238-BA32-642972FEF7AA}" srcOrd="0" destOrd="0" presId="urn:microsoft.com/office/officeart/2009/3/layout/IncreasingArrowsProcess"/>
    <dgm:cxn modelId="{3E34AA92-BB1E-4B6A-B2F3-5D134A67B9E8}" type="presOf" srcId="{44B57C55-2B17-4C87-A444-485482BB1579}" destId="{3377E146-BBE8-4251-922A-3A142A5DB22A}" srcOrd="0" destOrd="0" presId="urn:microsoft.com/office/officeart/2009/3/layout/IncreasingArrowsProcess"/>
    <dgm:cxn modelId="{6C82C39C-88EE-448F-A4C0-36F6F9A23AC9}" type="presOf" srcId="{7BEB3467-3C35-4A0E-A004-15FC82181F10}" destId="{A2FE8EDA-D970-4B0B-BEE7-3C260734EB3F}" srcOrd="0" destOrd="0" presId="urn:microsoft.com/office/officeart/2009/3/layout/IncreasingArrowsProcess"/>
    <dgm:cxn modelId="{062FB0AC-1D74-4DDE-841C-3D9B3F3991A3}" srcId="{2A8570DF-D6EB-4605-92EC-111A78DD04C8}" destId="{44B57C55-2B17-4C87-A444-485482BB1579}" srcOrd="1" destOrd="0" parTransId="{F287AE56-46E9-4E3A-8FC6-3EB1D2BB58A3}" sibTransId="{13DE7946-9FB2-49CB-9BF7-8401DBD6EDF4}"/>
    <dgm:cxn modelId="{0A6E8ED2-1FD6-4D46-886C-ED38DE32E94A}" srcId="{F7A46958-C503-4AAE-A847-4641297F8D89}" destId="{7BEB3467-3C35-4A0E-A004-15FC82181F10}" srcOrd="0" destOrd="0" parTransId="{05BA3D8D-35FF-4536-9334-4A8F8A93BA8F}" sibTransId="{D43588C1-6611-4485-9E73-E693916771F7}"/>
    <dgm:cxn modelId="{A955FB5D-190D-464D-AAC4-85485535903A}" type="presParOf" srcId="{7E98DD0F-2D96-4F62-B946-5235C76F447F}" destId="{094F4DF1-37BB-4ECD-9418-D07081488686}" srcOrd="0" destOrd="0" presId="urn:microsoft.com/office/officeart/2009/3/layout/IncreasingArrowsProcess"/>
    <dgm:cxn modelId="{EB8AAE4C-EB0B-49A6-AC2C-838B300104AF}" type="presParOf" srcId="{7E98DD0F-2D96-4F62-B946-5235C76F447F}" destId="{E86EC7DA-1671-4DAB-B8CD-684A0A10D28B}" srcOrd="1" destOrd="0" presId="urn:microsoft.com/office/officeart/2009/3/layout/IncreasingArrowsProcess"/>
    <dgm:cxn modelId="{2B4D0CD2-FAB0-4749-A215-6B28E53632D0}" type="presParOf" srcId="{7E98DD0F-2D96-4F62-B946-5235C76F447F}" destId="{3377E146-BBE8-4251-922A-3A142A5DB22A}" srcOrd="2" destOrd="0" presId="urn:microsoft.com/office/officeart/2009/3/layout/IncreasingArrowsProcess"/>
    <dgm:cxn modelId="{11F85046-68CC-477F-839F-D0B59DD95964}" type="presParOf" srcId="{7E98DD0F-2D96-4F62-B946-5235C76F447F}" destId="{3F0F4678-4480-4F65-812F-7188E8E3BA27}" srcOrd="3" destOrd="0" presId="urn:microsoft.com/office/officeart/2009/3/layout/IncreasingArrowsProcess"/>
    <dgm:cxn modelId="{8F9C801A-2F3B-4A9F-96E7-18C7FC53A204}" type="presParOf" srcId="{7E98DD0F-2D96-4F62-B946-5235C76F447F}" destId="{962DE86B-57FB-4E57-B9E2-1CDD9869201D}" srcOrd="4" destOrd="0" presId="urn:microsoft.com/office/officeart/2009/3/layout/IncreasingArrowsProcess"/>
    <dgm:cxn modelId="{7CBD9D99-89D7-4ACF-B05F-8F15C9A3EF59}" type="presParOf" srcId="{7E98DD0F-2D96-4F62-B946-5235C76F447F}" destId="{A2FE8EDA-D970-4B0B-BEE7-3C260734EB3F}" srcOrd="5" destOrd="0" presId="urn:microsoft.com/office/officeart/2009/3/layout/IncreasingArrowsProcess"/>
    <dgm:cxn modelId="{072321A2-A90F-4764-AE18-EC5485AFDFB7}" type="presParOf" srcId="{7E98DD0F-2D96-4F62-B946-5235C76F447F}" destId="{C0E91409-81B0-4028-907D-5327B5143ADB}" srcOrd="6" destOrd="0" presId="urn:microsoft.com/office/officeart/2009/3/layout/IncreasingArrowsProcess"/>
    <dgm:cxn modelId="{D0F7A523-68E5-4C2A-8FA7-CB55714F95FC}" type="presParOf" srcId="{7E98DD0F-2D96-4F62-B946-5235C76F447F}" destId="{2B2584B2-DDE4-43C5-AC13-F191D54BFA19}" srcOrd="7" destOrd="0" presId="urn:microsoft.com/office/officeart/2009/3/layout/IncreasingArrowsProcess"/>
    <dgm:cxn modelId="{71EC015C-B832-4515-ADA0-31294DD52490}" type="presParOf" srcId="{7E98DD0F-2D96-4F62-B946-5235C76F447F}" destId="{C2F78D87-5BAB-4238-BA32-642972FEF7AA}" srcOrd="8" destOrd="0" presId="urn:microsoft.com/office/officeart/2009/3/layout/IncreasingArrowsProcess"/>
    <dgm:cxn modelId="{80FF57AF-6FCD-4D97-9366-B300556969B6}" type="presParOf" srcId="{7E98DD0F-2D96-4F62-B946-5235C76F447F}" destId="{5E52CB30-E02C-40CD-B263-64B93A59E37F}" srcOrd="9" destOrd="0" presId="urn:microsoft.com/office/officeart/2009/3/layout/IncreasingArrows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dgm:t>
        <a:bodyPr/>
        <a:lstStyle/>
        <a:p>
          <a:r>
            <a:rPr lang="en-US" altLang="zh-CN" dirty="0"/>
            <a:t>Product Backlog </a:t>
          </a:r>
          <a:r>
            <a:rPr lang="zh-CN" altLang="en-US" dirty="0"/>
            <a:t>产品待办事项 </a:t>
          </a:r>
        </a:p>
      </dgm:t>
    </dgm:pt>
    <dgm:pt modelId="{35B26F15-481E-4980-8B11-9EE0F478DD59}" type="parTrans" cxnId="{D79B505B-9D89-4968-8277-F0D430410105}">
      <dgm:prSet/>
      <dgm:spPr/>
      <dgm:t>
        <a:bodyPr/>
        <a:lstStyle/>
        <a:p>
          <a:endParaRPr lang="zh-CN" altLang="en-US"/>
        </a:p>
      </dgm:t>
    </dgm:pt>
    <dgm:pt modelId="{A94150D4-C492-46EB-B1AC-9F736396AA0D}" type="sibTrans" cxnId="{D79B505B-9D89-4968-8277-F0D430410105}">
      <dgm:prSet/>
      <dgm:spPr/>
      <dgm:t>
        <a:bodyPr/>
        <a:lstStyle/>
        <a:p>
          <a:endParaRPr lang="zh-CN" altLang="en-US"/>
        </a:p>
      </dgm:t>
    </dgm:pt>
    <dgm:pt modelId="{CFB0D99E-28ED-4902-8D61-7ACF91349FF3}">
      <dgm:prSet phldrT="[文本]"/>
      <dgm:spPr/>
      <dgm:t>
        <a:bodyPr/>
        <a:lstStyle/>
        <a:p>
          <a:r>
            <a:rPr lang="en-US" altLang="zh-CN" dirty="0"/>
            <a:t>Sprint Backlog </a:t>
          </a:r>
          <a:r>
            <a:rPr lang="zh-CN" altLang="en-US" dirty="0"/>
            <a:t>冲刺待办事项</a:t>
          </a:r>
        </a:p>
      </dgm:t>
    </dgm:pt>
    <dgm:pt modelId="{99722672-1784-4400-81B7-D0DF21E97805}" type="parTrans" cxnId="{E1AF4824-10A9-4F9E-8664-538DE83A0D90}">
      <dgm:prSet/>
      <dgm:spPr/>
      <dgm:t>
        <a:bodyPr/>
        <a:lstStyle/>
        <a:p>
          <a:endParaRPr lang="zh-CN" altLang="en-US"/>
        </a:p>
      </dgm:t>
    </dgm:pt>
    <dgm:pt modelId="{F3F17E05-AEAE-4D48-8949-759579CCD152}" type="sibTrans" cxnId="{E1AF4824-10A9-4F9E-8664-538DE83A0D90}">
      <dgm:prSet/>
      <dgm:spPr/>
      <dgm:t>
        <a:bodyPr/>
        <a:lstStyle/>
        <a:p>
          <a:endParaRPr lang="zh-CN" altLang="en-US"/>
        </a:p>
      </dgm:t>
    </dgm:pt>
    <dgm:pt modelId="{0BE932A6-6974-4FF5-9D55-B28BE60115AD}">
      <dgm:prSet phldrT="[文本]"/>
      <dgm:spPr/>
      <dgm:t>
        <a:bodyPr/>
        <a:lstStyle/>
        <a:p>
          <a:r>
            <a:rPr lang="en-US" altLang="zh-CN" dirty="0"/>
            <a:t>Increment </a:t>
          </a:r>
          <a:r>
            <a:rPr lang="zh-CN" altLang="en-US" dirty="0"/>
            <a:t>增量</a:t>
          </a:r>
        </a:p>
      </dgm:t>
    </dgm:pt>
    <dgm:pt modelId="{17D82F36-9F94-4776-98C5-AE3B3F0F3E6C}" type="parTrans" cxnId="{A392CC0F-611C-4D9E-BCC9-4711500668CE}">
      <dgm:prSet/>
      <dgm:spPr/>
      <dgm:t>
        <a:bodyPr/>
        <a:lstStyle/>
        <a:p>
          <a:endParaRPr lang="zh-CN" altLang="en-US"/>
        </a:p>
      </dgm:t>
    </dgm:pt>
    <dgm:pt modelId="{AB964673-9E14-4EF3-BC35-34F63573595B}" type="sibTrans" cxnId="{A392CC0F-611C-4D9E-BCC9-4711500668CE}">
      <dgm:prSet/>
      <dgm:spPr/>
      <dgm:t>
        <a:bodyPr/>
        <a:lstStyle/>
        <a:p>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dgm:spPr>
      <dgm:t>
        <a:bodyPr/>
        <a:lstStyle/>
        <a:p>
          <a:r>
            <a:rPr lang="zh-CN" altLang="en-US" dirty="0"/>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dgm:t>
        <a:bodyPr/>
        <a:lstStyle/>
        <a:p>
          <a:r>
            <a:rPr lang="zh-CN" altLang="en-US" dirty="0"/>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dgm:t>
        <a:bodyPr/>
        <a:lstStyle/>
        <a:p>
          <a:r>
            <a:rPr lang="zh-CN" altLang="en-US"/>
            <a:t>事件影响</a:t>
          </a:r>
          <a:endParaRPr lang="zh-CN" altLang="en-US" dirty="0"/>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dgm:t>
        <a:bodyPr/>
        <a:lstStyle/>
        <a:p>
          <a:r>
            <a:rPr lang="zh-CN" altLang="en-US"/>
            <a:t>事件概率</a:t>
          </a:r>
          <a:endParaRPr lang="zh-CN" altLang="en-US" dirty="0"/>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AACCFAB-3586-4C89-82F5-30CA64F870D8}" type="doc">
      <dgm:prSet loTypeId="urn:microsoft.com/office/officeart/2005/8/layout/hList6" loCatId="list" qsTypeId="urn:microsoft.com/office/officeart/2005/8/quickstyle/simple1" qsCatId="simple" csTypeId="urn:microsoft.com/office/officeart/2005/8/colors/colorful5" csCatId="colorful" phldr="1"/>
      <dgm:spPr/>
      <dgm:t>
        <a:bodyPr/>
        <a:lstStyle/>
        <a:p>
          <a:endParaRPr lang="zh-CN" altLang="en-US"/>
        </a:p>
      </dgm:t>
    </dgm:pt>
    <dgm:pt modelId="{8A8A65F4-3297-48D4-BA56-5E009D932CE9}">
      <dgm:prSet phldrT="[Text]" custT="1"/>
      <dgm:spPr>
        <a:ln>
          <a:solidFill>
            <a:schemeClr val="bg1"/>
          </a:solidFill>
        </a:ln>
        <a:effectLst>
          <a:outerShdw blurRad="50800" dist="38100" dir="2700000" algn="tl" rotWithShape="0">
            <a:prstClr val="black">
              <a:alpha val="40000"/>
            </a:prstClr>
          </a:outerShdw>
        </a:effectLst>
      </dgm:spPr>
      <dgm:t>
        <a:bodyPr/>
        <a:lstStyle/>
        <a:p>
          <a:r>
            <a:rPr lang="zh-CN" altLang="en-US" sz="2000" baseline="0" dirty="0">
              <a:latin typeface="Montserrat" panose="00000500000000000000" pitchFamily="2" charset="0"/>
              <a:ea typeface="微软雅黑 Light" panose="020B0502040204020203" pitchFamily="34" charset="-122"/>
            </a:rPr>
            <a:t>成本补偿合同</a:t>
          </a:r>
        </a:p>
      </dgm:t>
    </dgm:pt>
    <dgm:pt modelId="{334A39A2-FF71-4BDD-9616-86C39CE7B69C}" type="par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03D3FB13-FD44-4B83-8171-008A3801D643}" type="sibTrans" cxnId="{EA1E26A0-B55A-483C-93D6-CE65C1AE0420}">
      <dgm:prSet/>
      <dgm:spPr>
        <a:ln>
          <a:solidFill>
            <a:schemeClr val="bg1">
              <a:lumMod val="65000"/>
            </a:schemeClr>
          </a:solidFill>
        </a:ln>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CB5B879A-6E15-4F22-99E7-D93FB8BE0F74}">
      <dgm:prSet phldrT="[Text]" custT="1"/>
      <dgm:spPr>
        <a:solidFill>
          <a:schemeClr val="accent2"/>
        </a:solidFill>
        <a:ln>
          <a:solidFill>
            <a:schemeClr val="bg1"/>
          </a:solidFill>
        </a:ln>
        <a:effectLst>
          <a:outerShdw blurRad="50800" dist="38100" dir="2700000" algn="tl" rotWithShape="0">
            <a:prstClr val="black">
              <a:alpha val="40000"/>
            </a:prstClr>
          </a:outerShdw>
        </a:effectLst>
      </dgm:spPr>
      <dgm:t>
        <a:bodyPr/>
        <a:lstStyle/>
        <a:p>
          <a:r>
            <a:rPr lang="zh-CN" altLang="en-US" sz="2000" baseline="0" dirty="0">
              <a:latin typeface="Montserrat" panose="00000500000000000000" pitchFamily="2" charset="0"/>
              <a:ea typeface="微软雅黑 Light" panose="020B0502040204020203" pitchFamily="34" charset="-122"/>
            </a:rPr>
            <a:t>总价合同</a:t>
          </a:r>
        </a:p>
      </dgm:t>
    </dgm:pt>
    <dgm:pt modelId="{72249B3D-5D25-4798-9643-B2BBCF2D115B}" type="parTrans" cxnId="{48EDB646-ACA0-4910-83EE-0F3C067EEFDA}">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6CDD844A-482E-4808-9DDF-DA99A5C417F5}" type="sibTrans" cxnId="{48EDB646-ACA0-4910-83EE-0F3C067EEFDA}">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446430FD-F2F4-476B-98F5-9A925A78FC3A}">
      <dgm:prSet phldrT="[Text]" custT="1"/>
      <dgm:spPr>
        <a:ln>
          <a:solidFill>
            <a:schemeClr val="bg1"/>
          </a:solidFill>
        </a:ln>
        <a:effectLst>
          <a:outerShdw blurRad="50800" dist="38100" dir="2700000" algn="tl" rotWithShape="0">
            <a:prstClr val="black">
              <a:alpha val="40000"/>
            </a:prstClr>
          </a:outerShdw>
        </a:effectLst>
      </dgm:spPr>
      <dgm:t>
        <a:bodyPr/>
        <a:lstStyle/>
        <a:p>
          <a:r>
            <a:rPr lang="zh-CN" sz="2000" baseline="0" dirty="0">
              <a:latin typeface="Montserrat" panose="00000500000000000000" pitchFamily="2" charset="0"/>
              <a:ea typeface="微软雅黑 Light" panose="020B0502040204020203" pitchFamily="34" charset="-122"/>
            </a:rPr>
            <a:t>工料合同</a:t>
          </a:r>
          <a:r>
            <a:rPr lang="en-US" sz="2000" baseline="0" dirty="0">
              <a:latin typeface="Montserrat" panose="00000500000000000000" pitchFamily="2" charset="0"/>
              <a:ea typeface="微软雅黑 Light" panose="020B0502040204020203" pitchFamily="34" charset="-122"/>
            </a:rPr>
            <a:t> (T&amp;M)</a:t>
          </a:r>
          <a:endParaRPr lang="zh-CN" altLang="en-US" sz="2000" baseline="0" dirty="0">
            <a:latin typeface="Montserrat" panose="00000500000000000000" pitchFamily="2" charset="0"/>
            <a:ea typeface="微软雅黑 Light" panose="020B0502040204020203" pitchFamily="34" charset="-122"/>
          </a:endParaRPr>
        </a:p>
      </dgm:t>
    </dgm:pt>
    <dgm:pt modelId="{02E8D32E-D7F0-4144-AD3E-2C1C18F83F1A}" type="par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7D0852B4-8680-47AF-BD9B-F9EB79E56F9F}" type="sib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4A310EC1-FE5F-4F20-9E01-29ACD37F6A17}" type="pres">
      <dgm:prSet presAssocID="{BAACCFAB-3586-4C89-82F5-30CA64F870D8}" presName="Name0" presStyleCnt="0">
        <dgm:presLayoutVars>
          <dgm:dir/>
          <dgm:resizeHandles val="exact"/>
        </dgm:presLayoutVars>
      </dgm:prSet>
      <dgm:spPr/>
    </dgm:pt>
    <dgm:pt modelId="{AA1DEA56-CC33-43BE-8735-4441E7C69179}" type="pres">
      <dgm:prSet presAssocID="{8A8A65F4-3297-48D4-BA56-5E009D932CE9}" presName="node" presStyleLbl="node1" presStyleIdx="0" presStyleCnt="3">
        <dgm:presLayoutVars>
          <dgm:bulletEnabled val="1"/>
        </dgm:presLayoutVars>
      </dgm:prSet>
      <dgm:spPr/>
    </dgm:pt>
    <dgm:pt modelId="{C1C59A16-AED7-4FAB-8FAC-6F8EC110EF93}" type="pres">
      <dgm:prSet presAssocID="{03D3FB13-FD44-4B83-8171-008A3801D643}" presName="sibTrans" presStyleCnt="0"/>
      <dgm:spPr/>
    </dgm:pt>
    <dgm:pt modelId="{1056B091-CD94-4BB0-8E96-169F35FE1625}" type="pres">
      <dgm:prSet presAssocID="{CB5B879A-6E15-4F22-99E7-D93FB8BE0F74}" presName="node" presStyleLbl="node1" presStyleIdx="1" presStyleCnt="3">
        <dgm:presLayoutVars>
          <dgm:bulletEnabled val="1"/>
        </dgm:presLayoutVars>
      </dgm:prSet>
      <dgm:spPr/>
    </dgm:pt>
    <dgm:pt modelId="{8662E0D7-5468-4C5F-96A5-DA44532EB416}" type="pres">
      <dgm:prSet presAssocID="{6CDD844A-482E-4808-9DDF-DA99A5C417F5}" presName="sibTrans" presStyleCnt="0"/>
      <dgm:spPr/>
    </dgm:pt>
    <dgm:pt modelId="{16BA34B7-974C-4F6C-94BC-484155B2C518}" type="pres">
      <dgm:prSet presAssocID="{446430FD-F2F4-476B-98F5-9A925A78FC3A}" presName="node" presStyleLbl="node1" presStyleIdx="2" presStyleCnt="3">
        <dgm:presLayoutVars>
          <dgm:bulletEnabled val="1"/>
        </dgm:presLayoutVars>
      </dgm:prSet>
      <dgm:spPr/>
    </dgm:pt>
  </dgm:ptLst>
  <dgm:cxnLst>
    <dgm:cxn modelId="{C98A5D30-FE03-4742-A4C2-7B07AC552BEF}" type="presOf" srcId="{CB5B879A-6E15-4F22-99E7-D93FB8BE0F74}" destId="{1056B091-CD94-4BB0-8E96-169F35FE1625}" srcOrd="0" destOrd="0" presId="urn:microsoft.com/office/officeart/2005/8/layout/hList6"/>
    <dgm:cxn modelId="{48EDB646-ACA0-4910-83EE-0F3C067EEFDA}" srcId="{BAACCFAB-3586-4C89-82F5-30CA64F870D8}" destId="{CB5B879A-6E15-4F22-99E7-D93FB8BE0F74}" srcOrd="1" destOrd="0" parTransId="{72249B3D-5D25-4798-9643-B2BBCF2D115B}" sibTransId="{6CDD844A-482E-4808-9DDF-DA99A5C417F5}"/>
    <dgm:cxn modelId="{F3E6E699-0927-489E-92C4-80B6E4AA6199}" type="presOf" srcId="{BAACCFAB-3586-4C89-82F5-30CA64F870D8}" destId="{4A310EC1-FE5F-4F20-9E01-29ACD37F6A17}" srcOrd="0" destOrd="0" presId="urn:microsoft.com/office/officeart/2005/8/layout/hList6"/>
    <dgm:cxn modelId="{EA1E26A0-B55A-483C-93D6-CE65C1AE0420}" srcId="{BAACCFAB-3586-4C89-82F5-30CA64F870D8}" destId="{8A8A65F4-3297-48D4-BA56-5E009D932CE9}" srcOrd="0" destOrd="0" parTransId="{334A39A2-FF71-4BDD-9616-86C39CE7B69C}" sibTransId="{03D3FB13-FD44-4B83-8171-008A3801D643}"/>
    <dgm:cxn modelId="{56FA3BB1-9135-448C-95D7-9E55A572A619}" type="presOf" srcId="{446430FD-F2F4-476B-98F5-9A925A78FC3A}" destId="{16BA34B7-974C-4F6C-94BC-484155B2C518}" srcOrd="0" destOrd="0" presId="urn:microsoft.com/office/officeart/2005/8/layout/hList6"/>
    <dgm:cxn modelId="{97B3D9F1-38B7-4163-A4F8-5AA1E9B42352}" type="presOf" srcId="{8A8A65F4-3297-48D4-BA56-5E009D932CE9}" destId="{AA1DEA56-CC33-43BE-8735-4441E7C69179}" srcOrd="0" destOrd="0" presId="urn:microsoft.com/office/officeart/2005/8/layout/hList6"/>
    <dgm:cxn modelId="{31AF39F6-3C31-4C06-8BE6-D647A8EC59D0}" srcId="{BAACCFAB-3586-4C89-82F5-30CA64F870D8}" destId="{446430FD-F2F4-476B-98F5-9A925A78FC3A}" srcOrd="2" destOrd="0" parTransId="{02E8D32E-D7F0-4144-AD3E-2C1C18F83F1A}" sibTransId="{7D0852B4-8680-47AF-BD9B-F9EB79E56F9F}"/>
    <dgm:cxn modelId="{EE942C26-C297-4C23-9332-0DD0B13092A4}" type="presParOf" srcId="{4A310EC1-FE5F-4F20-9E01-29ACD37F6A17}" destId="{AA1DEA56-CC33-43BE-8735-4441E7C69179}" srcOrd="0" destOrd="0" presId="urn:microsoft.com/office/officeart/2005/8/layout/hList6"/>
    <dgm:cxn modelId="{74A6A0AA-7F28-4B4A-A3BD-B65A2D721E9C}" type="presParOf" srcId="{4A310EC1-FE5F-4F20-9E01-29ACD37F6A17}" destId="{C1C59A16-AED7-4FAB-8FAC-6F8EC110EF93}" srcOrd="1" destOrd="0" presId="urn:microsoft.com/office/officeart/2005/8/layout/hList6"/>
    <dgm:cxn modelId="{CE33895A-16CC-4E05-8151-D61789531081}" type="presParOf" srcId="{4A310EC1-FE5F-4F20-9E01-29ACD37F6A17}" destId="{1056B091-CD94-4BB0-8E96-169F35FE1625}" srcOrd="2" destOrd="0" presId="urn:microsoft.com/office/officeart/2005/8/layout/hList6"/>
    <dgm:cxn modelId="{21FAE52D-0C23-4F66-B219-475B9B40BA10}" type="presParOf" srcId="{4A310EC1-FE5F-4F20-9E01-29ACD37F6A17}" destId="{8662E0D7-5468-4C5F-96A5-DA44532EB416}" srcOrd="3" destOrd="0" presId="urn:microsoft.com/office/officeart/2005/8/layout/hList6"/>
    <dgm:cxn modelId="{3D51D667-9852-4F9A-9C93-2282D0F97544}" type="presParOf" srcId="{4A310EC1-FE5F-4F20-9E01-29ACD37F6A17}" destId="{16BA34B7-974C-4F6C-94BC-484155B2C518}" srcOrd="4" destOrd="0" presId="urn:microsoft.com/office/officeart/2005/8/layout/hList6"/>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dirty="0"/>
            <a:t>Time</a:t>
          </a:r>
          <a:endParaRPr lang="zh-CN" altLang="en-US" dirty="0"/>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dirty="0"/>
            <a:t>Cost</a:t>
          </a:r>
          <a:endParaRPr lang="zh-CN" altLang="en-US" dirty="0"/>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01512CD1-0C27-4A7D-BDBF-37445F9866A6}" type="doc">
      <dgm:prSet loTypeId="urn:microsoft.com/office/officeart/2008/layout/AscendingPictureAccentProcess" loCatId="picture" qsTypeId="urn:microsoft.com/office/officeart/2005/8/quickstyle/simple1" qsCatId="simple" csTypeId="urn:microsoft.com/office/officeart/2005/8/colors/colorful5" csCatId="colorful" phldr="1"/>
      <dgm:spPr/>
    </dgm:pt>
    <dgm:pt modelId="{BEA28C3D-C999-4D2B-ACEF-BB6386790377}">
      <dgm:prSet phldrT="[文本]"/>
      <dgm:spPr/>
      <dgm:t>
        <a:bodyPr/>
        <a:lstStyle/>
        <a:p>
          <a:r>
            <a:rPr lang="zh-CN" altLang="en-US" dirty="0"/>
            <a:t>项目验收</a:t>
          </a:r>
        </a:p>
      </dgm:t>
    </dgm:pt>
    <dgm:pt modelId="{199F9488-57BA-4C00-8B7F-0AA21C5F5E4D}" type="parTrans" cxnId="{0BEA772C-5276-4402-A1FD-6AFF7F367CEC}">
      <dgm:prSet/>
      <dgm:spPr/>
      <dgm:t>
        <a:bodyPr/>
        <a:lstStyle/>
        <a:p>
          <a:endParaRPr lang="zh-CN" altLang="en-US"/>
        </a:p>
      </dgm:t>
    </dgm:pt>
    <dgm:pt modelId="{D45716AA-7F7E-4E47-9883-4CE4E6D02F3F}" type="sibTrans" cxnId="{0BEA772C-5276-4402-A1FD-6AFF7F367CEC}">
      <dgm:prSet/>
      <dgm:spPr/>
      <dgm:t>
        <a:bodyPr/>
        <a:lstStyle/>
        <a:p>
          <a:endParaRPr lang="zh-CN" altLang="en-US"/>
        </a:p>
      </dgm:t>
    </dgm:pt>
    <dgm:pt modelId="{4628FF22-A938-4E1F-A998-8F0ECD4082C0}">
      <dgm:prSet phldrT="[文本]"/>
      <dgm:spPr/>
      <dgm:t>
        <a:bodyPr/>
        <a:lstStyle/>
        <a:p>
          <a:r>
            <a:rPr lang="zh-CN" altLang="en-US" dirty="0"/>
            <a:t>合同终止</a:t>
          </a:r>
        </a:p>
      </dgm:t>
    </dgm:pt>
    <dgm:pt modelId="{FF1F14AC-D6DE-4439-9747-0392D6D1E2BB}" type="parTrans" cxnId="{A5CE13A3-8DD9-4DAC-9EF6-A5044BB96565}">
      <dgm:prSet/>
      <dgm:spPr/>
      <dgm:t>
        <a:bodyPr/>
        <a:lstStyle/>
        <a:p>
          <a:endParaRPr lang="zh-CN" altLang="en-US"/>
        </a:p>
      </dgm:t>
    </dgm:pt>
    <dgm:pt modelId="{A3AE1904-6BA6-40EA-AEC5-E26C366DEF9D}" type="sibTrans" cxnId="{A5CE13A3-8DD9-4DAC-9EF6-A5044BB96565}">
      <dgm:prSet/>
      <dgm:spPr/>
      <dgm:t>
        <a:bodyPr/>
        <a:lstStyle/>
        <a:p>
          <a:endParaRPr lang="zh-CN" altLang="en-US"/>
        </a:p>
      </dgm:t>
    </dgm:pt>
    <dgm:pt modelId="{39C81503-D47E-4820-A49E-75471A80276C}">
      <dgm:prSet phldrT="[文本]"/>
      <dgm:spPr/>
      <dgm:t>
        <a:bodyPr/>
        <a:lstStyle/>
        <a:p>
          <a:r>
            <a:rPr lang="zh-CN" altLang="en-US" dirty="0"/>
            <a:t>项目最后评审</a:t>
          </a:r>
        </a:p>
      </dgm:t>
    </dgm:pt>
    <dgm:pt modelId="{1D701A97-F5E5-4936-B59B-93BBF8D811C2}" type="parTrans" cxnId="{8A4FC1FC-E363-4C13-B074-42490557B45F}">
      <dgm:prSet/>
      <dgm:spPr/>
      <dgm:t>
        <a:bodyPr/>
        <a:lstStyle/>
        <a:p>
          <a:endParaRPr lang="zh-CN" altLang="en-US"/>
        </a:p>
      </dgm:t>
    </dgm:pt>
    <dgm:pt modelId="{5F82DC52-A1B8-484A-B26D-C3C606035339}" type="sibTrans" cxnId="{8A4FC1FC-E363-4C13-B074-42490557B45F}">
      <dgm:prSet/>
      <dgm:spPr/>
      <dgm:t>
        <a:bodyPr/>
        <a:lstStyle/>
        <a:p>
          <a:endParaRPr lang="zh-CN" altLang="en-US"/>
        </a:p>
      </dgm:t>
    </dgm:pt>
    <dgm:pt modelId="{45A51376-644B-46CD-93CC-FF61A033D948}">
      <dgm:prSet phldrT="[文本]"/>
      <dgm:spPr/>
      <dgm:t>
        <a:bodyPr/>
        <a:lstStyle/>
        <a:p>
          <a:r>
            <a:rPr lang="zh-CN" altLang="en-US" dirty="0"/>
            <a:t>项目总结报告</a:t>
          </a:r>
        </a:p>
      </dgm:t>
    </dgm:pt>
    <dgm:pt modelId="{6C86E0C1-52D2-4E7A-AA89-00BFD1D3432E}" type="parTrans" cxnId="{946A6002-6B3F-487C-B8DB-B08B97BDD1EF}">
      <dgm:prSet/>
      <dgm:spPr/>
      <dgm:t>
        <a:bodyPr/>
        <a:lstStyle/>
        <a:p>
          <a:endParaRPr lang="zh-CN" altLang="en-US"/>
        </a:p>
      </dgm:t>
    </dgm:pt>
    <dgm:pt modelId="{9D1832CB-100D-4EF8-8345-4292109EC15F}" type="sibTrans" cxnId="{946A6002-6B3F-487C-B8DB-B08B97BDD1EF}">
      <dgm:prSet/>
      <dgm:spPr/>
      <dgm:t>
        <a:bodyPr/>
        <a:lstStyle/>
        <a:p>
          <a:endParaRPr lang="zh-CN" altLang="en-US"/>
        </a:p>
      </dgm:t>
    </dgm:pt>
    <dgm:pt modelId="{61233899-0404-423C-8881-37D9A9640AB0}" type="pres">
      <dgm:prSet presAssocID="{01512CD1-0C27-4A7D-BDBF-37445F9866A6}" presName="Name0" presStyleCnt="0">
        <dgm:presLayoutVars>
          <dgm:chMax val="7"/>
          <dgm:chPref val="7"/>
          <dgm:dir/>
        </dgm:presLayoutVars>
      </dgm:prSet>
      <dgm:spPr/>
    </dgm:pt>
    <dgm:pt modelId="{7FBF205D-9977-4197-B218-6546F80E8725}" type="pres">
      <dgm:prSet presAssocID="{01512CD1-0C27-4A7D-BDBF-37445F9866A6}" presName="dot1" presStyleLbl="alignNode1" presStyleIdx="0" presStyleCnt="13"/>
      <dgm:spPr/>
    </dgm:pt>
    <dgm:pt modelId="{1E288050-D3C1-43B7-A40C-33CA4EAF871D}" type="pres">
      <dgm:prSet presAssocID="{01512CD1-0C27-4A7D-BDBF-37445F9866A6}" presName="dot2" presStyleLbl="alignNode1" presStyleIdx="1" presStyleCnt="13"/>
      <dgm:spPr/>
    </dgm:pt>
    <dgm:pt modelId="{70650512-A9F8-4507-8DAA-B360DB4B8446}" type="pres">
      <dgm:prSet presAssocID="{01512CD1-0C27-4A7D-BDBF-37445F9866A6}" presName="dot3" presStyleLbl="alignNode1" presStyleIdx="2" presStyleCnt="13"/>
      <dgm:spPr/>
    </dgm:pt>
    <dgm:pt modelId="{D88E4492-38BE-4A53-B47D-620257A76880}" type="pres">
      <dgm:prSet presAssocID="{01512CD1-0C27-4A7D-BDBF-37445F9866A6}" presName="dot4" presStyleLbl="alignNode1" presStyleIdx="3" presStyleCnt="13"/>
      <dgm:spPr/>
    </dgm:pt>
    <dgm:pt modelId="{27D1C86B-3030-4A29-BCB3-9F7FB7F4A81C}" type="pres">
      <dgm:prSet presAssocID="{01512CD1-0C27-4A7D-BDBF-37445F9866A6}" presName="dot5" presStyleLbl="alignNode1" presStyleIdx="4" presStyleCnt="13"/>
      <dgm:spPr/>
    </dgm:pt>
    <dgm:pt modelId="{5C44CD02-1B5B-407F-BA68-36A5C5225080}" type="pres">
      <dgm:prSet presAssocID="{01512CD1-0C27-4A7D-BDBF-37445F9866A6}" presName="dot6" presStyleLbl="alignNode1" presStyleIdx="5" presStyleCnt="13"/>
      <dgm:spPr/>
    </dgm:pt>
    <dgm:pt modelId="{DCB553B9-2D29-463B-885B-2AB3654FC5DC}" type="pres">
      <dgm:prSet presAssocID="{01512CD1-0C27-4A7D-BDBF-37445F9866A6}" presName="dotArrow1" presStyleLbl="alignNode1" presStyleIdx="6" presStyleCnt="13"/>
      <dgm:spPr/>
    </dgm:pt>
    <dgm:pt modelId="{E03DEB45-4767-484B-B07F-8035D4FF8144}" type="pres">
      <dgm:prSet presAssocID="{01512CD1-0C27-4A7D-BDBF-37445F9866A6}" presName="dotArrow2" presStyleLbl="alignNode1" presStyleIdx="7" presStyleCnt="13"/>
      <dgm:spPr/>
    </dgm:pt>
    <dgm:pt modelId="{E4587F2D-8A77-4784-A432-D531B1A31BD4}" type="pres">
      <dgm:prSet presAssocID="{01512CD1-0C27-4A7D-BDBF-37445F9866A6}" presName="dotArrow3" presStyleLbl="alignNode1" presStyleIdx="8" presStyleCnt="13"/>
      <dgm:spPr/>
    </dgm:pt>
    <dgm:pt modelId="{8F7AA7A6-BE78-4C47-96D0-A9778FD08B06}" type="pres">
      <dgm:prSet presAssocID="{01512CD1-0C27-4A7D-BDBF-37445F9866A6}" presName="dotArrow4" presStyleLbl="alignNode1" presStyleIdx="9" presStyleCnt="13"/>
      <dgm:spPr/>
    </dgm:pt>
    <dgm:pt modelId="{6787A4BE-5EB2-474E-9C43-8D94334B42F9}" type="pres">
      <dgm:prSet presAssocID="{01512CD1-0C27-4A7D-BDBF-37445F9866A6}" presName="dotArrow5" presStyleLbl="alignNode1" presStyleIdx="10" presStyleCnt="13"/>
      <dgm:spPr/>
    </dgm:pt>
    <dgm:pt modelId="{80BEC77D-3080-4C6D-9B8C-C10A40531F9D}" type="pres">
      <dgm:prSet presAssocID="{01512CD1-0C27-4A7D-BDBF-37445F9866A6}" presName="dotArrow6" presStyleLbl="alignNode1" presStyleIdx="11" presStyleCnt="13"/>
      <dgm:spPr/>
    </dgm:pt>
    <dgm:pt modelId="{24B063D7-86FA-4070-B7D4-32507B925161}" type="pres">
      <dgm:prSet presAssocID="{01512CD1-0C27-4A7D-BDBF-37445F9866A6}" presName="dotArrow7" presStyleLbl="alignNode1" presStyleIdx="12" presStyleCnt="13"/>
      <dgm:spPr/>
    </dgm:pt>
    <dgm:pt modelId="{D21F8134-CC38-4E63-8BBC-848694C9088E}" type="pres">
      <dgm:prSet presAssocID="{BEA28C3D-C999-4D2B-ACEF-BB6386790377}" presName="parTx1" presStyleLbl="node1" presStyleIdx="0" presStyleCnt="4"/>
      <dgm:spPr/>
    </dgm:pt>
    <dgm:pt modelId="{8CACBBF8-B01E-43D0-A6EB-B1C375AD5B1D}" type="pres">
      <dgm:prSet presAssocID="{D45716AA-7F7E-4E47-9883-4CE4E6D02F3F}" presName="picture1" presStyleCnt="0"/>
      <dgm:spPr/>
    </dgm:pt>
    <dgm:pt modelId="{FEE3AF7A-A9B6-49E6-B161-ACE803504278}" type="pres">
      <dgm:prSet presAssocID="{D45716AA-7F7E-4E47-9883-4CE4E6D02F3F}" presName="imageRepeatNode" presStyleLbl="fgImgPlace1" presStyleIdx="0" presStyleCnt="4"/>
      <dgm:spPr/>
    </dgm:pt>
    <dgm:pt modelId="{AC366577-85F8-4446-BF40-16D146BD8EDA}" type="pres">
      <dgm:prSet presAssocID="{4628FF22-A938-4E1F-A998-8F0ECD4082C0}" presName="parTx2" presStyleLbl="node1" presStyleIdx="1" presStyleCnt="4"/>
      <dgm:spPr/>
    </dgm:pt>
    <dgm:pt modelId="{DC5A6A50-2307-4A3A-AD6C-BE41B2C7CC5F}" type="pres">
      <dgm:prSet presAssocID="{A3AE1904-6BA6-40EA-AEC5-E26C366DEF9D}" presName="picture2" presStyleCnt="0"/>
      <dgm:spPr/>
    </dgm:pt>
    <dgm:pt modelId="{F4F6C737-765C-4321-A1C5-C8099FFECEF0}" type="pres">
      <dgm:prSet presAssocID="{A3AE1904-6BA6-40EA-AEC5-E26C366DEF9D}" presName="imageRepeatNode" presStyleLbl="fgImgPlace1" presStyleIdx="1" presStyleCnt="4"/>
      <dgm:spPr/>
    </dgm:pt>
    <dgm:pt modelId="{FE7EC5B8-832C-4FA6-94AE-814683D00B05}" type="pres">
      <dgm:prSet presAssocID="{39C81503-D47E-4820-A49E-75471A80276C}" presName="parTx3" presStyleLbl="node1" presStyleIdx="2" presStyleCnt="4"/>
      <dgm:spPr/>
    </dgm:pt>
    <dgm:pt modelId="{C684E5E1-9D8D-4CD6-B313-36C95FD59288}" type="pres">
      <dgm:prSet presAssocID="{5F82DC52-A1B8-484A-B26D-C3C606035339}" presName="picture3" presStyleCnt="0"/>
      <dgm:spPr/>
    </dgm:pt>
    <dgm:pt modelId="{B5BB9956-3C30-4A7A-A1E1-C16D4B177626}" type="pres">
      <dgm:prSet presAssocID="{5F82DC52-A1B8-484A-B26D-C3C606035339}" presName="imageRepeatNode" presStyleLbl="fgImgPlace1" presStyleIdx="2" presStyleCnt="4"/>
      <dgm:spPr/>
    </dgm:pt>
    <dgm:pt modelId="{6CFDDF2C-90A3-4F81-8F4D-27DD03C2C285}" type="pres">
      <dgm:prSet presAssocID="{45A51376-644B-46CD-93CC-FF61A033D948}" presName="parTx4" presStyleLbl="node1" presStyleIdx="3" presStyleCnt="4" custScaleX="99988"/>
      <dgm:spPr/>
    </dgm:pt>
    <dgm:pt modelId="{509EFC82-59D4-4618-940F-41EDBB45C4B1}" type="pres">
      <dgm:prSet presAssocID="{9D1832CB-100D-4EF8-8345-4292109EC15F}" presName="picture4" presStyleCnt="0"/>
      <dgm:spPr/>
    </dgm:pt>
    <dgm:pt modelId="{75EE274E-6437-449B-ABCA-AF8787CF15E9}" type="pres">
      <dgm:prSet presAssocID="{9D1832CB-100D-4EF8-8345-4292109EC15F}" presName="imageRepeatNode" presStyleLbl="fgImgPlace1" presStyleIdx="3" presStyleCnt="4"/>
      <dgm:spPr/>
    </dgm:pt>
  </dgm:ptLst>
  <dgm:cxnLst>
    <dgm:cxn modelId="{946A6002-6B3F-487C-B8DB-B08B97BDD1EF}" srcId="{01512CD1-0C27-4A7D-BDBF-37445F9866A6}" destId="{45A51376-644B-46CD-93CC-FF61A033D948}" srcOrd="3" destOrd="0" parTransId="{6C86E0C1-52D2-4E7A-AA89-00BFD1D3432E}" sibTransId="{9D1832CB-100D-4EF8-8345-4292109EC15F}"/>
    <dgm:cxn modelId="{0BEA772C-5276-4402-A1FD-6AFF7F367CEC}" srcId="{01512CD1-0C27-4A7D-BDBF-37445F9866A6}" destId="{BEA28C3D-C999-4D2B-ACEF-BB6386790377}" srcOrd="0" destOrd="0" parTransId="{199F9488-57BA-4C00-8B7F-0AA21C5F5E4D}" sibTransId="{D45716AA-7F7E-4E47-9883-4CE4E6D02F3F}"/>
    <dgm:cxn modelId="{2C918B30-2711-458B-9B5A-5CF7E890BF37}" type="presOf" srcId="{D45716AA-7F7E-4E47-9883-4CE4E6D02F3F}" destId="{FEE3AF7A-A9B6-49E6-B161-ACE803504278}" srcOrd="0" destOrd="0" presId="urn:microsoft.com/office/officeart/2008/layout/AscendingPictureAccentProcess"/>
    <dgm:cxn modelId="{93232434-6E87-405E-B1E5-B1EF49A01BAE}" type="presOf" srcId="{BEA28C3D-C999-4D2B-ACEF-BB6386790377}" destId="{D21F8134-CC38-4E63-8BBC-848694C9088E}" srcOrd="0" destOrd="0" presId="urn:microsoft.com/office/officeart/2008/layout/AscendingPictureAccentProcess"/>
    <dgm:cxn modelId="{9A287841-EA9F-47C3-8A4A-128F7752225B}" type="presOf" srcId="{4628FF22-A938-4E1F-A998-8F0ECD4082C0}" destId="{AC366577-85F8-4446-BF40-16D146BD8EDA}" srcOrd="0" destOrd="0" presId="urn:microsoft.com/office/officeart/2008/layout/AscendingPictureAccentProcess"/>
    <dgm:cxn modelId="{628BC156-FB41-4BBE-937B-E0586C80D8F5}" type="presOf" srcId="{01512CD1-0C27-4A7D-BDBF-37445F9866A6}" destId="{61233899-0404-423C-8881-37D9A9640AB0}" srcOrd="0" destOrd="0" presId="urn:microsoft.com/office/officeart/2008/layout/AscendingPictureAccentProcess"/>
    <dgm:cxn modelId="{BBCC697A-60D7-4F26-B247-0B3C50C0A0B9}" type="presOf" srcId="{A3AE1904-6BA6-40EA-AEC5-E26C366DEF9D}" destId="{F4F6C737-765C-4321-A1C5-C8099FFECEF0}" srcOrd="0" destOrd="0" presId="urn:microsoft.com/office/officeart/2008/layout/AscendingPictureAccentProcess"/>
    <dgm:cxn modelId="{744E7A85-7491-483E-9E56-E1DE77C0F085}" type="presOf" srcId="{45A51376-644B-46CD-93CC-FF61A033D948}" destId="{6CFDDF2C-90A3-4F81-8F4D-27DD03C2C285}" srcOrd="0" destOrd="0" presId="urn:microsoft.com/office/officeart/2008/layout/AscendingPictureAccentProcess"/>
    <dgm:cxn modelId="{A5CE13A3-8DD9-4DAC-9EF6-A5044BB96565}" srcId="{01512CD1-0C27-4A7D-BDBF-37445F9866A6}" destId="{4628FF22-A938-4E1F-A998-8F0ECD4082C0}" srcOrd="1" destOrd="0" parTransId="{FF1F14AC-D6DE-4439-9747-0392D6D1E2BB}" sibTransId="{A3AE1904-6BA6-40EA-AEC5-E26C366DEF9D}"/>
    <dgm:cxn modelId="{BC10BDA7-318F-4F47-BAC8-006EA47FF79D}" type="presOf" srcId="{5F82DC52-A1B8-484A-B26D-C3C606035339}" destId="{B5BB9956-3C30-4A7A-A1E1-C16D4B177626}" srcOrd="0" destOrd="0" presId="urn:microsoft.com/office/officeart/2008/layout/AscendingPictureAccentProcess"/>
    <dgm:cxn modelId="{55ABE5AA-B993-4C80-AE71-44F2C843AB7E}" type="presOf" srcId="{9D1832CB-100D-4EF8-8345-4292109EC15F}" destId="{75EE274E-6437-449B-ABCA-AF8787CF15E9}" srcOrd="0" destOrd="0" presId="urn:microsoft.com/office/officeart/2008/layout/AscendingPictureAccentProcess"/>
    <dgm:cxn modelId="{AF3744F9-4602-419F-ABC1-8F21BB7B416F}" type="presOf" srcId="{39C81503-D47E-4820-A49E-75471A80276C}" destId="{FE7EC5B8-832C-4FA6-94AE-814683D00B05}" srcOrd="0" destOrd="0" presId="urn:microsoft.com/office/officeart/2008/layout/AscendingPictureAccentProcess"/>
    <dgm:cxn modelId="{8A4FC1FC-E363-4C13-B074-42490557B45F}" srcId="{01512CD1-0C27-4A7D-BDBF-37445F9866A6}" destId="{39C81503-D47E-4820-A49E-75471A80276C}" srcOrd="2" destOrd="0" parTransId="{1D701A97-F5E5-4936-B59B-93BBF8D811C2}" sibTransId="{5F82DC52-A1B8-484A-B26D-C3C606035339}"/>
    <dgm:cxn modelId="{D455048A-0191-407A-BBDD-6DCEA5C1EACE}" type="presParOf" srcId="{61233899-0404-423C-8881-37D9A9640AB0}" destId="{7FBF205D-9977-4197-B218-6546F80E8725}" srcOrd="0" destOrd="0" presId="urn:microsoft.com/office/officeart/2008/layout/AscendingPictureAccentProcess"/>
    <dgm:cxn modelId="{1E3B69ED-BD04-4E63-A7A8-255792483C9E}" type="presParOf" srcId="{61233899-0404-423C-8881-37D9A9640AB0}" destId="{1E288050-D3C1-43B7-A40C-33CA4EAF871D}" srcOrd="1" destOrd="0" presId="urn:microsoft.com/office/officeart/2008/layout/AscendingPictureAccentProcess"/>
    <dgm:cxn modelId="{B7AF14BE-C3BD-434D-9A8A-BD99EF882191}" type="presParOf" srcId="{61233899-0404-423C-8881-37D9A9640AB0}" destId="{70650512-A9F8-4507-8DAA-B360DB4B8446}" srcOrd="2" destOrd="0" presId="urn:microsoft.com/office/officeart/2008/layout/AscendingPictureAccentProcess"/>
    <dgm:cxn modelId="{DACD38B1-DB3A-4337-8D43-2589CB1F1BFD}" type="presParOf" srcId="{61233899-0404-423C-8881-37D9A9640AB0}" destId="{D88E4492-38BE-4A53-B47D-620257A76880}" srcOrd="3" destOrd="0" presId="urn:microsoft.com/office/officeart/2008/layout/AscendingPictureAccentProcess"/>
    <dgm:cxn modelId="{C543BFA0-6286-4831-BA0A-CC8D0BBC6299}" type="presParOf" srcId="{61233899-0404-423C-8881-37D9A9640AB0}" destId="{27D1C86B-3030-4A29-BCB3-9F7FB7F4A81C}" srcOrd="4" destOrd="0" presId="urn:microsoft.com/office/officeart/2008/layout/AscendingPictureAccentProcess"/>
    <dgm:cxn modelId="{373EB663-7D54-418B-91CC-BCF5EECA987F}" type="presParOf" srcId="{61233899-0404-423C-8881-37D9A9640AB0}" destId="{5C44CD02-1B5B-407F-BA68-36A5C5225080}" srcOrd="5" destOrd="0" presId="urn:microsoft.com/office/officeart/2008/layout/AscendingPictureAccentProcess"/>
    <dgm:cxn modelId="{4EC7043C-4C73-47EB-A891-0B24F0A98E29}" type="presParOf" srcId="{61233899-0404-423C-8881-37D9A9640AB0}" destId="{DCB553B9-2D29-463B-885B-2AB3654FC5DC}" srcOrd="6" destOrd="0" presId="urn:microsoft.com/office/officeart/2008/layout/AscendingPictureAccentProcess"/>
    <dgm:cxn modelId="{72280ED0-D2A4-4173-8FE8-70139DDFD6B0}" type="presParOf" srcId="{61233899-0404-423C-8881-37D9A9640AB0}" destId="{E03DEB45-4767-484B-B07F-8035D4FF8144}" srcOrd="7" destOrd="0" presId="urn:microsoft.com/office/officeart/2008/layout/AscendingPictureAccentProcess"/>
    <dgm:cxn modelId="{2ED49F6A-165F-4C12-8A40-6DDE83B42C65}" type="presParOf" srcId="{61233899-0404-423C-8881-37D9A9640AB0}" destId="{E4587F2D-8A77-4784-A432-D531B1A31BD4}" srcOrd="8" destOrd="0" presId="urn:microsoft.com/office/officeart/2008/layout/AscendingPictureAccentProcess"/>
    <dgm:cxn modelId="{42BADE2B-9234-4B3A-8478-6F5950B461F4}" type="presParOf" srcId="{61233899-0404-423C-8881-37D9A9640AB0}" destId="{8F7AA7A6-BE78-4C47-96D0-A9778FD08B06}" srcOrd="9" destOrd="0" presId="urn:microsoft.com/office/officeart/2008/layout/AscendingPictureAccentProcess"/>
    <dgm:cxn modelId="{4A5B156C-1147-416D-B26C-42BA2AF583B7}" type="presParOf" srcId="{61233899-0404-423C-8881-37D9A9640AB0}" destId="{6787A4BE-5EB2-474E-9C43-8D94334B42F9}" srcOrd="10" destOrd="0" presId="urn:microsoft.com/office/officeart/2008/layout/AscendingPictureAccentProcess"/>
    <dgm:cxn modelId="{A7D4E7F7-E3B1-46BD-B011-6219F85C24B9}" type="presParOf" srcId="{61233899-0404-423C-8881-37D9A9640AB0}" destId="{80BEC77D-3080-4C6D-9B8C-C10A40531F9D}" srcOrd="11" destOrd="0" presId="urn:microsoft.com/office/officeart/2008/layout/AscendingPictureAccentProcess"/>
    <dgm:cxn modelId="{F45B4C73-5270-4C9C-AE2E-6E3EA18EA05E}" type="presParOf" srcId="{61233899-0404-423C-8881-37D9A9640AB0}" destId="{24B063D7-86FA-4070-B7D4-32507B925161}" srcOrd="12" destOrd="0" presId="urn:microsoft.com/office/officeart/2008/layout/AscendingPictureAccentProcess"/>
    <dgm:cxn modelId="{7FDCDECD-0CE6-48CB-8D19-7676CD4F21BA}" type="presParOf" srcId="{61233899-0404-423C-8881-37D9A9640AB0}" destId="{D21F8134-CC38-4E63-8BBC-848694C9088E}" srcOrd="13" destOrd="0" presId="urn:microsoft.com/office/officeart/2008/layout/AscendingPictureAccentProcess"/>
    <dgm:cxn modelId="{76E08A51-582F-47DB-AD38-7A929D102801}" type="presParOf" srcId="{61233899-0404-423C-8881-37D9A9640AB0}" destId="{8CACBBF8-B01E-43D0-A6EB-B1C375AD5B1D}" srcOrd="14" destOrd="0" presId="urn:microsoft.com/office/officeart/2008/layout/AscendingPictureAccentProcess"/>
    <dgm:cxn modelId="{69EC03CF-6FFA-45C2-8D78-BAAE5204E4AB}" type="presParOf" srcId="{8CACBBF8-B01E-43D0-A6EB-B1C375AD5B1D}" destId="{FEE3AF7A-A9B6-49E6-B161-ACE803504278}" srcOrd="0" destOrd="0" presId="urn:microsoft.com/office/officeart/2008/layout/AscendingPictureAccentProcess"/>
    <dgm:cxn modelId="{8F17DCF3-7BB6-4A5E-B31F-CA4A8ECD3204}" type="presParOf" srcId="{61233899-0404-423C-8881-37D9A9640AB0}" destId="{AC366577-85F8-4446-BF40-16D146BD8EDA}" srcOrd="15" destOrd="0" presId="urn:microsoft.com/office/officeart/2008/layout/AscendingPictureAccentProcess"/>
    <dgm:cxn modelId="{8CA7A085-BDF0-460F-9601-63DBEEFF3A69}" type="presParOf" srcId="{61233899-0404-423C-8881-37D9A9640AB0}" destId="{DC5A6A50-2307-4A3A-AD6C-BE41B2C7CC5F}" srcOrd="16" destOrd="0" presId="urn:microsoft.com/office/officeart/2008/layout/AscendingPictureAccentProcess"/>
    <dgm:cxn modelId="{A5295E68-F6A3-4A80-99F0-CDD47017B200}" type="presParOf" srcId="{DC5A6A50-2307-4A3A-AD6C-BE41B2C7CC5F}" destId="{F4F6C737-765C-4321-A1C5-C8099FFECEF0}" srcOrd="0" destOrd="0" presId="urn:microsoft.com/office/officeart/2008/layout/AscendingPictureAccentProcess"/>
    <dgm:cxn modelId="{45E3E106-33D8-4E79-BC87-E298EB6769C2}" type="presParOf" srcId="{61233899-0404-423C-8881-37D9A9640AB0}" destId="{FE7EC5B8-832C-4FA6-94AE-814683D00B05}" srcOrd="17" destOrd="0" presId="urn:microsoft.com/office/officeart/2008/layout/AscendingPictureAccentProcess"/>
    <dgm:cxn modelId="{0987450A-4C58-41D2-BF48-61ED59CBE70A}" type="presParOf" srcId="{61233899-0404-423C-8881-37D9A9640AB0}" destId="{C684E5E1-9D8D-4CD6-B313-36C95FD59288}" srcOrd="18" destOrd="0" presId="urn:microsoft.com/office/officeart/2008/layout/AscendingPictureAccentProcess"/>
    <dgm:cxn modelId="{0FD6FEC4-6C63-45EB-99C6-6225B5E58E77}" type="presParOf" srcId="{C684E5E1-9D8D-4CD6-B313-36C95FD59288}" destId="{B5BB9956-3C30-4A7A-A1E1-C16D4B177626}" srcOrd="0" destOrd="0" presId="urn:microsoft.com/office/officeart/2008/layout/AscendingPictureAccentProcess"/>
    <dgm:cxn modelId="{7453A153-10CC-4861-A57E-8DAF6E892FE7}" type="presParOf" srcId="{61233899-0404-423C-8881-37D9A9640AB0}" destId="{6CFDDF2C-90A3-4F81-8F4D-27DD03C2C285}" srcOrd="19" destOrd="0" presId="urn:microsoft.com/office/officeart/2008/layout/AscendingPictureAccentProcess"/>
    <dgm:cxn modelId="{214A8E04-F39F-4BCF-94DB-40225B5145C3}" type="presParOf" srcId="{61233899-0404-423C-8881-37D9A9640AB0}" destId="{509EFC82-59D4-4618-940F-41EDBB45C4B1}" srcOrd="20" destOrd="0" presId="urn:microsoft.com/office/officeart/2008/layout/AscendingPictureAccentProcess"/>
    <dgm:cxn modelId="{C6B4DE5F-E2BE-4E48-BB02-1AF141DC7A5C}" type="presParOf" srcId="{509EFC82-59D4-4618-940F-41EDBB45C4B1}" destId="{75EE274E-6437-449B-ABCA-AF8787CF15E9}" srcOrd="0" destOrd="0" presId="urn:microsoft.com/office/officeart/2008/layout/AscendingPictureAccent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EC8AA7D-EF4E-4DA8-9550-E2EA63F97D35}">
      <dsp:nvSpPr>
        <dsp:cNvPr id="0" name=""/>
        <dsp:cNvSpPr/>
      </dsp:nvSpPr>
      <dsp:spPr>
        <a:xfrm>
          <a:off x="-5342809" y="-818195"/>
          <a:ext cx="6361948" cy="6361948"/>
        </a:xfrm>
        <a:prstGeom prst="blockArc">
          <a:avLst>
            <a:gd name="adj1" fmla="val 18900000"/>
            <a:gd name="adj2" fmla="val 2700000"/>
            <a:gd name="adj3" fmla="val 340"/>
          </a:avLst>
        </a:pr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79D66B1-924F-4156-A795-F5AD9EBCE56B}">
      <dsp:nvSpPr>
        <dsp:cNvPr id="0" name=""/>
        <dsp:cNvSpPr/>
      </dsp:nvSpPr>
      <dsp:spPr>
        <a:xfrm>
          <a:off x="379984" y="248847"/>
          <a:ext cx="5698723" cy="497506"/>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50800" rIns="50800" bIns="50800" numCol="1" spcCol="1270" anchor="ctr" anchorCtr="0">
          <a:noAutofit/>
        </a:bodyPr>
        <a:lstStyle/>
        <a:p>
          <a:pPr marL="0" lvl="0" indent="0" algn="l" defTabSz="889000">
            <a:lnSpc>
              <a:spcPct val="90000"/>
            </a:lnSpc>
            <a:spcBef>
              <a:spcPct val="0"/>
            </a:spcBef>
            <a:spcAft>
              <a:spcPct val="35000"/>
            </a:spcAft>
            <a:buNone/>
          </a:pPr>
          <a:r>
            <a:rPr lang="zh-CN" altLang="en-US" sz="2000" kern="1200" dirty="0">
              <a:latin typeface="微软雅黑 Light" panose="020B0502040204020203" pitchFamily="34" charset="-122"/>
              <a:ea typeface="微软雅黑 Light" panose="020B0502040204020203" pitchFamily="34" charset="-122"/>
            </a:rPr>
            <a:t>有明确的目标</a:t>
          </a:r>
          <a:endParaRPr lang="zh-CN" altLang="en-US" sz="2000" kern="1200" dirty="0"/>
        </a:p>
      </dsp:txBody>
      <dsp:txXfrm>
        <a:off x="379984" y="248847"/>
        <a:ext cx="5698723" cy="497506"/>
      </dsp:txXfrm>
    </dsp:sp>
    <dsp:sp modelId="{A5D8DC03-AC76-4F8B-9095-82230B702966}">
      <dsp:nvSpPr>
        <dsp:cNvPr id="0" name=""/>
        <dsp:cNvSpPr/>
      </dsp:nvSpPr>
      <dsp:spPr>
        <a:xfrm>
          <a:off x="69043" y="186659"/>
          <a:ext cx="621883" cy="621883"/>
        </a:xfrm>
        <a:prstGeom prst="ellipse">
          <a:avLst/>
        </a:prstGeom>
        <a:solidFill>
          <a:schemeClr val="lt1">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D79543D-0D4F-4D1C-9E04-9B163A8C7FF2}">
      <dsp:nvSpPr>
        <dsp:cNvPr id="0" name=""/>
        <dsp:cNvSpPr/>
      </dsp:nvSpPr>
      <dsp:spPr>
        <a:xfrm>
          <a:off x="789218" y="995013"/>
          <a:ext cx="5289490" cy="497506"/>
        </a:xfrm>
        <a:prstGeom prst="rect">
          <a:avLst/>
        </a:prstGeom>
        <a:solidFill>
          <a:schemeClr val="accent5">
            <a:hueOff val="-1351709"/>
            <a:satOff val="-3484"/>
            <a:lumOff val="-235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50800" rIns="50800" bIns="50800" numCol="1" spcCol="1270" anchor="ctr" anchorCtr="0">
          <a:noAutofit/>
        </a:bodyPr>
        <a:lstStyle/>
        <a:p>
          <a:pPr marL="0" lvl="0" indent="0" algn="l" defTabSz="889000">
            <a:lnSpc>
              <a:spcPct val="90000"/>
            </a:lnSpc>
            <a:spcBef>
              <a:spcPct val="0"/>
            </a:spcBef>
            <a:spcAft>
              <a:spcPct val="35000"/>
            </a:spcAft>
            <a:buNone/>
          </a:pPr>
          <a:r>
            <a:rPr lang="zh-CN" altLang="en-US" sz="2000" kern="1200" dirty="0">
              <a:latin typeface="微软雅黑 Light" panose="020B0502040204020203" pitchFamily="34" charset="-122"/>
              <a:ea typeface="微软雅黑 Light" panose="020B0502040204020203" pitchFamily="34" charset="-122"/>
            </a:rPr>
            <a:t>项目之间的活动具有相关性</a:t>
          </a:r>
          <a:endParaRPr lang="zh-CN" altLang="en-US" sz="2000" kern="1200" dirty="0"/>
        </a:p>
      </dsp:txBody>
      <dsp:txXfrm>
        <a:off x="789218" y="995013"/>
        <a:ext cx="5289490" cy="497506"/>
      </dsp:txXfrm>
    </dsp:sp>
    <dsp:sp modelId="{A694E9F5-D20F-4CE0-AAEF-A8AF7BCB9440}">
      <dsp:nvSpPr>
        <dsp:cNvPr id="0" name=""/>
        <dsp:cNvSpPr/>
      </dsp:nvSpPr>
      <dsp:spPr>
        <a:xfrm>
          <a:off x="478276" y="932824"/>
          <a:ext cx="621883" cy="621883"/>
        </a:xfrm>
        <a:prstGeom prst="ellipse">
          <a:avLst/>
        </a:prstGeom>
        <a:solidFill>
          <a:schemeClr val="lt1">
            <a:hueOff val="0"/>
            <a:satOff val="0"/>
            <a:lumOff val="0"/>
            <a:alphaOff val="0"/>
          </a:schemeClr>
        </a:solidFill>
        <a:ln w="12700" cap="flat" cmpd="sng" algn="ctr">
          <a:solidFill>
            <a:schemeClr val="accent5">
              <a:hueOff val="-1351709"/>
              <a:satOff val="-3484"/>
              <a:lumOff val="-2353"/>
              <a:alphaOff val="0"/>
            </a:schemeClr>
          </a:solidFill>
          <a:prstDash val="solid"/>
          <a:miter lim="800000"/>
        </a:ln>
        <a:effectLst/>
      </dsp:spPr>
      <dsp:style>
        <a:lnRef idx="2">
          <a:scrgbClr r="0" g="0" b="0"/>
        </a:lnRef>
        <a:fillRef idx="1">
          <a:scrgbClr r="0" g="0" b="0"/>
        </a:fillRef>
        <a:effectRef idx="0">
          <a:scrgbClr r="0" g="0" b="0"/>
        </a:effectRef>
        <a:fontRef idx="minor"/>
      </dsp:style>
    </dsp:sp>
    <dsp:sp modelId="{59B95563-7B5B-4225-831A-29E1EEB39012}">
      <dsp:nvSpPr>
        <dsp:cNvPr id="0" name=""/>
        <dsp:cNvSpPr/>
      </dsp:nvSpPr>
      <dsp:spPr>
        <a:xfrm>
          <a:off x="976350" y="1741178"/>
          <a:ext cx="5102358" cy="497506"/>
        </a:xfrm>
        <a:prstGeom prst="rect">
          <a:avLst/>
        </a:prstGeom>
        <a:solidFill>
          <a:schemeClr val="accent5">
            <a:hueOff val="-2703417"/>
            <a:satOff val="-6968"/>
            <a:lumOff val="-47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50800" rIns="50800" bIns="50800" numCol="1" spcCol="1270" anchor="ctr" anchorCtr="0">
          <a:noAutofit/>
        </a:bodyPr>
        <a:lstStyle/>
        <a:p>
          <a:pPr marL="0" lvl="0" indent="0" algn="l" defTabSz="889000">
            <a:lnSpc>
              <a:spcPct val="90000"/>
            </a:lnSpc>
            <a:spcBef>
              <a:spcPct val="0"/>
            </a:spcBef>
            <a:spcAft>
              <a:spcPct val="35000"/>
            </a:spcAft>
            <a:buNone/>
          </a:pPr>
          <a:r>
            <a:rPr lang="zh-CN" altLang="en-US" sz="2000" kern="1200" dirty="0">
              <a:latin typeface="微软雅黑 Light" panose="020B0502040204020203" pitchFamily="34" charset="-122"/>
              <a:ea typeface="微软雅黑 Light" panose="020B0502040204020203" pitchFamily="34" charset="-122"/>
            </a:rPr>
            <a:t>限定的周期</a:t>
          </a:r>
          <a:endParaRPr lang="zh-CN" altLang="en-US" sz="2000" kern="1200" dirty="0"/>
        </a:p>
      </dsp:txBody>
      <dsp:txXfrm>
        <a:off x="976350" y="1741178"/>
        <a:ext cx="5102358" cy="497506"/>
      </dsp:txXfrm>
    </dsp:sp>
    <dsp:sp modelId="{206E9F62-904C-4E09-965F-8F6A1D50CE99}">
      <dsp:nvSpPr>
        <dsp:cNvPr id="0" name=""/>
        <dsp:cNvSpPr/>
      </dsp:nvSpPr>
      <dsp:spPr>
        <a:xfrm>
          <a:off x="665408" y="1678990"/>
          <a:ext cx="621883" cy="621883"/>
        </a:xfrm>
        <a:prstGeom prst="ellipse">
          <a:avLst/>
        </a:prstGeom>
        <a:solidFill>
          <a:schemeClr val="lt1">
            <a:hueOff val="0"/>
            <a:satOff val="0"/>
            <a:lumOff val="0"/>
            <a:alphaOff val="0"/>
          </a:schemeClr>
        </a:solidFill>
        <a:ln w="12700" cap="flat" cmpd="sng" algn="ctr">
          <a:solidFill>
            <a:schemeClr val="accent5">
              <a:hueOff val="-2703417"/>
              <a:satOff val="-6968"/>
              <a:lumOff val="-4706"/>
              <a:alphaOff val="0"/>
            </a:schemeClr>
          </a:solidFill>
          <a:prstDash val="solid"/>
          <a:miter lim="800000"/>
        </a:ln>
        <a:effectLst/>
      </dsp:spPr>
      <dsp:style>
        <a:lnRef idx="2">
          <a:scrgbClr r="0" g="0" b="0"/>
        </a:lnRef>
        <a:fillRef idx="1">
          <a:scrgbClr r="0" g="0" b="0"/>
        </a:fillRef>
        <a:effectRef idx="0">
          <a:scrgbClr r="0" g="0" b="0"/>
        </a:effectRef>
        <a:fontRef idx="minor"/>
      </dsp:style>
    </dsp:sp>
    <dsp:sp modelId="{6361ADEE-DDC8-4B92-A22E-8B90489C3496}">
      <dsp:nvSpPr>
        <dsp:cNvPr id="0" name=""/>
        <dsp:cNvSpPr/>
      </dsp:nvSpPr>
      <dsp:spPr>
        <a:xfrm>
          <a:off x="976350" y="2486871"/>
          <a:ext cx="5102358" cy="497506"/>
        </a:xfrm>
        <a:prstGeom prst="rect">
          <a:avLst/>
        </a:prstGeom>
        <a:solidFill>
          <a:schemeClr val="accent5">
            <a:hueOff val="-4055126"/>
            <a:satOff val="-10451"/>
            <a:lumOff val="-705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50800" rIns="50800" bIns="50800" numCol="1" spcCol="1270" anchor="ctr" anchorCtr="0">
          <a:noAutofit/>
        </a:bodyPr>
        <a:lstStyle/>
        <a:p>
          <a:pPr marL="0" lvl="0" indent="0" algn="l" defTabSz="889000">
            <a:lnSpc>
              <a:spcPct val="90000"/>
            </a:lnSpc>
            <a:spcBef>
              <a:spcPct val="0"/>
            </a:spcBef>
            <a:spcAft>
              <a:spcPct val="35000"/>
            </a:spcAft>
            <a:buNone/>
          </a:pPr>
          <a:r>
            <a:rPr lang="zh-CN" altLang="en-US" sz="2000" kern="1200" dirty="0">
              <a:latin typeface="微软雅黑 Light" panose="020B0502040204020203" pitchFamily="34" charset="-122"/>
              <a:ea typeface="微软雅黑 Light" panose="020B0502040204020203" pitchFamily="34" charset="-122"/>
            </a:rPr>
            <a:t>有独特性</a:t>
          </a:r>
          <a:endParaRPr lang="zh-CN" altLang="en-US" sz="2000" kern="1200" dirty="0">
            <a:latin typeface="黑体" panose="02010609060101010101" pitchFamily="49" charset="-122"/>
            <a:ea typeface="黑体" panose="02010609060101010101" pitchFamily="49" charset="-122"/>
          </a:endParaRPr>
        </a:p>
      </dsp:txBody>
      <dsp:txXfrm>
        <a:off x="976350" y="2486871"/>
        <a:ext cx="5102358" cy="497506"/>
      </dsp:txXfrm>
    </dsp:sp>
    <dsp:sp modelId="{2701C0E2-42F7-4EF8-915B-95DB5DB722B2}">
      <dsp:nvSpPr>
        <dsp:cNvPr id="0" name=""/>
        <dsp:cNvSpPr/>
      </dsp:nvSpPr>
      <dsp:spPr>
        <a:xfrm>
          <a:off x="665408" y="2424683"/>
          <a:ext cx="621883" cy="621883"/>
        </a:xfrm>
        <a:prstGeom prst="ellipse">
          <a:avLst/>
        </a:prstGeom>
        <a:solidFill>
          <a:schemeClr val="lt1">
            <a:hueOff val="0"/>
            <a:satOff val="0"/>
            <a:lumOff val="0"/>
            <a:alphaOff val="0"/>
          </a:schemeClr>
        </a:solidFill>
        <a:ln w="12700" cap="flat" cmpd="sng" algn="ctr">
          <a:solidFill>
            <a:schemeClr val="accent5">
              <a:hueOff val="-4055126"/>
              <a:satOff val="-10451"/>
              <a:lumOff val="-7059"/>
              <a:alphaOff val="0"/>
            </a:schemeClr>
          </a:solidFill>
          <a:prstDash val="solid"/>
          <a:miter lim="800000"/>
        </a:ln>
        <a:effectLst/>
      </dsp:spPr>
      <dsp:style>
        <a:lnRef idx="2">
          <a:scrgbClr r="0" g="0" b="0"/>
        </a:lnRef>
        <a:fillRef idx="1">
          <a:scrgbClr r="0" g="0" b="0"/>
        </a:fillRef>
        <a:effectRef idx="0">
          <a:scrgbClr r="0" g="0" b="0"/>
        </a:effectRef>
        <a:fontRef idx="minor"/>
      </dsp:style>
    </dsp:sp>
    <dsp:sp modelId="{BD20C5DB-CD08-4AEF-87F2-098846C6D817}">
      <dsp:nvSpPr>
        <dsp:cNvPr id="0" name=""/>
        <dsp:cNvSpPr/>
      </dsp:nvSpPr>
      <dsp:spPr>
        <a:xfrm>
          <a:off x="789218" y="3233037"/>
          <a:ext cx="5289490" cy="497506"/>
        </a:xfrm>
        <a:prstGeom prst="rect">
          <a:avLst/>
        </a:prstGeom>
        <a:solidFill>
          <a:schemeClr val="accent5">
            <a:hueOff val="-5406834"/>
            <a:satOff val="-13935"/>
            <a:lumOff val="-941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50800" rIns="50800" bIns="50800" numCol="1" spcCol="1270" anchor="ctr" anchorCtr="0">
          <a:noAutofit/>
        </a:bodyPr>
        <a:lstStyle/>
        <a:p>
          <a:pPr marL="0" lvl="0" indent="0" algn="l" defTabSz="889000">
            <a:lnSpc>
              <a:spcPct val="90000"/>
            </a:lnSpc>
            <a:spcBef>
              <a:spcPct val="0"/>
            </a:spcBef>
            <a:spcAft>
              <a:spcPct val="35000"/>
            </a:spcAft>
            <a:buNone/>
          </a:pPr>
          <a:r>
            <a:rPr lang="zh-CN" altLang="en-US" sz="2000" kern="1200" dirty="0">
              <a:latin typeface="微软雅黑 Light" panose="020B0502040204020203" pitchFamily="34" charset="-122"/>
              <a:ea typeface="微软雅黑 Light" panose="020B0502040204020203" pitchFamily="34" charset="-122"/>
            </a:rPr>
            <a:t>资源成本的约束性</a:t>
          </a:r>
          <a:endParaRPr lang="zh-CN" altLang="en-US" sz="2000" kern="1200" dirty="0">
            <a:latin typeface="黑体" panose="02010609060101010101" pitchFamily="49" charset="-122"/>
            <a:ea typeface="黑体" panose="02010609060101010101" pitchFamily="49" charset="-122"/>
          </a:endParaRPr>
        </a:p>
      </dsp:txBody>
      <dsp:txXfrm>
        <a:off x="789218" y="3233037"/>
        <a:ext cx="5289490" cy="497506"/>
      </dsp:txXfrm>
    </dsp:sp>
    <dsp:sp modelId="{B0C54EBB-8ADF-4962-BF7D-1A4063195482}">
      <dsp:nvSpPr>
        <dsp:cNvPr id="0" name=""/>
        <dsp:cNvSpPr/>
      </dsp:nvSpPr>
      <dsp:spPr>
        <a:xfrm>
          <a:off x="478276" y="3170848"/>
          <a:ext cx="621883" cy="621883"/>
        </a:xfrm>
        <a:prstGeom prst="ellipse">
          <a:avLst/>
        </a:prstGeom>
        <a:solidFill>
          <a:schemeClr val="lt1">
            <a:hueOff val="0"/>
            <a:satOff val="0"/>
            <a:lumOff val="0"/>
            <a:alphaOff val="0"/>
          </a:schemeClr>
        </a:solidFill>
        <a:ln w="12700" cap="flat" cmpd="sng" algn="ctr">
          <a:solidFill>
            <a:schemeClr val="accent5">
              <a:hueOff val="-5406834"/>
              <a:satOff val="-13935"/>
              <a:lumOff val="-9412"/>
              <a:alphaOff val="0"/>
            </a:schemeClr>
          </a:solidFill>
          <a:prstDash val="solid"/>
          <a:miter lim="800000"/>
        </a:ln>
        <a:effectLst/>
      </dsp:spPr>
      <dsp:style>
        <a:lnRef idx="2">
          <a:scrgbClr r="0" g="0" b="0"/>
        </a:lnRef>
        <a:fillRef idx="1">
          <a:scrgbClr r="0" g="0" b="0"/>
        </a:fillRef>
        <a:effectRef idx="0">
          <a:scrgbClr r="0" g="0" b="0"/>
        </a:effectRef>
        <a:fontRef idx="minor"/>
      </dsp:style>
    </dsp:sp>
    <dsp:sp modelId="{126B5754-9BAB-4335-8048-CAA059B4AA0E}">
      <dsp:nvSpPr>
        <dsp:cNvPr id="0" name=""/>
        <dsp:cNvSpPr/>
      </dsp:nvSpPr>
      <dsp:spPr>
        <a:xfrm>
          <a:off x="379984" y="3979202"/>
          <a:ext cx="5698723" cy="497506"/>
        </a:xfrm>
        <a:prstGeom prst="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50800" rIns="50800" bIns="50800" numCol="1" spcCol="1270" anchor="ctr" anchorCtr="0">
          <a:noAutofit/>
        </a:bodyPr>
        <a:lstStyle/>
        <a:p>
          <a:pPr marL="0" lvl="0" indent="0" algn="l" defTabSz="889000">
            <a:lnSpc>
              <a:spcPct val="90000"/>
            </a:lnSpc>
            <a:spcBef>
              <a:spcPct val="0"/>
            </a:spcBef>
            <a:spcAft>
              <a:spcPct val="35000"/>
            </a:spcAft>
            <a:buNone/>
          </a:pPr>
          <a:r>
            <a:rPr lang="zh-CN" altLang="en-US" sz="2000" kern="1200" dirty="0">
              <a:latin typeface="微软雅黑 Light" panose="020B0502040204020203" pitchFamily="34" charset="-122"/>
              <a:ea typeface="微软雅黑 Light" panose="020B0502040204020203" pitchFamily="34" charset="-122"/>
            </a:rPr>
            <a:t>项目的不确定性</a:t>
          </a:r>
          <a:endParaRPr lang="zh-CN" altLang="en-US" sz="2000" kern="1200" dirty="0">
            <a:latin typeface="黑体" pitchFamily="49" charset="-122"/>
            <a:ea typeface="黑体" pitchFamily="49" charset="-122"/>
          </a:endParaRPr>
        </a:p>
      </dsp:txBody>
      <dsp:txXfrm>
        <a:off x="379984" y="3979202"/>
        <a:ext cx="5698723" cy="497506"/>
      </dsp:txXfrm>
    </dsp:sp>
    <dsp:sp modelId="{C2EDE2D4-FAE3-405D-AAC7-232D5860DC6B}">
      <dsp:nvSpPr>
        <dsp:cNvPr id="0" name=""/>
        <dsp:cNvSpPr/>
      </dsp:nvSpPr>
      <dsp:spPr>
        <a:xfrm>
          <a:off x="69043" y="3917014"/>
          <a:ext cx="621883" cy="621883"/>
        </a:xfrm>
        <a:prstGeom prst="ellipse">
          <a:avLst/>
        </a:prstGeom>
        <a:solidFill>
          <a:schemeClr val="lt1">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0C8E036-C2EE-4600-A051-491B681C8C8D}">
      <dsp:nvSpPr>
        <dsp:cNvPr id="0" name=""/>
        <dsp:cNvSpPr/>
      </dsp:nvSpPr>
      <dsp:spPr>
        <a:xfrm>
          <a:off x="4633912" y="1789112"/>
          <a:ext cx="1533525" cy="1533525"/>
        </a:xfrm>
        <a:prstGeom prst="roundRect">
          <a:avLst/>
        </a:prstGeom>
        <a:solidFill>
          <a:schemeClr val="accent2">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为什么需要敏捷</a:t>
          </a:r>
        </a:p>
      </dsp:txBody>
      <dsp:txXfrm>
        <a:off x="4708773" y="1863973"/>
        <a:ext cx="1383803" cy="1383803"/>
      </dsp:txXfrm>
    </dsp:sp>
    <dsp:sp modelId="{2E08CFCD-6332-40E2-A17E-084ED5E59966}">
      <dsp:nvSpPr>
        <dsp:cNvPr id="0" name=""/>
        <dsp:cNvSpPr/>
      </dsp:nvSpPr>
      <dsp:spPr>
        <a:xfrm rot="16200000">
          <a:off x="5020069" y="1408506"/>
          <a:ext cx="761211" cy="0"/>
        </a:xfrm>
        <a:custGeom>
          <a:avLst/>
          <a:gdLst/>
          <a:ahLst/>
          <a:cxnLst/>
          <a:rect l="0" t="0" r="0" b="0"/>
          <a:pathLst>
            <a:path>
              <a:moveTo>
                <a:pt x="0" y="0"/>
              </a:moveTo>
              <a:lnTo>
                <a:pt x="761211" y="0"/>
              </a:lnTo>
            </a:path>
          </a:pathLst>
        </a:custGeom>
        <a:noFill/>
        <a:ln w="12700" cap="flat" cmpd="sng" algn="ctr">
          <a:solidFill>
            <a:schemeClr val="accent2">
              <a:hueOff val="0"/>
              <a:satOff val="0"/>
              <a:lumOff val="0"/>
              <a:alphaOff val="0"/>
            </a:schemeClr>
          </a:solidFill>
          <a:prstDash val="solid"/>
          <a:miter lim="800000"/>
        </a:ln>
        <a:effectLst/>
        <a:sp3d z="-40000" prstMaterial="matte"/>
      </dsp:spPr>
      <dsp:style>
        <a:lnRef idx="2">
          <a:scrgbClr r="0" g="0" b="0"/>
        </a:lnRef>
        <a:fillRef idx="0">
          <a:scrgbClr r="0" g="0" b="0"/>
        </a:fillRef>
        <a:effectRef idx="0">
          <a:scrgbClr r="0" g="0" b="0"/>
        </a:effectRef>
        <a:fontRef idx="minor"/>
      </dsp:style>
    </dsp:sp>
    <dsp:sp modelId="{A285A515-1A1B-44A4-867B-3B42E36AD233}">
      <dsp:nvSpPr>
        <dsp:cNvPr id="0" name=""/>
        <dsp:cNvSpPr/>
      </dsp:nvSpPr>
      <dsp:spPr>
        <a:xfrm>
          <a:off x="4886944" y="439"/>
          <a:ext cx="1027461" cy="1027461"/>
        </a:xfrm>
        <a:prstGeom prst="roundRect">
          <a:avLst/>
        </a:prstGeom>
        <a:solidFill>
          <a:schemeClr val="accent3">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更加灵活</a:t>
          </a:r>
        </a:p>
      </dsp:txBody>
      <dsp:txXfrm>
        <a:off x="4937101" y="50596"/>
        <a:ext cx="927147" cy="927147"/>
      </dsp:txXfrm>
    </dsp:sp>
    <dsp:sp modelId="{98E87A3E-8EDA-4E31-A58E-16C5DE7484A6}">
      <dsp:nvSpPr>
        <dsp:cNvPr id="0" name=""/>
        <dsp:cNvSpPr/>
      </dsp:nvSpPr>
      <dsp:spPr>
        <a:xfrm>
          <a:off x="6167437" y="2555874"/>
          <a:ext cx="761211" cy="0"/>
        </a:xfrm>
        <a:custGeom>
          <a:avLst/>
          <a:gdLst/>
          <a:ahLst/>
          <a:cxnLst/>
          <a:rect l="0" t="0" r="0" b="0"/>
          <a:pathLst>
            <a:path>
              <a:moveTo>
                <a:pt x="0" y="0"/>
              </a:moveTo>
              <a:lnTo>
                <a:pt x="761211" y="0"/>
              </a:lnTo>
            </a:path>
          </a:pathLst>
        </a:custGeom>
        <a:noFill/>
        <a:ln w="12700" cap="flat" cmpd="sng" algn="ctr">
          <a:solidFill>
            <a:schemeClr val="accent2">
              <a:hueOff val="0"/>
              <a:satOff val="0"/>
              <a:lumOff val="0"/>
              <a:alphaOff val="0"/>
            </a:schemeClr>
          </a:solidFill>
          <a:prstDash val="solid"/>
          <a:miter lim="800000"/>
        </a:ln>
        <a:effectLst/>
        <a:sp3d z="-40000" prstMaterial="matte"/>
      </dsp:spPr>
      <dsp:style>
        <a:lnRef idx="2">
          <a:scrgbClr r="0" g="0" b="0"/>
        </a:lnRef>
        <a:fillRef idx="0">
          <a:scrgbClr r="0" g="0" b="0"/>
        </a:fillRef>
        <a:effectRef idx="0">
          <a:scrgbClr r="0" g="0" b="0"/>
        </a:effectRef>
        <a:fontRef idx="minor"/>
      </dsp:style>
    </dsp:sp>
    <dsp:sp modelId="{103858DB-0D8A-4A94-A8ED-8B7CB632D64B}">
      <dsp:nvSpPr>
        <dsp:cNvPr id="0" name=""/>
        <dsp:cNvSpPr/>
      </dsp:nvSpPr>
      <dsp:spPr>
        <a:xfrm>
          <a:off x="6928648" y="2042144"/>
          <a:ext cx="1027461" cy="1027461"/>
        </a:xfrm>
        <a:prstGeom prst="roundRect">
          <a:avLst/>
        </a:prstGeom>
        <a:solidFill>
          <a:schemeClr val="accent4">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快速交付</a:t>
          </a:r>
        </a:p>
      </dsp:txBody>
      <dsp:txXfrm>
        <a:off x="6978805" y="2092301"/>
        <a:ext cx="927147" cy="927147"/>
      </dsp:txXfrm>
    </dsp:sp>
    <dsp:sp modelId="{5A634463-5CA1-45DE-9DC2-51CE4525DE68}">
      <dsp:nvSpPr>
        <dsp:cNvPr id="0" name=""/>
        <dsp:cNvSpPr/>
      </dsp:nvSpPr>
      <dsp:spPr>
        <a:xfrm rot="5400000">
          <a:off x="5020069" y="3703243"/>
          <a:ext cx="761211" cy="0"/>
        </a:xfrm>
        <a:custGeom>
          <a:avLst/>
          <a:gdLst/>
          <a:ahLst/>
          <a:cxnLst/>
          <a:rect l="0" t="0" r="0" b="0"/>
          <a:pathLst>
            <a:path>
              <a:moveTo>
                <a:pt x="0" y="0"/>
              </a:moveTo>
              <a:lnTo>
                <a:pt x="761211" y="0"/>
              </a:lnTo>
            </a:path>
          </a:pathLst>
        </a:custGeom>
        <a:noFill/>
        <a:ln w="12700" cap="flat" cmpd="sng" algn="ctr">
          <a:solidFill>
            <a:schemeClr val="accent2">
              <a:hueOff val="0"/>
              <a:satOff val="0"/>
              <a:lumOff val="0"/>
              <a:alphaOff val="0"/>
            </a:schemeClr>
          </a:solidFill>
          <a:prstDash val="solid"/>
          <a:miter lim="800000"/>
        </a:ln>
        <a:effectLst/>
        <a:sp3d z="-40000" prstMaterial="matte"/>
      </dsp:spPr>
      <dsp:style>
        <a:lnRef idx="2">
          <a:scrgbClr r="0" g="0" b="0"/>
        </a:lnRef>
        <a:fillRef idx="0">
          <a:scrgbClr r="0" g="0" b="0"/>
        </a:fillRef>
        <a:effectRef idx="0">
          <a:scrgbClr r="0" g="0" b="0"/>
        </a:effectRef>
        <a:fontRef idx="minor"/>
      </dsp:style>
    </dsp:sp>
    <dsp:sp modelId="{E5D4D3A5-5361-4E22-BE21-44F88B118BAD}">
      <dsp:nvSpPr>
        <dsp:cNvPr id="0" name=""/>
        <dsp:cNvSpPr/>
      </dsp:nvSpPr>
      <dsp:spPr>
        <a:xfrm>
          <a:off x="4886944" y="4083848"/>
          <a:ext cx="1027461" cy="1027461"/>
        </a:xfrm>
        <a:prstGeom prst="roundRect">
          <a:avLst/>
        </a:prstGeom>
        <a:solidFill>
          <a:schemeClr val="accent5">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持续改进</a:t>
          </a:r>
        </a:p>
      </dsp:txBody>
      <dsp:txXfrm>
        <a:off x="4937101" y="4134005"/>
        <a:ext cx="927147" cy="927147"/>
      </dsp:txXfrm>
    </dsp:sp>
    <dsp:sp modelId="{6917A371-A8D4-46BF-B362-B6BAC5B093F8}">
      <dsp:nvSpPr>
        <dsp:cNvPr id="0" name=""/>
        <dsp:cNvSpPr/>
      </dsp:nvSpPr>
      <dsp:spPr>
        <a:xfrm rot="10800000">
          <a:off x="3872701" y="2555874"/>
          <a:ext cx="761211" cy="0"/>
        </a:xfrm>
        <a:custGeom>
          <a:avLst/>
          <a:gdLst/>
          <a:ahLst/>
          <a:cxnLst/>
          <a:rect l="0" t="0" r="0" b="0"/>
          <a:pathLst>
            <a:path>
              <a:moveTo>
                <a:pt x="0" y="0"/>
              </a:moveTo>
              <a:lnTo>
                <a:pt x="761211" y="0"/>
              </a:lnTo>
            </a:path>
          </a:pathLst>
        </a:custGeom>
        <a:noFill/>
        <a:ln w="12700" cap="flat" cmpd="sng" algn="ctr">
          <a:solidFill>
            <a:schemeClr val="accent2">
              <a:hueOff val="0"/>
              <a:satOff val="0"/>
              <a:lumOff val="0"/>
              <a:alphaOff val="0"/>
            </a:schemeClr>
          </a:solidFill>
          <a:prstDash val="solid"/>
          <a:miter lim="800000"/>
        </a:ln>
        <a:effectLst/>
        <a:sp3d z="-40000" prstMaterial="matte"/>
      </dsp:spPr>
      <dsp:style>
        <a:lnRef idx="2">
          <a:scrgbClr r="0" g="0" b="0"/>
        </a:lnRef>
        <a:fillRef idx="0">
          <a:scrgbClr r="0" g="0" b="0"/>
        </a:fillRef>
        <a:effectRef idx="0">
          <a:scrgbClr r="0" g="0" b="0"/>
        </a:effectRef>
        <a:fontRef idx="minor"/>
      </dsp:style>
    </dsp:sp>
    <dsp:sp modelId="{F15E34B5-BCBC-4EE4-9EED-6AB235023B27}">
      <dsp:nvSpPr>
        <dsp:cNvPr id="0" name=""/>
        <dsp:cNvSpPr/>
      </dsp:nvSpPr>
      <dsp:spPr>
        <a:xfrm>
          <a:off x="2845239" y="2042144"/>
          <a:ext cx="1027461" cy="1027461"/>
        </a:xfrm>
        <a:prstGeom prst="roundRect">
          <a:avLst/>
        </a:prstGeom>
        <a:solidFill>
          <a:schemeClr val="accent6">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更低风险</a:t>
          </a:r>
        </a:p>
      </dsp:txBody>
      <dsp:txXfrm>
        <a:off x="2895396" y="2092301"/>
        <a:ext cx="927147" cy="92714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FADCE9A-F623-4A8D-9AE7-8DD25E7A76D8}">
      <dsp:nvSpPr>
        <dsp:cNvPr id="0" name=""/>
        <dsp:cNvSpPr/>
      </dsp:nvSpPr>
      <dsp:spPr>
        <a:xfrm>
          <a:off x="2637" y="2086480"/>
          <a:ext cx="2346973" cy="938789"/>
        </a:xfrm>
        <a:prstGeom prst="chevron">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项目建议</a:t>
          </a:r>
        </a:p>
      </dsp:txBody>
      <dsp:txXfrm>
        <a:off x="472032" y="2086480"/>
        <a:ext cx="1408184" cy="938789"/>
      </dsp:txXfrm>
    </dsp:sp>
    <dsp:sp modelId="{7A3D29DB-D217-4EDB-96A3-52B1BB0C6283}">
      <dsp:nvSpPr>
        <dsp:cNvPr id="0" name=""/>
        <dsp:cNvSpPr/>
      </dsp:nvSpPr>
      <dsp:spPr>
        <a:xfrm>
          <a:off x="2114912" y="2086480"/>
          <a:ext cx="2346973" cy="938789"/>
        </a:xfrm>
        <a:prstGeom prst="chevron">
          <a:avLst/>
        </a:prstGeom>
        <a:solidFill>
          <a:schemeClr val="accent5">
            <a:hueOff val="-1689636"/>
            <a:satOff val="-4355"/>
            <a:lumOff val="-294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项目可行性分析</a:t>
          </a:r>
        </a:p>
      </dsp:txBody>
      <dsp:txXfrm>
        <a:off x="2584307" y="2086480"/>
        <a:ext cx="1408184" cy="938789"/>
      </dsp:txXfrm>
    </dsp:sp>
    <dsp:sp modelId="{4B334B34-EF96-49E0-B66E-133BD48100CA}">
      <dsp:nvSpPr>
        <dsp:cNvPr id="0" name=""/>
        <dsp:cNvSpPr/>
      </dsp:nvSpPr>
      <dsp:spPr>
        <a:xfrm>
          <a:off x="4227188" y="2086480"/>
          <a:ext cx="2346973" cy="938789"/>
        </a:xfrm>
        <a:prstGeom prst="chevron">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项目审批</a:t>
          </a:r>
        </a:p>
      </dsp:txBody>
      <dsp:txXfrm>
        <a:off x="4696583" y="2086480"/>
        <a:ext cx="1408184" cy="938789"/>
      </dsp:txXfrm>
    </dsp:sp>
    <dsp:sp modelId="{5BAD45FD-29D7-48E3-8439-87C6F2A3A98B}">
      <dsp:nvSpPr>
        <dsp:cNvPr id="0" name=""/>
        <dsp:cNvSpPr/>
      </dsp:nvSpPr>
      <dsp:spPr>
        <a:xfrm>
          <a:off x="6339464" y="2086480"/>
          <a:ext cx="2346973" cy="938789"/>
        </a:xfrm>
        <a:prstGeom prst="chevron">
          <a:avLst/>
        </a:prstGeom>
        <a:solidFill>
          <a:schemeClr val="accent5">
            <a:hueOff val="-5068907"/>
            <a:satOff val="-13064"/>
            <a:lumOff val="-882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项目招投标</a:t>
          </a:r>
        </a:p>
      </dsp:txBody>
      <dsp:txXfrm>
        <a:off x="6808859" y="2086480"/>
        <a:ext cx="1408184" cy="938789"/>
      </dsp:txXfrm>
    </dsp:sp>
    <dsp:sp modelId="{C1A69100-C77D-4BF6-A329-8693DB5210CB}">
      <dsp:nvSpPr>
        <dsp:cNvPr id="0" name=""/>
        <dsp:cNvSpPr/>
      </dsp:nvSpPr>
      <dsp:spPr>
        <a:xfrm>
          <a:off x="8451739" y="2086480"/>
          <a:ext cx="2346973" cy="938789"/>
        </a:xfrm>
        <a:prstGeom prst="chevron">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项目合同谈判和签到</a:t>
          </a:r>
        </a:p>
      </dsp:txBody>
      <dsp:txXfrm>
        <a:off x="8921134" y="2086480"/>
        <a:ext cx="1408184" cy="93878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6581BA-45EF-4CB9-A1A8-9CFB4998A264}">
      <dsp:nvSpPr>
        <dsp:cNvPr id="0" name=""/>
        <dsp:cNvSpPr/>
      </dsp:nvSpPr>
      <dsp:spPr>
        <a:xfrm>
          <a:off x="1619999" y="1205152"/>
          <a:ext cx="1080001" cy="1080001"/>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zh-CN" altLang="en-US" sz="1600" kern="1200" dirty="0"/>
            <a:t>价值观</a:t>
          </a:r>
          <a:endParaRPr lang="en-US" altLang="zh-CN" sz="1600" kern="1200" dirty="0"/>
        </a:p>
        <a:p>
          <a:pPr marL="0" lvl="0" indent="0" algn="ctr" defTabSz="711200">
            <a:lnSpc>
              <a:spcPct val="100000"/>
            </a:lnSpc>
            <a:spcBef>
              <a:spcPct val="0"/>
            </a:spcBef>
            <a:spcAft>
              <a:spcPts val="0"/>
            </a:spcAft>
            <a:buNone/>
          </a:pPr>
          <a:r>
            <a:rPr lang="en-US" altLang="zh-CN" sz="1600" kern="1200" dirty="0"/>
            <a:t>Values</a:t>
          </a:r>
          <a:endParaRPr lang="zh-CN" altLang="en-US" sz="1600" kern="1200" dirty="0"/>
        </a:p>
      </dsp:txBody>
      <dsp:txXfrm>
        <a:off x="1778161" y="1363314"/>
        <a:ext cx="763677" cy="763677"/>
      </dsp:txXfrm>
    </dsp:sp>
    <dsp:sp modelId="{2697905C-40A9-4D8E-AE89-88ADE6C34F0A}">
      <dsp:nvSpPr>
        <dsp:cNvPr id="0" name=""/>
        <dsp:cNvSpPr/>
      </dsp:nvSpPr>
      <dsp:spPr>
        <a:xfrm rot="16200000">
          <a:off x="2029012" y="1054130"/>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153450" y="1067615"/>
        <a:ext cx="13098" cy="13098"/>
      </dsp:txXfrm>
    </dsp:sp>
    <dsp:sp modelId="{A768ED12-DF85-403F-B898-D6729C70787D}">
      <dsp:nvSpPr>
        <dsp:cNvPr id="0" name=""/>
        <dsp:cNvSpPr/>
      </dsp:nvSpPr>
      <dsp:spPr>
        <a:xfrm>
          <a:off x="1709998" y="43174"/>
          <a:ext cx="900002" cy="900002"/>
        </a:xfrm>
        <a:prstGeom prst="ellipse">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承诺</a:t>
          </a:r>
        </a:p>
      </dsp:txBody>
      <dsp:txXfrm>
        <a:off x="1841800" y="174976"/>
        <a:ext cx="636398" cy="636398"/>
      </dsp:txXfrm>
    </dsp:sp>
    <dsp:sp modelId="{B58731E0-DBD1-435A-ADD7-B425A898B445}">
      <dsp:nvSpPr>
        <dsp:cNvPr id="0" name=""/>
        <dsp:cNvSpPr/>
      </dsp:nvSpPr>
      <dsp:spPr>
        <a:xfrm rot="20520000">
          <a:off x="2667160" y="1517771"/>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791598" y="1531257"/>
        <a:ext cx="13098" cy="13098"/>
      </dsp:txXfrm>
    </dsp:sp>
    <dsp:sp modelId="{A3CECE51-0A63-4775-BBDE-4FA68841EC20}">
      <dsp:nvSpPr>
        <dsp:cNvPr id="0" name=""/>
        <dsp:cNvSpPr/>
      </dsp:nvSpPr>
      <dsp:spPr>
        <a:xfrm>
          <a:off x="2900699" y="908269"/>
          <a:ext cx="900002" cy="900002"/>
        </a:xfrm>
        <a:prstGeom prst="ellipse">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专注</a:t>
          </a:r>
        </a:p>
      </dsp:txBody>
      <dsp:txXfrm>
        <a:off x="3032501" y="1040071"/>
        <a:ext cx="636398" cy="636398"/>
      </dsp:txXfrm>
    </dsp:sp>
    <dsp:sp modelId="{C763681C-8D89-4BC9-887B-1CD1363C9AA1}">
      <dsp:nvSpPr>
        <dsp:cNvPr id="0" name=""/>
        <dsp:cNvSpPr/>
      </dsp:nvSpPr>
      <dsp:spPr>
        <a:xfrm rot="3240000">
          <a:off x="2423409" y="2267958"/>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547847" y="2281444"/>
        <a:ext cx="13098" cy="13098"/>
      </dsp:txXfrm>
    </dsp:sp>
    <dsp:sp modelId="{7C396246-E3D5-44E8-B402-F252989E77DB}">
      <dsp:nvSpPr>
        <dsp:cNvPr id="0" name=""/>
        <dsp:cNvSpPr/>
      </dsp:nvSpPr>
      <dsp:spPr>
        <a:xfrm>
          <a:off x="2445891" y="2308022"/>
          <a:ext cx="900002" cy="900002"/>
        </a:xfrm>
        <a:prstGeom prst="ellipse">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开放</a:t>
          </a:r>
        </a:p>
      </dsp:txBody>
      <dsp:txXfrm>
        <a:off x="2577693" y="2439824"/>
        <a:ext cx="636398" cy="636398"/>
      </dsp:txXfrm>
    </dsp:sp>
    <dsp:sp modelId="{979B44D0-1574-46A1-BD25-F046F787F5A7}">
      <dsp:nvSpPr>
        <dsp:cNvPr id="0" name=""/>
        <dsp:cNvSpPr/>
      </dsp:nvSpPr>
      <dsp:spPr>
        <a:xfrm rot="7560000">
          <a:off x="1634615" y="2267958"/>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rot="10800000">
        <a:off x="1759053" y="2281444"/>
        <a:ext cx="13098" cy="13098"/>
      </dsp:txXfrm>
    </dsp:sp>
    <dsp:sp modelId="{E45FD601-8F42-45A7-A248-D87DB5F9943A}">
      <dsp:nvSpPr>
        <dsp:cNvPr id="0" name=""/>
        <dsp:cNvSpPr/>
      </dsp:nvSpPr>
      <dsp:spPr>
        <a:xfrm>
          <a:off x="974105" y="2308022"/>
          <a:ext cx="900002" cy="900002"/>
        </a:xfrm>
        <a:prstGeom prst="ellipse">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尊重</a:t>
          </a:r>
        </a:p>
      </dsp:txBody>
      <dsp:txXfrm>
        <a:off x="1105907" y="2439824"/>
        <a:ext cx="636398" cy="636398"/>
      </dsp:txXfrm>
    </dsp:sp>
    <dsp:sp modelId="{B74C3A2B-0533-446F-AE56-FFBBBC35155B}">
      <dsp:nvSpPr>
        <dsp:cNvPr id="0" name=""/>
        <dsp:cNvSpPr/>
      </dsp:nvSpPr>
      <dsp:spPr>
        <a:xfrm rot="11880000">
          <a:off x="1390865" y="1517771"/>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rot="10800000">
        <a:off x="1515303" y="1531257"/>
        <a:ext cx="13098" cy="13098"/>
      </dsp:txXfrm>
    </dsp:sp>
    <dsp:sp modelId="{0ECE6D9B-1A91-4A29-82E7-FADB2EE4F6DC}">
      <dsp:nvSpPr>
        <dsp:cNvPr id="0" name=""/>
        <dsp:cNvSpPr/>
      </dsp:nvSpPr>
      <dsp:spPr>
        <a:xfrm>
          <a:off x="519297" y="908269"/>
          <a:ext cx="900002" cy="900002"/>
        </a:xfrm>
        <a:prstGeom prst="ellipse">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勇气</a:t>
          </a:r>
        </a:p>
      </dsp:txBody>
      <dsp:txXfrm>
        <a:off x="651099" y="1040071"/>
        <a:ext cx="636398" cy="636398"/>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6581BA-45EF-4CB9-A1A8-9CFB4998A264}">
      <dsp:nvSpPr>
        <dsp:cNvPr id="0" name=""/>
        <dsp:cNvSpPr/>
      </dsp:nvSpPr>
      <dsp:spPr>
        <a:xfrm>
          <a:off x="1619997" y="1441185"/>
          <a:ext cx="1080004" cy="1080004"/>
        </a:xfrm>
        <a:prstGeom prst="ellipse">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理念</a:t>
          </a:r>
        </a:p>
      </dsp:txBody>
      <dsp:txXfrm>
        <a:off x="1778160" y="1599348"/>
        <a:ext cx="763678" cy="763678"/>
      </dsp:txXfrm>
    </dsp:sp>
    <dsp:sp modelId="{2697905C-40A9-4D8E-AE89-88ADE6C34F0A}">
      <dsp:nvSpPr>
        <dsp:cNvPr id="0" name=""/>
        <dsp:cNvSpPr/>
      </dsp:nvSpPr>
      <dsp:spPr>
        <a:xfrm rot="16200000">
          <a:off x="1943827" y="1202252"/>
          <a:ext cx="432345" cy="45520"/>
        </a:xfrm>
        <a:custGeom>
          <a:avLst/>
          <a:gdLst/>
          <a:ahLst/>
          <a:cxnLst/>
          <a:rect l="0" t="0" r="0" b="0"/>
          <a:pathLst>
            <a:path>
              <a:moveTo>
                <a:pt x="0" y="22760"/>
              </a:moveTo>
              <a:lnTo>
                <a:pt x="432345" y="2276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149191" y="1214204"/>
        <a:ext cx="21617" cy="21617"/>
      </dsp:txXfrm>
    </dsp:sp>
    <dsp:sp modelId="{A768ED12-DF85-403F-B898-D6729C70787D}">
      <dsp:nvSpPr>
        <dsp:cNvPr id="0" name=""/>
        <dsp:cNvSpPr/>
      </dsp:nvSpPr>
      <dsp:spPr>
        <a:xfrm>
          <a:off x="1709997" y="108834"/>
          <a:ext cx="900005" cy="900005"/>
        </a:xfrm>
        <a:prstGeom prst="ellipse">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透明</a:t>
          </a:r>
        </a:p>
      </dsp:txBody>
      <dsp:txXfrm>
        <a:off x="1841800" y="240637"/>
        <a:ext cx="636399" cy="636399"/>
      </dsp:txXfrm>
    </dsp:sp>
    <dsp:sp modelId="{B58731E0-DBD1-435A-ADD7-B425A898B445}">
      <dsp:nvSpPr>
        <dsp:cNvPr id="0" name=""/>
        <dsp:cNvSpPr/>
      </dsp:nvSpPr>
      <dsp:spPr>
        <a:xfrm rot="1800000">
          <a:off x="2598693" y="2336514"/>
          <a:ext cx="432345" cy="45520"/>
        </a:xfrm>
        <a:custGeom>
          <a:avLst/>
          <a:gdLst/>
          <a:ahLst/>
          <a:cxnLst/>
          <a:rect l="0" t="0" r="0" b="0"/>
          <a:pathLst>
            <a:path>
              <a:moveTo>
                <a:pt x="0" y="22760"/>
              </a:moveTo>
              <a:lnTo>
                <a:pt x="432345" y="2276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804057" y="2348466"/>
        <a:ext cx="21617" cy="21617"/>
      </dsp:txXfrm>
    </dsp:sp>
    <dsp:sp modelId="{A3CECE51-0A63-4775-BBDE-4FA68841EC20}">
      <dsp:nvSpPr>
        <dsp:cNvPr id="0" name=""/>
        <dsp:cNvSpPr/>
      </dsp:nvSpPr>
      <dsp:spPr>
        <a:xfrm>
          <a:off x="2941788" y="2242359"/>
          <a:ext cx="900005" cy="900005"/>
        </a:xfrm>
        <a:prstGeom prst="ellipse">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监视</a:t>
          </a:r>
        </a:p>
      </dsp:txBody>
      <dsp:txXfrm>
        <a:off x="3073591" y="2374162"/>
        <a:ext cx="636399" cy="636399"/>
      </dsp:txXfrm>
    </dsp:sp>
    <dsp:sp modelId="{B74C3A2B-0533-446F-AE56-FFBBBC35155B}">
      <dsp:nvSpPr>
        <dsp:cNvPr id="0" name=""/>
        <dsp:cNvSpPr/>
      </dsp:nvSpPr>
      <dsp:spPr>
        <a:xfrm rot="9000000">
          <a:off x="1288960" y="2336514"/>
          <a:ext cx="432345" cy="45520"/>
        </a:xfrm>
        <a:custGeom>
          <a:avLst/>
          <a:gdLst/>
          <a:ahLst/>
          <a:cxnLst/>
          <a:rect l="0" t="0" r="0" b="0"/>
          <a:pathLst>
            <a:path>
              <a:moveTo>
                <a:pt x="0" y="22760"/>
              </a:moveTo>
              <a:lnTo>
                <a:pt x="432345" y="2276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rot="10800000">
        <a:off x="1494324" y="2348466"/>
        <a:ext cx="21617" cy="21617"/>
      </dsp:txXfrm>
    </dsp:sp>
    <dsp:sp modelId="{0ECE6D9B-1A91-4A29-82E7-FADB2EE4F6DC}">
      <dsp:nvSpPr>
        <dsp:cNvPr id="0" name=""/>
        <dsp:cNvSpPr/>
      </dsp:nvSpPr>
      <dsp:spPr>
        <a:xfrm>
          <a:off x="478205" y="2242359"/>
          <a:ext cx="900005" cy="900005"/>
        </a:xfrm>
        <a:prstGeom prst="ellipse">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适应</a:t>
          </a:r>
        </a:p>
      </dsp:txBody>
      <dsp:txXfrm>
        <a:off x="610008" y="2374162"/>
        <a:ext cx="636399" cy="63639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C79863-28B7-4641-A9CA-CA81A5866EAD}">
      <dsp:nvSpPr>
        <dsp:cNvPr id="0" name=""/>
        <dsp:cNvSpPr/>
      </dsp:nvSpPr>
      <dsp:spPr>
        <a:xfrm>
          <a:off x="4320540" y="1779439"/>
          <a:ext cx="3056813" cy="530521"/>
        </a:xfrm>
        <a:custGeom>
          <a:avLst/>
          <a:gdLst/>
          <a:ahLst/>
          <a:cxnLst/>
          <a:rect l="0" t="0" r="0" b="0"/>
          <a:pathLst>
            <a:path>
              <a:moveTo>
                <a:pt x="0" y="0"/>
              </a:moveTo>
              <a:lnTo>
                <a:pt x="0" y="265260"/>
              </a:lnTo>
              <a:lnTo>
                <a:pt x="3056813" y="265260"/>
              </a:lnTo>
              <a:lnTo>
                <a:pt x="3056813" y="530521"/>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91147C7-2FCD-4627-B9AE-9C0A7122E164}">
      <dsp:nvSpPr>
        <dsp:cNvPr id="0" name=""/>
        <dsp:cNvSpPr/>
      </dsp:nvSpPr>
      <dsp:spPr>
        <a:xfrm>
          <a:off x="4274820" y="1779439"/>
          <a:ext cx="91440" cy="530521"/>
        </a:xfrm>
        <a:custGeom>
          <a:avLst/>
          <a:gdLst/>
          <a:ahLst/>
          <a:cxnLst/>
          <a:rect l="0" t="0" r="0" b="0"/>
          <a:pathLst>
            <a:path>
              <a:moveTo>
                <a:pt x="45720" y="0"/>
              </a:moveTo>
              <a:lnTo>
                <a:pt x="45720" y="530521"/>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7AD3EA0-D08B-44E0-90FF-941318A849A9}">
      <dsp:nvSpPr>
        <dsp:cNvPr id="0" name=""/>
        <dsp:cNvSpPr/>
      </dsp:nvSpPr>
      <dsp:spPr>
        <a:xfrm>
          <a:off x="1263726" y="1779439"/>
          <a:ext cx="3056813" cy="530521"/>
        </a:xfrm>
        <a:custGeom>
          <a:avLst/>
          <a:gdLst/>
          <a:ahLst/>
          <a:cxnLst/>
          <a:rect l="0" t="0" r="0" b="0"/>
          <a:pathLst>
            <a:path>
              <a:moveTo>
                <a:pt x="3056813" y="0"/>
              </a:moveTo>
              <a:lnTo>
                <a:pt x="3056813" y="265260"/>
              </a:lnTo>
              <a:lnTo>
                <a:pt x="0" y="265260"/>
              </a:lnTo>
              <a:lnTo>
                <a:pt x="0" y="530521"/>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D9CCFF9-BD17-4D75-86B1-78E586639F4F}">
      <dsp:nvSpPr>
        <dsp:cNvPr id="0" name=""/>
        <dsp:cNvSpPr/>
      </dsp:nvSpPr>
      <dsp:spPr>
        <a:xfrm>
          <a:off x="3057393" y="879435"/>
          <a:ext cx="2526292" cy="900004"/>
        </a:xfrm>
        <a:prstGeom prst="rect">
          <a:avLst/>
        </a:prstGeom>
        <a:solidFill>
          <a:schemeClr val="accent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Scrum Team</a:t>
          </a:r>
        </a:p>
        <a:p>
          <a:pPr marL="0" lvl="0" indent="0" algn="ctr" defTabSz="800100">
            <a:lnSpc>
              <a:spcPct val="100000"/>
            </a:lnSpc>
            <a:spcBef>
              <a:spcPct val="0"/>
            </a:spcBef>
            <a:spcAft>
              <a:spcPts val="0"/>
            </a:spcAft>
            <a:buNone/>
          </a:pPr>
          <a:r>
            <a:rPr lang="zh-CN" altLang="en-US" sz="1800" kern="1200" dirty="0"/>
            <a:t>团队</a:t>
          </a:r>
        </a:p>
      </dsp:txBody>
      <dsp:txXfrm>
        <a:off x="3057393" y="879435"/>
        <a:ext cx="2526292" cy="900004"/>
      </dsp:txXfrm>
    </dsp:sp>
    <dsp:sp modelId="{E1B194E7-E9A2-4E57-9BB7-20DBBFCA2C24}">
      <dsp:nvSpPr>
        <dsp:cNvPr id="0" name=""/>
        <dsp:cNvSpPr/>
      </dsp:nvSpPr>
      <dsp:spPr>
        <a:xfrm>
          <a:off x="580" y="2309960"/>
          <a:ext cx="2526292" cy="90000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Developer</a:t>
          </a:r>
        </a:p>
        <a:p>
          <a:pPr marL="0" lvl="0" indent="0" algn="ctr" defTabSz="800100">
            <a:lnSpc>
              <a:spcPct val="100000"/>
            </a:lnSpc>
            <a:spcBef>
              <a:spcPct val="0"/>
            </a:spcBef>
            <a:spcAft>
              <a:spcPts val="0"/>
            </a:spcAft>
            <a:buNone/>
          </a:pPr>
          <a:r>
            <a:rPr lang="zh-CN" altLang="en-US" sz="1800" kern="1200" dirty="0"/>
            <a:t>开发者</a:t>
          </a:r>
        </a:p>
      </dsp:txBody>
      <dsp:txXfrm>
        <a:off x="580" y="2309960"/>
        <a:ext cx="2526292" cy="900004"/>
      </dsp:txXfrm>
    </dsp:sp>
    <dsp:sp modelId="{3BD3742E-89D8-4278-B047-2E690CF46C27}">
      <dsp:nvSpPr>
        <dsp:cNvPr id="0" name=""/>
        <dsp:cNvSpPr/>
      </dsp:nvSpPr>
      <dsp:spPr>
        <a:xfrm>
          <a:off x="3057393" y="2309960"/>
          <a:ext cx="2526292" cy="90000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Product Owner</a:t>
          </a:r>
        </a:p>
        <a:p>
          <a:pPr marL="0" lvl="0" indent="0" algn="ctr" defTabSz="800100">
            <a:lnSpc>
              <a:spcPct val="100000"/>
            </a:lnSpc>
            <a:spcBef>
              <a:spcPct val="0"/>
            </a:spcBef>
            <a:spcAft>
              <a:spcPts val="0"/>
            </a:spcAft>
            <a:buNone/>
          </a:pPr>
          <a:r>
            <a:rPr lang="zh-CN" altLang="en-US" sz="1800" kern="1200" dirty="0"/>
            <a:t>产品负责人</a:t>
          </a:r>
        </a:p>
      </dsp:txBody>
      <dsp:txXfrm>
        <a:off x="3057393" y="2309960"/>
        <a:ext cx="2526292" cy="900004"/>
      </dsp:txXfrm>
    </dsp:sp>
    <dsp:sp modelId="{E24E934A-6782-4A44-B105-7B83B7DB5B47}">
      <dsp:nvSpPr>
        <dsp:cNvPr id="0" name=""/>
        <dsp:cNvSpPr/>
      </dsp:nvSpPr>
      <dsp:spPr>
        <a:xfrm>
          <a:off x="6114207" y="2309960"/>
          <a:ext cx="2526292" cy="90000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Scrum Master</a:t>
          </a:r>
        </a:p>
        <a:p>
          <a:pPr marL="0" lvl="0" indent="0" algn="ctr" defTabSz="800100">
            <a:lnSpc>
              <a:spcPct val="100000"/>
            </a:lnSpc>
            <a:spcBef>
              <a:spcPct val="0"/>
            </a:spcBef>
            <a:spcAft>
              <a:spcPts val="0"/>
            </a:spcAft>
            <a:buNone/>
          </a:pPr>
          <a:r>
            <a:rPr lang="zh-CN" altLang="en-US" sz="1800" kern="1200" dirty="0"/>
            <a:t>敏捷教练</a:t>
          </a:r>
        </a:p>
      </dsp:txBody>
      <dsp:txXfrm>
        <a:off x="6114207" y="2309960"/>
        <a:ext cx="2526292" cy="900004"/>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4F4DF1-37BB-4ECD-9418-D07081488686}">
      <dsp:nvSpPr>
        <dsp:cNvPr id="0" name=""/>
        <dsp:cNvSpPr/>
      </dsp:nvSpPr>
      <dsp:spPr>
        <a:xfrm>
          <a:off x="842595" y="51954"/>
          <a:ext cx="6955889" cy="1011581"/>
        </a:xfrm>
        <a:prstGeom prst="rightArrow">
          <a:avLst>
            <a:gd name="adj1" fmla="val 50000"/>
            <a:gd name="adj2" fmla="val 5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Sprint</a:t>
          </a:r>
          <a:endParaRPr lang="zh-CN" altLang="en-US" sz="1400" kern="1200" dirty="0"/>
        </a:p>
      </dsp:txBody>
      <dsp:txXfrm>
        <a:off x="842595" y="304849"/>
        <a:ext cx="6702994" cy="505791"/>
      </dsp:txXfrm>
    </dsp:sp>
    <dsp:sp modelId="{E86EC7DA-1671-4DAB-B8CD-684A0A10D28B}">
      <dsp:nvSpPr>
        <dsp:cNvPr id="0" name=""/>
        <dsp:cNvSpPr/>
      </dsp:nvSpPr>
      <dsp:spPr>
        <a:xfrm>
          <a:off x="842595" y="830724"/>
          <a:ext cx="1285587" cy="1857425"/>
        </a:xfrm>
        <a:prstGeom prst="rect">
          <a:avLst/>
        </a:prstGeom>
        <a:solidFill>
          <a:schemeClr val="lt1">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冲刺</a:t>
          </a:r>
        </a:p>
      </dsp:txBody>
      <dsp:txXfrm>
        <a:off x="842595" y="830724"/>
        <a:ext cx="1285587" cy="1857425"/>
      </dsp:txXfrm>
    </dsp:sp>
    <dsp:sp modelId="{3377E146-BBE8-4251-922A-3A142A5DB22A}">
      <dsp:nvSpPr>
        <dsp:cNvPr id="0" name=""/>
        <dsp:cNvSpPr/>
      </dsp:nvSpPr>
      <dsp:spPr>
        <a:xfrm>
          <a:off x="2128043" y="389278"/>
          <a:ext cx="5670441" cy="1011581"/>
        </a:xfrm>
        <a:prstGeom prst="rightArrow">
          <a:avLst>
            <a:gd name="adj1" fmla="val 50000"/>
            <a:gd name="adj2" fmla="val 50000"/>
          </a:avLst>
        </a:prstGeom>
        <a:solidFill>
          <a:schemeClr val="accent5">
            <a:hueOff val="-1689636"/>
            <a:satOff val="-4355"/>
            <a:lumOff val="-294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Spring Planning</a:t>
          </a:r>
          <a:endParaRPr lang="zh-CN" altLang="en-US" sz="1400" kern="1200" dirty="0"/>
        </a:p>
      </dsp:txBody>
      <dsp:txXfrm>
        <a:off x="2128043" y="642173"/>
        <a:ext cx="5417546" cy="505791"/>
      </dsp:txXfrm>
    </dsp:sp>
    <dsp:sp modelId="{3F0F4678-4480-4F65-812F-7188E8E3BA27}">
      <dsp:nvSpPr>
        <dsp:cNvPr id="0" name=""/>
        <dsp:cNvSpPr/>
      </dsp:nvSpPr>
      <dsp:spPr>
        <a:xfrm>
          <a:off x="2128043" y="1168048"/>
          <a:ext cx="1285587" cy="1857425"/>
        </a:xfrm>
        <a:prstGeom prst="rect">
          <a:avLst/>
        </a:prstGeom>
        <a:solidFill>
          <a:schemeClr val="lt1">
            <a:hueOff val="0"/>
            <a:satOff val="0"/>
            <a:lumOff val="0"/>
            <a:alphaOff val="0"/>
          </a:schemeClr>
        </a:solidFill>
        <a:ln w="12700" cap="flat" cmpd="sng" algn="ctr">
          <a:solidFill>
            <a:schemeClr val="accent5">
              <a:hueOff val="-1689636"/>
              <a:satOff val="-4355"/>
              <a:lumOff val="-2941"/>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规划</a:t>
          </a:r>
        </a:p>
      </dsp:txBody>
      <dsp:txXfrm>
        <a:off x="2128043" y="1168048"/>
        <a:ext cx="1285587" cy="1857425"/>
      </dsp:txXfrm>
    </dsp:sp>
    <dsp:sp modelId="{962DE86B-57FB-4E57-B9E2-1CDD9869201D}">
      <dsp:nvSpPr>
        <dsp:cNvPr id="0" name=""/>
        <dsp:cNvSpPr/>
      </dsp:nvSpPr>
      <dsp:spPr>
        <a:xfrm>
          <a:off x="3413491" y="726602"/>
          <a:ext cx="4384993" cy="1011581"/>
        </a:xfrm>
        <a:prstGeom prst="rightArrow">
          <a:avLst>
            <a:gd name="adj1" fmla="val 50000"/>
            <a:gd name="adj2" fmla="val 50000"/>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Daily Scrum</a:t>
          </a:r>
          <a:endParaRPr lang="zh-CN" altLang="en-US" sz="1400" kern="1200" dirty="0"/>
        </a:p>
      </dsp:txBody>
      <dsp:txXfrm>
        <a:off x="3413491" y="979497"/>
        <a:ext cx="4132098" cy="505791"/>
      </dsp:txXfrm>
    </dsp:sp>
    <dsp:sp modelId="{A2FE8EDA-D970-4B0B-BEE7-3C260734EB3F}">
      <dsp:nvSpPr>
        <dsp:cNvPr id="0" name=""/>
        <dsp:cNvSpPr/>
      </dsp:nvSpPr>
      <dsp:spPr>
        <a:xfrm>
          <a:off x="3413491" y="1505371"/>
          <a:ext cx="1285587" cy="1857425"/>
        </a:xfrm>
        <a:prstGeom prst="rect">
          <a:avLst/>
        </a:prstGeom>
        <a:solidFill>
          <a:schemeClr val="lt1">
            <a:hueOff val="0"/>
            <a:satOff val="0"/>
            <a:lumOff val="0"/>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每日站会</a:t>
          </a:r>
        </a:p>
      </dsp:txBody>
      <dsp:txXfrm>
        <a:off x="3413491" y="1505371"/>
        <a:ext cx="1285587" cy="1857425"/>
      </dsp:txXfrm>
    </dsp:sp>
    <dsp:sp modelId="{C0E91409-81B0-4028-907D-5327B5143ADB}">
      <dsp:nvSpPr>
        <dsp:cNvPr id="0" name=""/>
        <dsp:cNvSpPr/>
      </dsp:nvSpPr>
      <dsp:spPr>
        <a:xfrm>
          <a:off x="4699636" y="1063926"/>
          <a:ext cx="3098848" cy="1011581"/>
        </a:xfrm>
        <a:prstGeom prst="rightArrow">
          <a:avLst>
            <a:gd name="adj1" fmla="val 50000"/>
            <a:gd name="adj2" fmla="val 50000"/>
          </a:avLst>
        </a:prstGeom>
        <a:solidFill>
          <a:schemeClr val="accent5">
            <a:hueOff val="-5068907"/>
            <a:satOff val="-13064"/>
            <a:lumOff val="-882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Review</a:t>
          </a:r>
          <a:endParaRPr lang="zh-CN" altLang="en-US" sz="1400" kern="1200" dirty="0"/>
        </a:p>
      </dsp:txBody>
      <dsp:txXfrm>
        <a:off x="4699636" y="1316821"/>
        <a:ext cx="2845953" cy="505791"/>
      </dsp:txXfrm>
    </dsp:sp>
    <dsp:sp modelId="{2B2584B2-DDE4-43C5-AC13-F191D54BFA19}">
      <dsp:nvSpPr>
        <dsp:cNvPr id="0" name=""/>
        <dsp:cNvSpPr/>
      </dsp:nvSpPr>
      <dsp:spPr>
        <a:xfrm>
          <a:off x="4699636" y="1842695"/>
          <a:ext cx="1285587" cy="1857425"/>
        </a:xfrm>
        <a:prstGeom prst="rect">
          <a:avLst/>
        </a:prstGeom>
        <a:solidFill>
          <a:schemeClr val="lt1">
            <a:hueOff val="0"/>
            <a:satOff val="0"/>
            <a:lumOff val="0"/>
            <a:alphaOff val="0"/>
          </a:schemeClr>
        </a:solidFill>
        <a:ln w="12700" cap="flat" cmpd="sng" algn="ctr">
          <a:solidFill>
            <a:schemeClr val="accent5">
              <a:hueOff val="-5068907"/>
              <a:satOff val="-13064"/>
              <a:lumOff val="-8824"/>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评审</a:t>
          </a:r>
        </a:p>
      </dsp:txBody>
      <dsp:txXfrm>
        <a:off x="4699636" y="1842695"/>
        <a:ext cx="1285587" cy="1857425"/>
      </dsp:txXfrm>
    </dsp:sp>
    <dsp:sp modelId="{C2F78D87-5BAB-4238-BA32-642972FEF7AA}">
      <dsp:nvSpPr>
        <dsp:cNvPr id="0" name=""/>
        <dsp:cNvSpPr/>
      </dsp:nvSpPr>
      <dsp:spPr>
        <a:xfrm>
          <a:off x="5985084" y="1401249"/>
          <a:ext cx="1813400" cy="1011581"/>
        </a:xfrm>
        <a:prstGeom prst="rightArrow">
          <a:avLst>
            <a:gd name="adj1" fmla="val 50000"/>
            <a:gd name="adj2" fmla="val 50000"/>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Retrospective</a:t>
          </a:r>
          <a:endParaRPr lang="zh-CN" altLang="en-US" sz="1400" kern="1200" dirty="0"/>
        </a:p>
      </dsp:txBody>
      <dsp:txXfrm>
        <a:off x="5985084" y="1654144"/>
        <a:ext cx="1560505" cy="505791"/>
      </dsp:txXfrm>
    </dsp:sp>
    <dsp:sp modelId="{5E52CB30-E02C-40CD-B263-64B93A59E37F}">
      <dsp:nvSpPr>
        <dsp:cNvPr id="0" name=""/>
        <dsp:cNvSpPr/>
      </dsp:nvSpPr>
      <dsp:spPr>
        <a:xfrm>
          <a:off x="5985084" y="2180019"/>
          <a:ext cx="1285587" cy="1857425"/>
        </a:xfrm>
        <a:prstGeom prst="rect">
          <a:avLst/>
        </a:prstGeom>
        <a:solidFill>
          <a:schemeClr val="lt1">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回顾</a:t>
          </a:r>
        </a:p>
      </dsp:txBody>
      <dsp:txXfrm>
        <a:off x="5985084" y="2180019"/>
        <a:ext cx="1285587" cy="1857425"/>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90000"/>
            </a:lnSpc>
            <a:spcBef>
              <a:spcPct val="0"/>
            </a:spcBef>
            <a:spcAft>
              <a:spcPct val="35000"/>
            </a:spcAft>
            <a:buNone/>
          </a:pPr>
          <a:r>
            <a:rPr lang="en-US" altLang="zh-CN" sz="1800" kern="1200" dirty="0"/>
            <a:t>Product Backlog </a:t>
          </a:r>
          <a:r>
            <a:rPr lang="zh-CN" altLang="en-US" sz="1800" kern="1200" dirty="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solidFill>
          <a:schemeClr val="lt1">
            <a:alpha val="90000"/>
            <a:hueOff val="0"/>
            <a:satOff val="0"/>
            <a:lumOff val="0"/>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90000"/>
            </a:lnSpc>
            <a:spcBef>
              <a:spcPct val="0"/>
            </a:spcBef>
            <a:spcAft>
              <a:spcPct val="35000"/>
            </a:spcAft>
            <a:buNone/>
          </a:pPr>
          <a:r>
            <a:rPr lang="en-US" altLang="zh-CN" sz="1800" kern="1200" dirty="0"/>
            <a:t>Sprint Backlog </a:t>
          </a:r>
          <a:r>
            <a:rPr lang="zh-CN" altLang="en-US" sz="1800" kern="1200" dirty="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solidFill>
          <a:schemeClr val="lt1">
            <a:alpha val="90000"/>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90000"/>
            </a:lnSpc>
            <a:spcBef>
              <a:spcPct val="0"/>
            </a:spcBef>
            <a:spcAft>
              <a:spcPct val="35000"/>
            </a:spcAft>
            <a:buNone/>
          </a:pPr>
          <a:r>
            <a:rPr lang="en-US" altLang="zh-CN" sz="1800" kern="1200" dirty="0"/>
            <a:t>Increment </a:t>
          </a:r>
          <a:r>
            <a:rPr lang="zh-CN" altLang="en-US" sz="1800" kern="1200" dirty="0"/>
            <a:t>增量</a:t>
          </a:r>
        </a:p>
      </dsp:txBody>
      <dsp:txXfrm>
        <a:off x="295939" y="2282779"/>
        <a:ext cx="3728122" cy="479482"/>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dirty="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endParaRPr lang="zh-CN" altLang="en-US" sz="1700" kern="1200" dirty="0"/>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endParaRPr lang="zh-CN" altLang="en-US" sz="1700" kern="1200" dirty="0"/>
        </a:p>
      </dsp:txBody>
      <dsp:txXfrm>
        <a:off x="1950322" y="2387135"/>
        <a:ext cx="990638" cy="57345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1DEA56-CC33-43BE-8735-4441E7C69179}">
      <dsp:nvSpPr>
        <dsp:cNvPr id="0" name=""/>
        <dsp:cNvSpPr/>
      </dsp:nvSpPr>
      <dsp:spPr>
        <a:xfrm rot="16200000">
          <a:off x="-796279" y="797029"/>
          <a:ext cx="3544168" cy="1950109"/>
        </a:xfrm>
        <a:prstGeom prst="flowChartManualOperation">
          <a:avLst/>
        </a:prstGeom>
        <a:solidFill>
          <a:schemeClr val="accent5">
            <a:hueOff val="0"/>
            <a:satOff val="0"/>
            <a:lumOff val="0"/>
            <a:alphaOff val="0"/>
          </a:schemeClr>
        </a:solidFill>
        <a:ln w="12700" cap="flat" cmpd="sng" algn="ctr">
          <a:solidFill>
            <a:schemeClr val="bg1"/>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dirty="0">
              <a:latin typeface="Montserrat" panose="00000500000000000000" pitchFamily="2" charset="0"/>
              <a:ea typeface="微软雅黑 Light" panose="020B0502040204020203" pitchFamily="34" charset="-122"/>
            </a:rPr>
            <a:t>成本补偿合同</a:t>
          </a:r>
        </a:p>
      </dsp:txBody>
      <dsp:txXfrm rot="5400000">
        <a:off x="750" y="708834"/>
        <a:ext cx="1950109" cy="2126500"/>
      </dsp:txXfrm>
    </dsp:sp>
    <dsp:sp modelId="{1056B091-CD94-4BB0-8E96-169F35FE1625}">
      <dsp:nvSpPr>
        <dsp:cNvPr id="0" name=""/>
        <dsp:cNvSpPr/>
      </dsp:nvSpPr>
      <dsp:spPr>
        <a:xfrm rot="16200000">
          <a:off x="1300088" y="797029"/>
          <a:ext cx="3544168" cy="1950109"/>
        </a:xfrm>
        <a:prstGeom prst="flowChartManualOperation">
          <a:avLst/>
        </a:prstGeom>
        <a:solidFill>
          <a:schemeClr val="accent2"/>
        </a:solidFill>
        <a:ln w="12700" cap="flat" cmpd="sng" algn="ctr">
          <a:solidFill>
            <a:schemeClr val="bg1"/>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dirty="0">
              <a:latin typeface="Montserrat" panose="00000500000000000000" pitchFamily="2" charset="0"/>
              <a:ea typeface="微软雅黑 Light" panose="020B0502040204020203" pitchFamily="34" charset="-122"/>
            </a:rPr>
            <a:t>总价合同</a:t>
          </a:r>
        </a:p>
      </dsp:txBody>
      <dsp:txXfrm rot="5400000">
        <a:off x="2097117" y="708834"/>
        <a:ext cx="1950109" cy="2126500"/>
      </dsp:txXfrm>
    </dsp:sp>
    <dsp:sp modelId="{16BA34B7-974C-4F6C-94BC-484155B2C518}">
      <dsp:nvSpPr>
        <dsp:cNvPr id="0" name=""/>
        <dsp:cNvSpPr/>
      </dsp:nvSpPr>
      <dsp:spPr>
        <a:xfrm rot="16200000">
          <a:off x="3396455" y="797029"/>
          <a:ext cx="3544168" cy="1950109"/>
        </a:xfrm>
        <a:prstGeom prst="flowChartManualOperation">
          <a:avLst/>
        </a:prstGeom>
        <a:solidFill>
          <a:schemeClr val="accent5">
            <a:hueOff val="-6758543"/>
            <a:satOff val="-17419"/>
            <a:lumOff val="-11765"/>
            <a:alphaOff val="0"/>
          </a:schemeClr>
        </a:solidFill>
        <a:ln w="12700" cap="flat" cmpd="sng" algn="ctr">
          <a:solidFill>
            <a:schemeClr val="bg1"/>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sz="2000" kern="1200" baseline="0" dirty="0">
              <a:latin typeface="Montserrat" panose="00000500000000000000" pitchFamily="2" charset="0"/>
              <a:ea typeface="微软雅黑 Light" panose="020B0502040204020203" pitchFamily="34" charset="-122"/>
            </a:rPr>
            <a:t>工料合同</a:t>
          </a:r>
          <a:r>
            <a:rPr lang="en-US" sz="2000" kern="1200" baseline="0" dirty="0">
              <a:latin typeface="Montserrat" panose="00000500000000000000" pitchFamily="2" charset="0"/>
              <a:ea typeface="微软雅黑 Light" panose="020B0502040204020203" pitchFamily="34" charset="-122"/>
            </a:rPr>
            <a:t> (T&amp;M)</a:t>
          </a:r>
          <a:endParaRPr lang="zh-CN" altLang="en-US" sz="2000" kern="1200" baseline="0" dirty="0">
            <a:latin typeface="Montserrat" panose="00000500000000000000" pitchFamily="2" charset="0"/>
            <a:ea typeface="微软雅黑 Light" panose="020B0502040204020203" pitchFamily="34" charset="-122"/>
          </a:endParaRPr>
        </a:p>
      </dsp:txBody>
      <dsp:txXfrm rot="5400000">
        <a:off x="4193484" y="708834"/>
        <a:ext cx="1950109" cy="212650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Time</a:t>
          </a:r>
          <a:endParaRPr lang="zh-CN" altLang="en-US" sz="2200" kern="1200" dirty="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Cost</a:t>
          </a:r>
          <a:endParaRPr lang="zh-CN" altLang="en-US" sz="2200" kern="1200" dirty="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FBF205D-9977-4197-B218-6546F80E8725}">
      <dsp:nvSpPr>
        <dsp:cNvPr id="0" name=""/>
        <dsp:cNvSpPr/>
      </dsp:nvSpPr>
      <dsp:spPr>
        <a:xfrm>
          <a:off x="1951954" y="3992413"/>
          <a:ext cx="101856" cy="101856"/>
        </a:xfrm>
        <a:prstGeom prst="ellipse">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E288050-D3C1-43B7-A40C-33CA4EAF871D}">
      <dsp:nvSpPr>
        <dsp:cNvPr id="0" name=""/>
        <dsp:cNvSpPr/>
      </dsp:nvSpPr>
      <dsp:spPr>
        <a:xfrm>
          <a:off x="1725065" y="4095870"/>
          <a:ext cx="101856" cy="101856"/>
        </a:xfrm>
        <a:prstGeom prst="ellipse">
          <a:avLst/>
        </a:prstGeom>
        <a:solidFill>
          <a:schemeClr val="accent5">
            <a:hueOff val="-563212"/>
            <a:satOff val="-1452"/>
            <a:lumOff val="-980"/>
            <a:alphaOff val="0"/>
          </a:schemeClr>
        </a:solidFill>
        <a:ln w="12700" cap="flat" cmpd="sng" algn="ctr">
          <a:solidFill>
            <a:schemeClr val="accent5">
              <a:hueOff val="-563212"/>
              <a:satOff val="-1452"/>
              <a:lumOff val="-98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0650512-A9F8-4507-8DAA-B360DB4B8446}">
      <dsp:nvSpPr>
        <dsp:cNvPr id="0" name=""/>
        <dsp:cNvSpPr/>
      </dsp:nvSpPr>
      <dsp:spPr>
        <a:xfrm>
          <a:off x="1491466" y="4181042"/>
          <a:ext cx="101856" cy="101856"/>
        </a:xfrm>
        <a:prstGeom prst="ellipse">
          <a:avLst/>
        </a:prstGeom>
        <a:solidFill>
          <a:schemeClr val="accent5">
            <a:hueOff val="-1126424"/>
            <a:satOff val="-2903"/>
            <a:lumOff val="-1961"/>
            <a:alphaOff val="0"/>
          </a:schemeClr>
        </a:solidFill>
        <a:ln w="12700" cap="flat" cmpd="sng" algn="ctr">
          <a:solidFill>
            <a:schemeClr val="accent5">
              <a:hueOff val="-1126424"/>
              <a:satOff val="-2903"/>
              <a:lumOff val="-196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8E4492-38BE-4A53-B47D-620257A76880}">
      <dsp:nvSpPr>
        <dsp:cNvPr id="0" name=""/>
        <dsp:cNvSpPr/>
      </dsp:nvSpPr>
      <dsp:spPr>
        <a:xfrm>
          <a:off x="1251159" y="4247447"/>
          <a:ext cx="101856" cy="101856"/>
        </a:xfrm>
        <a:prstGeom prst="ellipse">
          <a:avLst/>
        </a:prstGeom>
        <a:solidFill>
          <a:schemeClr val="accent5">
            <a:hueOff val="-1689636"/>
            <a:satOff val="-4355"/>
            <a:lumOff val="-2941"/>
            <a:alphaOff val="0"/>
          </a:schemeClr>
        </a:solidFill>
        <a:ln w="12700" cap="flat" cmpd="sng" algn="ctr">
          <a:solidFill>
            <a:schemeClr val="accent5">
              <a:hueOff val="-1689636"/>
              <a:satOff val="-4355"/>
              <a:lumOff val="-294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1C86B-3030-4A29-BCB3-9F7FB7F4A81C}">
      <dsp:nvSpPr>
        <dsp:cNvPr id="0" name=""/>
        <dsp:cNvSpPr/>
      </dsp:nvSpPr>
      <dsp:spPr>
        <a:xfrm>
          <a:off x="3012601" y="3128183"/>
          <a:ext cx="101856" cy="101856"/>
        </a:xfrm>
        <a:prstGeom prst="ellipse">
          <a:avLst/>
        </a:prstGeom>
        <a:solidFill>
          <a:schemeClr val="accent5">
            <a:hueOff val="-2252848"/>
            <a:satOff val="-5806"/>
            <a:lumOff val="-3922"/>
            <a:alphaOff val="0"/>
          </a:schemeClr>
        </a:solidFill>
        <a:ln w="12700" cap="flat" cmpd="sng" algn="ctr">
          <a:solidFill>
            <a:schemeClr val="accent5">
              <a:hueOff val="-2252848"/>
              <a:satOff val="-5806"/>
              <a:lumOff val="-392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C44CD02-1B5B-407F-BA68-36A5C5225080}">
      <dsp:nvSpPr>
        <dsp:cNvPr id="0" name=""/>
        <dsp:cNvSpPr/>
      </dsp:nvSpPr>
      <dsp:spPr>
        <a:xfrm>
          <a:off x="3617639" y="1860228"/>
          <a:ext cx="101856" cy="101856"/>
        </a:xfrm>
        <a:prstGeom prst="ellipse">
          <a:avLst/>
        </a:prstGeom>
        <a:solidFill>
          <a:schemeClr val="accent5">
            <a:hueOff val="-2816059"/>
            <a:satOff val="-7258"/>
            <a:lumOff val="-4902"/>
            <a:alphaOff val="0"/>
          </a:schemeClr>
        </a:solidFill>
        <a:ln w="12700" cap="flat" cmpd="sng" algn="ctr">
          <a:solidFill>
            <a:schemeClr val="accent5">
              <a:hueOff val="-2816059"/>
              <a:satOff val="-7258"/>
              <a:lumOff val="-490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CB553B9-2D29-463B-885B-2AB3654FC5DC}">
      <dsp:nvSpPr>
        <dsp:cNvPr id="0" name=""/>
        <dsp:cNvSpPr/>
      </dsp:nvSpPr>
      <dsp:spPr>
        <a:xfrm>
          <a:off x="3454181" y="278051"/>
          <a:ext cx="101856" cy="101856"/>
        </a:xfrm>
        <a:prstGeom prst="ellipse">
          <a:avLst/>
        </a:prstGeom>
        <a:solidFill>
          <a:schemeClr val="accent5">
            <a:hueOff val="-3379271"/>
            <a:satOff val="-8710"/>
            <a:lumOff val="-5883"/>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3DEB45-4767-484B-B07F-8035D4FF8144}">
      <dsp:nvSpPr>
        <dsp:cNvPr id="0" name=""/>
        <dsp:cNvSpPr/>
      </dsp:nvSpPr>
      <dsp:spPr>
        <a:xfrm>
          <a:off x="3599342" y="175075"/>
          <a:ext cx="101856" cy="101856"/>
        </a:xfrm>
        <a:prstGeom prst="ellipse">
          <a:avLst/>
        </a:prstGeom>
        <a:solidFill>
          <a:schemeClr val="accent5">
            <a:hueOff val="-3942483"/>
            <a:satOff val="-10161"/>
            <a:lumOff val="-6863"/>
            <a:alphaOff val="0"/>
          </a:schemeClr>
        </a:solidFill>
        <a:ln w="12700" cap="flat" cmpd="sng" algn="ctr">
          <a:solidFill>
            <a:schemeClr val="accent5">
              <a:hueOff val="-3942483"/>
              <a:satOff val="-10161"/>
              <a:lumOff val="-686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4587F2D-8A77-4784-A432-D531B1A31BD4}">
      <dsp:nvSpPr>
        <dsp:cNvPr id="0" name=""/>
        <dsp:cNvSpPr/>
      </dsp:nvSpPr>
      <dsp:spPr>
        <a:xfrm>
          <a:off x="3744502" y="72098"/>
          <a:ext cx="101856" cy="101856"/>
        </a:xfrm>
        <a:prstGeom prst="ellipse">
          <a:avLst/>
        </a:prstGeom>
        <a:solidFill>
          <a:schemeClr val="accent5">
            <a:hueOff val="-4505695"/>
            <a:satOff val="-11613"/>
            <a:lumOff val="-7843"/>
            <a:alphaOff val="0"/>
          </a:schemeClr>
        </a:solidFill>
        <a:ln w="12700" cap="flat" cmpd="sng" algn="ctr">
          <a:solidFill>
            <a:schemeClr val="accent5">
              <a:hueOff val="-4505695"/>
              <a:satOff val="-11613"/>
              <a:lumOff val="-784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F7AA7A6-BE78-4C47-96D0-A9778FD08B06}">
      <dsp:nvSpPr>
        <dsp:cNvPr id="0" name=""/>
        <dsp:cNvSpPr/>
      </dsp:nvSpPr>
      <dsp:spPr>
        <a:xfrm>
          <a:off x="3889662" y="175075"/>
          <a:ext cx="101856" cy="101856"/>
        </a:xfrm>
        <a:prstGeom prst="ellipse">
          <a:avLst/>
        </a:prstGeom>
        <a:solidFill>
          <a:schemeClr val="accent5">
            <a:hueOff val="-5068907"/>
            <a:satOff val="-13064"/>
            <a:lumOff val="-8824"/>
            <a:alphaOff val="0"/>
          </a:schemeClr>
        </a:solidFill>
        <a:ln w="12700" cap="flat" cmpd="sng" algn="ctr">
          <a:solidFill>
            <a:schemeClr val="accent5">
              <a:hueOff val="-5068907"/>
              <a:satOff val="-13064"/>
              <a:lumOff val="-882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787A4BE-5EB2-474E-9C43-8D94334B42F9}">
      <dsp:nvSpPr>
        <dsp:cNvPr id="0" name=""/>
        <dsp:cNvSpPr/>
      </dsp:nvSpPr>
      <dsp:spPr>
        <a:xfrm>
          <a:off x="4035433" y="278051"/>
          <a:ext cx="101856" cy="101856"/>
        </a:xfrm>
        <a:prstGeom prst="ellipse">
          <a:avLst/>
        </a:prstGeom>
        <a:solidFill>
          <a:schemeClr val="accent5">
            <a:hueOff val="-5632119"/>
            <a:satOff val="-14516"/>
            <a:lumOff val="-9804"/>
            <a:alphaOff val="0"/>
          </a:schemeClr>
        </a:solidFill>
        <a:ln w="12700" cap="flat" cmpd="sng" algn="ctr">
          <a:solidFill>
            <a:schemeClr val="accent5">
              <a:hueOff val="-5632119"/>
              <a:satOff val="-14516"/>
              <a:lumOff val="-980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0BEC77D-3080-4C6D-9B8C-C10A40531F9D}">
      <dsp:nvSpPr>
        <dsp:cNvPr id="0" name=""/>
        <dsp:cNvSpPr/>
      </dsp:nvSpPr>
      <dsp:spPr>
        <a:xfrm>
          <a:off x="3744502" y="289600"/>
          <a:ext cx="101856" cy="101856"/>
        </a:xfrm>
        <a:prstGeom prst="ellipse">
          <a:avLst/>
        </a:prstGeom>
        <a:solidFill>
          <a:schemeClr val="accent5">
            <a:hueOff val="-6195331"/>
            <a:satOff val="-15967"/>
            <a:lumOff val="-10785"/>
            <a:alphaOff val="0"/>
          </a:schemeClr>
        </a:solidFill>
        <a:ln w="12700" cap="flat" cmpd="sng" algn="ctr">
          <a:solidFill>
            <a:schemeClr val="accent5">
              <a:hueOff val="-6195331"/>
              <a:satOff val="-15967"/>
              <a:lumOff val="-1078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4B063D7-86FA-4070-B7D4-32507B925161}">
      <dsp:nvSpPr>
        <dsp:cNvPr id="0" name=""/>
        <dsp:cNvSpPr/>
      </dsp:nvSpPr>
      <dsp:spPr>
        <a:xfrm>
          <a:off x="3744502" y="507101"/>
          <a:ext cx="101856" cy="101856"/>
        </a:xfrm>
        <a:prstGeom prst="ellipse">
          <a:avLst/>
        </a:prstGeom>
        <a:solidFill>
          <a:schemeClr val="accent5">
            <a:hueOff val="-6758543"/>
            <a:satOff val="-17419"/>
            <a:lumOff val="-11765"/>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21F8134-CC38-4E63-8BBC-848694C9088E}">
      <dsp:nvSpPr>
        <dsp:cNvPr id="0" name=""/>
        <dsp:cNvSpPr/>
      </dsp:nvSpPr>
      <dsp:spPr>
        <a:xfrm>
          <a:off x="670212" y="4451878"/>
          <a:ext cx="2192653" cy="588023"/>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项目验收</a:t>
          </a:r>
        </a:p>
      </dsp:txBody>
      <dsp:txXfrm>
        <a:off x="698917" y="4480583"/>
        <a:ext cx="2135243" cy="530613"/>
      </dsp:txXfrm>
    </dsp:sp>
    <dsp:sp modelId="{FEE3AF7A-A9B6-49E6-B161-ACE803504278}">
      <dsp:nvSpPr>
        <dsp:cNvPr id="0" name=""/>
        <dsp:cNvSpPr/>
      </dsp:nvSpPr>
      <dsp:spPr>
        <a:xfrm>
          <a:off x="62429" y="3875163"/>
          <a:ext cx="1016732" cy="1016769"/>
        </a:xfrm>
        <a:prstGeom prst="ellipse">
          <a:avLst/>
        </a:prstGeom>
        <a:solidFill>
          <a:schemeClr val="accent5">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C366577-85F8-4446-BF40-16D146BD8EDA}">
      <dsp:nvSpPr>
        <dsp:cNvPr id="0" name=""/>
        <dsp:cNvSpPr/>
      </dsp:nvSpPr>
      <dsp:spPr>
        <a:xfrm>
          <a:off x="2638416" y="3742111"/>
          <a:ext cx="2192653" cy="588023"/>
        </a:xfrm>
        <a:prstGeom prst="roundRect">
          <a:avLst/>
        </a:prstGeom>
        <a:solidFill>
          <a:schemeClr val="accent5">
            <a:hueOff val="-2252848"/>
            <a:satOff val="-5806"/>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合同终止</a:t>
          </a:r>
        </a:p>
      </dsp:txBody>
      <dsp:txXfrm>
        <a:off x="2667121" y="3770816"/>
        <a:ext cx="2135243" cy="530613"/>
      </dsp:txXfrm>
    </dsp:sp>
    <dsp:sp modelId="{F4F6C737-765C-4321-A1C5-C8099FFECEF0}">
      <dsp:nvSpPr>
        <dsp:cNvPr id="0" name=""/>
        <dsp:cNvSpPr/>
      </dsp:nvSpPr>
      <dsp:spPr>
        <a:xfrm>
          <a:off x="2030633" y="3165397"/>
          <a:ext cx="1016732" cy="1016769"/>
        </a:xfrm>
        <a:prstGeom prst="ellipse">
          <a:avLst/>
        </a:prstGeom>
        <a:solidFill>
          <a:schemeClr val="accent5">
            <a:tint val="50000"/>
            <a:hueOff val="-2243214"/>
            <a:satOff val="-7649"/>
            <a:lumOff val="-127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E7EC5B8-832C-4FA6-94AE-814683D00B05}">
      <dsp:nvSpPr>
        <dsp:cNvPr id="0" name=""/>
        <dsp:cNvSpPr/>
      </dsp:nvSpPr>
      <dsp:spPr>
        <a:xfrm>
          <a:off x="3476443" y="2622847"/>
          <a:ext cx="2192653" cy="588023"/>
        </a:xfrm>
        <a:prstGeom prst="roundRect">
          <a:avLst/>
        </a:prstGeom>
        <a:solidFill>
          <a:schemeClr val="accent5">
            <a:hueOff val="-4505695"/>
            <a:satOff val="-11613"/>
            <a:lumOff val="-784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项目最后评审</a:t>
          </a:r>
        </a:p>
      </dsp:txBody>
      <dsp:txXfrm>
        <a:off x="3505148" y="2651552"/>
        <a:ext cx="2135243" cy="530613"/>
      </dsp:txXfrm>
    </dsp:sp>
    <dsp:sp modelId="{B5BB9956-3C30-4A7A-A1E1-C16D4B177626}">
      <dsp:nvSpPr>
        <dsp:cNvPr id="0" name=""/>
        <dsp:cNvSpPr/>
      </dsp:nvSpPr>
      <dsp:spPr>
        <a:xfrm>
          <a:off x="2868660" y="2046132"/>
          <a:ext cx="1016732" cy="1016769"/>
        </a:xfrm>
        <a:prstGeom prst="ellipse">
          <a:avLst/>
        </a:prstGeom>
        <a:solidFill>
          <a:schemeClr val="accent5">
            <a:tint val="50000"/>
            <a:hueOff val="-4486427"/>
            <a:satOff val="-15298"/>
            <a:lumOff val="-254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CFDDF2C-90A3-4F81-8F4D-27DD03C2C285}">
      <dsp:nvSpPr>
        <dsp:cNvPr id="0" name=""/>
        <dsp:cNvSpPr/>
      </dsp:nvSpPr>
      <dsp:spPr>
        <a:xfrm>
          <a:off x="3844355" y="1289449"/>
          <a:ext cx="2192390" cy="588023"/>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项目总结报告</a:t>
          </a:r>
        </a:p>
      </dsp:txBody>
      <dsp:txXfrm>
        <a:off x="3873060" y="1318154"/>
        <a:ext cx="2134980" cy="530613"/>
      </dsp:txXfrm>
    </dsp:sp>
    <dsp:sp modelId="{75EE274E-6437-449B-ABCA-AF8787CF15E9}">
      <dsp:nvSpPr>
        <dsp:cNvPr id="0" name=""/>
        <dsp:cNvSpPr/>
      </dsp:nvSpPr>
      <dsp:spPr>
        <a:xfrm>
          <a:off x="3236441" y="712734"/>
          <a:ext cx="1016732" cy="1016769"/>
        </a:xfrm>
        <a:prstGeom prst="ellipse">
          <a:avLst/>
        </a:prstGeom>
        <a:solidFill>
          <a:schemeClr val="accent5">
            <a:tint val="50000"/>
            <a:hueOff val="-6729641"/>
            <a:satOff val="-22947"/>
            <a:lumOff val="-382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2.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4.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9/3/layout/IncreasingArrowsProcess">
  <dgm:title val=""/>
  <dgm:desc val=""/>
  <dgm:catLst>
    <dgm:cat type="process" pri="5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11">
          <dgm:prSet phldr="1"/>
        </dgm:pt>
        <dgm:pt modelId="20">
          <dgm:prSet phldr="1"/>
        </dgm:pt>
        <dgm:pt modelId="21">
          <dgm:prSet phldr="1"/>
        </dgm:pt>
      </dgm:ptLst>
      <dgm:cxnLst>
        <dgm:cxn modelId="40" srcId="0" destId="10" srcOrd="0" destOrd="0"/>
        <dgm:cxn modelId="12" srcId="10" destId="11" srcOrd="0" destOrd="0"/>
        <dgm:cxn modelId="50" srcId="0" destId="20" srcOrd="1" destOrd="0"/>
        <dgm:cxn modelId="22" srcId="20" destId="21" srcOrd="0" destOrd="0"/>
      </dgm:cxnLst>
      <dgm:bg/>
      <dgm:whole/>
    </dgm:dataModel>
  </dgm:styleData>
  <dgm:clr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clrData>
  <dgm:layoutNode name="Name0">
    <dgm:varLst>
      <dgm:chMax val="5"/>
      <dgm:chPref val="5"/>
      <dgm:dir/>
      <dgm:animLvl val="lvl"/>
    </dgm:varLst>
    <dgm:shape xmlns:r="http://schemas.openxmlformats.org/officeDocument/2006/relationships" r:blip="">
      <dgm:adjLst/>
    </dgm:shape>
    <dgm:choose name="Name1">
      <dgm:if name="Name2" axis="ch" ptType="node" func="cnt" op="equ" val="1">
        <dgm:choose name="Name3">
          <dgm:if name="Name4" axis="ch ch" ptType="node node" func="cnt" op="equ" val="0">
            <dgm:alg type="composite">
              <dgm:param type="ar" val="6.8662"/>
            </dgm:alg>
            <dgm:choose name="Name5">
              <dgm:if name="Name6" func="var" arg="dir" op="equ" val="norm">
                <dgm:constrLst>
                  <dgm:constr type="primFontSz" for="des" forName="parentText1" val="65"/>
                  <dgm:constr type="l" for="ch" forName="parentText1" refType="w" fact="0"/>
                  <dgm:constr type="t" for="ch" forName="parentText1" refType="h" fact="0"/>
                  <dgm:constr type="w" for="ch" forName="parentText1" refType="w"/>
                  <dgm:constr type="h" for="ch" forName="parentText1" refType="h"/>
                </dgm:constrLst>
              </dgm:if>
              <dgm:else name="Name7">
                <dgm:constrLst>
                  <dgm:constr type="primFontSz" for="des" forName="parentText1" val="65"/>
                  <dgm:constr type="l" for="ch" forName="parentText1" refType="w" fact="0"/>
                  <dgm:constr type="t" for="ch" forName="parentText1" refType="h" fact="0"/>
                  <dgm:constr type="w" for="ch" forName="parentText1" refType="w"/>
                  <dgm:constr type="h" for="ch" forName="parentText1" refType="h"/>
                </dgm:constrLst>
              </dgm:else>
            </dgm:choose>
          </dgm:if>
          <dgm:else name="Name8">
            <dgm:alg type="composite">
              <dgm:param type="ar" val="1.9864"/>
            </dgm:alg>
            <dgm:choose name="Name9">
              <dgm:if name="Name10" func="var" arg="dir" op="equ" val="norm">
                <dgm:constrLst>
                  <dgm:constr type="primFontSz" for="des" forName="childText1" val="65"/>
                  <dgm:constr type="primFontSz" for="des" forName="parentText1" val="65"/>
                  <dgm:constr type="primFontSz" for="des" forName="childText1" refType="primFontSz" refFor="des" refForName="parentText1" op="lte"/>
                  <dgm:constr type="l" for="ch" forName="parentText1" refType="w" fact="0"/>
                  <dgm:constr type="t" for="ch" forName="parentText1" refType="h" fact="0"/>
                  <dgm:constr type="w" for="ch" forName="parentText1" refType="w"/>
                  <dgm:constr type="h" for="ch" forName="parentText1" refType="h" fact="0.2893"/>
                  <dgm:constr type="l" for="ch" forName="childText1" refType="w" fact="0"/>
                  <dgm:constr type="t" for="ch" forName="childText1" refType="h" fact="0.224"/>
                  <dgm:constr type="w" for="ch" forName="childText1" refType="w" fact="0.9241"/>
                  <dgm:constr type="h" for="ch" forName="childText1" refType="h" fact="0.776"/>
                </dgm:constrLst>
              </dgm:if>
              <dgm:else name="Name11">
                <dgm:constrLst>
                  <dgm:constr type="primFontSz" for="des" forName="childText1" val="65"/>
                  <dgm:constr type="primFontSz" for="des" forName="parentText1" val="65"/>
                  <dgm:constr type="primFontSz" for="des" forName="childText1" refType="primFontSz" refFor="des" refForName="parentText1" op="lte"/>
                  <dgm:constr type="l" for="ch" forName="parentText1" refType="w" fact="0"/>
                  <dgm:constr type="t" for="ch" forName="parentText1" refType="h" fact="0"/>
                  <dgm:constr type="w" for="ch" forName="parentText1" refType="w"/>
                  <dgm:constr type="h" for="ch" forName="parentText1" refType="h" fact="0.2893"/>
                  <dgm:constr type="l" for="ch" forName="childText1" refType="w" fact="0.076"/>
                  <dgm:constr type="t" for="ch" forName="childText1" refType="h" fact="0.224"/>
                  <dgm:constr type="w" for="ch" forName="childText1" refType="w" fact="0.9241"/>
                  <dgm:constr type="h" for="ch" forName="childText1" refType="h" fact="0.776"/>
                </dgm:constrLst>
              </dgm:else>
            </dgm:choose>
          </dgm:else>
        </dgm:choose>
      </dgm:if>
      <dgm:if name="Name12" axis="ch" ptType="node" func="cnt" op="equ" val="2">
        <dgm:choose name="Name13">
          <dgm:if name="Name14" axis="ch ch" ptType="node node" func="cnt" op="equ" val="0">
            <dgm:alg type="composite">
              <dgm:param type="ar" val="5.1498"/>
            </dgm:alg>
            <dgm:choose name="Name15">
              <dgm:if name="Name16" func="var" arg="dir" op="equ" val="norm">
                <dgm:constrLst>
                  <dgm:constr type="primFontSz" for="des" forName="parentText1" val="65"/>
                  <dgm:constr type="primFontSz" for="des" forName="parentText2" refType="primFontSz" refFor="des" refForName="parentText1" op="equ"/>
                  <dgm:constr type="l" for="ch" forName="parentText1" refType="w" fact="0"/>
                  <dgm:constr type="t" for="ch" forName="parentText1" refType="h" fact="0"/>
                  <dgm:constr type="w" for="ch" forName="parentText1" refType="w"/>
                  <dgm:constr type="h" for="ch" forName="parentText1" refType="h" fact="0.7501"/>
                  <dgm:constr type="l" for="ch" forName="parentText2" refType="w" fact="0.462"/>
                  <dgm:constr type="t" for="ch" forName="parentText2" refType="h" fact="0.2499"/>
                  <dgm:constr type="w" for="ch" forName="parentText2" refType="w" fact="0.538"/>
                  <dgm:constr type="h" for="ch" forName="parentText2" refType="h" fact="0.7501"/>
                </dgm:constrLst>
              </dgm:if>
              <dgm:else name="Name17">
                <dgm:constrLst>
                  <dgm:constr type="primFontSz" for="des" forName="parentText1" val="65"/>
                  <dgm:constr type="primFontSz" for="des" forName="parentText2" refType="primFontSz" refFor="des" refForName="parentText1" op="equ"/>
                  <dgm:constr type="l" for="ch" forName="parentText1" refType="w" fact="0"/>
                  <dgm:constr type="t" for="ch" forName="parentText1" refType="h" fact="0"/>
                  <dgm:constr type="w" for="ch" forName="parentText1" refType="w"/>
                  <dgm:constr type="h" for="ch" forName="parentText1" refType="h" fact="0.7501"/>
                  <dgm:constr type="l" for="ch" forName="parentText2" refType="w" fact="0"/>
                  <dgm:constr type="t" for="ch" forName="parentText2" refType="h" fact="0.2499"/>
                  <dgm:constr type="w" for="ch" forName="parentText2" refType="w" fact="0.538"/>
                  <dgm:constr type="h" for="ch" forName="parentText2" refType="h" fact="0.7501"/>
                </dgm:constrLst>
              </dgm:else>
            </dgm:choose>
          </dgm:if>
          <dgm:else name="Name18">
            <dgm:alg type="composite">
              <dgm:param type="ar" val="2.0563"/>
            </dgm:alg>
            <dgm:choose name="Name19">
              <dgm:if name="Name2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parentText2" refType="primFontSz" refFor="des" refForName="parentText1" op="equ"/>
                  <dgm:constr type="primFontSz" for="des" forName="childText2" refType="primFontSz" refFor="des" refForName="childText1" op="equ"/>
                  <dgm:constr type="l" for="ch" forName="parentText1" refType="w" fact="0"/>
                  <dgm:constr type="t" for="ch" forName="parentText1" refType="h" fact="0"/>
                  <dgm:constr type="w" for="ch" forName="parentText1" refType="w"/>
                  <dgm:constr type="h" for="ch" forName="parentText1" refType="h" fact="0.2995"/>
                  <dgm:constr type="l" for="ch" forName="parentText2" refType="w" fact="0.462"/>
                  <dgm:constr type="t" for="ch" forName="parentText2" refType="h" fact="0.0998"/>
                  <dgm:constr type="w" for="ch" forName="parentText2" refType="w" fact="0.538"/>
                  <dgm:constr type="h" for="ch" forName="parentText2" refType="h" fact="0.2995"/>
                  <dgm:constr type="l" for="ch" forName="childText1" refType="w" fact="0"/>
                  <dgm:constr type="t" for="ch" forName="childText1" refType="h" fact="0.2317"/>
                  <dgm:constr type="w" for="ch" forName="childText1" refType="w" fact="0.462"/>
                  <dgm:constr type="h" for="ch" forName="childText1" refType="h" fact="0.6685"/>
                  <dgm:constr type="l" for="ch" forName="childText2" refType="w" fact="0.462"/>
                  <dgm:constr type="t" for="ch" forName="childText2" refType="h" fact="0.3315"/>
                  <dgm:constr type="w" for="ch" forName="childText2" refType="w" fact="0.462"/>
                  <dgm:constr type="h" for="ch" forName="childText2" refType="h" fact="0.6685"/>
                </dgm:constrLst>
              </dgm:if>
              <dgm:else name="Name2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parentText2" refType="primFontSz" refFor="des" refForName="parentText1" op="equ"/>
                  <dgm:constr type="primFontSz" for="des" forName="childText2" refType="primFontSz" refFor="des" refForName="childText1" op="equ"/>
                  <dgm:constr type="l" for="ch" forName="parentText1" refType="w" fact="0"/>
                  <dgm:constr type="t" for="ch" forName="parentText1" refType="h" fact="0"/>
                  <dgm:constr type="w" for="ch" forName="parentText1" refType="w"/>
                  <dgm:constr type="h" for="ch" forName="parentText1" refType="h" fact="0.2995"/>
                  <dgm:constr type="l" for="ch" forName="parentText2" refType="w" fact="0"/>
                  <dgm:constr type="t" for="ch" forName="parentText2" refType="h" fact="0.0998"/>
                  <dgm:constr type="w" for="ch" forName="parentText2" refType="w" fact="0.538"/>
                  <dgm:constr type="h" for="ch" forName="parentText2" refType="h" fact="0.2995"/>
                  <dgm:constr type="l" for="ch" forName="childText1" refType="w" fact="0.538"/>
                  <dgm:constr type="t" for="ch" forName="childText1" refType="h" fact="0.2317"/>
                  <dgm:constr type="w" for="ch" forName="childText1" refType="w" fact="0.462"/>
                  <dgm:constr type="h" for="ch" forName="childText1" refType="h" fact="0.6685"/>
                  <dgm:constr type="l" for="ch" forName="childText2" refType="w" fact="0.076"/>
                  <dgm:constr type="t" for="ch" forName="childText2" refType="h" fact="0.3315"/>
                  <dgm:constr type="w" for="ch" forName="childText2" refType="w" fact="0.462"/>
                  <dgm:constr type="h" for="ch" forName="childText2" refType="h" fact="0.6685"/>
                </dgm:constrLst>
              </dgm:else>
            </dgm:choose>
          </dgm:else>
        </dgm:choose>
      </dgm:if>
      <dgm:if name="Name22" axis="ch" ptType="node" func="cnt" op="equ" val="3">
        <dgm:choose name="Name23">
          <dgm:if name="Name24" axis="ch ch" ptType="node node" func="cnt" op="equ" val="0">
            <dgm:alg type="composite">
              <dgm:param type="ar" val="4.1198"/>
            </dgm:alg>
            <dgm:choose name="Name25">
              <dgm:if name="Name2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l" for="ch" forName="parentText1" refType="w" fact="0"/>
                  <dgm:constr type="t" for="ch" forName="parentText1" refType="h" fact="0"/>
                  <dgm:constr type="w" for="ch" forName="parentText1" refType="w"/>
                  <dgm:constr type="h" for="ch" forName="parentText1" refType="h" fact="0.6"/>
                  <dgm:constr type="l" for="ch" forName="parentText2" refType="w" fact="0.308"/>
                  <dgm:constr type="t" for="ch" forName="parentText2" refType="h" fact="0.2"/>
                  <dgm:constr type="w" for="ch" forName="parentText2" refType="w" fact="0.692"/>
                  <dgm:constr type="h" for="ch" forName="parentText2" refType="h" fact="0.6"/>
                  <dgm:constr type="l" for="ch" forName="parentText3" refType="w" fact="0.616"/>
                  <dgm:constr type="t" for="ch" forName="parentText3" refType="h" fact="0.4"/>
                  <dgm:constr type="w" for="ch" forName="parentText3" refType="w" fact="0.384"/>
                  <dgm:constr type="h" for="ch" forName="parentText3" refType="h" fact="0.6"/>
                </dgm:constrLst>
              </dgm:if>
              <dgm:else name="Name2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l" for="ch" forName="parentText1" refType="w" fact="0"/>
                  <dgm:constr type="t" for="ch" forName="parentText1" refType="h" fact="0"/>
                  <dgm:constr type="w" for="ch" forName="parentText1" refType="w"/>
                  <dgm:constr type="h" for="ch" forName="parentText1" refType="h" fact="0.6"/>
                  <dgm:constr type="l" for="ch" forName="parentText2" refType="w" fact="0"/>
                  <dgm:constr type="t" for="ch" forName="parentText2" refType="h" fact="0.2"/>
                  <dgm:constr type="w" for="ch" forName="parentText2" refType="w" fact="0.692"/>
                  <dgm:constr type="h" for="ch" forName="parentText2" refType="h" fact="0.6"/>
                  <dgm:constr type="l" for="ch" forName="parentText3" refType="w" fact="0"/>
                  <dgm:constr type="t" for="ch" forName="parentText3" refType="h" fact="0.4"/>
                  <dgm:constr type="w" for="ch" forName="parentText3" refType="w" fact="0.384"/>
                  <dgm:constr type="h" for="ch" forName="parentText3" refType="h" fact="0.6"/>
                </dgm:constrLst>
              </dgm:else>
            </dgm:choose>
          </dgm:if>
          <dgm:else name="Name28">
            <dgm:alg type="composite">
              <dgm:param type="ar" val="2.0702"/>
            </dgm:alg>
            <dgm:choose name="Name29">
              <dgm:if name="Name3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parentText2" refType="primFontSz" refFor="des" refForName="parentText1" op="equ"/>
                  <dgm:constr type="primFontSz" for="des" forName="parentText3"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l" for="ch" forName="childText1" refType="w" fact="0"/>
                  <dgm:constr type="t" for="ch" forName="childText1" refType="h" fact="0.2325"/>
                  <dgm:constr type="w" for="ch" forName="childText1" refType="w" fact="0.308"/>
                  <dgm:constr type="h" for="ch" forName="childText1" refType="h" fact="0.5808"/>
                  <dgm:constr type="l" for="ch" forName="childText2" refType="w" fact="0.308"/>
                  <dgm:constr type="t" for="ch" forName="childText2" refType="h" fact="0.333"/>
                  <dgm:constr type="w" for="ch" forName="childText2" refType="w" fact="0.308"/>
                  <dgm:constr type="h" for="ch" forName="childText2" refType="h" fact="0.5808"/>
                  <dgm:constr type="l" for="ch" forName="childText3" refType="w" fact="0.616"/>
                  <dgm:constr type="t" for="ch" forName="childText3" refType="h" fact="0.4335"/>
                  <dgm:constr type="w" for="ch" forName="childText3" refType="w" fact="0.308"/>
                  <dgm:constr type="h" for="ch" forName="childText3" refType="h" fact="0.5723"/>
                  <dgm:constr type="l" for="ch" forName="parentText1" refType="w" fact="0"/>
                  <dgm:constr type="t" for="ch" forName="parentText1" refType="h" fact="0"/>
                  <dgm:constr type="w" for="ch" forName="parentText1" refType="w"/>
                  <dgm:constr type="h" for="ch" forName="parentText1" refType="h" fact="0.3015"/>
                  <dgm:constr type="l" for="ch" forName="parentText2" refType="w" fact="0.308"/>
                  <dgm:constr type="t" for="ch" forName="parentText2" refType="h" fact="0.1005"/>
                  <dgm:constr type="w" for="ch" forName="parentText2" refType="w" fact="0.692"/>
                  <dgm:constr type="h" for="ch" forName="parentText2" refType="h" fact="0.3015"/>
                  <dgm:constr type="l" for="ch" forName="parentText3" refType="w" fact="0.616"/>
                  <dgm:constr type="t" for="ch" forName="parentText3" refType="h" fact="0.201"/>
                  <dgm:constr type="w" for="ch" forName="parentText3" refType="w" fact="0.384"/>
                  <dgm:constr type="h" for="ch" forName="parentText3" refType="h" fact="0.3015"/>
                </dgm:constrLst>
              </dgm:if>
              <dgm:else name="Name3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parentText2" refType="primFontSz" refFor="des" refForName="parentText1" op="equ"/>
                  <dgm:constr type="primFontSz" for="des" forName="parentText3"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l" for="ch" forName="childText1" refType="w" fact="0.692"/>
                  <dgm:constr type="t" for="ch" forName="childText1" refType="h" fact="0.2325"/>
                  <dgm:constr type="w" for="ch" forName="childText1" refType="w" fact="0.308"/>
                  <dgm:constr type="h" for="ch" forName="childText1" refType="h" fact="0.5808"/>
                  <dgm:constr type="l" for="ch" forName="childText2" refType="w" fact="0.384"/>
                  <dgm:constr type="t" for="ch" forName="childText2" refType="h" fact="0.333"/>
                  <dgm:constr type="w" for="ch" forName="childText2" refType="w" fact="0.308"/>
                  <dgm:constr type="h" for="ch" forName="childText2" refType="h" fact="0.5808"/>
                  <dgm:constr type="l" for="ch" forName="childText3" refType="w" fact="0.076"/>
                  <dgm:constr type="t" for="ch" forName="childText3" refType="h" fact="0.4335"/>
                  <dgm:constr type="w" for="ch" forName="childText3" refType="w" fact="0.308"/>
                  <dgm:constr type="h" for="ch" forName="childText3" refType="h" fact="0.5723"/>
                  <dgm:constr type="l" for="ch" forName="parentText1" refType="w" fact="0"/>
                  <dgm:constr type="t" for="ch" forName="parentText1" refType="h" fact="0"/>
                  <dgm:constr type="w" for="ch" forName="parentText1" refType="w"/>
                  <dgm:constr type="h" for="ch" forName="parentText1" refType="h" fact="0.3015"/>
                  <dgm:constr type="l" for="ch" forName="parentText2" refType="w" fact="0"/>
                  <dgm:constr type="t" for="ch" forName="parentText2" refType="h" fact="0.1005"/>
                  <dgm:constr type="w" for="ch" forName="parentText2" refType="w" fact="0.692"/>
                  <dgm:constr type="h" for="ch" forName="parentText2" refType="h" fact="0.3015"/>
                  <dgm:constr type="l" for="ch" forName="parentText3" refType="w" fact="0"/>
                  <dgm:constr type="t" for="ch" forName="parentText3" refType="h" fact="0.201"/>
                  <dgm:constr type="w" for="ch" forName="parentText3" refType="w" fact="0.384"/>
                  <dgm:constr type="h" for="ch" forName="parentText3" refType="h" fact="0.3015"/>
                </dgm:constrLst>
              </dgm:else>
            </dgm:choose>
          </dgm:else>
        </dgm:choose>
      </dgm:if>
      <dgm:if name="Name32" axis="ch" ptType="node" func="cnt" op="equ" val="4">
        <dgm:choose name="Name33">
          <dgm:if name="Name34" axis="ch ch" ptType="node node" func="cnt" op="equ" val="0">
            <dgm:alg type="composite">
              <dgm:param type="ar" val="3.435"/>
            </dgm:alg>
            <dgm:choose name="Name35">
              <dgm:if name="Name3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l" for="ch" forName="parentText1" refType="w" fact="0"/>
                  <dgm:constr type="t" for="ch" forName="parentText1" refType="h" fact="0"/>
                  <dgm:constr type="w" for="ch" forName="parentText1" refType="w"/>
                  <dgm:constr type="h" for="ch" forName="parentText1" refType="h" fact="0.5001"/>
                  <dgm:constr type="l" for="ch" forName="parentText2" refType="w" fact="0.2305"/>
                  <dgm:constr type="t" for="ch" forName="parentText2" refType="h" fact="0.1666"/>
                  <dgm:constr type="w" for="ch" forName="parentText2" refType="w" fact="0.7695"/>
                  <dgm:constr type="h" for="ch" forName="parentText2" refType="h" fact="0.5001"/>
                  <dgm:constr type="l" for="ch" forName="parentText3" refType="w" fact="0.461"/>
                  <dgm:constr type="t" for="ch" forName="parentText3" refType="h" fact="0.3333"/>
                  <dgm:constr type="w" for="ch" forName="parentText3" refType="w" fact="0.539"/>
                  <dgm:constr type="h" for="ch" forName="parentText3" refType="h" fact="0.5001"/>
                  <dgm:constr type="l" for="ch" forName="parentText4" refType="w" fact="0.6915"/>
                  <dgm:constr type="t" for="ch" forName="parentText4" refType="h" fact="0.4999"/>
                  <dgm:constr type="w" for="ch" forName="parentText4" refType="w" fact="0.3085"/>
                  <dgm:constr type="h" for="ch" forName="parentText4" refType="h" fact="0.5001"/>
                </dgm:constrLst>
              </dgm:if>
              <dgm:else name="Name3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l" for="ch" forName="parentText1" refType="w" fact="0"/>
                  <dgm:constr type="t" for="ch" forName="parentText1" refType="h" fact="0"/>
                  <dgm:constr type="w" for="ch" forName="parentText1" refType="w"/>
                  <dgm:constr type="h" for="ch" forName="parentText1" refType="h" fact="0.5001"/>
                  <dgm:constr type="l" for="ch" forName="parentText2" refType="w" fact="0"/>
                  <dgm:constr type="t" for="ch" forName="parentText2" refType="h" fact="0.1666"/>
                  <dgm:constr type="w" for="ch" forName="parentText2" refType="w" fact="0.7695"/>
                  <dgm:constr type="h" for="ch" forName="parentText2" refType="h" fact="0.5001"/>
                  <dgm:constr type="l" for="ch" forName="parentText3" refType="w" fact="0"/>
                  <dgm:constr type="t" for="ch" forName="parentText3" refType="h" fact="0.3333"/>
                  <dgm:constr type="w" for="ch" forName="parentText3" refType="w" fact="0.539"/>
                  <dgm:constr type="h" for="ch" forName="parentText3" refType="h" fact="0.5001"/>
                  <dgm:constr type="l" for="ch" forName="parentText4" refType="w" fact="0"/>
                  <dgm:constr type="t" for="ch" forName="parentText4" refType="h" fact="0.4999"/>
                  <dgm:constr type="w" for="ch" forName="parentText4" refType="w" fact="0.3085"/>
                  <dgm:constr type="h" for="ch" forName="parentText4" refType="h" fact="0.5001"/>
                </dgm:constrLst>
              </dgm:else>
            </dgm:choose>
          </dgm:if>
          <dgm:else name="Name38">
            <dgm:alg type="composite">
              <dgm:param type="ar" val="1.9377"/>
            </dgm:alg>
            <dgm:choose name="Name39">
              <dgm:if name="Name4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l" for="ch" forName="childText1" refType="w" fact="0"/>
                  <dgm:constr type="t" for="ch" forName="childText1" refType="h" fact="0.218"/>
                  <dgm:constr type="w" for="ch" forName="childText1" refType="w" fact="0.2305"/>
                  <dgm:constr type="h" for="ch" forName="childText1" refType="h" fact="0.5218"/>
                  <dgm:constr type="l" for="ch" forName="childText2" refType="w" fact="0.2305"/>
                  <dgm:constr type="t" for="ch" forName="childText2" refType="h" fact="0.312"/>
                  <dgm:constr type="w" for="ch" forName="childText2" refType="w" fact="0.2305"/>
                  <dgm:constr type="h" for="ch" forName="childText2" refType="h" fact="0.5085"/>
                  <dgm:constr type="l" for="ch" forName="childText3" refType="w" fact="0.461"/>
                  <dgm:constr type="t" for="ch" forName="childText3" refType="h" fact="0.406"/>
                  <dgm:constr type="w" for="ch" forName="childText3" refType="w" fact="0.2305"/>
                  <dgm:constr type="h" for="ch" forName="childText3" refType="h" fact="0.5119"/>
                  <dgm:constr type="l" for="ch" forName="childText4" refType="w" fact="0.6915"/>
                  <dgm:constr type="t" for="ch" forName="childText4" refType="h" fact="0.5"/>
                  <dgm:constr type="w" for="ch" forName="childText4" refType="w" fact="0.2326"/>
                  <dgm:constr type="h" for="ch" forName="childText4" refType="h" fact="0.5179"/>
                  <dgm:constr type="l" for="ch" forName="parentText1" refType="w" fact="0"/>
                  <dgm:constr type="t" for="ch" forName="parentText1" refType="h" fact="0"/>
                  <dgm:constr type="w" for="ch" forName="parentText1" refType="w"/>
                  <dgm:constr type="h" for="ch" forName="parentText1" refType="h" fact="0.2821"/>
                  <dgm:constr type="l" for="ch" forName="parentText2" refType="w" fact="0.2305"/>
                  <dgm:constr type="t" for="ch" forName="parentText2" refType="h" fact="0.094"/>
                  <dgm:constr type="w" for="ch" forName="parentText2" refType="w" fact="0.7695"/>
                  <dgm:constr type="h" for="ch" forName="parentText2" refType="h" fact="0.2821"/>
                  <dgm:constr type="l" for="ch" forName="parentText3" refType="w" fact="0.461"/>
                  <dgm:constr type="t" for="ch" forName="parentText3" refType="h" fact="0.188"/>
                  <dgm:constr type="w" for="ch" forName="parentText3" refType="w" fact="0.539"/>
                  <dgm:constr type="h" for="ch" forName="parentText3" refType="h" fact="0.2821"/>
                  <dgm:constr type="l" for="ch" forName="parentText4" refType="w" fact="0.6915"/>
                  <dgm:constr type="t" for="ch" forName="parentText4" refType="h" fact="0.282"/>
                  <dgm:constr type="w" for="ch" forName="parentText4" refType="w" fact="0.3085"/>
                  <dgm:constr type="h" for="ch" forName="parentText4" refType="h" fact="0.2821"/>
                </dgm:constrLst>
              </dgm:if>
              <dgm:else name="Name4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l" for="ch" forName="childText1" refType="w" fact="0.7695"/>
                  <dgm:constr type="t" for="ch" forName="childText1" refType="h" fact="0.218"/>
                  <dgm:constr type="w" for="ch" forName="childText1" refType="w" fact="0.2305"/>
                  <dgm:constr type="h" for="ch" forName="childText1" refType="h" fact="0.5218"/>
                  <dgm:constr type="l" for="ch" forName="childText2" refType="w" fact="0.539"/>
                  <dgm:constr type="t" for="ch" forName="childText2" refType="h" fact="0.312"/>
                  <dgm:constr type="w" for="ch" forName="childText2" refType="w" fact="0.2305"/>
                  <dgm:constr type="h" for="ch" forName="childText2" refType="h" fact="0.5085"/>
                  <dgm:constr type="l" for="ch" forName="childText3" refType="w" fact="0.3085"/>
                  <dgm:constr type="t" for="ch" forName="childText3" refType="h" fact="0.406"/>
                  <dgm:constr type="w" for="ch" forName="childText3" refType="w" fact="0.2305"/>
                  <dgm:constr type="h" for="ch" forName="childText3" refType="h" fact="0.5119"/>
                  <dgm:constr type="l" for="ch" forName="childText4" refType="w" fact="0.076"/>
                  <dgm:constr type="t" for="ch" forName="childText4" refType="h" fact="0.5"/>
                  <dgm:constr type="w" for="ch" forName="childText4" refType="w" fact="0.2346"/>
                  <dgm:constr type="h" for="ch" forName="childText4" refType="h" fact="0.5179"/>
                  <dgm:constr type="l" for="ch" forName="parentText1" refType="w" fact="0"/>
                  <dgm:constr type="t" for="ch" forName="parentText1" refType="h" fact="0"/>
                  <dgm:constr type="w" for="ch" forName="parentText1" refType="w"/>
                  <dgm:constr type="h" for="ch" forName="parentText1" refType="h" fact="0.2821"/>
                  <dgm:constr type="l" for="ch" forName="parentText2" refType="w" fact="0"/>
                  <dgm:constr type="t" for="ch" forName="parentText2" refType="h" fact="0.094"/>
                  <dgm:constr type="w" for="ch" forName="parentText2" refType="w" fact="0.7695"/>
                  <dgm:constr type="h" for="ch" forName="parentText2" refType="h" fact="0.2821"/>
                  <dgm:constr type="l" for="ch" forName="parentText3" refType="w" fact="0"/>
                  <dgm:constr type="t" for="ch" forName="parentText3" refType="h" fact="0.188"/>
                  <dgm:constr type="w" for="ch" forName="parentText3" refType="w" fact="0.539"/>
                  <dgm:constr type="h" for="ch" forName="parentText3" refType="h" fact="0.2821"/>
                  <dgm:constr type="l" for="ch" forName="parentText4" refType="w" fact="0"/>
                  <dgm:constr type="t" for="ch" forName="parentText4" refType="h" fact="0.282"/>
                  <dgm:constr type="w" for="ch" forName="parentText4" refType="w" fact="0.3085"/>
                  <dgm:constr type="h" for="ch" forName="parentText4" refType="h" fact="0.2821"/>
                </dgm:constrLst>
              </dgm:else>
            </dgm:choose>
          </dgm:else>
        </dgm:choose>
      </dgm:if>
      <dgm:else name="Name42">
        <dgm:choose name="Name43">
          <dgm:if name="Name44" axis="ch ch" ptType="node node" func="cnt" op="equ" val="0">
            <dgm:alg type="composite">
              <dgm:param type="ar" val="2.9463"/>
            </dgm:alg>
            <dgm:choose name="Name45">
              <dgm:if name="Name4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l" for="ch" forName="parentText1" refType="w" fact="0"/>
                  <dgm:constr type="t" for="ch" forName="parentText1" refType="h" fact="0"/>
                  <dgm:constr type="w" for="ch" forName="parentText1" refType="w"/>
                  <dgm:constr type="h" for="ch" forName="parentText1" refType="h" fact="0.4285"/>
                  <dgm:constr type="l" for="ch" forName="parentText2" refType="w" fact="0.1848"/>
                  <dgm:constr type="t" for="ch" forName="parentText2" refType="h" fact="0.1429"/>
                  <dgm:constr type="w" for="ch" forName="parentText2" refType="w" fact="0.8152"/>
                  <dgm:constr type="h" for="ch" forName="parentText2" refType="h" fact="0.4285"/>
                  <dgm:constr type="l" for="ch" forName="parentText3" refType="w" fact="0.3696"/>
                  <dgm:constr type="t" for="ch" forName="parentText3" refType="h" fact="0.2858"/>
                  <dgm:constr type="w" for="ch" forName="parentText3" refType="w" fact="0.6304"/>
                  <dgm:constr type="h" for="ch" forName="parentText3" refType="h" fact="0.4285"/>
                  <dgm:constr type="l" for="ch" forName="parentText4" refType="w" fact="0.5545"/>
                  <dgm:constr type="t" for="ch" forName="parentText4" refType="h" fact="0.4286"/>
                  <dgm:constr type="w" for="ch" forName="parentText4" refType="w" fact="0.4455"/>
                  <dgm:constr type="h" for="ch" forName="parentText4" refType="h" fact="0.4285"/>
                  <dgm:constr type="l" for="ch" forName="parentText5" refType="w" fact="0.7393"/>
                  <dgm:constr type="t" for="ch" forName="parentText5" refType="h" fact="0.5715"/>
                  <dgm:constr type="w" for="ch" forName="parentText5" refType="w" fact="0.2607"/>
                  <dgm:constr type="h" for="ch" forName="parentText5" refType="h" fact="0.4285"/>
                </dgm:constrLst>
              </dgm:if>
              <dgm:else name="Name4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l" for="ch" forName="parentText1" refType="w" fact="0"/>
                  <dgm:constr type="t" for="ch" forName="parentText1" refType="h" fact="0"/>
                  <dgm:constr type="w" for="ch" forName="parentText1" refType="w"/>
                  <dgm:constr type="h" for="ch" forName="parentText1" refType="h" fact="0.4285"/>
                  <dgm:constr type="l" for="ch" forName="parentText2" refType="w" fact="0"/>
                  <dgm:constr type="t" for="ch" forName="parentText2" refType="h" fact="0.1429"/>
                  <dgm:constr type="w" for="ch" forName="parentText2" refType="w" fact="0.8152"/>
                  <dgm:constr type="h" for="ch" forName="parentText2" refType="h" fact="0.4285"/>
                  <dgm:constr type="l" for="ch" forName="parentText3" refType="w" fact="0"/>
                  <dgm:constr type="t" for="ch" forName="parentText3" refType="h" fact="0.2858"/>
                  <dgm:constr type="w" for="ch" forName="parentText3" refType="w" fact="0.6304"/>
                  <dgm:constr type="h" for="ch" forName="parentText3" refType="h" fact="0.4285"/>
                  <dgm:constr type="l" for="ch" forName="parentText4" refType="w" fact="0"/>
                  <dgm:constr type="t" for="ch" forName="parentText4" refType="h" fact="0.4286"/>
                  <dgm:constr type="w" for="ch" forName="parentText4" refType="w" fact="0.4455"/>
                  <dgm:constr type="h" for="ch" forName="parentText4" refType="h" fact="0.4285"/>
                  <dgm:constr type="l" for="ch" forName="parentText5" refType="w" fact="0"/>
                  <dgm:constr type="t" for="ch" forName="parentText5" refType="h" fact="0.5715"/>
                  <dgm:constr type="w" for="ch" forName="parentText5" refType="w" fact="0.2607"/>
                  <dgm:constr type="h" for="ch" forName="parentText5" refType="h" fact="0.4285"/>
                </dgm:constrLst>
              </dgm:else>
            </dgm:choose>
          </dgm:if>
          <dgm:else name="Name48">
            <dgm:alg type="composite">
              <dgm:param type="ar" val="1.7837"/>
            </dgm:alg>
            <dgm:choose name="Name49">
              <dgm:if name="Name5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5"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5"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5"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childText5" refType="primFontSz" refFor="des" refForName="parentText4" op="lte"/>
                  <dgm:constr type="primFontSz" for="des" forName="childText1" refType="primFontSz" refFor="des" refForName="parentText5" op="lte"/>
                  <dgm:constr type="primFontSz" for="des" forName="childText2" refType="primFontSz" refFor="des" refForName="parentText5" op="lte"/>
                  <dgm:constr type="primFontSz" for="des" forName="childText3" refType="primFontSz" refFor="des" refForName="parentText5" op="lte"/>
                  <dgm:constr type="primFontSz" for="des" forName="childText4" refType="primFontSz" refFor="des" refForName="parentText5" op="lte"/>
                  <dgm:constr type="primFontSz" for="des" forName="childText5" refType="primFontSz" refFor="des" refForName="parentText5"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primFontSz" for="des" forName="childText5" refType="primFontSz" refFor="des" refForName="childText1" op="equ"/>
                  <dgm:constr type="l" for="ch" forName="childText1" refType="w" fact="0"/>
                  <dgm:constr type="t" for="ch" forName="childText1" refType="h" fact="0.1997"/>
                  <dgm:constr type="w" for="ch" forName="childText1" refType="w" fact="0.18482"/>
                  <dgm:constr type="h" for="ch" forName="childText1" refType="h" fact="0.4763"/>
                  <dgm:constr type="l" for="ch" forName="childText2" refType="w" fact="0.1848"/>
                  <dgm:constr type="t" for="ch" forName="childText2" refType="h" fact="0.2862"/>
                  <dgm:constr type="w" for="ch" forName="childText2" refType="w" fact="0.18482"/>
                  <dgm:constr type="h" for="ch" forName="childText2" refType="h" fact="0.4763"/>
                  <dgm:constr type="l" for="ch" forName="childText3" refType="w" fact="0.3696"/>
                  <dgm:constr type="t" for="ch" forName="childText3" refType="h" fact="0.3727"/>
                  <dgm:constr type="w" for="ch" forName="childText3" refType="w" fact="0.18482"/>
                  <dgm:constr type="h" for="ch" forName="childText3" refType="h" fact="0.4763"/>
                  <dgm:constr type="l" for="ch" forName="childText4" refType="w" fact="0.5545"/>
                  <dgm:constr type="t" for="ch" forName="childText4" refType="h" fact="0.4592"/>
                  <dgm:constr type="w" for="ch" forName="childText4" refType="w" fact="0.18482"/>
                  <dgm:constr type="h" for="ch" forName="childText4" refType="h" fact="0.4763"/>
                  <dgm:constr type="l" for="ch" forName="childText5" refType="w" fact="0.7393"/>
                  <dgm:constr type="t" for="ch" forName="childText5" refType="h" fact="0.5457"/>
                  <dgm:constr type="w" for="ch" forName="childText5" refType="w" fact="0.18482"/>
                  <dgm:constr type="h" for="ch" forName="childText5" refType="h" fact="0.4763"/>
                  <dgm:constr type="l" for="ch" forName="parentText1" refType="w" fact="0"/>
                  <dgm:constr type="t" for="ch" forName="parentText1" refType="h" fact="0"/>
                  <dgm:constr type="w" for="ch" forName="parentText1" refType="w"/>
                  <dgm:constr type="h" for="ch" forName="parentText1" refType="h" fact="0.2594"/>
                  <dgm:constr type="l" for="ch" forName="parentText2" refType="w" fact="0.1848"/>
                  <dgm:constr type="t" for="ch" forName="parentText2" refType="h" fact="0.0865"/>
                  <dgm:constr type="w" for="ch" forName="parentText2" refType="w" fact="0.8152"/>
                  <dgm:constr type="h" for="ch" forName="parentText2" refType="h" fact="0.2594"/>
                  <dgm:constr type="l" for="ch" forName="parentText3" refType="w" fact="0.3696"/>
                  <dgm:constr type="t" for="ch" forName="parentText3" refType="h" fact="0.173"/>
                  <dgm:constr type="w" for="ch" forName="parentText3" refType="w" fact="0.6304"/>
                  <dgm:constr type="h" for="ch" forName="parentText3" refType="h" fact="0.2594"/>
                  <dgm:constr type="l" for="ch" forName="parentText4" refType="w" fact="0.5545"/>
                  <dgm:constr type="t" for="ch" forName="parentText4" refType="h" fact="0.2595"/>
                  <dgm:constr type="w" for="ch" forName="parentText4" refType="w" fact="0.4455"/>
                  <dgm:constr type="h" for="ch" forName="parentText4" refType="h" fact="0.2594"/>
                  <dgm:constr type="l" for="ch" forName="parentText5" refType="w" fact="0.7393"/>
                  <dgm:constr type="t" for="ch" forName="parentText5" refType="h" fact="0.346"/>
                  <dgm:constr type="w" for="ch" forName="parentText5" refType="w" fact="0.2607"/>
                  <dgm:constr type="h" for="ch" forName="parentText5" refType="h" fact="0.2594"/>
                </dgm:constrLst>
              </dgm:if>
              <dgm:else name="Name5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5"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5"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5"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childText5" refType="primFontSz" refFor="des" refForName="parentText4" op="lte"/>
                  <dgm:constr type="primFontSz" for="des" forName="childText1" refType="primFontSz" refFor="des" refForName="parentText5" op="lte"/>
                  <dgm:constr type="primFontSz" for="des" forName="childText2" refType="primFontSz" refFor="des" refForName="parentText5" op="lte"/>
                  <dgm:constr type="primFontSz" for="des" forName="childText3" refType="primFontSz" refFor="des" refForName="parentText5" op="lte"/>
                  <dgm:constr type="primFontSz" for="des" forName="childText4" refType="primFontSz" refFor="des" refForName="parentText5" op="lte"/>
                  <dgm:constr type="primFontSz" for="des" forName="childText5" refType="primFontSz" refFor="des" refForName="parentText5"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primFontSz" for="des" forName="childText5" refType="primFontSz" refFor="des" refForName="childText1" op="equ"/>
                  <dgm:constr type="l" for="ch" forName="childText1" refType="w" fact="0.81518"/>
                  <dgm:constr type="t" for="ch" forName="childText1" refType="h" fact="0.1997"/>
                  <dgm:constr type="w" for="ch" forName="childText1" refType="w" fact="0.18482"/>
                  <dgm:constr type="h" for="ch" forName="childText1" refType="h" fact="0.4763"/>
                  <dgm:constr type="l" for="ch" forName="childText2" refType="w" fact="0.63036"/>
                  <dgm:constr type="t" for="ch" forName="childText2" refType="h" fact="0.2862"/>
                  <dgm:constr type="w" for="ch" forName="childText2" refType="w" fact="0.18482"/>
                  <dgm:constr type="h" for="ch" forName="childText2" refType="h" fact="0.4763"/>
                  <dgm:constr type="l" for="ch" forName="childText3" refType="w" fact="0.44554"/>
                  <dgm:constr type="t" for="ch" forName="childText3" refType="h" fact="0.3727"/>
                  <dgm:constr type="w" for="ch" forName="childText3" refType="w" fact="0.18482"/>
                  <dgm:constr type="h" for="ch" forName="childText3" refType="h" fact="0.4763"/>
                  <dgm:constr type="l" for="ch" forName="childText4" refType="w" fact="0.26072"/>
                  <dgm:constr type="t" for="ch" forName="childText4" refType="h" fact="0.4592"/>
                  <dgm:constr type="w" for="ch" forName="childText4" refType="w" fact="0.18482"/>
                  <dgm:constr type="h" for="ch" forName="childText4" refType="h" fact="0.4763"/>
                  <dgm:constr type="l" for="ch" forName="childText5" refType="w" fact="0.0759"/>
                  <dgm:constr type="t" for="ch" forName="childText5" refType="h" fact="0.5457"/>
                  <dgm:constr type="w" for="ch" forName="childText5" refType="w" fact="0.18482"/>
                  <dgm:constr type="h" for="ch" forName="childText5" refType="h" fact="0.4763"/>
                  <dgm:constr type="l" for="ch" forName="parentText1" refType="w" fact="0"/>
                  <dgm:constr type="t" for="ch" forName="parentText1" refType="h" fact="0"/>
                  <dgm:constr type="w" for="ch" forName="parentText1" refType="w"/>
                  <dgm:constr type="h" for="ch" forName="parentText1" refType="h" fact="0.2594"/>
                  <dgm:constr type="l" for="ch" forName="parentText2" refType="w" fact="0"/>
                  <dgm:constr type="t" for="ch" forName="parentText2" refType="h" fact="0.0865"/>
                  <dgm:constr type="w" for="ch" forName="parentText2" refType="w" fact="0.8152"/>
                  <dgm:constr type="h" for="ch" forName="parentText2" refType="h" fact="0.2594"/>
                  <dgm:constr type="l" for="ch" forName="parentText3" refType="w" fact="0"/>
                  <dgm:constr type="t" for="ch" forName="parentText3" refType="h" fact="0.173"/>
                  <dgm:constr type="w" for="ch" forName="parentText3" refType="w" fact="0.6304"/>
                  <dgm:constr type="h" for="ch" forName="parentText3" refType="h" fact="0.2594"/>
                  <dgm:constr type="l" for="ch" forName="parentText4" refType="w" fact="0"/>
                  <dgm:constr type="t" for="ch" forName="parentText4" refType="h" fact="0.2595"/>
                  <dgm:constr type="w" for="ch" forName="parentText4" refType="w" fact="0.4455"/>
                  <dgm:constr type="h" for="ch" forName="parentText4" refType="h" fact="0.2594"/>
                  <dgm:constr type="l" for="ch" forName="parentText5" refType="w" fact="0"/>
                  <dgm:constr type="t" for="ch" forName="parentText5" refType="h" fact="0.346"/>
                  <dgm:constr type="w" for="ch" forName="parentText5" refType="w" fact="0.2607"/>
                  <dgm:constr type="h" for="ch" forName="parentText5" refType="h" fact="0.2594"/>
                </dgm:constrLst>
              </dgm:else>
            </dgm:choose>
          </dgm:else>
        </dgm:choose>
      </dgm:else>
    </dgm:choose>
    <dgm:forEach name="Name52" axis="ch" ptType="node" cnt="1">
      <dgm:layoutNode name="parentText1" styleLbl="node1">
        <dgm:varLst>
          <dgm:chMax/>
          <dgm:chPref val="3"/>
          <dgm:bulletEnabled val="1"/>
        </dgm:varLst>
        <dgm:choose name="Name53">
          <dgm:if name="Name54"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55">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56">
        <dgm:if name="Name57" axis="ch" ptType="node" func="cnt" op="gte" val="1">
          <dgm:layoutNode name="childText1"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dgm:forEach>
    <dgm:forEach name="Name59" axis="ch" ptType="node" st="2" cnt="1">
      <dgm:layoutNode name="parentText2" styleLbl="node1">
        <dgm:varLst>
          <dgm:chMax/>
          <dgm:chPref val="3"/>
          <dgm:bulletEnabled val="1"/>
        </dgm:varLst>
        <dgm:choose name="Name60">
          <dgm:if name="Name61"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62">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63">
        <dgm:if name="Name64" axis="ch" ptType="node" func="cnt" op="gte" val="1">
          <dgm:layoutNode name="childText2"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5"/>
      </dgm:choose>
    </dgm:forEach>
    <dgm:forEach name="Name66" axis="ch" ptType="node" st="3" cnt="1">
      <dgm:layoutNode name="parentText3" styleLbl="node1">
        <dgm:varLst>
          <dgm:chMax/>
          <dgm:chPref val="3"/>
          <dgm:bulletEnabled val="1"/>
        </dgm:varLst>
        <dgm:choose name="Name67">
          <dgm:if name="Name68"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69">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70">
        <dgm:if name="Name71" axis="ch" ptType="node" func="cnt" op="gte" val="1">
          <dgm:layoutNode name="childText3"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forEach>
    <dgm:forEach name="Name73" axis="ch" ptType="node" st="4" cnt="1">
      <dgm:layoutNode name="parentText4" styleLbl="node1">
        <dgm:varLst>
          <dgm:chMax/>
          <dgm:chPref val="3"/>
          <dgm:bulletEnabled val="1"/>
        </dgm:varLst>
        <dgm:choose name="Name74">
          <dgm:if name="Name75"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76">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77">
        <dgm:if name="Name78" axis="ch" ptType="node" func="cnt" op="gte" val="1">
          <dgm:layoutNode name="childText4"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dgm:forEach>
    <dgm:forEach name="Name80" axis="ch" ptType="node" st="5" cnt="1">
      <dgm:layoutNode name="parentText5" styleLbl="node1">
        <dgm:varLst>
          <dgm:chMax/>
          <dgm:chPref val="3"/>
          <dgm:bulletEnabled val="1"/>
        </dgm:varLst>
        <dgm:choose name="Name81">
          <dgm:if name="Name82"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83">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84">
        <dgm:if name="Name85" axis="ch" ptType="node" func="cnt" op="gte" val="1">
          <dgm:layoutNode name="childText5"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6"/>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2.xml><?xml version="1.0" encoding="utf-8"?>
<dgm:layoutDef xmlns:dgm="http://schemas.openxmlformats.org/drawingml/2006/diagram" xmlns:a="http://schemas.openxmlformats.org/drawingml/2006/main" uniqueId="urn:microsoft.com/office/officeart/2008/layout/AscendingPictureAccentProcess">
  <dgm:title val=""/>
  <dgm:desc val=""/>
  <dgm:catLst>
    <dgm:cat type="process" pri="22500"/>
    <dgm:cat type="picture" pri="16000"/>
    <dgm:cat type="pictureconvert" pri="16000"/>
  </dgm:catLst>
  <dgm:samp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shape xmlns:r="http://schemas.openxmlformats.org/officeDocument/2006/relationships" r:blip="">
      <dgm:adjLst/>
    </dgm:shape>
    <dgm:choose name="Name1">
      <dgm:if name="Name2" axis="ch" ptType="node" func="cnt" op="equ" val="1">
        <dgm:choose name="Name3">
          <dgm:if name="Name4" func="var" arg="dir" op="equ" val="norm">
            <dgm:choose name="Name5">
              <dgm:if name="Name6" axis="des" func="maxDepth" op="gt" val="1">
                <dgm:alg type="composite">
                  <dgm:param type="ar" val="2.7"/>
                </dgm:alg>
                <dgm:constrLst>
                  <dgm:constr type="primFontSz" for="ch" forName="parTx1" op="equ" val="65"/>
                  <dgm:constr type="primFontSz" for="ch" forName="desTx1" op="equ" val="65"/>
                  <dgm:constr type="userD" refType="w" fact="0.0247"/>
                  <dgm:constr type="l" for="ch" forName="parTx1" refType="w" fact="0.2711"/>
                  <dgm:constr type="t" for="ch" forName="parTx1" refType="h" fact="0.9603"/>
                  <dgm:constr type="w" for="ch" forName="parTx1" refType="w" fact="0.5325"/>
                  <dgm:constr type="h" for="ch" forName="parTx1" refType="h" fact="0.3856"/>
                  <dgm:constr type="ctrX" for="ch" forName="picture1" refType="w" fact="0.2469"/>
                  <dgm:constr type="ctrY" for="ch" forName="picture1" refType="h" fact="0.9"/>
                  <dgm:constr type="w" for="ch" forName="picture1" refType="w" fact="0.2469"/>
                  <dgm:constr type="h" for="ch" forName="picture1" refType="h" fact="0.6667"/>
                  <dgm:constr type="l" for="ch" forName="desTx1" refType="r" refFor="ch" refForName="parTx1"/>
                  <dgm:constr type="r" for="ch" forName="desTx1" refType="w"/>
                  <dgm:constr type="t" for="ch" forName="desTx1" refType="t" refFor="ch" refForName="parTx1"/>
                  <dgm:constr type="h" for="ch" forName="desTx1" refType="h" refFor="ch" refForName="parTx1"/>
                </dgm:constrLst>
              </dgm:if>
              <dgm:else name="Name7">
                <dgm:alg type="composite">
                  <dgm:param type="ar" val="2"/>
                </dgm:alg>
                <dgm:constrLst>
                  <dgm:constr type="primFontSz" for="ch" forName="parTx1" op="equ" val="65"/>
                  <dgm:constr type="userD" refType="w" fact="0.0333"/>
                  <dgm:constr type="l" for="ch" forName="parTx1" refType="w" fact="0.366"/>
                  <dgm:constr type="t" for="ch" forName="parTx1" refType="h" fact="0.7113"/>
                  <dgm:constr type="w" for="ch" forName="parTx1" refType="w" fact="0.7189"/>
                  <dgm:constr type="h" for="ch" forName="parTx1" refType="h" fact="0.3856"/>
                  <dgm:constr type="ctrX" for="ch" forName="picture1" refType="w" fact="0.3333"/>
                  <dgm:constr type="ctrY" for="ch" forName="picture1" refType="h" fact="0.6667"/>
                  <dgm:constr type="w" for="ch" forName="picture1" refType="w" fact="0.3333"/>
                  <dgm:constr type="h" for="ch" forName="picture1" refType="h" fact="0.6667"/>
                </dgm:constrLst>
              </dgm:else>
            </dgm:choose>
          </dgm:if>
          <dgm:else name="Name8">
            <dgm:choose name="Name9">
              <dgm:if name="Name10" axis="des" func="maxDepth" op="gt" val="1">
                <dgm:alg type="composite">
                  <dgm:param type="ar" val="2.7"/>
                </dgm:alg>
                <dgm:constrLst>
                  <dgm:constr type="primFontSz" for="ch" forName="parTx1" op="equ" val="65"/>
                  <dgm:constr type="primFontSz" for="ch" forName="desTx1" op="equ" val="65"/>
                  <dgm:constr type="userD" refType="w" fact="0.0247"/>
                  <dgm:constr type="r" for="ch" forName="parTx1" refType="w" fact="0.7289"/>
                  <dgm:constr type="t" for="ch" forName="parTx1" refType="h" fact="0.9603"/>
                  <dgm:constr type="w" for="ch" forName="parTx1" refType="w" fact="0.5325"/>
                  <dgm:constr type="h" for="ch" forName="parTx1" refType="h" fact="0.3856"/>
                  <dgm:constr type="ctrX" for="ch" forName="picture1" refType="w" fact="0.7531"/>
                  <dgm:constr type="ctrY" for="ch" forName="picture1" refType="h" fact="0.9"/>
                  <dgm:constr type="w" for="ch" forName="picture1" refType="w" fact="0.2469"/>
                  <dgm:constr type="h" for="ch" forName="picture1" refType="h" fact="0.6667"/>
                  <dgm:constr type="r" for="ch" forName="desTx1" refType="l" refFor="ch" refForName="parTx1"/>
                  <dgm:constr type="l" for="ch" forName="desTx1"/>
                  <dgm:constr type="t" for="ch" forName="desTx1" refType="t" refFor="ch" refForName="parTx1"/>
                  <dgm:constr type="h" for="ch" forName="desTx1" refType="h" refFor="ch" refForName="parTx1"/>
                </dgm:constrLst>
              </dgm:if>
              <dgm:else name="Name11">
                <dgm:alg type="composite">
                  <dgm:param type="ar" val="2"/>
                </dgm:alg>
                <dgm:constrLst>
                  <dgm:constr type="primFontSz" for="ch" forName="parTx1" op="equ" val="65"/>
                  <dgm:constr type="userD" refType="w" fact="0.0333"/>
                  <dgm:constr type="r" for="ch" forName="parTx1" refType="w" fact="0.634"/>
                  <dgm:constr type="t" for="ch" forName="parTx1" refType="h" fact="0.7113"/>
                  <dgm:constr type="w" for="ch" forName="parTx1" refType="w" fact="0.7189"/>
                  <dgm:constr type="h" for="ch" forName="parTx1" refType="h" fact="0.3856"/>
                  <dgm:constr type="ctrX" for="ch" forName="picture1" refType="w" fact="0.6667"/>
                  <dgm:constr type="ctrY" for="ch" forName="picture1" refType="h" fact="0.6667"/>
                  <dgm:constr type="w" for="ch" forName="picture1" refType="w" fact="0.3333"/>
                  <dgm:constr type="h" for="ch" forName="picture1" refType="h" fact="0.6667"/>
                </dgm:constrLst>
              </dgm:else>
            </dgm:choose>
          </dgm:else>
        </dgm:choose>
      </dgm:if>
      <dgm:if name="Name12" axis="ch" ptType="node" func="cnt" op="equ" val="2">
        <dgm:choose name="Name13">
          <dgm:if name="Name14" func="var" arg="dir" op="equ" val="norm">
            <dgm:choose name="Name15">
              <dgm:if name="Name16"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3221"/>
                  <dgm:constr type="ctrY" for="ch" forName="dot1" refType="h" fact="0.5911"/>
                  <dgm:constr type="w" for="ch" forName="dot1" refType="userD"/>
                  <dgm:constr type="h" for="ch" forName="dot1" refType="userD"/>
                  <dgm:constr type="ctrX" for="ch" forName="dot2" refType="w" fact="0.3056"/>
                  <dgm:constr type="ctrY" for="ch" forName="dot2" refType="h" fact="0.644"/>
                  <dgm:constr type="w" for="ch" forName="dot2" refType="userD"/>
                  <dgm:constr type="h" for="ch" forName="dot2" refType="userD"/>
                  <dgm:constr type="ctrX" for="ch" forName="dot3" refType="w" fact="0.2859"/>
                  <dgm:constr type="ctrY" for="ch" forName="dot3" refType="h" fact="0.6898"/>
                  <dgm:constr type="w" for="ch" forName="dot3" refType="userD"/>
                  <dgm:constr type="h" for="ch" forName="dot3" refType="userD"/>
                  <dgm:constr type="ctrX" for="ch" forName="dotArrow1" refType="w" fact="0.3095"/>
                  <dgm:constr type="ctrY" for="ch" forName="dotArrow1" refType="h" fact="0.0587"/>
                  <dgm:constr type="w" for="ch" forName="dotArrow1" refType="userD"/>
                  <dgm:constr type="h" for="ch" forName="dotArrow1" refType="userD"/>
                  <dgm:constr type="ctrX" for="ch" forName="dotArrow2" refType="w" fact="0.3346"/>
                  <dgm:constr type="ctrY" for="ch" forName="dotArrow2" refType="h" fact="0.0287"/>
                  <dgm:constr type="w" for="ch" forName="dotArrow2" refType="userD"/>
                  <dgm:constr type="h" for="ch" forName="dotArrow2" refType="userD"/>
                  <dgm:constr type="ctrX" for="ch" forName="dotArrow3" refType="w" fact="0.3597"/>
                  <dgm:constr type="ctrY" for="ch" forName="dotArrow3" refType="h" fact="-0.0013"/>
                  <dgm:constr type="w" for="ch" forName="dotArrow3" refType="userD"/>
                  <dgm:constr type="h" for="ch" forName="dotArrow3" refType="userD"/>
                  <dgm:constr type="ctrX" for="ch" forName="dotArrow4" refType="w" fact="0.3848"/>
                  <dgm:constr type="ctrY" for="ch" forName="dotArrow4" refType="h" fact="0.0287"/>
                  <dgm:constr type="w" for="ch" forName="dotArrow4" refType="userD"/>
                  <dgm:constr type="h" for="ch" forName="dotArrow4" refType="userD"/>
                  <dgm:constr type="ctrX" for="ch" forName="dotArrow5" refType="w" fact="0.41"/>
                  <dgm:constr type="ctrY" for="ch" forName="dotArrow5" refType="h" fact="0.0587"/>
                  <dgm:constr type="w" for="ch" forName="dotArrow5" refType="userD"/>
                  <dgm:constr type="h" for="ch" forName="dotArrow5" refType="userD"/>
                  <dgm:constr type="ctrX" for="ch" forName="dotArrow6" refType="w" fact="0.3597"/>
                  <dgm:constr type="ctrY" for="ch" forName="dotArrow6" refType="h" fact="0.062"/>
                  <dgm:constr type="w" for="ch" forName="dotArrow6" refType="userD"/>
                  <dgm:constr type="h" for="ch" forName="dotArrow6" refType="userD"/>
                  <dgm:constr type="ctrX" for="ch" forName="dotArrow7" refType="w" fact="0.3597"/>
                  <dgm:constr type="ctrY" for="ch" forName="dotArrow7" refType="h" fact="0.1253"/>
                  <dgm:constr type="w" for="ch" forName="dotArrow7" refType="userD"/>
                  <dgm:constr type="h" for="ch" forName="dotArrow7" refType="userD"/>
                  <dgm:constr type="l" for="ch" forName="parTx1" refType="w" fact="0.197"/>
                  <dgm:constr type="t" for="ch" forName="parTx1" refType="h" fact="0.8169"/>
                  <dgm:constr type="w" for="ch" forName="parTx1" refType="w" fact="0.4064"/>
                  <dgm:constr type="h" for="ch" forName="parTx1" refType="h" fact="0.218"/>
                  <dgm:constr type="ctrX" for="ch" forName="picture1" refType="w" fact="0.1785"/>
                  <dgm:constr type="ctrY" for="ch" forName="picture1" refType="h" fact="0.7834"/>
                  <dgm:constr type="w" for="ch" forName="picture1" refType="w" fact="0.1884"/>
                  <dgm:constr type="h" for="ch" forName="picture1" refType="h" fact="0.376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688"/>
                  <dgm:constr type="t" for="ch" forName="parTx2" refType="h" fact="0.3905"/>
                  <dgm:constr type="w" for="ch" forName="parTx2" refType="w" fact="0.4064"/>
                  <dgm:constr type="h" for="ch" forName="parTx2" refType="h" fact="0.218"/>
                  <dgm:constr type="ctrX" for="ch" forName="picture2" refType="w" fact="0.3503"/>
                  <dgm:constr type="ctrY" for="ch" forName="picture2" refType="h" fact="0.357"/>
                  <dgm:constr type="w" for="ch" forName="picture2" refType="w" fact="0.1884"/>
                  <dgm:constr type="h" for="ch" forName="picture2" refType="h" fact="0.3768"/>
                  <dgm:constr type="l" for="ch" forName="desTx2" refType="r" refFor="ch" refForName="parTx2"/>
                  <dgm:constr type="r" for="ch" forName="desTx2" refType="w"/>
                  <dgm:constr type="t" for="ch" forName="desTx2" refType="t" refFor="ch" refForName="parTx2"/>
                  <dgm:constr type="h" for="ch" forName="desTx2" refType="h" refFor="ch" refForName="parTx2"/>
                </dgm:constrLst>
              </dgm:if>
              <dgm:else name="Name17">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4274"/>
                  <dgm:constr type="ctrY" for="ch" forName="dot1" refType="h" fact="0.5911"/>
                  <dgm:constr type="w" for="ch" forName="dot1" refType="userD"/>
                  <dgm:constr type="h" for="ch" forName="dot1" refType="userD"/>
                  <dgm:constr type="ctrX" for="ch" forName="dot2" refType="w" fact="0.4055"/>
                  <dgm:constr type="ctrY" for="ch" forName="dot2" refType="h" fact="0.644"/>
                  <dgm:constr type="w" for="ch" forName="dot2" refType="userD"/>
                  <dgm:constr type="h" for="ch" forName="dot2" refType="userD"/>
                  <dgm:constr type="ctrX" for="ch" forName="dot3" refType="w" fact="0.3794"/>
                  <dgm:constr type="ctrY" for="ch" forName="dot3" refType="h" fact="0.6898"/>
                  <dgm:constr type="w" for="ch" forName="dot3" refType="userD"/>
                  <dgm:constr type="h" for="ch" forName="dot3" refType="userD"/>
                  <dgm:constr type="ctrX" for="ch" forName="dotArrow1" refType="w" fact="0.4106"/>
                  <dgm:constr type="ctrY" for="ch" forName="dotArrow1" refType="h" fact="0.0587"/>
                  <dgm:constr type="w" for="ch" forName="dotArrow1" refType="userD"/>
                  <dgm:constr type="h" for="ch" forName="dotArrow1" refType="userD"/>
                  <dgm:constr type="ctrX" for="ch" forName="dotArrow2" refType="w" fact="0.444"/>
                  <dgm:constr type="ctrY" for="ch" forName="dotArrow2" refType="h" fact="0.0287"/>
                  <dgm:constr type="w" for="ch" forName="dotArrow2" refType="userD"/>
                  <dgm:constr type="h" for="ch" forName="dotArrow2" refType="userD"/>
                  <dgm:constr type="ctrX" for="ch" forName="dotArrow3" refType="w" fact="0.4773"/>
                  <dgm:constr type="ctrY" for="ch" forName="dotArrow3" refType="h" fact="-0.0013"/>
                  <dgm:constr type="w" for="ch" forName="dotArrow3" refType="userD"/>
                  <dgm:constr type="h" for="ch" forName="dotArrow3" refType="userD"/>
                  <dgm:constr type="ctrX" for="ch" forName="dotArrow4" refType="w" fact="0.5106"/>
                  <dgm:constr type="ctrY" for="ch" forName="dotArrow4" refType="h" fact="0.0287"/>
                  <dgm:constr type="w" for="ch" forName="dotArrow4" refType="userD"/>
                  <dgm:constr type="h" for="ch" forName="dotArrow4" refType="userD"/>
                  <dgm:constr type="ctrX" for="ch" forName="dotArrow5" refType="w" fact="0.544"/>
                  <dgm:constr type="ctrY" for="ch" forName="dotArrow5" refType="h" fact="0.0587"/>
                  <dgm:constr type="w" for="ch" forName="dotArrow5" refType="userD"/>
                  <dgm:constr type="h" for="ch" forName="dotArrow5" refType="userD"/>
                  <dgm:constr type="ctrX" for="ch" forName="dotArrow6" refType="w" fact="0.4773"/>
                  <dgm:constr type="ctrY" for="ch" forName="dotArrow6" refType="h" fact="0.062"/>
                  <dgm:constr type="w" for="ch" forName="dotArrow6" refType="userD"/>
                  <dgm:constr type="h" for="ch" forName="dotArrow6" refType="userD"/>
                  <dgm:constr type="ctrX" for="ch" forName="dotArrow7" refType="w" fact="0.4773"/>
                  <dgm:constr type="ctrY" for="ch" forName="dotArrow7" refType="h" fact="0.1253"/>
                  <dgm:constr type="w" for="ch" forName="dotArrow7" refType="userD"/>
                  <dgm:constr type="h" for="ch" forName="dotArrow7" refType="userD"/>
                  <dgm:constr type="l" for="ch" forName="parTx1" refType="w" fact="0.2614"/>
                  <dgm:constr type="t" for="ch" forName="parTx1" refType="h" fact="0.8086"/>
                  <dgm:constr type="w" for="ch" forName="parTx1" refType="w" fact="0.5392"/>
                  <dgm:constr type="h" for="ch" forName="parTx1" refType="h" fact="0.218"/>
                  <dgm:constr type="ctrX" for="ch" forName="picture1" refType="w" fact="0.2369"/>
                  <dgm:constr type="ctrY" for="ch" forName="picture1" refType="h" fact="0.7834"/>
                  <dgm:constr type="w" for="ch" forName="picture1" refType="w" fact="0.25"/>
                  <dgm:constr type="h" for="ch" forName="picture1" refType="h" fact="0.3768"/>
                  <dgm:constr type="l" for="ch" forName="parTx2" refType="w" fact="0.4893"/>
                  <dgm:constr type="t" for="ch" forName="parTx2" refType="h" fact="0.3822"/>
                  <dgm:constr type="w" for="ch" forName="parTx2" refType="w" fact="0.5392"/>
                  <dgm:constr type="h" for="ch" forName="parTx2" refType="h" fact="0.218"/>
                  <dgm:constr type="ctrX" for="ch" forName="picture2" refType="w" fact="0.4648"/>
                  <dgm:constr type="ctrY" for="ch" forName="picture2" refType="h" fact="0.357"/>
                  <dgm:constr type="w" for="ch" forName="picture2" refType="w" fact="0.25"/>
                  <dgm:constr type="h" for="ch" forName="picture2" refType="h" fact="0.3768"/>
                </dgm:constrLst>
              </dgm:else>
            </dgm:choose>
          </dgm:if>
          <dgm:else name="Name18">
            <dgm:choose name="Name19">
              <dgm:if name="Name20"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6779"/>
                  <dgm:constr type="ctrY" for="ch" forName="dot1" refType="h" fact="0.5911"/>
                  <dgm:constr type="w" for="ch" forName="dot1" refType="userD"/>
                  <dgm:constr type="h" for="ch" forName="dot1" refType="userD"/>
                  <dgm:constr type="ctrX" for="ch" forName="dot2" refType="w" fact="0.6944"/>
                  <dgm:constr type="ctrY" for="ch" forName="dot2" refType="h" fact="0.644"/>
                  <dgm:constr type="w" for="ch" forName="dot2" refType="userD"/>
                  <dgm:constr type="h" for="ch" forName="dot2" refType="userD"/>
                  <dgm:constr type="ctrX" for="ch" forName="dot3" refType="w" fact="0.7141"/>
                  <dgm:constr type="ctrY" for="ch" forName="dot3" refType="h" fact="0.6898"/>
                  <dgm:constr type="w" for="ch" forName="dot3" refType="userD"/>
                  <dgm:constr type="h" for="ch" forName="dot3" refType="userD"/>
                  <dgm:constr type="ctrX" for="ch" forName="dotArrow1" refType="w" fact="0.6905"/>
                  <dgm:constr type="ctrY" for="ch" forName="dotArrow1" refType="h" fact="0.0587"/>
                  <dgm:constr type="w" for="ch" forName="dotArrow1" refType="userD"/>
                  <dgm:constr type="h" for="ch" forName="dotArrow1" refType="userD"/>
                  <dgm:constr type="ctrX" for="ch" forName="dotArrow2" refType="w" fact="0.6654"/>
                  <dgm:constr type="ctrY" for="ch" forName="dotArrow2" refType="h" fact="0.0287"/>
                  <dgm:constr type="w" for="ch" forName="dotArrow2" refType="userD"/>
                  <dgm:constr type="h" for="ch" forName="dotArrow2" refType="userD"/>
                  <dgm:constr type="ctrX" for="ch" forName="dotArrow3" refType="w" fact="0.6403"/>
                  <dgm:constr type="ctrY" for="ch" forName="dotArrow3" refType="h" fact="-0.0013"/>
                  <dgm:constr type="w" for="ch" forName="dotArrow3" refType="userD"/>
                  <dgm:constr type="h" for="ch" forName="dotArrow3" refType="userD"/>
                  <dgm:constr type="ctrX" for="ch" forName="dotArrow4" refType="w" fact="0.6152"/>
                  <dgm:constr type="ctrY" for="ch" forName="dotArrow4" refType="h" fact="0.0287"/>
                  <dgm:constr type="w" for="ch" forName="dotArrow4" refType="userD"/>
                  <dgm:constr type="h" for="ch" forName="dotArrow4" refType="userD"/>
                  <dgm:constr type="ctrX" for="ch" forName="dotArrow5" refType="w" fact="0.59"/>
                  <dgm:constr type="ctrY" for="ch" forName="dotArrow5" refType="h" fact="0.0587"/>
                  <dgm:constr type="w" for="ch" forName="dotArrow5" refType="userD"/>
                  <dgm:constr type="h" for="ch" forName="dotArrow5" refType="userD"/>
                  <dgm:constr type="ctrX" for="ch" forName="dotArrow6" refType="w" fact="0.6403"/>
                  <dgm:constr type="ctrY" for="ch" forName="dotArrow6" refType="h" fact="0.062"/>
                  <dgm:constr type="w" for="ch" forName="dotArrow6" refType="userD"/>
                  <dgm:constr type="h" for="ch" forName="dotArrow6" refType="userD"/>
                  <dgm:constr type="ctrX" for="ch" forName="dotArrow7" refType="w" fact="0.6403"/>
                  <dgm:constr type="ctrY" for="ch" forName="dotArrow7" refType="h" fact="0.1253"/>
                  <dgm:constr type="w" for="ch" forName="dotArrow7" refType="userD"/>
                  <dgm:constr type="h" for="ch" forName="dotArrow7" refType="userD"/>
                  <dgm:constr type="r" for="ch" forName="parTx1" refType="w" fact="0.803"/>
                  <dgm:constr type="t" for="ch" forName="parTx1" refType="h" fact="0.8169"/>
                  <dgm:constr type="w" for="ch" forName="parTx1" refType="w" fact="0.4064"/>
                  <dgm:constr type="h" for="ch" forName="parTx1" refType="h" fact="0.218"/>
                  <dgm:constr type="ctrX" for="ch" forName="picture1" refType="w" fact="0.8215"/>
                  <dgm:constr type="ctrY" for="ch" forName="picture1" refType="h" fact="0.7834"/>
                  <dgm:constr type="w" for="ch" forName="picture1" refType="w" fact="0.1884"/>
                  <dgm:constr type="h" for="ch" forName="picture1" refType="h" fact="0.376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312"/>
                  <dgm:constr type="t" for="ch" forName="parTx2" refType="h" fact="0.3905"/>
                  <dgm:constr type="w" for="ch" forName="parTx2" refType="w" fact="0.4064"/>
                  <dgm:constr type="h" for="ch" forName="parTx2" refType="h" fact="0.218"/>
                  <dgm:constr type="ctrX" for="ch" forName="picture2" refType="w" fact="0.6497"/>
                  <dgm:constr type="ctrY" for="ch" forName="picture2" refType="h" fact="0.357"/>
                  <dgm:constr type="w" for="ch" forName="picture2" refType="w" fact="0.1884"/>
                  <dgm:constr type="h" for="ch" forName="picture2" refType="h" fact="0.3768"/>
                  <dgm:constr type="r" for="ch" forName="desTx2" refType="l" refFor="ch" refForName="parTx2"/>
                  <dgm:constr type="l" for="ch" forName="desTx2"/>
                  <dgm:constr type="t" for="ch" forName="desTx2" refType="t" refFor="ch" refForName="parTx2"/>
                  <dgm:constr type="h" for="ch" forName="desTx2" refType="h" refFor="ch" refForName="parTx2"/>
                </dgm:constrLst>
              </dgm:if>
              <dgm:else name="Name21">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5726"/>
                  <dgm:constr type="ctrY" for="ch" forName="dot1" refType="h" fact="0.5911"/>
                  <dgm:constr type="w" for="ch" forName="dot1" refType="userD"/>
                  <dgm:constr type="h" for="ch" forName="dot1" refType="userD"/>
                  <dgm:constr type="ctrX" for="ch" forName="dot2" refType="w" fact="0.5945"/>
                  <dgm:constr type="ctrY" for="ch" forName="dot2" refType="h" fact="0.644"/>
                  <dgm:constr type="w" for="ch" forName="dot2" refType="userD"/>
                  <dgm:constr type="h" for="ch" forName="dot2" refType="userD"/>
                  <dgm:constr type="ctrX" for="ch" forName="dot3" refType="w" fact="0.6206"/>
                  <dgm:constr type="ctrY" for="ch" forName="dot3" refType="h" fact="0.6898"/>
                  <dgm:constr type="w" for="ch" forName="dot3" refType="userD"/>
                  <dgm:constr type="h" for="ch" forName="dot3" refType="userD"/>
                  <dgm:constr type="ctrX" for="ch" forName="dotArrow1" refType="w" fact="0.5894"/>
                  <dgm:constr type="ctrY" for="ch" forName="dotArrow1" refType="h" fact="0.0587"/>
                  <dgm:constr type="w" for="ch" forName="dotArrow1" refType="userD"/>
                  <dgm:constr type="h" for="ch" forName="dotArrow1" refType="userD"/>
                  <dgm:constr type="ctrX" for="ch" forName="dotArrow2" refType="w" fact="0.556"/>
                  <dgm:constr type="ctrY" for="ch" forName="dotArrow2" refType="h" fact="0.0287"/>
                  <dgm:constr type="w" for="ch" forName="dotArrow2" refType="userD"/>
                  <dgm:constr type="h" for="ch" forName="dotArrow2" refType="userD"/>
                  <dgm:constr type="ctrX" for="ch" forName="dotArrow3" refType="w" fact="0.5227"/>
                  <dgm:constr type="ctrY" for="ch" forName="dotArrow3" refType="h" fact="-0.0013"/>
                  <dgm:constr type="w" for="ch" forName="dotArrow3" refType="userD"/>
                  <dgm:constr type="h" for="ch" forName="dotArrow3" refType="userD"/>
                  <dgm:constr type="ctrX" for="ch" forName="dotArrow4" refType="w" fact="0.4894"/>
                  <dgm:constr type="ctrY" for="ch" forName="dotArrow4" refType="h" fact="0.0287"/>
                  <dgm:constr type="w" for="ch" forName="dotArrow4" refType="userD"/>
                  <dgm:constr type="h" for="ch" forName="dotArrow4" refType="userD"/>
                  <dgm:constr type="ctrX" for="ch" forName="dotArrow5" refType="w" fact="0.456"/>
                  <dgm:constr type="ctrY" for="ch" forName="dotArrow5" refType="h" fact="0.0587"/>
                  <dgm:constr type="w" for="ch" forName="dotArrow5" refType="userD"/>
                  <dgm:constr type="h" for="ch" forName="dotArrow5" refType="userD"/>
                  <dgm:constr type="ctrX" for="ch" forName="dotArrow6" refType="w" fact="0.5227"/>
                  <dgm:constr type="ctrY" for="ch" forName="dotArrow6" refType="h" fact="0.062"/>
                  <dgm:constr type="w" for="ch" forName="dotArrow6" refType="userD"/>
                  <dgm:constr type="h" for="ch" forName="dotArrow6" refType="userD"/>
                  <dgm:constr type="ctrX" for="ch" forName="dotArrow7" refType="w" fact="0.5227"/>
                  <dgm:constr type="ctrY" for="ch" forName="dotArrow7" refType="h" fact="0.1253"/>
                  <dgm:constr type="w" for="ch" forName="dotArrow7" refType="userD"/>
                  <dgm:constr type="h" for="ch" forName="dotArrow7" refType="userD"/>
                  <dgm:constr type="r" for="ch" forName="parTx1" refType="w" fact="0.7386"/>
                  <dgm:constr type="t" for="ch" forName="parTx1" refType="h" fact="0.8086"/>
                  <dgm:constr type="w" for="ch" forName="parTx1" refType="w" fact="0.5392"/>
                  <dgm:constr type="h" for="ch" forName="parTx1" refType="h" fact="0.218"/>
                  <dgm:constr type="ctrX" for="ch" forName="picture1" refType="w" fact="0.7631"/>
                  <dgm:constr type="ctrY" for="ch" forName="picture1" refType="h" fact="0.7834"/>
                  <dgm:constr type="w" for="ch" forName="picture1" refType="w" fact="0.25"/>
                  <dgm:constr type="h" for="ch" forName="picture1" refType="h" fact="0.3768"/>
                  <dgm:constr type="r" for="ch" forName="parTx2" refType="w" fact="0.5107"/>
                  <dgm:constr type="t" for="ch" forName="parTx2" refType="h" fact="0.3822"/>
                  <dgm:constr type="w" for="ch" forName="parTx2" refType="w" fact="0.5392"/>
                  <dgm:constr type="h" for="ch" forName="parTx2" refType="h" fact="0.218"/>
                  <dgm:constr type="ctrX" for="ch" forName="picture2" refType="w" fact="0.5352"/>
                  <dgm:constr type="ctrY" for="ch" forName="picture2" refType="h" fact="0.357"/>
                  <dgm:constr type="w" for="ch" forName="picture2" refType="w" fact="0.25"/>
                  <dgm:constr type="h" for="ch" forName="picture2" refType="h" fact="0.3768"/>
                </dgm:constrLst>
              </dgm:else>
            </dgm:choose>
          </dgm:else>
        </dgm:choose>
      </dgm:if>
      <dgm:if name="Name22" axis="ch" ptType="node" func="cnt" op="equ" val="3">
        <dgm:choose name="Name23">
          <dgm:if name="Name24" func="var" arg="dir" op="equ" val="norm">
            <dgm:choose name="Name25">
              <dgm:if name="Name26"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2981"/>
                  <dgm:constr type="ctrY" for="ch" forName="dot1" refType="h" fact="0.763"/>
                  <dgm:constr type="w" for="ch" forName="dot1" refType="userD"/>
                  <dgm:constr type="h" for="ch" forName="dot1" refType="userD"/>
                  <dgm:constr type="ctrX" for="ch" forName="dot2" refType="w" fact="0.2676"/>
                  <dgm:constr type="ctrY" for="ch" forName="dot2" refType="h" fact="0.7887"/>
                  <dgm:constr type="w" for="ch" forName="dot2" refType="userD"/>
                  <dgm:constr type="h" for="ch" forName="dot2" refType="userD"/>
                  <dgm:constr type="ctrX" for="ch" forName="dot3" refType="w" fact="0.2357"/>
                  <dgm:constr type="ctrY" for="ch" forName="dot3" refType="h" fact="0.809"/>
                  <dgm:constr type="w" for="ch" forName="dot3" refType="userD"/>
                  <dgm:constr type="h" for="ch" forName="dot3" refType="userD"/>
                  <dgm:constr type="ctrX" for="ch" forName="dot4" refType="w" fact="0.4445"/>
                  <dgm:constr type="ctrY" for="ch" forName="dot4" refType="h" fact="0.4655"/>
                  <dgm:constr type="w" for="ch" forName="dot4" refType="userD"/>
                  <dgm:constr type="h" for="ch" forName="dot4" refType="userD"/>
                  <dgm:constr type="ctrX" for="ch" forName="dot5" refType="w" fact="0.4323"/>
                  <dgm:constr type="ctrY" for="ch" forName="dot5" refType="h" fact="0.5178"/>
                  <dgm:constr type="w" for="ch" forName="dot5" refType="userD"/>
                  <dgm:constr type="h" for="ch" forName="dot5" refType="userD"/>
                  <dgm:constr type="ctrX" for="ch" forName="dotArrow1" refType="w" fact="0.4236"/>
                  <dgm:constr type="ctrY" for="ch" forName="dotArrow1" refType="h" fact="0.0718"/>
                  <dgm:constr type="w" for="ch" forName="dotArrow1" refType="userD"/>
                  <dgm:constr type="h" for="ch" forName="dotArrow1" refType="userD"/>
                  <dgm:constr type="ctrX" for="ch" forName="dotArrow2" refType="w" fact="0.446"/>
                  <dgm:constr type="ctrY" for="ch" forName="dotArrow2" refType="h" fact="0.0468"/>
                  <dgm:constr type="w" for="ch" forName="dotArrow2" refType="userD"/>
                  <dgm:constr type="h" for="ch" forName="dotArrow2" refType="userD"/>
                  <dgm:constr type="ctrX" for="ch" forName="dotArrow3" refType="w" fact="0.4685"/>
                  <dgm:constr type="ctrY" for="ch" forName="dotArrow3" refType="h" fact="0.0218"/>
                  <dgm:constr type="w" for="ch" forName="dotArrow3" refType="userD"/>
                  <dgm:constr type="h" for="ch" forName="dotArrow3" refType="userD"/>
                  <dgm:constr type="ctrX" for="ch" forName="dotArrow4" refType="w" fact="0.491"/>
                  <dgm:constr type="ctrY" for="ch" forName="dotArrow4" refType="h" fact="0.0468"/>
                  <dgm:constr type="w" for="ch" forName="dotArrow4" refType="userD"/>
                  <dgm:constr type="h" for="ch" forName="dotArrow4" refType="userD"/>
                  <dgm:constr type="ctrX" for="ch" forName="dotArrow5" refType="w" fact="0.5135"/>
                  <dgm:constr type="ctrY" for="ch" forName="dotArrow5" refType="h" fact="0.0718"/>
                  <dgm:constr type="w" for="ch" forName="dotArrow5" refType="userD"/>
                  <dgm:constr type="h" for="ch" forName="dotArrow5" refType="userD"/>
                  <dgm:constr type="ctrX" for="ch" forName="dotArrow6" refType="w" fact="0.4685"/>
                  <dgm:constr type="ctrY" for="ch" forName="dotArrow6" refType="h" fact="0.0745"/>
                  <dgm:constr type="w" for="ch" forName="dotArrow6" refType="userD"/>
                  <dgm:constr type="h" for="ch" forName="dotArrow6" refType="userD"/>
                  <dgm:constr type="ctrX" for="ch" forName="dotArrow7" refType="w" fact="0.4685"/>
                  <dgm:constr type="ctrY" for="ch" forName="dotArrow7" refType="h" fact="0.1273"/>
                  <dgm:constr type="w" for="ch" forName="dotArrow7" refType="userD"/>
                  <dgm:constr type="h" for="ch" forName="dotArrow7" refType="userD"/>
                  <dgm:constr type="l" for="ch" forName="parTx1" refType="w" fact="0.1487"/>
                  <dgm:constr type="t" for="ch" forName="parTx1" refType="h" fact="0.8596"/>
                  <dgm:constr type="w" for="ch" forName="parTx1" refType="w" fact="0.3491"/>
                  <dgm:constr type="h" for="ch" forName="parTx1" refType="h" fact="0.1638"/>
                  <dgm:constr type="ctrX" for="ch" forName="picture1" refType="w" fact="0.1328"/>
                  <dgm:constr type="ctrY" for="ch" forName="picture1" refType="h" fact="0.8361"/>
                  <dgm:constr type="w" for="ch" forName="picture1" refType="w" fact="0.1618"/>
                  <dgm:constr type="h" for="ch" forName="picture1" refType="h" fact="0.2832"/>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732"/>
                  <dgm:constr type="t" for="ch" forName="parTx2" refType="h" fact="0.6469"/>
                  <dgm:constr type="w" for="ch" forName="parTx2" refType="w" fact="0.3491"/>
                  <dgm:constr type="h" for="ch" forName="parTx2" refType="h" fact="0.1638"/>
                  <dgm:constr type="ctrX" for="ch" forName="picture2" refType="w" fact="0.3573"/>
                  <dgm:constr type="ctrY" for="ch" forName="picture2" refType="h" fact="0.6234"/>
                  <dgm:constr type="w" for="ch" forName="picture2" refType="w" fact="0.1618"/>
                  <dgm:constr type="h" for="ch" forName="picture2" refType="h" fact="0.2832"/>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4763"/>
                  <dgm:constr type="t" for="ch" forName="parTx3" refType="h" fact="0.3243"/>
                  <dgm:constr type="w" for="ch" forName="parTx3" refType="w" fact="0.3491"/>
                  <dgm:constr type="h" for="ch" forName="parTx3" refType="h" fact="0.1638"/>
                  <dgm:constr type="ctrX" for="ch" forName="picture3" refType="w" fact="0.4604"/>
                  <dgm:constr type="ctrY" for="ch" forName="picture3" refType="h" fact="0.3008"/>
                  <dgm:constr type="w" for="ch" forName="picture3" refType="w" fact="0.1618"/>
                  <dgm:constr type="h" for="ch" forName="picture3" refType="h" fact="0.2832"/>
                  <dgm:constr type="l" for="ch" forName="desTx3" refType="r" refFor="ch" refForName="parTx3"/>
                  <dgm:constr type="r" for="ch" forName="desTx3" refType="w"/>
                  <dgm:constr type="t" for="ch" forName="desTx3" refType="t" refFor="ch" refForName="parTx3"/>
                  <dgm:constr type="h" for="ch" forName="desTx3" refType="h" refFor="ch" refForName="parTx3"/>
                </dgm:constrLst>
              </dgm:if>
              <dgm:else name="Name27">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3684"/>
                  <dgm:constr type="ctrY" for="ch" forName="dot1" refType="h" fact="0.763"/>
                  <dgm:constr type="w" for="ch" forName="dot1" refType="userD"/>
                  <dgm:constr type="h" for="ch" forName="dot1" refType="userD"/>
                  <dgm:constr type="ctrX" for="ch" forName="dot2" refType="w" fact="0.3307"/>
                  <dgm:constr type="ctrY" for="ch" forName="dot2" refType="h" fact="0.7887"/>
                  <dgm:constr type="w" for="ch" forName="dot2" refType="userD"/>
                  <dgm:constr type="h" for="ch" forName="dot2" refType="userD"/>
                  <dgm:constr type="ctrX" for="ch" forName="dot3" refType="w" fact="0.2912"/>
                  <dgm:constr type="ctrY" for="ch" forName="dot3" refType="h" fact="0.809"/>
                  <dgm:constr type="w" for="ch" forName="dot3" refType="userD"/>
                  <dgm:constr type="h" for="ch" forName="dot3" refType="userD"/>
                  <dgm:constr type="ctrX" for="ch" forName="dot4" refType="w" fact="0.5494"/>
                  <dgm:constr type="ctrY" for="ch" forName="dot4" refType="h" fact="0.4655"/>
                  <dgm:constr type="w" for="ch" forName="dot4" refType="userD"/>
                  <dgm:constr type="h" for="ch" forName="dot4" refType="userD"/>
                  <dgm:constr type="ctrX" for="ch" forName="dot5" refType="w" fact="0.5342"/>
                  <dgm:constr type="ctrY" for="ch" forName="dot5" refType="h" fact="0.5178"/>
                  <dgm:constr type="w" for="ch" forName="dot5" refType="userD"/>
                  <dgm:constr type="h" for="ch" forName="dot5" refType="userD"/>
                  <dgm:constr type="ctrX" for="ch" forName="dotArrow1" refType="w" fact="0.5234"/>
                  <dgm:constr type="ctrY" for="ch" forName="dotArrow1" refType="h" fact="0.0718"/>
                  <dgm:constr type="w" for="ch" forName="dotArrow1" refType="userD"/>
                  <dgm:constr type="h" for="ch" forName="dotArrow1" refType="userD"/>
                  <dgm:constr type="ctrX" for="ch" forName="dotArrow2" refType="w" fact="0.5512"/>
                  <dgm:constr type="ctrY" for="ch" forName="dotArrow2" refType="h" fact="0.0468"/>
                  <dgm:constr type="w" for="ch" forName="dotArrow2" refType="userD"/>
                  <dgm:constr type="h" for="ch" forName="dotArrow2" refType="userD"/>
                  <dgm:constr type="ctrX" for="ch" forName="dotArrow3" refType="w" fact="0.579"/>
                  <dgm:constr type="ctrY" for="ch" forName="dotArrow3" refType="h" fact="0.0218"/>
                  <dgm:constr type="w" for="ch" forName="dotArrow3" refType="userD"/>
                  <dgm:constr type="h" for="ch" forName="dotArrow3" refType="userD"/>
                  <dgm:constr type="ctrX" for="ch" forName="dotArrow4" refType="w" fact="0.6068"/>
                  <dgm:constr type="ctrY" for="ch" forName="dotArrow4" refType="h" fact="0.0468"/>
                  <dgm:constr type="w" for="ch" forName="dotArrow4" refType="userD"/>
                  <dgm:constr type="h" for="ch" forName="dotArrow4" refType="userD"/>
                  <dgm:constr type="ctrX" for="ch" forName="dotArrow5" refType="w" fact="0.6346"/>
                  <dgm:constr type="ctrY" for="ch" forName="dotArrow5" refType="h" fact="0.0718"/>
                  <dgm:constr type="w" for="ch" forName="dotArrow5" refType="userD"/>
                  <dgm:constr type="h" for="ch" forName="dotArrow5" refType="userD"/>
                  <dgm:constr type="ctrX" for="ch" forName="dotArrow6" refType="w" fact="0.579"/>
                  <dgm:constr type="ctrY" for="ch" forName="dotArrow6" refType="h" fact="0.0745"/>
                  <dgm:constr type="w" for="ch" forName="dotArrow6" refType="userD"/>
                  <dgm:constr type="h" for="ch" forName="dotArrow6" refType="userD"/>
                  <dgm:constr type="ctrX" for="ch" forName="dotArrow7" refType="w" fact="0.579"/>
                  <dgm:constr type="ctrY" for="ch" forName="dotArrow7" refType="h" fact="0.1273"/>
                  <dgm:constr type="w" for="ch" forName="dotArrow7" refType="userD"/>
                  <dgm:constr type="h" for="ch" forName="dotArrow7" refType="userD"/>
                  <dgm:constr type="l" for="ch" forName="parTx1" refType="w" fact="0.1837"/>
                  <dgm:constr type="t" for="ch" forName="parTx1" refType="h" fact="0.8551"/>
                  <dgm:constr type="w" for="ch" forName="parTx1" refType="w" fact="0.4314"/>
                  <dgm:constr type="h" for="ch" forName="parTx1" refType="h" fact="0.1638"/>
                  <dgm:constr type="ctrX" for="ch" forName="picture1" refType="w" fact="0.1641"/>
                  <dgm:constr type="ctrY" for="ch" forName="picture1" refType="h" fact="0.8361"/>
                  <dgm:constr type="w" for="ch" forName="picture1" refType="w" fact="0.2"/>
                  <dgm:constr type="h" for="ch" forName="picture1" refType="h" fact="0.2832"/>
                  <dgm:constr type="l" for="ch" forName="parTx2" refType="w" fact="0.4612"/>
                  <dgm:constr type="t" for="ch" forName="parTx2" refType="h" fact="0.6424"/>
                  <dgm:constr type="w" for="ch" forName="parTx2" refType="w" fact="0.4314"/>
                  <dgm:constr type="h" for="ch" forName="parTx2" refType="h" fact="0.1638"/>
                  <dgm:constr type="ctrX" for="ch" forName="picture2" refType="w" fact="0.4416"/>
                  <dgm:constr type="ctrY" for="ch" forName="picture2" refType="h" fact="0.6234"/>
                  <dgm:constr type="w" for="ch" forName="picture2" refType="w" fact="0.2"/>
                  <dgm:constr type="h" for="ch" forName="picture2" refType="h" fact="0.2832"/>
                  <dgm:constr type="l" for="ch" forName="parTx3" refType="w" fact="0.5886"/>
                  <dgm:constr type="t" for="ch" forName="parTx3" refType="h" fact="0.3198"/>
                  <dgm:constr type="w" for="ch" forName="parTx3" refType="w" fact="0.4314"/>
                  <dgm:constr type="h" for="ch" forName="parTx3" refType="h" fact="0.1638"/>
                  <dgm:constr type="ctrX" for="ch" forName="picture3" refType="w" fact="0.569"/>
                  <dgm:constr type="ctrY" for="ch" forName="picture3" refType="h" fact="0.3008"/>
                  <dgm:constr type="w" for="ch" forName="picture3" refType="w" fact="0.2"/>
                  <dgm:constr type="h" for="ch" forName="picture3" refType="h" fact="0.2832"/>
                </dgm:constrLst>
              </dgm:else>
            </dgm:choose>
          </dgm:if>
          <dgm:else name="Name28">
            <dgm:choose name="Name29">
              <dgm:if name="Name30"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7019"/>
                  <dgm:constr type="ctrY" for="ch" forName="dot1" refType="h" fact="0.763"/>
                  <dgm:constr type="w" for="ch" forName="dot1" refType="userD"/>
                  <dgm:constr type="h" for="ch" forName="dot1" refType="userD"/>
                  <dgm:constr type="ctrX" for="ch" forName="dot2" refType="w" fact="0.7324"/>
                  <dgm:constr type="ctrY" for="ch" forName="dot2" refType="h" fact="0.7887"/>
                  <dgm:constr type="w" for="ch" forName="dot2" refType="userD"/>
                  <dgm:constr type="h" for="ch" forName="dot2" refType="userD"/>
                  <dgm:constr type="ctrX" for="ch" forName="dot3" refType="w" fact="0.7643"/>
                  <dgm:constr type="ctrY" for="ch" forName="dot3" refType="h" fact="0.809"/>
                  <dgm:constr type="w" for="ch" forName="dot3" refType="userD"/>
                  <dgm:constr type="h" for="ch" forName="dot3" refType="userD"/>
                  <dgm:constr type="ctrX" for="ch" forName="dot4" refType="w" fact="0.5555"/>
                  <dgm:constr type="ctrY" for="ch" forName="dot4" refType="h" fact="0.4655"/>
                  <dgm:constr type="w" for="ch" forName="dot4" refType="userD"/>
                  <dgm:constr type="h" for="ch" forName="dot4" refType="userD"/>
                  <dgm:constr type="ctrX" for="ch" forName="dot5" refType="w" fact="0.5677"/>
                  <dgm:constr type="ctrY" for="ch" forName="dot5" refType="h" fact="0.5178"/>
                  <dgm:constr type="w" for="ch" forName="dot5" refType="userD"/>
                  <dgm:constr type="h" for="ch" forName="dot5" refType="userD"/>
                  <dgm:constr type="ctrX" for="ch" forName="dotArrow1" refType="w" fact="0.5764"/>
                  <dgm:constr type="ctrY" for="ch" forName="dotArrow1" refType="h" fact="0.0718"/>
                  <dgm:constr type="w" for="ch" forName="dotArrow1" refType="userD"/>
                  <dgm:constr type="h" for="ch" forName="dotArrow1" refType="userD"/>
                  <dgm:constr type="ctrX" for="ch" forName="dotArrow2" refType="w" fact="0.554"/>
                  <dgm:constr type="ctrY" for="ch" forName="dotArrow2" refType="h" fact="0.0468"/>
                  <dgm:constr type="w" for="ch" forName="dotArrow2" refType="userD"/>
                  <dgm:constr type="h" for="ch" forName="dotArrow2" refType="userD"/>
                  <dgm:constr type="ctrX" for="ch" forName="dotArrow3" refType="w" fact="0.5315"/>
                  <dgm:constr type="ctrY" for="ch" forName="dotArrow3" refType="h" fact="0.0218"/>
                  <dgm:constr type="w" for="ch" forName="dotArrow3" refType="userD"/>
                  <dgm:constr type="h" for="ch" forName="dotArrow3" refType="userD"/>
                  <dgm:constr type="ctrX" for="ch" forName="dotArrow4" refType="w" fact="0.509"/>
                  <dgm:constr type="ctrY" for="ch" forName="dotArrow4" refType="h" fact="0.0468"/>
                  <dgm:constr type="w" for="ch" forName="dotArrow4" refType="userD"/>
                  <dgm:constr type="h" for="ch" forName="dotArrow4" refType="userD"/>
                  <dgm:constr type="ctrX" for="ch" forName="dotArrow5" refType="w" fact="0.4865"/>
                  <dgm:constr type="ctrY" for="ch" forName="dotArrow5" refType="h" fact="0.0718"/>
                  <dgm:constr type="w" for="ch" forName="dotArrow5" refType="userD"/>
                  <dgm:constr type="h" for="ch" forName="dotArrow5" refType="userD"/>
                  <dgm:constr type="ctrX" for="ch" forName="dotArrow6" refType="w" fact="0.5315"/>
                  <dgm:constr type="ctrY" for="ch" forName="dotArrow6" refType="h" fact="0.0745"/>
                  <dgm:constr type="w" for="ch" forName="dotArrow6" refType="userD"/>
                  <dgm:constr type="h" for="ch" forName="dotArrow6" refType="userD"/>
                  <dgm:constr type="ctrX" for="ch" forName="dotArrow7" refType="w" fact="0.5315"/>
                  <dgm:constr type="ctrY" for="ch" forName="dotArrow7" refType="h" fact="0.1273"/>
                  <dgm:constr type="w" for="ch" forName="dotArrow7" refType="userD"/>
                  <dgm:constr type="h" for="ch" forName="dotArrow7" refType="userD"/>
                  <dgm:constr type="r" for="ch" forName="parTx1" refType="w" fact="0.8513"/>
                  <dgm:constr type="t" for="ch" forName="parTx1" refType="h" fact="0.8596"/>
                  <dgm:constr type="w" for="ch" forName="parTx1" refType="w" fact="0.3491"/>
                  <dgm:constr type="h" for="ch" forName="parTx1" refType="h" fact="0.1638"/>
                  <dgm:constr type="ctrX" for="ch" forName="picture1" refType="w" fact="0.8672"/>
                  <dgm:constr type="ctrY" for="ch" forName="picture1" refType="h" fact="0.8361"/>
                  <dgm:constr type="w" for="ch" forName="picture1" refType="w" fact="0.1618"/>
                  <dgm:constr type="h" for="ch" forName="picture1" refType="h" fact="0.2832"/>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268"/>
                  <dgm:constr type="t" for="ch" forName="parTx2" refType="h" fact="0.6469"/>
                  <dgm:constr type="w" for="ch" forName="parTx2" refType="w" fact="0.3491"/>
                  <dgm:constr type="h" for="ch" forName="parTx2" refType="h" fact="0.1638"/>
                  <dgm:constr type="ctrX" for="ch" forName="picture2" refType="w" fact="0.6427"/>
                  <dgm:constr type="ctrY" for="ch" forName="picture2" refType="h" fact="0.6234"/>
                  <dgm:constr type="w" for="ch" forName="picture2" refType="w" fact="0.1618"/>
                  <dgm:constr type="h" for="ch" forName="picture2" refType="h" fact="0.2832"/>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5237"/>
                  <dgm:constr type="t" for="ch" forName="parTx3" refType="h" fact="0.3243"/>
                  <dgm:constr type="w" for="ch" forName="parTx3" refType="w" fact="0.3491"/>
                  <dgm:constr type="h" for="ch" forName="parTx3" refType="h" fact="0.1638"/>
                  <dgm:constr type="ctrX" for="ch" forName="picture3" refType="w" fact="0.5396"/>
                  <dgm:constr type="ctrY" for="ch" forName="picture3" refType="h" fact="0.3008"/>
                  <dgm:constr type="w" for="ch" forName="picture3" refType="w" fact="0.1618"/>
                  <dgm:constr type="h" for="ch" forName="picture3" refType="h" fact="0.2832"/>
                  <dgm:constr type="r" for="ch" forName="desTx3" refType="l" refFor="ch" refForName="parTx3"/>
                  <dgm:constr type="l" for="ch" forName="desTx3"/>
                  <dgm:constr type="t" for="ch" forName="desTx3" refType="t" refFor="ch" refForName="parTx3"/>
                  <dgm:constr type="h" for="ch" forName="desTx3" refType="h" refFor="ch" refForName="parTx3"/>
                </dgm:constrLst>
              </dgm:if>
              <dgm:else name="Name31">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6316"/>
                  <dgm:constr type="ctrY" for="ch" forName="dot1" refType="h" fact="0.763"/>
                  <dgm:constr type="w" for="ch" forName="dot1" refType="userD"/>
                  <dgm:constr type="h" for="ch" forName="dot1" refType="userD"/>
                  <dgm:constr type="ctrX" for="ch" forName="dot2" refType="w" fact="0.6693"/>
                  <dgm:constr type="ctrY" for="ch" forName="dot2" refType="h" fact="0.7887"/>
                  <dgm:constr type="w" for="ch" forName="dot2" refType="userD"/>
                  <dgm:constr type="h" for="ch" forName="dot2" refType="userD"/>
                  <dgm:constr type="ctrX" for="ch" forName="dot3" refType="w" fact="0.7088"/>
                  <dgm:constr type="ctrY" for="ch" forName="dot3" refType="h" fact="0.809"/>
                  <dgm:constr type="w" for="ch" forName="dot3" refType="userD"/>
                  <dgm:constr type="h" for="ch" forName="dot3" refType="userD"/>
                  <dgm:constr type="ctrX" for="ch" forName="dot4" refType="w" fact="0.4506"/>
                  <dgm:constr type="ctrY" for="ch" forName="dot4" refType="h" fact="0.4655"/>
                  <dgm:constr type="w" for="ch" forName="dot4" refType="userD"/>
                  <dgm:constr type="h" for="ch" forName="dot4" refType="userD"/>
                  <dgm:constr type="ctrX" for="ch" forName="dot5" refType="w" fact="0.4658"/>
                  <dgm:constr type="ctrY" for="ch" forName="dot5" refType="h" fact="0.5178"/>
                  <dgm:constr type="w" for="ch" forName="dot5" refType="userD"/>
                  <dgm:constr type="h" for="ch" forName="dot5" refType="userD"/>
                  <dgm:constr type="ctrX" for="ch" forName="dotArrow1" refType="w" fact="0.4766"/>
                  <dgm:constr type="ctrY" for="ch" forName="dotArrow1" refType="h" fact="0.0718"/>
                  <dgm:constr type="w" for="ch" forName="dotArrow1" refType="userD"/>
                  <dgm:constr type="h" for="ch" forName="dotArrow1" refType="userD"/>
                  <dgm:constr type="ctrX" for="ch" forName="dotArrow2" refType="w" fact="0.4488"/>
                  <dgm:constr type="ctrY" for="ch" forName="dotArrow2" refType="h" fact="0.0468"/>
                  <dgm:constr type="w" for="ch" forName="dotArrow2" refType="userD"/>
                  <dgm:constr type="h" for="ch" forName="dotArrow2" refType="userD"/>
                  <dgm:constr type="ctrX" for="ch" forName="dotArrow3" refType="w" fact="0.421"/>
                  <dgm:constr type="ctrY" for="ch" forName="dotArrow3" refType="h" fact="0.0218"/>
                  <dgm:constr type="w" for="ch" forName="dotArrow3" refType="userD"/>
                  <dgm:constr type="h" for="ch" forName="dotArrow3" refType="userD"/>
                  <dgm:constr type="ctrX" for="ch" forName="dotArrow4" refType="w" fact="0.3932"/>
                  <dgm:constr type="ctrY" for="ch" forName="dotArrow4" refType="h" fact="0.0468"/>
                  <dgm:constr type="w" for="ch" forName="dotArrow4" refType="userD"/>
                  <dgm:constr type="h" for="ch" forName="dotArrow4" refType="userD"/>
                  <dgm:constr type="ctrX" for="ch" forName="dotArrow5" refType="w" fact="0.3654"/>
                  <dgm:constr type="ctrY" for="ch" forName="dotArrow5" refType="h" fact="0.0718"/>
                  <dgm:constr type="w" for="ch" forName="dotArrow5" refType="userD"/>
                  <dgm:constr type="h" for="ch" forName="dotArrow5" refType="userD"/>
                  <dgm:constr type="ctrX" for="ch" forName="dotArrow6" refType="w" fact="0.421"/>
                  <dgm:constr type="ctrY" for="ch" forName="dotArrow6" refType="h" fact="0.0745"/>
                  <dgm:constr type="w" for="ch" forName="dotArrow6" refType="userD"/>
                  <dgm:constr type="h" for="ch" forName="dotArrow6" refType="userD"/>
                  <dgm:constr type="ctrX" for="ch" forName="dotArrow7" refType="w" fact="0.421"/>
                  <dgm:constr type="ctrY" for="ch" forName="dotArrow7" refType="h" fact="0.1273"/>
                  <dgm:constr type="w" for="ch" forName="dotArrow7" refType="userD"/>
                  <dgm:constr type="h" for="ch" forName="dotArrow7" refType="userD"/>
                  <dgm:constr type="r" for="ch" forName="parTx1" refType="w" fact="0.8163"/>
                  <dgm:constr type="t" for="ch" forName="parTx1" refType="h" fact="0.8551"/>
                  <dgm:constr type="w" for="ch" forName="parTx1" refType="w" fact="0.4314"/>
                  <dgm:constr type="h" for="ch" forName="parTx1" refType="h" fact="0.1638"/>
                  <dgm:constr type="ctrX" for="ch" forName="picture1" refType="w" fact="0.8359"/>
                  <dgm:constr type="ctrY" for="ch" forName="picture1" refType="h" fact="0.8361"/>
                  <dgm:constr type="w" for="ch" forName="picture1" refType="w" fact="0.2"/>
                  <dgm:constr type="h" for="ch" forName="picture1" refType="h" fact="0.2832"/>
                  <dgm:constr type="r" for="ch" forName="parTx2" refType="w" fact="0.5388"/>
                  <dgm:constr type="t" for="ch" forName="parTx2" refType="h" fact="0.6424"/>
                  <dgm:constr type="w" for="ch" forName="parTx2" refType="w" fact="0.4314"/>
                  <dgm:constr type="h" for="ch" forName="parTx2" refType="h" fact="0.1638"/>
                  <dgm:constr type="ctrX" for="ch" forName="picture2" refType="w" fact="0.5584"/>
                  <dgm:constr type="ctrY" for="ch" forName="picture2" refType="h" fact="0.6234"/>
                  <dgm:constr type="w" for="ch" forName="picture2" refType="w" fact="0.2"/>
                  <dgm:constr type="h" for="ch" forName="picture2" refType="h" fact="0.2832"/>
                  <dgm:constr type="r" for="ch" forName="parTx3" refType="w" fact="0.4114"/>
                  <dgm:constr type="t" for="ch" forName="parTx3" refType="h" fact="0.3198"/>
                  <dgm:constr type="w" for="ch" forName="parTx3" refType="w" fact="0.4314"/>
                  <dgm:constr type="h" for="ch" forName="parTx3" refType="h" fact="0.1638"/>
                  <dgm:constr type="ctrX" for="ch" forName="picture3" refType="w" fact="0.431"/>
                  <dgm:constr type="ctrY" for="ch" forName="picture3" refType="h" fact="0.3008"/>
                  <dgm:constr type="w" for="ch" forName="picture3" refType="w" fact="0.2"/>
                  <dgm:constr type="h" for="ch" forName="picture3" refType="h" fact="0.2832"/>
                </dgm:constrLst>
              </dgm:else>
            </dgm:choose>
          </dgm:else>
        </dgm:choose>
      </dgm:if>
      <dgm:if name="Name32" axis="ch" ptType="node" func="cnt" op="equ" val="4">
        <dgm:choose name="Name33">
          <dgm:if name="Name34" func="var" arg="dir" op="equ" val="norm">
            <dgm:choose name="Name35">
              <dgm:if name="Name36"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3253"/>
                  <dgm:constr type="ctrY" for="ch" forName="dot1" refType="h" fact="0.8215"/>
                  <dgm:constr type="w" for="ch" forName="dot1" refType="userD"/>
                  <dgm:constr type="h" for="ch" forName="dot1" refType="userD"/>
                  <dgm:constr type="ctrX" for="ch" forName="dot2" refType="w" fact="0.2949"/>
                  <dgm:constr type="ctrY" for="ch" forName="dot2" refType="h" fact="0.843"/>
                  <dgm:constr type="w" for="ch" forName="dot2" refType="userD"/>
                  <dgm:constr type="h" for="ch" forName="dot2" refType="userD"/>
                  <dgm:constr type="ctrX" for="ch" forName="dot3" refType="w" fact="0.2635"/>
                  <dgm:constr type="ctrY" for="ch" forName="dot3" refType="h" fact="0.8607"/>
                  <dgm:constr type="w" for="ch" forName="dot3" refType="userD"/>
                  <dgm:constr type="h" for="ch" forName="dot3" refType="userD"/>
                  <dgm:constr type="ctrX" for="ch" forName="dot4" refType="w" fact="0.2313"/>
                  <dgm:constr type="ctrY" for="ch" forName="dot4" refType="h" fact="0.8745"/>
                  <dgm:constr type="w" for="ch" forName="dot4" refType="userD"/>
                  <dgm:constr type="h" for="ch" forName="dot4" refType="userD"/>
                  <dgm:constr type="ctrX" for="ch" forName="dot5" refType="w" fact="0.4675"/>
                  <dgm:constr type="ctrY" for="ch" forName="dot5" refType="h" fact="0.6419"/>
                  <dgm:constr type="w" for="ch" forName="dot5" refType="userD"/>
                  <dgm:constr type="h" for="ch" forName="dot5" refType="userD"/>
                  <dgm:constr type="ctrX" for="ch" forName="dot6" refType="w" fact="0.5486"/>
                  <dgm:constr type="ctrY" for="ch" forName="dot6" refType="h" fact="0.3784"/>
                  <dgm:constr type="w" for="ch" forName="dot6" refType="userD"/>
                  <dgm:constr type="h" for="ch" forName="dot6" refType="userD"/>
                  <dgm:constr type="ctrX" for="ch" forName="dotArrow1" refType="w" fact="0.5267"/>
                  <dgm:constr type="ctrY" for="ch" forName="dotArrow1" refType="h" fact="0.0496"/>
                  <dgm:constr type="w" for="ch" forName="dotArrow1" refType="userD"/>
                  <dgm:constr type="h" for="ch" forName="dotArrow1" refType="userD"/>
                  <dgm:constr type="ctrX" for="ch" forName="dotArrow2" refType="w" fact="0.5462"/>
                  <dgm:constr type="ctrY" for="ch" forName="dotArrow2" refType="h" fact="0.0282"/>
                  <dgm:constr type="w" for="ch" forName="dotArrow2" refType="userD"/>
                  <dgm:constr type="h" for="ch" forName="dotArrow2" refType="userD"/>
                  <dgm:constr type="ctrX" for="ch" forName="dotArrow3" refType="w" fact="0.5657"/>
                  <dgm:constr type="ctrY" for="ch" forName="dotArrow3" refType="h" fact="0.0068"/>
                  <dgm:constr type="w" for="ch" forName="dotArrow3" refType="userD"/>
                  <dgm:constr type="h" for="ch" forName="dotArrow3" refType="userD"/>
                  <dgm:constr type="ctrX" for="ch" forName="dotArrow4" refType="w" fact="0.5851"/>
                  <dgm:constr type="ctrY" for="ch" forName="dotArrow4" refType="h" fact="0.0282"/>
                  <dgm:constr type="w" for="ch" forName="dotArrow4" refType="userD"/>
                  <dgm:constr type="h" for="ch" forName="dotArrow4" refType="userD"/>
                  <dgm:constr type="ctrX" for="ch" forName="dotArrow5" refType="w" fact="0.6046"/>
                  <dgm:constr type="ctrY" for="ch" forName="dotArrow5" refType="h" fact="0.0496"/>
                  <dgm:constr type="w" for="ch" forName="dotArrow5" refType="userD"/>
                  <dgm:constr type="h" for="ch" forName="dotArrow5" refType="userD"/>
                  <dgm:constr type="ctrX" for="ch" forName="dotArrow6" refType="w" fact="0.5657"/>
                  <dgm:constr type="ctrY" for="ch" forName="dotArrow6" refType="h" fact="0.052"/>
                  <dgm:constr type="w" for="ch" forName="dotArrow6" refType="userD"/>
                  <dgm:constr type="h" for="ch" forName="dotArrow6" refType="userD"/>
                  <dgm:constr type="ctrX" for="ch" forName="dotArrow7" refType="w" fact="0.5657"/>
                  <dgm:constr type="ctrY" for="ch" forName="dotArrow7" refType="h" fact="0.0972"/>
                  <dgm:constr type="w" for="ch" forName="dotArrow7" refType="userD"/>
                  <dgm:constr type="h" for="ch" forName="dotArrow7" refType="userD"/>
                  <dgm:constr type="l" for="ch" forName="parTx1" refType="w" fact="0.1466"/>
                  <dgm:constr type="t" for="ch" forName="parTx1" refType="h" fact="0.9095"/>
                  <dgm:constr type="w" for="ch" forName="parTx1" refType="w" fact="0.294"/>
                  <dgm:constr type="h" for="ch" forName="parTx1" refType="h" fact="0.1222"/>
                  <dgm:constr type="ctrX" for="ch" forName="picture1" refType="w" fact="0.1333"/>
                  <dgm:constr type="ctrY" for="ch" forName="picture1" refType="h" fact="0.8922"/>
                  <dgm:constr type="w" for="ch" forName="picture1" refType="w" fact="0.1363"/>
                  <dgm:constr type="h" for="ch" forName="picture1" refType="h" fact="0.211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105"/>
                  <dgm:constr type="t" for="ch" forName="parTx2" refType="h" fact="0.762"/>
                  <dgm:constr type="w" for="ch" forName="parTx2" refType="w" fact="0.294"/>
                  <dgm:constr type="h" for="ch" forName="parTx2" refType="h" fact="0.1222"/>
                  <dgm:constr type="ctrX" for="ch" forName="picture2" refType="w" fact="0.3972"/>
                  <dgm:constr type="ctrY" for="ch" forName="picture2" refType="h" fact="0.7447"/>
                  <dgm:constr type="w" for="ch" forName="picture2" refType="w" fact="0.1363"/>
                  <dgm:constr type="h" for="ch" forName="picture2" refType="h" fact="0.211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229"/>
                  <dgm:constr type="t" for="ch" forName="parTx3" refType="h" fact="0.5294"/>
                  <dgm:constr type="w" for="ch" forName="parTx3" refType="w" fact="0.294"/>
                  <dgm:constr type="h" for="ch" forName="parTx3" refType="h" fact="0.1222"/>
                  <dgm:constr type="ctrX" for="ch" forName="picture3" refType="w" fact="0.5095"/>
                  <dgm:constr type="ctrY" for="ch" forName="picture3" refType="h" fact="0.5121"/>
                  <dgm:constr type="w" for="ch" forName="picture3" refType="w" fact="0.1363"/>
                  <dgm:constr type="h" for="ch" forName="picture3" refType="h" fact="0.211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722"/>
                  <dgm:constr type="t" for="ch" forName="parTx4" refType="h" fact="0.2523"/>
                  <dgm:constr type="w" for="ch" forName="parTx4" refType="w" fact="0.294"/>
                  <dgm:constr type="h" for="ch" forName="parTx4" refType="h" fact="0.1222"/>
                  <dgm:constr type="ctrX" for="ch" forName="picture4" refType="w" fact="0.5588"/>
                  <dgm:constr type="ctrY" for="ch" forName="picture4" refType="h" fact="0.235"/>
                  <dgm:constr type="w" for="ch" forName="picture4" refType="w" fact="0.1363"/>
                  <dgm:constr type="h" for="ch" forName="picture4" refType="h" fact="0.2113"/>
                  <dgm:constr type="l" for="ch" forName="desTx4" refType="r" refFor="ch" refForName="parTx4"/>
                  <dgm:constr type="r" for="ch" forName="desTx4" refType="w"/>
                  <dgm:constr type="t" for="ch" forName="desTx4" refType="t" refFor="ch" refForName="parTx4"/>
                  <dgm:constr type="h" for="ch" forName="desTx4" refType="h" refFor="ch" refForName="parTx4"/>
                </dgm:constrLst>
              </dgm:if>
              <dgm:else name="Name37">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3978"/>
                  <dgm:constr type="ctrY" for="ch" forName="dot1" refType="h" fact="0.8215"/>
                  <dgm:constr type="w" for="ch" forName="dot1" refType="userD"/>
                  <dgm:constr type="h" for="ch" forName="dot1" refType="userD"/>
                  <dgm:constr type="ctrX" for="ch" forName="dot2" refType="w" fact="0.3606"/>
                  <dgm:constr type="ctrY" for="ch" forName="dot2" refType="h" fact="0.843"/>
                  <dgm:constr type="w" for="ch" forName="dot2" refType="userD"/>
                  <dgm:constr type="h" for="ch" forName="dot2" refType="userD"/>
                  <dgm:constr type="ctrX" for="ch" forName="dot3" refType="w" fact="0.3223"/>
                  <dgm:constr type="ctrY" for="ch" forName="dot3" refType="h" fact="0.8607"/>
                  <dgm:constr type="w" for="ch" forName="dot3" refType="userD"/>
                  <dgm:constr type="h" for="ch" forName="dot3" refType="userD"/>
                  <dgm:constr type="ctrX" for="ch" forName="dot4" refType="w" fact="0.2829"/>
                  <dgm:constr type="ctrY" for="ch" forName="dot4" refType="h" fact="0.8745"/>
                  <dgm:constr type="w" for="ch" forName="dot4" refType="userD"/>
                  <dgm:constr type="h" for="ch" forName="dot4" refType="userD"/>
                  <dgm:constr type="ctrX" for="ch" forName="dot5" refType="w" fact="0.5717"/>
                  <dgm:constr type="ctrY" for="ch" forName="dot5" refType="h" fact="0.6419"/>
                  <dgm:constr type="w" for="ch" forName="dot5" refType="userD"/>
                  <dgm:constr type="h" for="ch" forName="dot5" refType="userD"/>
                  <dgm:constr type="ctrX" for="ch" forName="dot6" refType="w" fact="0.6709"/>
                  <dgm:constr type="ctrY" for="ch" forName="dot6" refType="h" fact="0.3784"/>
                  <dgm:constr type="w" for="ch" forName="dot6" refType="userD"/>
                  <dgm:constr type="h" for="ch" forName="dot6" refType="userD"/>
                  <dgm:constr type="ctrX" for="ch" forName="dotArrow1" refType="w" fact="0.6441"/>
                  <dgm:constr type="ctrY" for="ch" forName="dotArrow1" refType="h" fact="0.0496"/>
                  <dgm:constr type="w" for="ch" forName="dotArrow1" refType="userD"/>
                  <dgm:constr type="h" for="ch" forName="dotArrow1" refType="userD"/>
                  <dgm:constr type="ctrX" for="ch" forName="dotArrow2" refType="w" fact="0.6679"/>
                  <dgm:constr type="ctrY" for="ch" forName="dotArrow2" refType="h" fact="0.0282"/>
                  <dgm:constr type="w" for="ch" forName="dotArrow2" refType="userD"/>
                  <dgm:constr type="h" for="ch" forName="dotArrow2" refType="userD"/>
                  <dgm:constr type="ctrX" for="ch" forName="dotArrow3" refType="w" fact="0.6917"/>
                  <dgm:constr type="ctrY" for="ch" forName="dotArrow3" refType="h" fact="0.0068"/>
                  <dgm:constr type="w" for="ch" forName="dotArrow3" refType="userD"/>
                  <dgm:constr type="h" for="ch" forName="dotArrow3" refType="userD"/>
                  <dgm:constr type="ctrX" for="ch" forName="dotArrow4" refType="w" fact="0.7155"/>
                  <dgm:constr type="ctrY" for="ch" forName="dotArrow4" refType="h" fact="0.0282"/>
                  <dgm:constr type="w" for="ch" forName="dotArrow4" refType="userD"/>
                  <dgm:constr type="h" for="ch" forName="dotArrow4" refType="userD"/>
                  <dgm:constr type="ctrX" for="ch" forName="dotArrow5" refType="w" fact="0.7394"/>
                  <dgm:constr type="ctrY" for="ch" forName="dotArrow5" refType="h" fact="0.0496"/>
                  <dgm:constr type="w" for="ch" forName="dotArrow5" refType="userD"/>
                  <dgm:constr type="h" for="ch" forName="dotArrow5" refType="userD"/>
                  <dgm:constr type="ctrX" for="ch" forName="dotArrow6" refType="w" fact="0.6917"/>
                  <dgm:constr type="ctrY" for="ch" forName="dotArrow6" refType="h" fact="0.052"/>
                  <dgm:constr type="w" for="ch" forName="dotArrow6" refType="userD"/>
                  <dgm:constr type="h" for="ch" forName="dotArrow6" refType="userD"/>
                  <dgm:constr type="ctrX" for="ch" forName="dotArrow7" refType="w" fact="0.6917"/>
                  <dgm:constr type="ctrY" for="ch" forName="dotArrow7" refType="h" fact="0.0972"/>
                  <dgm:constr type="w" for="ch" forName="dotArrow7" refType="userD"/>
                  <dgm:constr type="h" for="ch" forName="dotArrow7" refType="userD"/>
                  <dgm:constr type="l" for="ch" forName="parTx1" refType="w" fact="0.1793"/>
                  <dgm:constr type="t" for="ch" forName="parTx1" refType="h" fact="0.9064"/>
                  <dgm:constr type="w" for="ch" forName="parTx1" refType="w" fact="0.3595"/>
                  <dgm:constr type="h" for="ch" forName="parTx1" refType="h" fact="0.1222"/>
                  <dgm:constr type="ctrX" for="ch" forName="picture1" refType="w" fact="0.163"/>
                  <dgm:constr type="ctrY" for="ch" forName="picture1" refType="h" fact="0.8922"/>
                  <dgm:constr type="w" for="ch" forName="picture1" refType="w" fact="0.1667"/>
                  <dgm:constr type="h" for="ch" forName="picture1" refType="h" fact="0.2113"/>
                  <dgm:constr type="l" for="ch" forName="parTx2" refType="w" fact="0.502"/>
                  <dgm:constr type="t" for="ch" forName="parTx2" refType="h" fact="0.7589"/>
                  <dgm:constr type="w" for="ch" forName="parTx2" refType="w" fact="0.3595"/>
                  <dgm:constr type="h" for="ch" forName="parTx2" refType="h" fact="0.1222"/>
                  <dgm:constr type="ctrX" for="ch" forName="picture2" refType="w" fact="0.4857"/>
                  <dgm:constr type="ctrY" for="ch" forName="picture2" refType="h" fact="0.7447"/>
                  <dgm:constr type="w" for="ch" forName="picture2" refType="w" fact="0.1667"/>
                  <dgm:constr type="h" for="ch" forName="picture2" refType="h" fact="0.2113"/>
                  <dgm:constr type="l" for="ch" forName="parTx3" refType="w" fact="0.6394"/>
                  <dgm:constr type="t" for="ch" forName="parTx3" refType="h" fact="0.5263"/>
                  <dgm:constr type="w" for="ch" forName="parTx3" refType="w" fact="0.3595"/>
                  <dgm:constr type="h" for="ch" forName="parTx3" refType="h" fact="0.1222"/>
                  <dgm:constr type="ctrX" for="ch" forName="picture3" refType="w" fact="0.6231"/>
                  <dgm:constr type="ctrY" for="ch" forName="picture3" refType="h" fact="0.5121"/>
                  <dgm:constr type="w" for="ch" forName="picture3" refType="w" fact="0.1667"/>
                  <dgm:constr type="h" for="ch" forName="picture3" refType="h" fact="0.2113"/>
                  <dgm:constr type="l" for="ch" forName="parTx4" refType="w" fact="0.6997"/>
                  <dgm:constr type="t" for="ch" forName="parTx4" refType="h" fact="0.2492"/>
                  <dgm:constr type="w" for="ch" forName="parTx4" refType="w" fact="0.3595"/>
                  <dgm:constr type="h" for="ch" forName="parTx4" refType="h" fact="0.1222"/>
                  <dgm:constr type="ctrX" for="ch" forName="picture4" refType="w" fact="0.6834"/>
                  <dgm:constr type="ctrY" for="ch" forName="picture4" refType="h" fact="0.235"/>
                  <dgm:constr type="w" for="ch" forName="picture4" refType="w" fact="0.1667"/>
                  <dgm:constr type="h" for="ch" forName="picture4" refType="h" fact="0.2113"/>
                </dgm:constrLst>
              </dgm:else>
            </dgm:choose>
          </dgm:if>
          <dgm:else name="Name38">
            <dgm:choose name="Name39">
              <dgm:if name="Name40"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6747"/>
                  <dgm:constr type="ctrY" for="ch" forName="dot1" refType="h" fact="0.8215"/>
                  <dgm:constr type="w" for="ch" forName="dot1" refType="userD"/>
                  <dgm:constr type="h" for="ch" forName="dot1" refType="userD"/>
                  <dgm:constr type="ctrX" for="ch" forName="dot2" refType="w" fact="0.7051"/>
                  <dgm:constr type="ctrY" for="ch" forName="dot2" refType="h" fact="0.843"/>
                  <dgm:constr type="w" for="ch" forName="dot2" refType="userD"/>
                  <dgm:constr type="h" for="ch" forName="dot2" refType="userD"/>
                  <dgm:constr type="ctrX" for="ch" forName="dot3" refType="w" fact="0.7365"/>
                  <dgm:constr type="ctrY" for="ch" forName="dot3" refType="h" fact="0.8607"/>
                  <dgm:constr type="w" for="ch" forName="dot3" refType="userD"/>
                  <dgm:constr type="h" for="ch" forName="dot3" refType="userD"/>
                  <dgm:constr type="ctrX" for="ch" forName="dot4" refType="w" fact="0.7687"/>
                  <dgm:constr type="ctrY" for="ch" forName="dot4" refType="h" fact="0.8745"/>
                  <dgm:constr type="w" for="ch" forName="dot4" refType="userD"/>
                  <dgm:constr type="h" for="ch" forName="dot4" refType="userD"/>
                  <dgm:constr type="ctrX" for="ch" forName="dot5" refType="w" fact="0.5325"/>
                  <dgm:constr type="ctrY" for="ch" forName="dot5" refType="h" fact="0.6419"/>
                  <dgm:constr type="w" for="ch" forName="dot5" refType="userD"/>
                  <dgm:constr type="h" for="ch" forName="dot5" refType="userD"/>
                  <dgm:constr type="ctrX" for="ch" forName="dot6" refType="w" fact="0.4514"/>
                  <dgm:constr type="ctrY" for="ch" forName="dot6" refType="h" fact="0.3784"/>
                  <dgm:constr type="w" for="ch" forName="dot6" refType="userD"/>
                  <dgm:constr type="h" for="ch" forName="dot6" refType="userD"/>
                  <dgm:constr type="ctrX" for="ch" forName="dotArrow1" refType="w" fact="0.4733"/>
                  <dgm:constr type="ctrY" for="ch" forName="dotArrow1" refType="h" fact="0.0496"/>
                  <dgm:constr type="w" for="ch" forName="dotArrow1" refType="userD"/>
                  <dgm:constr type="h" for="ch" forName="dotArrow1" refType="userD"/>
                  <dgm:constr type="ctrX" for="ch" forName="dotArrow2" refType="w" fact="0.4538"/>
                  <dgm:constr type="ctrY" for="ch" forName="dotArrow2" refType="h" fact="0.0282"/>
                  <dgm:constr type="w" for="ch" forName="dotArrow2" refType="userD"/>
                  <dgm:constr type="h" for="ch" forName="dotArrow2" refType="userD"/>
                  <dgm:constr type="ctrX" for="ch" forName="dotArrow3" refType="w" fact="0.4343"/>
                  <dgm:constr type="ctrY" for="ch" forName="dotArrow3" refType="h" fact="0.0068"/>
                  <dgm:constr type="w" for="ch" forName="dotArrow3" refType="userD"/>
                  <dgm:constr type="h" for="ch" forName="dotArrow3" refType="userD"/>
                  <dgm:constr type="ctrX" for="ch" forName="dotArrow4" refType="w" fact="0.4149"/>
                  <dgm:constr type="ctrY" for="ch" forName="dotArrow4" refType="h" fact="0.0282"/>
                  <dgm:constr type="w" for="ch" forName="dotArrow4" refType="userD"/>
                  <dgm:constr type="h" for="ch" forName="dotArrow4" refType="userD"/>
                  <dgm:constr type="ctrX" for="ch" forName="dotArrow5" refType="w" fact="0.3954"/>
                  <dgm:constr type="ctrY" for="ch" forName="dotArrow5" refType="h" fact="0.0496"/>
                  <dgm:constr type="w" for="ch" forName="dotArrow5" refType="userD"/>
                  <dgm:constr type="h" for="ch" forName="dotArrow5" refType="userD"/>
                  <dgm:constr type="ctrX" for="ch" forName="dotArrow6" refType="w" fact="0.4343"/>
                  <dgm:constr type="ctrY" for="ch" forName="dotArrow6" refType="h" fact="0.052"/>
                  <dgm:constr type="w" for="ch" forName="dotArrow6" refType="userD"/>
                  <dgm:constr type="h" for="ch" forName="dotArrow6" refType="userD"/>
                  <dgm:constr type="ctrX" for="ch" forName="dotArrow7" refType="w" fact="0.4343"/>
                  <dgm:constr type="ctrY" for="ch" forName="dotArrow7" refType="h" fact="0.0972"/>
                  <dgm:constr type="w" for="ch" forName="dotArrow7" refType="userD"/>
                  <dgm:constr type="h" for="ch" forName="dotArrow7" refType="userD"/>
                  <dgm:constr type="r" for="ch" forName="parTx1" refType="w" fact="0.8534"/>
                  <dgm:constr type="t" for="ch" forName="parTx1" refType="h" fact="0.9095"/>
                  <dgm:constr type="w" for="ch" forName="parTx1" refType="w" fact="0.294"/>
                  <dgm:constr type="h" for="ch" forName="parTx1" refType="h" fact="0.1222"/>
                  <dgm:constr type="ctrX" for="ch" forName="picture1" refType="w" fact="0.8667"/>
                  <dgm:constr type="ctrY" for="ch" forName="picture1" refType="h" fact="0.8922"/>
                  <dgm:constr type="w" for="ch" forName="picture1" refType="w" fact="0.1363"/>
                  <dgm:constr type="h" for="ch" forName="picture1" refType="h" fact="0.211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895"/>
                  <dgm:constr type="t" for="ch" forName="parTx2" refType="h" fact="0.762"/>
                  <dgm:constr type="w" for="ch" forName="parTx2" refType="w" fact="0.294"/>
                  <dgm:constr type="h" for="ch" forName="parTx2" refType="h" fact="0.1222"/>
                  <dgm:constr type="ctrX" for="ch" forName="picture2" refType="w" fact="0.6028"/>
                  <dgm:constr type="ctrY" for="ch" forName="picture2" refType="h" fact="0.7447"/>
                  <dgm:constr type="w" for="ch" forName="picture2" refType="w" fact="0.1363"/>
                  <dgm:constr type="h" for="ch" forName="picture2" refType="h" fact="0.211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771"/>
                  <dgm:constr type="t" for="ch" forName="parTx3" refType="h" fact="0.5294"/>
                  <dgm:constr type="w" for="ch" forName="parTx3" refType="w" fact="0.294"/>
                  <dgm:constr type="h" for="ch" forName="parTx3" refType="h" fact="0.1222"/>
                  <dgm:constr type="ctrX" for="ch" forName="picture3" refType="w" fact="0.4905"/>
                  <dgm:constr type="ctrY" for="ch" forName="picture3" refType="h" fact="0.5121"/>
                  <dgm:constr type="w" for="ch" forName="picture3" refType="w" fact="0.1363"/>
                  <dgm:constr type="h" for="ch" forName="picture3" refType="h" fact="0.211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278"/>
                  <dgm:constr type="t" for="ch" forName="parTx4" refType="h" fact="0.2523"/>
                  <dgm:constr type="w" for="ch" forName="parTx4" refType="w" fact="0.294"/>
                  <dgm:constr type="h" for="ch" forName="parTx4" refType="h" fact="0.1222"/>
                  <dgm:constr type="ctrX" for="ch" forName="picture4" refType="w" fact="0.4412"/>
                  <dgm:constr type="ctrY" for="ch" forName="picture4" refType="h" fact="0.235"/>
                  <dgm:constr type="w" for="ch" forName="picture4" refType="w" fact="0.1363"/>
                  <dgm:constr type="h" for="ch" forName="picture4" refType="h" fact="0.2113"/>
                  <dgm:constr type="r" for="ch" forName="desTx4" refType="l" refFor="ch" refForName="parTx4"/>
                  <dgm:constr type="l" for="ch" forName="desTx4"/>
                  <dgm:constr type="t" for="ch" forName="desTx4" refType="t" refFor="ch" refForName="parTx4"/>
                  <dgm:constr type="h" for="ch" forName="desTx4" refType="h" refFor="ch" refForName="parTx4"/>
                </dgm:constrLst>
              </dgm:if>
              <dgm:else name="Name41">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6022"/>
                  <dgm:constr type="ctrY" for="ch" forName="dot1" refType="h" fact="0.8215"/>
                  <dgm:constr type="w" for="ch" forName="dot1" refType="userD"/>
                  <dgm:constr type="h" for="ch" forName="dot1" refType="userD"/>
                  <dgm:constr type="ctrX" for="ch" forName="dot2" refType="w" fact="0.6394"/>
                  <dgm:constr type="ctrY" for="ch" forName="dot2" refType="h" fact="0.843"/>
                  <dgm:constr type="w" for="ch" forName="dot2" refType="userD"/>
                  <dgm:constr type="h" for="ch" forName="dot2" refType="userD"/>
                  <dgm:constr type="ctrX" for="ch" forName="dot3" refType="w" fact="0.6777"/>
                  <dgm:constr type="ctrY" for="ch" forName="dot3" refType="h" fact="0.8607"/>
                  <dgm:constr type="w" for="ch" forName="dot3" refType="userD"/>
                  <dgm:constr type="h" for="ch" forName="dot3" refType="userD"/>
                  <dgm:constr type="ctrX" for="ch" forName="dot4" refType="w" fact="0.7171"/>
                  <dgm:constr type="ctrY" for="ch" forName="dot4" refType="h" fact="0.8745"/>
                  <dgm:constr type="w" for="ch" forName="dot4" refType="userD"/>
                  <dgm:constr type="h" for="ch" forName="dot4" refType="userD"/>
                  <dgm:constr type="ctrX" for="ch" forName="dot5" refType="w" fact="0.4283"/>
                  <dgm:constr type="ctrY" for="ch" forName="dot5" refType="h" fact="0.6419"/>
                  <dgm:constr type="w" for="ch" forName="dot5" refType="userD"/>
                  <dgm:constr type="h" for="ch" forName="dot5" refType="userD"/>
                  <dgm:constr type="ctrX" for="ch" forName="dot6" refType="w" fact="0.3291"/>
                  <dgm:constr type="ctrY" for="ch" forName="dot6" refType="h" fact="0.3784"/>
                  <dgm:constr type="w" for="ch" forName="dot6" refType="userD"/>
                  <dgm:constr type="h" for="ch" forName="dot6" refType="userD"/>
                  <dgm:constr type="ctrX" for="ch" forName="dotArrow1" refType="w" fact="0.3559"/>
                  <dgm:constr type="ctrY" for="ch" forName="dotArrow1" refType="h" fact="0.0496"/>
                  <dgm:constr type="w" for="ch" forName="dotArrow1" refType="userD"/>
                  <dgm:constr type="h" for="ch" forName="dotArrow1" refType="userD"/>
                  <dgm:constr type="ctrX" for="ch" forName="dotArrow2" refType="w" fact="0.3321"/>
                  <dgm:constr type="ctrY" for="ch" forName="dotArrow2" refType="h" fact="0.0282"/>
                  <dgm:constr type="w" for="ch" forName="dotArrow2" refType="userD"/>
                  <dgm:constr type="h" for="ch" forName="dotArrow2" refType="userD"/>
                  <dgm:constr type="ctrX" for="ch" forName="dotArrow3" refType="w" fact="0.3083"/>
                  <dgm:constr type="ctrY" for="ch" forName="dotArrow3" refType="h" fact="0.0068"/>
                  <dgm:constr type="w" for="ch" forName="dotArrow3" refType="userD"/>
                  <dgm:constr type="h" for="ch" forName="dotArrow3" refType="userD"/>
                  <dgm:constr type="ctrX" for="ch" forName="dotArrow4" refType="w" fact="0.2845"/>
                  <dgm:constr type="ctrY" for="ch" forName="dotArrow4" refType="h" fact="0.0282"/>
                  <dgm:constr type="w" for="ch" forName="dotArrow4" refType="userD"/>
                  <dgm:constr type="h" for="ch" forName="dotArrow4" refType="userD"/>
                  <dgm:constr type="ctrX" for="ch" forName="dotArrow5" refType="w" fact="0.2606"/>
                  <dgm:constr type="ctrY" for="ch" forName="dotArrow5" refType="h" fact="0.0496"/>
                  <dgm:constr type="w" for="ch" forName="dotArrow5" refType="userD"/>
                  <dgm:constr type="h" for="ch" forName="dotArrow5" refType="userD"/>
                  <dgm:constr type="ctrX" for="ch" forName="dotArrow6" refType="w" fact="0.3083"/>
                  <dgm:constr type="ctrY" for="ch" forName="dotArrow6" refType="h" fact="0.052"/>
                  <dgm:constr type="w" for="ch" forName="dotArrow6" refType="userD"/>
                  <dgm:constr type="h" for="ch" forName="dotArrow6" refType="userD"/>
                  <dgm:constr type="ctrX" for="ch" forName="dotArrow7" refType="w" fact="0.3083"/>
                  <dgm:constr type="ctrY" for="ch" forName="dotArrow7" refType="h" fact="0.0972"/>
                  <dgm:constr type="w" for="ch" forName="dotArrow7" refType="userD"/>
                  <dgm:constr type="h" for="ch" forName="dotArrow7" refType="userD"/>
                  <dgm:constr type="r" for="ch" forName="parTx1" refType="w" fact="0.8207"/>
                  <dgm:constr type="t" for="ch" forName="parTx1" refType="h" fact="0.9064"/>
                  <dgm:constr type="w" for="ch" forName="parTx1" refType="w" fact="0.3595"/>
                  <dgm:constr type="h" for="ch" forName="parTx1" refType="h" fact="0.1222"/>
                  <dgm:constr type="ctrX" for="ch" forName="picture1" refType="w" fact="0.837"/>
                  <dgm:constr type="ctrY" for="ch" forName="picture1" refType="h" fact="0.8922"/>
                  <dgm:constr type="w" for="ch" forName="picture1" refType="w" fact="0.1667"/>
                  <dgm:constr type="h" for="ch" forName="picture1" refType="h" fact="0.2113"/>
                  <dgm:constr type="r" for="ch" forName="parTx2" refType="w" fact="0.498"/>
                  <dgm:constr type="t" for="ch" forName="parTx2" refType="h" fact="0.7589"/>
                  <dgm:constr type="w" for="ch" forName="parTx2" refType="w" fact="0.3595"/>
                  <dgm:constr type="h" for="ch" forName="parTx2" refType="h" fact="0.1222"/>
                  <dgm:constr type="ctrX" for="ch" forName="picture2" refType="w" fact="0.5143"/>
                  <dgm:constr type="ctrY" for="ch" forName="picture2" refType="h" fact="0.7447"/>
                  <dgm:constr type="w" for="ch" forName="picture2" refType="w" fact="0.1667"/>
                  <dgm:constr type="h" for="ch" forName="picture2" refType="h" fact="0.2113"/>
                  <dgm:constr type="r" for="ch" forName="parTx3" refType="w" fact="0.3606"/>
                  <dgm:constr type="t" for="ch" forName="parTx3" refType="h" fact="0.5263"/>
                  <dgm:constr type="w" for="ch" forName="parTx3" refType="w" fact="0.3595"/>
                  <dgm:constr type="h" for="ch" forName="parTx3" refType="h" fact="0.1222"/>
                  <dgm:constr type="ctrX" for="ch" forName="picture3" refType="w" fact="0.3769"/>
                  <dgm:constr type="ctrY" for="ch" forName="picture3" refType="h" fact="0.5121"/>
                  <dgm:constr type="w" for="ch" forName="picture3" refType="w" fact="0.1667"/>
                  <dgm:constr type="h" for="ch" forName="picture3" refType="h" fact="0.2113"/>
                  <dgm:constr type="r" for="ch" forName="parTx4" refType="w" fact="0.3003"/>
                  <dgm:constr type="t" for="ch" forName="parTx4" refType="h" fact="0.2492"/>
                  <dgm:constr type="w" for="ch" forName="parTx4" refType="w" fact="0.3595"/>
                  <dgm:constr type="h" for="ch" forName="parTx4" refType="h" fact="0.1222"/>
                  <dgm:constr type="ctrX" for="ch" forName="picture4" refType="w" fact="0.3166"/>
                  <dgm:constr type="ctrY" for="ch" forName="picture4" refType="h" fact="0.235"/>
                  <dgm:constr type="w" for="ch" forName="picture4" refType="w" fact="0.1667"/>
                  <dgm:constr type="h" for="ch" forName="picture4" refType="h" fact="0.2113"/>
                </dgm:constrLst>
              </dgm:else>
            </dgm:choose>
          </dgm:else>
        </dgm:choose>
      </dgm:if>
      <dgm:if name="Name42" axis="ch" ptType="node" func="cnt" op="equ" val="5">
        <dgm:choose name="Name43">
          <dgm:if name="Name44" func="var" arg="dir" op="equ" val="norm">
            <dgm:choose name="Name45">
              <dgm:if name="Name46"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3263"/>
                  <dgm:constr type="ctrY" for="ch" forName="dot1" refType="h" fact="0.8674"/>
                  <dgm:constr type="w" for="ch" forName="dot1" refType="userD"/>
                  <dgm:constr type="h" for="ch" forName="dot1" refType="userD"/>
                  <dgm:constr type="ctrX" for="ch" forName="dot2" refType="w" fact="0.3001"/>
                  <dgm:constr type="ctrY" for="ch" forName="dot2" refType="h" fact="0.8824"/>
                  <dgm:constr type="w" for="ch" forName="dot2" refType="userD"/>
                  <dgm:constr type="h" for="ch" forName="dot2" refType="userD"/>
                  <dgm:constr type="ctrX" for="ch" forName="dot3" refType="w" fact="0.2733"/>
                  <dgm:constr type="ctrY" for="ch" forName="dot3" refType="h" fact="0.8948"/>
                  <dgm:constr type="w" for="ch" forName="dot3" refType="userD"/>
                  <dgm:constr type="h" for="ch" forName="dot3" refType="userD"/>
                  <dgm:constr type="ctrX" for="ch" forName="dot4" refType="w" fact="0.2462"/>
                  <dgm:constr type="ctrY" for="ch" forName="dot4" refType="h" fact="0.9044"/>
                  <dgm:constr type="w" for="ch" forName="dot4" refType="userD"/>
                  <dgm:constr type="h" for="ch" forName="dot4" refType="userD"/>
                  <dgm:constr type="ctrX" for="ch" forName="dot5" refType="w" fact="0.4691"/>
                  <dgm:constr type="ctrY" for="ch" forName="dot5" refType="h" fact="0.7222"/>
                  <dgm:constr type="w" for="ch" forName="dot5" refType="userD"/>
                  <dgm:constr type="h" for="ch" forName="dot5" refType="userD"/>
                  <dgm:constr type="ctrX" for="ch" forName="dot6" refType="w" fact="0.4484"/>
                  <dgm:constr type="ctrY" for="ch" forName="dot6" refType="h" fact="0.7518"/>
                  <dgm:constr type="w" for="ch" forName="dot6" refType="userD"/>
                  <dgm:constr type="h" for="ch" forName="dot6" refType="userD"/>
                  <dgm:constr type="ctrX" for="ch" forName="dot7" refType="w" fact="0.5549"/>
                  <dgm:constr type="ctrY" for="ch" forName="dot7" refType="h" fact="0.5422"/>
                  <dgm:constr type="w" for="ch" forName="dot7" refType="userD"/>
                  <dgm:constr type="h" for="ch" forName="dot7" refType="userD"/>
                  <dgm:constr type="ctrX" for="ch" forName="dot8" refType="w" fact="0.601"/>
                  <dgm:constr type="ctrY" for="ch" forName="dot8" refType="h" fact="0.3229"/>
                  <dgm:constr type="w" for="ch" forName="dot8" refType="userD"/>
                  <dgm:constr type="h" for="ch" forName="dot8" refType="userD"/>
                  <dgm:constr type="ctrX" for="ch" forName="dotArrow1" refType="w" fact="0.5779"/>
                  <dgm:constr type="ctrY" for="ch" forName="dotArrow1" refType="h" fact="0.0635"/>
                  <dgm:constr type="w" for="ch" forName="dotArrow1" refType="userD"/>
                  <dgm:constr type="h" for="ch" forName="dotArrow1" refType="userD"/>
                  <dgm:constr type="ctrX" for="ch" forName="dotArrow2" refType="w" fact="0.5951"/>
                  <dgm:constr type="ctrY" for="ch" forName="dotArrow2" refType="h" fact="0.0448"/>
                  <dgm:constr type="w" for="ch" forName="dotArrow2" refType="userD"/>
                  <dgm:constr type="h" for="ch" forName="dotArrow2" refType="userD"/>
                  <dgm:constr type="ctrX" for="ch" forName="dotArrow3" refType="w" fact="0.6123"/>
                  <dgm:constr type="ctrY" for="ch" forName="dotArrow3" refType="h" fact="0.026"/>
                  <dgm:constr type="w" for="ch" forName="dotArrow3" refType="userD"/>
                  <dgm:constr type="h" for="ch" forName="dotArrow3" refType="userD"/>
                  <dgm:constr type="ctrX" for="ch" forName="dotArrow4" refType="w" fact="0.6295"/>
                  <dgm:constr type="ctrY" for="ch" forName="dotArrow4" refType="h" fact="0.0448"/>
                  <dgm:constr type="w" for="ch" forName="dotArrow4" refType="userD"/>
                  <dgm:constr type="h" for="ch" forName="dotArrow4" refType="userD"/>
                  <dgm:constr type="ctrX" for="ch" forName="dotArrow5" refType="w" fact="0.6467"/>
                  <dgm:constr type="ctrY" for="ch" forName="dotArrow5" refType="h" fact="0.0635"/>
                  <dgm:constr type="w" for="ch" forName="dotArrow5" refType="userD"/>
                  <dgm:constr type="h" for="ch" forName="dotArrow5" refType="userD"/>
                  <dgm:constr type="ctrX" for="ch" forName="dotArrow6" refType="w" fact="0.6123"/>
                  <dgm:constr type="ctrY" for="ch" forName="dotArrow6" refType="h" fact="0.0656"/>
                  <dgm:constr type="w" for="ch" forName="dotArrow6" refType="userD"/>
                  <dgm:constr type="h" for="ch" forName="dotArrow6" refType="userD"/>
                  <dgm:constr type="ctrX" for="ch" forName="dotArrow7" refType="w" fact="0.6123"/>
                  <dgm:constr type="ctrY" for="ch" forName="dotArrow7" refType="h" fact="0.1052"/>
                  <dgm:constr type="w" for="ch" forName="dotArrow7" refType="userD"/>
                  <dgm:constr type="h" for="ch" forName="dotArrow7" refType="userD"/>
                  <dgm:constr type="l" for="ch" forName="parTx1" refType="w" fact="0.1746"/>
                  <dgm:constr type="t" for="ch" forName="parTx1" refType="h" fact="0.9304"/>
                  <dgm:constr type="w" for="ch" forName="parTx1" refType="w" fact="0.2544"/>
                  <dgm:constr type="h" for="ch" forName="parTx1" refType="h" fact="0.0962"/>
                  <dgm:constr type="ctrX" for="ch" forName="picture1" refType="w" fact="0.1631"/>
                  <dgm:constr type="ctrY" for="ch" forName="picture1" refType="h" fact="0.9169"/>
                  <dgm:constr type="w" for="ch" forName="picture1" refType="w" fact="0.118"/>
                  <dgm:constr type="h" for="ch" forName="picture1" refType="h" fact="0.166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982"/>
                  <dgm:constr type="t" for="ch" forName="parTx2" refType="h" fact="0.8167"/>
                  <dgm:constr type="w" for="ch" forName="parTx2" refType="w" fact="0.2544"/>
                  <dgm:constr type="h" for="ch" forName="parTx2" refType="h" fact="0.0962"/>
                  <dgm:constr type="ctrX" for="ch" forName="picture2" refType="w" fact="0.3866"/>
                  <dgm:constr type="ctrY" for="ch" forName="picture2" refType="h" fact="0.8032"/>
                  <dgm:constr type="w" for="ch" forName="picture2" refType="w" fact="0.118"/>
                  <dgm:constr type="h" for="ch" forName="picture2" refType="h" fact="0.166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194"/>
                  <dgm:constr type="t" for="ch" forName="parTx3" refType="h" fact="0.6524"/>
                  <dgm:constr type="w" for="ch" forName="parTx3" refType="w" fact="0.2544"/>
                  <dgm:constr type="h" for="ch" forName="parTx3" refType="h" fact="0.0962"/>
                  <dgm:constr type="ctrX" for="ch" forName="picture3" refType="w" fact="0.5078"/>
                  <dgm:constr type="ctrY" for="ch" forName="picture3" refType="h" fact="0.6389"/>
                  <dgm:constr type="w" for="ch" forName="picture3" refType="w" fact="0.118"/>
                  <dgm:constr type="h" for="ch" forName="picture3" refType="h" fact="0.166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827"/>
                  <dgm:constr type="t" for="ch" forName="parTx4" refType="h" fact="0.4412"/>
                  <dgm:constr type="w" for="ch" forName="parTx4" refType="w" fact="0.2544"/>
                  <dgm:constr type="h" for="ch" forName="parTx4" refType="h" fact="0.0962"/>
                  <dgm:constr type="ctrX" for="ch" forName="picture4" refType="w" fact="0.5712"/>
                  <dgm:constr type="ctrY" for="ch" forName="picture4" refType="h" fact="0.4277"/>
                  <dgm:constr type="w" for="ch" forName="picture4" refType="w" fact="0.118"/>
                  <dgm:constr type="h" for="ch" forName="picture4" refType="h" fact="0.166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18"/>
                  <dgm:constr type="t" for="ch" forName="parTx5" refType="h" fact="0.2262"/>
                  <dgm:constr type="w" for="ch" forName="parTx5" refType="w" fact="0.2544"/>
                  <dgm:constr type="h" for="ch" forName="parTx5" refType="h" fact="0.0962"/>
                  <dgm:constr type="ctrX" for="ch" forName="picture5" refType="w" fact="0.6064"/>
                  <dgm:constr type="ctrY" for="ch" forName="picture5" refType="h" fact="0.2127"/>
                  <dgm:constr type="w" for="ch" forName="picture5" refType="w" fact="0.118"/>
                  <dgm:constr type="h" for="ch" forName="picture5" refType="h" fact="0.1663"/>
                  <dgm:constr type="l" for="ch" forName="desTx5" refType="r" refFor="ch" refForName="parTx5"/>
                  <dgm:constr type="r" for="ch" forName="desTx5" refType="w"/>
                  <dgm:constr type="t" for="ch" forName="desTx5" refType="t" refFor="ch" refForName="parTx5"/>
                  <dgm:constr type="h" for="ch" forName="desTx5" refType="h" refFor="ch" refForName="parTx5"/>
                </dgm:constrLst>
              </dgm:if>
              <dgm:else name="Name47">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3951"/>
                  <dgm:constr type="ctrY" for="ch" forName="dot1" refType="h" fact="0.8674"/>
                  <dgm:constr type="w" for="ch" forName="dot1" refType="userD"/>
                  <dgm:constr type="h" for="ch" forName="dot1" refType="userD"/>
                  <dgm:constr type="ctrX" for="ch" forName="dot2" refType="w" fact="0.3634"/>
                  <dgm:constr type="ctrY" for="ch" forName="dot2" refType="h" fact="0.8824"/>
                  <dgm:constr type="w" for="ch" forName="dot2" refType="userD"/>
                  <dgm:constr type="h" for="ch" forName="dot2" refType="userD"/>
                  <dgm:constr type="ctrX" for="ch" forName="dot3" refType="w" fact="0.331"/>
                  <dgm:constr type="ctrY" for="ch" forName="dot3" refType="h" fact="0.8948"/>
                  <dgm:constr type="w" for="ch" forName="dot3" refType="userD"/>
                  <dgm:constr type="h" for="ch" forName="dot3" refType="userD"/>
                  <dgm:constr type="ctrX" for="ch" forName="dot4" refType="w" fact="0.2981"/>
                  <dgm:constr type="ctrY" for="ch" forName="dot4" refType="h" fact="0.9044"/>
                  <dgm:constr type="w" for="ch" forName="dot4" refType="userD"/>
                  <dgm:constr type="h" for="ch" forName="dot4" refType="userD"/>
                  <dgm:constr type="ctrX" for="ch" forName="dot5" refType="w" fact="0.5681"/>
                  <dgm:constr type="ctrY" for="ch" forName="dot5" refType="h" fact="0.7222"/>
                  <dgm:constr type="w" for="ch" forName="dot5" refType="userD"/>
                  <dgm:constr type="h" for="ch" forName="dot5" refType="userD"/>
                  <dgm:constr type="ctrX" for="ch" forName="dot6" refType="w" fact="0.543"/>
                  <dgm:constr type="ctrY" for="ch" forName="dot6" refType="h" fact="0.7518"/>
                  <dgm:constr type="w" for="ch" forName="dot6" refType="userD"/>
                  <dgm:constr type="h" for="ch" forName="dot6" refType="userD"/>
                  <dgm:constr type="ctrX" for="ch" forName="dot7" refType="w" fact="0.672"/>
                  <dgm:constr type="ctrY" for="ch" forName="dot7" refType="h" fact="0.5422"/>
                  <dgm:constr type="w" for="ch" forName="dot7" refType="userD"/>
                  <dgm:constr type="h" for="ch" forName="dot7" refType="userD"/>
                  <dgm:constr type="ctrX" for="ch" forName="dot8" refType="w" fact="0.7278"/>
                  <dgm:constr type="ctrY" for="ch" forName="dot8" refType="h" fact="0.3229"/>
                  <dgm:constr type="w" for="ch" forName="dot8" refType="userD"/>
                  <dgm:constr type="h" for="ch" forName="dot8" refType="userD"/>
                  <dgm:constr type="ctrX" for="ch" forName="dotArrow1" refType="w" fact="0.6999"/>
                  <dgm:constr type="ctrY" for="ch" forName="dotArrow1" refType="h" fact="0.0635"/>
                  <dgm:constr type="w" for="ch" forName="dotArrow1" refType="userD"/>
                  <dgm:constr type="h" for="ch" forName="dotArrow1" refType="userD"/>
                  <dgm:constr type="ctrX" for="ch" forName="dotArrow2" refType="w" fact="0.7207"/>
                  <dgm:constr type="ctrY" for="ch" forName="dotArrow2" refType="h" fact="0.0448"/>
                  <dgm:constr type="w" for="ch" forName="dotArrow2" refType="userD"/>
                  <dgm:constr type="h" for="ch" forName="dotArrow2" refType="userD"/>
                  <dgm:constr type="ctrX" for="ch" forName="dotArrow3" refType="w" fact="0.7415"/>
                  <dgm:constr type="ctrY" for="ch" forName="dotArrow3" refType="h" fact="0.026"/>
                  <dgm:constr type="w" for="ch" forName="dotArrow3" refType="userD"/>
                  <dgm:constr type="h" for="ch" forName="dotArrow3" refType="userD"/>
                  <dgm:constr type="ctrX" for="ch" forName="dotArrow4" refType="w" fact="0.7624"/>
                  <dgm:constr type="ctrY" for="ch" forName="dotArrow4" refType="h" fact="0.0448"/>
                  <dgm:constr type="w" for="ch" forName="dotArrow4" refType="userD"/>
                  <dgm:constr type="h" for="ch" forName="dotArrow4" refType="userD"/>
                  <dgm:constr type="ctrX" for="ch" forName="dotArrow5" refType="w" fact="0.7832"/>
                  <dgm:constr type="ctrY" for="ch" forName="dotArrow5" refType="h" fact="0.0635"/>
                  <dgm:constr type="w" for="ch" forName="dotArrow5" refType="userD"/>
                  <dgm:constr type="h" for="ch" forName="dotArrow5" refType="userD"/>
                  <dgm:constr type="ctrX" for="ch" forName="dotArrow6" refType="w" fact="0.7415"/>
                  <dgm:constr type="ctrY" for="ch" forName="dotArrow6" refType="h" fact="0.0656"/>
                  <dgm:constr type="w" for="ch" forName="dotArrow6" refType="userD"/>
                  <dgm:constr type="h" for="ch" forName="dotArrow6" refType="userD"/>
                  <dgm:constr type="ctrX" for="ch" forName="dotArrow7" refType="w" fact="0.7415"/>
                  <dgm:constr type="ctrY" for="ch" forName="dotArrow7" refType="h" fact="0.1052"/>
                  <dgm:constr type="w" for="ch" forName="dotArrow7" refType="userD"/>
                  <dgm:constr type="h" for="ch" forName="dotArrow7" refType="userD"/>
                  <dgm:constr type="l" for="ch" forName="parTx1" refType="w" fact="0.2115"/>
                  <dgm:constr type="t" for="ch" forName="parTx1" refType="h" fact="0.928"/>
                  <dgm:constr type="w" for="ch" forName="parTx1" refType="w" fact="0.3081"/>
                  <dgm:constr type="h" for="ch" forName="parTx1" refType="h" fact="0.0962"/>
                  <dgm:constr type="ctrX" for="ch" forName="picture1" refType="w" fact="0.1975"/>
                  <dgm:constr type="ctrY" for="ch" forName="picture1" refType="h" fact="0.9169"/>
                  <dgm:constr type="w" for="ch" forName="picture1" refType="w" fact="0.1429"/>
                  <dgm:constr type="h" for="ch" forName="picture1" refType="h" fact="0.1663"/>
                  <dgm:constr type="l" for="ch" forName="parTx2" refType="w" fact="0.4822"/>
                  <dgm:constr type="t" for="ch" forName="parTx2" refType="h" fact="0.8143"/>
                  <dgm:constr type="w" for="ch" forName="parTx2" refType="w" fact="0.3081"/>
                  <dgm:constr type="h" for="ch" forName="parTx2" refType="h" fact="0.0962"/>
                  <dgm:constr type="ctrX" for="ch" forName="picture2" refType="w" fact="0.4682"/>
                  <dgm:constr type="ctrY" for="ch" forName="picture2" refType="h" fact="0.8032"/>
                  <dgm:constr type="w" for="ch" forName="picture2" refType="w" fact="0.1429"/>
                  <dgm:constr type="h" for="ch" forName="picture2" refType="h" fact="0.1663"/>
                  <dgm:constr type="l" for="ch" forName="parTx3" refType="w" fact="0.629"/>
                  <dgm:constr type="t" for="ch" forName="parTx3" refType="h" fact="0.65"/>
                  <dgm:constr type="w" for="ch" forName="parTx3" refType="w" fact="0.3081"/>
                  <dgm:constr type="h" for="ch" forName="parTx3" refType="h" fact="0.0962"/>
                  <dgm:constr type="ctrX" for="ch" forName="picture3" refType="w" fact="0.615"/>
                  <dgm:constr type="ctrY" for="ch" forName="picture3" refType="h" fact="0.6389"/>
                  <dgm:constr type="w" for="ch" forName="picture3" refType="w" fact="0.1429"/>
                  <dgm:constr type="h" for="ch" forName="picture3" refType="h" fact="0.1663"/>
                  <dgm:constr type="l" for="ch" forName="parTx4" refType="w" fact="0.7057"/>
                  <dgm:constr type="t" for="ch" forName="parTx4" refType="h" fact="0.4388"/>
                  <dgm:constr type="w" for="ch" forName="parTx4" refType="w" fact="0.3081"/>
                  <dgm:constr type="h" for="ch" forName="parTx4" refType="h" fact="0.0962"/>
                  <dgm:constr type="ctrX" for="ch" forName="picture4" refType="w" fact="0.6917"/>
                  <dgm:constr type="ctrY" for="ch" forName="picture4" refType="h" fact="0.4277"/>
                  <dgm:constr type="w" for="ch" forName="picture4" refType="w" fact="0.1429"/>
                  <dgm:constr type="h" for="ch" forName="picture4" refType="h" fact="0.1663"/>
                  <dgm:constr type="l" for="ch" forName="parTx5" refType="w" fact="0.7484"/>
                  <dgm:constr type="t" for="ch" forName="parTx5" refType="h" fact="0.2238"/>
                  <dgm:constr type="w" for="ch" forName="parTx5" refType="w" fact="0.3081"/>
                  <dgm:constr type="h" for="ch" forName="parTx5" refType="h" fact="0.0962"/>
                  <dgm:constr type="ctrX" for="ch" forName="picture5" refType="w" fact="0.7344"/>
                  <dgm:constr type="ctrY" for="ch" forName="picture5" refType="h" fact="0.2127"/>
                  <dgm:constr type="w" for="ch" forName="picture5" refType="w" fact="0.1429"/>
                  <dgm:constr type="h" for="ch" forName="picture5" refType="h" fact="0.1663"/>
                </dgm:constrLst>
              </dgm:else>
            </dgm:choose>
          </dgm:if>
          <dgm:else name="Name48">
            <dgm:choose name="Name49">
              <dgm:if name="Name50"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6737"/>
                  <dgm:constr type="ctrY" for="ch" forName="dot1" refType="h" fact="0.8674"/>
                  <dgm:constr type="w" for="ch" forName="dot1" refType="userD"/>
                  <dgm:constr type="h" for="ch" forName="dot1" refType="userD"/>
                  <dgm:constr type="ctrX" for="ch" forName="dot2" refType="w" fact="0.6999"/>
                  <dgm:constr type="ctrY" for="ch" forName="dot2" refType="h" fact="0.8824"/>
                  <dgm:constr type="w" for="ch" forName="dot2" refType="userD"/>
                  <dgm:constr type="h" for="ch" forName="dot2" refType="userD"/>
                  <dgm:constr type="ctrX" for="ch" forName="dot3" refType="w" fact="0.7267"/>
                  <dgm:constr type="ctrY" for="ch" forName="dot3" refType="h" fact="0.8948"/>
                  <dgm:constr type="w" for="ch" forName="dot3" refType="userD"/>
                  <dgm:constr type="h" for="ch" forName="dot3" refType="userD"/>
                  <dgm:constr type="ctrX" for="ch" forName="dot4" refType="w" fact="0.7538"/>
                  <dgm:constr type="ctrY" for="ch" forName="dot4" refType="h" fact="0.9044"/>
                  <dgm:constr type="w" for="ch" forName="dot4" refType="userD"/>
                  <dgm:constr type="h" for="ch" forName="dot4" refType="userD"/>
                  <dgm:constr type="ctrX" for="ch" forName="dot5" refType="w" fact="0.5309"/>
                  <dgm:constr type="ctrY" for="ch" forName="dot5" refType="h" fact="0.7222"/>
                  <dgm:constr type="w" for="ch" forName="dot5" refType="userD"/>
                  <dgm:constr type="h" for="ch" forName="dot5" refType="userD"/>
                  <dgm:constr type="ctrX" for="ch" forName="dot6" refType="w" fact="0.5516"/>
                  <dgm:constr type="ctrY" for="ch" forName="dot6" refType="h" fact="0.7518"/>
                  <dgm:constr type="w" for="ch" forName="dot6" refType="userD"/>
                  <dgm:constr type="h" for="ch" forName="dot6" refType="userD"/>
                  <dgm:constr type="ctrX" for="ch" forName="dot7" refType="w" fact="0.4451"/>
                  <dgm:constr type="ctrY" for="ch" forName="dot7" refType="h" fact="0.5422"/>
                  <dgm:constr type="w" for="ch" forName="dot7" refType="userD"/>
                  <dgm:constr type="h" for="ch" forName="dot7" refType="userD"/>
                  <dgm:constr type="ctrX" for="ch" forName="dot8" refType="w" fact="0.399"/>
                  <dgm:constr type="ctrY" for="ch" forName="dot8" refType="h" fact="0.3229"/>
                  <dgm:constr type="w" for="ch" forName="dot8" refType="userD"/>
                  <dgm:constr type="h" for="ch" forName="dot8" refType="userD"/>
                  <dgm:constr type="ctrX" for="ch" forName="dotArrow1" refType="w" fact="0.4221"/>
                  <dgm:constr type="ctrY" for="ch" forName="dotArrow1" refType="h" fact="0.0635"/>
                  <dgm:constr type="w" for="ch" forName="dotArrow1" refType="userD"/>
                  <dgm:constr type="h" for="ch" forName="dotArrow1" refType="userD"/>
                  <dgm:constr type="ctrX" for="ch" forName="dotArrow2" refType="w" fact="0.4049"/>
                  <dgm:constr type="ctrY" for="ch" forName="dotArrow2" refType="h" fact="0.0448"/>
                  <dgm:constr type="w" for="ch" forName="dotArrow2" refType="userD"/>
                  <dgm:constr type="h" for="ch" forName="dotArrow2" refType="userD"/>
                  <dgm:constr type="ctrX" for="ch" forName="dotArrow3" refType="w" fact="0.3877"/>
                  <dgm:constr type="ctrY" for="ch" forName="dotArrow3" refType="h" fact="0.026"/>
                  <dgm:constr type="w" for="ch" forName="dotArrow3" refType="userD"/>
                  <dgm:constr type="h" for="ch" forName="dotArrow3" refType="userD"/>
                  <dgm:constr type="ctrX" for="ch" forName="dotArrow4" refType="w" fact="0.3705"/>
                  <dgm:constr type="ctrY" for="ch" forName="dotArrow4" refType="h" fact="0.0448"/>
                  <dgm:constr type="w" for="ch" forName="dotArrow4" refType="userD"/>
                  <dgm:constr type="h" for="ch" forName="dotArrow4" refType="userD"/>
                  <dgm:constr type="ctrX" for="ch" forName="dotArrow5" refType="w" fact="0.3533"/>
                  <dgm:constr type="ctrY" for="ch" forName="dotArrow5" refType="h" fact="0.0635"/>
                  <dgm:constr type="w" for="ch" forName="dotArrow5" refType="userD"/>
                  <dgm:constr type="h" for="ch" forName="dotArrow5" refType="userD"/>
                  <dgm:constr type="ctrX" for="ch" forName="dotArrow6" refType="w" fact="0.3877"/>
                  <dgm:constr type="ctrY" for="ch" forName="dotArrow6" refType="h" fact="0.0656"/>
                  <dgm:constr type="w" for="ch" forName="dotArrow6" refType="userD"/>
                  <dgm:constr type="h" for="ch" forName="dotArrow6" refType="userD"/>
                  <dgm:constr type="ctrX" for="ch" forName="dotArrow7" refType="w" fact="0.3877"/>
                  <dgm:constr type="ctrY" for="ch" forName="dotArrow7" refType="h" fact="0.1052"/>
                  <dgm:constr type="w" for="ch" forName="dotArrow7" refType="userD"/>
                  <dgm:constr type="h" for="ch" forName="dotArrow7" refType="userD"/>
                  <dgm:constr type="r" for="ch" forName="parTx1" refType="w" fact="0.8254"/>
                  <dgm:constr type="t" for="ch" forName="parTx1" refType="h" fact="0.9304"/>
                  <dgm:constr type="w" for="ch" forName="parTx1" refType="w" fact="0.2544"/>
                  <dgm:constr type="h" for="ch" forName="parTx1" refType="h" fact="0.0962"/>
                  <dgm:constr type="ctrX" for="ch" forName="picture1" refType="w" fact="0.8369"/>
                  <dgm:constr type="ctrY" for="ch" forName="picture1" refType="h" fact="0.9169"/>
                  <dgm:constr type="w" for="ch" forName="picture1" refType="w" fact="0.118"/>
                  <dgm:constr type="h" for="ch" forName="picture1" refType="h" fact="0.166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018"/>
                  <dgm:constr type="t" for="ch" forName="parTx2" refType="h" fact="0.8167"/>
                  <dgm:constr type="w" for="ch" forName="parTx2" refType="w" fact="0.2544"/>
                  <dgm:constr type="h" for="ch" forName="parTx2" refType="h" fact="0.0962"/>
                  <dgm:constr type="ctrX" for="ch" forName="picture2" refType="w" fact="0.6134"/>
                  <dgm:constr type="ctrY" for="ch" forName="picture2" refType="h" fact="0.8032"/>
                  <dgm:constr type="w" for="ch" forName="picture2" refType="w" fact="0.118"/>
                  <dgm:constr type="h" for="ch" forName="picture2" refType="h" fact="0.166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806"/>
                  <dgm:constr type="t" for="ch" forName="parTx3" refType="h" fact="0.6524"/>
                  <dgm:constr type="w" for="ch" forName="parTx3" refType="w" fact="0.2544"/>
                  <dgm:constr type="h" for="ch" forName="parTx3" refType="h" fact="0.0962"/>
                  <dgm:constr type="ctrX" for="ch" forName="picture3" refType="w" fact="0.4922"/>
                  <dgm:constr type="ctrY" for="ch" forName="picture3" refType="h" fact="0.6389"/>
                  <dgm:constr type="w" for="ch" forName="picture3" refType="w" fact="0.118"/>
                  <dgm:constr type="h" for="ch" forName="picture3" refType="h" fact="0.166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173"/>
                  <dgm:constr type="t" for="ch" forName="parTx4" refType="h" fact="0.4412"/>
                  <dgm:constr type="w" for="ch" forName="parTx4" refType="w" fact="0.2544"/>
                  <dgm:constr type="h" for="ch" forName="parTx4" refType="h" fact="0.0962"/>
                  <dgm:constr type="ctrX" for="ch" forName="picture4" refType="w" fact="0.4288"/>
                  <dgm:constr type="ctrY" for="ch" forName="picture4" refType="h" fact="0.4277"/>
                  <dgm:constr type="w" for="ch" forName="picture4" refType="w" fact="0.118"/>
                  <dgm:constr type="h" for="ch" forName="picture4" refType="h" fact="0.166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82"/>
                  <dgm:constr type="t" for="ch" forName="parTx5" refType="h" fact="0.2262"/>
                  <dgm:constr type="w" for="ch" forName="parTx5" refType="w" fact="0.2544"/>
                  <dgm:constr type="h" for="ch" forName="parTx5" refType="h" fact="0.0962"/>
                  <dgm:constr type="ctrX" for="ch" forName="picture5" refType="w" fact="0.3936"/>
                  <dgm:constr type="ctrY" for="ch" forName="picture5" refType="h" fact="0.2127"/>
                  <dgm:constr type="w" for="ch" forName="picture5" refType="w" fact="0.118"/>
                  <dgm:constr type="h" for="ch" forName="picture5" refType="h" fact="0.1663"/>
                  <dgm:constr type="r" for="ch" forName="desTx5" refType="l" refFor="ch" refForName="parTx5"/>
                  <dgm:constr type="l" for="ch" forName="desTx5"/>
                  <dgm:constr type="t" for="ch" forName="desTx5" refType="t" refFor="ch" refForName="parTx5"/>
                  <dgm:constr type="h" for="ch" forName="desTx5" refType="h" refFor="ch" refForName="parTx5"/>
                </dgm:constrLst>
              </dgm:if>
              <dgm:else name="Name51">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6049"/>
                  <dgm:constr type="ctrY" for="ch" forName="dot1" refType="h" fact="0.8674"/>
                  <dgm:constr type="w" for="ch" forName="dot1" refType="userD"/>
                  <dgm:constr type="h" for="ch" forName="dot1" refType="userD"/>
                  <dgm:constr type="ctrX" for="ch" forName="dot2" refType="w" fact="0.6366"/>
                  <dgm:constr type="ctrY" for="ch" forName="dot2" refType="h" fact="0.8824"/>
                  <dgm:constr type="w" for="ch" forName="dot2" refType="userD"/>
                  <dgm:constr type="h" for="ch" forName="dot2" refType="userD"/>
                  <dgm:constr type="ctrX" for="ch" forName="dot3" refType="w" fact="0.669"/>
                  <dgm:constr type="ctrY" for="ch" forName="dot3" refType="h" fact="0.8948"/>
                  <dgm:constr type="w" for="ch" forName="dot3" refType="userD"/>
                  <dgm:constr type="h" for="ch" forName="dot3" refType="userD"/>
                  <dgm:constr type="ctrX" for="ch" forName="dot4" refType="w" fact="0.7019"/>
                  <dgm:constr type="ctrY" for="ch" forName="dot4" refType="h" fact="0.9044"/>
                  <dgm:constr type="w" for="ch" forName="dot4" refType="userD"/>
                  <dgm:constr type="h" for="ch" forName="dot4" refType="userD"/>
                  <dgm:constr type="ctrX" for="ch" forName="dot5" refType="w" fact="0.4319"/>
                  <dgm:constr type="ctrY" for="ch" forName="dot5" refType="h" fact="0.7222"/>
                  <dgm:constr type="w" for="ch" forName="dot5" refType="userD"/>
                  <dgm:constr type="h" for="ch" forName="dot5" refType="userD"/>
                  <dgm:constr type="ctrX" for="ch" forName="dot6" refType="w" fact="0.457"/>
                  <dgm:constr type="ctrY" for="ch" forName="dot6" refType="h" fact="0.7518"/>
                  <dgm:constr type="w" for="ch" forName="dot6" refType="userD"/>
                  <dgm:constr type="h" for="ch" forName="dot6" refType="userD"/>
                  <dgm:constr type="ctrX" for="ch" forName="dot7" refType="w" fact="0.328"/>
                  <dgm:constr type="ctrY" for="ch" forName="dot7" refType="h" fact="0.5422"/>
                  <dgm:constr type="w" for="ch" forName="dot7" refType="userD"/>
                  <dgm:constr type="h" for="ch" forName="dot7" refType="userD"/>
                  <dgm:constr type="ctrX" for="ch" forName="dot8" refType="w" fact="0.2722"/>
                  <dgm:constr type="ctrY" for="ch" forName="dot8" refType="h" fact="0.3229"/>
                  <dgm:constr type="w" for="ch" forName="dot8" refType="userD"/>
                  <dgm:constr type="h" for="ch" forName="dot8" refType="userD"/>
                  <dgm:constr type="ctrX" for="ch" forName="dotArrow1" refType="w" fact="0.3001"/>
                  <dgm:constr type="ctrY" for="ch" forName="dotArrow1" refType="h" fact="0.0635"/>
                  <dgm:constr type="w" for="ch" forName="dotArrow1" refType="userD"/>
                  <dgm:constr type="h" for="ch" forName="dotArrow1" refType="userD"/>
                  <dgm:constr type="ctrX" for="ch" forName="dotArrow2" refType="w" fact="0.2793"/>
                  <dgm:constr type="ctrY" for="ch" forName="dotArrow2" refType="h" fact="0.0448"/>
                  <dgm:constr type="w" for="ch" forName="dotArrow2" refType="userD"/>
                  <dgm:constr type="h" for="ch" forName="dotArrow2" refType="userD"/>
                  <dgm:constr type="ctrX" for="ch" forName="dotArrow3" refType="w" fact="0.2585"/>
                  <dgm:constr type="ctrY" for="ch" forName="dotArrow3" refType="h" fact="0.026"/>
                  <dgm:constr type="w" for="ch" forName="dotArrow3" refType="userD"/>
                  <dgm:constr type="h" for="ch" forName="dotArrow3" refType="userD"/>
                  <dgm:constr type="ctrX" for="ch" forName="dotArrow4" refType="w" fact="0.2376"/>
                  <dgm:constr type="ctrY" for="ch" forName="dotArrow4" refType="h" fact="0.0448"/>
                  <dgm:constr type="w" for="ch" forName="dotArrow4" refType="userD"/>
                  <dgm:constr type="h" for="ch" forName="dotArrow4" refType="userD"/>
                  <dgm:constr type="ctrX" for="ch" forName="dotArrow5" refType="w" fact="0.2168"/>
                  <dgm:constr type="ctrY" for="ch" forName="dotArrow5" refType="h" fact="0.0635"/>
                  <dgm:constr type="w" for="ch" forName="dotArrow5" refType="userD"/>
                  <dgm:constr type="h" for="ch" forName="dotArrow5" refType="userD"/>
                  <dgm:constr type="ctrX" for="ch" forName="dotArrow6" refType="w" fact="0.2585"/>
                  <dgm:constr type="ctrY" for="ch" forName="dotArrow6" refType="h" fact="0.0656"/>
                  <dgm:constr type="w" for="ch" forName="dotArrow6" refType="userD"/>
                  <dgm:constr type="h" for="ch" forName="dotArrow6" refType="userD"/>
                  <dgm:constr type="ctrX" for="ch" forName="dotArrow7" refType="w" fact="0.2585"/>
                  <dgm:constr type="ctrY" for="ch" forName="dotArrow7" refType="h" fact="0.1052"/>
                  <dgm:constr type="w" for="ch" forName="dotArrow7" refType="userD"/>
                  <dgm:constr type="h" for="ch" forName="dotArrow7" refType="userD"/>
                  <dgm:constr type="r" for="ch" forName="parTx1" refType="w" fact="0.7885"/>
                  <dgm:constr type="t" for="ch" forName="parTx1" refType="h" fact="0.928"/>
                  <dgm:constr type="w" for="ch" forName="parTx1" refType="w" fact="0.3081"/>
                  <dgm:constr type="h" for="ch" forName="parTx1" refType="h" fact="0.0962"/>
                  <dgm:constr type="ctrX" for="ch" forName="picture1" refType="w" fact="0.8025"/>
                  <dgm:constr type="ctrY" for="ch" forName="picture1" refType="h" fact="0.9169"/>
                  <dgm:constr type="w" for="ch" forName="picture1" refType="w" fact="0.1429"/>
                  <dgm:constr type="h" for="ch" forName="picture1" refType="h" fact="0.1663"/>
                  <dgm:constr type="r" for="ch" forName="parTx2" refType="w" fact="0.5178"/>
                  <dgm:constr type="t" for="ch" forName="parTx2" refType="h" fact="0.8143"/>
                  <dgm:constr type="w" for="ch" forName="parTx2" refType="w" fact="0.3081"/>
                  <dgm:constr type="h" for="ch" forName="parTx2" refType="h" fact="0.0962"/>
                  <dgm:constr type="ctrX" for="ch" forName="picture2" refType="w" fact="0.5318"/>
                  <dgm:constr type="ctrY" for="ch" forName="picture2" refType="h" fact="0.8032"/>
                  <dgm:constr type="w" for="ch" forName="picture2" refType="w" fact="0.1429"/>
                  <dgm:constr type="h" for="ch" forName="picture2" refType="h" fact="0.1663"/>
                  <dgm:constr type="r" for="ch" forName="parTx3" refType="w" fact="0.371"/>
                  <dgm:constr type="t" for="ch" forName="parTx3" refType="h" fact="0.65"/>
                  <dgm:constr type="w" for="ch" forName="parTx3" refType="w" fact="0.3081"/>
                  <dgm:constr type="h" for="ch" forName="parTx3" refType="h" fact="0.0962"/>
                  <dgm:constr type="ctrX" for="ch" forName="picture3" refType="w" fact="0.385"/>
                  <dgm:constr type="ctrY" for="ch" forName="picture3" refType="h" fact="0.6389"/>
                  <dgm:constr type="w" for="ch" forName="picture3" refType="w" fact="0.1429"/>
                  <dgm:constr type="h" for="ch" forName="picture3" refType="h" fact="0.1663"/>
                  <dgm:constr type="r" for="ch" forName="parTx4" refType="w" fact="0.2943"/>
                  <dgm:constr type="t" for="ch" forName="parTx4" refType="h" fact="0.4388"/>
                  <dgm:constr type="w" for="ch" forName="parTx4" refType="w" fact="0.3081"/>
                  <dgm:constr type="h" for="ch" forName="parTx4" refType="h" fact="0.0962"/>
                  <dgm:constr type="ctrX" for="ch" forName="picture4" refType="w" fact="0.3083"/>
                  <dgm:constr type="ctrY" for="ch" forName="picture4" refType="h" fact="0.4277"/>
                  <dgm:constr type="w" for="ch" forName="picture4" refType="w" fact="0.1429"/>
                  <dgm:constr type="h" for="ch" forName="picture4" refType="h" fact="0.1663"/>
                  <dgm:constr type="r" for="ch" forName="parTx5" refType="w" fact="0.2516"/>
                  <dgm:constr type="t" for="ch" forName="parTx5" refType="h" fact="0.2238"/>
                  <dgm:constr type="w" for="ch" forName="parTx5" refType="w" fact="0.3081"/>
                  <dgm:constr type="h" for="ch" forName="parTx5" refType="h" fact="0.0962"/>
                  <dgm:constr type="ctrX" for="ch" forName="picture5" refType="w" fact="0.2656"/>
                  <dgm:constr type="ctrY" for="ch" forName="picture5" refType="h" fact="0.2127"/>
                  <dgm:constr type="w" for="ch" forName="picture5" refType="w" fact="0.1429"/>
                  <dgm:constr type="h" for="ch" forName="picture5" refType="h" fact="0.1663"/>
                </dgm:constrLst>
              </dgm:else>
            </dgm:choose>
          </dgm:else>
        </dgm:choose>
      </dgm:if>
      <dgm:if name="Name52" axis="ch" ptType="node" func="cnt" op="equ" val="6">
        <dgm:choose name="Name53">
          <dgm:if name="Name54" func="var" arg="dir" op="equ" val="norm">
            <dgm:choose name="Name55">
              <dgm:if name="Name56"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3608"/>
                  <dgm:constr type="ctrY" for="ch" forName="dot1" refType="h" fact="0.8839"/>
                  <dgm:constr type="w" for="ch" forName="dot1" refType="userD"/>
                  <dgm:constr type="h" for="ch" forName="dot1" refType="userD"/>
                  <dgm:constr type="ctrX" for="ch" forName="dot2" refType="w" fact="0.3384"/>
                  <dgm:constr type="ctrY" for="ch" forName="dot2" refType="h" fact="0.8967"/>
                  <dgm:constr type="w" for="ch" forName="dot2" refType="userD"/>
                  <dgm:constr type="h" for="ch" forName="dot2" refType="userD"/>
                  <dgm:constr type="ctrX" for="ch" forName="dot3" refType="w" fact="0.3155"/>
                  <dgm:constr type="ctrY" for="ch" forName="dot3" refType="h" fact="0.9076"/>
                  <dgm:constr type="w" for="ch" forName="dot3" refType="userD"/>
                  <dgm:constr type="h" for="ch" forName="dot3" refType="userD"/>
                  <dgm:constr type="ctrX" for="ch" forName="dot4" refType="w" fact="0.2923"/>
                  <dgm:constr type="ctrY" for="ch" forName="dot4" refType="h" fact="0.9165"/>
                  <dgm:constr type="w" for="ch" forName="dot4" refType="userD"/>
                  <dgm:constr type="h" for="ch" forName="dot4" refType="userD"/>
                  <dgm:constr type="ctrX" for="ch" forName="dot5" refType="w" fact="0.2688"/>
                  <dgm:constr type="ctrY" for="ch" forName="dot5" refType="h" fact="0.9234"/>
                  <dgm:constr type="w" for="ch" forName="dot5" refType="userD"/>
                  <dgm:constr type="h" for="ch" forName="dot5" refType="userD"/>
                  <dgm:constr type="ctrX" for="ch" forName="dot6" refType="w" fact="0.4883"/>
                  <dgm:constr type="ctrY" for="ch" forName="dot6" refType="h" fact="0.764"/>
                  <dgm:constr type="w" for="ch" forName="dot6" refType="userD"/>
                  <dgm:constr type="h" for="ch" forName="dot6" refType="userD"/>
                  <dgm:constr type="ctrX" for="ch" forName="dot7" refType="w" fact="0.4695"/>
                  <dgm:constr type="ctrY" for="ch" forName="dot7" refType="h" fact="0.7878"/>
                  <dgm:constr type="w" for="ch" forName="dot7" refType="userD"/>
                  <dgm:constr type="h" for="ch" forName="dot7" refType="userD"/>
                  <dgm:constr type="ctrX" for="ch" forName="dot8" refType="w" fact="0.5696"/>
                  <dgm:constr type="ctrY" for="ch" forName="dot8" refType="h" fact="0.6227"/>
                  <dgm:constr type="w" for="ch" forName="dot8" refType="userD"/>
                  <dgm:constr type="h" for="ch" forName="dot8" refType="userD"/>
                  <dgm:constr type="ctrX" for="ch" forName="dot9" refType="w" fact="0.6247"/>
                  <dgm:constr type="ctrY" for="ch" forName="dot9" refType="h" fact="0.4556"/>
                  <dgm:constr type="w" for="ch" forName="dot9" refType="userD"/>
                  <dgm:constr type="h" for="ch" forName="dot9" refType="userD"/>
                  <dgm:constr type="ctrX" for="ch" forName="dot10" refType="w" fact="0.6509"/>
                  <dgm:constr type="ctrY" for="ch" forName="dot10" refType="h" fact="0.2816"/>
                  <dgm:constr type="w" for="ch" forName="dot10" refType="userD"/>
                  <dgm:constr type="h" for="ch" forName="dot10" refType="userD"/>
                  <dgm:constr type="ctrX" for="ch" forName="dotArrow1" refType="w" fact="0.6281"/>
                  <dgm:constr type="ctrY" for="ch" forName="dotArrow1" refType="h" fact="0.0748"/>
                  <dgm:constr type="w" for="ch" forName="dotArrow1" refType="userD"/>
                  <dgm:constr type="h" for="ch" forName="dotArrow1" refType="userD"/>
                  <dgm:constr type="ctrX" for="ch" forName="dotArrow2" refType="w" fact="0.6437"/>
                  <dgm:constr type="ctrY" for="ch" forName="dotArrow2" refType="h" fact="0.0581"/>
                  <dgm:constr type="w" for="ch" forName="dotArrow2" refType="userD"/>
                  <dgm:constr type="h" for="ch" forName="dotArrow2" refType="userD"/>
                  <dgm:constr type="ctrX" for="ch" forName="dotArrow3" refType="w" fact="0.6593"/>
                  <dgm:constr type="ctrY" for="ch" forName="dotArrow3" refType="h" fact="0.0414"/>
                  <dgm:constr type="w" for="ch" forName="dotArrow3" refType="userD"/>
                  <dgm:constr type="h" for="ch" forName="dotArrow3" refType="userD"/>
                  <dgm:constr type="ctrX" for="ch" forName="dotArrow4" refType="w" fact="0.675"/>
                  <dgm:constr type="ctrY" for="ch" forName="dotArrow4" refType="h" fact="0.0581"/>
                  <dgm:constr type="w" for="ch" forName="dotArrow4" refType="userD"/>
                  <dgm:constr type="h" for="ch" forName="dotArrow4" refType="userD"/>
                  <dgm:constr type="ctrX" for="ch" forName="dotArrow5" refType="w" fact="0.6906"/>
                  <dgm:constr type="ctrY" for="ch" forName="dotArrow5" refType="h" fact="0.0748"/>
                  <dgm:constr type="w" for="ch" forName="dotArrow5" refType="userD"/>
                  <dgm:constr type="h" for="ch" forName="dotArrow5" refType="userD"/>
                  <dgm:constr type="ctrX" for="ch" forName="dotArrow6" refType="w" fact="0.6593"/>
                  <dgm:constr type="ctrY" for="ch" forName="dotArrow6" refType="h" fact="0.0766"/>
                  <dgm:constr type="w" for="ch" forName="dotArrow6" refType="userD"/>
                  <dgm:constr type="h" for="ch" forName="dotArrow6" refType="userD"/>
                  <dgm:constr type="ctrX" for="ch" forName="dotArrow7" refType="w" fact="0.6593"/>
                  <dgm:constr type="ctrY" for="ch" forName="dotArrow7" refType="h" fact="0.1118"/>
                  <dgm:constr type="w" for="ch" forName="dotArrow7" refType="userD"/>
                  <dgm:constr type="h" for="ch" forName="dotArrow7" refType="userD"/>
                  <dgm:constr type="l" for="ch" forName="parTx1" refType="w" fact="0.2091"/>
                  <dgm:constr type="t" for="ch" forName="parTx1" refType="h" fact="0.9433"/>
                  <dgm:constr type="w" for="ch" forName="parTx1" refType="w" fact="0.2275"/>
                  <dgm:constr type="h" for="ch" forName="parTx1" refType="h" fact="0.0811"/>
                  <dgm:constr type="ctrX" for="ch" forName="picture1" refType="w" fact="0.1988"/>
                  <dgm:constr type="ctrY" for="ch" forName="picture1" refType="h" fact="0.9322"/>
                  <dgm:constr type="w" for="ch" forName="picture1" refType="w" fact="0.1055"/>
                  <dgm:constr type="h" for="ch" forName="picture1" refType="h" fact="0.140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273"/>
                  <dgm:constr type="t" for="ch" forName="parTx2" refType="h" fact="0.8468"/>
                  <dgm:constr type="w" for="ch" forName="parTx2" refType="w" fact="0.2275"/>
                  <dgm:constr type="h" for="ch" forName="parTx2" refType="h" fact="0.0811"/>
                  <dgm:constr type="ctrX" for="ch" forName="picture2" refType="w" fact="0.4169"/>
                  <dgm:constr type="ctrY" for="ch" forName="picture2" refType="h" fact="0.8357"/>
                  <dgm:constr type="w" for="ch" forName="picture2" refType="w" fact="0.1055"/>
                  <dgm:constr type="h" for="ch" forName="picture2" refType="h" fact="0.140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349"/>
                  <dgm:constr type="t" for="ch" forName="parTx3" refType="h" fact="0.7023"/>
                  <dgm:constr type="w" for="ch" forName="parTx3" refType="w" fact="0.2275"/>
                  <dgm:constr type="h" for="ch" forName="parTx3" refType="h" fact="0.0811"/>
                  <dgm:constr type="ctrX" for="ch" forName="picture3" refType="w" fact="0.5245"/>
                  <dgm:constr type="ctrY" for="ch" forName="picture3" refType="h" fact="0.6912"/>
                  <dgm:constr type="w" for="ch" forName="picture3" refType="w" fact="0.1055"/>
                  <dgm:constr type="h" for="ch" forName="picture3" refType="h" fact="0.140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998"/>
                  <dgm:constr type="t" for="ch" forName="parTx4" refType="h" fact="0.5441"/>
                  <dgm:constr type="w" for="ch" forName="parTx4" refType="w" fact="0.2275"/>
                  <dgm:constr type="h" for="ch" forName="parTx4" refType="h" fact="0.0811"/>
                  <dgm:constr type="ctrX" for="ch" forName="picture4" refType="w" fact="0.5894"/>
                  <dgm:constr type="ctrY" for="ch" forName="picture4" refType="h" fact="0.533"/>
                  <dgm:constr type="w" for="ch" forName="picture4" refType="w" fact="0.1055"/>
                  <dgm:constr type="h" for="ch" forName="picture4" refType="h" fact="0.140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416"/>
                  <dgm:constr type="t" for="ch" forName="parTx5" refType="h" fact="0.3737"/>
                  <dgm:constr type="w" for="ch" forName="parTx5" refType="w" fact="0.2275"/>
                  <dgm:constr type="h" for="ch" forName="parTx5" refType="h" fact="0.0811"/>
                  <dgm:constr type="ctrX" for="ch" forName="picture5" refType="w" fact="0.6313"/>
                  <dgm:constr type="ctrY" for="ch" forName="picture5" refType="h" fact="0.3626"/>
                  <dgm:constr type="w" for="ch" forName="picture5" refType="w" fact="0.1055"/>
                  <dgm:constr type="h" for="ch" forName="picture5" refType="h" fact="0.1403"/>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644"/>
                  <dgm:constr type="t" for="ch" forName="parTx6" refType="h" fact="0.2061"/>
                  <dgm:constr type="w" for="ch" forName="parTx6" refType="w" fact="0.2275"/>
                  <dgm:constr type="h" for="ch" forName="parTx6" refType="h" fact="0.0811"/>
                  <dgm:constr type="ctrX" for="ch" forName="picture6" refType="w" fact="0.6541"/>
                  <dgm:constr type="ctrY" for="ch" forName="picture6" refType="h" fact="0.195"/>
                  <dgm:constr type="w" for="ch" forName="picture6" refType="w" fact="0.1055"/>
                  <dgm:constr type="h" for="ch" forName="picture6" refType="h" fact="0.1403"/>
                  <dgm:constr type="l" for="ch" forName="desTx6" refType="r" refFor="ch" refForName="parTx6"/>
                  <dgm:constr type="r" for="ch" forName="desTx6" refType="w"/>
                  <dgm:constr type="t" for="ch" forName="desTx6" refType="t" refFor="ch" refForName="parTx6"/>
                  <dgm:constr type="h" for="ch" forName="desTx6" refType="h" refFor="ch" refForName="parTx6"/>
                </dgm:constrLst>
              </dgm:if>
              <dgm:else name="Name57">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4276"/>
                  <dgm:constr type="ctrY" for="ch" forName="dot1" refType="h" fact="0.8839"/>
                  <dgm:constr type="w" for="ch" forName="dot1" refType="userD"/>
                  <dgm:constr type="h" for="ch" forName="dot1" refType="userD"/>
                  <dgm:constr type="ctrX" for="ch" forName="dot2" refType="w" fact="0.401"/>
                  <dgm:constr type="ctrY" for="ch" forName="dot2" refType="h" fact="0.8967"/>
                  <dgm:constr type="w" for="ch" forName="dot2" refType="userD"/>
                  <dgm:constr type="h" for="ch" forName="dot2" refType="userD"/>
                  <dgm:constr type="ctrX" for="ch" forName="dot3" refType="w" fact="0.3739"/>
                  <dgm:constr type="ctrY" for="ch" forName="dot3" refType="h" fact="0.9076"/>
                  <dgm:constr type="w" for="ch" forName="dot3" refType="userD"/>
                  <dgm:constr type="h" for="ch" forName="dot3" refType="userD"/>
                  <dgm:constr type="ctrX" for="ch" forName="dot4" refType="w" fact="0.3464"/>
                  <dgm:constr type="ctrY" for="ch" forName="dot4" refType="h" fact="0.9165"/>
                  <dgm:constr type="w" for="ch" forName="dot4" refType="userD"/>
                  <dgm:constr type="h" for="ch" forName="dot4" refType="userD"/>
                  <dgm:constr type="ctrX" for="ch" forName="dot5" refType="w" fact="0.3186"/>
                  <dgm:constr type="ctrY" for="ch" forName="dot5" refType="h" fact="0.9234"/>
                  <dgm:constr type="w" for="ch" forName="dot5" refType="userD"/>
                  <dgm:constr type="h" for="ch" forName="dot5" refType="userD"/>
                  <dgm:constr type="ctrX" for="ch" forName="dot6" refType="w" fact="0.5786"/>
                  <dgm:constr type="ctrY" for="ch" forName="dot6" refType="h" fact="0.764"/>
                  <dgm:constr type="w" for="ch" forName="dot6" refType="userD"/>
                  <dgm:constr type="h" for="ch" forName="dot6" refType="userD"/>
                  <dgm:constr type="ctrX" for="ch" forName="dot7" refType="w" fact="0.5564"/>
                  <dgm:constr type="ctrY" for="ch" forName="dot7" refType="h" fact="0.7878"/>
                  <dgm:constr type="w" for="ch" forName="dot7" refType="userD"/>
                  <dgm:constr type="h" for="ch" forName="dot7" refType="userD"/>
                  <dgm:constr type="ctrX" for="ch" forName="dot8" refType="w" fact="0.675"/>
                  <dgm:constr type="ctrY" for="ch" forName="dot8" refType="h" fact="0.6227"/>
                  <dgm:constr type="w" for="ch" forName="dot8" refType="userD"/>
                  <dgm:constr type="h" for="ch" forName="dot8" refType="userD"/>
                  <dgm:constr type="ctrX" for="ch" forName="dot9" refType="w" fact="0.7403"/>
                  <dgm:constr type="ctrY" for="ch" forName="dot9" refType="h" fact="0.4556"/>
                  <dgm:constr type="w" for="ch" forName="dot9" refType="userD"/>
                  <dgm:constr type="h" for="ch" forName="dot9" refType="userD"/>
                  <dgm:constr type="ctrX" for="ch" forName="dot10" refType="w" fact="0.7714"/>
                  <dgm:constr type="ctrY" for="ch" forName="dot10" refType="h" fact="0.2816"/>
                  <dgm:constr type="w" for="ch" forName="dot10" refType="userD"/>
                  <dgm:constr type="h" for="ch" forName="dot10" refType="userD"/>
                  <dgm:constr type="ctrX" for="ch" forName="dotArrow1" refType="w" fact="0.7443"/>
                  <dgm:constr type="ctrY" for="ch" forName="dotArrow1" refType="h" fact="0.0748"/>
                  <dgm:constr type="w" for="ch" forName="dotArrow1" refType="userD"/>
                  <dgm:constr type="h" for="ch" forName="dotArrow1" refType="userD"/>
                  <dgm:constr type="ctrX" for="ch" forName="dotArrow2" refType="w" fact="0.7628"/>
                  <dgm:constr type="ctrY" for="ch" forName="dotArrow2" refType="h" fact="0.0581"/>
                  <dgm:constr type="w" for="ch" forName="dotArrow2" refType="userD"/>
                  <dgm:constr type="h" for="ch" forName="dotArrow2" refType="userD"/>
                  <dgm:constr type="ctrX" for="ch" forName="dotArrow3" refType="w" fact="0.7814"/>
                  <dgm:constr type="ctrY" for="ch" forName="dotArrow3" refType="h" fact="0.0414"/>
                  <dgm:constr type="w" for="ch" forName="dotArrow3" refType="userD"/>
                  <dgm:constr type="h" for="ch" forName="dotArrow3" refType="userD"/>
                  <dgm:constr type="ctrX" for="ch" forName="dotArrow4" refType="w" fact="0.7999"/>
                  <dgm:constr type="ctrY" for="ch" forName="dotArrow4" refType="h" fact="0.0581"/>
                  <dgm:constr type="w" for="ch" forName="dotArrow4" refType="userD"/>
                  <dgm:constr type="h" for="ch" forName="dotArrow4" refType="userD"/>
                  <dgm:constr type="ctrX" for="ch" forName="dotArrow5" refType="w" fact="0.8184"/>
                  <dgm:constr type="ctrY" for="ch" forName="dotArrow5" refType="h" fact="0.0748"/>
                  <dgm:constr type="w" for="ch" forName="dotArrow5" refType="userD"/>
                  <dgm:constr type="h" for="ch" forName="dotArrow5" refType="userD"/>
                  <dgm:constr type="ctrX" for="ch" forName="dotArrow6" refType="w" fact="0.7814"/>
                  <dgm:constr type="ctrY" for="ch" forName="dotArrow6" refType="h" fact="0.0766"/>
                  <dgm:constr type="w" for="ch" forName="dotArrow6" refType="userD"/>
                  <dgm:constr type="h" for="ch" forName="dotArrow6" refType="userD"/>
                  <dgm:constr type="ctrX" for="ch" forName="dotArrow7" refType="w" fact="0.7814"/>
                  <dgm:constr type="ctrY" for="ch" forName="dotArrow7" refType="h" fact="0.1118"/>
                  <dgm:constr type="w" for="ch" forName="dotArrow7" refType="userD"/>
                  <dgm:constr type="h" for="ch" forName="dotArrow7" refType="userD"/>
                  <dgm:constr type="l" for="ch" forName="parTx1" refType="w" fact="0.2479"/>
                  <dgm:constr type="t" for="ch" forName="parTx1" refType="h" fact="0.9416"/>
                  <dgm:constr type="w" for="ch" forName="parTx1" refType="w" fact="0.2696"/>
                  <dgm:constr type="h" for="ch" forName="parTx1" refType="h" fact="0.0811"/>
                  <dgm:constr type="ctrX" for="ch" forName="picture1" refType="w" fact="0.2356"/>
                  <dgm:constr type="ctrY" for="ch" forName="picture1" refType="h" fact="0.9322"/>
                  <dgm:constr type="w" for="ch" forName="picture1" refType="w" fact="0.125"/>
                  <dgm:constr type="h" for="ch" forName="picture1" refType="h" fact="0.1403"/>
                  <dgm:constr type="l" for="ch" forName="parTx2" refType="w" fact="0.5064"/>
                  <dgm:constr type="t" for="ch" forName="parTx2" refType="h" fact="0.8451"/>
                  <dgm:constr type="w" for="ch" forName="parTx2" refType="w" fact="0.2696"/>
                  <dgm:constr type="h" for="ch" forName="parTx2" refType="h" fact="0.0811"/>
                  <dgm:constr type="ctrX" for="ch" forName="picture2" refType="w" fact="0.4941"/>
                  <dgm:constr type="ctrY" for="ch" forName="picture2" refType="h" fact="0.8357"/>
                  <dgm:constr type="w" for="ch" forName="picture2" refType="w" fact="0.125"/>
                  <dgm:constr type="h" for="ch" forName="picture2" refType="h" fact="0.1403"/>
                  <dgm:constr type="l" for="ch" forName="parTx3" refType="w" fact="0.6339"/>
                  <dgm:constr type="t" for="ch" forName="parTx3" refType="h" fact="0.7006"/>
                  <dgm:constr type="w" for="ch" forName="parTx3" refType="w" fact="0.2696"/>
                  <dgm:constr type="h" for="ch" forName="parTx3" refType="h" fact="0.0811"/>
                  <dgm:constr type="ctrX" for="ch" forName="picture3" refType="w" fact="0.6216"/>
                  <dgm:constr type="ctrY" for="ch" forName="picture3" refType="h" fact="0.6912"/>
                  <dgm:constr type="w" for="ch" forName="picture3" refType="w" fact="0.125"/>
                  <dgm:constr type="h" for="ch" forName="picture3" refType="h" fact="0.1403"/>
                  <dgm:constr type="l" for="ch" forName="parTx4" refType="w" fact="0.7108"/>
                  <dgm:constr type="t" for="ch" forName="parTx4" refType="h" fact="0.5424"/>
                  <dgm:constr type="w" for="ch" forName="parTx4" refType="w" fact="0.2696"/>
                  <dgm:constr type="h" for="ch" forName="parTx4" refType="h" fact="0.0811"/>
                  <dgm:constr type="ctrX" for="ch" forName="picture4" refType="w" fact="0.6985"/>
                  <dgm:constr type="ctrY" for="ch" forName="picture4" refType="h" fact="0.533"/>
                  <dgm:constr type="w" for="ch" forName="picture4" refType="w" fact="0.125"/>
                  <dgm:constr type="h" for="ch" forName="picture4" refType="h" fact="0.1403"/>
                  <dgm:constr type="l" for="ch" forName="parTx5" refType="w" fact="0.7604"/>
                  <dgm:constr type="t" for="ch" forName="parTx5" refType="h" fact="0.372"/>
                  <dgm:constr type="w" for="ch" forName="parTx5" refType="w" fact="0.2696"/>
                  <dgm:constr type="h" for="ch" forName="parTx5" refType="h" fact="0.0811"/>
                  <dgm:constr type="ctrX" for="ch" forName="picture5" refType="w" fact="0.7481"/>
                  <dgm:constr type="ctrY" for="ch" forName="picture5" refType="h" fact="0.3626"/>
                  <dgm:constr type="w" for="ch" forName="picture5" refType="w" fact="0.125"/>
                  <dgm:constr type="h" for="ch" forName="picture5" refType="h" fact="0.1403"/>
                  <dgm:constr type="l" for="ch" forName="parTx6" refType="w" fact="0.7874"/>
                  <dgm:constr type="t" for="ch" forName="parTx6" refType="h" fact="0.2044"/>
                  <dgm:constr type="w" for="ch" forName="parTx6" refType="w" fact="0.2696"/>
                  <dgm:constr type="h" for="ch" forName="parTx6" refType="h" fact="0.0811"/>
                  <dgm:constr type="ctrX" for="ch" forName="picture6" refType="w" fact="0.7751"/>
                  <dgm:constr type="ctrY" for="ch" forName="picture6" refType="h" fact="0.195"/>
                  <dgm:constr type="w" for="ch" forName="picture6" refType="w" fact="0.125"/>
                  <dgm:constr type="h" for="ch" forName="picture6" refType="h" fact="0.1403"/>
                </dgm:constrLst>
              </dgm:else>
            </dgm:choose>
          </dgm:if>
          <dgm:else name="Name58">
            <dgm:choose name="Name59">
              <dgm:if name="Name60"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6392"/>
                  <dgm:constr type="ctrY" for="ch" forName="dot1" refType="h" fact="0.8839"/>
                  <dgm:constr type="w" for="ch" forName="dot1" refType="userD"/>
                  <dgm:constr type="h" for="ch" forName="dot1" refType="userD"/>
                  <dgm:constr type="ctrX" for="ch" forName="dot2" refType="w" fact="0.6616"/>
                  <dgm:constr type="ctrY" for="ch" forName="dot2" refType="h" fact="0.8967"/>
                  <dgm:constr type="w" for="ch" forName="dot2" refType="userD"/>
                  <dgm:constr type="h" for="ch" forName="dot2" refType="userD"/>
                  <dgm:constr type="ctrX" for="ch" forName="dot3" refType="w" fact="0.6845"/>
                  <dgm:constr type="ctrY" for="ch" forName="dot3" refType="h" fact="0.9076"/>
                  <dgm:constr type="w" for="ch" forName="dot3" refType="userD"/>
                  <dgm:constr type="h" for="ch" forName="dot3" refType="userD"/>
                  <dgm:constr type="ctrX" for="ch" forName="dot4" refType="w" fact="0.7077"/>
                  <dgm:constr type="ctrY" for="ch" forName="dot4" refType="h" fact="0.9165"/>
                  <dgm:constr type="w" for="ch" forName="dot4" refType="userD"/>
                  <dgm:constr type="h" for="ch" forName="dot4" refType="userD"/>
                  <dgm:constr type="ctrX" for="ch" forName="dot5" refType="w" fact="0.7312"/>
                  <dgm:constr type="ctrY" for="ch" forName="dot5" refType="h" fact="0.9234"/>
                  <dgm:constr type="w" for="ch" forName="dot5" refType="userD"/>
                  <dgm:constr type="h" for="ch" forName="dot5" refType="userD"/>
                  <dgm:constr type="ctrX" for="ch" forName="dot6" refType="w" fact="0.5117"/>
                  <dgm:constr type="ctrY" for="ch" forName="dot6" refType="h" fact="0.764"/>
                  <dgm:constr type="w" for="ch" forName="dot6" refType="userD"/>
                  <dgm:constr type="h" for="ch" forName="dot6" refType="userD"/>
                  <dgm:constr type="ctrX" for="ch" forName="dot7" refType="w" fact="0.5305"/>
                  <dgm:constr type="ctrY" for="ch" forName="dot7" refType="h" fact="0.7878"/>
                  <dgm:constr type="w" for="ch" forName="dot7" refType="userD"/>
                  <dgm:constr type="h" for="ch" forName="dot7" refType="userD"/>
                  <dgm:constr type="ctrX" for="ch" forName="dot8" refType="w" fact="0.4304"/>
                  <dgm:constr type="ctrY" for="ch" forName="dot8" refType="h" fact="0.6227"/>
                  <dgm:constr type="w" for="ch" forName="dot8" refType="userD"/>
                  <dgm:constr type="h" for="ch" forName="dot8" refType="userD"/>
                  <dgm:constr type="ctrX" for="ch" forName="dot9" refType="w" fact="0.3753"/>
                  <dgm:constr type="ctrY" for="ch" forName="dot9" refType="h" fact="0.4556"/>
                  <dgm:constr type="w" for="ch" forName="dot9" refType="userD"/>
                  <dgm:constr type="h" for="ch" forName="dot9" refType="userD"/>
                  <dgm:constr type="ctrX" for="ch" forName="dot10" refType="w" fact="0.3491"/>
                  <dgm:constr type="ctrY" for="ch" forName="dot10" refType="h" fact="0.2816"/>
                  <dgm:constr type="w" for="ch" forName="dot10" refType="userD"/>
                  <dgm:constr type="h" for="ch" forName="dot10" refType="userD"/>
                  <dgm:constr type="ctrX" for="ch" forName="dotArrow1" refType="w" fact="0.3719"/>
                  <dgm:constr type="ctrY" for="ch" forName="dotArrow1" refType="h" fact="0.0748"/>
                  <dgm:constr type="w" for="ch" forName="dotArrow1" refType="userD"/>
                  <dgm:constr type="h" for="ch" forName="dotArrow1" refType="userD"/>
                  <dgm:constr type="ctrX" for="ch" forName="dotArrow2" refType="w" fact="0.3563"/>
                  <dgm:constr type="ctrY" for="ch" forName="dotArrow2" refType="h" fact="0.0581"/>
                  <dgm:constr type="w" for="ch" forName="dotArrow2" refType="userD"/>
                  <dgm:constr type="h" for="ch" forName="dotArrow2" refType="userD"/>
                  <dgm:constr type="ctrX" for="ch" forName="dotArrow3" refType="w" fact="0.3407"/>
                  <dgm:constr type="ctrY" for="ch" forName="dotArrow3" refType="h" fact="0.0414"/>
                  <dgm:constr type="w" for="ch" forName="dotArrow3" refType="userD"/>
                  <dgm:constr type="h" for="ch" forName="dotArrow3" refType="userD"/>
                  <dgm:constr type="ctrX" for="ch" forName="dotArrow4" refType="w" fact="0.325"/>
                  <dgm:constr type="ctrY" for="ch" forName="dotArrow4" refType="h" fact="0.0581"/>
                  <dgm:constr type="w" for="ch" forName="dotArrow4" refType="userD"/>
                  <dgm:constr type="h" for="ch" forName="dotArrow4" refType="userD"/>
                  <dgm:constr type="ctrX" for="ch" forName="dotArrow5" refType="w" fact="0.3094"/>
                  <dgm:constr type="ctrY" for="ch" forName="dotArrow5" refType="h" fact="0.0748"/>
                  <dgm:constr type="w" for="ch" forName="dotArrow5" refType="userD"/>
                  <dgm:constr type="h" for="ch" forName="dotArrow5" refType="userD"/>
                  <dgm:constr type="ctrX" for="ch" forName="dotArrow6" refType="w" fact="0.3407"/>
                  <dgm:constr type="ctrY" for="ch" forName="dotArrow6" refType="h" fact="0.0766"/>
                  <dgm:constr type="w" for="ch" forName="dotArrow6" refType="userD"/>
                  <dgm:constr type="h" for="ch" forName="dotArrow6" refType="userD"/>
                  <dgm:constr type="ctrX" for="ch" forName="dotArrow7" refType="w" fact="0.3407"/>
                  <dgm:constr type="ctrY" for="ch" forName="dotArrow7" refType="h" fact="0.1118"/>
                  <dgm:constr type="w" for="ch" forName="dotArrow7" refType="userD"/>
                  <dgm:constr type="h" for="ch" forName="dotArrow7" refType="userD"/>
                  <dgm:constr type="r" for="ch" forName="parTx1" refType="w" fact="0.7909"/>
                  <dgm:constr type="t" for="ch" forName="parTx1" refType="h" fact="0.9433"/>
                  <dgm:constr type="w" for="ch" forName="parTx1" refType="w" fact="0.2275"/>
                  <dgm:constr type="h" for="ch" forName="parTx1" refType="h" fact="0.0811"/>
                  <dgm:constr type="ctrX" for="ch" forName="picture1" refType="w" fact="0.8012"/>
                  <dgm:constr type="ctrY" for="ch" forName="picture1" refType="h" fact="0.9322"/>
                  <dgm:constr type="w" for="ch" forName="picture1" refType="w" fact="0.1055"/>
                  <dgm:constr type="h" for="ch" forName="picture1" refType="h" fact="0.140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727"/>
                  <dgm:constr type="t" for="ch" forName="parTx2" refType="h" fact="0.8468"/>
                  <dgm:constr type="w" for="ch" forName="parTx2" refType="w" fact="0.2275"/>
                  <dgm:constr type="h" for="ch" forName="parTx2" refType="h" fact="0.0811"/>
                  <dgm:constr type="ctrX" for="ch" forName="picture2" refType="w" fact="0.5831"/>
                  <dgm:constr type="ctrY" for="ch" forName="picture2" refType="h" fact="0.8357"/>
                  <dgm:constr type="w" for="ch" forName="picture2" refType="w" fact="0.1055"/>
                  <dgm:constr type="h" for="ch" forName="picture2" refType="h" fact="0.140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651"/>
                  <dgm:constr type="t" for="ch" forName="parTx3" refType="h" fact="0.7023"/>
                  <dgm:constr type="w" for="ch" forName="parTx3" refType="w" fact="0.2275"/>
                  <dgm:constr type="h" for="ch" forName="parTx3" refType="h" fact="0.0811"/>
                  <dgm:constr type="ctrX" for="ch" forName="picture3" refType="w" fact="0.4755"/>
                  <dgm:constr type="ctrY" for="ch" forName="picture3" refType="h" fact="0.6912"/>
                  <dgm:constr type="w" for="ch" forName="picture3" refType="w" fact="0.1055"/>
                  <dgm:constr type="h" for="ch" forName="picture3" refType="h" fact="0.140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002"/>
                  <dgm:constr type="t" for="ch" forName="parTx4" refType="h" fact="0.5441"/>
                  <dgm:constr type="w" for="ch" forName="parTx4" refType="w" fact="0.2275"/>
                  <dgm:constr type="h" for="ch" forName="parTx4" refType="h" fact="0.0811"/>
                  <dgm:constr type="ctrX" for="ch" forName="picture4" refType="w" fact="0.4106"/>
                  <dgm:constr type="ctrY" for="ch" forName="picture4" refType="h" fact="0.533"/>
                  <dgm:constr type="w" for="ch" forName="picture4" refType="w" fact="0.1055"/>
                  <dgm:constr type="h" for="ch" forName="picture4" refType="h" fact="0.140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584"/>
                  <dgm:constr type="t" for="ch" forName="parTx5" refType="h" fact="0.3737"/>
                  <dgm:constr type="w" for="ch" forName="parTx5" refType="w" fact="0.2275"/>
                  <dgm:constr type="h" for="ch" forName="parTx5" refType="h" fact="0.0811"/>
                  <dgm:constr type="ctrX" for="ch" forName="picture5" refType="w" fact="0.3687"/>
                  <dgm:constr type="ctrY" for="ch" forName="picture5" refType="h" fact="0.3626"/>
                  <dgm:constr type="w" for="ch" forName="picture5" refType="w" fact="0.1055"/>
                  <dgm:constr type="h" for="ch" forName="picture5" refType="h" fact="0.1403"/>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356"/>
                  <dgm:constr type="t" for="ch" forName="parTx6" refType="h" fact="0.2061"/>
                  <dgm:constr type="w" for="ch" forName="parTx6" refType="w" fact="0.2275"/>
                  <dgm:constr type="h" for="ch" forName="parTx6" refType="h" fact="0.0811"/>
                  <dgm:constr type="ctrX" for="ch" forName="picture6" refType="w" fact="0.3459"/>
                  <dgm:constr type="ctrY" for="ch" forName="picture6" refType="h" fact="0.195"/>
                  <dgm:constr type="w" for="ch" forName="picture6" refType="w" fact="0.1055"/>
                  <dgm:constr type="h" for="ch" forName="picture6" refType="h" fact="0.1403"/>
                  <dgm:constr type="r" for="ch" forName="desTx6" refType="l" refFor="ch" refForName="parTx6"/>
                  <dgm:constr type="l" for="ch" forName="desTx6"/>
                  <dgm:constr type="t" for="ch" forName="desTx6" refType="t" refFor="ch" refForName="parTx6"/>
                  <dgm:constr type="h" for="ch" forName="desTx6" refType="h" refFor="ch" refForName="parTx6"/>
                </dgm:constrLst>
              </dgm:if>
              <dgm:else name="Name61">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5724"/>
                  <dgm:constr type="ctrY" for="ch" forName="dot1" refType="h" fact="0.8839"/>
                  <dgm:constr type="w" for="ch" forName="dot1" refType="userD"/>
                  <dgm:constr type="h" for="ch" forName="dot1" refType="userD"/>
                  <dgm:constr type="ctrX" for="ch" forName="dot2" refType="w" fact="0.599"/>
                  <dgm:constr type="ctrY" for="ch" forName="dot2" refType="h" fact="0.8967"/>
                  <dgm:constr type="w" for="ch" forName="dot2" refType="userD"/>
                  <dgm:constr type="h" for="ch" forName="dot2" refType="userD"/>
                  <dgm:constr type="ctrX" for="ch" forName="dot3" refType="w" fact="0.6261"/>
                  <dgm:constr type="ctrY" for="ch" forName="dot3" refType="h" fact="0.9076"/>
                  <dgm:constr type="w" for="ch" forName="dot3" refType="userD"/>
                  <dgm:constr type="h" for="ch" forName="dot3" refType="userD"/>
                  <dgm:constr type="ctrX" for="ch" forName="dot4" refType="w" fact="0.6536"/>
                  <dgm:constr type="ctrY" for="ch" forName="dot4" refType="h" fact="0.9165"/>
                  <dgm:constr type="w" for="ch" forName="dot4" refType="userD"/>
                  <dgm:constr type="h" for="ch" forName="dot4" refType="userD"/>
                  <dgm:constr type="ctrX" for="ch" forName="dot5" refType="w" fact="0.6814"/>
                  <dgm:constr type="ctrY" for="ch" forName="dot5" refType="h" fact="0.9234"/>
                  <dgm:constr type="w" for="ch" forName="dot5" refType="userD"/>
                  <dgm:constr type="h" for="ch" forName="dot5" refType="userD"/>
                  <dgm:constr type="ctrX" for="ch" forName="dot6" refType="w" fact="0.4214"/>
                  <dgm:constr type="ctrY" for="ch" forName="dot6" refType="h" fact="0.764"/>
                  <dgm:constr type="w" for="ch" forName="dot6" refType="userD"/>
                  <dgm:constr type="h" for="ch" forName="dot6" refType="userD"/>
                  <dgm:constr type="ctrX" for="ch" forName="dot7" refType="w" fact="0.4436"/>
                  <dgm:constr type="ctrY" for="ch" forName="dot7" refType="h" fact="0.7878"/>
                  <dgm:constr type="w" for="ch" forName="dot7" refType="userD"/>
                  <dgm:constr type="h" for="ch" forName="dot7" refType="userD"/>
                  <dgm:constr type="ctrX" for="ch" forName="dot8" refType="w" fact="0.325"/>
                  <dgm:constr type="ctrY" for="ch" forName="dot8" refType="h" fact="0.6227"/>
                  <dgm:constr type="w" for="ch" forName="dot8" refType="userD"/>
                  <dgm:constr type="h" for="ch" forName="dot8" refType="userD"/>
                  <dgm:constr type="ctrX" for="ch" forName="dot9" refType="w" fact="0.2597"/>
                  <dgm:constr type="ctrY" for="ch" forName="dot9" refType="h" fact="0.4556"/>
                  <dgm:constr type="w" for="ch" forName="dot9" refType="userD"/>
                  <dgm:constr type="h" for="ch" forName="dot9" refType="userD"/>
                  <dgm:constr type="ctrX" for="ch" forName="dot10" refType="w" fact="0.2286"/>
                  <dgm:constr type="ctrY" for="ch" forName="dot10" refType="h" fact="0.2816"/>
                  <dgm:constr type="w" for="ch" forName="dot10" refType="userD"/>
                  <dgm:constr type="h" for="ch" forName="dot10" refType="userD"/>
                  <dgm:constr type="ctrX" for="ch" forName="dotArrow1" refType="w" fact="0.2557"/>
                  <dgm:constr type="ctrY" for="ch" forName="dotArrow1" refType="h" fact="0.0748"/>
                  <dgm:constr type="w" for="ch" forName="dotArrow1" refType="userD"/>
                  <dgm:constr type="h" for="ch" forName="dotArrow1" refType="userD"/>
                  <dgm:constr type="ctrX" for="ch" forName="dotArrow2" refType="w" fact="0.2372"/>
                  <dgm:constr type="ctrY" for="ch" forName="dotArrow2" refType="h" fact="0.0581"/>
                  <dgm:constr type="w" for="ch" forName="dotArrow2" refType="userD"/>
                  <dgm:constr type="h" for="ch" forName="dotArrow2" refType="userD"/>
                  <dgm:constr type="ctrX" for="ch" forName="dotArrow3" refType="w" fact="0.2187"/>
                  <dgm:constr type="ctrY" for="ch" forName="dotArrow3" refType="h" fact="0.0414"/>
                  <dgm:constr type="w" for="ch" forName="dotArrow3" refType="userD"/>
                  <dgm:constr type="h" for="ch" forName="dotArrow3" refType="userD"/>
                  <dgm:constr type="ctrX" for="ch" forName="dotArrow4" refType="w" fact="0.2001"/>
                  <dgm:constr type="ctrY" for="ch" forName="dotArrow4" refType="h" fact="0.0581"/>
                  <dgm:constr type="w" for="ch" forName="dotArrow4" refType="userD"/>
                  <dgm:constr type="h" for="ch" forName="dotArrow4" refType="userD"/>
                  <dgm:constr type="ctrX" for="ch" forName="dotArrow5" refType="w" fact="0.1816"/>
                  <dgm:constr type="ctrY" for="ch" forName="dotArrow5" refType="h" fact="0.0748"/>
                  <dgm:constr type="w" for="ch" forName="dotArrow5" refType="userD"/>
                  <dgm:constr type="h" for="ch" forName="dotArrow5" refType="userD"/>
                  <dgm:constr type="ctrX" for="ch" forName="dotArrow6" refType="w" fact="0.2187"/>
                  <dgm:constr type="ctrY" for="ch" forName="dotArrow6" refType="h" fact="0.0766"/>
                  <dgm:constr type="w" for="ch" forName="dotArrow6" refType="userD"/>
                  <dgm:constr type="h" for="ch" forName="dotArrow6" refType="userD"/>
                  <dgm:constr type="ctrX" for="ch" forName="dotArrow7" refType="w" fact="0.2187"/>
                  <dgm:constr type="ctrY" for="ch" forName="dotArrow7" refType="h" fact="0.1118"/>
                  <dgm:constr type="w" for="ch" forName="dotArrow7" refType="userD"/>
                  <dgm:constr type="h" for="ch" forName="dotArrow7" refType="userD"/>
                  <dgm:constr type="r" for="ch" forName="parTx1" refType="w" fact="0.7522"/>
                  <dgm:constr type="t" for="ch" forName="parTx1" refType="h" fact="0.9416"/>
                  <dgm:constr type="w" for="ch" forName="parTx1" refType="w" fact="0.2696"/>
                  <dgm:constr type="h" for="ch" forName="parTx1" refType="h" fact="0.0811"/>
                  <dgm:constr type="ctrX" for="ch" forName="picture1" refType="w" fact="0.7644"/>
                  <dgm:constr type="ctrY" for="ch" forName="picture1" refType="h" fact="0.9322"/>
                  <dgm:constr type="w" for="ch" forName="picture1" refType="w" fact="0.125"/>
                  <dgm:constr type="h" for="ch" forName="picture1" refType="h" fact="0.1403"/>
                  <dgm:constr type="r" for="ch" forName="parTx2" refType="w" fact="0.4937"/>
                  <dgm:constr type="t" for="ch" forName="parTx2" refType="h" fact="0.8451"/>
                  <dgm:constr type="w" for="ch" forName="parTx2" refType="w" fact="0.2696"/>
                  <dgm:constr type="h" for="ch" forName="parTx2" refType="h" fact="0.0811"/>
                  <dgm:constr type="ctrX" for="ch" forName="picture2" refType="w" fact="0.5059"/>
                  <dgm:constr type="ctrY" for="ch" forName="picture2" refType="h" fact="0.8357"/>
                  <dgm:constr type="w" for="ch" forName="picture2" refType="w" fact="0.125"/>
                  <dgm:constr type="h" for="ch" forName="picture2" refType="h" fact="0.1403"/>
                  <dgm:constr type="r" for="ch" forName="parTx3" refType="w" fact="0.3662"/>
                  <dgm:constr type="t" for="ch" forName="parTx3" refType="h" fact="0.7006"/>
                  <dgm:constr type="w" for="ch" forName="parTx3" refType="w" fact="0.2696"/>
                  <dgm:constr type="h" for="ch" forName="parTx3" refType="h" fact="0.0811"/>
                  <dgm:constr type="ctrX" for="ch" forName="picture3" refType="w" fact="0.3784"/>
                  <dgm:constr type="ctrY" for="ch" forName="picture3" refType="h" fact="0.6912"/>
                  <dgm:constr type="w" for="ch" forName="picture3" refType="w" fact="0.125"/>
                  <dgm:constr type="h" for="ch" forName="picture3" refType="h" fact="0.1403"/>
                  <dgm:constr type="r" for="ch" forName="parTx4" refType="w" fact="0.2893"/>
                  <dgm:constr type="t" for="ch" forName="parTx4" refType="h" fact="0.5424"/>
                  <dgm:constr type="w" for="ch" forName="parTx4" refType="w" fact="0.2696"/>
                  <dgm:constr type="h" for="ch" forName="parTx4" refType="h" fact="0.0811"/>
                  <dgm:constr type="ctrX" for="ch" forName="picture4" refType="w" fact="0.3015"/>
                  <dgm:constr type="ctrY" for="ch" forName="picture4" refType="h" fact="0.533"/>
                  <dgm:constr type="w" for="ch" forName="picture4" refType="w" fact="0.125"/>
                  <dgm:constr type="h" for="ch" forName="picture4" refType="h" fact="0.1403"/>
                  <dgm:constr type="r" for="ch" forName="parTx5" refType="w" fact="0.2397"/>
                  <dgm:constr type="t" for="ch" forName="parTx5" refType="h" fact="0.372"/>
                  <dgm:constr type="w" for="ch" forName="parTx5" refType="w" fact="0.2696"/>
                  <dgm:constr type="h" for="ch" forName="parTx5" refType="h" fact="0.0811"/>
                  <dgm:constr type="ctrX" for="ch" forName="picture5" refType="w" fact="0.2519"/>
                  <dgm:constr type="ctrY" for="ch" forName="picture5" refType="h" fact="0.3626"/>
                  <dgm:constr type="w" for="ch" forName="picture5" refType="w" fact="0.125"/>
                  <dgm:constr type="h" for="ch" forName="picture5" refType="h" fact="0.1403"/>
                  <dgm:constr type="r" for="ch" forName="parTx6" refType="w" fact="0.2127"/>
                  <dgm:constr type="t" for="ch" forName="parTx6" refType="h" fact="0.2044"/>
                  <dgm:constr type="w" for="ch" forName="parTx6" refType="w" fact="0.2696"/>
                  <dgm:constr type="h" for="ch" forName="parTx6" refType="h" fact="0.0811"/>
                  <dgm:constr type="ctrX" for="ch" forName="picture6" refType="w" fact="0.2249"/>
                  <dgm:constr type="ctrY" for="ch" forName="picture6" refType="h" fact="0.195"/>
                  <dgm:constr type="w" for="ch" forName="picture6" refType="w" fact="0.125"/>
                  <dgm:constr type="h" for="ch" forName="picture6" refType="h" fact="0.1403"/>
                </dgm:constrLst>
              </dgm:else>
            </dgm:choose>
          </dgm:else>
        </dgm:choose>
      </dgm:if>
      <dgm:else name="Name62">
        <dgm:choose name="Name63">
          <dgm:if name="Name64" func="var" arg="dir" op="equ" val="norm">
            <dgm:choose name="Name65">
              <dgm:if name="Name66"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3909"/>
                  <dgm:constr type="ctrY" for="ch" forName="dot1" refType="h" fact="0.8342"/>
                  <dgm:constr type="w" for="ch" forName="dot1" refType="userD"/>
                  <dgm:constr type="h" for="ch" forName="dot1" refType="userD"/>
                  <dgm:constr type="ctrX" for="ch" forName="dot2" refType="w" fact="0.3721"/>
                  <dgm:constr type="ctrY" for="ch" forName="dot2" refType="h" fact="0.8448"/>
                  <dgm:constr type="w" for="ch" forName="dot2" refType="userD"/>
                  <dgm:constr type="h" for="ch" forName="dot2" refType="userD"/>
                  <dgm:constr type="ctrX" for="ch" forName="dot3" refType="w" fact="0.353"/>
                  <dgm:constr type="ctrY" for="ch" forName="dot3" refType="h" fact="0.8539"/>
                  <dgm:constr type="w" for="ch" forName="dot3" refType="userD"/>
                  <dgm:constr type="h" for="ch" forName="dot3" refType="userD"/>
                  <dgm:constr type="ctrX" for="ch" forName="dot4" refType="w" fact="0.3337"/>
                  <dgm:constr type="ctrY" for="ch" forName="dot4" refType="h" fact="0.8615"/>
                  <dgm:constr type="w" for="ch" forName="dot4" refType="userD"/>
                  <dgm:constr type="h" for="ch" forName="dot4" refType="userD"/>
                  <dgm:constr type="ctrX" for="ch" forName="dot5" refType="w" fact="0.3142"/>
                  <dgm:constr type="ctrY" for="ch" forName="dot5" refType="h" fact="0.8676"/>
                  <dgm:constr type="w" for="ch" forName="dot5" refType="userD"/>
                  <dgm:constr type="h" for="ch" forName="dot5" refType="userD"/>
                  <dgm:constr type="ctrX" for="ch" forName="dot6" refType="w" fact="0.5088"/>
                  <dgm:constr type="ctrY" for="ch" forName="dot6" refType="h" fact="0.7255"/>
                  <dgm:constr type="w" for="ch" forName="dot6" refType="userD"/>
                  <dgm:constr type="h" for="ch" forName="dot6" refType="userD"/>
                  <dgm:constr type="ctrX" for="ch" forName="dot7" refType="w" fact="0.4926"/>
                  <dgm:constr type="ctrY" for="ch" forName="dot7" refType="h" fact="0.7454"/>
                  <dgm:constr type="w" for="ch" forName="dot7" refType="userD"/>
                  <dgm:constr type="h" for="ch" forName="dot7" refType="userD"/>
                  <dgm:constr type="ctrX" for="ch" forName="dot8" refType="w" fact="0.5836"/>
                  <dgm:constr type="ctrY" for="ch" forName="dot8" refType="h" fact="0.6026"/>
                  <dgm:constr type="w" for="ch" forName="dot8" refType="userD"/>
                  <dgm:constr type="h" for="ch" forName="dot8" refType="userD"/>
                  <dgm:constr type="ctrX" for="ch" forName="dot9" refType="w" fact="0.6371"/>
                  <dgm:constr type="ctrY" for="ch" forName="dot9" refType="h" fact="0.4632"/>
                  <dgm:constr type="w" for="ch" forName="dot9" refType="userD"/>
                  <dgm:constr type="h" for="ch" forName="dot9" refType="userD"/>
                  <dgm:constr type="ctrX" for="ch" forName="dot10" refType="w" fact="0.6701"/>
                  <dgm:constr type="ctrY" for="ch" forName="dot10" refType="h" fact="0.3187"/>
                  <dgm:constr type="w" for="ch" forName="dot10" refType="userD"/>
                  <dgm:constr type="h" for="ch" forName="dot10" refType="userD"/>
                  <dgm:constr type="ctrX" for="ch" forName="dot11" refType="w" fact="0.6853"/>
                  <dgm:constr type="ctrY" for="ch" forName="dot11" refType="h" fact="0.1763"/>
                  <dgm:constr type="w" for="ch" forName="dot11" refType="userD"/>
                  <dgm:constr type="h" for="ch" forName="dot11" refType="userD"/>
                  <dgm:constr type="ctrX" for="ch" forName="dotArrow1" refType="w" fact="0.6627"/>
                  <dgm:constr type="ctrY" for="ch" forName="dotArrow1" refType="h" fact="-0.0099"/>
                  <dgm:constr type="w" for="ch" forName="dotArrow1" refType="userD"/>
                  <dgm:constr type="h" for="ch" forName="dotArrow1" refType="userD"/>
                  <dgm:constr type="ctrX" for="ch" forName="dotArrow2" refType="w" fact="0.6773"/>
                  <dgm:constr type="ctrY" for="ch" forName="dotArrow2" refType="h" fact="-0.0239"/>
                  <dgm:constr type="w" for="ch" forName="dotArrow2" refType="userD"/>
                  <dgm:constr type="h" for="ch" forName="dotArrow2" refType="userD"/>
                  <dgm:constr type="ctrX" for="ch" forName="dotArrow3" refType="w" fact="0.6919"/>
                  <dgm:constr type="ctrY" for="ch" forName="dotArrow3" refType="h" fact="-0.0378"/>
                  <dgm:constr type="w" for="ch" forName="dotArrow3" refType="userD"/>
                  <dgm:constr type="h" for="ch" forName="dotArrow3" refType="userD"/>
                  <dgm:constr type="ctrX" for="ch" forName="dotArrow4" refType="w" fact="0.7065"/>
                  <dgm:constr type="ctrY" for="ch" forName="dotArrow4" refType="h" fact="-0.0239"/>
                  <dgm:constr type="w" for="ch" forName="dotArrow4" refType="userD"/>
                  <dgm:constr type="h" for="ch" forName="dotArrow4" refType="userD"/>
                  <dgm:constr type="ctrX" for="ch" forName="dotArrow5" refType="w" fact="0.7212"/>
                  <dgm:constr type="ctrY" for="ch" forName="dotArrow5" refType="h" fact="-0.0099"/>
                  <dgm:constr type="w" for="ch" forName="dotArrow5" refType="userD"/>
                  <dgm:constr type="h" for="ch" forName="dotArrow5" refType="userD"/>
                  <dgm:constr type="ctrX" for="ch" forName="dotArrow6" refType="w" fact="0.6919"/>
                  <dgm:constr type="ctrY" for="ch" forName="dotArrow6" refType="h" fact="-0.0084"/>
                  <dgm:constr type="w" for="ch" forName="dotArrow6" refType="userD"/>
                  <dgm:constr type="h" for="ch" forName="dotArrow6" refType="userD"/>
                  <dgm:constr type="ctrX" for="ch" forName="dotArrow7" refType="w" fact="0.6919"/>
                  <dgm:constr type="ctrY" for="ch" forName="dotArrow7" refType="h" fact="0.0211"/>
                  <dgm:constr type="w" for="ch" forName="dotArrow7" refType="userD"/>
                  <dgm:constr type="h" for="ch" forName="dotArrow7" refType="userD"/>
                  <dgm:constr type="l" for="ch" forName="parTx1" refType="w" fact="0.2556"/>
                  <dgm:constr type="t" for="ch" forName="parTx1" refType="h" fact="0.8856"/>
                  <dgm:constr type="w" for="ch" forName="parTx1" refType="w" fact="0.2101"/>
                  <dgm:constr type="h" for="ch" forName="parTx1" refType="h" fact="0.0704"/>
                  <dgm:constr type="ctrX" for="ch" forName="picture1" refType="w" fact="0.246"/>
                  <dgm:constr type="ctrY" for="ch" forName="picture1" refType="h" fact="0.8769"/>
                  <dgm:constr type="w" for="ch" forName="picture1" refType="w" fact="0.0974"/>
                  <dgm:constr type="h" for="ch" forName="picture1" refType="h" fact="0.121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535"/>
                  <dgm:constr type="t" for="ch" forName="parTx2" refType="h" fact="0.7956"/>
                  <dgm:constr type="w" for="ch" forName="parTx2" refType="w" fact="0.2101"/>
                  <dgm:constr type="h" for="ch" forName="parTx2" refType="h" fact="0.0704"/>
                  <dgm:constr type="ctrX" for="ch" forName="picture2" refType="w" fact="0.4439"/>
                  <dgm:constr type="ctrY" for="ch" forName="picture2" refType="h" fact="0.787"/>
                  <dgm:constr type="w" for="ch" forName="picture2" refType="w" fact="0.0974"/>
                  <dgm:constr type="h" for="ch" forName="picture2" refType="h" fact="0.1218"/>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511"/>
                  <dgm:constr type="t" for="ch" forName="parTx3" refType="h" fact="0.673"/>
                  <dgm:constr type="w" for="ch" forName="parTx3" refType="w" fact="0.2101"/>
                  <dgm:constr type="h" for="ch" forName="parTx3" refType="h" fact="0.0704"/>
                  <dgm:constr type="ctrX" for="ch" forName="picture3" refType="w" fact="0.5415"/>
                  <dgm:constr type="ctrY" for="ch" forName="picture3" refType="h" fact="0.6644"/>
                  <dgm:constr type="w" for="ch" forName="picture3" refType="w" fact="0.0974"/>
                  <dgm:constr type="h" for="ch" forName="picture3" refType="h" fact="0.1218"/>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6132"/>
                  <dgm:constr type="t" for="ch" forName="parTx4" refType="h" fact="0.538"/>
                  <dgm:constr type="w" for="ch" forName="parTx4" refType="w" fact="0.2101"/>
                  <dgm:constr type="h" for="ch" forName="parTx4" refType="h" fact="0.0704"/>
                  <dgm:constr type="ctrX" for="ch" forName="picture4" refType="w" fact="0.6037"/>
                  <dgm:constr type="ctrY" for="ch" forName="picture4" refType="h" fact="0.5294"/>
                  <dgm:constr type="w" for="ch" forName="picture4" refType="w" fact="0.0974"/>
                  <dgm:constr type="h" for="ch" forName="picture4" refType="h" fact="0.1218"/>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576"/>
                  <dgm:constr type="t" for="ch" forName="parTx5" refType="h" fact="0.3951"/>
                  <dgm:constr type="w" for="ch" forName="parTx5" refType="w" fact="0.2101"/>
                  <dgm:constr type="h" for="ch" forName="parTx5" refType="h" fact="0.0704"/>
                  <dgm:constr type="ctrX" for="ch" forName="picture5" refType="w" fact="0.648"/>
                  <dgm:constr type="ctrY" for="ch" forName="picture5" refType="h" fact="0.3864"/>
                  <dgm:constr type="w" for="ch" forName="picture5" refType="w" fact="0.0974"/>
                  <dgm:constr type="h" for="ch" forName="picture5" refType="h" fact="0.1218"/>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828"/>
                  <dgm:constr type="t" for="ch" forName="parTx6" refType="h" fact="0.2531"/>
                  <dgm:constr type="w" for="ch" forName="parTx6" refType="w" fact="0.2101"/>
                  <dgm:constr type="h" for="ch" forName="parTx6" refType="h" fact="0.0704"/>
                  <dgm:constr type="ctrX" for="ch" forName="picture6" refType="w" fact="0.6733"/>
                  <dgm:constr type="ctrY" for="ch" forName="picture6" refType="h" fact="0.2444"/>
                  <dgm:constr type="w" for="ch" forName="picture6" refType="w" fact="0.0974"/>
                  <dgm:constr type="h" for="ch" forName="picture6" refType="h" fact="0.1218"/>
                  <dgm:constr type="l" for="ch" forName="desTx6" refType="r" refFor="ch" refForName="parTx6"/>
                  <dgm:constr type="r" for="ch" forName="desTx6" refType="w"/>
                  <dgm:constr type="t" for="ch" forName="desTx6" refType="t" refFor="ch" refForName="parTx6"/>
                  <dgm:constr type="h" for="ch" forName="desTx6" refType="h" refFor="ch" refForName="parTx6"/>
                  <dgm:constr type="l" for="ch" forName="parTx7" refType="w" fact="0.6966"/>
                  <dgm:constr type="t" for="ch" forName="parTx7" refType="h" fact="0.1162"/>
                  <dgm:constr type="w" for="ch" forName="parTx7" refType="w" fact="0.2101"/>
                  <dgm:constr type="h" for="ch" forName="parTx7" refType="h" fact="0.0704"/>
                  <dgm:constr type="ctrX" for="ch" forName="picture7" refType="w" fact="0.6871"/>
                  <dgm:constr type="ctrY" for="ch" forName="picture7" refType="h" fact="0.1075"/>
                  <dgm:constr type="w" for="ch" forName="picture7" refType="w" fact="0.0974"/>
                  <dgm:constr type="h" for="ch" forName="picture7" refType="h" fact="0.1218"/>
                  <dgm:constr type="l" for="ch" forName="desTx7" refType="r" refFor="ch" refForName="parTx7"/>
                  <dgm:constr type="r" for="ch" forName="desTx7" refType="w"/>
                  <dgm:constr type="t" for="ch" forName="desTx7" refType="t" refFor="ch" refForName="parTx7"/>
                  <dgm:constr type="h" for="ch" forName="desTx7" refType="h" refFor="ch" refForName="parTx7"/>
                </dgm:constrLst>
              </dgm:if>
              <dgm:else name="Name67">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4459"/>
                  <dgm:constr type="ctrY" for="ch" forName="dot1" refType="h" fact="0.8342"/>
                  <dgm:constr type="w" for="ch" forName="dot1" refType="userD"/>
                  <dgm:constr type="h" for="ch" forName="dot1" refType="userD"/>
                  <dgm:constr type="ctrX" for="ch" forName="dot2" refType="w" fact="0.4244"/>
                  <dgm:constr type="ctrY" for="ch" forName="dot2" refType="h" fact="0.8448"/>
                  <dgm:constr type="w" for="ch" forName="dot2" refType="userD"/>
                  <dgm:constr type="h" for="ch" forName="dot2" refType="userD"/>
                  <dgm:constr type="ctrX" for="ch" forName="dot3" refType="w" fact="0.4026"/>
                  <dgm:constr type="ctrY" for="ch" forName="dot3" refType="h" fact="0.8539"/>
                  <dgm:constr type="w" for="ch" forName="dot3" refType="userD"/>
                  <dgm:constr type="h" for="ch" forName="dot3" refType="userD"/>
                  <dgm:constr type="ctrX" for="ch" forName="dot4" refType="w" fact="0.3806"/>
                  <dgm:constr type="ctrY" for="ch" forName="dot4" refType="h" fact="0.8615"/>
                  <dgm:constr type="w" for="ch" forName="dot4" refType="userD"/>
                  <dgm:constr type="h" for="ch" forName="dot4" refType="userD"/>
                  <dgm:constr type="ctrX" for="ch" forName="dot5" refType="w" fact="0.3584"/>
                  <dgm:constr type="ctrY" for="ch" forName="dot5" refType="h" fact="0.8676"/>
                  <dgm:constr type="w" for="ch" forName="dot5" refType="userD"/>
                  <dgm:constr type="h" for="ch" forName="dot5" refType="userD"/>
                  <dgm:constr type="ctrX" for="ch" forName="dot6" refType="w" fact="0.5803"/>
                  <dgm:constr type="ctrY" for="ch" forName="dot6" refType="h" fact="0.7255"/>
                  <dgm:constr type="w" for="ch" forName="dot6" refType="userD"/>
                  <dgm:constr type="h" for="ch" forName="dot6" refType="userD"/>
                  <dgm:constr type="ctrX" for="ch" forName="dot7" refType="w" fact="0.5618"/>
                  <dgm:constr type="ctrY" for="ch" forName="dot7" refType="h" fact="0.7454"/>
                  <dgm:constr type="w" for="ch" forName="dot7" refType="userD"/>
                  <dgm:constr type="h" for="ch" forName="dot7" refType="userD"/>
                  <dgm:constr type="ctrX" for="ch" forName="dot8" refType="w" fact="0.6656"/>
                  <dgm:constr type="ctrY" for="ch" forName="dot8" refType="h" fact="0.6026"/>
                  <dgm:constr type="w" for="ch" forName="dot8" refType="userD"/>
                  <dgm:constr type="h" for="ch" forName="dot8" refType="userD"/>
                  <dgm:constr type="ctrX" for="ch" forName="dot9" refType="w" fact="0.7266"/>
                  <dgm:constr type="ctrY" for="ch" forName="dot9" refType="h" fact="0.4632"/>
                  <dgm:constr type="w" for="ch" forName="dot9" refType="userD"/>
                  <dgm:constr type="h" for="ch" forName="dot9" refType="userD"/>
                  <dgm:constr type="ctrX" for="ch" forName="dot10" refType="w" fact="0.7643"/>
                  <dgm:constr type="ctrY" for="ch" forName="dot10" refType="h" fact="0.3187"/>
                  <dgm:constr type="w" for="ch" forName="dot10" refType="userD"/>
                  <dgm:constr type="h" for="ch" forName="dot10" refType="userD"/>
                  <dgm:constr type="ctrX" for="ch" forName="dot11" refType="w" fact="0.7816"/>
                  <dgm:constr type="ctrY" for="ch" forName="dot11" refType="h" fact="0.1763"/>
                  <dgm:constr type="w" for="ch" forName="dot11" refType="userD"/>
                  <dgm:constr type="h" for="ch" forName="dot11" refType="userD"/>
                  <dgm:constr type="ctrX" for="ch" forName="dotArrow1" refType="w" fact="0.7558"/>
                  <dgm:constr type="ctrY" for="ch" forName="dotArrow1" refType="h" fact="-0.0099"/>
                  <dgm:constr type="w" for="ch" forName="dotArrow1" refType="userD"/>
                  <dgm:constr type="h" for="ch" forName="dotArrow1" refType="userD"/>
                  <dgm:constr type="ctrX" for="ch" forName="dotArrow2" refType="w" fact="0.7725"/>
                  <dgm:constr type="ctrY" for="ch" forName="dotArrow2" refType="h" fact="-0.0239"/>
                  <dgm:constr type="w" for="ch" forName="dotArrow2" refType="userD"/>
                  <dgm:constr type="h" for="ch" forName="dotArrow2" refType="userD"/>
                  <dgm:constr type="ctrX" for="ch" forName="dotArrow3" refType="w" fact="0.7892"/>
                  <dgm:constr type="ctrY" for="ch" forName="dotArrow3" refType="h" fact="-0.0378"/>
                  <dgm:constr type="w" for="ch" forName="dotArrow3" refType="userD"/>
                  <dgm:constr type="h" for="ch" forName="dotArrow3" refType="userD"/>
                  <dgm:constr type="ctrX" for="ch" forName="dotArrow4" refType="w" fact="0.8058"/>
                  <dgm:constr type="ctrY" for="ch" forName="dotArrow4" refType="h" fact="-0.0239"/>
                  <dgm:constr type="w" for="ch" forName="dotArrow4" refType="userD"/>
                  <dgm:constr type="h" for="ch" forName="dotArrow4" refType="userD"/>
                  <dgm:constr type="ctrX" for="ch" forName="dotArrow5" refType="w" fact="0.8225"/>
                  <dgm:constr type="ctrY" for="ch" forName="dotArrow5" refType="h" fact="-0.0099"/>
                  <dgm:constr type="w" for="ch" forName="dotArrow5" refType="userD"/>
                  <dgm:constr type="h" for="ch" forName="dotArrow5" refType="userD"/>
                  <dgm:constr type="ctrX" for="ch" forName="dotArrow6" refType="w" fact="0.7892"/>
                  <dgm:constr type="ctrY" for="ch" forName="dotArrow6" refType="h" fact="-0.0084"/>
                  <dgm:constr type="w" for="ch" forName="dotArrow6" refType="userD"/>
                  <dgm:constr type="h" for="ch" forName="dotArrow6" refType="userD"/>
                  <dgm:constr type="ctrX" for="ch" forName="dotArrow7" refType="w" fact="0.7892"/>
                  <dgm:constr type="ctrY" for="ch" forName="dotArrow7" refType="h" fact="0.0211"/>
                  <dgm:constr type="w" for="ch" forName="dotArrow7" refType="userD"/>
                  <dgm:constr type="h" for="ch" forName="dotArrow7" refType="userD"/>
                  <dgm:constr type="l" for="ch" forName="parTx1" refType="w" fact="0.2915"/>
                  <dgm:constr type="t" for="ch" forName="parTx1" refType="h" fact="0.8845"/>
                  <dgm:constr type="w" for="ch" forName="parTx1" refType="w" fact="0.2396"/>
                  <dgm:constr type="h" for="ch" forName="parTx1" refType="h" fact="0.0704"/>
                  <dgm:constr type="ctrX" for="ch" forName="picture1" refType="w" fact="0.2806"/>
                  <dgm:constr type="ctrY" for="ch" forName="picture1" refType="h" fact="0.8769"/>
                  <dgm:constr type="w" for="ch" forName="picture1" refType="w" fact="0.1111"/>
                  <dgm:constr type="h" for="ch" forName="picture1" refType="h" fact="0.1218"/>
                  <dgm:constr type="l" for="ch" forName="parTx2" refType="w" fact="0.5172"/>
                  <dgm:constr type="t" for="ch" forName="parTx2" refType="h" fact="0.7946"/>
                  <dgm:constr type="w" for="ch" forName="parTx2" refType="w" fact="0.2396"/>
                  <dgm:constr type="h" for="ch" forName="parTx2" refType="h" fact="0.0704"/>
                  <dgm:constr type="ctrX" for="ch" forName="picture2" refType="w" fact="0.5063"/>
                  <dgm:constr type="ctrY" for="ch" forName="picture2" refType="h" fact="0.787"/>
                  <dgm:constr type="w" for="ch" forName="picture2" refType="w" fact="0.1111"/>
                  <dgm:constr type="h" for="ch" forName="picture2" refType="h" fact="0.1218"/>
                  <dgm:constr type="l" for="ch" forName="parTx3" refType="w" fact="0.6285"/>
                  <dgm:constr type="t" for="ch" forName="parTx3" refType="h" fact="0.672"/>
                  <dgm:constr type="w" for="ch" forName="parTx3" refType="w" fact="0.2396"/>
                  <dgm:constr type="h" for="ch" forName="parTx3" refType="h" fact="0.0704"/>
                  <dgm:constr type="ctrX" for="ch" forName="picture3" refType="w" fact="0.6176"/>
                  <dgm:constr type="ctrY" for="ch" forName="picture3" refType="h" fact="0.6644"/>
                  <dgm:constr type="w" for="ch" forName="picture3" refType="w" fact="0.1111"/>
                  <dgm:constr type="h" for="ch" forName="picture3" refType="h" fact="0.1218"/>
                  <dgm:constr type="l" for="ch" forName="parTx4" refType="w" fact="0.6994"/>
                  <dgm:constr type="t" for="ch" forName="parTx4" refType="h" fact="0.5369"/>
                  <dgm:constr type="w" for="ch" forName="parTx4" refType="w" fact="0.2396"/>
                  <dgm:constr type="h" for="ch" forName="parTx4" refType="h" fact="0.0704"/>
                  <dgm:constr type="ctrX" for="ch" forName="picture4" refType="w" fact="0.6885"/>
                  <dgm:constr type="ctrY" for="ch" forName="picture4" refType="h" fact="0.5294"/>
                  <dgm:constr type="w" for="ch" forName="picture4" refType="w" fact="0.1111"/>
                  <dgm:constr type="h" for="ch" forName="picture4" refType="h" fact="0.1218"/>
                  <dgm:constr type="l" for="ch" forName="parTx5" refType="w" fact="0.75"/>
                  <dgm:constr type="t" for="ch" forName="parTx5" refType="h" fact="0.394"/>
                  <dgm:constr type="w" for="ch" forName="parTx5" refType="w" fact="0.2396"/>
                  <dgm:constr type="h" for="ch" forName="parTx5" refType="h" fact="0.0704"/>
                  <dgm:constr type="ctrX" for="ch" forName="picture5" refType="w" fact="0.7391"/>
                  <dgm:constr type="ctrY" for="ch" forName="picture5" refType="h" fact="0.3864"/>
                  <dgm:constr type="w" for="ch" forName="picture5" refType="w" fact="0.1111"/>
                  <dgm:constr type="h" for="ch" forName="picture5" refType="h" fact="0.1218"/>
                  <dgm:constr type="l" for="ch" forName="parTx6" refType="w" fact="0.7788"/>
                  <dgm:constr type="t" for="ch" forName="parTx6" refType="h" fact="0.252"/>
                  <dgm:constr type="w" for="ch" forName="parTx6" refType="w" fact="0.2396"/>
                  <dgm:constr type="h" for="ch" forName="parTx6" refType="h" fact="0.0704"/>
                  <dgm:constr type="ctrX" for="ch" forName="picture6" refType="w" fact="0.7679"/>
                  <dgm:constr type="ctrY" for="ch" forName="picture6" refType="h" fact="0.2444"/>
                  <dgm:constr type="w" for="ch" forName="picture6" refType="w" fact="0.1111"/>
                  <dgm:constr type="h" for="ch" forName="picture6" refType="h" fact="0.1218"/>
                  <dgm:constr type="l" for="ch" forName="parTx7" refType="w" fact="0.7945"/>
                  <dgm:constr type="t" for="ch" forName="parTx7" refType="h" fact="0.1151"/>
                  <dgm:constr type="w" for="ch" forName="parTx7" refType="w" fact="0.2396"/>
                  <dgm:constr type="h" for="ch" forName="parTx7" refType="h" fact="0.0704"/>
                  <dgm:constr type="ctrX" for="ch" forName="picture7" refType="w" fact="0.7836"/>
                  <dgm:constr type="ctrY" for="ch" forName="picture7" refType="h" fact="0.1075"/>
                  <dgm:constr type="w" for="ch" forName="picture7" refType="w" fact="0.1111"/>
                  <dgm:constr type="h" for="ch" forName="picture7" refType="h" fact="0.1218"/>
                </dgm:constrLst>
              </dgm:else>
            </dgm:choose>
          </dgm:if>
          <dgm:else name="Name68">
            <dgm:choose name="Name69">
              <dgm:if name="Name70"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6091"/>
                  <dgm:constr type="ctrY" for="ch" forName="dot1" refType="h" fact="0.8342"/>
                  <dgm:constr type="w" for="ch" forName="dot1" refType="userD"/>
                  <dgm:constr type="h" for="ch" forName="dot1" refType="userD"/>
                  <dgm:constr type="ctrX" for="ch" forName="dot2" refType="w" fact="0.6279"/>
                  <dgm:constr type="ctrY" for="ch" forName="dot2" refType="h" fact="0.8448"/>
                  <dgm:constr type="w" for="ch" forName="dot2" refType="userD"/>
                  <dgm:constr type="h" for="ch" forName="dot2" refType="userD"/>
                  <dgm:constr type="ctrX" for="ch" forName="dot3" refType="w" fact="0.647"/>
                  <dgm:constr type="ctrY" for="ch" forName="dot3" refType="h" fact="0.8539"/>
                  <dgm:constr type="w" for="ch" forName="dot3" refType="userD"/>
                  <dgm:constr type="h" for="ch" forName="dot3" refType="userD"/>
                  <dgm:constr type="ctrX" for="ch" forName="dot4" refType="w" fact="0.6663"/>
                  <dgm:constr type="ctrY" for="ch" forName="dot4" refType="h" fact="0.8615"/>
                  <dgm:constr type="w" for="ch" forName="dot4" refType="userD"/>
                  <dgm:constr type="h" for="ch" forName="dot4" refType="userD"/>
                  <dgm:constr type="ctrX" for="ch" forName="dot5" refType="w" fact="0.6858"/>
                  <dgm:constr type="ctrY" for="ch" forName="dot5" refType="h" fact="0.8676"/>
                  <dgm:constr type="w" for="ch" forName="dot5" refType="userD"/>
                  <dgm:constr type="h" for="ch" forName="dot5" refType="userD"/>
                  <dgm:constr type="ctrX" for="ch" forName="dot6" refType="w" fact="0.4912"/>
                  <dgm:constr type="ctrY" for="ch" forName="dot6" refType="h" fact="0.7255"/>
                  <dgm:constr type="w" for="ch" forName="dot6" refType="userD"/>
                  <dgm:constr type="h" for="ch" forName="dot6" refType="userD"/>
                  <dgm:constr type="ctrX" for="ch" forName="dot7" refType="w" fact="0.5074"/>
                  <dgm:constr type="ctrY" for="ch" forName="dot7" refType="h" fact="0.7454"/>
                  <dgm:constr type="w" for="ch" forName="dot7" refType="userD"/>
                  <dgm:constr type="h" for="ch" forName="dot7" refType="userD"/>
                  <dgm:constr type="ctrX" for="ch" forName="dot8" refType="w" fact="0.4164"/>
                  <dgm:constr type="ctrY" for="ch" forName="dot8" refType="h" fact="0.6026"/>
                  <dgm:constr type="w" for="ch" forName="dot8" refType="userD"/>
                  <dgm:constr type="h" for="ch" forName="dot8" refType="userD"/>
                  <dgm:constr type="ctrX" for="ch" forName="dot9" refType="w" fact="0.3629"/>
                  <dgm:constr type="ctrY" for="ch" forName="dot9" refType="h" fact="0.4632"/>
                  <dgm:constr type="w" for="ch" forName="dot9" refType="userD"/>
                  <dgm:constr type="h" for="ch" forName="dot9" refType="userD"/>
                  <dgm:constr type="ctrX" for="ch" forName="dot10" refType="w" fact="0.3299"/>
                  <dgm:constr type="ctrY" for="ch" forName="dot10" refType="h" fact="0.3187"/>
                  <dgm:constr type="w" for="ch" forName="dot10" refType="userD"/>
                  <dgm:constr type="h" for="ch" forName="dot10" refType="userD"/>
                  <dgm:constr type="ctrX" for="ch" forName="dot11" refType="w" fact="0.3147"/>
                  <dgm:constr type="ctrY" for="ch" forName="dot11" refType="h" fact="0.1763"/>
                  <dgm:constr type="w" for="ch" forName="dot11" refType="userD"/>
                  <dgm:constr type="h" for="ch" forName="dot11" refType="userD"/>
                  <dgm:constr type="ctrX" for="ch" forName="dotArrow1" refType="w" fact="0.3373"/>
                  <dgm:constr type="ctrY" for="ch" forName="dotArrow1" refType="h" fact="-0.0099"/>
                  <dgm:constr type="w" for="ch" forName="dotArrow1" refType="userD"/>
                  <dgm:constr type="h" for="ch" forName="dotArrow1" refType="userD"/>
                  <dgm:constr type="ctrX" for="ch" forName="dotArrow2" refType="w" fact="0.3227"/>
                  <dgm:constr type="ctrY" for="ch" forName="dotArrow2" refType="h" fact="-0.0239"/>
                  <dgm:constr type="w" for="ch" forName="dotArrow2" refType="userD"/>
                  <dgm:constr type="h" for="ch" forName="dotArrow2" refType="userD"/>
                  <dgm:constr type="ctrX" for="ch" forName="dotArrow3" refType="w" fact="0.3081"/>
                  <dgm:constr type="ctrY" for="ch" forName="dotArrow3" refType="h" fact="-0.0378"/>
                  <dgm:constr type="w" for="ch" forName="dotArrow3" refType="userD"/>
                  <dgm:constr type="h" for="ch" forName="dotArrow3" refType="userD"/>
                  <dgm:constr type="ctrX" for="ch" forName="dotArrow4" refType="w" fact="0.2935"/>
                  <dgm:constr type="ctrY" for="ch" forName="dotArrow4" refType="h" fact="-0.0239"/>
                  <dgm:constr type="w" for="ch" forName="dotArrow4" refType="userD"/>
                  <dgm:constr type="h" for="ch" forName="dotArrow4" refType="userD"/>
                  <dgm:constr type="ctrX" for="ch" forName="dotArrow5" refType="w" fact="0.2788"/>
                  <dgm:constr type="ctrY" for="ch" forName="dotArrow5" refType="h" fact="-0.0099"/>
                  <dgm:constr type="w" for="ch" forName="dotArrow5" refType="userD"/>
                  <dgm:constr type="h" for="ch" forName="dotArrow5" refType="userD"/>
                  <dgm:constr type="ctrX" for="ch" forName="dotArrow6" refType="w" fact="0.3081"/>
                  <dgm:constr type="ctrY" for="ch" forName="dotArrow6" refType="h" fact="-0.0084"/>
                  <dgm:constr type="w" for="ch" forName="dotArrow6" refType="userD"/>
                  <dgm:constr type="h" for="ch" forName="dotArrow6" refType="userD"/>
                  <dgm:constr type="ctrX" for="ch" forName="dotArrow7" refType="w" fact="0.3081"/>
                  <dgm:constr type="ctrY" for="ch" forName="dotArrow7" refType="h" fact="0.0211"/>
                  <dgm:constr type="w" for="ch" forName="dotArrow7" refType="userD"/>
                  <dgm:constr type="h" for="ch" forName="dotArrow7" refType="userD"/>
                  <dgm:constr type="r" for="ch" forName="parTx1" refType="w" fact="0.7444"/>
                  <dgm:constr type="t" for="ch" forName="parTx1" refType="h" fact="0.8856"/>
                  <dgm:constr type="w" for="ch" forName="parTx1" refType="w" fact="0.2101"/>
                  <dgm:constr type="h" for="ch" forName="parTx1" refType="h" fact="0.0704"/>
                  <dgm:constr type="ctrX" for="ch" forName="picture1" refType="w" fact="0.754"/>
                  <dgm:constr type="ctrY" for="ch" forName="picture1" refType="h" fact="0.8769"/>
                  <dgm:constr type="w" for="ch" forName="picture1" refType="w" fact="0.0974"/>
                  <dgm:constr type="h" for="ch" forName="picture1" refType="h" fact="0.121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465"/>
                  <dgm:constr type="t" for="ch" forName="parTx2" refType="h" fact="0.7956"/>
                  <dgm:constr type="w" for="ch" forName="parTx2" refType="w" fact="0.2101"/>
                  <dgm:constr type="h" for="ch" forName="parTx2" refType="h" fact="0.0704"/>
                  <dgm:constr type="ctrX" for="ch" forName="picture2" refType="w" fact="0.5561"/>
                  <dgm:constr type="ctrY" for="ch" forName="picture2" refType="h" fact="0.787"/>
                  <dgm:constr type="w" for="ch" forName="picture2" refType="w" fact="0.0974"/>
                  <dgm:constr type="h" for="ch" forName="picture2" refType="h" fact="0.1218"/>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489"/>
                  <dgm:constr type="t" for="ch" forName="parTx3" refType="h" fact="0.673"/>
                  <dgm:constr type="w" for="ch" forName="parTx3" refType="w" fact="0.2101"/>
                  <dgm:constr type="h" for="ch" forName="parTx3" refType="h" fact="0.0704"/>
                  <dgm:constr type="ctrX" for="ch" forName="picture3" refType="w" fact="0.4585"/>
                  <dgm:constr type="ctrY" for="ch" forName="picture3" refType="h" fact="0.6644"/>
                  <dgm:constr type="w" for="ch" forName="picture3" refType="w" fact="0.0974"/>
                  <dgm:constr type="h" for="ch" forName="picture3" refType="h" fact="0.1218"/>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3868"/>
                  <dgm:constr type="t" for="ch" forName="parTx4" refType="h" fact="0.538"/>
                  <dgm:constr type="w" for="ch" forName="parTx4" refType="w" fact="0.2101"/>
                  <dgm:constr type="h" for="ch" forName="parTx4" refType="h" fact="0.0704"/>
                  <dgm:constr type="ctrX" for="ch" forName="picture4" refType="w" fact="0.3963"/>
                  <dgm:constr type="ctrY" for="ch" forName="picture4" refType="h" fact="0.5294"/>
                  <dgm:constr type="w" for="ch" forName="picture4" refType="w" fact="0.0974"/>
                  <dgm:constr type="h" for="ch" forName="picture4" refType="h" fact="0.1218"/>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424"/>
                  <dgm:constr type="t" for="ch" forName="parTx5" refType="h" fact="0.3951"/>
                  <dgm:constr type="w" for="ch" forName="parTx5" refType="w" fact="0.2101"/>
                  <dgm:constr type="h" for="ch" forName="parTx5" refType="h" fact="0.0704"/>
                  <dgm:constr type="ctrX" for="ch" forName="picture5" refType="w" fact="0.352"/>
                  <dgm:constr type="ctrY" for="ch" forName="picture5" refType="h" fact="0.3864"/>
                  <dgm:constr type="w" for="ch" forName="picture5" refType="w" fact="0.0974"/>
                  <dgm:constr type="h" for="ch" forName="picture5" refType="h" fact="0.1218"/>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172"/>
                  <dgm:constr type="t" for="ch" forName="parTx6" refType="h" fact="0.2531"/>
                  <dgm:constr type="w" for="ch" forName="parTx6" refType="w" fact="0.2101"/>
                  <dgm:constr type="h" for="ch" forName="parTx6" refType="h" fact="0.0704"/>
                  <dgm:constr type="ctrX" for="ch" forName="picture6" refType="w" fact="0.3267"/>
                  <dgm:constr type="ctrY" for="ch" forName="picture6" refType="h" fact="0.2444"/>
                  <dgm:constr type="w" for="ch" forName="picture6" refType="w" fact="0.0974"/>
                  <dgm:constr type="h" for="ch" forName="picture6" refType="h" fact="0.1218"/>
                  <dgm:constr type="r" for="ch" forName="desTx6" refType="l" refFor="ch" refForName="parTx6"/>
                  <dgm:constr type="l" for="ch" forName="desTx6"/>
                  <dgm:constr type="t" for="ch" forName="desTx6" refType="t" refFor="ch" refForName="parTx6"/>
                  <dgm:constr type="h" for="ch" forName="desTx6" refType="h" refFor="ch" refForName="parTx6"/>
                  <dgm:constr type="r" for="ch" forName="parTx7" refType="w" fact="0.3034"/>
                  <dgm:constr type="t" for="ch" forName="parTx7" refType="h" fact="0.1162"/>
                  <dgm:constr type="w" for="ch" forName="parTx7" refType="w" fact="0.2101"/>
                  <dgm:constr type="h" for="ch" forName="parTx7" refType="h" fact="0.0704"/>
                  <dgm:constr type="ctrX" for="ch" forName="picture7" refType="w" fact="0.3129"/>
                  <dgm:constr type="ctrY" for="ch" forName="picture7" refType="h" fact="0.1075"/>
                  <dgm:constr type="w" for="ch" forName="picture7" refType="w" fact="0.0974"/>
                  <dgm:constr type="h" for="ch" forName="picture7" refType="h" fact="0.1218"/>
                  <dgm:constr type="r" for="ch" forName="desTx7" refType="l" refFor="ch" refForName="parTx7"/>
                  <dgm:constr type="l" for="ch" forName="desTx7"/>
                  <dgm:constr type="t" for="ch" forName="desTx7" refType="t" refFor="ch" refForName="parTx7"/>
                  <dgm:constr type="h" for="ch" forName="desTx7" refType="h" refFor="ch" refForName="parTx7"/>
                </dgm:constrLst>
              </dgm:if>
              <dgm:else name="Name71">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5541"/>
                  <dgm:constr type="ctrY" for="ch" forName="dot1" refType="h" fact="0.8342"/>
                  <dgm:constr type="w" for="ch" forName="dot1" refType="userD"/>
                  <dgm:constr type="h" for="ch" forName="dot1" refType="userD"/>
                  <dgm:constr type="ctrX" for="ch" forName="dot2" refType="w" fact="0.5756"/>
                  <dgm:constr type="ctrY" for="ch" forName="dot2" refType="h" fact="0.8448"/>
                  <dgm:constr type="w" for="ch" forName="dot2" refType="userD"/>
                  <dgm:constr type="h" for="ch" forName="dot2" refType="userD"/>
                  <dgm:constr type="ctrX" for="ch" forName="dot3" refType="w" fact="0.5974"/>
                  <dgm:constr type="ctrY" for="ch" forName="dot3" refType="h" fact="0.8539"/>
                  <dgm:constr type="w" for="ch" forName="dot3" refType="userD"/>
                  <dgm:constr type="h" for="ch" forName="dot3" refType="userD"/>
                  <dgm:constr type="ctrX" for="ch" forName="dot4" refType="w" fact="0.6194"/>
                  <dgm:constr type="ctrY" for="ch" forName="dot4" refType="h" fact="0.8615"/>
                  <dgm:constr type="w" for="ch" forName="dot4" refType="userD"/>
                  <dgm:constr type="h" for="ch" forName="dot4" refType="userD"/>
                  <dgm:constr type="ctrX" for="ch" forName="dot5" refType="w" fact="0.6416"/>
                  <dgm:constr type="ctrY" for="ch" forName="dot5" refType="h" fact="0.8676"/>
                  <dgm:constr type="w" for="ch" forName="dot5" refType="userD"/>
                  <dgm:constr type="h" for="ch" forName="dot5" refType="userD"/>
                  <dgm:constr type="ctrX" for="ch" forName="dot6" refType="w" fact="0.4197"/>
                  <dgm:constr type="ctrY" for="ch" forName="dot6" refType="h" fact="0.7255"/>
                  <dgm:constr type="w" for="ch" forName="dot6" refType="userD"/>
                  <dgm:constr type="h" for="ch" forName="dot6" refType="userD"/>
                  <dgm:constr type="ctrX" for="ch" forName="dot7" refType="w" fact="0.4382"/>
                  <dgm:constr type="ctrY" for="ch" forName="dot7" refType="h" fact="0.7454"/>
                  <dgm:constr type="w" for="ch" forName="dot7" refType="userD"/>
                  <dgm:constr type="h" for="ch" forName="dot7" refType="userD"/>
                  <dgm:constr type="ctrX" for="ch" forName="dot8" refType="w" fact="0.3344"/>
                  <dgm:constr type="ctrY" for="ch" forName="dot8" refType="h" fact="0.6026"/>
                  <dgm:constr type="w" for="ch" forName="dot8" refType="userD"/>
                  <dgm:constr type="h" for="ch" forName="dot8" refType="userD"/>
                  <dgm:constr type="ctrX" for="ch" forName="dot9" refType="w" fact="0.2734"/>
                  <dgm:constr type="ctrY" for="ch" forName="dot9" refType="h" fact="0.4632"/>
                  <dgm:constr type="w" for="ch" forName="dot9" refType="userD"/>
                  <dgm:constr type="h" for="ch" forName="dot9" refType="userD"/>
                  <dgm:constr type="ctrX" for="ch" forName="dot10" refType="w" fact="0.2357"/>
                  <dgm:constr type="ctrY" for="ch" forName="dot10" refType="h" fact="0.3187"/>
                  <dgm:constr type="w" for="ch" forName="dot10" refType="userD"/>
                  <dgm:constr type="h" for="ch" forName="dot10" refType="userD"/>
                  <dgm:constr type="ctrX" for="ch" forName="dot11" refType="w" fact="0.2184"/>
                  <dgm:constr type="ctrY" for="ch" forName="dot11" refType="h" fact="0.1763"/>
                  <dgm:constr type="w" for="ch" forName="dot11" refType="userD"/>
                  <dgm:constr type="h" for="ch" forName="dot11" refType="userD"/>
                  <dgm:constr type="ctrX" for="ch" forName="dotArrow1" refType="w" fact="0.2442"/>
                  <dgm:constr type="ctrY" for="ch" forName="dotArrow1" refType="h" fact="-0.0099"/>
                  <dgm:constr type="w" for="ch" forName="dotArrow1" refType="userD"/>
                  <dgm:constr type="h" for="ch" forName="dotArrow1" refType="userD"/>
                  <dgm:constr type="ctrX" for="ch" forName="dotArrow2" refType="w" fact="0.2275"/>
                  <dgm:constr type="ctrY" for="ch" forName="dotArrow2" refType="h" fact="-0.0239"/>
                  <dgm:constr type="w" for="ch" forName="dotArrow2" refType="userD"/>
                  <dgm:constr type="h" for="ch" forName="dotArrow2" refType="userD"/>
                  <dgm:constr type="ctrX" for="ch" forName="dotArrow3" refType="w" fact="0.2108"/>
                  <dgm:constr type="ctrY" for="ch" forName="dotArrow3" refType="h" fact="-0.0378"/>
                  <dgm:constr type="w" for="ch" forName="dotArrow3" refType="userD"/>
                  <dgm:constr type="h" for="ch" forName="dotArrow3" refType="userD"/>
                  <dgm:constr type="ctrX" for="ch" forName="dotArrow4" refType="w" fact="0.1942"/>
                  <dgm:constr type="ctrY" for="ch" forName="dotArrow4" refType="h" fact="-0.0239"/>
                  <dgm:constr type="w" for="ch" forName="dotArrow4" refType="userD"/>
                  <dgm:constr type="h" for="ch" forName="dotArrow4" refType="userD"/>
                  <dgm:constr type="ctrX" for="ch" forName="dotArrow5" refType="w" fact="0.1775"/>
                  <dgm:constr type="ctrY" for="ch" forName="dotArrow5" refType="h" fact="-0.0099"/>
                  <dgm:constr type="w" for="ch" forName="dotArrow5" refType="userD"/>
                  <dgm:constr type="h" for="ch" forName="dotArrow5" refType="userD"/>
                  <dgm:constr type="ctrX" for="ch" forName="dotArrow6" refType="w" fact="0.2108"/>
                  <dgm:constr type="ctrY" for="ch" forName="dotArrow6" refType="h" fact="-0.0084"/>
                  <dgm:constr type="w" for="ch" forName="dotArrow6" refType="userD"/>
                  <dgm:constr type="h" for="ch" forName="dotArrow6" refType="userD"/>
                  <dgm:constr type="ctrX" for="ch" forName="dotArrow7" refType="w" fact="0.2108"/>
                  <dgm:constr type="ctrY" for="ch" forName="dotArrow7" refType="h" fact="0.0211"/>
                  <dgm:constr type="w" for="ch" forName="dotArrow7" refType="userD"/>
                  <dgm:constr type="h" for="ch" forName="dotArrow7" refType="userD"/>
                  <dgm:constr type="r" for="ch" forName="parTx1" refType="w" fact="0.7085"/>
                  <dgm:constr type="t" for="ch" forName="parTx1" refType="h" fact="0.8845"/>
                  <dgm:constr type="w" for="ch" forName="parTx1" refType="w" fact="0.2396"/>
                  <dgm:constr type="h" for="ch" forName="parTx1" refType="h" fact="0.0704"/>
                  <dgm:constr type="ctrX" for="ch" forName="picture1" refType="w" fact="0.7194"/>
                  <dgm:constr type="ctrY" for="ch" forName="picture1" refType="h" fact="0.8769"/>
                  <dgm:constr type="w" for="ch" forName="picture1" refType="w" fact="0.1111"/>
                  <dgm:constr type="h" for="ch" forName="picture1" refType="h" fact="0.1218"/>
                  <dgm:constr type="r" for="ch" forName="parTx2" refType="w" fact="0.4828"/>
                  <dgm:constr type="t" for="ch" forName="parTx2" refType="h" fact="0.7946"/>
                  <dgm:constr type="w" for="ch" forName="parTx2" refType="w" fact="0.2396"/>
                  <dgm:constr type="h" for="ch" forName="parTx2" refType="h" fact="0.0704"/>
                  <dgm:constr type="ctrX" for="ch" forName="picture2" refType="w" fact="0.4937"/>
                  <dgm:constr type="ctrY" for="ch" forName="picture2" refType="h" fact="0.787"/>
                  <dgm:constr type="w" for="ch" forName="picture2" refType="w" fact="0.1111"/>
                  <dgm:constr type="h" for="ch" forName="picture2" refType="h" fact="0.1218"/>
                  <dgm:constr type="r" for="ch" forName="parTx3" refType="w" fact="0.3715"/>
                  <dgm:constr type="t" for="ch" forName="parTx3" refType="h" fact="0.672"/>
                  <dgm:constr type="w" for="ch" forName="parTx3" refType="w" fact="0.2396"/>
                  <dgm:constr type="h" for="ch" forName="parTx3" refType="h" fact="0.0704"/>
                  <dgm:constr type="ctrX" for="ch" forName="picture3" refType="w" fact="0.3824"/>
                  <dgm:constr type="ctrY" for="ch" forName="picture3" refType="h" fact="0.6644"/>
                  <dgm:constr type="w" for="ch" forName="picture3" refType="w" fact="0.1111"/>
                  <dgm:constr type="h" for="ch" forName="picture3" refType="h" fact="0.1218"/>
                  <dgm:constr type="r" for="ch" forName="parTx4" refType="w" fact="0.3006"/>
                  <dgm:constr type="t" for="ch" forName="parTx4" refType="h" fact="0.5369"/>
                  <dgm:constr type="w" for="ch" forName="parTx4" refType="w" fact="0.2396"/>
                  <dgm:constr type="h" for="ch" forName="parTx4" refType="h" fact="0.0704"/>
                  <dgm:constr type="ctrX" for="ch" forName="picture4" refType="w" fact="0.3115"/>
                  <dgm:constr type="ctrY" for="ch" forName="picture4" refType="h" fact="0.5294"/>
                  <dgm:constr type="w" for="ch" forName="picture4" refType="w" fact="0.1111"/>
                  <dgm:constr type="h" for="ch" forName="picture4" refType="h" fact="0.1218"/>
                  <dgm:constr type="r" for="ch" forName="parTx5" refType="w" fact="0.25"/>
                  <dgm:constr type="t" for="ch" forName="parTx5" refType="h" fact="0.394"/>
                  <dgm:constr type="w" for="ch" forName="parTx5" refType="w" fact="0.2396"/>
                  <dgm:constr type="h" for="ch" forName="parTx5" refType="h" fact="0.0704"/>
                  <dgm:constr type="ctrX" for="ch" forName="picture5" refType="w" fact="0.2609"/>
                  <dgm:constr type="ctrY" for="ch" forName="picture5" refType="h" fact="0.3864"/>
                  <dgm:constr type="w" for="ch" forName="picture5" refType="w" fact="0.1111"/>
                  <dgm:constr type="h" for="ch" forName="picture5" refType="h" fact="0.1218"/>
                  <dgm:constr type="r" for="ch" forName="parTx6" refType="w" fact="0.2212"/>
                  <dgm:constr type="t" for="ch" forName="parTx6" refType="h" fact="0.252"/>
                  <dgm:constr type="w" for="ch" forName="parTx6" refType="w" fact="0.2396"/>
                  <dgm:constr type="h" for="ch" forName="parTx6" refType="h" fact="0.0704"/>
                  <dgm:constr type="ctrX" for="ch" forName="picture6" refType="w" fact="0.2321"/>
                  <dgm:constr type="ctrY" for="ch" forName="picture6" refType="h" fact="0.2444"/>
                  <dgm:constr type="w" for="ch" forName="picture6" refType="w" fact="0.1111"/>
                  <dgm:constr type="h" for="ch" forName="picture6" refType="h" fact="0.1218"/>
                  <dgm:constr type="r" for="ch" forName="parTx7" refType="w" fact="0.2055"/>
                  <dgm:constr type="t" for="ch" forName="parTx7" refType="h" fact="0.1151"/>
                  <dgm:constr type="w" for="ch" forName="parTx7" refType="w" fact="0.2396"/>
                  <dgm:constr type="h" for="ch" forName="parTx7" refType="h" fact="0.0704"/>
                  <dgm:constr type="ctrX" for="ch" forName="picture7" refType="w" fact="0.2164"/>
                  <dgm:constr type="ctrY" for="ch" forName="picture7" refType="h" fact="0.1075"/>
                  <dgm:constr type="w" for="ch" forName="picture7" refType="w" fact="0.1111"/>
                  <dgm:constr type="h" for="ch" forName="picture7" refType="h" fact="0.1218"/>
                </dgm:constrLst>
              </dgm:else>
            </dgm:choose>
          </dgm:else>
        </dgm:choose>
      </dgm:else>
    </dgm:choose>
    <dgm:forEach name="wrapper" axis="self" ptType="parTrans">
      <dgm:forEach name="wrapper2" axis="self" ptType="sibTrans" st="2">
        <dgm:forEach name="imageRepeat" axis="self">
          <dgm:layoutNode name="imageRepeatNode" styleLbl="fgImgPlace1">
            <dgm:alg type="sp"/>
            <dgm:shape xmlns:r="http://schemas.openxmlformats.org/officeDocument/2006/relationships" type="ellipse" r:blip="" blipPhldr="1">
              <dgm:adjLst/>
            </dgm:shape>
            <dgm:presOf axis="self"/>
          </dgm:layoutNode>
        </dgm:forEach>
      </dgm:forEach>
    </dgm:forEach>
    <dgm:choose name="Name72">
      <dgm:if name="Name73" axis="ch" ptType="node" func="cnt" op="gte" val="2">
        <dgm:layoutNode name="dot1" styleLbl="alignNode1">
          <dgm:alg type="sp"/>
          <dgm:shape xmlns:r="http://schemas.openxmlformats.org/officeDocument/2006/relationships" type="ellipse" r:blip="">
            <dgm:adjLst/>
          </dgm:shape>
          <dgm:presOf/>
        </dgm:layoutNode>
        <dgm:layoutNode name="dot2" styleLbl="alignNode1">
          <dgm:alg type="sp"/>
          <dgm:shape xmlns:r="http://schemas.openxmlformats.org/officeDocument/2006/relationships" type="ellipse" r:blip="">
            <dgm:adjLst/>
          </dgm:shape>
          <dgm:presOf/>
        </dgm:layoutNode>
        <dgm:layoutNode name="dot3" styleLbl="alignNode1">
          <dgm:alg type="sp"/>
          <dgm:shape xmlns:r="http://schemas.openxmlformats.org/officeDocument/2006/relationships" type="ellipse" r:blip="">
            <dgm:adjLst/>
          </dgm:shape>
          <dgm:presOf/>
        </dgm:layoutNode>
      </dgm:if>
      <dgm:else name="Name74"/>
    </dgm:choose>
    <dgm:choose name="Name75">
      <dgm:if name="Name76" axis="ch" ptType="node" func="cnt" op="gte" val="3">
        <dgm:layoutNode name="dot4" styleLbl="alignNode1">
          <dgm:alg type="sp"/>
          <dgm:shape xmlns:r="http://schemas.openxmlformats.org/officeDocument/2006/relationships" type="ellipse" r:blip="">
            <dgm:adjLst/>
          </dgm:shape>
          <dgm:presOf/>
        </dgm:layoutNode>
        <dgm:layoutNode name="dot5" styleLbl="alignNode1">
          <dgm:alg type="sp"/>
          <dgm:shape xmlns:r="http://schemas.openxmlformats.org/officeDocument/2006/relationships" type="ellipse" r:blip="">
            <dgm:adjLst/>
          </dgm:shape>
          <dgm:presOf/>
        </dgm:layoutNode>
      </dgm:if>
      <dgm:else name="Name77"/>
    </dgm:choose>
    <dgm:choose name="Name78">
      <dgm:if name="Name79" axis="ch" ptType="node" func="cnt" op="gte" val="4">
        <dgm:layoutNode name="dot6" styleLbl="alignNode1">
          <dgm:alg type="sp"/>
          <dgm:shape xmlns:r="http://schemas.openxmlformats.org/officeDocument/2006/relationships" type="ellipse" r:blip="">
            <dgm:adjLst/>
          </dgm:shape>
          <dgm:presOf/>
        </dgm:layoutNode>
      </dgm:if>
      <dgm:else name="Name80"/>
    </dgm:choose>
    <dgm:choose name="Name81">
      <dgm:if name="Name82" axis="ch" ptType="node" func="cnt" op="gte" val="5">
        <dgm:layoutNode name="dot7" styleLbl="alignNode1">
          <dgm:alg type="sp"/>
          <dgm:shape xmlns:r="http://schemas.openxmlformats.org/officeDocument/2006/relationships" type="ellipse" r:blip="">
            <dgm:adjLst/>
          </dgm:shape>
          <dgm:presOf/>
        </dgm:layoutNode>
        <dgm:layoutNode name="dot8" styleLbl="alignNode1">
          <dgm:alg type="sp"/>
          <dgm:shape xmlns:r="http://schemas.openxmlformats.org/officeDocument/2006/relationships" type="ellipse" r:blip="">
            <dgm:adjLst/>
          </dgm:shape>
          <dgm:presOf/>
        </dgm:layoutNode>
      </dgm:if>
      <dgm:else name="Name83"/>
    </dgm:choose>
    <dgm:choose name="Name84">
      <dgm:if name="Name85" axis="ch" ptType="node" func="cnt" op="gte" val="6">
        <dgm:layoutNode name="dot9" styleLbl="alignNode1">
          <dgm:alg type="sp"/>
          <dgm:shape xmlns:r="http://schemas.openxmlformats.org/officeDocument/2006/relationships" type="ellipse" r:blip="">
            <dgm:adjLst/>
          </dgm:shape>
          <dgm:presOf/>
        </dgm:layoutNode>
        <dgm:layoutNode name="dot10" styleLbl="alignNode1">
          <dgm:alg type="sp"/>
          <dgm:shape xmlns:r="http://schemas.openxmlformats.org/officeDocument/2006/relationships" type="ellipse" r:blip="">
            <dgm:adjLst/>
          </dgm:shape>
          <dgm:presOf/>
        </dgm:layoutNode>
      </dgm:if>
      <dgm:else name="Name86"/>
    </dgm:choose>
    <dgm:choose name="Name87">
      <dgm:if name="Name88" axis="ch" ptType="node" func="cnt" op="gte" val="7">
        <dgm:layoutNode name="dot11" styleLbl="alignNode1">
          <dgm:alg type="sp"/>
          <dgm:shape xmlns:r="http://schemas.openxmlformats.org/officeDocument/2006/relationships" type="ellipse" r:blip="">
            <dgm:adjLst/>
          </dgm:shape>
          <dgm:presOf/>
        </dgm:layoutNode>
      </dgm:if>
      <dgm:else name="Name89"/>
    </dgm:choose>
    <dgm:choose name="Name90">
      <dgm:if name="Name91" axis="ch" ptType="node" func="cnt" op="gte" val="2">
        <dgm:layoutNode name="dotArrow1" styleLbl="alignNode1">
          <dgm:alg type="sp"/>
          <dgm:shape xmlns:r="http://schemas.openxmlformats.org/officeDocument/2006/relationships" type="ellipse" r:blip="">
            <dgm:adjLst/>
          </dgm:shape>
          <dgm:presOf/>
        </dgm:layoutNode>
        <dgm:layoutNode name="dotArrow2" styleLbl="alignNode1">
          <dgm:alg type="sp"/>
          <dgm:shape xmlns:r="http://schemas.openxmlformats.org/officeDocument/2006/relationships" type="ellipse" r:blip="">
            <dgm:adjLst/>
          </dgm:shape>
          <dgm:presOf/>
        </dgm:layoutNode>
        <dgm:layoutNode name="dotArrow3" styleLbl="alignNode1">
          <dgm:alg type="sp"/>
          <dgm:shape xmlns:r="http://schemas.openxmlformats.org/officeDocument/2006/relationships" type="ellipse" r:blip="">
            <dgm:adjLst/>
          </dgm:shape>
          <dgm:presOf/>
        </dgm:layoutNode>
        <dgm:layoutNode name="dotArrow4" styleLbl="alignNode1">
          <dgm:alg type="sp"/>
          <dgm:shape xmlns:r="http://schemas.openxmlformats.org/officeDocument/2006/relationships" type="ellipse" r:blip="">
            <dgm:adjLst/>
          </dgm:shape>
          <dgm:presOf/>
        </dgm:layoutNode>
        <dgm:layoutNode name="dotArrow5" styleLbl="alignNode1">
          <dgm:alg type="sp"/>
          <dgm:shape xmlns:r="http://schemas.openxmlformats.org/officeDocument/2006/relationships" type="ellipse" r:blip="">
            <dgm:adjLst/>
          </dgm:shape>
          <dgm:presOf/>
        </dgm:layoutNode>
        <dgm:layoutNode name="dotArrow6" styleLbl="alignNode1">
          <dgm:alg type="sp"/>
          <dgm:shape xmlns:r="http://schemas.openxmlformats.org/officeDocument/2006/relationships" type="ellipse" r:blip="">
            <dgm:adjLst/>
          </dgm:shape>
          <dgm:presOf/>
        </dgm:layoutNode>
        <dgm:layoutNode name="dotArrow7" styleLbl="alignNode1">
          <dgm:alg type="sp"/>
          <dgm:shape xmlns:r="http://schemas.openxmlformats.org/officeDocument/2006/relationships" type="ellipse" r:blip="">
            <dgm:adjLst/>
          </dgm:shape>
          <dgm:presOf/>
        </dgm:layoutNode>
      </dgm:if>
      <dgm:else name="Name92"/>
    </dgm:choose>
    <dgm:forEach name="Name93" axis="ch" ptType="node" cnt="1">
      <dgm:layoutNode name="parTx1">
        <dgm:choose name="Name94">
          <dgm:if name="Name95" func="var" arg="dir" op="equ" val="norm">
            <dgm:alg type="tx">
              <dgm:param type="parTxLTRAlign" val="l"/>
              <dgm:param type="parTxRTLAlign" val="r"/>
            </dgm:alg>
          </dgm:if>
          <dgm:else name="Name96">
            <dgm:alg type="tx">
              <dgm:param type="parTxLTRAlign" val="r"/>
              <dgm:param type="parTxRTLAlign" val="l"/>
            </dgm:alg>
          </dgm:else>
        </dgm:choose>
        <dgm:shape xmlns:r="http://schemas.openxmlformats.org/officeDocument/2006/relationships" type="roundRect" r:blip="">
          <dgm:adjLst/>
        </dgm:shape>
        <dgm:presOf axis="self" ptType="node"/>
        <dgm:choose name="Name97">
          <dgm:if name="Name98" func="var" arg="dir" op="equ" val="norm">
            <dgm:constrLst>
              <dgm:constr type="lMarg" refType="w" fact="0.6"/>
              <dgm:constr type="rMarg" refType="primFontSz" fact="0.3"/>
              <dgm:constr type="tMarg" refType="primFontSz" fact="0.3"/>
              <dgm:constr type="bMarg" refType="primFontSz" fact="0.3"/>
            </dgm:constrLst>
          </dgm:if>
          <dgm:else name="Name99">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00">
        <dgm:if name="Name101" axis="ch" ptType="node" func="cnt" op="gte" val="1">
          <dgm:layoutNode name="desTx1" styleLbl="revTx">
            <dgm:varLst>
              <dgm:bulletEnabled val="1"/>
            </dgm:varLst>
            <dgm:choose name="Name102">
              <dgm:if name="Name103" func="var" arg="dir" op="equ" val="norm">
                <dgm:choose name="Name104">
                  <dgm:if name="Name105" axis="ch" ptType="node" func="cnt" op="gte" val="2">
                    <dgm:alg type="tx">
                      <dgm:param type="parTxLTRAlign" val="l"/>
                      <dgm:param type="parTxRTLAlign" val="l"/>
                      <dgm:param type="stBulletLvl" val="1"/>
                    </dgm:alg>
                  </dgm:if>
                  <dgm:else name="Name106">
                    <dgm:alg type="tx">
                      <dgm:param type="parTxLTRAlign" val="l"/>
                      <dgm:param type="parTxRTLAlign" val="l"/>
                    </dgm:alg>
                  </dgm:else>
                </dgm:choose>
              </dgm:if>
              <dgm:else name="Name107">
                <dgm:choose name="Name108">
                  <dgm:if name="Name109" axis="ch" ptType="node" func="cnt" op="gte" val="2">
                    <dgm:alg type="tx">
                      <dgm:param type="parTxLTRAlign" val="r"/>
                      <dgm:param type="parTxRTLAlign" val="r"/>
                      <dgm:param type="shpTxLTRAlignCh" val="r"/>
                      <dgm:param type="shpTxRTLAlignCh" val="r"/>
                      <dgm:param type="stBulletLvl" val="1"/>
                    </dgm:alg>
                  </dgm:if>
                  <dgm:else name="Name110">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11"/>
      </dgm:choose>
    </dgm:forEach>
    <dgm:forEach name="Name112" axis="ch" ptType="sibTrans" hideLastTrans="0" cnt="1">
      <dgm:layoutNode name="picture1">
        <dgm:alg type="sp"/>
        <dgm:shape xmlns:r="http://schemas.openxmlformats.org/officeDocument/2006/relationships" r:blip="">
          <dgm:adjLst/>
        </dgm:shape>
        <dgm:presOf/>
        <dgm:constrLst/>
        <dgm:forEach name="Name113" ref="imageRepeat"/>
      </dgm:layoutNode>
    </dgm:forEach>
    <dgm:forEach name="Name114" axis="ch" ptType="node" st="2" cnt="1">
      <dgm:layoutNode name="parTx2">
        <dgm:choose name="Name115">
          <dgm:if name="Name116" func="var" arg="dir" op="equ" val="norm">
            <dgm:alg type="tx">
              <dgm:param type="parTxLTRAlign" val="l"/>
              <dgm:param type="parTxRTLAlign" val="r"/>
            </dgm:alg>
          </dgm:if>
          <dgm:else name="Name117">
            <dgm:alg type="tx">
              <dgm:param type="parTxLTRAlign" val="r"/>
              <dgm:param type="parTxRTLAlign" val="l"/>
            </dgm:alg>
          </dgm:else>
        </dgm:choose>
        <dgm:shape xmlns:r="http://schemas.openxmlformats.org/officeDocument/2006/relationships" type="roundRect" r:blip="">
          <dgm:adjLst/>
        </dgm:shape>
        <dgm:presOf axis="self" ptType="node"/>
        <dgm:choose name="Name118">
          <dgm:if name="Name119" func="var" arg="dir" op="equ" val="norm">
            <dgm:constrLst>
              <dgm:constr type="lMarg" refType="w" fact="0.6"/>
              <dgm:constr type="rMarg" refType="primFontSz" fact="0.3"/>
              <dgm:constr type="tMarg" refType="primFontSz" fact="0.3"/>
              <dgm:constr type="bMarg" refType="primFontSz" fact="0.3"/>
            </dgm:constrLst>
          </dgm:if>
          <dgm:else name="Name120">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21">
        <dgm:if name="Name122" axis="ch" ptType="node" func="cnt" op="gte" val="1">
          <dgm:layoutNode name="desTx2" styleLbl="revTx">
            <dgm:varLst>
              <dgm:bulletEnabled val="1"/>
            </dgm:varLst>
            <dgm:choose name="Name123">
              <dgm:if name="Name124" func="var" arg="dir" op="equ" val="norm">
                <dgm:choose name="Name125">
                  <dgm:if name="Name126" axis="ch" ptType="node" func="cnt" op="gte" val="2">
                    <dgm:alg type="tx">
                      <dgm:param type="parTxLTRAlign" val="l"/>
                      <dgm:param type="parTxRTLAlign" val="l"/>
                      <dgm:param type="stBulletLvl" val="1"/>
                    </dgm:alg>
                  </dgm:if>
                  <dgm:else name="Name127">
                    <dgm:alg type="tx">
                      <dgm:param type="parTxLTRAlign" val="l"/>
                      <dgm:param type="parTxRTLAlign" val="l"/>
                    </dgm:alg>
                  </dgm:else>
                </dgm:choose>
              </dgm:if>
              <dgm:else name="Name128">
                <dgm:choose name="Name129">
                  <dgm:if name="Name130" axis="ch" ptType="node" func="cnt" op="gte" val="2">
                    <dgm:alg type="tx">
                      <dgm:param type="parTxLTRAlign" val="r"/>
                      <dgm:param type="parTxRTLAlign" val="r"/>
                      <dgm:param type="shpTxLTRAlignCh" val="r"/>
                      <dgm:param type="shpTxRTLAlignCh" val="r"/>
                      <dgm:param type="stBulletLvl" val="1"/>
                    </dgm:alg>
                  </dgm:if>
                  <dgm:else name="Name131">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32"/>
      </dgm:choose>
    </dgm:forEach>
    <dgm:forEach name="Name133" axis="ch" ptType="sibTrans" hideLastTrans="0" st="2" cnt="1">
      <dgm:layoutNode name="picture2">
        <dgm:alg type="sp"/>
        <dgm:shape xmlns:r="http://schemas.openxmlformats.org/officeDocument/2006/relationships" r:blip="">
          <dgm:adjLst/>
        </dgm:shape>
        <dgm:presOf/>
        <dgm:constrLst/>
        <dgm:forEach name="Name134" ref="imageRepeat"/>
      </dgm:layoutNode>
    </dgm:forEach>
    <dgm:forEach name="Name135" axis="ch" ptType="node" st="3" cnt="1">
      <dgm:layoutNode name="parTx3">
        <dgm:choose name="Name136">
          <dgm:if name="Name137" func="var" arg="dir" op="equ" val="norm">
            <dgm:alg type="tx">
              <dgm:param type="parTxLTRAlign" val="l"/>
              <dgm:param type="parTxRTLAlign" val="r"/>
            </dgm:alg>
          </dgm:if>
          <dgm:else name="Name138">
            <dgm:alg type="tx">
              <dgm:param type="parTxLTRAlign" val="r"/>
              <dgm:param type="parTxRTLAlign" val="l"/>
            </dgm:alg>
          </dgm:else>
        </dgm:choose>
        <dgm:shape xmlns:r="http://schemas.openxmlformats.org/officeDocument/2006/relationships" type="roundRect" r:blip="">
          <dgm:adjLst/>
        </dgm:shape>
        <dgm:presOf axis="self" ptType="node"/>
        <dgm:choose name="Name139">
          <dgm:if name="Name140" func="var" arg="dir" op="equ" val="norm">
            <dgm:constrLst>
              <dgm:constr type="lMarg" refType="w" fact="0.6"/>
              <dgm:constr type="rMarg" refType="primFontSz" fact="0.3"/>
              <dgm:constr type="tMarg" refType="primFontSz" fact="0.3"/>
              <dgm:constr type="bMarg" refType="primFontSz" fact="0.3"/>
            </dgm:constrLst>
          </dgm:if>
          <dgm:else name="Name141">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42">
        <dgm:if name="Name143" axis="ch" ptType="node" func="cnt" op="gte" val="1">
          <dgm:layoutNode name="desTx3" styleLbl="revTx">
            <dgm:varLst>
              <dgm:bulletEnabled val="1"/>
            </dgm:varLst>
            <dgm:choose name="Name144">
              <dgm:if name="Name145" func="var" arg="dir" op="equ" val="norm">
                <dgm:choose name="Name146">
                  <dgm:if name="Name147" axis="ch" ptType="node" func="cnt" op="gte" val="2">
                    <dgm:alg type="tx">
                      <dgm:param type="parTxLTRAlign" val="l"/>
                      <dgm:param type="parTxRTLAlign" val="l"/>
                      <dgm:param type="stBulletLvl" val="1"/>
                    </dgm:alg>
                  </dgm:if>
                  <dgm:else name="Name148">
                    <dgm:alg type="tx">
                      <dgm:param type="parTxLTRAlign" val="l"/>
                      <dgm:param type="parTxRTLAlign" val="l"/>
                    </dgm:alg>
                  </dgm:else>
                </dgm:choose>
              </dgm:if>
              <dgm:else name="Name149">
                <dgm:choose name="Name150">
                  <dgm:if name="Name151" axis="ch" ptType="node" func="cnt" op="gte" val="2">
                    <dgm:alg type="tx">
                      <dgm:param type="parTxLTRAlign" val="r"/>
                      <dgm:param type="parTxRTLAlign" val="r"/>
                      <dgm:param type="shpTxLTRAlignCh" val="r"/>
                      <dgm:param type="shpTxRTLAlignCh" val="r"/>
                      <dgm:param type="stBulletLvl" val="1"/>
                    </dgm:alg>
                  </dgm:if>
                  <dgm:else name="Name152">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53"/>
      </dgm:choose>
    </dgm:forEach>
    <dgm:forEach name="Name154" axis="ch" ptType="sibTrans" hideLastTrans="0" st="3" cnt="1">
      <dgm:layoutNode name="picture3">
        <dgm:alg type="sp"/>
        <dgm:shape xmlns:r="http://schemas.openxmlformats.org/officeDocument/2006/relationships" r:blip="">
          <dgm:adjLst/>
        </dgm:shape>
        <dgm:presOf/>
        <dgm:constrLst/>
        <dgm:forEach name="Name155" ref="imageRepeat"/>
      </dgm:layoutNode>
    </dgm:forEach>
    <dgm:forEach name="Name156" axis="ch" ptType="node" st="4" cnt="1">
      <dgm:layoutNode name="parTx4">
        <dgm:choose name="Name157">
          <dgm:if name="Name158" func="var" arg="dir" op="equ" val="norm">
            <dgm:alg type="tx">
              <dgm:param type="parTxLTRAlign" val="l"/>
              <dgm:param type="parTxRTLAlign" val="r"/>
            </dgm:alg>
          </dgm:if>
          <dgm:else name="Name159">
            <dgm:alg type="tx">
              <dgm:param type="parTxLTRAlign" val="r"/>
              <dgm:param type="parTxRTLAlign" val="l"/>
            </dgm:alg>
          </dgm:else>
        </dgm:choose>
        <dgm:shape xmlns:r="http://schemas.openxmlformats.org/officeDocument/2006/relationships" type="roundRect" r:blip="">
          <dgm:adjLst/>
        </dgm:shape>
        <dgm:presOf axis="self" ptType="node"/>
        <dgm:choose name="Name160">
          <dgm:if name="Name161" func="var" arg="dir" op="equ" val="norm">
            <dgm:constrLst>
              <dgm:constr type="lMarg" refType="w" fact="0.6"/>
              <dgm:constr type="rMarg" refType="primFontSz" fact="0.3"/>
              <dgm:constr type="tMarg" refType="primFontSz" fact="0.3"/>
              <dgm:constr type="bMarg" refType="primFontSz" fact="0.3"/>
            </dgm:constrLst>
          </dgm:if>
          <dgm:else name="Name162">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63">
        <dgm:if name="Name164" axis="ch" ptType="node" func="cnt" op="gte" val="1">
          <dgm:layoutNode name="desTx4" styleLbl="revTx">
            <dgm:varLst>
              <dgm:bulletEnabled val="1"/>
            </dgm:varLst>
            <dgm:choose name="Name165">
              <dgm:if name="Name166" func="var" arg="dir" op="equ" val="norm">
                <dgm:choose name="Name167">
                  <dgm:if name="Name168" axis="ch" ptType="node" func="cnt" op="gte" val="2">
                    <dgm:alg type="tx">
                      <dgm:param type="parTxLTRAlign" val="l"/>
                      <dgm:param type="parTxRTLAlign" val="l"/>
                      <dgm:param type="stBulletLvl" val="1"/>
                    </dgm:alg>
                  </dgm:if>
                  <dgm:else name="Name169">
                    <dgm:alg type="tx">
                      <dgm:param type="parTxLTRAlign" val="l"/>
                      <dgm:param type="parTxRTLAlign" val="l"/>
                    </dgm:alg>
                  </dgm:else>
                </dgm:choose>
              </dgm:if>
              <dgm:else name="Name170">
                <dgm:choose name="Name171">
                  <dgm:if name="Name172" axis="ch" ptType="node" func="cnt" op="gte" val="2">
                    <dgm:alg type="tx">
                      <dgm:param type="parTxLTRAlign" val="r"/>
                      <dgm:param type="parTxRTLAlign" val="r"/>
                      <dgm:param type="shpTxLTRAlignCh" val="r"/>
                      <dgm:param type="shpTxRTLAlignCh" val="r"/>
                      <dgm:param type="stBulletLvl" val="1"/>
                    </dgm:alg>
                  </dgm:if>
                  <dgm:else name="Name173">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74"/>
      </dgm:choose>
    </dgm:forEach>
    <dgm:forEach name="Name175" axis="ch" ptType="sibTrans" hideLastTrans="0" st="4" cnt="1">
      <dgm:layoutNode name="picture4">
        <dgm:alg type="sp"/>
        <dgm:shape xmlns:r="http://schemas.openxmlformats.org/officeDocument/2006/relationships" r:blip="">
          <dgm:adjLst/>
        </dgm:shape>
        <dgm:presOf/>
        <dgm:constrLst/>
        <dgm:forEach name="Name176" ref="imageRepeat"/>
      </dgm:layoutNode>
    </dgm:forEach>
    <dgm:forEach name="Name177" axis="ch" ptType="node" st="5" cnt="1">
      <dgm:layoutNode name="parTx5">
        <dgm:choose name="Name178">
          <dgm:if name="Name179" func="var" arg="dir" op="equ" val="norm">
            <dgm:alg type="tx">
              <dgm:param type="parTxLTRAlign" val="l"/>
              <dgm:param type="parTxRTLAlign" val="r"/>
            </dgm:alg>
          </dgm:if>
          <dgm:else name="Name180">
            <dgm:alg type="tx">
              <dgm:param type="parTxLTRAlign" val="r"/>
              <dgm:param type="parTxRTLAlign" val="l"/>
            </dgm:alg>
          </dgm:else>
        </dgm:choose>
        <dgm:shape xmlns:r="http://schemas.openxmlformats.org/officeDocument/2006/relationships" type="roundRect" r:blip="">
          <dgm:adjLst/>
        </dgm:shape>
        <dgm:presOf axis="self" ptType="node"/>
        <dgm:choose name="Name181">
          <dgm:if name="Name182" func="var" arg="dir" op="equ" val="norm">
            <dgm:constrLst>
              <dgm:constr type="lMarg" refType="w" fact="0.6"/>
              <dgm:constr type="rMarg" refType="primFontSz" fact="0.3"/>
              <dgm:constr type="tMarg" refType="primFontSz" fact="0.3"/>
              <dgm:constr type="bMarg" refType="primFontSz" fact="0.3"/>
            </dgm:constrLst>
          </dgm:if>
          <dgm:else name="Name183">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84">
        <dgm:if name="Name185" axis="ch" ptType="node" func="cnt" op="gte" val="1">
          <dgm:layoutNode name="desTx5" styleLbl="revTx">
            <dgm:varLst>
              <dgm:bulletEnabled val="1"/>
            </dgm:varLst>
            <dgm:choose name="Name186">
              <dgm:if name="Name187" func="var" arg="dir" op="equ" val="norm">
                <dgm:choose name="Name188">
                  <dgm:if name="Name189" axis="ch" ptType="node" func="cnt" op="gte" val="2">
                    <dgm:alg type="tx">
                      <dgm:param type="parTxLTRAlign" val="l"/>
                      <dgm:param type="parTxRTLAlign" val="l"/>
                      <dgm:param type="stBulletLvl" val="1"/>
                    </dgm:alg>
                  </dgm:if>
                  <dgm:else name="Name190">
                    <dgm:alg type="tx">
                      <dgm:param type="parTxLTRAlign" val="l"/>
                      <dgm:param type="parTxRTLAlign" val="l"/>
                    </dgm:alg>
                  </dgm:else>
                </dgm:choose>
              </dgm:if>
              <dgm:else name="Name191">
                <dgm:choose name="Name192">
                  <dgm:if name="Name193" axis="ch" ptType="node" func="cnt" op="gte" val="2">
                    <dgm:alg type="tx">
                      <dgm:param type="parTxLTRAlign" val="r"/>
                      <dgm:param type="parTxRTLAlign" val="r"/>
                      <dgm:param type="shpTxLTRAlignCh" val="r"/>
                      <dgm:param type="shpTxRTLAlignCh" val="r"/>
                      <dgm:param type="stBulletLvl" val="1"/>
                    </dgm:alg>
                  </dgm:if>
                  <dgm:else name="Name194">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95"/>
      </dgm:choose>
    </dgm:forEach>
    <dgm:forEach name="Name196" axis="ch" ptType="sibTrans" hideLastTrans="0" st="5" cnt="1">
      <dgm:layoutNode name="picture5">
        <dgm:alg type="sp"/>
        <dgm:shape xmlns:r="http://schemas.openxmlformats.org/officeDocument/2006/relationships" r:blip="">
          <dgm:adjLst/>
        </dgm:shape>
        <dgm:presOf/>
        <dgm:constrLst/>
        <dgm:forEach name="Name197" ref="imageRepeat"/>
      </dgm:layoutNode>
    </dgm:forEach>
    <dgm:forEach name="Name198" axis="ch" ptType="node" st="6" cnt="1">
      <dgm:layoutNode name="parTx6">
        <dgm:choose name="Name199">
          <dgm:if name="Name200" func="var" arg="dir" op="equ" val="norm">
            <dgm:alg type="tx">
              <dgm:param type="parTxLTRAlign" val="l"/>
              <dgm:param type="parTxRTLAlign" val="r"/>
            </dgm:alg>
          </dgm:if>
          <dgm:else name="Name201">
            <dgm:alg type="tx">
              <dgm:param type="parTxLTRAlign" val="r"/>
              <dgm:param type="parTxRTLAlign" val="l"/>
            </dgm:alg>
          </dgm:else>
        </dgm:choose>
        <dgm:shape xmlns:r="http://schemas.openxmlformats.org/officeDocument/2006/relationships" type="roundRect" r:blip="">
          <dgm:adjLst/>
        </dgm:shape>
        <dgm:presOf axis="self" ptType="node"/>
        <dgm:choose name="Name202">
          <dgm:if name="Name203" func="var" arg="dir" op="equ" val="norm">
            <dgm:constrLst>
              <dgm:constr type="lMarg" refType="w" fact="0.6"/>
              <dgm:constr type="rMarg" refType="primFontSz" fact="0.3"/>
              <dgm:constr type="tMarg" refType="primFontSz" fact="0.3"/>
              <dgm:constr type="bMarg" refType="primFontSz" fact="0.3"/>
            </dgm:constrLst>
          </dgm:if>
          <dgm:else name="Name204">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05">
        <dgm:if name="Name206" axis="ch" ptType="node" func="cnt" op="gte" val="1">
          <dgm:layoutNode name="desTx6" styleLbl="revTx">
            <dgm:varLst>
              <dgm:bulletEnabled val="1"/>
            </dgm:varLst>
            <dgm:choose name="Name207">
              <dgm:if name="Name208" func="var" arg="dir" op="equ" val="norm">
                <dgm:choose name="Name209">
                  <dgm:if name="Name210" axis="ch" ptType="node" func="cnt" op="gte" val="2">
                    <dgm:alg type="tx">
                      <dgm:param type="parTxLTRAlign" val="l"/>
                      <dgm:param type="parTxRTLAlign" val="l"/>
                      <dgm:param type="stBulletLvl" val="1"/>
                    </dgm:alg>
                  </dgm:if>
                  <dgm:else name="Name211">
                    <dgm:alg type="tx">
                      <dgm:param type="parTxLTRAlign" val="l"/>
                      <dgm:param type="parTxRTLAlign" val="l"/>
                    </dgm:alg>
                  </dgm:else>
                </dgm:choose>
              </dgm:if>
              <dgm:else name="Name212">
                <dgm:choose name="Name213">
                  <dgm:if name="Name214" axis="ch" ptType="node" func="cnt" op="gte" val="2">
                    <dgm:alg type="tx">
                      <dgm:param type="parTxLTRAlign" val="r"/>
                      <dgm:param type="parTxRTLAlign" val="r"/>
                      <dgm:param type="shpTxLTRAlignCh" val="r"/>
                      <dgm:param type="shpTxRTLAlignCh" val="r"/>
                      <dgm:param type="stBulletLvl" val="1"/>
                    </dgm:alg>
                  </dgm:if>
                  <dgm:else name="Name215">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16"/>
      </dgm:choose>
    </dgm:forEach>
    <dgm:forEach name="Name217" axis="ch" ptType="sibTrans" hideLastTrans="0" st="6" cnt="1">
      <dgm:layoutNode name="picture6">
        <dgm:alg type="sp"/>
        <dgm:shape xmlns:r="http://schemas.openxmlformats.org/officeDocument/2006/relationships" r:blip="">
          <dgm:adjLst/>
        </dgm:shape>
        <dgm:presOf/>
        <dgm:constrLst/>
        <dgm:forEach name="Name218" ref="imageRepeat"/>
      </dgm:layoutNode>
    </dgm:forEach>
    <dgm:forEach name="Name219" axis="ch" ptType="node" st="7" cnt="1">
      <dgm:layoutNode name="parTx7">
        <dgm:choose name="Name220">
          <dgm:if name="Name221" func="var" arg="dir" op="equ" val="norm">
            <dgm:alg type="tx">
              <dgm:param type="parTxLTRAlign" val="l"/>
              <dgm:param type="parTxRTLAlign" val="r"/>
            </dgm:alg>
          </dgm:if>
          <dgm:else name="Name222">
            <dgm:alg type="tx">
              <dgm:param type="parTxLTRAlign" val="r"/>
              <dgm:param type="parTxRTLAlign" val="l"/>
            </dgm:alg>
          </dgm:else>
        </dgm:choose>
        <dgm:shape xmlns:r="http://schemas.openxmlformats.org/officeDocument/2006/relationships" type="roundRect" r:blip="">
          <dgm:adjLst/>
        </dgm:shape>
        <dgm:presOf axis="self" ptType="node"/>
        <dgm:choose name="Name223">
          <dgm:if name="Name224" func="var" arg="dir" op="equ" val="norm">
            <dgm:constrLst>
              <dgm:constr type="lMarg" refType="w" fact="0.6"/>
              <dgm:constr type="rMarg" refType="primFontSz" fact="0.3"/>
              <dgm:constr type="tMarg" refType="primFontSz" fact="0.3"/>
              <dgm:constr type="bMarg" refType="primFontSz" fact="0.3"/>
            </dgm:constrLst>
          </dgm:if>
          <dgm:else name="Name225">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26">
        <dgm:if name="Name227" axis="ch" ptType="node" func="cnt" op="gte" val="1">
          <dgm:layoutNode name="desTx7" styleLbl="revTx">
            <dgm:varLst>
              <dgm:bulletEnabled val="1"/>
            </dgm:varLst>
            <dgm:choose name="Name228">
              <dgm:if name="Name229" func="var" arg="dir" op="equ" val="norm">
                <dgm:choose name="Name230">
                  <dgm:if name="Name231" axis="ch" ptType="node" func="cnt" op="gte" val="2">
                    <dgm:alg type="tx">
                      <dgm:param type="parTxLTRAlign" val="l"/>
                      <dgm:param type="parTxRTLAlign" val="l"/>
                      <dgm:param type="stBulletLvl" val="1"/>
                    </dgm:alg>
                  </dgm:if>
                  <dgm:else name="Name232">
                    <dgm:alg type="tx">
                      <dgm:param type="parTxLTRAlign" val="l"/>
                      <dgm:param type="parTxRTLAlign" val="l"/>
                    </dgm:alg>
                  </dgm:else>
                </dgm:choose>
              </dgm:if>
              <dgm:else name="Name233">
                <dgm:choose name="Name234">
                  <dgm:if name="Name235" axis="ch" ptType="node" func="cnt" op="gte" val="2">
                    <dgm:alg type="tx">
                      <dgm:param type="parTxLTRAlign" val="r"/>
                      <dgm:param type="parTxRTLAlign" val="r"/>
                      <dgm:param type="shpTxLTRAlignCh" val="r"/>
                      <dgm:param type="shpTxRTLAlignCh" val="r"/>
                      <dgm:param type="stBulletLvl" val="1"/>
                    </dgm:alg>
                  </dgm:if>
                  <dgm:else name="Name236">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37"/>
      </dgm:choose>
    </dgm:forEach>
    <dgm:forEach name="Name238" axis="ch" ptType="sibTrans" hideLastTrans="0" st="7" cnt="1">
      <dgm:layoutNode name="picture7">
        <dgm:alg type="sp"/>
        <dgm:shape xmlns:r="http://schemas.openxmlformats.org/officeDocument/2006/relationships" r:blip="">
          <dgm:adjLst/>
        </dgm:shape>
        <dgm:presOf/>
        <dgm:constrLst/>
        <dgm:forEach name="Name239" ref="imageRepea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3d5">
  <dgm:title val=""/>
  <dgm:desc val=""/>
  <dgm:catLst>
    <dgm:cat type="3D" pri="11500"/>
  </dgm:catLst>
  <dgm:scene3d>
    <a:camera prst="isometricOffAxis2Left" zoom="95000"/>
    <a:lightRig rig="flat" dir="t"/>
  </dgm:scene3d>
  <dgm:styleLbl name="node0">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extrusionH="381000" contourW="38100" prstMaterial="matte">
      <a:contourClr>
        <a:schemeClr val="lt1"/>
      </a:contourClr>
    </dgm:sp3d>
    <dgm:txPr/>
    <dgm:style>
      <a:lnRef idx="1">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z="5715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dgm:scene3d>
    <dgm:sp3d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dgm:scene3d>
    <dgm:sp3d z="-381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dgm:scene3d>
    <dgm:sp3d z="-52400" extrusionH="1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z="57150" extrusionH="63500" contourW="12700" prstMaterial="matte">
      <a:contourClr>
        <a:schemeClr val="dk1">
          <a:tint val="20000"/>
        </a:schemeClr>
      </a:contourClr>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z="-381000" extrusionH="63500" contourW="12700" prstMaterial="matte">
      <a:contourClr>
        <a:schemeClr val="dk1">
          <a:tint val="20000"/>
        </a:schemeClr>
      </a:contourClr>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z="52400"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z="52400"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z="60000" prstMaterial="flat">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dgm:scene3d>
    <dgm:sp3d z="60000" prstMaterial="flat">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z="57150" extrusionH="63500" prstMaterial="matte"/>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z="-60000" extrusionH="63500" prstMaterial="matte"/>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z="-60000" extrusionH="63500" prstMaterial="matte"/>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extrusionH="381000" prstMaterial="matte"/>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z="-400500" extrusionH="63500" prstMaterial="matte"/>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z="57150" extrusionH="12700" prstMaterial="flat">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extrusionH="12700" prstMaterial="flat">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dgm:scene3d>
    <dgm:sp3d z="-63500" extrusionH="63500" prstMaterial="matte"/>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z="57150" extrusionH="63500" contourW="12700" prstMaterial="matte">
      <a:contourClr>
        <a:schemeClr val="dk1">
          <a:tint val="20000"/>
        </a:schemeClr>
      </a:contourClr>
    </dgm:sp3d>
    <dgm:txPr/>
    <dgm:style>
      <a:lnRef idx="0">
        <a:scrgbClr r="0" g="0" b="0"/>
      </a:lnRef>
      <a:fillRef idx="1">
        <a:scrgbClr r="0" g="0" b="0"/>
      </a:fillRef>
      <a:effectRef idx="0">
        <a:scrgbClr r="0" g="0" b="0"/>
      </a:effectRef>
      <a:fontRef idx="minor"/>
    </dgm:style>
  </dgm:styleLbl>
  <dgm:styleLbl name="alignAccFollowNode1">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dgm:style>
  </dgm:styleLbl>
  <dgm:styleLbl name="bgAccFollowNode1">
    <dgm:scene3d>
      <a:camera prst="orthographicFront"/>
      <a:lightRig rig="threePt" dir="t"/>
    </dgm:scene3d>
    <dgm:sp3d z="-400500" extrusionH="63500" contourW="12700" prstMaterial="matte">
      <a:contourClr>
        <a:schemeClr val="lt1"/>
      </a:contourClr>
    </dgm:sp3d>
    <dgm:txPr/>
    <dgm:style>
      <a:lnRef idx="0">
        <a:scrgbClr r="0" g="0" b="0"/>
      </a:lnRef>
      <a:fillRef idx="1">
        <a:scrgbClr r="0" g="0" b="0"/>
      </a:fillRef>
      <a:effectRef idx="2">
        <a:scrgbClr r="0" g="0" b="0"/>
      </a:effectRef>
      <a:fontRef idx="minor"/>
    </dgm:style>
  </dgm:styleLbl>
  <dgm:styleLbl name="fgAcc0">
    <dgm:scene3d>
      <a:camera prst="orthographicFront"/>
      <a:lightRig rig="threePt" dir="t"/>
    </dgm:scene3d>
    <dgm:sp3d z="57150" extrusionH="63500" prstMaterial="matte"/>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z="57150" extrusionH="63500" prstMaterial="matte"/>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z="57150" extrusionH="63500" prstMaterial="matte"/>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z="57150" extrusionH="63500" prstMaterial="matte"/>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z="-400500" extrusionH="63500" contourW="12700" prstMaterial="matte">
      <a:contourClr>
        <a:schemeClr val="lt1">
          <a:tint val="50000"/>
        </a:schemeClr>
      </a:contourClr>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trBgShp">
    <dgm:scene3d>
      <a:camera prst="orthographicFront"/>
      <a:lightRig rig="threePt" dir="t"/>
    </dgm:scene3d>
    <dgm:sp3d z="-4005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z="57150" extrusionH="63500" contourW="12700" prstMaterial="matte">
      <a:contourClr>
        <a:schemeClr val="lt1">
          <a:tint val="50000"/>
        </a:schemeClr>
      </a:contourClr>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2026/2/9</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a:t>
            </a:fld>
            <a:endParaRPr lang="zh-CN" altLang="en-US"/>
          </a:p>
        </p:txBody>
      </p:sp>
    </p:spTree>
    <p:extLst>
      <p:ext uri="{BB962C8B-B14F-4D97-AF65-F5344CB8AC3E}">
        <p14:creationId xmlns:p14="http://schemas.microsoft.com/office/powerpoint/2010/main" val="16659552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a:t>
            </a:fld>
            <a:endParaRPr lang="zh-CN" altLang="en-US"/>
          </a:p>
        </p:txBody>
      </p:sp>
    </p:spTree>
    <p:extLst>
      <p:ext uri="{BB962C8B-B14F-4D97-AF65-F5344CB8AC3E}">
        <p14:creationId xmlns:p14="http://schemas.microsoft.com/office/powerpoint/2010/main" val="1449716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a:t>
            </a:fld>
            <a:endParaRPr lang="zh-CN" altLang="en-US"/>
          </a:p>
        </p:txBody>
      </p:sp>
    </p:spTree>
    <p:extLst>
      <p:ext uri="{BB962C8B-B14F-4D97-AF65-F5344CB8AC3E}">
        <p14:creationId xmlns:p14="http://schemas.microsoft.com/office/powerpoint/2010/main" val="29389336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5</a:t>
            </a:fld>
            <a:endParaRPr lang="zh-CN" altLang="en-US"/>
          </a:p>
        </p:txBody>
      </p:sp>
    </p:spTree>
    <p:extLst>
      <p:ext uri="{BB962C8B-B14F-4D97-AF65-F5344CB8AC3E}">
        <p14:creationId xmlns:p14="http://schemas.microsoft.com/office/powerpoint/2010/main" val="11838158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6</a:t>
            </a:fld>
            <a:endParaRPr lang="zh-CN" altLang="en-US"/>
          </a:p>
        </p:txBody>
      </p:sp>
    </p:spTree>
    <p:extLst>
      <p:ext uri="{BB962C8B-B14F-4D97-AF65-F5344CB8AC3E}">
        <p14:creationId xmlns:p14="http://schemas.microsoft.com/office/powerpoint/2010/main" val="138084123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门难进</a:t>
            </a:r>
            <a:endParaRPr lang="en-US" altLang="zh-CN" dirty="0"/>
          </a:p>
          <a:p>
            <a:r>
              <a:rPr lang="zh-CN" altLang="en-US" dirty="0"/>
              <a:t>脸难看</a:t>
            </a:r>
            <a:endParaRPr lang="en-US" altLang="zh-CN" dirty="0"/>
          </a:p>
          <a:p>
            <a:r>
              <a:rPr lang="zh-CN" altLang="en-US" dirty="0"/>
              <a:t>事难办</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a:t>
            </a:fld>
            <a:endParaRPr lang="zh-CN" altLang="en-US"/>
          </a:p>
        </p:txBody>
      </p:sp>
    </p:spTree>
    <p:extLst>
      <p:ext uri="{BB962C8B-B14F-4D97-AF65-F5344CB8AC3E}">
        <p14:creationId xmlns:p14="http://schemas.microsoft.com/office/powerpoint/2010/main" val="12185171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电视剧 </a:t>
            </a:r>
            <a:r>
              <a:rPr lang="en-US" altLang="zh-CN" dirty="0"/>
              <a:t>– </a:t>
            </a:r>
            <a:r>
              <a:rPr lang="zh-CN" altLang="en-US" dirty="0"/>
              <a:t>美剧，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25</a:t>
            </a:fld>
            <a:endParaRPr lang="zh-CN" altLang="en-US"/>
          </a:p>
        </p:txBody>
      </p:sp>
    </p:spTree>
    <p:extLst>
      <p:ext uri="{BB962C8B-B14F-4D97-AF65-F5344CB8AC3E}">
        <p14:creationId xmlns:p14="http://schemas.microsoft.com/office/powerpoint/2010/main" val="36759143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以人为本</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以价值为导向</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合作共赢</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拥抱变化</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胜于</a:t>
            </a:r>
            <a:r>
              <a:rPr lang="en-US" altLang="zh-CN" dirty="0"/>
              <a:t>/</a:t>
            </a:r>
            <a:r>
              <a:rPr lang="zh-CN" altLang="en-US" dirty="0"/>
              <a:t>优于</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并没有否定</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27</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自己圈关键词</a:t>
            </a:r>
            <a:endParaRPr lang="en-US" altLang="zh-CN" dirty="0"/>
          </a:p>
          <a:p>
            <a:r>
              <a:rPr lang="zh-CN" altLang="en-US" dirty="0"/>
              <a:t>用人不疑</a:t>
            </a:r>
            <a:endParaRPr lang="en-US" altLang="zh-CN" dirty="0"/>
          </a:p>
          <a:p>
            <a:r>
              <a:rPr lang="zh-CN" altLang="en-US" dirty="0"/>
              <a:t>可工作：应用</a:t>
            </a:r>
            <a:endParaRPr lang="en-US" altLang="zh-CN" dirty="0"/>
          </a:p>
          <a:p>
            <a:r>
              <a:rPr lang="zh-CN" altLang="en-US" dirty="0"/>
              <a:t>团队稳定、不加班</a:t>
            </a:r>
            <a:endParaRPr lang="en-US" altLang="zh-CN" dirty="0"/>
          </a:p>
          <a:p>
            <a:r>
              <a:rPr lang="zh-CN" altLang="en-US" dirty="0"/>
              <a:t>复盘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31</a:t>
            </a:fld>
            <a:endParaRPr lang="zh-CN" altLang="en-US"/>
          </a:p>
        </p:txBody>
      </p:sp>
    </p:spTree>
    <p:extLst>
      <p:ext uri="{BB962C8B-B14F-4D97-AF65-F5344CB8AC3E}">
        <p14:creationId xmlns:p14="http://schemas.microsoft.com/office/powerpoint/2010/main" val="5459585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a:t>
            </a:fld>
            <a:endParaRPr lang="zh-CN" altLang="en-US"/>
          </a:p>
        </p:txBody>
      </p:sp>
    </p:spTree>
    <p:extLst>
      <p:ext uri="{BB962C8B-B14F-4D97-AF65-F5344CB8AC3E}">
        <p14:creationId xmlns:p14="http://schemas.microsoft.com/office/powerpoint/2010/main" val="24973667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33</a:t>
            </a:fld>
            <a:endParaRPr lang="zh-CN" altLang="en-US"/>
          </a:p>
        </p:txBody>
      </p:sp>
    </p:spTree>
    <p:extLst>
      <p:ext uri="{BB962C8B-B14F-4D97-AF65-F5344CB8AC3E}">
        <p14:creationId xmlns:p14="http://schemas.microsoft.com/office/powerpoint/2010/main" val="14363666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34</a:t>
            </a:fld>
            <a:endParaRPr lang="zh-CN" altLang="en-US"/>
          </a:p>
        </p:txBody>
      </p:sp>
    </p:spTree>
    <p:extLst>
      <p:ext uri="{BB962C8B-B14F-4D97-AF65-F5344CB8AC3E}">
        <p14:creationId xmlns:p14="http://schemas.microsoft.com/office/powerpoint/2010/main" val="91882626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35</a:t>
            </a:fld>
            <a:endParaRPr lang="zh-CN" altLang="en-US"/>
          </a:p>
        </p:txBody>
      </p:sp>
    </p:spTree>
    <p:extLst>
      <p:ext uri="{BB962C8B-B14F-4D97-AF65-F5344CB8AC3E}">
        <p14:creationId xmlns:p14="http://schemas.microsoft.com/office/powerpoint/2010/main" val="26724474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a:t>
            </a:fld>
            <a:endParaRPr lang="zh-CN" altLang="en-US"/>
          </a:p>
        </p:txBody>
      </p:sp>
    </p:spTree>
    <p:extLst>
      <p:ext uri="{BB962C8B-B14F-4D97-AF65-F5344CB8AC3E}">
        <p14:creationId xmlns:p14="http://schemas.microsoft.com/office/powerpoint/2010/main" val="114606022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r>
              <a:rPr lang="zh-CN" altLang="en-US" dirty="0"/>
              <a:t>：</a:t>
            </a:r>
            <a:r>
              <a:rPr lang="zh-CN" altLang="en-US" sz="1200" b="0" i="0" kern="1200" dirty="0">
                <a:solidFill>
                  <a:schemeClr val="tx1"/>
                </a:solidFill>
                <a:effectLst/>
                <a:latin typeface="+mn-lt"/>
                <a:ea typeface="+mn-ea"/>
                <a:cs typeface="+mn-cs"/>
              </a:rPr>
              <a:t>敏捷强调</a:t>
            </a:r>
            <a:r>
              <a:rPr lang="zh-CN" altLang="en-US" sz="1200" b="1" i="0" kern="1200" dirty="0">
                <a:solidFill>
                  <a:schemeClr val="tx1"/>
                </a:solidFill>
                <a:effectLst/>
                <a:latin typeface="+mn-lt"/>
                <a:ea typeface="+mn-ea"/>
                <a:cs typeface="+mn-cs"/>
              </a:rPr>
              <a:t>逐步细化</a:t>
            </a:r>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Just-in-Time Planning</a:t>
            </a:r>
            <a:r>
              <a:rPr lang="zh-CN" altLang="en-US" sz="1200" b="0" i="0" kern="1200" dirty="0">
                <a:solidFill>
                  <a:schemeClr val="tx1"/>
                </a:solidFill>
                <a:effectLst/>
                <a:latin typeface="+mn-lt"/>
                <a:ea typeface="+mn-ea"/>
                <a:cs typeface="+mn-cs"/>
              </a:rPr>
              <a:t>），不追求提前定义所有活动。需求和任务会在迭代中不断澄清和调整</a:t>
            </a:r>
            <a:endParaRPr lang="en-US" altLang="zh-CN" dirty="0"/>
          </a:p>
          <a:p>
            <a:r>
              <a:rPr lang="en-US" altLang="zh-CN" dirty="0"/>
              <a:t>C</a:t>
            </a:r>
            <a:r>
              <a:rPr lang="zh-CN" altLang="en-US" dirty="0"/>
              <a:t>：</a:t>
            </a:r>
            <a:r>
              <a:rPr lang="zh-CN" altLang="en-US" sz="1200" b="0" i="0" kern="1200" dirty="0">
                <a:solidFill>
                  <a:schemeClr val="tx1"/>
                </a:solidFill>
                <a:effectLst/>
                <a:latin typeface="+mn-lt"/>
                <a:ea typeface="+mn-ea"/>
                <a:cs typeface="+mn-cs"/>
              </a:rPr>
              <a:t>预测式（瀑布）方法的特征</a:t>
            </a:r>
            <a:endParaRPr lang="en-US" altLang="zh-CN" dirty="0"/>
          </a:p>
          <a:p>
            <a:r>
              <a:rPr lang="zh-CN" altLang="en-US" dirty="0"/>
              <a:t>排除</a:t>
            </a:r>
            <a:r>
              <a:rPr lang="en-US" altLang="zh-CN" dirty="0"/>
              <a:t>AD</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37</a:t>
            </a:fld>
            <a:endParaRPr lang="zh-CN" altLang="en-US"/>
          </a:p>
        </p:txBody>
      </p:sp>
    </p:spTree>
    <p:extLst>
      <p:ext uri="{BB962C8B-B14F-4D97-AF65-F5344CB8AC3E}">
        <p14:creationId xmlns:p14="http://schemas.microsoft.com/office/powerpoint/2010/main" val="12922037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38</a:t>
            </a:fld>
            <a:endParaRPr lang="zh-CN" altLang="en-US"/>
          </a:p>
        </p:txBody>
      </p:sp>
    </p:spTree>
    <p:extLst>
      <p:ext uri="{BB962C8B-B14F-4D97-AF65-F5344CB8AC3E}">
        <p14:creationId xmlns:p14="http://schemas.microsoft.com/office/powerpoint/2010/main" val="13999989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r>
              <a:rPr lang="zh-CN" altLang="en-US" dirty="0"/>
              <a:t>；经典答案；从价值流图中消除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a:t>
            </a:fld>
            <a:endParaRPr lang="zh-CN" altLang="en-US"/>
          </a:p>
        </p:txBody>
      </p:sp>
    </p:spTree>
    <p:extLst>
      <p:ext uri="{BB962C8B-B14F-4D97-AF65-F5344CB8AC3E}">
        <p14:creationId xmlns:p14="http://schemas.microsoft.com/office/powerpoint/2010/main" val="25429760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40</a:t>
            </a:fld>
            <a:endParaRPr lang="zh-CN" altLang="en-US"/>
          </a:p>
        </p:txBody>
      </p:sp>
    </p:spTree>
    <p:extLst>
      <p:ext uri="{BB962C8B-B14F-4D97-AF65-F5344CB8AC3E}">
        <p14:creationId xmlns:p14="http://schemas.microsoft.com/office/powerpoint/2010/main" val="32975387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r>
              <a:rPr lang="zh-CN" altLang="en-US" dirty="0"/>
              <a:t>：共同决定</a:t>
            </a:r>
            <a:endParaRPr lang="en-US" altLang="zh-CN" dirty="0"/>
          </a:p>
          <a:p>
            <a:r>
              <a:rPr lang="en-US" altLang="zh-CN" dirty="0"/>
              <a:t>D</a:t>
            </a:r>
            <a:r>
              <a:rPr lang="zh-CN" altLang="en-US" dirty="0"/>
              <a:t>：某个人决定</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41</a:t>
            </a:fld>
            <a:endParaRPr lang="zh-CN" altLang="en-US"/>
          </a:p>
        </p:txBody>
      </p:sp>
    </p:spTree>
    <p:extLst>
      <p:ext uri="{BB962C8B-B14F-4D97-AF65-F5344CB8AC3E}">
        <p14:creationId xmlns:p14="http://schemas.microsoft.com/office/powerpoint/2010/main" val="30773900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42</a:t>
            </a:fld>
            <a:endParaRPr lang="zh-CN" altLang="en-US"/>
          </a:p>
        </p:txBody>
      </p:sp>
    </p:spTree>
    <p:extLst>
      <p:ext uri="{BB962C8B-B14F-4D97-AF65-F5344CB8AC3E}">
        <p14:creationId xmlns:p14="http://schemas.microsoft.com/office/powerpoint/2010/main" val="428889225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43</a:t>
            </a:fld>
            <a:endParaRPr lang="zh-CN" altLang="en-US"/>
          </a:p>
        </p:txBody>
      </p:sp>
    </p:spTree>
    <p:extLst>
      <p:ext uri="{BB962C8B-B14F-4D97-AF65-F5344CB8AC3E}">
        <p14:creationId xmlns:p14="http://schemas.microsoft.com/office/powerpoint/2010/main" val="42933677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44</a:t>
            </a:fld>
            <a:endParaRPr lang="zh-CN" altLang="en-US"/>
          </a:p>
        </p:txBody>
      </p:sp>
    </p:spTree>
    <p:extLst>
      <p:ext uri="{BB962C8B-B14F-4D97-AF65-F5344CB8AC3E}">
        <p14:creationId xmlns:p14="http://schemas.microsoft.com/office/powerpoint/2010/main" val="172440207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以下为“范围外”项目内容：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1. </a:t>
            </a:r>
            <a:r>
              <a:rPr lang="zh-CN" altLang="en-US" dirty="0"/>
              <a:t>维护现有系统的升级与更新</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2. </a:t>
            </a:r>
            <a:r>
              <a:rPr lang="zh-CN" altLang="en-US" dirty="0"/>
              <a:t>为项目提供长期的技术支持</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3. </a:t>
            </a:r>
            <a:r>
              <a:rPr lang="zh-CN" altLang="en-US" dirty="0"/>
              <a:t>负责项目的市场营销与推广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4. </a:t>
            </a:r>
            <a:r>
              <a:rPr lang="zh-CN" altLang="en-US" dirty="0"/>
              <a:t>完成项目外的任何额外研究或调查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5. </a:t>
            </a:r>
            <a:r>
              <a:rPr lang="zh-CN" altLang="en-US" dirty="0"/>
              <a:t>项目相关的法律、税务咨询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6. </a:t>
            </a:r>
            <a:r>
              <a:rPr lang="zh-CN" altLang="en-US" dirty="0"/>
              <a:t>项目相关的内部培训与指导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7. </a:t>
            </a:r>
            <a:r>
              <a:rPr lang="zh-CN" altLang="en-US" dirty="0"/>
              <a:t>项目的扩展功能开发，除非在合同中特别约定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8. </a:t>
            </a:r>
            <a:r>
              <a:rPr lang="zh-CN" altLang="en-US" dirty="0"/>
              <a:t>任何不在合同明确范围内的工作内容</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58</a:t>
            </a:fld>
            <a:endParaRPr lang="zh-CN" altLang="en-US"/>
          </a:p>
        </p:txBody>
      </p:sp>
    </p:spTree>
    <p:extLst>
      <p:ext uri="{BB962C8B-B14F-4D97-AF65-F5344CB8AC3E}">
        <p14:creationId xmlns:p14="http://schemas.microsoft.com/office/powerpoint/2010/main" val="425320437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2664E-0A19-F89A-0C2E-727CEAF340B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08438AE-0AD8-259B-8EE5-02216CBE931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87C37A3-9B26-1C71-6809-EB8217787F8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以下为“范围外”项目内容：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1. </a:t>
            </a:r>
            <a:r>
              <a:rPr lang="zh-CN" altLang="en-US" dirty="0"/>
              <a:t>维护现有系统的升级与更新</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2. </a:t>
            </a:r>
            <a:r>
              <a:rPr lang="zh-CN" altLang="en-US" dirty="0"/>
              <a:t>为项目提供长期的技术支持</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3. </a:t>
            </a:r>
            <a:r>
              <a:rPr lang="zh-CN" altLang="en-US" dirty="0"/>
              <a:t>负责项目的市场营销与推广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4. </a:t>
            </a:r>
            <a:r>
              <a:rPr lang="zh-CN" altLang="en-US" dirty="0"/>
              <a:t>完成项目外的任何额外研究或调查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5. </a:t>
            </a:r>
            <a:r>
              <a:rPr lang="zh-CN" altLang="en-US" dirty="0"/>
              <a:t>项目相关的法律、税务咨询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6. </a:t>
            </a:r>
            <a:r>
              <a:rPr lang="zh-CN" altLang="en-US" dirty="0"/>
              <a:t>项目相关的内部培训与指导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7. </a:t>
            </a:r>
            <a:r>
              <a:rPr lang="zh-CN" altLang="en-US" dirty="0"/>
              <a:t>项目的扩展功能开发，除非在合同中特别约定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8. </a:t>
            </a:r>
            <a:r>
              <a:rPr lang="zh-CN" altLang="en-US" dirty="0"/>
              <a:t>任何不在合同明确范围内的工作内容</a:t>
            </a:r>
          </a:p>
          <a:p>
            <a:endParaRPr lang="zh-CN" altLang="en-US" dirty="0"/>
          </a:p>
        </p:txBody>
      </p:sp>
      <p:sp>
        <p:nvSpPr>
          <p:cNvPr id="4" name="灯片编号占位符 3">
            <a:extLst>
              <a:ext uri="{FF2B5EF4-FFF2-40B4-BE49-F238E27FC236}">
                <a16:creationId xmlns:a16="http://schemas.microsoft.com/office/drawing/2014/main" id="{853AD7A3-A5D3-46E5-A0E2-011047672515}"/>
              </a:ext>
            </a:extLst>
          </p:cNvPr>
          <p:cNvSpPr>
            <a:spLocks noGrp="1"/>
          </p:cNvSpPr>
          <p:nvPr>
            <p:ph type="sldNum" sz="quarter" idx="5"/>
          </p:nvPr>
        </p:nvSpPr>
        <p:spPr/>
        <p:txBody>
          <a:bodyPr/>
          <a:lstStyle/>
          <a:p>
            <a:fld id="{6D27E3F6-C3AC-4131-BD60-F31F1EE091B2}" type="slidenum">
              <a:rPr lang="zh-CN" altLang="en-US" smtClean="0"/>
              <a:t>62</a:t>
            </a:fld>
            <a:endParaRPr lang="zh-CN" altLang="en-US"/>
          </a:p>
        </p:txBody>
      </p:sp>
    </p:spTree>
    <p:extLst>
      <p:ext uri="{BB962C8B-B14F-4D97-AF65-F5344CB8AC3E}">
        <p14:creationId xmlns:p14="http://schemas.microsoft.com/office/powerpoint/2010/main" val="328430768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69</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开发：透明</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76</a:t>
            </a:fld>
            <a:endParaRPr lang="zh-CN" altLang="en-US"/>
          </a:p>
        </p:txBody>
      </p:sp>
    </p:spTree>
    <p:extLst>
      <p:ext uri="{BB962C8B-B14F-4D97-AF65-F5344CB8AC3E}">
        <p14:creationId xmlns:p14="http://schemas.microsoft.com/office/powerpoint/2010/main" val="287670353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77</a:t>
            </a:fld>
            <a:endParaRPr lang="zh-CN" altLang="en-US"/>
          </a:p>
        </p:txBody>
      </p:sp>
    </p:spTree>
    <p:extLst>
      <p:ext uri="{BB962C8B-B14F-4D97-AF65-F5344CB8AC3E}">
        <p14:creationId xmlns:p14="http://schemas.microsoft.com/office/powerpoint/2010/main" val="386100173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PO</a:t>
            </a:r>
            <a:r>
              <a:rPr lang="zh-CN" altLang="en-US" dirty="0"/>
              <a:t>：关注产品本身；根据价值排序</a:t>
            </a:r>
            <a:endParaRPr lang="en-US" altLang="zh-CN" dirty="0"/>
          </a:p>
          <a:p>
            <a:r>
              <a:rPr lang="en-US" altLang="zh-CN" dirty="0" err="1"/>
              <a:t>Msater</a:t>
            </a:r>
            <a:r>
              <a:rPr lang="zh-CN" altLang="en-US" dirty="0"/>
              <a:t>：项目经理、促进者、团队领导、</a:t>
            </a:r>
            <a:r>
              <a:rPr lang="en-US" altLang="zh-CN" dirty="0"/>
              <a:t>scrum</a:t>
            </a:r>
            <a:r>
              <a:rPr lang="zh-CN" altLang="en-US" dirty="0"/>
              <a:t>主管；仆人式领导</a:t>
            </a:r>
            <a:r>
              <a:rPr lang="en-US" altLang="zh-CN" dirty="0"/>
              <a:t>a servant-leader</a:t>
            </a:r>
            <a:r>
              <a:rPr lang="zh-CN" altLang="en-US" dirty="0"/>
              <a:t>、催化剂、老母鸡</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423208807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r>
              <a:rPr lang="en-US" altLang="zh-CN" dirty="0"/>
              <a:t>PO</a:t>
            </a:r>
            <a:r>
              <a:rPr lang="zh-CN" altLang="en-US" dirty="0"/>
              <a:t>：关注产品本身；根据价值排序</a:t>
            </a:r>
            <a:endParaRPr lang="en-US" altLang="zh-CN" dirty="0"/>
          </a:p>
          <a:p>
            <a:r>
              <a:rPr lang="en-US" altLang="zh-CN" dirty="0" err="1"/>
              <a:t>Msater</a:t>
            </a:r>
            <a:r>
              <a:rPr lang="zh-CN" altLang="en-US" dirty="0"/>
              <a:t>：项目经理、促进者、团队领导、</a:t>
            </a:r>
            <a:r>
              <a:rPr lang="en-US" altLang="zh-CN" dirty="0"/>
              <a:t>scrum</a:t>
            </a:r>
            <a:r>
              <a:rPr lang="zh-CN" altLang="en-US" dirty="0"/>
              <a:t>主管；仆人式领导</a:t>
            </a:r>
            <a:r>
              <a:rPr lang="en-US" altLang="zh-CN" dirty="0"/>
              <a:t>a servant-leader</a:t>
            </a:r>
            <a:r>
              <a:rPr lang="zh-CN" altLang="en-US" dirty="0"/>
              <a:t>、催化剂、老母鸡</a:t>
            </a:r>
            <a:endParaRPr lang="en-US" altLang="zh-CN" dirty="0"/>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333157526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r>
              <a:rPr lang="zh-CN" altLang="en-US" dirty="0"/>
              <a:t>；</a:t>
            </a:r>
            <a:r>
              <a:rPr lang="en-US" altLang="zh-CN" dirty="0"/>
              <a:t>PO</a:t>
            </a:r>
            <a:r>
              <a:rPr lang="zh-CN" altLang="en-US" dirty="0"/>
              <a:t>对接客户，收集需求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312570094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a:t>
            </a:r>
            <a:r>
              <a:rPr lang="en-US" altLang="zh-CN" dirty="0"/>
              <a:t>PO</a:t>
            </a:r>
            <a:r>
              <a:rPr lang="zh-CN" altLang="en-US" dirty="0"/>
              <a:t>关注点偏离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86</a:t>
            </a:fld>
            <a:endParaRPr lang="zh-CN" altLang="en-US"/>
          </a:p>
        </p:txBody>
      </p:sp>
    </p:spTree>
    <p:extLst>
      <p:ext uri="{BB962C8B-B14F-4D97-AF65-F5344CB8AC3E}">
        <p14:creationId xmlns:p14="http://schemas.microsoft.com/office/powerpoint/2010/main" val="240246452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r>
              <a:rPr lang="zh-CN" altLang="en-US" dirty="0"/>
              <a:t>；</a:t>
            </a:r>
            <a:r>
              <a:rPr lang="en-US" altLang="zh-CN" dirty="0"/>
              <a:t>PO</a:t>
            </a:r>
            <a:r>
              <a:rPr lang="zh-CN" altLang="en-US" dirty="0"/>
              <a:t>负责定义优先级</a:t>
            </a:r>
            <a:endParaRPr lang="en-US" altLang="zh-CN" dirty="0"/>
          </a:p>
          <a:p>
            <a:r>
              <a:rPr lang="en-US" altLang="zh-CN" dirty="0"/>
              <a:t>B</a:t>
            </a:r>
            <a:r>
              <a:rPr lang="zh-CN" altLang="en-US" dirty="0"/>
              <a:t>排除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87</a:t>
            </a:fld>
            <a:endParaRPr lang="zh-CN" altLang="en-US"/>
          </a:p>
        </p:txBody>
      </p:sp>
    </p:spTree>
    <p:extLst>
      <p:ext uri="{BB962C8B-B14F-4D97-AF65-F5344CB8AC3E}">
        <p14:creationId xmlns:p14="http://schemas.microsoft.com/office/powerpoint/2010/main" val="420739679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AD</a:t>
            </a:r>
          </a:p>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88</a:t>
            </a:fld>
            <a:endParaRPr lang="zh-CN" altLang="en-US"/>
          </a:p>
        </p:txBody>
      </p:sp>
    </p:spTree>
    <p:extLst>
      <p:ext uri="{BB962C8B-B14F-4D97-AF65-F5344CB8AC3E}">
        <p14:creationId xmlns:p14="http://schemas.microsoft.com/office/powerpoint/2010/main" val="176816716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典型的 </a:t>
            </a:r>
            <a:r>
              <a:rPr lang="zh-CN" altLang="en-US" sz="1200" b="1" i="0" kern="1200" dirty="0">
                <a:solidFill>
                  <a:schemeClr val="tx1"/>
                </a:solidFill>
                <a:effectLst/>
                <a:latin typeface="+mn-lt"/>
                <a:ea typeface="+mn-ea"/>
                <a:cs typeface="+mn-cs"/>
              </a:rPr>
              <a:t>“变更干扰”场景</a:t>
            </a:r>
            <a:r>
              <a:rPr lang="zh-CN" altLang="en-US" sz="1200" b="0" i="0" kern="1200" dirty="0">
                <a:solidFill>
                  <a:schemeClr val="tx1"/>
                </a:solidFill>
                <a:effectLst/>
                <a:latin typeface="+mn-lt"/>
                <a:ea typeface="+mn-ea"/>
                <a:cs typeface="+mn-cs"/>
              </a:rPr>
              <a:t>，考验 </a:t>
            </a:r>
            <a:r>
              <a:rPr lang="en-US" altLang="zh-CN" sz="1200" b="0" i="0" kern="1200" dirty="0">
                <a:solidFill>
                  <a:schemeClr val="tx1"/>
                </a:solidFill>
                <a:effectLst/>
                <a:latin typeface="+mn-lt"/>
                <a:ea typeface="+mn-ea"/>
                <a:cs typeface="+mn-cs"/>
              </a:rPr>
              <a:t>Scrum Master </a:t>
            </a:r>
            <a:r>
              <a:rPr lang="zh-CN" altLang="en-US" sz="1200" b="0" i="0" kern="1200" dirty="0">
                <a:solidFill>
                  <a:schemeClr val="tx1"/>
                </a:solidFill>
                <a:effectLst/>
                <a:latin typeface="+mn-lt"/>
                <a:ea typeface="+mn-ea"/>
                <a:cs typeface="+mn-cs"/>
              </a:rPr>
              <a:t>是否能坚持原则、保护团队专注力</a:t>
            </a:r>
            <a:endParaRPr lang="en-US" altLang="zh-CN" dirty="0"/>
          </a:p>
          <a:p>
            <a:r>
              <a:rPr lang="zh-CN" altLang="en-US" dirty="0"/>
              <a:t>排除</a:t>
            </a:r>
            <a:r>
              <a:rPr lang="en-US" altLang="zh-CN" dirty="0"/>
              <a:t>ACD</a:t>
            </a:r>
            <a:r>
              <a:rPr lang="zh-CN" altLang="en-US" dirty="0"/>
              <a:t>，</a:t>
            </a:r>
            <a:r>
              <a:rPr lang="en-US" altLang="zh-CN" dirty="0"/>
              <a:t>master </a:t>
            </a:r>
            <a:r>
              <a:rPr lang="zh-CN" altLang="en-US" dirty="0"/>
              <a:t>无权添加</a:t>
            </a:r>
            <a:endParaRPr lang="en-US" altLang="zh-CN" dirty="0"/>
          </a:p>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89</a:t>
            </a:fld>
            <a:endParaRPr lang="zh-CN" altLang="en-US"/>
          </a:p>
        </p:txBody>
      </p:sp>
    </p:spTree>
    <p:extLst>
      <p:ext uri="{BB962C8B-B14F-4D97-AF65-F5344CB8AC3E}">
        <p14:creationId xmlns:p14="http://schemas.microsoft.com/office/powerpoint/2010/main" val="254175502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p>
          <a:p>
            <a:r>
              <a:rPr lang="zh-CN" altLang="en-US" dirty="0"/>
              <a:t>排除</a:t>
            </a:r>
            <a:r>
              <a:rPr lang="en-US" altLang="zh-CN" dirty="0"/>
              <a:t>BC</a:t>
            </a:r>
            <a:r>
              <a:rPr lang="zh-CN" altLang="en-US" dirty="0"/>
              <a:t>；相关方没有时间频繁参加每日站会</a:t>
            </a:r>
            <a:endParaRPr lang="en-US" altLang="zh-CN" dirty="0"/>
          </a:p>
          <a:p>
            <a:r>
              <a:rPr lang="en-US" altLang="zh-CN" dirty="0"/>
              <a:t>D</a:t>
            </a:r>
            <a:r>
              <a:rPr lang="zh-CN" altLang="en-US" dirty="0"/>
              <a:t>：做了，但是没有做到位</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90</a:t>
            </a:fld>
            <a:endParaRPr lang="zh-CN" altLang="en-US"/>
          </a:p>
        </p:txBody>
      </p:sp>
    </p:spTree>
    <p:extLst>
      <p:ext uri="{BB962C8B-B14F-4D97-AF65-F5344CB8AC3E}">
        <p14:creationId xmlns:p14="http://schemas.microsoft.com/office/powerpoint/2010/main" val="31681844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91</a:t>
            </a:fld>
            <a:endParaRPr lang="zh-CN" altLang="en-US"/>
          </a:p>
        </p:txBody>
      </p:sp>
    </p:spTree>
    <p:extLst>
      <p:ext uri="{BB962C8B-B14F-4D97-AF65-F5344CB8AC3E}">
        <p14:creationId xmlns:p14="http://schemas.microsoft.com/office/powerpoint/2010/main" val="350201282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a:t>
            </a:r>
          </a:p>
          <a:p>
            <a:r>
              <a:rPr lang="en-US" altLang="zh-CN" dirty="0"/>
              <a:t>C</a:t>
            </a:r>
            <a:r>
              <a:rPr lang="zh-CN" altLang="en-US" dirty="0"/>
              <a:t>：提醒和辅导；不等于“替团队做事”，而是“移除障碍，让团队能自己做成事”</a:t>
            </a:r>
            <a:r>
              <a:rPr lang="en-US" altLang="zh-CN" dirty="0"/>
              <a:t>——</a:t>
            </a:r>
            <a:r>
              <a:rPr lang="zh-CN" altLang="en-US" dirty="0"/>
              <a:t>这正是最高级的赋能</a:t>
            </a:r>
            <a:endParaRPr lang="en-US" altLang="zh-CN" dirty="0"/>
          </a:p>
          <a:p>
            <a:r>
              <a:rPr lang="en-US" altLang="zh-CN" dirty="0"/>
              <a:t>B</a:t>
            </a:r>
            <a:r>
              <a:rPr lang="zh-CN" altLang="en-US" dirty="0"/>
              <a:t>：存疑；虽然温和，但流于表面，无法解决根本问题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385308620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p>
          <a:p>
            <a:r>
              <a:rPr lang="zh-CN" altLang="en-US" dirty="0"/>
              <a:t>排除</a:t>
            </a:r>
            <a:r>
              <a:rPr lang="en-US" altLang="zh-CN" dirty="0"/>
              <a:t>D</a:t>
            </a:r>
            <a:r>
              <a:rPr lang="zh-CN" altLang="en-US" dirty="0"/>
              <a:t>：技术不归你管</a:t>
            </a:r>
            <a:endParaRPr lang="en-US" altLang="zh-CN" dirty="0"/>
          </a:p>
          <a:p>
            <a:r>
              <a:rPr lang="en-US" altLang="zh-CN" dirty="0"/>
              <a:t>B</a:t>
            </a:r>
            <a:r>
              <a:rPr lang="zh-CN" altLang="en-US" dirty="0"/>
              <a:t>：计划会由</a:t>
            </a:r>
            <a:r>
              <a:rPr lang="en-US" altLang="zh-CN" dirty="0"/>
              <a:t>PO</a:t>
            </a:r>
            <a:r>
              <a:rPr lang="zh-CN" altLang="en-US" dirty="0"/>
              <a:t>主导</a:t>
            </a:r>
            <a:endParaRPr lang="en-US" altLang="zh-CN"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47445031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AC</a:t>
            </a:r>
          </a:p>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94</a:t>
            </a:fld>
            <a:endParaRPr lang="zh-CN" altLang="en-US"/>
          </a:p>
        </p:txBody>
      </p:sp>
    </p:spTree>
    <p:extLst>
      <p:ext uri="{BB962C8B-B14F-4D97-AF65-F5344CB8AC3E}">
        <p14:creationId xmlns:p14="http://schemas.microsoft.com/office/powerpoint/2010/main" val="305290462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r>
              <a:rPr lang="zh-CN" altLang="en-US" dirty="0"/>
              <a:t>：</a:t>
            </a:r>
            <a:r>
              <a:rPr lang="zh-CN" altLang="en-US" sz="1200" b="0" i="0" kern="1200" dirty="0">
                <a:solidFill>
                  <a:schemeClr val="tx1"/>
                </a:solidFill>
                <a:effectLst/>
                <a:latin typeface="+mn-lt"/>
                <a:ea typeface="+mn-ea"/>
                <a:cs typeface="+mn-cs"/>
              </a:rPr>
              <a:t>核心职责之一：移除障碍 </a:t>
            </a:r>
            <a:r>
              <a:rPr lang="en-US" altLang="zh-CN" sz="1200" b="0" i="0" kern="1200" dirty="0">
                <a:solidFill>
                  <a:schemeClr val="tx1"/>
                </a:solidFill>
                <a:effectLst/>
                <a:latin typeface="+mn-lt"/>
                <a:ea typeface="+mn-ea"/>
                <a:cs typeface="+mn-cs"/>
              </a:rPr>
              <a:t>Impediment</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95</a:t>
            </a:fld>
            <a:endParaRPr lang="zh-CN" altLang="en-US"/>
          </a:p>
        </p:txBody>
      </p:sp>
    </p:spTree>
    <p:extLst>
      <p:ext uri="{BB962C8B-B14F-4D97-AF65-F5344CB8AC3E}">
        <p14:creationId xmlns:p14="http://schemas.microsoft.com/office/powerpoint/2010/main" val="219220838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p>
          <a:p>
            <a:r>
              <a:rPr lang="zh-CN" altLang="en-US" dirty="0"/>
              <a:t>排除</a:t>
            </a:r>
            <a:r>
              <a:rPr lang="en-US" altLang="zh-CN" dirty="0"/>
              <a:t>D</a:t>
            </a:r>
            <a:r>
              <a:rPr lang="zh-CN" altLang="en-US" dirty="0"/>
              <a:t>：关键、虚拟</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23853548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97627132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：人数</a:t>
            </a:r>
            <a:r>
              <a:rPr lang="en-US" altLang="zh-CN" dirty="0"/>
              <a:t>5-9</a:t>
            </a:r>
            <a:r>
              <a:rPr lang="zh-CN" altLang="en-US" dirty="0"/>
              <a:t>人为宜</a:t>
            </a:r>
            <a:endParaRPr lang="en-US" altLang="zh-CN" dirty="0"/>
          </a:p>
          <a:p>
            <a:r>
              <a:rPr lang="en-US" altLang="zh-CN" dirty="0"/>
              <a:t>C</a:t>
            </a:r>
            <a:r>
              <a:rPr lang="zh-CN" altLang="en-US" dirty="0"/>
              <a:t>：</a:t>
            </a:r>
            <a:r>
              <a:rPr lang="en-US" altLang="zh-CN" dirty="0"/>
              <a:t>15</a:t>
            </a:r>
            <a:r>
              <a:rPr lang="zh-CN" altLang="en-US" dirty="0"/>
              <a:t>分钟；避免太长</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339081825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p>
          <a:p>
            <a:r>
              <a:rPr lang="en-US" altLang="zh-CN" dirty="0"/>
              <a:t>B</a:t>
            </a:r>
            <a:r>
              <a:rPr lang="zh-CN" altLang="en-US" dirty="0"/>
              <a:t>：错在而不是</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367863359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AD</a:t>
            </a:r>
          </a:p>
          <a:p>
            <a:r>
              <a:rPr lang="en-US" altLang="zh-CN" dirty="0"/>
              <a:t>B</a:t>
            </a:r>
            <a:r>
              <a:rPr lang="zh-CN" altLang="en-US" dirty="0"/>
              <a:t>：不能代表用户反馈</a:t>
            </a:r>
            <a:endParaRPr lang="en-US" altLang="zh-CN" dirty="0"/>
          </a:p>
          <a:p>
            <a:r>
              <a:rPr lang="en-US" altLang="zh-CN" dirty="0"/>
              <a:t>C</a:t>
            </a:r>
            <a:r>
              <a:rPr lang="zh-CN" altLang="en-US" dirty="0"/>
              <a:t>：在约束条件下创新地获取真实反馈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246363700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D</a:t>
            </a:r>
          </a:p>
          <a:p>
            <a:r>
              <a:rPr lang="zh-CN" altLang="en-US" dirty="0"/>
              <a:t>排除</a:t>
            </a:r>
            <a:r>
              <a:rPr lang="en-US" altLang="zh-CN" dirty="0"/>
              <a:t>B</a:t>
            </a:r>
            <a:r>
              <a:rPr lang="zh-CN" altLang="en-US" dirty="0"/>
              <a:t>：技术</a:t>
            </a:r>
            <a:endParaRPr lang="en-US" altLang="zh-CN" dirty="0"/>
          </a:p>
          <a:p>
            <a:r>
              <a:rPr lang="en-US" altLang="zh-CN" dirty="0"/>
              <a:t>C</a:t>
            </a:r>
            <a:r>
              <a:rPr lang="zh-CN" altLang="en-US" dirty="0"/>
              <a:t>：属于参与</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78000608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err="1"/>
              <a:t>Planing</a:t>
            </a:r>
            <a:r>
              <a:rPr lang="zh-CN" altLang="en-US" dirty="0"/>
              <a:t>：</a:t>
            </a:r>
            <a:r>
              <a:rPr lang="en-US" altLang="zh-CN" dirty="0"/>
              <a:t>eight hours for a one-month Sprint</a:t>
            </a:r>
            <a:r>
              <a:rPr lang="zh-CN" altLang="en-US" dirty="0"/>
              <a:t>；</a:t>
            </a:r>
            <a:r>
              <a:rPr lang="en-US" altLang="zh-CN" dirty="0"/>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Daily</a:t>
            </a:r>
            <a:r>
              <a:rPr lang="zh-CN" altLang="en-US" dirty="0"/>
              <a:t>：</a:t>
            </a:r>
            <a:r>
              <a:rPr lang="en-US" altLang="zh-CN" dirty="0"/>
              <a:t>15min</a:t>
            </a:r>
            <a:r>
              <a:rPr lang="zh-CN" altLang="en-US" dirty="0"/>
              <a:t>；检查进度</a:t>
            </a:r>
            <a:r>
              <a:rPr lang="en-US" altLang="zh-CN" sz="1200" b="0" i="0" kern="1200" dirty="0">
                <a:solidFill>
                  <a:schemeClr val="tx1"/>
                </a:solidFill>
                <a:effectLst/>
                <a:latin typeface="+mn-lt"/>
                <a:ea typeface="+mn-ea"/>
                <a:cs typeface="+mn-cs"/>
              </a:rPr>
              <a:t>inspect </a:t>
            </a:r>
            <a:r>
              <a:rPr lang="zh-CN" altLang="en-US" sz="1200" b="0" i="0" kern="1200" dirty="0">
                <a:solidFill>
                  <a:schemeClr val="tx1"/>
                </a:solidFill>
                <a:effectLst/>
                <a:latin typeface="+mn-lt"/>
                <a:ea typeface="+mn-ea"/>
                <a:cs typeface="+mn-cs"/>
              </a:rPr>
              <a:t>，</a:t>
            </a:r>
            <a:r>
              <a:rPr lang="zh-CN" altLang="en-US" dirty="0"/>
              <a:t>同步信息：完成什么。计划完成什么；什么障碍；但是不解决问题；团队成员都可以主持</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dirty="0">
                <a:solidFill>
                  <a:schemeClr val="tx1"/>
                </a:solidFill>
                <a:effectLst/>
                <a:latin typeface="+mn-lt"/>
                <a:ea typeface="+mn-ea"/>
                <a:cs typeface="+mn-cs"/>
              </a:rPr>
              <a:t>冲刺评审：对于一个月的冲刺，时间限制在最多四小时，</a:t>
            </a:r>
            <a:r>
              <a:rPr lang="en-US" altLang="zh-CN" sz="1200" b="0" i="0" kern="1200" dirty="0">
                <a:solidFill>
                  <a:schemeClr val="tx1"/>
                </a:solidFill>
                <a:effectLst/>
                <a:latin typeface="+mn-lt"/>
                <a:ea typeface="+mn-ea"/>
                <a:cs typeface="+mn-cs"/>
              </a:rPr>
              <a:t>1h/week</a:t>
            </a:r>
            <a:endParaRPr lang="en-US" altLang="zh-CN"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102</a:t>
            </a:fld>
            <a:endParaRPr lang="zh-CN" altLang="en-US"/>
          </a:p>
        </p:txBody>
      </p:sp>
    </p:spTree>
    <p:extLst>
      <p:ext uri="{BB962C8B-B14F-4D97-AF65-F5344CB8AC3E}">
        <p14:creationId xmlns:p14="http://schemas.microsoft.com/office/powerpoint/2010/main" val="295050894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103</a:t>
            </a:fld>
            <a:endParaRPr lang="zh-CN" altLang="en-US"/>
          </a:p>
        </p:txBody>
      </p:sp>
    </p:spTree>
    <p:extLst>
      <p:ext uri="{BB962C8B-B14F-4D97-AF65-F5344CB8AC3E}">
        <p14:creationId xmlns:p14="http://schemas.microsoft.com/office/powerpoint/2010/main" val="311135043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104</a:t>
            </a:fld>
            <a:endParaRPr lang="zh-CN" altLang="en-US"/>
          </a:p>
        </p:txBody>
      </p:sp>
    </p:spTree>
    <p:extLst>
      <p:ext uri="{BB962C8B-B14F-4D97-AF65-F5344CB8AC3E}">
        <p14:creationId xmlns:p14="http://schemas.microsoft.com/office/powerpoint/2010/main" val="102755439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eight hours for a one-month Sprint</a:t>
            </a:r>
          </a:p>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105</a:t>
            </a:fld>
            <a:endParaRPr lang="zh-CN" altLang="en-US"/>
          </a:p>
        </p:txBody>
      </p:sp>
    </p:spTree>
    <p:extLst>
      <p:ext uri="{BB962C8B-B14F-4D97-AF65-F5344CB8AC3E}">
        <p14:creationId xmlns:p14="http://schemas.microsoft.com/office/powerpoint/2010/main" val="246214089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r>
              <a:rPr lang="zh-CN" altLang="en-US" dirty="0"/>
              <a:t>：迭代结束后，需要提交价值，应该让干系人了解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106</a:t>
            </a:fld>
            <a:endParaRPr lang="zh-CN" altLang="en-US"/>
          </a:p>
        </p:txBody>
      </p:sp>
    </p:spTree>
    <p:extLst>
      <p:ext uri="{BB962C8B-B14F-4D97-AF65-F5344CB8AC3E}">
        <p14:creationId xmlns:p14="http://schemas.microsoft.com/office/powerpoint/2010/main" val="358007181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Product Backlog</a:t>
            </a:r>
            <a:r>
              <a:rPr lang="zh-CN" altLang="en-US" dirty="0"/>
              <a:t>：有序列表；每</a:t>
            </a:r>
            <a:r>
              <a:rPr lang="en-US" altLang="zh-CN" dirty="0"/>
              <a:t>2</a:t>
            </a:r>
            <a:r>
              <a:rPr lang="zh-CN" altLang="en-US" dirty="0"/>
              <a:t>周选最重要的几项（</a:t>
            </a:r>
            <a:r>
              <a:rPr lang="en-US" altLang="zh-CN" dirty="0"/>
              <a:t>Sprint Goal</a:t>
            </a:r>
            <a:r>
              <a:rPr lang="zh-CN" altLang="en-US" dirty="0"/>
              <a:t>），再拆成每天任务 </a:t>
            </a:r>
            <a:r>
              <a:rPr lang="en-US" altLang="zh-CN" dirty="0"/>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Increment</a:t>
            </a:r>
            <a:r>
              <a:rPr lang="zh-CN" altLang="en-US" dirty="0"/>
              <a:t>：当前冲刺阶段完成且</a:t>
            </a:r>
            <a:r>
              <a:rPr lang="en-US" altLang="zh-CN" dirty="0"/>
              <a:t>PO</a:t>
            </a:r>
            <a:r>
              <a:rPr lang="zh-CN" altLang="en-US" dirty="0"/>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107</a:t>
            </a:fld>
            <a:endParaRPr lang="zh-CN" altLang="en-US"/>
          </a:p>
        </p:txBody>
      </p:sp>
    </p:spTree>
    <p:extLst>
      <p:ext uri="{BB962C8B-B14F-4D97-AF65-F5344CB8AC3E}">
        <p14:creationId xmlns:p14="http://schemas.microsoft.com/office/powerpoint/2010/main" val="406858123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p>
          <a:p>
            <a:r>
              <a:rPr lang="en-US" altLang="zh-CN" dirty="0"/>
              <a:t>C</a:t>
            </a:r>
            <a:r>
              <a:rPr lang="zh-CN" altLang="en-US" dirty="0"/>
              <a:t>：被动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108</a:t>
            </a:fld>
            <a:endParaRPr lang="zh-CN" altLang="en-US"/>
          </a:p>
        </p:txBody>
      </p:sp>
    </p:spTree>
    <p:extLst>
      <p:ext uri="{BB962C8B-B14F-4D97-AF65-F5344CB8AC3E}">
        <p14:creationId xmlns:p14="http://schemas.microsoft.com/office/powerpoint/2010/main" val="237733028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r>
              <a:rPr lang="zh-CN" altLang="en-US" dirty="0"/>
              <a:t>：逐步精细化 </a:t>
            </a:r>
            <a:r>
              <a:rPr lang="en-US" altLang="zh-CN" dirty="0"/>
              <a:t>Progressive Elaboration</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46141511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110</a:t>
            </a:fld>
            <a:endParaRPr lang="zh-CN" altLang="en-US"/>
          </a:p>
        </p:txBody>
      </p:sp>
    </p:spTree>
    <p:extLst>
      <p:ext uri="{BB962C8B-B14F-4D97-AF65-F5344CB8AC3E}">
        <p14:creationId xmlns:p14="http://schemas.microsoft.com/office/powerpoint/2010/main" val="302603070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111</a:t>
            </a:fld>
            <a:endParaRPr lang="zh-CN" altLang="en-US"/>
          </a:p>
        </p:txBody>
      </p:sp>
    </p:spTree>
    <p:extLst>
      <p:ext uri="{BB962C8B-B14F-4D97-AF65-F5344CB8AC3E}">
        <p14:creationId xmlns:p14="http://schemas.microsoft.com/office/powerpoint/2010/main" val="39716683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r>
              <a:rPr lang="zh-CN" altLang="en-US" dirty="0"/>
              <a:t>：都要做</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112</a:t>
            </a:fld>
            <a:endParaRPr lang="zh-CN" altLang="en-US"/>
          </a:p>
        </p:txBody>
      </p:sp>
    </p:spTree>
    <p:extLst>
      <p:ext uri="{BB962C8B-B14F-4D97-AF65-F5344CB8AC3E}">
        <p14:creationId xmlns:p14="http://schemas.microsoft.com/office/powerpoint/2010/main" val="114946285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r>
              <a:rPr lang="zh-CN" altLang="en-US" dirty="0"/>
              <a:t>：包括目标和任务</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113</a:t>
            </a:fld>
            <a:endParaRPr lang="zh-CN" altLang="en-US"/>
          </a:p>
        </p:txBody>
      </p:sp>
    </p:spTree>
    <p:extLst>
      <p:ext uri="{BB962C8B-B14F-4D97-AF65-F5344CB8AC3E}">
        <p14:creationId xmlns:p14="http://schemas.microsoft.com/office/powerpoint/2010/main" val="41353725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r>
              <a:rPr lang="zh-CN" altLang="en-US" dirty="0"/>
              <a:t>：确定目标→添加到代表事项条目→分解任务→认领任务</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114</a:t>
            </a:fld>
            <a:endParaRPr lang="zh-CN" altLang="en-US"/>
          </a:p>
        </p:txBody>
      </p:sp>
    </p:spTree>
    <p:extLst>
      <p:ext uri="{BB962C8B-B14F-4D97-AF65-F5344CB8AC3E}">
        <p14:creationId xmlns:p14="http://schemas.microsoft.com/office/powerpoint/2010/main" val="412725374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a:t>
            </a:r>
            <a:r>
              <a:rPr lang="en-US" altLang="zh-CN" dirty="0"/>
              <a:t>Sprint </a:t>
            </a:r>
            <a:r>
              <a:rPr lang="zh-CN" altLang="en-US" dirty="0"/>
              <a:t>目标和 </a:t>
            </a:r>
            <a:r>
              <a:rPr lang="en-US" altLang="zh-CN" dirty="0"/>
              <a:t>Sprint </a:t>
            </a:r>
            <a:r>
              <a:rPr lang="zh-CN" altLang="en-US" dirty="0"/>
              <a:t>待办列表在 </a:t>
            </a:r>
            <a:r>
              <a:rPr lang="en-US" altLang="zh-CN" dirty="0"/>
              <a:t>Sprint </a:t>
            </a:r>
            <a:r>
              <a:rPr lang="zh-CN" altLang="en-US" dirty="0"/>
              <a:t>期间不得更改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115</a:t>
            </a:fld>
            <a:endParaRPr lang="zh-CN" altLang="en-US"/>
          </a:p>
        </p:txBody>
      </p:sp>
    </p:spTree>
    <p:extLst>
      <p:ext uri="{BB962C8B-B14F-4D97-AF65-F5344CB8AC3E}">
        <p14:creationId xmlns:p14="http://schemas.microsoft.com/office/powerpoint/2010/main" val="184761961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r>
              <a:rPr lang="zh-CN" altLang="en-US" dirty="0"/>
              <a:t>：产品待办列表（</a:t>
            </a:r>
            <a:r>
              <a:rPr lang="en-US" altLang="zh-CN" dirty="0"/>
              <a:t>Product Backlog</a:t>
            </a:r>
            <a:r>
              <a:rPr lang="zh-CN" altLang="en-US" dirty="0"/>
              <a:t>）是未来工作的集合，不是当前 </a:t>
            </a:r>
            <a:r>
              <a:rPr lang="en-US" altLang="zh-CN" dirty="0"/>
              <a:t>Sprint </a:t>
            </a:r>
            <a:r>
              <a:rPr lang="zh-CN" altLang="en-US" dirty="0"/>
              <a:t>的执行计划</a:t>
            </a:r>
            <a:endParaRPr lang="en-US" altLang="zh-CN" dirty="0"/>
          </a:p>
          <a:p>
            <a:r>
              <a:rPr lang="en-US" altLang="zh-CN" dirty="0"/>
              <a:t>C</a:t>
            </a:r>
            <a:r>
              <a:rPr lang="zh-CN" altLang="en-US" dirty="0"/>
              <a:t>：</a:t>
            </a:r>
            <a:r>
              <a:rPr lang="en-US" altLang="zh-CN" dirty="0"/>
              <a:t>Sprint </a:t>
            </a:r>
            <a:r>
              <a:rPr lang="zh-CN" altLang="en-US" dirty="0"/>
              <a:t>时间盒是固定的，不应改变</a:t>
            </a:r>
            <a:endParaRPr lang="en-US" altLang="zh-CN" dirty="0"/>
          </a:p>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116</a:t>
            </a:fld>
            <a:endParaRPr lang="zh-CN" altLang="en-US"/>
          </a:p>
        </p:txBody>
      </p:sp>
    </p:spTree>
    <p:extLst>
      <p:ext uri="{BB962C8B-B14F-4D97-AF65-F5344CB8AC3E}">
        <p14:creationId xmlns:p14="http://schemas.microsoft.com/office/powerpoint/2010/main" val="91288987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117</a:t>
            </a:fld>
            <a:endParaRPr lang="zh-CN" altLang="en-US"/>
          </a:p>
        </p:txBody>
      </p:sp>
    </p:spTree>
    <p:extLst>
      <p:ext uri="{BB962C8B-B14F-4D97-AF65-F5344CB8AC3E}">
        <p14:creationId xmlns:p14="http://schemas.microsoft.com/office/powerpoint/2010/main" val="322508626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118</a:t>
            </a:fld>
            <a:endParaRPr lang="zh-CN" altLang="en-US"/>
          </a:p>
        </p:txBody>
      </p:sp>
    </p:spTree>
    <p:extLst>
      <p:ext uri="{BB962C8B-B14F-4D97-AF65-F5344CB8AC3E}">
        <p14:creationId xmlns:p14="http://schemas.microsoft.com/office/powerpoint/2010/main" val="210865051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119</a:t>
            </a:fld>
            <a:endParaRPr lang="zh-CN" altLang="en-US"/>
          </a:p>
        </p:txBody>
      </p:sp>
    </p:spTree>
    <p:extLst>
      <p:ext uri="{BB962C8B-B14F-4D97-AF65-F5344CB8AC3E}">
        <p14:creationId xmlns:p14="http://schemas.microsoft.com/office/powerpoint/2010/main" val="296006306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风险识别是识别风险事件</a:t>
            </a:r>
            <a:r>
              <a:rPr lang="en-US" altLang="zh-CN" dirty="0"/>
              <a:t>, </a:t>
            </a:r>
            <a:r>
              <a:rPr lang="zh-CN" altLang="en-US" dirty="0"/>
              <a:t>系统化地确定对项目计划的威胁，识别已知和可预测的风险</a:t>
            </a:r>
            <a:endParaRPr lang="en-US" altLang="zh-CN" dirty="0"/>
          </a:p>
          <a:p>
            <a:endParaRPr lang="en-US" altLang="zh-CN" dirty="0"/>
          </a:p>
          <a:p>
            <a:r>
              <a:rPr lang="zh-CN" altLang="en-US" dirty="0"/>
              <a:t>对风险事件发生概率的评估，对项目风险影响的评估，给出项目风险排序</a:t>
            </a:r>
            <a:endParaRPr lang="en-US" altLang="zh-CN" dirty="0"/>
          </a:p>
          <a:p>
            <a:endParaRPr lang="en-US" altLang="zh-CN" dirty="0"/>
          </a:p>
          <a:p>
            <a:r>
              <a:rPr lang="zh-CN" altLang="en-US" dirty="0"/>
              <a:t>针对风险分析的结果，制定一定的行动和策略来对付、减少、以至于消灭风险事件造成的影响</a:t>
            </a:r>
          </a:p>
          <a:p>
            <a:endParaRPr lang="en-US" altLang="zh-CN" dirty="0"/>
          </a:p>
          <a:p>
            <a:r>
              <a:rPr lang="zh-CN" altLang="en-US" dirty="0"/>
              <a:t>风险控制是在项目执行过程中实施和监控风险计划，同时，不断进行风险识别、风险分析、风险规划的过程。</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133</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标题幻灯片">
    <p:spTree>
      <p:nvGrpSpPr>
        <p:cNvPr id="1" name=""/>
        <p:cNvGrpSpPr/>
        <p:nvPr/>
      </p:nvGrpSpPr>
      <p:grpSpPr>
        <a:xfrm>
          <a:off x="0" y="0"/>
          <a:ext cx="0" cy="0"/>
          <a:chOff x="0" y="0"/>
          <a:chExt cx="0" cy="0"/>
        </a:xfrm>
      </p:grpSpPr>
      <p:sp>
        <p:nvSpPr>
          <p:cNvPr id="8" name="图片占位符 7">
            <a:extLst>
              <a:ext uri="{FF2B5EF4-FFF2-40B4-BE49-F238E27FC236}">
                <a16:creationId xmlns:a16="http://schemas.microsoft.com/office/drawing/2014/main" id="{DD2370AC-1BEE-3E5D-48C7-011775346A5C}"/>
              </a:ext>
            </a:extLst>
          </p:cNvPr>
          <p:cNvSpPr>
            <a:spLocks noGrp="1"/>
          </p:cNvSpPr>
          <p:nvPr>
            <p:ph type="pic" sz="quarter" idx="10"/>
          </p:nvPr>
        </p:nvSpPr>
        <p:spPr>
          <a:xfrm>
            <a:off x="0" y="0"/>
            <a:ext cx="7912359" cy="6858000"/>
          </a:xfrm>
        </p:spPr>
        <p:txBody>
          <a:bodyPr/>
          <a:lstStyle/>
          <a:p>
            <a:endParaRPr lang="zh-CN" altLang="en-US"/>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
        <p:nvSpPr>
          <p:cNvPr id="2" name="标题 1">
            <a:extLst>
              <a:ext uri="{FF2B5EF4-FFF2-40B4-BE49-F238E27FC236}">
                <a16:creationId xmlns:a16="http://schemas.microsoft.com/office/drawing/2014/main" id="{72F450D1-2B98-9869-554D-D0BA13E48E58}"/>
              </a:ext>
            </a:extLst>
          </p:cNvPr>
          <p:cNvSpPr>
            <a:spLocks noGrp="1"/>
          </p:cNvSpPr>
          <p:nvPr>
            <p:ph type="ctrTitle"/>
          </p:nvPr>
        </p:nvSpPr>
        <p:spPr>
          <a:xfrm>
            <a:off x="4077578" y="3498981"/>
            <a:ext cx="7262228" cy="1440000"/>
          </a:xfrm>
          <a:solidFill>
            <a:schemeClr val="accent2"/>
          </a:solidFill>
        </p:spPr>
        <p:txBody>
          <a:bodyPr wrap="square" lIns="180000" tIns="72000" rIns="180000" bIns="72000" anchor="b" anchorCtr="0">
            <a:noAutofit/>
          </a:bodyPr>
          <a:lstStyle>
            <a:lvl1pPr algn="r">
              <a:defRPr sz="4000">
                <a:solidFill>
                  <a:schemeClr val="bg1"/>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p:ph type="subTitle" idx="1"/>
          </p:nvPr>
        </p:nvSpPr>
        <p:spPr>
          <a:xfrm>
            <a:off x="4077578" y="4938981"/>
            <a:ext cx="7262228" cy="900000"/>
          </a:xfrm>
          <a:solidFill>
            <a:schemeClr val="accent2"/>
          </a:solidFill>
        </p:spPr>
        <p:txBody>
          <a:bodyPr wrap="square" lIns="180000" tIns="72000" rIns="180000" bIns="72000">
            <a:noAutofit/>
          </a:bodyPr>
          <a:lstStyle>
            <a:lvl1pPr marL="0" indent="0" algn="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19" name="菱形 18" descr="89f8af67-b191-4e95-a5e3-cbb147f04195">
            <a:extLst>
              <a:ext uri="{FF2B5EF4-FFF2-40B4-BE49-F238E27FC236}">
                <a16:creationId xmlns:a16="http://schemas.microsoft.com/office/drawing/2014/main" id="{15004213-0984-0627-4EBA-FEF74DCA9A6E}"/>
              </a:ext>
            </a:extLst>
          </p:cNvPr>
          <p:cNvSpPr>
            <a:spLocks noChangeAspect="1"/>
          </p:cNvSpPr>
          <p:nvPr userDrawn="1"/>
        </p:nvSpPr>
        <p:spPr>
          <a:xfrm>
            <a:off x="10469687" y="244928"/>
            <a:ext cx="540000" cy="540000"/>
          </a:xfrm>
          <a:prstGeom prst="diamond">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0" name="菱形 19" descr="7f2bef7e-9b0d-4d11-befa-c798825aecb3">
            <a:extLst>
              <a:ext uri="{FF2B5EF4-FFF2-40B4-BE49-F238E27FC236}">
                <a16:creationId xmlns:a16="http://schemas.microsoft.com/office/drawing/2014/main" id="{C145F8BC-62DA-23DC-37E3-4A31FDFE7DB0}"/>
              </a:ext>
            </a:extLst>
          </p:cNvPr>
          <p:cNvSpPr>
            <a:spLocks noChangeAspect="1"/>
          </p:cNvSpPr>
          <p:nvPr userDrawn="1"/>
        </p:nvSpPr>
        <p:spPr>
          <a:xfrm>
            <a:off x="10352588" y="298928"/>
            <a:ext cx="432000" cy="432000"/>
          </a:xfrm>
          <a:prstGeom prst="diamond">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2" name="文本占位符 21">
            <a:extLst>
              <a:ext uri="{FF2B5EF4-FFF2-40B4-BE49-F238E27FC236}">
                <a16:creationId xmlns:a16="http://schemas.microsoft.com/office/drawing/2014/main" id="{A1F7BB37-E4C0-C016-3E58-F8D62C5C16A4}"/>
              </a:ext>
            </a:extLst>
          </p:cNvPr>
          <p:cNvSpPr>
            <a:spLocks noGrp="1"/>
          </p:cNvSpPr>
          <p:nvPr>
            <p:ph type="body" sz="quarter" idx="11"/>
          </p:nvPr>
        </p:nvSpPr>
        <p:spPr>
          <a:xfrm>
            <a:off x="7912100" y="1128713"/>
            <a:ext cx="3427413" cy="2300287"/>
          </a:xfrm>
        </p:spPr>
        <p:txBody>
          <a:bodyPr/>
          <a:lstStyle>
            <a:lvl1pPr algn="r">
              <a:buNone/>
              <a:defRPr/>
            </a:lvl1pPr>
          </a:lstStyle>
          <a:p>
            <a:pPr lvl="0"/>
            <a:r>
              <a:rPr lang="zh-CN" altLang="en-US" dirty="0"/>
              <a:t>单击此处编辑母版文本样式</a:t>
            </a:r>
          </a:p>
        </p:txBody>
      </p:sp>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p:nvPr>
        </p:nvSpPr>
        <p:spPr>
          <a:xfrm>
            <a:off x="695998" y="360000"/>
            <a:ext cx="7200000" cy="424732"/>
          </a:xfrm>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6000" y="1080000"/>
            <a:ext cx="10800000" cy="5112000"/>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矩形 6">
            <a:extLst>
              <a:ext uri="{FF2B5EF4-FFF2-40B4-BE49-F238E27FC236}">
                <a16:creationId xmlns:a16="http://schemas.microsoft.com/office/drawing/2014/main" id="{D4812367-3D08-B306-B266-F72C3AB8A53C}"/>
              </a:ext>
            </a:extLst>
          </p:cNvPr>
          <p:cNvSpPr/>
          <p:nvPr userDrawn="1"/>
        </p:nvSpPr>
        <p:spPr>
          <a:xfrm>
            <a:off x="696000" y="900000"/>
            <a:ext cx="10800000" cy="7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p:nvPr>
        </p:nvSpPr>
        <p:spPr>
          <a:xfrm>
            <a:off x="6702424" y="360001"/>
            <a:ext cx="4793575" cy="424731"/>
          </a:xfrm>
        </p:spPr>
        <p:txBody>
          <a:bodyPr anchor="b" anchorCtr="0"/>
          <a:lstStyle>
            <a:lvl1pPr marL="0" indent="0" algn="r">
              <a:spcAft>
                <a:spcPts val="0"/>
              </a:spcAft>
              <a:buNone/>
              <a:defRPr sz="1600" baseline="0"/>
            </a:lvl1pPr>
          </a:lstStyle>
          <a:p>
            <a:pPr lvl="0"/>
            <a:r>
              <a:rPr lang="zh-CN" altLang="en-US" dirty="0"/>
              <a:t>单击此处编辑母版文本样式</a:t>
            </a:r>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dirty="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1911465" y="5610808"/>
            <a:ext cx="968535" cy="338554"/>
          </a:xfrm>
          <a:prstGeom prst="rect">
            <a:avLst/>
          </a:prstGeom>
          <a:noFill/>
        </p:spPr>
        <p:txBody>
          <a:bodyPr wrap="none" rtlCol="0">
            <a:spAutoFit/>
          </a:bodyPr>
          <a:lstStyle/>
          <a:p>
            <a:pPr algn="r"/>
            <a:r>
              <a:rPr lang="en-US" altLang="zh-CN" sz="1600" dirty="0">
                <a:solidFill>
                  <a:schemeClr val="bg1"/>
                </a:solidFill>
              </a:rPr>
              <a:t>Sample</a:t>
            </a:r>
            <a:endParaRPr lang="zh-CN" altLang="en-US" sz="1600" dirty="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EA1E1F-496A-0F26-86AD-A65EA5F18E27}"/>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1A69FBED-B759-9337-AE23-B8D54A54D2C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Tree>
    <p:extLst>
      <p:ext uri="{BB962C8B-B14F-4D97-AF65-F5344CB8AC3E}">
        <p14:creationId xmlns:p14="http://schemas.microsoft.com/office/powerpoint/2010/main" val="8081474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D638FDA1-5138-E182-FC77-2C92D8B0460C}"/>
              </a:ext>
            </a:extLst>
          </p:cNvPr>
          <p:cNvSpPr>
            <a:spLocks noGrp="1"/>
          </p:cNvSpPr>
          <p:nvPr>
            <p:ph type="dt" sz="half" idx="10"/>
          </p:nvPr>
        </p:nvSpPr>
        <p:spPr>
          <a:xfrm>
            <a:off x="838200" y="6356350"/>
            <a:ext cx="2743200" cy="365125"/>
          </a:xfrm>
          <a:prstGeom prst="rect">
            <a:avLst/>
          </a:prstGeom>
        </p:spPr>
        <p:txBody>
          <a:bodyPr/>
          <a:lstStyle/>
          <a:p>
            <a:fld id="{06850CC8-3A95-415C-AB05-1EF8CDC649BA}" type="datetimeFigureOut">
              <a:rPr lang="zh-CN" altLang="en-US" smtClean="0"/>
              <a:t>2026/2/9</a:t>
            </a:fld>
            <a:endParaRPr lang="zh-CN" altLang="en-US"/>
          </a:p>
        </p:txBody>
      </p:sp>
      <p:sp>
        <p:nvSpPr>
          <p:cNvPr id="3" name="页脚占位符 2">
            <a:extLst>
              <a:ext uri="{FF2B5EF4-FFF2-40B4-BE49-F238E27FC236}">
                <a16:creationId xmlns:a16="http://schemas.microsoft.com/office/drawing/2014/main" id="{B9A74514-8DC7-6C41-4D59-D4CD238E03B9}"/>
              </a:ext>
            </a:extLst>
          </p:cNvPr>
          <p:cNvSpPr>
            <a:spLocks noGrp="1"/>
          </p:cNvSpPr>
          <p:nvPr>
            <p:ph type="ftr" sz="quarter" idx="11"/>
          </p:nvPr>
        </p:nvSpPr>
        <p:spPr>
          <a:xfrm>
            <a:off x="4038600" y="6356350"/>
            <a:ext cx="4114800" cy="365125"/>
          </a:xfrm>
          <a:prstGeom prst="rect">
            <a:avLst/>
          </a:prstGeom>
        </p:spPr>
        <p:txBody>
          <a:bodyPr/>
          <a:lstStyle/>
          <a:p>
            <a:endParaRPr lang="zh-CN" altLang="en-US"/>
          </a:p>
        </p:txBody>
      </p:sp>
      <p:sp>
        <p:nvSpPr>
          <p:cNvPr id="4" name="灯片编号占位符 3">
            <a:extLst>
              <a:ext uri="{FF2B5EF4-FFF2-40B4-BE49-F238E27FC236}">
                <a16:creationId xmlns:a16="http://schemas.microsoft.com/office/drawing/2014/main" id="{8DF56264-8C57-DCE4-678B-6884CF5F63AE}"/>
              </a:ext>
            </a:extLst>
          </p:cNvPr>
          <p:cNvSpPr>
            <a:spLocks noGrp="1"/>
          </p:cNvSpPr>
          <p:nvPr>
            <p:ph type="sldNum" sz="quarter" idx="12"/>
          </p:nvPr>
        </p:nvSpPr>
        <p:spPr>
          <a:xfrm>
            <a:off x="8610600" y="6356350"/>
            <a:ext cx="2743200" cy="365125"/>
          </a:xfrm>
          <a:prstGeom prst="rect">
            <a:avLst/>
          </a:prstGeom>
        </p:spPr>
        <p:txBody>
          <a:bodyPr/>
          <a:lstStyle/>
          <a:p>
            <a:fld id="{0DFA34F5-2612-4656-B2AA-94101840898A}" type="slidenum">
              <a:rPr lang="zh-CN" altLang="en-US" smtClean="0"/>
              <a:t>‹#›</a:t>
            </a:fld>
            <a:endParaRPr lang="zh-CN" altLang="en-US"/>
          </a:p>
        </p:txBody>
      </p:sp>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accent2">
                <a:lumMod val="20000"/>
                <a:lumOff val="80000"/>
              </a:schemeClr>
            </a:gs>
            <a:gs pos="0">
              <a:schemeClr val="bg1"/>
            </a:gs>
          </a:gsLst>
          <a:lin ang="2700000" scaled="1"/>
          <a:tileRect/>
        </a:gra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4732"/>
          </a:xfrm>
          <a:prstGeom prst="rect">
            <a:avLst/>
          </a:prstGeom>
        </p:spPr>
        <p:txBody>
          <a:bodyPr vert="horz" lIns="91440" tIns="45720" rIns="91440" bIns="45720" rtlCol="0" anchor="ctr">
            <a:sp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1080000"/>
            <a:ext cx="10800000" cy="504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26000" y="6250231"/>
            <a:ext cx="540000" cy="540000"/>
          </a:xfrm>
          <a:prstGeom prst="ellipse">
            <a:avLst/>
          </a:prstGeom>
          <a:blipFill>
            <a:blip r:embed="rId7"/>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366343"/>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dirty="0"/>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366343"/>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dirty="0"/>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6" r:id="rId3"/>
    <p:sldLayoutId id="2147483651" r:id="rId4"/>
    <p:sldLayoutId id="2147483655" r:id="rId5"/>
  </p:sldLayoutIdLst>
  <p:txStyles>
    <p:titleStyle>
      <a:lvl1pPr algn="l" defTabSz="914400" rtl="0" eaLnBrk="1" latinLnBrk="0" hangingPunct="1">
        <a:lnSpc>
          <a:spcPct val="90000"/>
        </a:lnSpc>
        <a:spcBef>
          <a:spcPct val="0"/>
        </a:spcBef>
        <a:buNone/>
        <a:defRPr sz="2400" kern="1200" baseline="0">
          <a:solidFill>
            <a:schemeClr val="tx1"/>
          </a:solidFill>
          <a:latin typeface="Montserrat" panose="00000500000000000000" pitchFamily="2" charset="0"/>
          <a:ea typeface="微软雅黑" panose="020B0503020204020204" pitchFamily="34" charset="-122"/>
          <a:cs typeface="+mj-cs"/>
        </a:defRPr>
      </a:lvl1pPr>
    </p:titleStyle>
    <p:bodyStyle>
      <a:lvl1pPr marL="228600" indent="-216000" algn="just"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tx1"/>
          </a:solidFill>
          <a:latin typeface="Montserrat" panose="00000500000000000000" pitchFamily="2" charset="0"/>
          <a:ea typeface="微软雅黑 Light" panose="020B0502040204020203" pitchFamily="34" charset="-122"/>
          <a:cs typeface="+mn-cs"/>
        </a:defRPr>
      </a:lvl1pPr>
      <a:lvl2pPr marL="685800" indent="-216000" algn="just" defTabSz="914400" rtl="0" eaLnBrk="1" latinLnBrk="0" hangingPunct="1">
        <a:lnSpc>
          <a:spcPct val="100000"/>
        </a:lnSpc>
        <a:spcBef>
          <a:spcPts val="0"/>
        </a:spcBef>
        <a:spcAft>
          <a:spcPts val="600"/>
        </a:spcAft>
        <a:buFont typeface="Arial" panose="020B0604020202020204" pitchFamily="34" charset="0"/>
        <a:buChar char="•"/>
        <a:defRPr sz="1800" kern="1200" baseline="0">
          <a:solidFill>
            <a:schemeClr val="tx1"/>
          </a:solidFill>
          <a:latin typeface="Montserrat" panose="00000500000000000000" pitchFamily="2" charset="0"/>
          <a:ea typeface="微软雅黑 Light" panose="020B0502040204020203" pitchFamily="34" charset="-122"/>
          <a:cs typeface="+mn-cs"/>
        </a:defRPr>
      </a:lvl2pPr>
      <a:lvl3pPr marL="1143000" indent="-216000" algn="just"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3pPr>
      <a:lvl4pPr marL="1600200" indent="-216000" algn="just"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4pPr>
      <a:lvl5pPr marL="2057400" indent="-216000" algn="just"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png"/></Relationships>
</file>

<file path=ppt/slides/_rels/slide2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png"/></Relationships>
</file>

<file path=ppt/slides/_rels/slide22.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0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9.xml"/><Relationship Id="rId1" Type="http://schemas.openxmlformats.org/officeDocument/2006/relationships/slideLayout" Target="../slideLayouts/slideLayout5.xml"/><Relationship Id="rId4" Type="http://schemas.openxmlformats.org/officeDocument/2006/relationships/image" Target="../media/image21.svg"/></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3.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3.xml"/></Relationships>
</file>

<file path=ppt/slides/_rels/slide12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8" Type="http://schemas.openxmlformats.org/officeDocument/2006/relationships/image" Target="../media/image31.svg"/><Relationship Id="rId3" Type="http://schemas.openxmlformats.org/officeDocument/2006/relationships/diagramLayout" Target="../diagrams/layout11.xml"/><Relationship Id="rId7" Type="http://schemas.openxmlformats.org/officeDocument/2006/relationships/image" Target="../media/image30.png"/><Relationship Id="rId12" Type="http://schemas.openxmlformats.org/officeDocument/2006/relationships/image" Target="../media/image35.svg"/><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11" Type="http://schemas.openxmlformats.org/officeDocument/2006/relationships/image" Target="../media/image34.png"/><Relationship Id="rId5" Type="http://schemas.openxmlformats.org/officeDocument/2006/relationships/diagramColors" Target="../diagrams/colors11.xml"/><Relationship Id="rId10" Type="http://schemas.openxmlformats.org/officeDocument/2006/relationships/image" Target="../media/image33.svg"/><Relationship Id="rId4" Type="http://schemas.openxmlformats.org/officeDocument/2006/relationships/diagramQuickStyle" Target="../diagrams/quickStyle11.xml"/><Relationship Id="rId9" Type="http://schemas.openxmlformats.org/officeDocument/2006/relationships/image" Target="../media/image32.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9445E614-E647-EB35-3EA8-D8379963D14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6000" y="571500"/>
            <a:ext cx="7620000" cy="5715000"/>
          </a:xfrm>
          <a:prstGeom prst="rect">
            <a:avLst/>
          </a:prstGeom>
          <a:effectLst>
            <a:innerShdw blurRad="63500" dist="50800" dir="13500000">
              <a:prstClr val="black">
                <a:alpha val="50000"/>
              </a:prstClr>
            </a:innerShdw>
          </a:effectLst>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E7228AC8-4C19-0C6B-50D5-6FEE87C6049B}"/>
              </a:ext>
            </a:extLst>
          </p:cNvPr>
          <p:cNvSpPr txBox="1"/>
          <p:nvPr/>
        </p:nvSpPr>
        <p:spPr>
          <a:xfrm>
            <a:off x="1056000" y="1440000"/>
            <a:ext cx="10080000" cy="1754326"/>
          </a:xfrm>
          <a:prstGeom prst="rect">
            <a:avLst/>
          </a:prstGeom>
          <a:noFill/>
        </p:spPr>
        <p:txBody>
          <a:bodyPr wrap="square" rtlCol="0">
            <a:spAutoFit/>
          </a:bodyPr>
          <a:lstStyle/>
          <a:p>
            <a:r>
              <a:rPr lang="zh-CN" altLang="en-US" dirty="0"/>
              <a:t>作为一个优秀项目经理，不需要（ ）。</a:t>
            </a:r>
            <a:endParaRPr lang="en-US" altLang="zh-CN" dirty="0"/>
          </a:p>
          <a:p>
            <a:endParaRPr lang="zh-CN" altLang="en-US" dirty="0"/>
          </a:p>
          <a:p>
            <a:r>
              <a:rPr lang="en-US" altLang="zh-CN" dirty="0"/>
              <a:t>A. </a:t>
            </a:r>
            <a:r>
              <a:rPr lang="zh-CN" altLang="en-US" dirty="0"/>
              <a:t>了解客户的业务需求</a:t>
            </a:r>
          </a:p>
          <a:p>
            <a:r>
              <a:rPr lang="en-US" altLang="zh-CN" dirty="0"/>
              <a:t>B. </a:t>
            </a:r>
            <a:r>
              <a:rPr lang="zh-CN" altLang="en-US" dirty="0"/>
              <a:t>组建一个和谐的团队</a:t>
            </a:r>
          </a:p>
          <a:p>
            <a:r>
              <a:rPr lang="en-US" altLang="zh-CN" dirty="0"/>
              <a:t>C.</a:t>
            </a:r>
            <a:r>
              <a:rPr lang="zh-CN" altLang="en-US" dirty="0"/>
              <a:t> 注重客户和用户参与</a:t>
            </a:r>
          </a:p>
          <a:p>
            <a:r>
              <a:rPr lang="en-US" altLang="zh-CN" dirty="0"/>
              <a:t>D. </a:t>
            </a:r>
            <a:r>
              <a:rPr lang="zh-CN" altLang="en-US" dirty="0"/>
              <a:t>精通项目相关的技术</a:t>
            </a:r>
          </a:p>
        </p:txBody>
      </p:sp>
    </p:spTree>
    <p:extLst>
      <p:ext uri="{BB962C8B-B14F-4D97-AF65-F5344CB8AC3E}">
        <p14:creationId xmlns:p14="http://schemas.microsoft.com/office/powerpoint/2010/main" val="36775434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E7228AC8-4C19-0C6B-50D5-6FEE87C6049B}"/>
              </a:ext>
            </a:extLst>
          </p:cNvPr>
          <p:cNvSpPr txBox="1"/>
          <p:nvPr/>
        </p:nvSpPr>
        <p:spPr>
          <a:xfrm>
            <a:off x="1056000" y="1440000"/>
            <a:ext cx="10080000" cy="2031325"/>
          </a:xfrm>
          <a:prstGeom prst="rect">
            <a:avLst/>
          </a:prstGeom>
          <a:noFill/>
        </p:spPr>
        <p:txBody>
          <a:bodyPr wrap="square" rtlCol="0">
            <a:spAutoFit/>
          </a:bodyPr>
          <a:lstStyle/>
          <a:p>
            <a:r>
              <a:rPr lang="zh-CN" altLang="en-US" dirty="0"/>
              <a:t>项目经理接到一个新软件产品开发项目，根据用户的持续反馈才能一步步决定产品的功能，而且如何实现这些功能也没有成熟的技术方案可以借鉴。项目经理应该建议采用哪种项目生命周期？</a:t>
            </a:r>
            <a:endParaRPr lang="en-US" altLang="zh-CN" dirty="0"/>
          </a:p>
          <a:p>
            <a:endParaRPr lang="zh-CN" altLang="en-US" dirty="0"/>
          </a:p>
          <a:p>
            <a:r>
              <a:rPr lang="en-US" altLang="zh-CN" dirty="0"/>
              <a:t>A. </a:t>
            </a:r>
            <a:r>
              <a:rPr lang="zh-CN" altLang="en-US" dirty="0"/>
              <a:t>预测型</a:t>
            </a:r>
            <a:br>
              <a:rPr lang="zh-CN" altLang="en-US" dirty="0"/>
            </a:br>
            <a:r>
              <a:rPr lang="en-US" altLang="zh-CN" dirty="0"/>
              <a:t>B. </a:t>
            </a:r>
            <a:r>
              <a:rPr lang="zh-CN" altLang="en-US" dirty="0"/>
              <a:t>适应型</a:t>
            </a:r>
            <a:br>
              <a:rPr lang="zh-CN" altLang="en-US" dirty="0"/>
            </a:br>
            <a:r>
              <a:rPr lang="en-US" altLang="zh-CN" dirty="0"/>
              <a:t>C. </a:t>
            </a:r>
            <a:r>
              <a:rPr lang="zh-CN" altLang="en-US" dirty="0"/>
              <a:t>迭代型</a:t>
            </a:r>
            <a:br>
              <a:rPr lang="zh-CN" altLang="en-US" dirty="0"/>
            </a:br>
            <a:r>
              <a:rPr lang="en-US" altLang="zh-CN" dirty="0"/>
              <a:t>D. </a:t>
            </a:r>
            <a:r>
              <a:rPr lang="zh-CN" altLang="en-US" dirty="0"/>
              <a:t>增量型</a:t>
            </a:r>
          </a:p>
        </p:txBody>
      </p:sp>
    </p:spTree>
    <p:extLst>
      <p:ext uri="{BB962C8B-B14F-4D97-AF65-F5344CB8AC3E}">
        <p14:creationId xmlns:p14="http://schemas.microsoft.com/office/powerpoint/2010/main" val="20497290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E7228AC8-4C19-0C6B-50D5-6FEE87C6049B}"/>
              </a:ext>
            </a:extLst>
          </p:cNvPr>
          <p:cNvSpPr txBox="1"/>
          <p:nvPr/>
        </p:nvSpPr>
        <p:spPr>
          <a:xfrm>
            <a:off x="1056000" y="1440000"/>
            <a:ext cx="10080000" cy="2031325"/>
          </a:xfrm>
          <a:prstGeom prst="rect">
            <a:avLst/>
          </a:prstGeom>
          <a:noFill/>
        </p:spPr>
        <p:txBody>
          <a:bodyPr wrap="square" rtlCol="0">
            <a:spAutoFit/>
          </a:bodyPr>
          <a:lstStyle/>
          <a:p>
            <a:r>
              <a:rPr lang="zh-CN" altLang="en-US" dirty="0"/>
              <a:t>在一个快速变化环境中工作的项目经理，将收集到的需求清单按照优先顺序进行分组排序。让优先级最高的可交付成果在</a:t>
            </a:r>
            <a:r>
              <a:rPr lang="en-US" altLang="zh-CN" dirty="0"/>
              <a:t>3-4</a:t>
            </a:r>
            <a:r>
              <a:rPr lang="zh-CN" altLang="en-US" dirty="0"/>
              <a:t>周内完成。项目经理正在使用哪一种项目生命周期方法？</a:t>
            </a:r>
            <a:endParaRPr lang="en-US" altLang="zh-CN" dirty="0"/>
          </a:p>
          <a:p>
            <a:endParaRPr lang="zh-CN" altLang="en-US" dirty="0"/>
          </a:p>
          <a:p>
            <a:r>
              <a:rPr lang="en-US" altLang="zh-CN" dirty="0"/>
              <a:t>A. </a:t>
            </a:r>
            <a:r>
              <a:rPr lang="zh-CN" altLang="en-US" dirty="0"/>
              <a:t>直觉</a:t>
            </a:r>
          </a:p>
          <a:p>
            <a:r>
              <a:rPr lang="en-US" altLang="zh-CN" dirty="0"/>
              <a:t>B. </a:t>
            </a:r>
            <a:r>
              <a:rPr lang="zh-CN" altLang="en-US" dirty="0"/>
              <a:t>预测</a:t>
            </a:r>
          </a:p>
          <a:p>
            <a:r>
              <a:rPr lang="en-US" altLang="zh-CN" dirty="0"/>
              <a:t>C. </a:t>
            </a:r>
            <a:r>
              <a:rPr lang="zh-CN" altLang="en-US" dirty="0"/>
              <a:t>适应</a:t>
            </a:r>
          </a:p>
          <a:p>
            <a:r>
              <a:rPr lang="en-US" altLang="zh-CN" dirty="0"/>
              <a:t>D. </a:t>
            </a:r>
            <a:r>
              <a:rPr lang="zh-CN" altLang="en-US" dirty="0"/>
              <a:t>迭代</a:t>
            </a:r>
          </a:p>
        </p:txBody>
      </p:sp>
    </p:spTree>
    <p:extLst>
      <p:ext uri="{BB962C8B-B14F-4D97-AF65-F5344CB8AC3E}">
        <p14:creationId xmlns:p14="http://schemas.microsoft.com/office/powerpoint/2010/main" val="38740027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E7228AC8-4C19-0C6B-50D5-6FEE87C6049B}"/>
              </a:ext>
            </a:extLst>
          </p:cNvPr>
          <p:cNvSpPr txBox="1"/>
          <p:nvPr/>
        </p:nvSpPr>
        <p:spPr>
          <a:xfrm>
            <a:off x="1056000" y="1440000"/>
            <a:ext cx="10080000" cy="2308324"/>
          </a:xfrm>
          <a:prstGeom prst="rect">
            <a:avLst/>
          </a:prstGeom>
          <a:noFill/>
        </p:spPr>
        <p:txBody>
          <a:bodyPr wrap="square" rtlCol="0">
            <a:spAutoFit/>
          </a:bodyPr>
          <a:lstStyle/>
          <a:p>
            <a:r>
              <a:rPr lang="zh-CN" altLang="en-US" dirty="0"/>
              <a:t>作为公司某项目敏捷团队的开发人员，马上要开始这个项目的第一次迭代，你充满了干劲，但是不知道应该从哪里开始做起。为此，你所在的团队应该准备一份文件，里面应该包含本次迭代需要开发的功能以及特征，请问这个文件是指的？</a:t>
            </a:r>
          </a:p>
          <a:p>
            <a:endParaRPr lang="zh-CN" altLang="en-US" dirty="0"/>
          </a:p>
          <a:p>
            <a:r>
              <a:rPr lang="en-US" altLang="zh-CN" dirty="0"/>
              <a:t>A. </a:t>
            </a:r>
            <a:r>
              <a:rPr lang="zh-CN" altLang="en-US" dirty="0"/>
              <a:t>产品待办事项列表</a:t>
            </a:r>
          </a:p>
          <a:p>
            <a:r>
              <a:rPr lang="en-US" altLang="zh-CN" dirty="0"/>
              <a:t>B. </a:t>
            </a:r>
            <a:r>
              <a:rPr lang="zh-CN" altLang="en-US" dirty="0"/>
              <a:t>迭代待办事项列表</a:t>
            </a:r>
          </a:p>
          <a:p>
            <a:r>
              <a:rPr lang="en-US" altLang="zh-CN" dirty="0"/>
              <a:t>C. </a:t>
            </a:r>
            <a:r>
              <a:rPr lang="zh-CN" altLang="en-US" dirty="0"/>
              <a:t>每日计划</a:t>
            </a:r>
          </a:p>
          <a:p>
            <a:r>
              <a:rPr lang="en-US" altLang="zh-CN" dirty="0"/>
              <a:t>D. </a:t>
            </a:r>
            <a:r>
              <a:rPr lang="zh-CN" altLang="en-US" dirty="0"/>
              <a:t>项目章程</a:t>
            </a:r>
          </a:p>
        </p:txBody>
      </p:sp>
    </p:spTree>
    <p:extLst>
      <p:ext uri="{BB962C8B-B14F-4D97-AF65-F5344CB8AC3E}">
        <p14:creationId xmlns:p14="http://schemas.microsoft.com/office/powerpoint/2010/main" val="26951497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E7228AC8-4C19-0C6B-50D5-6FEE87C6049B}"/>
              </a:ext>
            </a:extLst>
          </p:cNvPr>
          <p:cNvSpPr txBox="1"/>
          <p:nvPr/>
        </p:nvSpPr>
        <p:spPr>
          <a:xfrm>
            <a:off x="1056000" y="1440000"/>
            <a:ext cx="10080000" cy="2308324"/>
          </a:xfrm>
          <a:prstGeom prst="rect">
            <a:avLst/>
          </a:prstGeom>
          <a:noFill/>
        </p:spPr>
        <p:txBody>
          <a:bodyPr wrap="square" rtlCol="0">
            <a:spAutoFit/>
          </a:bodyPr>
          <a:lstStyle/>
          <a:p>
            <a:r>
              <a:rPr lang="zh-CN" altLang="en-US" dirty="0"/>
              <a:t>在迭代规划会议中，敏捷团队估算出一个功能特性所需时间为两周，但是新来的敏捷教练要求必须在一周内完成。团队成员向敏捷教练解释一周内完成是不可行的，并且没有理由给出一周的交付期限。敏捷教练的做法不符合以下哪一个 </a:t>
            </a:r>
            <a:r>
              <a:rPr lang="en-US" altLang="zh-CN" dirty="0"/>
              <a:t>Scrum </a:t>
            </a:r>
            <a:r>
              <a:rPr lang="zh-CN" altLang="en-US" dirty="0"/>
              <a:t>价值观？</a:t>
            </a:r>
            <a:endParaRPr lang="en-US" altLang="zh-CN" dirty="0"/>
          </a:p>
          <a:p>
            <a:endParaRPr lang="zh-CN" altLang="en-US" dirty="0"/>
          </a:p>
          <a:p>
            <a:r>
              <a:rPr lang="en-US" altLang="zh-CN" dirty="0"/>
              <a:t>A. </a:t>
            </a:r>
            <a:r>
              <a:rPr lang="zh-CN" altLang="en-US" dirty="0"/>
              <a:t>开放</a:t>
            </a:r>
          </a:p>
          <a:p>
            <a:r>
              <a:rPr lang="en-US" altLang="zh-CN" dirty="0"/>
              <a:t>B. </a:t>
            </a:r>
            <a:r>
              <a:rPr lang="zh-CN" altLang="en-US" dirty="0"/>
              <a:t>尊重</a:t>
            </a:r>
          </a:p>
          <a:p>
            <a:r>
              <a:rPr lang="en-US" altLang="zh-CN" dirty="0"/>
              <a:t>C. </a:t>
            </a:r>
            <a:r>
              <a:rPr lang="zh-CN" altLang="en-US" dirty="0"/>
              <a:t>勇气</a:t>
            </a:r>
          </a:p>
          <a:p>
            <a:r>
              <a:rPr lang="en-US" altLang="zh-CN" dirty="0"/>
              <a:t>D. </a:t>
            </a:r>
            <a:r>
              <a:rPr lang="zh-CN" altLang="en-US" dirty="0"/>
              <a:t>专注</a:t>
            </a:r>
          </a:p>
        </p:txBody>
      </p:sp>
    </p:spTree>
    <p:extLst>
      <p:ext uri="{BB962C8B-B14F-4D97-AF65-F5344CB8AC3E}">
        <p14:creationId xmlns:p14="http://schemas.microsoft.com/office/powerpoint/2010/main" val="26026439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占位符 6">
            <a:extLst>
              <a:ext uri="{FF2B5EF4-FFF2-40B4-BE49-F238E27FC236}">
                <a16:creationId xmlns:a16="http://schemas.microsoft.com/office/drawing/2014/main" id="{D933F5D5-78D7-DF7D-D15A-2B4072A0B5B3}"/>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4077578" y="3498981"/>
            <a:ext cx="7262228" cy="1440000"/>
          </a:xfrm>
        </p:spPr>
        <p:txBody>
          <a:bodyPr/>
          <a:lstStyle/>
          <a:p>
            <a:r>
              <a:rPr lang="zh-CN" altLang="en-US"/>
              <a:t>软件项目管理概述</a:t>
            </a:r>
            <a:endParaRPr lang="zh-CN" altLang="en-US" dirty="0"/>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4077578" y="4938981"/>
            <a:ext cx="7262228" cy="900000"/>
          </a:xfrm>
        </p:spPr>
        <p:txBody>
          <a:bodyPr/>
          <a:lstStyle/>
          <a:p>
            <a:r>
              <a:rPr lang="en-US" altLang="zh-CN"/>
              <a:t>Section 1 Overview</a:t>
            </a:r>
            <a:endParaRPr lang="zh-CN" altLang="en-US" dirty="0"/>
          </a:p>
        </p:txBody>
      </p:sp>
    </p:spTree>
    <p:extLst>
      <p:ext uri="{BB962C8B-B14F-4D97-AF65-F5344CB8AC3E}">
        <p14:creationId xmlns:p14="http://schemas.microsoft.com/office/powerpoint/2010/main" val="20334360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696000" y="360000"/>
            <a:ext cx="10800000" cy="424732"/>
          </a:xfrm>
        </p:spPr>
        <p:txBody>
          <a:bodyPr/>
          <a:lstStyle/>
          <a:p>
            <a:r>
              <a:rPr lang="zh-CN" altLang="en-US" dirty="0"/>
              <a:t>项目 </a:t>
            </a:r>
            <a:r>
              <a:rPr lang="en-US" altLang="zh-CN" dirty="0"/>
              <a:t>Project</a:t>
            </a:r>
            <a:endParaRPr lang="zh-CN" altLang="en-US" dirty="0"/>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1080000"/>
            <a:ext cx="10800000" cy="5112000"/>
          </a:xfrm>
        </p:spPr>
        <p:txBody>
          <a:bodyPr/>
          <a:lstStyle/>
          <a:p>
            <a:r>
              <a:rPr lang="zh-CN" altLang="en-US" dirty="0"/>
              <a:t>项目</a:t>
            </a:r>
            <a:r>
              <a:rPr lang="en-US" altLang="zh-CN" dirty="0"/>
              <a:t>(Project)</a:t>
            </a:r>
            <a:r>
              <a:rPr lang="zh-CN" altLang="en-US" dirty="0"/>
              <a:t>是为了创造一个唯一的产品或提供一个唯一的服务而进行的临时性的努力</a:t>
            </a:r>
            <a:endParaRPr lang="en-US" altLang="zh-CN" dirty="0"/>
          </a:p>
          <a:p>
            <a:pPr lvl="1"/>
            <a:r>
              <a:rPr lang="zh-CN" altLang="en-US" dirty="0"/>
              <a:t>临时性 </a:t>
            </a:r>
            <a:r>
              <a:rPr lang="en-US" altLang="zh-CN" dirty="0"/>
              <a:t>Temporary</a:t>
            </a:r>
            <a:endParaRPr lang="zh-CN" altLang="en-US" dirty="0"/>
          </a:p>
          <a:p>
            <a:pPr lvl="1"/>
            <a:r>
              <a:rPr lang="zh-CN" altLang="en-US" dirty="0"/>
              <a:t>独特性 </a:t>
            </a:r>
            <a:r>
              <a:rPr lang="en-US" altLang="zh-CN" dirty="0"/>
              <a:t>Unique</a:t>
            </a:r>
            <a:endParaRPr lang="zh-CN" altLang="en-US" dirty="0"/>
          </a:p>
          <a:p>
            <a:pPr lvl="1"/>
            <a:r>
              <a:rPr lang="zh-CN" altLang="en-US" dirty="0"/>
              <a:t>不确定性 </a:t>
            </a:r>
            <a:r>
              <a:rPr lang="en-US" altLang="zh-CN" dirty="0"/>
              <a:t>Uncertainty</a:t>
            </a:r>
            <a:endParaRPr lang="zh-CN" altLang="en-US" dirty="0"/>
          </a:p>
          <a:p>
            <a:endParaRPr lang="zh-CN" altLang="en-US" dirty="0"/>
          </a:p>
        </p:txBody>
      </p:sp>
    </p:spTree>
    <p:extLst>
      <p:ext uri="{BB962C8B-B14F-4D97-AF65-F5344CB8AC3E}">
        <p14:creationId xmlns:p14="http://schemas.microsoft.com/office/powerpoint/2010/main" val="17769601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p:txBody>
          <a:bodyPr/>
          <a:lstStyle/>
          <a:p>
            <a:r>
              <a:rPr lang="zh-CN" altLang="en-US" dirty="0"/>
              <a:t>项目 </a:t>
            </a:r>
            <a:r>
              <a:rPr lang="en-US" altLang="zh-CN" dirty="0"/>
              <a:t>Project</a:t>
            </a:r>
            <a:endParaRPr lang="zh-CN" altLang="en-US" dirty="0"/>
          </a:p>
        </p:txBody>
      </p:sp>
      <p:sp>
        <p:nvSpPr>
          <p:cNvPr id="3" name="内容占位符 2">
            <a:extLst>
              <a:ext uri="{FF2B5EF4-FFF2-40B4-BE49-F238E27FC236}">
                <a16:creationId xmlns:a16="http://schemas.microsoft.com/office/drawing/2014/main" id="{29FF7D73-A8D9-59C3-0280-29A8FD7EA9B2}"/>
              </a:ext>
            </a:extLst>
          </p:cNvPr>
          <p:cNvSpPr>
            <a:spLocks noGrp="1"/>
          </p:cNvSpPr>
          <p:nvPr>
            <p:ph idx="1"/>
          </p:nvPr>
        </p:nvSpPr>
        <p:spPr>
          <a:xfrm>
            <a:off x="696000" y="1101172"/>
            <a:ext cx="10800000" cy="5112000"/>
          </a:xfrm>
        </p:spPr>
        <p:txBody>
          <a:bodyPr/>
          <a:lstStyle/>
          <a:p>
            <a:endParaRPr lang="zh-CN" altLang="en-US"/>
          </a:p>
        </p:txBody>
      </p:sp>
      <p:graphicFrame>
        <p:nvGraphicFramePr>
          <p:cNvPr id="4" name="Diagram 3">
            <a:extLst>
              <a:ext uri="{FF2B5EF4-FFF2-40B4-BE49-F238E27FC236}">
                <a16:creationId xmlns:a16="http://schemas.microsoft.com/office/drawing/2014/main" id="{25391F4A-3619-B28E-05D6-A8F854D3800E}"/>
              </a:ext>
            </a:extLst>
          </p:cNvPr>
          <p:cNvGraphicFramePr/>
          <p:nvPr>
            <p:extLst>
              <p:ext uri="{D42A27DB-BD31-4B8C-83A1-F6EECF244321}">
                <p14:modId xmlns:p14="http://schemas.microsoft.com/office/powerpoint/2010/main" val="4228336298"/>
              </p:ext>
            </p:extLst>
          </p:nvPr>
        </p:nvGraphicFramePr>
        <p:xfrm>
          <a:off x="3023828" y="1294394"/>
          <a:ext cx="6144344" cy="472555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30553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p:txBody>
          <a:bodyPr/>
          <a:lstStyle/>
          <a:p>
            <a:r>
              <a:rPr lang="zh-CN" altLang="en-US" dirty="0"/>
              <a:t>项目集 </a:t>
            </a:r>
            <a:r>
              <a:rPr lang="en-US" altLang="zh-CN" dirty="0"/>
              <a:t>Program</a:t>
            </a:r>
            <a:endParaRPr lang="zh-CN" altLang="en-US" dirty="0"/>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p:txBody>
          <a:bodyPr>
            <a:normAutofit/>
          </a:bodyPr>
          <a:lstStyle/>
          <a:p>
            <a:r>
              <a:rPr lang="zh-CN" altLang="en-US" dirty="0"/>
              <a:t>指一组相互关联且被协调管理的项目、子项目集和项目集活动</a:t>
            </a:r>
          </a:p>
          <a:p>
            <a:r>
              <a:rPr lang="zh-CN" altLang="en-US" dirty="0"/>
              <a:t>目的：通过协同管理获取单独管理各个部分时无法实现的额外效益</a:t>
            </a:r>
          </a:p>
          <a:p>
            <a:r>
              <a:rPr lang="zh-CN" altLang="en-US" dirty="0"/>
              <a:t>相互关联的项目：多个项目之间存在逻辑或目标上的联系</a:t>
            </a:r>
          </a:p>
          <a:p>
            <a:r>
              <a:rPr lang="zh-CN" altLang="en-US" dirty="0"/>
              <a:t>协调管理：统一规划、组织与控制，以确保整体一致性</a:t>
            </a:r>
          </a:p>
          <a:p>
            <a:r>
              <a:rPr lang="zh-CN" altLang="en-US" dirty="0"/>
              <a:t>包含内容：项目、子项目集、项目集活动</a:t>
            </a:r>
          </a:p>
          <a:p>
            <a:r>
              <a:rPr lang="zh-CN" altLang="en-US" dirty="0"/>
              <a:t>目的：获得分别管理所无法取得的利益（如资源优化、风险降低、战略对齐等）</a:t>
            </a:r>
          </a:p>
          <a:p>
            <a:endParaRPr lang="zh-CN" altLang="en-US" dirty="0"/>
          </a:p>
          <a:p>
            <a:r>
              <a:rPr lang="zh-CN" altLang="en-US" dirty="0"/>
              <a:t>强调：项目集管理的核心价值在于整体大于部分之和</a:t>
            </a:r>
          </a:p>
          <a:p>
            <a:endParaRPr lang="zh-CN" altLang="en-US" dirty="0"/>
          </a:p>
        </p:txBody>
      </p:sp>
    </p:spTree>
    <p:extLst>
      <p:ext uri="{BB962C8B-B14F-4D97-AF65-F5344CB8AC3E}">
        <p14:creationId xmlns:p14="http://schemas.microsoft.com/office/powerpoint/2010/main" val="21514935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p:txBody>
          <a:bodyPr/>
          <a:lstStyle/>
          <a:p>
            <a:r>
              <a:rPr lang="zh-CN" altLang="en-US" dirty="0"/>
              <a:t>项目组合 </a:t>
            </a:r>
            <a:r>
              <a:rPr lang="en-US" altLang="zh-CN" dirty="0"/>
              <a:t>Portfolio</a:t>
            </a:r>
            <a:endParaRPr lang="zh-CN" altLang="en-US" dirty="0"/>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p:txBody>
          <a:bodyPr>
            <a:normAutofit/>
          </a:bodyPr>
          <a:lstStyle/>
          <a:p>
            <a:r>
              <a:rPr lang="zh-CN" altLang="en-US" dirty="0"/>
              <a:t>项目组合是为实现战略目标而整合管理的一系列项目、项目集和运营活动的集合</a:t>
            </a:r>
            <a:endParaRPr lang="en-US" altLang="zh-CN" dirty="0"/>
          </a:p>
          <a:p>
            <a:r>
              <a:rPr lang="zh-CN" altLang="en-US" dirty="0"/>
              <a:t>成员之间不必存在直接关联或依赖关系</a:t>
            </a:r>
            <a:endParaRPr lang="en-US" altLang="zh-CN" dirty="0"/>
          </a:p>
          <a:p>
            <a:r>
              <a:rPr lang="zh-CN" altLang="en-US" dirty="0"/>
              <a:t>特点：</a:t>
            </a:r>
          </a:p>
          <a:p>
            <a:pPr lvl="1"/>
            <a:r>
              <a:rPr lang="zh-CN" altLang="en-US" dirty="0"/>
              <a:t>项目或项目集之间不一定彼此依赖或直接相关</a:t>
            </a:r>
          </a:p>
          <a:p>
            <a:pPr lvl="1"/>
            <a:r>
              <a:rPr lang="zh-CN" altLang="en-US" dirty="0"/>
              <a:t>管理重点在于战略对齐，而非技术或执行上的关联性</a:t>
            </a:r>
            <a:endParaRPr lang="en-US" altLang="zh-CN" dirty="0"/>
          </a:p>
          <a:p>
            <a:r>
              <a:rPr lang="zh-CN" altLang="en-US" dirty="0"/>
              <a:t>战略导向：项目组合的管理是为了达成组织的战略目标。</a:t>
            </a:r>
          </a:p>
          <a:p>
            <a:r>
              <a:rPr lang="zh-CN" altLang="en-US" dirty="0"/>
              <a:t>多样化组成：包含项目、项目集、子项目组合及运营工作</a:t>
            </a:r>
          </a:p>
          <a:p>
            <a:r>
              <a:rPr lang="zh-CN" altLang="en-US" dirty="0"/>
              <a:t>非依赖性：组合内的元素可以独立运作，无需相互依赖</a:t>
            </a:r>
          </a:p>
          <a:p>
            <a:r>
              <a:rPr lang="zh-CN" altLang="en-US" dirty="0"/>
              <a:t>统一管理：通过集中管理实现资源优化、优先级排序和战略一致性</a:t>
            </a:r>
            <a:endParaRPr lang="en-US" altLang="zh-CN" dirty="0"/>
          </a:p>
          <a:p>
            <a:endParaRPr lang="en-US" altLang="zh-CN" dirty="0"/>
          </a:p>
          <a:p>
            <a:r>
              <a:rPr lang="zh-CN" altLang="en-US" dirty="0"/>
              <a:t>强调的是战略价值和整体效益</a:t>
            </a:r>
            <a:endParaRPr lang="en-US" altLang="zh-CN" dirty="0"/>
          </a:p>
        </p:txBody>
      </p:sp>
    </p:spTree>
    <p:extLst>
      <p:ext uri="{BB962C8B-B14F-4D97-AF65-F5344CB8AC3E}">
        <p14:creationId xmlns:p14="http://schemas.microsoft.com/office/powerpoint/2010/main" val="22143100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p:txBody>
          <a:bodyPr/>
          <a:lstStyle/>
          <a:p>
            <a:r>
              <a:rPr lang="zh-CN" altLang="en-US" dirty="0"/>
              <a:t>软件项目 </a:t>
            </a:r>
            <a:r>
              <a:rPr lang="en-US" altLang="zh-CN" dirty="0"/>
              <a:t>Software</a:t>
            </a:r>
            <a:r>
              <a:rPr lang="zh-CN" altLang="en-US" dirty="0"/>
              <a:t> </a:t>
            </a:r>
            <a:r>
              <a:rPr lang="en-US" altLang="zh-CN" dirty="0"/>
              <a:t>Project</a:t>
            </a:r>
            <a:endParaRPr lang="zh-CN" altLang="en-US" dirty="0"/>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p:txBody>
          <a:bodyPr>
            <a:normAutofit/>
          </a:bodyPr>
          <a:lstStyle/>
          <a:p>
            <a:r>
              <a:rPr lang="zh-CN" altLang="en-US" dirty="0"/>
              <a:t>含义</a:t>
            </a:r>
            <a:endParaRPr lang="en-US" altLang="zh-CN" dirty="0"/>
          </a:p>
          <a:p>
            <a:r>
              <a:rPr lang="zh-CN" altLang="en-US" dirty="0"/>
              <a:t>组成要素</a:t>
            </a:r>
          </a:p>
        </p:txBody>
      </p:sp>
    </p:spTree>
    <p:extLst>
      <p:ext uri="{BB962C8B-B14F-4D97-AF65-F5344CB8AC3E}">
        <p14:creationId xmlns:p14="http://schemas.microsoft.com/office/powerpoint/2010/main" val="491549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p:txBody>
          <a:bodyPr/>
          <a:lstStyle/>
          <a:p>
            <a:r>
              <a:rPr lang="zh-CN" altLang="en-US" dirty="0"/>
              <a:t>项目管理 </a:t>
            </a:r>
            <a:r>
              <a:rPr lang="en-US" altLang="zh-CN" dirty="0"/>
              <a:t>Project Management</a:t>
            </a:r>
            <a:endParaRPr lang="zh-CN" altLang="en-US" dirty="0"/>
          </a:p>
        </p:txBody>
      </p:sp>
      <p:sp>
        <p:nvSpPr>
          <p:cNvPr id="3" name="内容占位符 2">
            <a:extLst>
              <a:ext uri="{FF2B5EF4-FFF2-40B4-BE49-F238E27FC236}">
                <a16:creationId xmlns:a16="http://schemas.microsoft.com/office/drawing/2014/main" id="{FDA56224-1A2A-8309-7C3D-C9AE8C5EED73}"/>
              </a:ext>
            </a:extLst>
          </p:cNvPr>
          <p:cNvSpPr>
            <a:spLocks noGrp="1"/>
          </p:cNvSpPr>
          <p:nvPr>
            <p:ph idx="1"/>
          </p:nvPr>
        </p:nvSpPr>
        <p:spPr/>
        <p:txBody>
          <a:bodyPr>
            <a:normAutofit/>
          </a:bodyPr>
          <a:lstStyle/>
          <a:p>
            <a:endParaRPr lang="zh-CN" altLang="en-US" dirty="0"/>
          </a:p>
        </p:txBody>
      </p:sp>
    </p:spTree>
    <p:extLst>
      <p:ext uri="{BB962C8B-B14F-4D97-AF65-F5344CB8AC3E}">
        <p14:creationId xmlns:p14="http://schemas.microsoft.com/office/powerpoint/2010/main" val="4100669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p:txBody>
          <a:bodyPr/>
          <a:lstStyle/>
          <a:p>
            <a:r>
              <a:rPr lang="zh-CN" altLang="en-US" dirty="0"/>
              <a:t>软件项目管理 </a:t>
            </a:r>
            <a:r>
              <a:rPr lang="en-US" altLang="zh-CN" dirty="0"/>
              <a:t>Software</a:t>
            </a:r>
            <a:r>
              <a:rPr lang="zh-CN" altLang="en-US" dirty="0"/>
              <a:t> </a:t>
            </a:r>
            <a:r>
              <a:rPr lang="en-US" altLang="zh-CN" dirty="0"/>
              <a:t>Project Management</a:t>
            </a:r>
            <a:endParaRPr lang="zh-CN" altLang="en-US" dirty="0"/>
          </a:p>
        </p:txBody>
      </p:sp>
      <p:sp>
        <p:nvSpPr>
          <p:cNvPr id="3" name="内容占位符 2">
            <a:extLst>
              <a:ext uri="{FF2B5EF4-FFF2-40B4-BE49-F238E27FC236}">
                <a16:creationId xmlns:a16="http://schemas.microsoft.com/office/drawing/2014/main" id="{145B2F63-A505-EB9D-3392-399B930010DE}"/>
              </a:ext>
            </a:extLst>
          </p:cNvPr>
          <p:cNvSpPr>
            <a:spLocks noGrp="1"/>
          </p:cNvSpPr>
          <p:nvPr>
            <p:ph idx="1"/>
          </p:nvPr>
        </p:nvSpPr>
        <p:spPr/>
        <p:txBody>
          <a:bodyPr>
            <a:normAutofit/>
          </a:bodyPr>
          <a:lstStyle/>
          <a:p>
            <a:endParaRPr lang="zh-CN" altLang="en-US" dirty="0"/>
          </a:p>
        </p:txBody>
      </p:sp>
    </p:spTree>
    <p:extLst>
      <p:ext uri="{BB962C8B-B14F-4D97-AF65-F5344CB8AC3E}">
        <p14:creationId xmlns:p14="http://schemas.microsoft.com/office/powerpoint/2010/main" val="10110492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等腰三角形 3">
            <a:extLst>
              <a:ext uri="{FF2B5EF4-FFF2-40B4-BE49-F238E27FC236}">
                <a16:creationId xmlns:a16="http://schemas.microsoft.com/office/drawing/2014/main" id="{A07BF38B-7EF7-5B69-A2D5-E243426FBA4A}"/>
              </a:ext>
            </a:extLst>
          </p:cNvPr>
          <p:cNvSpPr/>
          <p:nvPr/>
        </p:nvSpPr>
        <p:spPr>
          <a:xfrm>
            <a:off x="1911434" y="3457575"/>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65C13C1B-DC05-2791-E3B3-6325CA90A827}"/>
              </a:ext>
            </a:extLst>
          </p:cNvPr>
          <p:cNvSpPr>
            <a:spLocks noGrp="1"/>
          </p:cNvSpPr>
          <p:nvPr>
            <p:ph type="title"/>
          </p:nvPr>
        </p:nvSpPr>
        <p:spPr>
          <a:xfrm>
            <a:off x="696000" y="360000"/>
            <a:ext cx="10800000" cy="424732"/>
          </a:xfrm>
        </p:spPr>
        <p:txBody>
          <a:bodyPr/>
          <a:lstStyle/>
          <a:p>
            <a:r>
              <a:rPr lang="zh-CN" altLang="en-US" dirty="0"/>
              <a:t>概念解析 </a:t>
            </a:r>
            <a:r>
              <a:rPr lang="en-US" altLang="zh-CN" dirty="0"/>
              <a:t>Concepts</a:t>
            </a:r>
            <a:endParaRPr lang="zh-CN" altLang="en-US" dirty="0"/>
          </a:p>
        </p:txBody>
      </p:sp>
      <p:graphicFrame>
        <p:nvGraphicFramePr>
          <p:cNvPr id="6" name="内容占位符 3">
            <a:extLst>
              <a:ext uri="{FF2B5EF4-FFF2-40B4-BE49-F238E27FC236}">
                <a16:creationId xmlns:a16="http://schemas.microsoft.com/office/drawing/2014/main" id="{235B63BB-D4E1-0D9F-1F82-71B2EE34CBD1}"/>
              </a:ext>
            </a:extLst>
          </p:cNvPr>
          <p:cNvGraphicFramePr>
            <a:graphicFrameLocks/>
          </p:cNvGraphicFramePr>
          <p:nvPr>
            <p:extLst>
              <p:ext uri="{D42A27DB-BD31-4B8C-83A1-F6EECF244321}">
                <p14:modId xmlns:p14="http://schemas.microsoft.com/office/powerpoint/2010/main" val="1453757854"/>
              </p:ext>
            </p:extLst>
          </p:nvPr>
        </p:nvGraphicFramePr>
        <p:xfrm>
          <a:off x="695325" y="3746741"/>
          <a:ext cx="10801350" cy="2445259"/>
        </p:xfrm>
        <a:graphic>
          <a:graphicData uri="http://schemas.openxmlformats.org/drawingml/2006/table">
            <a:tbl>
              <a:tblPr firstRow="1" bandRow="1">
                <a:tableStyleId>{72833802-FEF1-4C79-8D5D-14CF1EAF98D9}</a:tableStyleId>
              </a:tblPr>
              <a:tblGrid>
                <a:gridCol w="1805279">
                  <a:extLst>
                    <a:ext uri="{9D8B030D-6E8A-4147-A177-3AD203B41FA5}">
                      <a16:colId xmlns:a16="http://schemas.microsoft.com/office/drawing/2014/main" val="3401312939"/>
                    </a:ext>
                  </a:extLst>
                </a:gridCol>
                <a:gridCol w="5822302">
                  <a:extLst>
                    <a:ext uri="{9D8B030D-6E8A-4147-A177-3AD203B41FA5}">
                      <a16:colId xmlns:a16="http://schemas.microsoft.com/office/drawing/2014/main" val="370412264"/>
                    </a:ext>
                  </a:extLst>
                </a:gridCol>
                <a:gridCol w="3173769">
                  <a:extLst>
                    <a:ext uri="{9D8B030D-6E8A-4147-A177-3AD203B41FA5}">
                      <a16:colId xmlns:a16="http://schemas.microsoft.com/office/drawing/2014/main" val="1004544071"/>
                    </a:ext>
                  </a:extLst>
                </a:gridCol>
              </a:tblGrid>
              <a:tr h="236917">
                <a:tc>
                  <a:txBody>
                    <a:bodyPr/>
                    <a:lstStyle/>
                    <a:p>
                      <a:pPr>
                        <a:lnSpc>
                          <a:spcPct val="150000"/>
                        </a:lnSpc>
                        <a:buNone/>
                      </a:pPr>
                      <a:r>
                        <a:rPr lang="zh-CN" altLang="en-US" sz="1600" b="0" i="0" baseline="0" dirty="0">
                          <a:latin typeface="Montserrat" panose="00000500000000000000" pitchFamily="2" charset="0"/>
                          <a:ea typeface="微软雅黑 Light" panose="020B0502040204020203" pitchFamily="34" charset="-122"/>
                        </a:rPr>
                        <a:t>术语</a:t>
                      </a:r>
                    </a:p>
                  </a:txBody>
                  <a:tcPr anchor="ctr"/>
                </a:tc>
                <a:tc>
                  <a:txBody>
                    <a:bodyPr/>
                    <a:lstStyle/>
                    <a:p>
                      <a:pPr>
                        <a:lnSpc>
                          <a:spcPct val="150000"/>
                        </a:lnSpc>
                        <a:buNone/>
                      </a:pPr>
                      <a:r>
                        <a:rPr lang="zh-CN" altLang="en-US" sz="1600" b="0" i="0" baseline="0" dirty="0">
                          <a:latin typeface="Montserrat" panose="00000500000000000000" pitchFamily="2" charset="0"/>
                          <a:ea typeface="微软雅黑 Light" panose="020B0502040204020203" pitchFamily="34" charset="-122"/>
                        </a:rPr>
                        <a:t>全称</a:t>
                      </a:r>
                    </a:p>
                  </a:txBody>
                  <a:tcPr anchor="ctr"/>
                </a:tc>
                <a:tc>
                  <a:txBody>
                    <a:bodyPr/>
                    <a:lstStyle/>
                    <a:p>
                      <a:pPr>
                        <a:lnSpc>
                          <a:spcPct val="150000"/>
                        </a:lnSpc>
                        <a:buNone/>
                      </a:pPr>
                      <a:r>
                        <a:rPr lang="zh-CN" altLang="en-US" sz="1600" b="0" i="0" baseline="0" dirty="0">
                          <a:latin typeface="Montserrat" panose="00000500000000000000" pitchFamily="2" charset="0"/>
                          <a:ea typeface="微软雅黑 Light" panose="020B0502040204020203" pitchFamily="34" charset="-122"/>
                        </a:rPr>
                        <a:t>描述</a:t>
                      </a:r>
                    </a:p>
                  </a:txBody>
                  <a:tcPr anchor="ctr"/>
                </a:tc>
                <a:extLst>
                  <a:ext uri="{0D108BD9-81ED-4DB2-BD59-A6C34878D82A}">
                    <a16:rowId xmlns:a16="http://schemas.microsoft.com/office/drawing/2014/main" val="3522540848"/>
                  </a:ext>
                </a:extLst>
              </a:tr>
              <a:tr h="236917">
                <a:tc>
                  <a:txBody>
                    <a:bodyPr/>
                    <a:lstStyle/>
                    <a:p>
                      <a:pPr>
                        <a:lnSpc>
                          <a:spcPct val="150000"/>
                        </a:lnSpc>
                        <a:buNone/>
                      </a:pPr>
                      <a:r>
                        <a:rPr lang="en-US" altLang="zh-CN" sz="1600" baseline="0" dirty="0"/>
                        <a:t>PMP</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r>
                        <a:rPr lang="en-US" altLang="zh-CN" sz="1600" dirty="0"/>
                        <a:t>Project Management Professional</a:t>
                      </a:r>
                    </a:p>
                  </a:txBody>
                  <a:tcPr anchor="ctr"/>
                </a:tc>
                <a:tc>
                  <a:txBody>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lang="zh-CN" altLang="en-US" sz="1600" dirty="0"/>
                        <a:t>项目管理专业资质认证</a:t>
                      </a:r>
                    </a:p>
                  </a:txBody>
                  <a:tcPr anchor="ctr"/>
                </a:tc>
                <a:extLst>
                  <a:ext uri="{0D108BD9-81ED-4DB2-BD59-A6C34878D82A}">
                    <a16:rowId xmlns:a16="http://schemas.microsoft.com/office/drawing/2014/main" val="4268597692"/>
                  </a:ext>
                </a:extLst>
              </a:tr>
              <a:tr h="236917">
                <a:tc>
                  <a:txBody>
                    <a:bodyPr/>
                    <a:lstStyle/>
                    <a:p>
                      <a:pPr>
                        <a:lnSpc>
                          <a:spcPct val="150000"/>
                        </a:lnSpc>
                        <a:buNone/>
                      </a:pPr>
                      <a:r>
                        <a:rPr lang="en-US" altLang="zh-CN" sz="1600" b="0" i="0" baseline="0">
                          <a:latin typeface="Montserrat" panose="00000500000000000000" pitchFamily="2" charset="0"/>
                          <a:ea typeface="微软雅黑 Light" panose="020B0502040204020203" pitchFamily="34" charset="-122"/>
                        </a:rPr>
                        <a:t>PMI</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r>
                        <a:rPr lang="en-US" altLang="zh-CN" sz="1600" dirty="0"/>
                        <a:t>Project Management Institute</a:t>
                      </a:r>
                    </a:p>
                  </a:txBody>
                  <a:tcPr anchor="ctr"/>
                </a:tc>
                <a:tc>
                  <a:txBody>
                    <a:bodyPr/>
                    <a:lstStyle/>
                    <a:p>
                      <a:pPr>
                        <a:lnSpc>
                          <a:spcPct val="150000"/>
                        </a:lnSpc>
                        <a:buNone/>
                      </a:pPr>
                      <a:r>
                        <a:rPr lang="zh-CN" altLang="en-US" sz="1600" dirty="0"/>
                        <a:t>项目管理委员会</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88565667"/>
                  </a:ext>
                </a:extLst>
              </a:tr>
              <a:tr h="236917">
                <a:tc>
                  <a:txBody>
                    <a:bodyPr/>
                    <a:lstStyle/>
                    <a:p>
                      <a:pPr>
                        <a:lnSpc>
                          <a:spcPct val="150000"/>
                        </a:lnSpc>
                        <a:buNone/>
                      </a:pPr>
                      <a:r>
                        <a:rPr lang="en-US" altLang="zh-CN" sz="1600" b="0" i="0" baseline="0" dirty="0">
                          <a:latin typeface="Montserrat" panose="00000500000000000000" pitchFamily="2" charset="0"/>
                          <a:ea typeface="微软雅黑 Light" panose="020B0502040204020203" pitchFamily="34" charset="-122"/>
                        </a:rPr>
                        <a:t>PMBOK 6</a:t>
                      </a:r>
                      <a:r>
                        <a:rPr lang="en-US" altLang="zh-CN" sz="1600" b="0" i="0" baseline="30000" dirty="0">
                          <a:latin typeface="Montserrat" panose="00000500000000000000" pitchFamily="2" charset="0"/>
                          <a:ea typeface="微软雅黑 Light" panose="020B0502040204020203" pitchFamily="34" charset="-122"/>
                        </a:rPr>
                        <a:t>th</a:t>
                      </a:r>
                      <a:endParaRPr lang="zh-CN" altLang="en-US" sz="1600" b="0" i="0" baseline="3000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dirty="0"/>
                        <a:t>Project Management Body of Knowledge, 6th Edition</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dirty="0"/>
                        <a:t>项目管理知识体系，第</a:t>
                      </a:r>
                      <a:r>
                        <a:rPr lang="en-US" altLang="zh-CN" sz="1600" dirty="0"/>
                        <a:t>6</a:t>
                      </a:r>
                      <a:r>
                        <a:rPr lang="zh-CN" altLang="en-US" sz="1600" dirty="0"/>
                        <a:t>版</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24873842"/>
                  </a:ext>
                </a:extLst>
              </a:tr>
              <a:tr h="236917">
                <a:tc>
                  <a:txBody>
                    <a:bodyPr/>
                    <a:lstStyle/>
                    <a:p>
                      <a:pPr>
                        <a:lnSpc>
                          <a:spcPct val="150000"/>
                        </a:lnSpc>
                        <a:buNone/>
                      </a:pPr>
                      <a:r>
                        <a:rPr lang="en-US" altLang="zh-CN" sz="1600" b="0" i="0" baseline="0" dirty="0">
                          <a:latin typeface="Montserrat" panose="00000500000000000000" pitchFamily="2" charset="0"/>
                          <a:ea typeface="微软雅黑 Light" panose="020B0502040204020203" pitchFamily="34" charset="-122"/>
                        </a:rPr>
                        <a:t>PMBOK 7</a:t>
                      </a:r>
                      <a:r>
                        <a:rPr lang="en-US" altLang="zh-CN" sz="1600" b="0" i="0" baseline="30000" dirty="0">
                          <a:latin typeface="Montserrat" panose="00000500000000000000" pitchFamily="2" charset="0"/>
                          <a:ea typeface="微软雅黑 Light" panose="020B0502040204020203" pitchFamily="34" charset="-122"/>
                        </a:rPr>
                        <a:t>th</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dirty="0"/>
                        <a:t>Project Management Body of Knowledge, 7th Edition</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dirty="0"/>
                        <a:t>项目管理知识体系，第</a:t>
                      </a:r>
                      <a:r>
                        <a:rPr lang="en-US" altLang="zh-CN" sz="1600" dirty="0"/>
                        <a:t>7</a:t>
                      </a:r>
                      <a:r>
                        <a:rPr lang="zh-CN" altLang="en-US" sz="1600" dirty="0"/>
                        <a:t>版</a:t>
                      </a:r>
                      <a:endParaRPr lang="en-US" altLang="zh-CN" sz="1600" dirty="0"/>
                    </a:p>
                    <a:p>
                      <a:pPr>
                        <a:lnSpc>
                          <a:spcPct val="150000"/>
                        </a:lnSpc>
                        <a:buNone/>
                      </a:pPr>
                      <a:r>
                        <a:rPr lang="zh-CN" altLang="en-US" sz="1600" b="0" i="0" baseline="0" dirty="0">
                          <a:latin typeface="Montserrat" panose="00000500000000000000" pitchFamily="2" charset="0"/>
                          <a:ea typeface="微软雅黑 Light" panose="020B0502040204020203" pitchFamily="34" charset="-122"/>
                        </a:rPr>
                        <a:t>以交付价值为导向</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342128013"/>
                  </a:ext>
                </a:extLst>
              </a:tr>
            </a:tbl>
          </a:graphicData>
        </a:graphic>
      </p:graphicFrame>
      <p:sp>
        <p:nvSpPr>
          <p:cNvPr id="3" name="矩形 2">
            <a:extLst>
              <a:ext uri="{FF2B5EF4-FFF2-40B4-BE49-F238E27FC236}">
                <a16:creationId xmlns:a16="http://schemas.microsoft.com/office/drawing/2014/main" id="{56340BD9-7EAE-58EB-1EFB-A047DECD5D5C}"/>
              </a:ext>
            </a:extLst>
          </p:cNvPr>
          <p:cNvSpPr/>
          <p:nvPr/>
        </p:nvSpPr>
        <p:spPr>
          <a:xfrm>
            <a:off x="771863" y="3451473"/>
            <a:ext cx="1371600" cy="2740527"/>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7" name="内容占位符 6">
            <a:extLst>
              <a:ext uri="{FF2B5EF4-FFF2-40B4-BE49-F238E27FC236}">
                <a16:creationId xmlns:a16="http://schemas.microsoft.com/office/drawing/2014/main" id="{482F61EF-E5C1-96E9-5279-07BF28F35308}"/>
              </a:ext>
            </a:extLst>
          </p:cNvPr>
          <p:cNvGraphicFramePr>
            <a:graphicFrameLocks noGrp="1"/>
          </p:cNvGraphicFramePr>
          <p:nvPr>
            <p:ph idx="1"/>
            <p:extLst>
              <p:ext uri="{D42A27DB-BD31-4B8C-83A1-F6EECF244321}">
                <p14:modId xmlns:p14="http://schemas.microsoft.com/office/powerpoint/2010/main" val="3476502446"/>
              </p:ext>
            </p:extLst>
          </p:nvPr>
        </p:nvGraphicFramePr>
        <p:xfrm>
          <a:off x="619125" y="3762525"/>
          <a:ext cx="1680167" cy="2079562"/>
        </p:xfrm>
        <a:graphic>
          <a:graphicData uri="http://schemas.openxmlformats.org/drawingml/2006/table">
            <a:tbl>
              <a:tblPr firstRow="1" bandRow="1">
                <a:tableStyleId>{5C22544A-7EE6-4342-B048-85BDC9FD1C3A}</a:tableStyleId>
              </a:tblPr>
              <a:tblGrid>
                <a:gridCol w="1680167">
                  <a:extLst>
                    <a:ext uri="{9D8B030D-6E8A-4147-A177-3AD203B41FA5}">
                      <a16:colId xmlns:a16="http://schemas.microsoft.com/office/drawing/2014/main" val="3766040380"/>
                    </a:ext>
                  </a:extLst>
                </a:gridCol>
              </a:tblGrid>
              <a:tr h="370840">
                <a:tc>
                  <a:txBody>
                    <a:bodyPr/>
                    <a:lstStyle/>
                    <a:p>
                      <a:pPr algn="ctr">
                        <a:lnSpc>
                          <a:spcPct val="150000"/>
                        </a:lnSpc>
                        <a:buNone/>
                      </a:pPr>
                      <a:r>
                        <a:rPr lang="zh-CN" altLang="en-US" sz="1600" b="0" i="0" baseline="0" dirty="0">
                          <a:solidFill>
                            <a:schemeClr val="bg1"/>
                          </a:solidFill>
                          <a:latin typeface="Montserrat" panose="00000500000000000000" pitchFamily="2" charset="0"/>
                          <a:ea typeface="微软雅黑 Light" panose="020B0502040204020203" pitchFamily="34" charset="-122"/>
                        </a:rPr>
                        <a:t>术语</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50000"/>
                        </a:lnSpc>
                        <a:buNone/>
                      </a:pPr>
                      <a:r>
                        <a:rPr lang="en-US" altLang="zh-CN" sz="1600" baseline="0" dirty="0">
                          <a:solidFill>
                            <a:schemeClr val="bg1"/>
                          </a:solidFill>
                        </a:rPr>
                        <a:t>PMP</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5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PMI</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5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PMBOK 6</a:t>
                      </a:r>
                      <a:r>
                        <a:rPr lang="en-US" altLang="zh-CN" sz="1600" b="0" i="0" baseline="30000" dirty="0">
                          <a:solidFill>
                            <a:schemeClr val="bg1"/>
                          </a:solidFill>
                          <a:latin typeface="Montserrat" panose="00000500000000000000" pitchFamily="2" charset="0"/>
                          <a:ea typeface="微软雅黑 Light" panose="020B0502040204020203" pitchFamily="34" charset="-122"/>
                        </a:rPr>
                        <a:t>th</a:t>
                      </a:r>
                      <a:endParaRPr lang="zh-CN" altLang="en-US" sz="1600" b="0" i="0" baseline="3000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5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PMBOK 7</a:t>
                      </a:r>
                      <a:r>
                        <a:rPr lang="en-US" altLang="zh-CN" sz="1600" b="0" i="0" baseline="30000" dirty="0">
                          <a:solidFill>
                            <a:schemeClr val="bg1"/>
                          </a:solidFill>
                          <a:latin typeface="Montserrat" panose="00000500000000000000" pitchFamily="2" charset="0"/>
                          <a:ea typeface="微软雅黑 Light" panose="020B0502040204020203" pitchFamily="34" charset="-122"/>
                        </a:rPr>
                        <a:t>th</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36250521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696000" y="360000"/>
            <a:ext cx="10800000" cy="424732"/>
          </a:xfrm>
        </p:spPr>
        <p:txBody>
          <a:bodyPr/>
          <a:lstStyle/>
          <a:p>
            <a:r>
              <a:rPr lang="zh-CN" altLang="en-US" dirty="0"/>
              <a:t>五大过程组 </a:t>
            </a:r>
            <a:r>
              <a:rPr lang="en-US" altLang="zh-CN" dirty="0"/>
              <a:t>Project Management Process Groups</a:t>
            </a:r>
            <a:endParaRPr lang="zh-CN" altLang="en-US" dirty="0"/>
          </a:p>
        </p:txBody>
      </p:sp>
      <p:sp>
        <p:nvSpPr>
          <p:cNvPr id="16" name="内容占位符 15">
            <a:extLst>
              <a:ext uri="{FF2B5EF4-FFF2-40B4-BE49-F238E27FC236}">
                <a16:creationId xmlns:a16="http://schemas.microsoft.com/office/drawing/2014/main" id="{AE2E026C-95D9-CF8D-C9AD-B6F0EEE00786}"/>
              </a:ext>
            </a:extLst>
          </p:cNvPr>
          <p:cNvSpPr>
            <a:spLocks noGrp="1"/>
          </p:cNvSpPr>
          <p:nvPr>
            <p:ph idx="1"/>
          </p:nvPr>
        </p:nvSpPr>
        <p:spPr>
          <a:xfrm>
            <a:off x="696000" y="1080000"/>
            <a:ext cx="10800000" cy="5112000"/>
          </a:xfrm>
        </p:spPr>
        <p:txBody>
          <a:bodyPr/>
          <a:lstStyle/>
          <a:p>
            <a:r>
              <a:rPr lang="zh-CN" altLang="en-US" dirty="0"/>
              <a:t>生命周期 </a:t>
            </a:r>
            <a:r>
              <a:rPr lang="en-US" altLang="zh-CN" dirty="0"/>
              <a:t>Lifecycle</a:t>
            </a:r>
          </a:p>
          <a:p>
            <a:r>
              <a:rPr lang="zh-CN" altLang="en-US" dirty="0"/>
              <a:t>阶段 </a:t>
            </a:r>
            <a:r>
              <a:rPr lang="en-US" altLang="zh-CN" dirty="0"/>
              <a:t>Phase</a:t>
            </a:r>
            <a:endParaRPr lang="zh-CN" altLang="en-US" dirty="0"/>
          </a:p>
        </p:txBody>
      </p:sp>
      <p:graphicFrame>
        <p:nvGraphicFramePr>
          <p:cNvPr id="10" name="内容占位符 3">
            <a:extLst>
              <a:ext uri="{FF2B5EF4-FFF2-40B4-BE49-F238E27FC236}">
                <a16:creationId xmlns:a16="http://schemas.microsoft.com/office/drawing/2014/main" id="{1B3CC294-7520-BBD9-FCB2-67410199AEB4}"/>
              </a:ext>
            </a:extLst>
          </p:cNvPr>
          <p:cNvGraphicFramePr>
            <a:graphicFrameLocks/>
          </p:cNvGraphicFramePr>
          <p:nvPr>
            <p:extLst>
              <p:ext uri="{D42A27DB-BD31-4B8C-83A1-F6EECF244321}">
                <p14:modId xmlns:p14="http://schemas.microsoft.com/office/powerpoint/2010/main" val="3930722558"/>
              </p:ext>
            </p:extLst>
          </p:nvPr>
        </p:nvGraphicFramePr>
        <p:xfrm>
          <a:off x="695325" y="2233788"/>
          <a:ext cx="10800000" cy="3958212"/>
        </p:xfrm>
        <a:graphic>
          <a:graphicData uri="http://schemas.openxmlformats.org/drawingml/2006/table">
            <a:tbl>
              <a:tblPr firstRow="1" bandRow="1">
                <a:tableStyleId>{72833802-FEF1-4C79-8D5D-14CF1EAF98D9}</a:tableStyleId>
              </a:tblPr>
              <a:tblGrid>
                <a:gridCol w="3475459">
                  <a:extLst>
                    <a:ext uri="{9D8B030D-6E8A-4147-A177-3AD203B41FA5}">
                      <a16:colId xmlns:a16="http://schemas.microsoft.com/office/drawing/2014/main" val="3401312939"/>
                    </a:ext>
                  </a:extLst>
                </a:gridCol>
                <a:gridCol w="7324541">
                  <a:extLst>
                    <a:ext uri="{9D8B030D-6E8A-4147-A177-3AD203B41FA5}">
                      <a16:colId xmlns:a16="http://schemas.microsoft.com/office/drawing/2014/main" val="370412264"/>
                    </a:ext>
                  </a:extLst>
                </a:gridCol>
              </a:tblGrid>
              <a:tr h="120025">
                <a:tc>
                  <a:txBody>
                    <a:bodyPr/>
                    <a:lstStyle/>
                    <a:p>
                      <a:pPr algn="ctr">
                        <a:lnSpc>
                          <a:spcPct val="150000"/>
                        </a:lnSpc>
                        <a:buNone/>
                      </a:pPr>
                      <a:r>
                        <a:rPr lang="zh-CN" altLang="en-US" sz="1600" b="0" baseline="0" dirty="0"/>
                        <a:t>过程</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0" baseline="0" dirty="0"/>
                        <a:t>主要内容</a:t>
                      </a:r>
                      <a:endParaRPr lang="zh-CN" altLang="en-US"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522540848"/>
                  </a:ext>
                </a:extLst>
              </a:tr>
              <a:tr h="187437">
                <a:tc>
                  <a:txBody>
                    <a:bodyPr/>
                    <a:lstStyle/>
                    <a:p>
                      <a:pPr algn="l">
                        <a:lnSpc>
                          <a:spcPct val="150000"/>
                        </a:lnSpc>
                        <a:buNone/>
                      </a:pPr>
                      <a:r>
                        <a:rPr lang="zh-CN" altLang="en-US" sz="1600" b="0" baseline="0" dirty="0"/>
                        <a:t>启动 </a:t>
                      </a:r>
                      <a:r>
                        <a:rPr lang="en-US" altLang="zh-CN" sz="1600" b="0" baseline="0" dirty="0"/>
                        <a:t>Initiating</a:t>
                      </a:r>
                      <a:endParaRPr lang="en-US" altLang="zh-CN"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0" baseline="0" dirty="0"/>
                        <a:t>定义新项目或阶段，获得授权</a:t>
                      </a:r>
                    </a:p>
                    <a:p>
                      <a:pPr>
                        <a:lnSpc>
                          <a:spcPct val="150000"/>
                        </a:lnSpc>
                        <a:buNone/>
                      </a:pPr>
                      <a:r>
                        <a:rPr lang="zh-CN" altLang="en-US" sz="1600" b="0" baseline="0" dirty="0"/>
                        <a:t>关键输出：项目章程、识别干系人</a:t>
                      </a:r>
                      <a:endParaRPr lang="zh-CN" altLang="en-US"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268597692"/>
                  </a:ext>
                </a:extLst>
              </a:tr>
              <a:tr h="187437">
                <a:tc>
                  <a:txBody>
                    <a:bodyPr/>
                    <a:lstStyle/>
                    <a:p>
                      <a:pPr algn="l">
                        <a:lnSpc>
                          <a:spcPct val="150000"/>
                        </a:lnSpc>
                        <a:buNone/>
                      </a:pPr>
                      <a:r>
                        <a:rPr lang="zh-CN" altLang="en-US" sz="1600" b="0" baseline="0" dirty="0"/>
                        <a:t>规划 </a:t>
                      </a:r>
                      <a:r>
                        <a:rPr lang="en-US" altLang="zh-CN" sz="1600" b="0" baseline="0" dirty="0"/>
                        <a:t>Planning</a:t>
                      </a:r>
                      <a:endParaRPr lang="en-US" altLang="zh-CN"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0" baseline="0" dirty="0"/>
                        <a:t>制定范围、进度、成本、质量、风险等计划</a:t>
                      </a:r>
                    </a:p>
                    <a:p>
                      <a:pPr>
                        <a:lnSpc>
                          <a:spcPct val="150000"/>
                        </a:lnSpc>
                        <a:buNone/>
                      </a:pPr>
                      <a:r>
                        <a:rPr lang="zh-CN" altLang="en-US" sz="1600" b="0" baseline="0" dirty="0"/>
                        <a:t>占比最大（</a:t>
                      </a:r>
                      <a:r>
                        <a:rPr lang="en-US" altLang="zh-CN" sz="1600" b="0" baseline="0" dirty="0"/>
                        <a:t>24</a:t>
                      </a:r>
                      <a:r>
                        <a:rPr lang="zh-CN" altLang="en-US" sz="1600" b="0" baseline="0" dirty="0"/>
                        <a:t>个过程），强调“滚动式规划</a:t>
                      </a:r>
                      <a:endParaRPr lang="zh-CN" altLang="en-US"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88565667"/>
                  </a:ext>
                </a:extLst>
              </a:tr>
              <a:tr h="187437">
                <a:tc>
                  <a:txBody>
                    <a:bodyPr/>
                    <a:lstStyle/>
                    <a:p>
                      <a:pPr algn="l">
                        <a:lnSpc>
                          <a:spcPct val="150000"/>
                        </a:lnSpc>
                        <a:buNone/>
                      </a:pPr>
                      <a:r>
                        <a:rPr lang="zh-CN" altLang="en-US" sz="1600" b="0" baseline="0" dirty="0"/>
                        <a:t>执行 </a:t>
                      </a:r>
                      <a:r>
                        <a:rPr lang="en-US" altLang="zh-CN" sz="1600" b="0" baseline="0" dirty="0"/>
                        <a:t>Executing</a:t>
                      </a:r>
                      <a:endParaRPr lang="en-US" altLang="zh-CN"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0" baseline="0" dirty="0"/>
                        <a:t>完成项目工作，满足范围说明书要求。</a:t>
                      </a:r>
                    </a:p>
                    <a:p>
                      <a:pPr>
                        <a:lnSpc>
                          <a:spcPct val="150000"/>
                        </a:lnSpc>
                        <a:buNone/>
                      </a:pPr>
                      <a:r>
                        <a:rPr lang="zh-CN" altLang="en-US" sz="1600" b="0" baseline="0" dirty="0"/>
                        <a:t>包括团队建设、质量保证、采购实施等</a:t>
                      </a:r>
                      <a:endParaRPr lang="zh-CN" altLang="en-US"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24873842"/>
                  </a:ext>
                </a:extLst>
              </a:tr>
              <a:tr h="187437">
                <a:tc>
                  <a:txBody>
                    <a:bodyPr/>
                    <a:lstStyle/>
                    <a:p>
                      <a:pPr algn="l">
                        <a:lnSpc>
                          <a:spcPct val="150000"/>
                        </a:lnSpc>
                        <a:buNone/>
                      </a:pPr>
                      <a:r>
                        <a:rPr lang="zh-CN" altLang="en-US" sz="1600" b="0" baseline="0" dirty="0"/>
                        <a:t>监控 </a:t>
                      </a:r>
                      <a:r>
                        <a:rPr lang="en-US" altLang="zh-CN" sz="1600" b="0" baseline="0" dirty="0"/>
                        <a:t>Monitoring &amp; Controlling</a:t>
                      </a:r>
                      <a:endParaRPr lang="en-US" altLang="zh-CN"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0" baseline="0" dirty="0"/>
                        <a:t>跟踪、审查和调整项目进展与绩效</a:t>
                      </a:r>
                    </a:p>
                    <a:p>
                      <a:pPr>
                        <a:lnSpc>
                          <a:spcPct val="150000"/>
                        </a:lnSpc>
                        <a:buNone/>
                      </a:pPr>
                      <a:r>
                        <a:rPr lang="zh-CN" altLang="en-US" sz="1600" b="0" baseline="0" dirty="0"/>
                        <a:t>核心：变更控制和偏差分析</a:t>
                      </a:r>
                      <a:endParaRPr lang="zh-CN" altLang="en-US"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821566994"/>
                  </a:ext>
                </a:extLst>
              </a:tr>
              <a:tr h="187437">
                <a:tc>
                  <a:txBody>
                    <a:bodyPr/>
                    <a:lstStyle/>
                    <a:p>
                      <a:pPr algn="l">
                        <a:lnSpc>
                          <a:spcPct val="150000"/>
                        </a:lnSpc>
                        <a:buNone/>
                      </a:pPr>
                      <a:r>
                        <a:rPr lang="zh-CN" altLang="en-US" sz="1600" b="0" baseline="0" dirty="0"/>
                        <a:t>收尾 </a:t>
                      </a:r>
                      <a:r>
                        <a:rPr lang="en-US" altLang="zh-CN" sz="1600" b="0" baseline="0" dirty="0"/>
                        <a:t>Closing</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0" baseline="0" dirty="0"/>
                        <a:t>正式结束项目或阶段，移交成果，总结经验</a:t>
                      </a:r>
                      <a:endParaRPr lang="zh-CN" altLang="en-US"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40163973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696000" y="360000"/>
            <a:ext cx="10800000" cy="424732"/>
          </a:xfrm>
        </p:spPr>
        <p:txBody>
          <a:bodyPr/>
          <a:lstStyle/>
          <a:p>
            <a:r>
              <a:rPr lang="zh-CN" altLang="en-US" dirty="0"/>
              <a:t>十大知识领域 </a:t>
            </a:r>
            <a:r>
              <a:rPr lang="en-US" altLang="zh-CN" dirty="0"/>
              <a:t>Knowledge Areas</a:t>
            </a:r>
            <a:endParaRPr lang="zh-CN" altLang="en-US" dirty="0"/>
          </a:p>
        </p:txBody>
      </p:sp>
      <p:sp>
        <p:nvSpPr>
          <p:cNvPr id="8" name="内容占位符 7">
            <a:extLst>
              <a:ext uri="{FF2B5EF4-FFF2-40B4-BE49-F238E27FC236}">
                <a16:creationId xmlns:a16="http://schemas.microsoft.com/office/drawing/2014/main" id="{0A6EFE26-E49C-31A1-5896-E5D9251BEB71}"/>
              </a:ext>
            </a:extLst>
          </p:cNvPr>
          <p:cNvSpPr>
            <a:spLocks noGrp="1"/>
          </p:cNvSpPr>
          <p:nvPr>
            <p:ph idx="1"/>
          </p:nvPr>
        </p:nvSpPr>
        <p:spPr>
          <a:xfrm>
            <a:off x="696000" y="1080000"/>
            <a:ext cx="10800000" cy="5112000"/>
          </a:xfrm>
        </p:spPr>
        <p:txBody>
          <a:bodyPr/>
          <a:lstStyle/>
          <a:p>
            <a:endParaRPr lang="zh-CN" altLang="en-US"/>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651832195"/>
              </p:ext>
            </p:extLst>
          </p:nvPr>
        </p:nvGraphicFramePr>
        <p:xfrm>
          <a:off x="695325" y="1616888"/>
          <a:ext cx="10801350" cy="4575112"/>
        </p:xfrm>
        <a:graphic>
          <a:graphicData uri="http://schemas.openxmlformats.org/drawingml/2006/table">
            <a:tbl>
              <a:tblPr firstRow="1" bandRow="1">
                <a:tableStyleId>{72833802-FEF1-4C79-8D5D-14CF1EAF98D9}</a:tableStyleId>
              </a:tblPr>
              <a:tblGrid>
                <a:gridCol w="3699393">
                  <a:extLst>
                    <a:ext uri="{9D8B030D-6E8A-4147-A177-3AD203B41FA5}">
                      <a16:colId xmlns:a16="http://schemas.microsoft.com/office/drawing/2014/main" val="3401312939"/>
                    </a:ext>
                  </a:extLst>
                </a:gridCol>
                <a:gridCol w="5766319">
                  <a:extLst>
                    <a:ext uri="{9D8B030D-6E8A-4147-A177-3AD203B41FA5}">
                      <a16:colId xmlns:a16="http://schemas.microsoft.com/office/drawing/2014/main" val="370412264"/>
                    </a:ext>
                  </a:extLst>
                </a:gridCol>
                <a:gridCol w="1335638">
                  <a:extLst>
                    <a:ext uri="{9D8B030D-6E8A-4147-A177-3AD203B41FA5}">
                      <a16:colId xmlns:a16="http://schemas.microsoft.com/office/drawing/2014/main" val="1004544071"/>
                    </a:ext>
                  </a:extLst>
                </a:gridCol>
              </a:tblGrid>
              <a:tr h="236917">
                <a:tc>
                  <a:txBody>
                    <a:bodyPr/>
                    <a:lstStyle/>
                    <a:p>
                      <a:pPr>
                        <a:lnSpc>
                          <a:spcPct val="150000"/>
                        </a:lnSpc>
                        <a:buNone/>
                      </a:pPr>
                      <a:r>
                        <a:rPr lang="zh-CN" altLang="en-US" sz="1600" baseline="0" dirty="0"/>
                        <a:t>知识领域</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a:t>主要内容</a:t>
                      </a:r>
                      <a:endParaRPr lang="zh-CN" altLang="en-US" sz="1600" b="0" i="0" baseline="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a:t>过程数</a:t>
                      </a:r>
                      <a:endParaRPr lang="zh-CN" altLang="en-US" sz="1600" b="0" i="0" baseline="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522540848"/>
                  </a:ext>
                </a:extLst>
              </a:tr>
              <a:tr h="236917">
                <a:tc>
                  <a:txBody>
                    <a:bodyPr/>
                    <a:lstStyle/>
                    <a:p>
                      <a:pPr>
                        <a:lnSpc>
                          <a:spcPct val="150000"/>
                        </a:lnSpc>
                        <a:buNone/>
                      </a:pPr>
                      <a:r>
                        <a:rPr lang="zh-CN" altLang="en-US" sz="1600" baseline="0" dirty="0"/>
                        <a:t>项目整合管理 </a:t>
                      </a:r>
                      <a:r>
                        <a:rPr lang="en-US" altLang="zh-CN" sz="1600" baseline="0" dirty="0"/>
                        <a:t>Integration </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dirty="0"/>
                        <a:t>统一协调各过程，如制定章程、项目管理计划、变更控制</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baseline="0" dirty="0"/>
                        <a:t>7</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268597692"/>
                  </a:ext>
                </a:extLst>
              </a:tr>
              <a:tr h="236917">
                <a:tc>
                  <a:txBody>
                    <a:bodyPr/>
                    <a:lstStyle/>
                    <a:p>
                      <a:pPr>
                        <a:lnSpc>
                          <a:spcPct val="150000"/>
                        </a:lnSpc>
                        <a:buNone/>
                      </a:pPr>
                      <a:r>
                        <a:rPr lang="zh-CN" altLang="en-US" sz="1600" baseline="0" dirty="0"/>
                        <a:t>项目范围管理 </a:t>
                      </a:r>
                      <a:r>
                        <a:rPr lang="en-US" altLang="zh-CN" sz="1600" baseline="0" dirty="0"/>
                        <a:t>Scope</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dirty="0"/>
                        <a:t>定义和控制“做哪些工作”，防止范围蔓延</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baseline="0" dirty="0"/>
                        <a:t>6</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88565667"/>
                  </a:ext>
                </a:extLst>
              </a:tr>
              <a:tr h="236917">
                <a:tc>
                  <a:txBody>
                    <a:bodyPr/>
                    <a:lstStyle/>
                    <a:p>
                      <a:pPr>
                        <a:lnSpc>
                          <a:spcPct val="150000"/>
                        </a:lnSpc>
                        <a:buNone/>
                      </a:pPr>
                      <a:r>
                        <a:rPr lang="zh-CN" altLang="en-US" sz="1600" baseline="0" dirty="0"/>
                        <a:t>项目进度管理 </a:t>
                      </a:r>
                      <a:r>
                        <a:rPr lang="en-US" altLang="zh-CN" sz="1600" baseline="0" dirty="0"/>
                        <a:t>Schedule </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dirty="0"/>
                        <a:t>活动定义、排序、估算、制定进度计划</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baseline="0" dirty="0"/>
                        <a:t>6</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24873842"/>
                  </a:ext>
                </a:extLst>
              </a:tr>
              <a:tr h="236917">
                <a:tc>
                  <a:txBody>
                    <a:bodyPr/>
                    <a:lstStyle/>
                    <a:p>
                      <a:pPr>
                        <a:lnSpc>
                          <a:spcPct val="150000"/>
                        </a:lnSpc>
                        <a:buNone/>
                      </a:pPr>
                      <a:r>
                        <a:rPr lang="zh-CN" altLang="en-US" sz="1600" baseline="0" dirty="0"/>
                        <a:t>项目成本管理 </a:t>
                      </a:r>
                      <a:r>
                        <a:rPr lang="en-US" altLang="zh-CN" sz="1600" baseline="0" dirty="0"/>
                        <a:t>Cost</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a:t>估算、预算、控制成本</a:t>
                      </a:r>
                      <a:endParaRPr lang="zh-CN" altLang="en-US" sz="1600" b="0" i="0" baseline="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baseline="0" dirty="0"/>
                        <a:t>4</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821566994"/>
                  </a:ext>
                </a:extLst>
              </a:tr>
              <a:tr h="236917">
                <a:tc>
                  <a:txBody>
                    <a:bodyPr/>
                    <a:lstStyle/>
                    <a:p>
                      <a:pPr>
                        <a:lnSpc>
                          <a:spcPct val="150000"/>
                        </a:lnSpc>
                        <a:buNone/>
                      </a:pPr>
                      <a:r>
                        <a:rPr lang="zh-CN" altLang="en-US" sz="1600" baseline="0" dirty="0"/>
                        <a:t>项目质量管理 </a:t>
                      </a:r>
                      <a:r>
                        <a:rPr lang="en-US" altLang="zh-CN" sz="1600" baseline="0" dirty="0"/>
                        <a:t>Quality</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a:t>规划质量、管理质量、控制质量</a:t>
                      </a:r>
                      <a:endParaRPr lang="zh-CN" altLang="en-US" sz="1600" b="0" i="0" baseline="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baseline="0" dirty="0"/>
                        <a:t>3</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161976425"/>
                  </a:ext>
                </a:extLst>
              </a:tr>
              <a:tr h="236917">
                <a:tc>
                  <a:txBody>
                    <a:bodyPr/>
                    <a:lstStyle/>
                    <a:p>
                      <a:pPr>
                        <a:lnSpc>
                          <a:spcPct val="150000"/>
                        </a:lnSpc>
                        <a:buNone/>
                      </a:pPr>
                      <a:r>
                        <a:rPr lang="zh-CN" altLang="en-US" sz="1600" baseline="0" dirty="0"/>
                        <a:t>项目资源管理 </a:t>
                      </a:r>
                      <a:r>
                        <a:rPr lang="en-US" altLang="zh-CN" sz="1600" baseline="0" dirty="0"/>
                        <a:t>Resource</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a:t>获取、发展、管理团队及实物资源</a:t>
                      </a:r>
                      <a:endParaRPr lang="zh-CN" altLang="en-US" sz="1600" b="0" i="0" baseline="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baseline="0" dirty="0"/>
                        <a:t>6</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43909409"/>
                  </a:ext>
                </a:extLst>
              </a:tr>
              <a:tr h="236917">
                <a:tc>
                  <a:txBody>
                    <a:bodyPr/>
                    <a:lstStyle/>
                    <a:p>
                      <a:pPr>
                        <a:lnSpc>
                          <a:spcPct val="150000"/>
                        </a:lnSpc>
                        <a:buNone/>
                      </a:pPr>
                      <a:r>
                        <a:rPr lang="zh-CN" altLang="en-US" sz="1600" baseline="0" dirty="0"/>
                        <a:t>项目沟通管理 </a:t>
                      </a:r>
                      <a:r>
                        <a:rPr lang="en-US" altLang="zh-CN" sz="1600" baseline="0" dirty="0"/>
                        <a:t>Communication</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a:t>规划、管理、监督沟通</a:t>
                      </a:r>
                      <a:endParaRPr lang="zh-CN" altLang="en-US" sz="1600" b="0" i="0" baseline="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baseline="0" dirty="0"/>
                        <a:t>3</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773125882"/>
                  </a:ext>
                </a:extLst>
              </a:tr>
              <a:tr h="236917">
                <a:tc>
                  <a:txBody>
                    <a:bodyPr/>
                    <a:lstStyle/>
                    <a:p>
                      <a:pPr>
                        <a:lnSpc>
                          <a:spcPct val="150000"/>
                        </a:lnSpc>
                        <a:buNone/>
                      </a:pPr>
                      <a:r>
                        <a:rPr lang="zh-CN" altLang="en-US" sz="1600" baseline="0" dirty="0"/>
                        <a:t>项目风险管理 </a:t>
                      </a:r>
                      <a:r>
                        <a:rPr lang="en-US" altLang="zh-CN" sz="1600" baseline="0" dirty="0"/>
                        <a:t>Risk</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dirty="0"/>
                        <a:t>识别、分析、应对不确定性</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baseline="0" dirty="0"/>
                        <a:t>7</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104933583"/>
                  </a:ext>
                </a:extLst>
              </a:tr>
              <a:tr h="236917">
                <a:tc>
                  <a:txBody>
                    <a:bodyPr/>
                    <a:lstStyle/>
                    <a:p>
                      <a:pPr>
                        <a:lnSpc>
                          <a:spcPct val="150000"/>
                        </a:lnSpc>
                        <a:buNone/>
                      </a:pPr>
                      <a:r>
                        <a:rPr lang="zh-CN" altLang="en-US" sz="1600" baseline="0" dirty="0"/>
                        <a:t>项目采购管理 </a:t>
                      </a:r>
                      <a:r>
                        <a:rPr lang="en-US" altLang="zh-CN" sz="1600" baseline="0" dirty="0"/>
                        <a:t>Procurement</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a:t>从外部获取产品</a:t>
                      </a:r>
                      <a:r>
                        <a:rPr lang="en-US" altLang="zh-CN" sz="1600" baseline="0"/>
                        <a:t>/</a:t>
                      </a:r>
                      <a:r>
                        <a:rPr lang="zh-CN" altLang="en-US" sz="1600" baseline="0"/>
                        <a:t>服务</a:t>
                      </a:r>
                      <a:endParaRPr lang="zh-CN" altLang="en-US" sz="1600" b="0" i="0" baseline="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baseline="0" dirty="0"/>
                        <a:t>3</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855479412"/>
                  </a:ext>
                </a:extLst>
              </a:tr>
              <a:tr h="236917">
                <a:tc>
                  <a:txBody>
                    <a:bodyPr/>
                    <a:lstStyle/>
                    <a:p>
                      <a:pPr>
                        <a:lnSpc>
                          <a:spcPct val="150000"/>
                        </a:lnSpc>
                        <a:buNone/>
                      </a:pPr>
                      <a:r>
                        <a:rPr lang="zh-CN" altLang="en-US" sz="1600" baseline="0" dirty="0"/>
                        <a:t>项目干系人管理 </a:t>
                      </a:r>
                      <a:r>
                        <a:rPr lang="en-US" altLang="zh-CN" sz="1600" baseline="0" dirty="0"/>
                        <a:t>Stakeholder</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600" baseline="0" dirty="0"/>
                        <a:t>识别干系人、制定参与策略、管理期望</a:t>
                      </a:r>
                      <a:endParaRPr lang="zh-CN" altLang="en-US" sz="16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600" baseline="0" dirty="0"/>
                        <a:t>4</a:t>
                      </a:r>
                      <a:endParaRPr lang="en-US" altLang="zh-CN" sz="16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占位符 6">
            <a:extLst>
              <a:ext uri="{FF2B5EF4-FFF2-40B4-BE49-F238E27FC236}">
                <a16:creationId xmlns:a16="http://schemas.microsoft.com/office/drawing/2014/main" id="{10224068-D407-57C1-CCDD-F5466BC70627}"/>
              </a:ext>
            </a:extLst>
          </p:cNvPr>
          <p:cNvPicPr>
            <a:picLocks noGrp="1" noChangeAspect="1"/>
          </p:cNvPicPr>
          <p:nvPr>
            <p:ph type="pic" sz="quarter" idx="10"/>
          </p:nvPr>
        </p:nvPicPr>
        <p:blipFill>
          <a:blip r:embed="rId2"/>
          <a:srcRect l="18363" r="18363"/>
          <a:stretch/>
        </p:blipFill>
        <p:spPr>
          <a:xfrm>
            <a:off x="0" y="0"/>
            <a:ext cx="7912359" cy="6858000"/>
          </a:xfrm>
        </p:spPr>
      </p:pic>
      <p:sp>
        <p:nvSpPr>
          <p:cNvPr id="4" name="标题 3">
            <a:extLst>
              <a:ext uri="{FF2B5EF4-FFF2-40B4-BE49-F238E27FC236}">
                <a16:creationId xmlns:a16="http://schemas.microsoft.com/office/drawing/2014/main" id="{ADC12093-39A9-AFCE-9943-147B6807D0A2}"/>
              </a:ext>
            </a:extLst>
          </p:cNvPr>
          <p:cNvSpPr>
            <a:spLocks noGrp="1"/>
          </p:cNvSpPr>
          <p:nvPr>
            <p:ph type="ctrTitle"/>
          </p:nvPr>
        </p:nvSpPr>
        <p:spPr>
          <a:xfrm>
            <a:off x="4077578" y="3498981"/>
            <a:ext cx="7262228" cy="1440000"/>
          </a:xfrm>
        </p:spPr>
        <p:txBody>
          <a:bodyPr/>
          <a:lstStyle/>
          <a:p>
            <a:r>
              <a:rPr lang="zh-CN" altLang="en-US" dirty="0"/>
              <a:t>敏捷开发</a:t>
            </a:r>
          </a:p>
        </p:txBody>
      </p:sp>
      <p:sp>
        <p:nvSpPr>
          <p:cNvPr id="5" name="副标题 4">
            <a:extLst>
              <a:ext uri="{FF2B5EF4-FFF2-40B4-BE49-F238E27FC236}">
                <a16:creationId xmlns:a16="http://schemas.microsoft.com/office/drawing/2014/main" id="{DDF973D3-72E6-837C-15FE-0AA1A9C8166B}"/>
              </a:ext>
            </a:extLst>
          </p:cNvPr>
          <p:cNvSpPr>
            <a:spLocks noGrp="1"/>
          </p:cNvSpPr>
          <p:nvPr>
            <p:ph type="subTitle" idx="1"/>
          </p:nvPr>
        </p:nvSpPr>
        <p:spPr>
          <a:xfrm>
            <a:off x="4077578" y="4938981"/>
            <a:ext cx="7262228" cy="900000"/>
          </a:xfrm>
        </p:spPr>
        <p:txBody>
          <a:bodyPr/>
          <a:lstStyle/>
          <a:p>
            <a:r>
              <a:rPr lang="en-US" altLang="zh-CN" dirty="0"/>
              <a:t>Agile Development</a:t>
            </a:r>
            <a:endParaRPr lang="zh-CN" altLang="en-US" dirty="0"/>
          </a:p>
        </p:txBody>
      </p:sp>
      <p:sp>
        <p:nvSpPr>
          <p:cNvPr id="11" name="文本占位符 10">
            <a:extLst>
              <a:ext uri="{FF2B5EF4-FFF2-40B4-BE49-F238E27FC236}">
                <a16:creationId xmlns:a16="http://schemas.microsoft.com/office/drawing/2014/main" id="{72220D6F-3B93-B8EC-FF87-D0185A2D8587}"/>
              </a:ext>
            </a:extLst>
          </p:cNvPr>
          <p:cNvSpPr>
            <a:spLocks noGrp="1"/>
          </p:cNvSpPr>
          <p:nvPr>
            <p:ph type="body" sz="quarter" idx="11"/>
          </p:nvPr>
        </p:nvSpPr>
        <p:spPr/>
        <p:txBody>
          <a:bodyPr/>
          <a:lstStyle/>
          <a:p>
            <a:endParaRPr lang="zh-CN" altLang="en-US" dirty="0"/>
          </a:p>
        </p:txBody>
      </p:sp>
    </p:spTree>
    <p:extLst>
      <p:ext uri="{BB962C8B-B14F-4D97-AF65-F5344CB8AC3E}">
        <p14:creationId xmlns:p14="http://schemas.microsoft.com/office/powerpoint/2010/main" val="14118239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8C551F2-6FE6-E657-FA8F-F68CE8FC82D7}"/>
              </a:ext>
            </a:extLst>
          </p:cNvPr>
          <p:cNvSpPr>
            <a:spLocks noGrp="1"/>
          </p:cNvSpPr>
          <p:nvPr>
            <p:ph type="title"/>
          </p:nvPr>
        </p:nvSpPr>
        <p:spPr/>
        <p:txBody>
          <a:bodyPr/>
          <a:lstStyle/>
          <a:p>
            <a:r>
              <a:rPr lang="en-US" altLang="zh-CN" dirty="0"/>
              <a:t>Case 1</a:t>
            </a:r>
            <a:endParaRPr lang="zh-CN" altLang="en-US" dirty="0"/>
          </a:p>
        </p:txBody>
      </p:sp>
      <p:sp>
        <p:nvSpPr>
          <p:cNvPr id="11" name="内容占位符 10">
            <a:extLst>
              <a:ext uri="{FF2B5EF4-FFF2-40B4-BE49-F238E27FC236}">
                <a16:creationId xmlns:a16="http://schemas.microsoft.com/office/drawing/2014/main" id="{B4E6B4E2-5A7F-1FCD-F7C2-B1853197308A}"/>
              </a:ext>
            </a:extLst>
          </p:cNvPr>
          <p:cNvSpPr>
            <a:spLocks noGrp="1"/>
          </p:cNvSpPr>
          <p:nvPr>
            <p:ph idx="1"/>
          </p:nvPr>
        </p:nvSpPr>
        <p:spPr/>
        <p:txBody>
          <a:bodyPr/>
          <a:lstStyle/>
          <a:p>
            <a:r>
              <a:rPr lang="en-US" altLang="zh-CN" dirty="0"/>
              <a:t>Client </a:t>
            </a:r>
            <a:r>
              <a:rPr lang="zh-CN" altLang="en-US" dirty="0"/>
              <a:t>不知道需求</a:t>
            </a:r>
          </a:p>
        </p:txBody>
      </p:sp>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63734" y="3567500"/>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3999" y="3567500"/>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3413710" y="2514600"/>
            <a:ext cx="1364776" cy="914400"/>
          </a:xfrm>
          <a:prstGeom prst="cloudCallout">
            <a:avLst>
              <a:gd name="adj1" fmla="val 26936"/>
              <a:gd name="adj2" fmla="val 6990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chemeClr val="tx1"/>
                </a:solidFill>
              </a:rPr>
              <a:t>？？？</a:t>
            </a:r>
          </a:p>
        </p:txBody>
      </p:sp>
    </p:spTree>
    <p:extLst>
      <p:ext uri="{BB962C8B-B14F-4D97-AF65-F5344CB8AC3E}">
        <p14:creationId xmlns:p14="http://schemas.microsoft.com/office/powerpoint/2010/main" val="31606470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196AD-3D08-7346-2936-6979D293F0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2A959-596A-C88F-F148-B85FDE540D2F}"/>
              </a:ext>
            </a:extLst>
          </p:cNvPr>
          <p:cNvSpPr>
            <a:spLocks noGrp="1"/>
          </p:cNvSpPr>
          <p:nvPr>
            <p:ph type="title"/>
          </p:nvPr>
        </p:nvSpPr>
        <p:spPr/>
        <p:txBody>
          <a:bodyPr/>
          <a:lstStyle/>
          <a:p>
            <a:r>
              <a:rPr lang="en-US" altLang="zh-CN" dirty="0"/>
              <a:t>Case 2</a:t>
            </a:r>
            <a:endParaRPr lang="zh-CN" altLang="en-US" dirty="0"/>
          </a:p>
        </p:txBody>
      </p:sp>
      <p:sp>
        <p:nvSpPr>
          <p:cNvPr id="6" name="内容占位符 5">
            <a:extLst>
              <a:ext uri="{FF2B5EF4-FFF2-40B4-BE49-F238E27FC236}">
                <a16:creationId xmlns:a16="http://schemas.microsoft.com/office/drawing/2014/main" id="{C8EDB4A1-7B95-7B17-5B05-BFF09711378C}"/>
              </a:ext>
            </a:extLst>
          </p:cNvPr>
          <p:cNvSpPr>
            <a:spLocks noGrp="1"/>
          </p:cNvSpPr>
          <p:nvPr>
            <p:ph idx="1"/>
          </p:nvPr>
        </p:nvSpPr>
        <p:spPr/>
        <p:txBody>
          <a:bodyPr/>
          <a:lstStyle/>
          <a:p>
            <a:r>
              <a:rPr lang="en-US" altLang="zh-CN" dirty="0"/>
              <a:t>Client </a:t>
            </a:r>
            <a:r>
              <a:rPr lang="zh-CN" altLang="en-US" dirty="0"/>
              <a:t>知道需求，但是表达错误</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63734" y="3567500"/>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3999" y="3567500"/>
            <a:ext cx="914400" cy="914400"/>
          </a:xfrm>
          <a:prstGeom prst="rect">
            <a:avLst/>
          </a:prstGeom>
        </p:spPr>
      </p:pic>
      <p:sp>
        <p:nvSpPr>
          <p:cNvPr id="11" name="思想气泡: 云 10">
            <a:extLst>
              <a:ext uri="{FF2B5EF4-FFF2-40B4-BE49-F238E27FC236}">
                <a16:creationId xmlns:a16="http://schemas.microsoft.com/office/drawing/2014/main" id="{EA78D8F5-4510-AB68-8011-C7005792AB88}"/>
              </a:ext>
            </a:extLst>
          </p:cNvPr>
          <p:cNvSpPr/>
          <p:nvPr/>
        </p:nvSpPr>
        <p:spPr>
          <a:xfrm>
            <a:off x="3413710" y="2514600"/>
            <a:ext cx="1364776" cy="914400"/>
          </a:xfrm>
          <a:prstGeom prst="cloudCallout">
            <a:avLst>
              <a:gd name="adj1" fmla="val 26936"/>
              <a:gd name="adj2" fmla="val 6990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12" name="思想气泡: 云 11">
            <a:extLst>
              <a:ext uri="{FF2B5EF4-FFF2-40B4-BE49-F238E27FC236}">
                <a16:creationId xmlns:a16="http://schemas.microsoft.com/office/drawing/2014/main" id="{4FB31F1F-F801-5426-BC72-84EA641D04DA}"/>
              </a:ext>
            </a:extLst>
          </p:cNvPr>
          <p:cNvSpPr/>
          <p:nvPr/>
        </p:nvSpPr>
        <p:spPr>
          <a:xfrm>
            <a:off x="4963679" y="2971800"/>
            <a:ext cx="1364776" cy="914400"/>
          </a:xfrm>
          <a:prstGeom prst="cloudCallout">
            <a:avLst>
              <a:gd name="adj1" fmla="val -53712"/>
              <a:gd name="adj2" fmla="val 51388"/>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B</a:t>
            </a:r>
            <a:endParaRPr lang="zh-CN" altLang="en-US" sz="1200" dirty="0">
              <a:solidFill>
                <a:schemeClr val="tx1"/>
              </a:solidFill>
            </a:endParaRPr>
          </a:p>
        </p:txBody>
      </p:sp>
    </p:spTree>
    <p:extLst>
      <p:ext uri="{BB962C8B-B14F-4D97-AF65-F5344CB8AC3E}">
        <p14:creationId xmlns:p14="http://schemas.microsoft.com/office/powerpoint/2010/main" val="20414213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2AD060-A758-056A-0006-A87053C16C1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F1DB2-F92D-8D96-E9E3-66491A119E2F}"/>
              </a:ext>
            </a:extLst>
          </p:cNvPr>
          <p:cNvSpPr>
            <a:spLocks noGrp="1"/>
          </p:cNvSpPr>
          <p:nvPr>
            <p:ph type="title"/>
          </p:nvPr>
        </p:nvSpPr>
        <p:spPr/>
        <p:txBody>
          <a:bodyPr/>
          <a:lstStyle/>
          <a:p>
            <a:r>
              <a:rPr lang="en-US" altLang="zh-CN" dirty="0"/>
              <a:t>Case 3</a:t>
            </a:r>
            <a:endParaRPr lang="zh-CN" altLang="en-US" dirty="0"/>
          </a:p>
        </p:txBody>
      </p:sp>
      <p:sp>
        <p:nvSpPr>
          <p:cNvPr id="6" name="内容占位符 5">
            <a:extLst>
              <a:ext uri="{FF2B5EF4-FFF2-40B4-BE49-F238E27FC236}">
                <a16:creationId xmlns:a16="http://schemas.microsoft.com/office/drawing/2014/main" id="{26DFE599-B5B5-9DA9-3995-53591EB745F3}"/>
              </a:ext>
            </a:extLst>
          </p:cNvPr>
          <p:cNvSpPr>
            <a:spLocks noGrp="1"/>
          </p:cNvSpPr>
          <p:nvPr>
            <p:ph idx="1"/>
          </p:nvPr>
        </p:nvSpPr>
        <p:spPr/>
        <p:txBody>
          <a:bodyPr/>
          <a:lstStyle/>
          <a:p>
            <a:r>
              <a:rPr lang="en-US" altLang="zh-CN" dirty="0"/>
              <a:t>Client </a:t>
            </a:r>
            <a:r>
              <a:rPr lang="zh-CN" altLang="en-US" dirty="0"/>
              <a:t>知道并清晰传达需求</a:t>
            </a:r>
            <a:endParaRPr lang="en-US" altLang="zh-CN" dirty="0"/>
          </a:p>
          <a:p>
            <a:r>
              <a:rPr lang="zh-CN" altLang="en-US" dirty="0"/>
              <a:t>交互时，需求发生变化</a:t>
            </a:r>
          </a:p>
        </p:txBody>
      </p:sp>
      <p:pic>
        <p:nvPicPr>
          <p:cNvPr id="8"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63734" y="3567500"/>
            <a:ext cx="914400" cy="914400"/>
          </a:xfrm>
          <a:prstGeom prst="rect">
            <a:avLst/>
          </a:prstGeom>
        </p:spPr>
      </p:pic>
      <p:pic>
        <p:nvPicPr>
          <p:cNvPr id="10" name="图形 9" descr="妇女">
            <a:extLst>
              <a:ext uri="{FF2B5EF4-FFF2-40B4-BE49-F238E27FC236}">
                <a16:creationId xmlns:a16="http://schemas.microsoft.com/office/drawing/2014/main" id="{DA235D09-5ECC-788B-099D-70909130D42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3999" y="3567500"/>
            <a:ext cx="914400" cy="914400"/>
          </a:xfrm>
          <a:prstGeom prst="rect">
            <a:avLst/>
          </a:prstGeom>
        </p:spPr>
      </p:pic>
      <p:sp>
        <p:nvSpPr>
          <p:cNvPr id="11" name="思想气泡: 云 10">
            <a:extLst>
              <a:ext uri="{FF2B5EF4-FFF2-40B4-BE49-F238E27FC236}">
                <a16:creationId xmlns:a16="http://schemas.microsoft.com/office/drawing/2014/main" id="{06746333-38A1-56B4-289E-B5B010AD751F}"/>
              </a:ext>
            </a:extLst>
          </p:cNvPr>
          <p:cNvSpPr/>
          <p:nvPr/>
        </p:nvSpPr>
        <p:spPr>
          <a:xfrm>
            <a:off x="3413710" y="2514600"/>
            <a:ext cx="1364776" cy="914400"/>
          </a:xfrm>
          <a:prstGeom prst="cloudCallout">
            <a:avLst>
              <a:gd name="adj1" fmla="val 26936"/>
              <a:gd name="adj2" fmla="val 6990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 </a:t>
            </a:r>
            <a:r>
              <a:rPr lang="zh-CN" altLang="en-US" sz="1200" dirty="0">
                <a:solidFill>
                  <a:schemeClr val="tx1"/>
                </a:solidFill>
              </a:rPr>
              <a:t>→ </a:t>
            </a:r>
            <a:r>
              <a:rPr lang="en-US" altLang="zh-CN" sz="1200" dirty="0">
                <a:solidFill>
                  <a:schemeClr val="tx1"/>
                </a:solidFill>
              </a:rPr>
              <a:t>B</a:t>
            </a:r>
            <a:endParaRPr lang="zh-CN" altLang="en-US" sz="1200" dirty="0">
              <a:solidFill>
                <a:schemeClr val="tx1"/>
              </a:solidFill>
            </a:endParaRPr>
          </a:p>
        </p:txBody>
      </p:sp>
      <p:sp>
        <p:nvSpPr>
          <p:cNvPr id="12" name="思想气泡: 云 11">
            <a:extLst>
              <a:ext uri="{FF2B5EF4-FFF2-40B4-BE49-F238E27FC236}">
                <a16:creationId xmlns:a16="http://schemas.microsoft.com/office/drawing/2014/main" id="{60B0CA74-E7F0-FC6F-4CB0-60C879442836}"/>
              </a:ext>
            </a:extLst>
          </p:cNvPr>
          <p:cNvSpPr/>
          <p:nvPr/>
        </p:nvSpPr>
        <p:spPr>
          <a:xfrm>
            <a:off x="4963679" y="2971800"/>
            <a:ext cx="1364776" cy="914400"/>
          </a:xfrm>
          <a:prstGeom prst="cloudCallout">
            <a:avLst>
              <a:gd name="adj1" fmla="val 51131"/>
              <a:gd name="adj2" fmla="val 52314"/>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Tree>
    <p:extLst>
      <p:ext uri="{BB962C8B-B14F-4D97-AF65-F5344CB8AC3E}">
        <p14:creationId xmlns:p14="http://schemas.microsoft.com/office/powerpoint/2010/main" val="37034662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3BC7EB-E318-C55C-BB9B-86B69CD269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5F8FBA1-6DB0-F80A-5C74-F1736ECDE370}"/>
              </a:ext>
            </a:extLst>
          </p:cNvPr>
          <p:cNvSpPr>
            <a:spLocks noGrp="1"/>
          </p:cNvSpPr>
          <p:nvPr>
            <p:ph type="title"/>
          </p:nvPr>
        </p:nvSpPr>
        <p:spPr/>
        <p:txBody>
          <a:bodyPr/>
          <a:lstStyle/>
          <a:p>
            <a:r>
              <a:rPr lang="en-US" altLang="zh-CN" dirty="0"/>
              <a:t>Case 4</a:t>
            </a:r>
            <a:endParaRPr lang="zh-CN" altLang="en-US" dirty="0"/>
          </a:p>
        </p:txBody>
      </p:sp>
      <p:sp>
        <p:nvSpPr>
          <p:cNvPr id="6" name="内容占位符 5">
            <a:extLst>
              <a:ext uri="{FF2B5EF4-FFF2-40B4-BE49-F238E27FC236}">
                <a16:creationId xmlns:a16="http://schemas.microsoft.com/office/drawing/2014/main" id="{64F63BB2-1921-1535-20EC-B2A0881AD77B}"/>
              </a:ext>
            </a:extLst>
          </p:cNvPr>
          <p:cNvSpPr>
            <a:spLocks noGrp="1"/>
          </p:cNvSpPr>
          <p:nvPr>
            <p:ph idx="1"/>
          </p:nvPr>
        </p:nvSpPr>
        <p:spPr/>
        <p:txBody>
          <a:bodyPr/>
          <a:lstStyle/>
          <a:p>
            <a:r>
              <a:rPr lang="zh-CN" altLang="en-US" dirty="0"/>
              <a:t>团队无法领悟或理解有偏差</a:t>
            </a:r>
          </a:p>
        </p:txBody>
      </p:sp>
      <p:sp>
        <p:nvSpPr>
          <p:cNvPr id="11" name="思想气泡: 云 10">
            <a:extLst>
              <a:ext uri="{FF2B5EF4-FFF2-40B4-BE49-F238E27FC236}">
                <a16:creationId xmlns:a16="http://schemas.microsoft.com/office/drawing/2014/main" id="{D5317B92-3613-F7BA-B8F1-A70B5385D705}"/>
              </a:ext>
            </a:extLst>
          </p:cNvPr>
          <p:cNvSpPr/>
          <p:nvPr/>
        </p:nvSpPr>
        <p:spPr>
          <a:xfrm>
            <a:off x="3413710" y="2514600"/>
            <a:ext cx="1364776" cy="914400"/>
          </a:xfrm>
          <a:prstGeom prst="cloudCallout">
            <a:avLst>
              <a:gd name="adj1" fmla="val 26936"/>
              <a:gd name="adj2" fmla="val 6990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12" name="思想气泡: 云 11">
            <a:extLst>
              <a:ext uri="{FF2B5EF4-FFF2-40B4-BE49-F238E27FC236}">
                <a16:creationId xmlns:a16="http://schemas.microsoft.com/office/drawing/2014/main" id="{1A43EA31-7F2E-9167-5603-1A74157CCDBB}"/>
              </a:ext>
            </a:extLst>
          </p:cNvPr>
          <p:cNvSpPr/>
          <p:nvPr/>
        </p:nvSpPr>
        <p:spPr>
          <a:xfrm>
            <a:off x="6292947" y="2514600"/>
            <a:ext cx="1364776" cy="914400"/>
          </a:xfrm>
          <a:prstGeom prst="cloudCallout">
            <a:avLst>
              <a:gd name="adj1" fmla="val -35721"/>
              <a:gd name="adj2" fmla="val 70833"/>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chemeClr val="tx1"/>
                </a:solidFill>
              </a:rPr>
              <a:t>？？？</a:t>
            </a:r>
            <a:r>
              <a:rPr lang="en-US" altLang="zh-CN" sz="1200" dirty="0">
                <a:solidFill>
                  <a:schemeClr val="tx1"/>
                </a:solidFill>
              </a:rPr>
              <a:t>/ B</a:t>
            </a:r>
            <a:endParaRPr lang="zh-CN" altLang="en-US" sz="1200" dirty="0">
              <a:solidFill>
                <a:schemeClr val="tx1"/>
              </a:solidFill>
            </a:endParaRPr>
          </a:p>
        </p:txBody>
      </p:sp>
      <p:pic>
        <p:nvPicPr>
          <p:cNvPr id="3"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213999" y="3567500"/>
            <a:ext cx="914400" cy="914400"/>
          </a:xfrm>
          <a:prstGeom prst="rect">
            <a:avLst/>
          </a:prstGeom>
        </p:spPr>
      </p:pic>
      <p:pic>
        <p:nvPicPr>
          <p:cNvPr id="5" name="图形 4" descr="男人群">
            <a:extLst>
              <a:ext uri="{FF2B5EF4-FFF2-40B4-BE49-F238E27FC236}">
                <a16:creationId xmlns:a16="http://schemas.microsoft.com/office/drawing/2014/main" id="{10CF149A-3219-47E6-5104-A65692BF793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163734" y="3567500"/>
            <a:ext cx="914400" cy="914400"/>
          </a:xfrm>
          <a:prstGeom prst="rect">
            <a:avLst/>
          </a:prstGeom>
        </p:spPr>
      </p:pic>
    </p:spTree>
    <p:extLst>
      <p:ext uri="{BB962C8B-B14F-4D97-AF65-F5344CB8AC3E}">
        <p14:creationId xmlns:p14="http://schemas.microsoft.com/office/powerpoint/2010/main" val="4230371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6D5A39-B517-647B-429A-CD8A6D37390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91364FF-53CE-CC8A-F232-D9C411CCAD93}"/>
              </a:ext>
            </a:extLst>
          </p:cNvPr>
          <p:cNvSpPr>
            <a:spLocks noGrp="1"/>
          </p:cNvSpPr>
          <p:nvPr>
            <p:ph type="title"/>
          </p:nvPr>
        </p:nvSpPr>
        <p:spPr/>
        <p:txBody>
          <a:bodyPr/>
          <a:lstStyle/>
          <a:p>
            <a:r>
              <a:rPr lang="en-US" altLang="zh-CN" dirty="0"/>
              <a:t>Case 5</a:t>
            </a:r>
            <a:endParaRPr lang="zh-CN" altLang="en-US" dirty="0"/>
          </a:p>
        </p:txBody>
      </p:sp>
      <p:sp>
        <p:nvSpPr>
          <p:cNvPr id="6" name="内容占位符 5">
            <a:extLst>
              <a:ext uri="{FF2B5EF4-FFF2-40B4-BE49-F238E27FC236}">
                <a16:creationId xmlns:a16="http://schemas.microsoft.com/office/drawing/2014/main" id="{DFF00A53-48EB-9A50-193D-FC009AFB8227}"/>
              </a:ext>
            </a:extLst>
          </p:cNvPr>
          <p:cNvSpPr>
            <a:spLocks noGrp="1"/>
          </p:cNvSpPr>
          <p:nvPr>
            <p:ph idx="1"/>
          </p:nvPr>
        </p:nvSpPr>
        <p:spPr/>
        <p:txBody>
          <a:bodyPr/>
          <a:lstStyle/>
          <a:p>
            <a:r>
              <a:rPr lang="zh-CN" altLang="en-US" dirty="0"/>
              <a:t>大环境变化、发生不可抗力因素</a:t>
            </a:r>
          </a:p>
        </p:txBody>
      </p:sp>
      <p:sp>
        <p:nvSpPr>
          <p:cNvPr id="11" name="思想气泡: 云 10">
            <a:extLst>
              <a:ext uri="{FF2B5EF4-FFF2-40B4-BE49-F238E27FC236}">
                <a16:creationId xmlns:a16="http://schemas.microsoft.com/office/drawing/2014/main" id="{17414C63-64EA-04AF-BD71-D022B1D5B3CA}"/>
              </a:ext>
            </a:extLst>
          </p:cNvPr>
          <p:cNvSpPr/>
          <p:nvPr/>
        </p:nvSpPr>
        <p:spPr>
          <a:xfrm>
            <a:off x="3413710" y="2514600"/>
            <a:ext cx="1364776" cy="914400"/>
          </a:xfrm>
          <a:prstGeom prst="cloudCallout">
            <a:avLst>
              <a:gd name="adj1" fmla="val 26936"/>
              <a:gd name="adj2" fmla="val 6990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12" name="思想气泡: 云 11">
            <a:extLst>
              <a:ext uri="{FF2B5EF4-FFF2-40B4-BE49-F238E27FC236}">
                <a16:creationId xmlns:a16="http://schemas.microsoft.com/office/drawing/2014/main" id="{5376AA21-9A1B-AAB2-6F44-BBE749871FC5}"/>
              </a:ext>
            </a:extLst>
          </p:cNvPr>
          <p:cNvSpPr/>
          <p:nvPr/>
        </p:nvSpPr>
        <p:spPr>
          <a:xfrm>
            <a:off x="6292947" y="2514600"/>
            <a:ext cx="1364776" cy="914400"/>
          </a:xfrm>
          <a:prstGeom prst="cloudCallout">
            <a:avLst>
              <a:gd name="adj1" fmla="val -35721"/>
              <a:gd name="adj2" fmla="val 70833"/>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A</a:t>
            </a:r>
            <a:endParaRPr lang="zh-CN" altLang="en-US" sz="1200" dirty="0">
              <a:solidFill>
                <a:schemeClr val="bg1"/>
              </a:solidFill>
            </a:endParaRPr>
          </a:p>
        </p:txBody>
      </p:sp>
      <p:pic>
        <p:nvPicPr>
          <p:cNvPr id="4"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63734" y="3567500"/>
            <a:ext cx="914400" cy="914400"/>
          </a:xfrm>
          <a:prstGeom prst="rect">
            <a:avLst/>
          </a:prstGeom>
        </p:spPr>
      </p:pic>
      <p:pic>
        <p:nvPicPr>
          <p:cNvPr id="7" name="图形 6" descr="妇女">
            <a:extLst>
              <a:ext uri="{FF2B5EF4-FFF2-40B4-BE49-F238E27FC236}">
                <a16:creationId xmlns:a16="http://schemas.microsoft.com/office/drawing/2014/main" id="{8ADAC87F-2967-A4F7-76F8-6FDCE999DDF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3999" y="3567500"/>
            <a:ext cx="914400" cy="914400"/>
          </a:xfrm>
          <a:prstGeom prst="rect">
            <a:avLst/>
          </a:prstGeom>
        </p:spPr>
      </p:pic>
    </p:spTree>
    <p:extLst>
      <p:ext uri="{BB962C8B-B14F-4D97-AF65-F5344CB8AC3E}">
        <p14:creationId xmlns:p14="http://schemas.microsoft.com/office/powerpoint/2010/main" val="318647633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图形 21" descr="实心填充的悲伤表情">
            <a:extLst>
              <a:ext uri="{FF2B5EF4-FFF2-40B4-BE49-F238E27FC236}">
                <a16:creationId xmlns:a16="http://schemas.microsoft.com/office/drawing/2014/main" id="{C9CC4B4F-81BD-2DB3-B2AF-2A79A5710EB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788800" y="3196800"/>
            <a:ext cx="914400" cy="914400"/>
          </a:xfrm>
          <a:prstGeom prst="rect">
            <a:avLst/>
          </a:prstGeom>
        </p:spPr>
      </p:pic>
      <p:pic>
        <p:nvPicPr>
          <p:cNvPr id="24" name="图形 23" descr="清单">
            <a:extLst>
              <a:ext uri="{FF2B5EF4-FFF2-40B4-BE49-F238E27FC236}">
                <a16:creationId xmlns:a16="http://schemas.microsoft.com/office/drawing/2014/main" id="{AD72BE5B-0F0D-9E99-914F-2BC132AAAC7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228800" y="3196800"/>
            <a:ext cx="914400" cy="914400"/>
          </a:xfrm>
          <a:prstGeom prst="rect">
            <a:avLst/>
          </a:prstGeom>
        </p:spPr>
      </p:pic>
      <p:sp>
        <p:nvSpPr>
          <p:cNvPr id="2" name="标题 1">
            <a:extLst>
              <a:ext uri="{FF2B5EF4-FFF2-40B4-BE49-F238E27FC236}">
                <a16:creationId xmlns:a16="http://schemas.microsoft.com/office/drawing/2014/main" id="{67BA8A10-CF2C-DF01-D27A-B573024D8872}"/>
              </a:ext>
            </a:extLst>
          </p:cNvPr>
          <p:cNvSpPr>
            <a:spLocks noGrp="1"/>
          </p:cNvSpPr>
          <p:nvPr>
            <p:ph type="title"/>
          </p:nvPr>
        </p:nvSpPr>
        <p:spPr/>
        <p:txBody>
          <a:bodyPr/>
          <a:lstStyle/>
          <a:p>
            <a:r>
              <a:rPr lang="en-US" altLang="zh-CN" dirty="0"/>
              <a:t>Conclusion</a:t>
            </a:r>
            <a:endParaRPr lang="zh-CN" altLang="en-US" dirty="0"/>
          </a:p>
        </p:txBody>
      </p:sp>
      <p:pic>
        <p:nvPicPr>
          <p:cNvPr id="20" name="内容占位符 19" descr="居家">
            <a:extLst>
              <a:ext uri="{FF2B5EF4-FFF2-40B4-BE49-F238E27FC236}">
                <a16:creationId xmlns:a16="http://schemas.microsoft.com/office/drawing/2014/main" id="{5E1DEA80-994A-A0AA-95B2-4E9EB03B5356}"/>
              </a:ext>
            </a:extLst>
          </p:cNvPr>
          <p:cNvPicPr>
            <a:picLocks noGrp="1" noChangeAspect="1"/>
          </p:cNvPicPr>
          <p:nvPr>
            <p:ph idx="1"/>
          </p:nvPr>
        </p:nvPicPr>
        <p:blipFill>
          <a:blip r:embed="rId7">
            <a:extLst>
              <a:ext uri="{96DAC541-7B7A-43D3-8B79-37D633B846F1}">
                <asvg:svgBlip xmlns:asvg="http://schemas.microsoft.com/office/drawing/2016/SVG/main" r:embed="rId8"/>
              </a:ext>
            </a:extLst>
          </a:blip>
          <a:stretch>
            <a:fillRect/>
          </a:stretch>
        </p:blipFill>
        <p:spPr>
          <a:xfrm>
            <a:off x="4348800" y="3196800"/>
            <a:ext cx="914400" cy="914400"/>
          </a:xfrm>
        </p:spPr>
      </p:pic>
    </p:spTree>
    <p:extLst>
      <p:ext uri="{BB962C8B-B14F-4D97-AF65-F5344CB8AC3E}">
        <p14:creationId xmlns:p14="http://schemas.microsoft.com/office/powerpoint/2010/main" val="6652189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DE250D-6EB2-9770-26EA-3883317C1CB1}"/>
              </a:ext>
            </a:extLst>
          </p:cNvPr>
          <p:cNvSpPr>
            <a:spLocks noGrp="1"/>
          </p:cNvSpPr>
          <p:nvPr>
            <p:ph type="title"/>
          </p:nvPr>
        </p:nvSpPr>
        <p:spPr/>
        <p:txBody>
          <a:bodyPr/>
          <a:lstStyle/>
          <a:p>
            <a:r>
              <a:rPr lang="en-US" altLang="zh-CN" dirty="0"/>
              <a:t>Cases</a:t>
            </a:r>
            <a:endParaRPr lang="zh-CN" altLang="en-US" dirty="0"/>
          </a:p>
        </p:txBody>
      </p:sp>
      <p:sp>
        <p:nvSpPr>
          <p:cNvPr id="3" name="内容占位符 2">
            <a:extLst>
              <a:ext uri="{FF2B5EF4-FFF2-40B4-BE49-F238E27FC236}">
                <a16:creationId xmlns:a16="http://schemas.microsoft.com/office/drawing/2014/main" id="{A2584458-8F52-9896-AC0B-F971AF737472}"/>
              </a:ext>
            </a:extLst>
          </p:cNvPr>
          <p:cNvSpPr>
            <a:spLocks noGrp="1"/>
          </p:cNvSpPr>
          <p:nvPr>
            <p:ph idx="1"/>
          </p:nvPr>
        </p:nvSpPr>
        <p:spPr/>
        <p:txBody>
          <a:bodyPr/>
          <a:lstStyle/>
          <a:p>
            <a:r>
              <a:rPr lang="zh-CN" altLang="en-US" dirty="0"/>
              <a:t>部分可用、阶段可用、多次交付</a:t>
            </a:r>
            <a:endParaRPr lang="en-US" altLang="zh-CN" dirty="0"/>
          </a:p>
          <a:p>
            <a:r>
              <a:rPr lang="zh-CN" altLang="en-US" dirty="0"/>
              <a:t>试水</a:t>
            </a:r>
            <a:endParaRPr lang="en-US" altLang="zh-CN" dirty="0"/>
          </a:p>
          <a:p>
            <a:r>
              <a:rPr lang="zh-CN" altLang="en-US" dirty="0"/>
              <a:t>看市场反映</a:t>
            </a:r>
            <a:endParaRPr lang="en-US" altLang="zh-CN" dirty="0"/>
          </a:p>
          <a:p>
            <a:r>
              <a:rPr lang="zh-CN" altLang="en-US" dirty="0"/>
              <a:t>及时止损</a:t>
            </a:r>
          </a:p>
        </p:txBody>
      </p:sp>
    </p:spTree>
    <p:extLst>
      <p:ext uri="{BB962C8B-B14F-4D97-AF65-F5344CB8AC3E}">
        <p14:creationId xmlns:p14="http://schemas.microsoft.com/office/powerpoint/2010/main" val="253547486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696000" y="360000"/>
            <a:ext cx="5400000" cy="424732"/>
          </a:xfrm>
        </p:spPr>
        <p:txBody>
          <a:bodyPr/>
          <a:lstStyle/>
          <a:p>
            <a:r>
              <a:rPr lang="zh-CN" altLang="en-US" dirty="0"/>
              <a:t>敏捷宣言 </a:t>
            </a:r>
            <a:r>
              <a:rPr lang="en-US" altLang="zh-CN" dirty="0"/>
              <a:t>Manifesto</a:t>
            </a:r>
            <a:endParaRPr lang="zh-CN" altLang="en-US" dirty="0"/>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1080000"/>
            <a:ext cx="10800000" cy="5112000"/>
          </a:xfrm>
        </p:spPr>
        <p:txBody>
          <a:bodyPr/>
          <a:lstStyle/>
          <a:p>
            <a:r>
              <a:rPr lang="zh-CN" altLang="en-US" dirty="0"/>
              <a:t>敏捷软件开发宣言，简称敏捷宣言 </a:t>
            </a:r>
            <a:endParaRPr lang="en-US" altLang="zh-CN" dirty="0"/>
          </a:p>
          <a:p>
            <a:r>
              <a:rPr lang="en-US" altLang="zh-CN" dirty="0"/>
              <a:t>Manifesto for Agile Software Development</a:t>
            </a:r>
          </a:p>
          <a:p>
            <a:r>
              <a:rPr lang="en-US" altLang="zh-CN" dirty="0"/>
              <a:t>2001</a:t>
            </a:r>
            <a:r>
              <a:rPr lang="zh-CN" altLang="en-US" dirty="0"/>
              <a:t>年，</a:t>
            </a:r>
            <a:r>
              <a:rPr lang="en-US" altLang="zh-CN" dirty="0"/>
              <a:t>17</a:t>
            </a:r>
            <a:r>
              <a:rPr lang="zh-CN" altLang="en-US" dirty="0"/>
              <a:t>位软件开发专家在美国犹他州雪鸟滑雪度假村聚会，共同起草</a:t>
            </a:r>
            <a:endParaRPr lang="en-US" altLang="zh-CN" dirty="0"/>
          </a:p>
          <a:p>
            <a:r>
              <a:rPr lang="zh-CN" altLang="en-US" dirty="0"/>
              <a:t>应对迅速变化需求的快速软件开发方法</a:t>
            </a:r>
          </a:p>
          <a:p>
            <a:r>
              <a:rPr lang="zh-CN" altLang="en-US" dirty="0"/>
              <a:t>是一种迭代、循序渐进的开发方法</a:t>
            </a:r>
            <a:endParaRPr lang="en-US" altLang="zh-CN" dirty="0"/>
          </a:p>
          <a:p>
            <a:r>
              <a:rPr lang="zh-CN" altLang="en-US" dirty="0"/>
              <a:t>敏捷是一种思维模式</a:t>
            </a:r>
            <a:endParaRPr lang="en-US" altLang="zh-CN" dirty="0"/>
          </a:p>
          <a:p>
            <a:endParaRPr lang="en-US" altLang="zh-CN" dirty="0"/>
          </a:p>
          <a:p>
            <a:endParaRPr lang="en-US" altLang="zh-CN" dirty="0"/>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p:txBody>
          <a:bodyPr/>
          <a:lstStyle/>
          <a:p>
            <a:endParaRPr lang="zh-CN" altLang="en-US"/>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chemeClr val="accent2"/>
          </a:solidFill>
        </p:spPr>
        <p:txBody>
          <a:bodyPr wrap="square" lIns="180000" tIns="180000" rIns="180000" bIns="180000" rtlCol="0">
            <a:spAutoFit/>
          </a:bodyPr>
          <a:lstStyle/>
          <a:p>
            <a:pPr>
              <a:lnSpc>
                <a:spcPct val="150000"/>
              </a:lnSpc>
            </a:pPr>
            <a:r>
              <a:rPr lang="zh-CN" altLang="en-US" dirty="0">
                <a:solidFill>
                  <a:schemeClr val="bg1"/>
                </a:solidFill>
              </a:rPr>
              <a:t>敏捷是创造并响应变化，从而在动荡的商业环境中创造利润的能力。敏捷是平衡灵活性和稳定性的能力。</a:t>
            </a:r>
            <a:endParaRPr lang="en-US" altLang="zh-CN" dirty="0">
              <a:solidFill>
                <a:schemeClr val="bg1"/>
              </a:solidFill>
            </a:endParaRPr>
          </a:p>
          <a:p>
            <a:pPr algn="r">
              <a:lnSpc>
                <a:spcPct val="150000"/>
              </a:lnSpc>
            </a:pPr>
            <a:r>
              <a:rPr lang="en-US" altLang="zh-CN" dirty="0">
                <a:solidFill>
                  <a:schemeClr val="bg1"/>
                </a:solidFill>
              </a:rPr>
              <a:t>——</a:t>
            </a:r>
            <a:r>
              <a:rPr lang="zh-CN" altLang="en-US" dirty="0">
                <a:solidFill>
                  <a:schemeClr val="bg1"/>
                </a:solidFill>
              </a:rPr>
              <a:t>吉姆</a:t>
            </a:r>
            <a:r>
              <a:rPr lang="en-US" altLang="zh-CN" dirty="0">
                <a:solidFill>
                  <a:schemeClr val="bg1"/>
                </a:solidFill>
              </a:rPr>
              <a:t>·</a:t>
            </a:r>
            <a:r>
              <a:rPr lang="zh-CN" altLang="en-US" dirty="0">
                <a:solidFill>
                  <a:schemeClr val="bg1"/>
                </a:solidFill>
              </a:rPr>
              <a:t>海斯密斯，</a:t>
            </a:r>
            <a:r>
              <a:rPr lang="en-US" altLang="zh-CN" dirty="0">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696000" y="360000"/>
            <a:ext cx="5400000" cy="424732"/>
          </a:xfrm>
        </p:spPr>
        <p:txBody>
          <a:bodyPr/>
          <a:lstStyle/>
          <a:p>
            <a:r>
              <a:rPr lang="en-US" altLang="zh-CN" dirty="0"/>
              <a:t>4</a:t>
            </a:r>
            <a:r>
              <a:rPr lang="zh-CN" altLang="en-US" dirty="0"/>
              <a:t>个核心价值 </a:t>
            </a:r>
            <a:r>
              <a:rPr lang="en-US" altLang="zh-CN" dirty="0"/>
              <a:t>Value</a:t>
            </a:r>
          </a:p>
        </p:txBody>
      </p:sp>
      <p:sp>
        <p:nvSpPr>
          <p:cNvPr id="3" name="内容占位符 2">
            <a:extLst>
              <a:ext uri="{FF2B5EF4-FFF2-40B4-BE49-F238E27FC236}">
                <a16:creationId xmlns:a16="http://schemas.microsoft.com/office/drawing/2014/main" id="{B40B7C42-97D7-2E4E-9E6A-0F2A600FCD28}"/>
              </a:ext>
            </a:extLst>
          </p:cNvPr>
          <p:cNvSpPr>
            <a:spLocks noGrp="1"/>
          </p:cNvSpPr>
          <p:nvPr>
            <p:ph idx="1"/>
          </p:nvPr>
        </p:nvSpPr>
        <p:spPr>
          <a:xfrm>
            <a:off x="696000" y="1080000"/>
            <a:ext cx="10800000" cy="5112000"/>
          </a:xfrm>
        </p:spPr>
        <p:txBody>
          <a:bodyPr>
            <a:normAutofit/>
          </a:bodyPr>
          <a:lstStyle/>
          <a:p>
            <a:r>
              <a:rPr lang="en-US" altLang="zh-CN" dirty="0"/>
              <a:t>Individuals and interactions over processes and tools</a:t>
            </a:r>
          </a:p>
          <a:p>
            <a:r>
              <a:rPr lang="en-US" altLang="zh-CN" dirty="0"/>
              <a:t>Working software over comprehensive documentation</a:t>
            </a:r>
          </a:p>
          <a:p>
            <a:r>
              <a:rPr lang="en-US" altLang="zh-CN" dirty="0"/>
              <a:t>Customer collaboration over contract negotiation</a:t>
            </a:r>
          </a:p>
          <a:p>
            <a:r>
              <a:rPr lang="en-US" altLang="zh-CN" dirty="0"/>
              <a:t>Responding to change over following a plan</a:t>
            </a:r>
            <a:endParaRPr lang="zh-CN" altLang="en-US" dirty="0"/>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6702424" y="360001"/>
            <a:ext cx="4793575" cy="424731"/>
          </a:xfrm>
        </p:spPr>
        <p:txBody>
          <a:bodyPr/>
          <a:lstStyle/>
          <a:p>
            <a:r>
              <a:rPr lang="zh-CN" altLang="en-US" dirty="0"/>
              <a:t>敏捷宣言 </a:t>
            </a:r>
            <a:r>
              <a:rPr lang="en-US" altLang="zh-CN" dirty="0"/>
              <a:t>Manifesto</a:t>
            </a:r>
            <a:endParaRPr lang="zh-CN" altLang="en-US" dirty="0"/>
          </a:p>
        </p:txBody>
      </p:sp>
      <p:sp>
        <p:nvSpPr>
          <p:cNvPr id="5" name="椭圆 4">
            <a:extLst>
              <a:ext uri="{FF2B5EF4-FFF2-40B4-BE49-F238E27FC236}">
                <a16:creationId xmlns:a16="http://schemas.microsoft.com/office/drawing/2014/main" id="{DE3AEB75-F575-0B94-5645-AB22AFCBB6E2}"/>
              </a:ext>
            </a:extLst>
          </p:cNvPr>
          <p:cNvSpPr/>
          <p:nvPr/>
        </p:nvSpPr>
        <p:spPr>
          <a:xfrm>
            <a:off x="5772000" y="3958255"/>
            <a:ext cx="648000" cy="648000"/>
          </a:xfrm>
          <a:prstGeom prst="ellipse">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6" name="椭圆 5">
            <a:extLst>
              <a:ext uri="{FF2B5EF4-FFF2-40B4-BE49-F238E27FC236}">
                <a16:creationId xmlns:a16="http://schemas.microsoft.com/office/drawing/2014/main" id="{6900F5E0-4106-1950-B85B-99633AD2659E}"/>
              </a:ext>
            </a:extLst>
          </p:cNvPr>
          <p:cNvSpPr/>
          <p:nvPr/>
        </p:nvSpPr>
        <p:spPr>
          <a:xfrm>
            <a:off x="5772000" y="3203512"/>
            <a:ext cx="648000" cy="648000"/>
          </a:xfrm>
          <a:prstGeom prst="ellipse">
            <a:avLst/>
          </a:prstGeom>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dirty="0"/>
          </a:p>
        </p:txBody>
      </p:sp>
      <p:sp>
        <p:nvSpPr>
          <p:cNvPr id="7" name="椭圆 6">
            <a:extLst>
              <a:ext uri="{FF2B5EF4-FFF2-40B4-BE49-F238E27FC236}">
                <a16:creationId xmlns:a16="http://schemas.microsoft.com/office/drawing/2014/main" id="{DA023A71-64A8-65B7-D208-F51499E3C351}"/>
              </a:ext>
            </a:extLst>
          </p:cNvPr>
          <p:cNvSpPr/>
          <p:nvPr/>
        </p:nvSpPr>
        <p:spPr>
          <a:xfrm>
            <a:off x="5772000" y="4712998"/>
            <a:ext cx="648000" cy="648000"/>
          </a:xfrm>
          <a:prstGeom prst="ellipse">
            <a:avLst/>
          </a:prstGeom>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8" name="椭圆 7">
            <a:extLst>
              <a:ext uri="{FF2B5EF4-FFF2-40B4-BE49-F238E27FC236}">
                <a16:creationId xmlns:a16="http://schemas.microsoft.com/office/drawing/2014/main" id="{5143D818-39E5-8E6C-464D-9035C1B36C3D}"/>
              </a:ext>
            </a:extLst>
          </p:cNvPr>
          <p:cNvSpPr/>
          <p:nvPr/>
        </p:nvSpPr>
        <p:spPr>
          <a:xfrm>
            <a:off x="5772000" y="5467741"/>
            <a:ext cx="648000" cy="648000"/>
          </a:xfrm>
          <a:prstGeom prst="ellipse">
            <a:avLst/>
          </a:prstGeom>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3342846"/>
            <a:ext cx="1338828" cy="369332"/>
          </a:xfrm>
          <a:prstGeom prst="rect">
            <a:avLst/>
          </a:prstGeom>
          <a:noFill/>
        </p:spPr>
        <p:txBody>
          <a:bodyPr wrap="none" rtlCol="0">
            <a:spAutoFit/>
          </a:bodyPr>
          <a:lstStyle/>
          <a:p>
            <a:pPr algn="r"/>
            <a:r>
              <a:rPr lang="zh-CN" altLang="en-US" dirty="0"/>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3342846"/>
            <a:ext cx="1338828" cy="369332"/>
          </a:xfrm>
          <a:prstGeom prst="rect">
            <a:avLst/>
          </a:prstGeom>
          <a:noFill/>
        </p:spPr>
        <p:txBody>
          <a:bodyPr wrap="none" rtlCol="0">
            <a:spAutoFit/>
          </a:bodyPr>
          <a:lstStyle/>
          <a:p>
            <a:r>
              <a:rPr lang="zh-CN" altLang="en-US" dirty="0"/>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4097589"/>
            <a:ext cx="1569660" cy="369332"/>
          </a:xfrm>
          <a:prstGeom prst="rect">
            <a:avLst/>
          </a:prstGeom>
          <a:noFill/>
        </p:spPr>
        <p:txBody>
          <a:bodyPr wrap="none" rtlCol="0">
            <a:spAutoFit/>
          </a:bodyPr>
          <a:lstStyle/>
          <a:p>
            <a:pPr algn="r"/>
            <a:r>
              <a:rPr lang="zh-CN" altLang="en-US" dirty="0"/>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4097589"/>
            <a:ext cx="1338828" cy="369332"/>
          </a:xfrm>
          <a:prstGeom prst="rect">
            <a:avLst/>
          </a:prstGeom>
          <a:noFill/>
        </p:spPr>
        <p:txBody>
          <a:bodyPr wrap="none" rtlCol="0">
            <a:spAutoFit/>
          </a:bodyPr>
          <a:lstStyle/>
          <a:p>
            <a:r>
              <a:rPr lang="zh-CN" altLang="en-US" dirty="0"/>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4852332"/>
            <a:ext cx="1107996" cy="369332"/>
          </a:xfrm>
          <a:prstGeom prst="rect">
            <a:avLst/>
          </a:prstGeom>
          <a:noFill/>
        </p:spPr>
        <p:txBody>
          <a:bodyPr wrap="none" rtlCol="0">
            <a:spAutoFit/>
          </a:bodyPr>
          <a:lstStyle/>
          <a:p>
            <a:pPr algn="r"/>
            <a:r>
              <a:rPr lang="zh-CN" altLang="en-US" dirty="0"/>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4852332"/>
            <a:ext cx="1107996" cy="369332"/>
          </a:xfrm>
          <a:prstGeom prst="rect">
            <a:avLst/>
          </a:prstGeom>
          <a:noFill/>
        </p:spPr>
        <p:txBody>
          <a:bodyPr wrap="none" rtlCol="0">
            <a:spAutoFit/>
          </a:bodyPr>
          <a:lstStyle/>
          <a:p>
            <a:r>
              <a:rPr lang="zh-CN" altLang="en-US" dirty="0"/>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5607075"/>
            <a:ext cx="1107996" cy="369332"/>
          </a:xfrm>
          <a:prstGeom prst="rect">
            <a:avLst/>
          </a:prstGeom>
          <a:noFill/>
        </p:spPr>
        <p:txBody>
          <a:bodyPr wrap="none" rtlCol="0">
            <a:spAutoFit/>
          </a:bodyPr>
          <a:lstStyle/>
          <a:p>
            <a:pPr algn="r"/>
            <a:r>
              <a:rPr lang="zh-CN" altLang="en-US" dirty="0"/>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5607075"/>
            <a:ext cx="1107996" cy="369332"/>
          </a:xfrm>
          <a:prstGeom prst="rect">
            <a:avLst/>
          </a:prstGeom>
          <a:noFill/>
        </p:spPr>
        <p:txBody>
          <a:bodyPr wrap="none" rtlCol="0">
            <a:spAutoFit/>
          </a:bodyPr>
          <a:lstStyle/>
          <a:p>
            <a:r>
              <a:rPr lang="zh-CN" altLang="en-US" dirty="0"/>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445956" y="3431873"/>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4" name="箭头: 右 23">
            <a:extLst>
              <a:ext uri="{FF2B5EF4-FFF2-40B4-BE49-F238E27FC236}">
                <a16:creationId xmlns:a16="http://schemas.microsoft.com/office/drawing/2014/main" id="{EFBE2482-DBFF-80CF-A9F1-8D1467668880}"/>
              </a:ext>
            </a:extLst>
          </p:cNvPr>
          <p:cNvSpPr/>
          <p:nvPr/>
        </p:nvSpPr>
        <p:spPr>
          <a:xfrm flipH="1">
            <a:off x="5456795" y="3431873"/>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445956" y="4186616"/>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8" name="箭头: 右 27">
            <a:extLst>
              <a:ext uri="{FF2B5EF4-FFF2-40B4-BE49-F238E27FC236}">
                <a16:creationId xmlns:a16="http://schemas.microsoft.com/office/drawing/2014/main" id="{ADC70125-0912-DA1C-7E15-A62DCEEE3881}"/>
              </a:ext>
            </a:extLst>
          </p:cNvPr>
          <p:cNvSpPr/>
          <p:nvPr/>
        </p:nvSpPr>
        <p:spPr>
          <a:xfrm flipH="1">
            <a:off x="5456795" y="4186616"/>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445956" y="4941359"/>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1" name="箭头: 右 30">
            <a:extLst>
              <a:ext uri="{FF2B5EF4-FFF2-40B4-BE49-F238E27FC236}">
                <a16:creationId xmlns:a16="http://schemas.microsoft.com/office/drawing/2014/main" id="{3DFF4F37-E924-F619-EB24-EB79BBB364EC}"/>
              </a:ext>
            </a:extLst>
          </p:cNvPr>
          <p:cNvSpPr/>
          <p:nvPr/>
        </p:nvSpPr>
        <p:spPr>
          <a:xfrm flipH="1">
            <a:off x="5456795" y="4941359"/>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445956" y="5696102"/>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80F1BCC5-3E18-E230-C4FF-AE375EF44A4B}"/>
              </a:ext>
            </a:extLst>
          </p:cNvPr>
          <p:cNvSpPr/>
          <p:nvPr/>
        </p:nvSpPr>
        <p:spPr>
          <a:xfrm flipH="1">
            <a:off x="5456795" y="5696102"/>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201404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696000" y="360000"/>
            <a:ext cx="5400000" cy="424732"/>
          </a:xfrm>
        </p:spPr>
        <p:txBody>
          <a:bodyPr/>
          <a:lstStyle/>
          <a:p>
            <a:r>
              <a:rPr lang="en-US" altLang="zh-CN" dirty="0"/>
              <a:t>12</a:t>
            </a:r>
            <a:r>
              <a:rPr lang="zh-CN" altLang="en-US" dirty="0"/>
              <a:t>个原则 </a:t>
            </a:r>
            <a:r>
              <a:rPr lang="en-US" altLang="zh-CN" dirty="0"/>
              <a:t>Principle</a:t>
            </a:r>
          </a:p>
        </p:txBody>
      </p:sp>
      <p:sp>
        <p:nvSpPr>
          <p:cNvPr id="3" name="内容占位符 2">
            <a:extLst>
              <a:ext uri="{FF2B5EF4-FFF2-40B4-BE49-F238E27FC236}">
                <a16:creationId xmlns:a16="http://schemas.microsoft.com/office/drawing/2014/main" id="{77EC6E35-91B5-299A-68FA-147D2BD512FA}"/>
              </a:ext>
            </a:extLst>
          </p:cNvPr>
          <p:cNvSpPr>
            <a:spLocks noGrp="1"/>
          </p:cNvSpPr>
          <p:nvPr>
            <p:ph idx="1"/>
          </p:nvPr>
        </p:nvSpPr>
        <p:spPr>
          <a:xfrm>
            <a:off x="696000" y="1080000"/>
            <a:ext cx="10800000" cy="5112000"/>
          </a:xfrm>
        </p:spPr>
        <p:txBody>
          <a:bodyPr>
            <a:normAutofit/>
          </a:bodyPr>
          <a:lstStyle/>
          <a:p>
            <a:r>
              <a:rPr lang="zh-CN" altLang="en-US" dirty="0"/>
              <a:t>我们的最高目标，是通过尽早并持续交付有价值的软件来满足客户</a:t>
            </a:r>
          </a:p>
          <a:p>
            <a:r>
              <a:rPr lang="zh-CN" altLang="en-US" dirty="0"/>
              <a:t>欢迎需求变化，即使是在开发后期。敏捷过程善于利用变化来为客户创造竞争优势</a:t>
            </a:r>
          </a:p>
          <a:p>
            <a:r>
              <a:rPr lang="zh-CN" altLang="en-US" dirty="0"/>
              <a:t>频繁地交付可工作的软件，周期可以从几周到几个月，倾向于更短的周期</a:t>
            </a:r>
          </a:p>
          <a:p>
            <a:r>
              <a:rPr lang="zh-CN" altLang="en-US" dirty="0"/>
              <a:t>业务人员和开发人员必须在整个项目期间每天一起工作</a:t>
            </a:r>
          </a:p>
          <a:p>
            <a:r>
              <a:rPr lang="zh-CN" altLang="en-US" dirty="0"/>
              <a:t>围绕有积极性的个体构建项目。给予他们所需的环境和支持，并信任他们能够完成工作</a:t>
            </a:r>
          </a:p>
          <a:p>
            <a:r>
              <a:rPr lang="zh-CN" altLang="en-US" dirty="0"/>
              <a:t>面对面交谈是团队内部传递信息的最有效方式</a:t>
            </a:r>
          </a:p>
          <a:p>
            <a:r>
              <a:rPr lang="zh-CN" altLang="en-US" dirty="0"/>
              <a:t>可工作的软件是衡量进展的首要标准</a:t>
            </a:r>
          </a:p>
          <a:p>
            <a:r>
              <a:rPr lang="zh-CN" altLang="en-US" dirty="0"/>
              <a:t>敏捷过程提倡可持续的开发节奏。赞助者、开发者和用户应该能够长期保持恒定的速度</a:t>
            </a:r>
          </a:p>
          <a:p>
            <a:r>
              <a:rPr lang="zh-CN" altLang="en-US" dirty="0"/>
              <a:t>持续关注技术卓越和良好设计，以增强敏捷能力</a:t>
            </a:r>
          </a:p>
          <a:p>
            <a:r>
              <a:rPr lang="zh-CN" altLang="en-US" dirty="0"/>
              <a:t>简洁</a:t>
            </a:r>
            <a:r>
              <a:rPr lang="en-US" altLang="zh-CN" dirty="0"/>
              <a:t> - </a:t>
            </a:r>
            <a:r>
              <a:rPr lang="zh-CN" altLang="en-US" dirty="0"/>
              <a:t>最大化未完成工作量的艺术 </a:t>
            </a:r>
            <a:r>
              <a:rPr lang="en-US" altLang="zh-CN" dirty="0"/>
              <a:t>- </a:t>
            </a:r>
            <a:r>
              <a:rPr lang="zh-CN" altLang="en-US" dirty="0"/>
              <a:t>是根本的</a:t>
            </a:r>
          </a:p>
          <a:p>
            <a:r>
              <a:rPr lang="zh-CN" altLang="en-US" dirty="0"/>
              <a:t>最好的架构、需求和设计出自自组织团队</a:t>
            </a:r>
          </a:p>
          <a:p>
            <a:r>
              <a:rPr lang="zh-CN" altLang="en-US" dirty="0"/>
              <a:t>团队定期反思如何变得更高效，并相应地调整自身行为</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6702424" y="360001"/>
            <a:ext cx="4793575" cy="424731"/>
          </a:xfrm>
        </p:spPr>
        <p:txBody>
          <a:bodyPr/>
          <a:lstStyle/>
          <a:p>
            <a:r>
              <a:rPr lang="zh-CN" altLang="en-US" dirty="0"/>
              <a:t>敏捷宣言 </a:t>
            </a:r>
            <a:r>
              <a:rPr lang="en-US" altLang="zh-CN" dirty="0"/>
              <a:t>Manifesto</a:t>
            </a:r>
            <a:endParaRPr lang="zh-CN" altLang="en-US" dirty="0"/>
          </a:p>
        </p:txBody>
      </p:sp>
    </p:spTree>
    <p:extLst>
      <p:ext uri="{BB962C8B-B14F-4D97-AF65-F5344CB8AC3E}">
        <p14:creationId xmlns:p14="http://schemas.microsoft.com/office/powerpoint/2010/main" val="1938643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04374C-4A73-3BD1-EC4A-5470E068C8C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AD199FB-37E8-267C-513B-BCBDAEC5C443}"/>
              </a:ext>
            </a:extLst>
          </p:cNvPr>
          <p:cNvSpPr>
            <a:spLocks noGrp="1"/>
          </p:cNvSpPr>
          <p:nvPr>
            <p:ph type="title"/>
          </p:nvPr>
        </p:nvSpPr>
        <p:spPr>
          <a:xfrm>
            <a:off x="695998" y="360000"/>
            <a:ext cx="7200000" cy="424732"/>
          </a:xfrm>
        </p:spPr>
        <p:txBody>
          <a:bodyPr/>
          <a:lstStyle/>
          <a:p>
            <a:r>
              <a:rPr lang="en-US" altLang="zh-CN" dirty="0"/>
              <a:t>The 12 Principles behind the Agile Manifesto</a:t>
            </a:r>
            <a:endParaRPr lang="zh-CN" altLang="en-US" dirty="0"/>
          </a:p>
        </p:txBody>
      </p:sp>
      <p:sp>
        <p:nvSpPr>
          <p:cNvPr id="21" name="内容占位符 20">
            <a:extLst>
              <a:ext uri="{FF2B5EF4-FFF2-40B4-BE49-F238E27FC236}">
                <a16:creationId xmlns:a16="http://schemas.microsoft.com/office/drawing/2014/main" id="{A2F119A4-9036-C345-5873-7768364D0883}"/>
              </a:ext>
            </a:extLst>
          </p:cNvPr>
          <p:cNvSpPr>
            <a:spLocks noGrp="1"/>
          </p:cNvSpPr>
          <p:nvPr>
            <p:ph idx="1"/>
          </p:nvPr>
        </p:nvSpPr>
        <p:spPr/>
        <p:txBody>
          <a:bodyPr>
            <a:normAutofit/>
          </a:bodyPr>
          <a:lstStyle/>
          <a:p>
            <a:r>
              <a:rPr lang="en-US" altLang="zh-CN" dirty="0"/>
              <a:t>Our highest priority is to satisfy the customer through early and continuous delivery of valuable software.</a:t>
            </a:r>
          </a:p>
          <a:p>
            <a:r>
              <a:rPr lang="en-US" altLang="zh-CN" dirty="0"/>
              <a:t>Welcome changing requirements, even late in development. Agile processes harness change for the customer's competitive advantage.</a:t>
            </a:r>
          </a:p>
          <a:p>
            <a:r>
              <a:rPr lang="en-US" altLang="zh-CN" dirty="0"/>
              <a:t>Deliver working software frequently, from a couple of weeks to a couple of months, with a preference to the shorter timescale.</a:t>
            </a:r>
          </a:p>
          <a:p>
            <a:r>
              <a:rPr lang="en-US" altLang="zh-CN" dirty="0"/>
              <a:t>Business people and developers must work together daily throughout the project.</a:t>
            </a:r>
          </a:p>
          <a:p>
            <a:r>
              <a:rPr lang="en-US" altLang="zh-CN" dirty="0"/>
              <a:t>Build projects around motivated individuals. Give them the environment and support they need, and trust them to get the job done.</a:t>
            </a:r>
          </a:p>
          <a:p>
            <a:r>
              <a:rPr lang="en-US" altLang="zh-CN" dirty="0"/>
              <a:t>The most efficient and effective method of conveying information to and within a development team is face-to-face conversation.</a:t>
            </a:r>
          </a:p>
        </p:txBody>
      </p:sp>
      <p:sp>
        <p:nvSpPr>
          <p:cNvPr id="22" name="文本占位符 21">
            <a:extLst>
              <a:ext uri="{FF2B5EF4-FFF2-40B4-BE49-F238E27FC236}">
                <a16:creationId xmlns:a16="http://schemas.microsoft.com/office/drawing/2014/main" id="{99550F68-6C7C-640B-1D37-ADF6892035A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8368793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ED2522A-C6D6-ACB7-3E52-2F9A9AA248DD}"/>
              </a:ext>
            </a:extLst>
          </p:cNvPr>
          <p:cNvSpPr>
            <a:spLocks noGrp="1"/>
          </p:cNvSpPr>
          <p:nvPr>
            <p:ph type="title"/>
          </p:nvPr>
        </p:nvSpPr>
        <p:spPr>
          <a:xfrm>
            <a:off x="695998" y="360000"/>
            <a:ext cx="7200000" cy="424732"/>
          </a:xfrm>
        </p:spPr>
        <p:txBody>
          <a:bodyPr/>
          <a:lstStyle/>
          <a:p>
            <a:r>
              <a:rPr lang="en-US" altLang="zh-CN" dirty="0"/>
              <a:t>The 12 Principles behind the Agile Manifesto</a:t>
            </a:r>
            <a:endParaRPr lang="zh-CN" altLang="en-US" dirty="0"/>
          </a:p>
        </p:txBody>
      </p:sp>
      <p:sp>
        <p:nvSpPr>
          <p:cNvPr id="21" name="内容占位符 20">
            <a:extLst>
              <a:ext uri="{FF2B5EF4-FFF2-40B4-BE49-F238E27FC236}">
                <a16:creationId xmlns:a16="http://schemas.microsoft.com/office/drawing/2014/main" id="{973F6DDA-8B3D-9A2A-FB2A-918F43FE7415}"/>
              </a:ext>
            </a:extLst>
          </p:cNvPr>
          <p:cNvSpPr>
            <a:spLocks noGrp="1"/>
          </p:cNvSpPr>
          <p:nvPr>
            <p:ph idx="1"/>
          </p:nvPr>
        </p:nvSpPr>
        <p:spPr/>
        <p:txBody>
          <a:bodyPr>
            <a:normAutofit/>
          </a:bodyPr>
          <a:lstStyle/>
          <a:p>
            <a:r>
              <a:rPr lang="en-US" altLang="zh-CN" dirty="0"/>
              <a:t>Working software is the primary measure of progress.</a:t>
            </a:r>
          </a:p>
          <a:p>
            <a:r>
              <a:rPr lang="en-US" altLang="zh-CN" dirty="0"/>
              <a:t>Agile processes promote sustainable development. The sponsors, developers, and users should be able to maintain a constant pace indefinitely.</a:t>
            </a:r>
          </a:p>
          <a:p>
            <a:r>
              <a:rPr lang="en-US" altLang="zh-CN" dirty="0"/>
              <a:t>Continuous attention to technical excellence and good design enhances agility.</a:t>
            </a:r>
          </a:p>
          <a:p>
            <a:r>
              <a:rPr lang="en-US" altLang="zh-CN" dirty="0"/>
              <a:t>Simplicity—the art of maximizing the amount of work not done—is essential.</a:t>
            </a:r>
          </a:p>
          <a:p>
            <a:r>
              <a:rPr lang="en-US" altLang="zh-CN" dirty="0"/>
              <a:t>The best architectures, requirements, and designs emerge from self-organizing teams.</a:t>
            </a:r>
          </a:p>
          <a:p>
            <a:r>
              <a:rPr lang="en-US" altLang="zh-CN" dirty="0"/>
              <a:t>At regular intervals, the team reflects on how to become more effective, then tunes and adjusts its behavior accordingly.</a:t>
            </a:r>
            <a:endParaRPr lang="zh-CN" altLang="en-US" dirty="0"/>
          </a:p>
        </p:txBody>
      </p:sp>
      <p:sp>
        <p:nvSpPr>
          <p:cNvPr id="22" name="文本占位符 21">
            <a:extLst>
              <a:ext uri="{FF2B5EF4-FFF2-40B4-BE49-F238E27FC236}">
                <a16:creationId xmlns:a16="http://schemas.microsoft.com/office/drawing/2014/main" id="{96AE3B3F-88FC-5A14-E64B-8476D511469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49957220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8BFDB917-2DE5-99E3-5CE4-A0D583696C96}"/>
              </a:ext>
            </a:extLst>
          </p:cNvPr>
          <p:cNvSpPr>
            <a:spLocks noGrp="1"/>
          </p:cNvSpPr>
          <p:nvPr>
            <p:ph type="body" sz="quarter" idx="10"/>
          </p:nvPr>
        </p:nvSpPr>
        <p:spPr>
          <a:xfrm>
            <a:off x="3219345" y="1629000"/>
            <a:ext cx="8640000" cy="3600000"/>
          </a:xfrm>
        </p:spPr>
        <p:txBody>
          <a:bodyPr/>
          <a:lstStyle/>
          <a:p>
            <a:r>
              <a:rPr lang="zh-CN" altLang="en-US" dirty="0"/>
              <a:t>你是一个项目经理，你的团队正在构建嵌入式系统的网络固件。你召集大家开会，向技术水平很高的一些业务用户和客户提供演示，在这个会上演示了团队为控制面板界面开发的最新版本的代码。这是你第</a:t>
            </a:r>
            <a:r>
              <a:rPr lang="en-US" altLang="zh-CN" dirty="0"/>
              <a:t>5</a:t>
            </a:r>
            <a:r>
              <a:rPr lang="zh-CN" altLang="en-US" dirty="0"/>
              <a:t>次开这种会向用户演示软件。而在这第</a:t>
            </a:r>
            <a:r>
              <a:rPr lang="en-US" altLang="zh-CN" dirty="0"/>
              <a:t>5</a:t>
            </a:r>
            <a:r>
              <a:rPr lang="zh-CN" altLang="en-US" dirty="0"/>
              <a:t>次会议上，用户和客户有提出了一些特定的变更。团队现在又得回去开发第</a:t>
            </a:r>
            <a:r>
              <a:rPr lang="en-US" altLang="zh-CN" dirty="0"/>
              <a:t>6</a:t>
            </a:r>
            <a:r>
              <a:rPr lang="zh-CN" altLang="en-US" dirty="0"/>
              <a:t>个版本，这个过程又得再来一次。以下哪种说法最准确地描述了这种情况？</a:t>
            </a:r>
            <a:endParaRPr lang="en-US" altLang="zh-CN" dirty="0"/>
          </a:p>
          <a:p>
            <a:endParaRPr lang="zh-CN" altLang="en-US" dirty="0"/>
          </a:p>
          <a:p>
            <a:r>
              <a:rPr lang="en-US" altLang="zh-CN" dirty="0"/>
              <a:t>A. </a:t>
            </a:r>
            <a:r>
              <a:rPr lang="zh-CN" altLang="en-US" dirty="0"/>
              <a:t>团队不了解需求</a:t>
            </a:r>
          </a:p>
          <a:p>
            <a:r>
              <a:rPr lang="en-US" altLang="zh-CN" dirty="0"/>
              <a:t>B. </a:t>
            </a:r>
            <a:r>
              <a:rPr lang="zh-CN" altLang="en-US" dirty="0"/>
              <a:t>用户和客户不知道他们想要什么</a:t>
            </a:r>
          </a:p>
          <a:p>
            <a:r>
              <a:rPr lang="en-US" altLang="zh-CN" dirty="0"/>
              <a:t>C. </a:t>
            </a:r>
            <a:r>
              <a:rPr lang="zh-CN" altLang="en-US" dirty="0"/>
              <a:t>这个项目需要更好的变更控制和需求管理实践</a:t>
            </a:r>
          </a:p>
          <a:p>
            <a:r>
              <a:rPr lang="en-US" altLang="zh-CN" dirty="0"/>
              <a:t>D. </a:t>
            </a:r>
            <a:r>
              <a:rPr lang="zh-CN" altLang="en-US" dirty="0"/>
              <a:t>团队做到了尽早交付和持续交付</a:t>
            </a:r>
          </a:p>
        </p:txBody>
      </p:sp>
    </p:spTree>
    <p:extLst>
      <p:ext uri="{BB962C8B-B14F-4D97-AF65-F5344CB8AC3E}">
        <p14:creationId xmlns:p14="http://schemas.microsoft.com/office/powerpoint/2010/main" val="303034283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5B7F6F12-E230-1DA2-E48E-3A33A78A1FF7}"/>
              </a:ext>
            </a:extLst>
          </p:cNvPr>
          <p:cNvSpPr>
            <a:spLocks noGrp="1"/>
          </p:cNvSpPr>
          <p:nvPr>
            <p:ph type="body" sz="quarter" idx="10"/>
          </p:nvPr>
        </p:nvSpPr>
        <p:spPr>
          <a:xfrm>
            <a:off x="3219345" y="1629000"/>
            <a:ext cx="8640000" cy="3600000"/>
          </a:xfrm>
        </p:spPr>
        <p:txBody>
          <a:bodyPr/>
          <a:lstStyle/>
          <a:p>
            <a:r>
              <a:rPr lang="zh-CN" altLang="en-US" dirty="0"/>
              <a:t>经验丰富的项目经理直到现在才管理敏捷项目。由于项目的不确定性，项目经理正在为定义项目范围而苦苦挣扎，并且花了很长时间试图定义它。项目经理应该做什么？</a:t>
            </a:r>
            <a:endParaRPr lang="en-US" altLang="zh-CN" dirty="0"/>
          </a:p>
          <a:p>
            <a:endParaRPr lang="zh-CN" altLang="en-US" dirty="0"/>
          </a:p>
          <a:p>
            <a:r>
              <a:rPr lang="en-US" altLang="zh-CN" dirty="0"/>
              <a:t>A. </a:t>
            </a:r>
            <a:r>
              <a:rPr lang="zh-CN" altLang="en-US" dirty="0"/>
              <a:t>提交变更请求以利用以前的经验并使用预测方法管理项目</a:t>
            </a:r>
          </a:p>
          <a:p>
            <a:r>
              <a:rPr lang="en-US" altLang="zh-CN" dirty="0"/>
              <a:t>B. </a:t>
            </a:r>
            <a:r>
              <a:rPr lang="zh-CN" altLang="en-US" dirty="0"/>
              <a:t>与团队安排每日项目定义会议，以在开始执行之前定义项目范围</a:t>
            </a:r>
          </a:p>
          <a:p>
            <a:r>
              <a:rPr lang="en-US" altLang="zh-CN" dirty="0"/>
              <a:t>C. </a:t>
            </a:r>
            <a:r>
              <a:rPr lang="zh-CN" altLang="en-US" dirty="0"/>
              <a:t>开始执行项目，因为范围将在整个项目中被定义和重新定义</a:t>
            </a:r>
          </a:p>
          <a:p>
            <a:r>
              <a:rPr lang="en-US" altLang="zh-CN" dirty="0"/>
              <a:t>D. </a:t>
            </a:r>
            <a:r>
              <a:rPr lang="zh-CN" altLang="en-US" dirty="0"/>
              <a:t>在开始执行之前获得产品负责人的部分批准，以作为项目范围计划的基准</a:t>
            </a:r>
          </a:p>
        </p:txBody>
      </p:sp>
    </p:spTree>
    <p:extLst>
      <p:ext uri="{BB962C8B-B14F-4D97-AF65-F5344CB8AC3E}">
        <p14:creationId xmlns:p14="http://schemas.microsoft.com/office/powerpoint/2010/main" val="210317562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E64D18D6-72D6-A32D-816B-531A8E0EE854}"/>
              </a:ext>
            </a:extLst>
          </p:cNvPr>
          <p:cNvSpPr>
            <a:spLocks noGrp="1"/>
          </p:cNvSpPr>
          <p:nvPr>
            <p:ph type="body" sz="quarter" idx="10"/>
          </p:nvPr>
        </p:nvSpPr>
        <p:spPr>
          <a:xfrm>
            <a:off x="3219345" y="1629000"/>
            <a:ext cx="8640000" cy="3600000"/>
          </a:xfrm>
        </p:spPr>
        <p:txBody>
          <a:bodyPr/>
          <a:lstStyle/>
          <a:p>
            <a:r>
              <a:rPr lang="zh-CN" altLang="en-US" dirty="0"/>
              <a:t>项目团队正在为项目的开展做准备，在讨论迭代周期的问题上，团队产生了分歧。一位成员指出，应该使用</a:t>
            </a:r>
            <a:r>
              <a:rPr lang="en-US" altLang="zh-CN" dirty="0"/>
              <a:t>4</a:t>
            </a:r>
            <a:r>
              <a:rPr lang="zh-CN" altLang="en-US" dirty="0"/>
              <a:t>周为一个迭代周期，迭代周期越长，完成的功能越多，其他团队成员不赞同他的意见，最终团队决定以</a:t>
            </a:r>
            <a:r>
              <a:rPr lang="en-US" altLang="zh-CN" dirty="0"/>
              <a:t>2</a:t>
            </a:r>
            <a:r>
              <a:rPr lang="zh-CN" altLang="en-US" dirty="0"/>
              <a:t>周为一个迭代周期，团队做出这个决定主要依据是什么？</a:t>
            </a:r>
            <a:endParaRPr lang="en-US" altLang="zh-CN" dirty="0"/>
          </a:p>
          <a:p>
            <a:endParaRPr lang="zh-CN" altLang="en-US" dirty="0"/>
          </a:p>
          <a:p>
            <a:r>
              <a:rPr lang="en-US" altLang="zh-CN" dirty="0"/>
              <a:t>A. </a:t>
            </a:r>
            <a:r>
              <a:rPr lang="zh-CN" altLang="en-US" dirty="0"/>
              <a:t>短的时间盒限制能够使团队尽快完成软件，实现产品发布</a:t>
            </a:r>
          </a:p>
          <a:p>
            <a:r>
              <a:rPr lang="en-US" altLang="zh-CN" dirty="0"/>
              <a:t>B. </a:t>
            </a:r>
            <a:r>
              <a:rPr lang="zh-CN" altLang="en-US" dirty="0"/>
              <a:t>短的时间盒限制能使</a:t>
            </a:r>
            <a:r>
              <a:rPr lang="en-US" altLang="zh-CN" dirty="0"/>
              <a:t>PO</a:t>
            </a:r>
            <a:r>
              <a:rPr lang="zh-CN" altLang="en-US" dirty="0"/>
              <a:t>和项目干系人及时了解项目进展</a:t>
            </a:r>
          </a:p>
          <a:p>
            <a:r>
              <a:rPr lang="en-US" altLang="zh-CN" dirty="0"/>
              <a:t>C. </a:t>
            </a:r>
            <a:r>
              <a:rPr lang="zh-CN" altLang="en-US" dirty="0"/>
              <a:t>短的时间盒限制能提高团队效率，避免团队的发生认知障碍</a:t>
            </a:r>
          </a:p>
          <a:p>
            <a:r>
              <a:rPr lang="en-US" altLang="zh-CN" dirty="0"/>
              <a:t>D. </a:t>
            </a:r>
            <a:r>
              <a:rPr lang="zh-CN" altLang="en-US" dirty="0"/>
              <a:t>短的时间盒限制能尽早获得需求反馈，更早满足相关方需求</a:t>
            </a:r>
          </a:p>
        </p:txBody>
      </p:sp>
    </p:spTree>
    <p:extLst>
      <p:ext uri="{BB962C8B-B14F-4D97-AF65-F5344CB8AC3E}">
        <p14:creationId xmlns:p14="http://schemas.microsoft.com/office/powerpoint/2010/main" val="71458693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7B574468-073D-9C94-ABF5-808EE855FA52}"/>
              </a:ext>
            </a:extLst>
          </p:cNvPr>
          <p:cNvSpPr>
            <a:spLocks noGrp="1"/>
          </p:cNvSpPr>
          <p:nvPr>
            <p:ph type="body" sz="quarter" idx="10"/>
          </p:nvPr>
        </p:nvSpPr>
        <p:spPr>
          <a:xfrm>
            <a:off x="3219345" y="1629000"/>
            <a:ext cx="8640000" cy="3600000"/>
          </a:xfrm>
        </p:spPr>
        <p:txBody>
          <a:bodyPr/>
          <a:lstStyle/>
          <a:p>
            <a:r>
              <a:rPr lang="zh-CN" altLang="en-US" dirty="0"/>
              <a:t>在一个敏捷项目已经进行到第二个迭代时，大部分团队成员都是第一次参与敏捷项目，他们对待办事项的最高优先级不是非常清楚，</a:t>
            </a:r>
            <a:r>
              <a:rPr lang="en-US" altLang="zh-CN" dirty="0"/>
              <a:t>scrum</a:t>
            </a:r>
            <a:r>
              <a:rPr lang="zh-CN" altLang="en-US" dirty="0"/>
              <a:t>主管应该建议他们重点关注什么？</a:t>
            </a:r>
            <a:endParaRPr lang="en-US" altLang="zh-CN" dirty="0"/>
          </a:p>
          <a:p>
            <a:endParaRPr lang="zh-CN" altLang="en-US" dirty="0"/>
          </a:p>
          <a:p>
            <a:r>
              <a:rPr lang="en-US" altLang="zh-CN" dirty="0"/>
              <a:t>A. </a:t>
            </a:r>
            <a:r>
              <a:rPr lang="zh-CN" altLang="en-US" dirty="0"/>
              <a:t>交付具有价值的解决方案</a:t>
            </a:r>
          </a:p>
          <a:p>
            <a:r>
              <a:rPr lang="en-US" altLang="zh-CN" dirty="0"/>
              <a:t>B. </a:t>
            </a:r>
            <a:r>
              <a:rPr lang="zh-CN" altLang="en-US" dirty="0"/>
              <a:t>平衡稳定性和灵活性</a:t>
            </a:r>
          </a:p>
          <a:p>
            <a:r>
              <a:rPr lang="en-US" altLang="zh-CN" dirty="0"/>
              <a:t>C. </a:t>
            </a:r>
            <a:r>
              <a:rPr lang="zh-CN" altLang="en-US" dirty="0"/>
              <a:t>管理是否混乱</a:t>
            </a:r>
          </a:p>
          <a:p>
            <a:r>
              <a:rPr lang="en-US" altLang="zh-CN" dirty="0"/>
              <a:t>D. </a:t>
            </a:r>
            <a:r>
              <a:rPr lang="zh-CN" altLang="en-US" dirty="0"/>
              <a:t>业务需求是否详细</a:t>
            </a:r>
          </a:p>
        </p:txBody>
      </p:sp>
    </p:spTree>
    <p:extLst>
      <p:ext uri="{BB962C8B-B14F-4D97-AF65-F5344CB8AC3E}">
        <p14:creationId xmlns:p14="http://schemas.microsoft.com/office/powerpoint/2010/main" val="2742319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D726EC01-8D9B-15AC-675B-DC69406E6296}"/>
              </a:ext>
            </a:extLst>
          </p:cNvPr>
          <p:cNvSpPr>
            <a:spLocks noGrp="1"/>
          </p:cNvSpPr>
          <p:nvPr>
            <p:ph type="body" sz="quarter" idx="10"/>
          </p:nvPr>
        </p:nvSpPr>
        <p:spPr>
          <a:xfrm>
            <a:off x="3219345" y="1629000"/>
            <a:ext cx="8640000" cy="3600000"/>
          </a:xfrm>
        </p:spPr>
        <p:txBody>
          <a:bodyPr/>
          <a:lstStyle/>
          <a:p>
            <a:r>
              <a:rPr lang="zh-CN" altLang="en-US" dirty="0"/>
              <a:t>敏捷团队计划</a:t>
            </a:r>
            <a:r>
              <a:rPr lang="en-US" altLang="zh-CN" dirty="0"/>
              <a:t>1</a:t>
            </a:r>
            <a:r>
              <a:rPr lang="zh-CN" altLang="en-US" dirty="0"/>
              <a:t>年的时间内完成一个项目的开发工作，客户表示希望减少团队人员流动，保证按时交付产品，作为敏捷教练，为了保证整个开发工作的可持续进行，应该怎样做？</a:t>
            </a:r>
            <a:endParaRPr lang="en-US" altLang="zh-CN" dirty="0"/>
          </a:p>
          <a:p>
            <a:endParaRPr lang="zh-CN" altLang="en-US" dirty="0"/>
          </a:p>
          <a:p>
            <a:r>
              <a:rPr lang="en-US" altLang="zh-CN" dirty="0"/>
              <a:t>A. </a:t>
            </a:r>
            <a:r>
              <a:rPr lang="zh-CN" altLang="en-US" dirty="0"/>
              <a:t>确保制定接下来</a:t>
            </a:r>
            <a:r>
              <a:rPr lang="en-US" altLang="zh-CN" dirty="0"/>
              <a:t>1</a:t>
            </a:r>
            <a:r>
              <a:rPr lang="zh-CN" altLang="en-US" dirty="0"/>
              <a:t>年详细的工作计划，使团队不会遇到突发事件</a:t>
            </a:r>
          </a:p>
          <a:p>
            <a:r>
              <a:rPr lang="en-US" altLang="zh-CN" dirty="0"/>
              <a:t>B. </a:t>
            </a:r>
            <a:r>
              <a:rPr lang="zh-CN" altLang="en-US" dirty="0"/>
              <a:t>确保完成的功能第一次就做好，不需要二次改进</a:t>
            </a:r>
          </a:p>
          <a:p>
            <a:r>
              <a:rPr lang="en-US" altLang="zh-CN" dirty="0"/>
              <a:t>C. </a:t>
            </a:r>
            <a:r>
              <a:rPr lang="zh-CN" altLang="en-US" dirty="0"/>
              <a:t>确保团队正常下班，没有加班压力，不会太过疲劳</a:t>
            </a:r>
          </a:p>
          <a:p>
            <a:r>
              <a:rPr lang="en-US" altLang="zh-CN" dirty="0"/>
              <a:t>D. </a:t>
            </a:r>
            <a:r>
              <a:rPr lang="zh-CN" altLang="en-US" dirty="0"/>
              <a:t>制定很短时间的冲刺，保证冲刺内故事的完成</a:t>
            </a:r>
          </a:p>
        </p:txBody>
      </p:sp>
    </p:spTree>
    <p:extLst>
      <p:ext uri="{BB962C8B-B14F-4D97-AF65-F5344CB8AC3E}">
        <p14:creationId xmlns:p14="http://schemas.microsoft.com/office/powerpoint/2010/main" val="347690162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D2BE82F5-0619-CF75-209C-BEF279BD9929}"/>
              </a:ext>
            </a:extLst>
          </p:cNvPr>
          <p:cNvSpPr>
            <a:spLocks noGrp="1"/>
          </p:cNvSpPr>
          <p:nvPr>
            <p:ph type="body" sz="quarter" idx="10"/>
          </p:nvPr>
        </p:nvSpPr>
        <p:spPr>
          <a:xfrm>
            <a:off x="3219345" y="1629000"/>
            <a:ext cx="8640000" cy="3600000"/>
          </a:xfrm>
        </p:spPr>
        <p:txBody>
          <a:bodyPr/>
          <a:lstStyle/>
          <a:p>
            <a:r>
              <a:rPr lang="zh-CN" altLang="en-US" dirty="0"/>
              <a:t>由于之前的糟糕经历，项目的业务干系人不愿意接受敏捷方法，目前正在推进一种预测方法。项目经理应该使用什么策略来说服干系人使用敏捷方法？</a:t>
            </a:r>
            <a:endParaRPr lang="en-US" altLang="zh-CN" dirty="0"/>
          </a:p>
          <a:p>
            <a:endParaRPr lang="zh-CN" altLang="en-US" dirty="0"/>
          </a:p>
          <a:p>
            <a:r>
              <a:rPr lang="en-US" altLang="zh-CN" dirty="0"/>
              <a:t>A. </a:t>
            </a:r>
            <a:r>
              <a:rPr lang="zh-CN" altLang="en-US" dirty="0"/>
              <a:t>确保干系人相信敏捷方法将在更短的时间内交付所有预期结果</a:t>
            </a:r>
          </a:p>
          <a:p>
            <a:r>
              <a:rPr lang="en-US" altLang="zh-CN" dirty="0"/>
              <a:t>B. </a:t>
            </a:r>
            <a:r>
              <a:rPr lang="zh-CN" altLang="en-US" dirty="0"/>
              <a:t>提出一种分阶段的项目方法，通过多次小型互动，并通过频繁的价值交付与干系人建立信任</a:t>
            </a:r>
          </a:p>
          <a:p>
            <a:r>
              <a:rPr lang="en-US" altLang="zh-CN" dirty="0"/>
              <a:t>C. </a:t>
            </a:r>
            <a:r>
              <a:rPr lang="zh-CN" altLang="en-US" dirty="0"/>
              <a:t>记录请求并上报给上级管理层，以考虑修改项目章程</a:t>
            </a:r>
          </a:p>
          <a:p>
            <a:r>
              <a:rPr lang="en-US" altLang="zh-CN" dirty="0"/>
              <a:t>D. </a:t>
            </a:r>
            <a:r>
              <a:rPr lang="zh-CN" altLang="en-US" dirty="0"/>
              <a:t>同意预测方法，但在项目管理框架下应用敏捷概念</a:t>
            </a:r>
          </a:p>
        </p:txBody>
      </p:sp>
    </p:spTree>
    <p:extLst>
      <p:ext uri="{BB962C8B-B14F-4D97-AF65-F5344CB8AC3E}">
        <p14:creationId xmlns:p14="http://schemas.microsoft.com/office/powerpoint/2010/main" val="157187023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1DF4D989-651C-BBBD-584D-5EB645DCC605}"/>
              </a:ext>
            </a:extLst>
          </p:cNvPr>
          <p:cNvSpPr>
            <a:spLocks noGrp="1"/>
          </p:cNvSpPr>
          <p:nvPr>
            <p:ph type="body" sz="quarter" idx="10"/>
          </p:nvPr>
        </p:nvSpPr>
        <p:spPr>
          <a:xfrm>
            <a:off x="3219345" y="1629000"/>
            <a:ext cx="8640000" cy="3600000"/>
          </a:xfrm>
        </p:spPr>
        <p:txBody>
          <a:bodyPr/>
          <a:lstStyle/>
          <a:p>
            <a:r>
              <a:rPr lang="zh-CN" altLang="en-US" dirty="0"/>
              <a:t>某公司启动了一个敏捷项目，项目发起人非常关心项目的情况，并要求敏捷教练遵循敏捷管理的方法和实践。敏捷教练应该如何向项目发起人说明？</a:t>
            </a:r>
            <a:endParaRPr lang="en-US" altLang="zh-CN" dirty="0"/>
          </a:p>
          <a:p>
            <a:endParaRPr lang="zh-CN" altLang="en-US" dirty="0"/>
          </a:p>
          <a:p>
            <a:r>
              <a:rPr lang="en-US" altLang="zh-CN" dirty="0"/>
              <a:t>A. </a:t>
            </a:r>
            <a:r>
              <a:rPr lang="zh-CN" altLang="en-US" dirty="0"/>
              <a:t>为项目制定完备的项目管理计划</a:t>
            </a:r>
          </a:p>
          <a:p>
            <a:r>
              <a:rPr lang="en-US" altLang="zh-CN" dirty="0"/>
              <a:t>B. </a:t>
            </a:r>
            <a:r>
              <a:rPr lang="zh-CN" altLang="en-US" dirty="0"/>
              <a:t>项目将关注技术卓越和良好设计</a:t>
            </a:r>
          </a:p>
          <a:p>
            <a:r>
              <a:rPr lang="en-US" altLang="zh-CN" dirty="0"/>
              <a:t>C. </a:t>
            </a:r>
            <a:r>
              <a:rPr lang="zh-CN" altLang="en-US" dirty="0"/>
              <a:t>每一项项目活动应该被具体定义在开发过程中</a:t>
            </a:r>
          </a:p>
          <a:p>
            <a:r>
              <a:rPr lang="en-US" altLang="zh-CN" dirty="0"/>
              <a:t>D. </a:t>
            </a:r>
            <a:r>
              <a:rPr lang="zh-CN" altLang="en-US" dirty="0"/>
              <a:t>开发人员和业务人员应该分开工作</a:t>
            </a:r>
          </a:p>
        </p:txBody>
      </p:sp>
    </p:spTree>
    <p:extLst>
      <p:ext uri="{BB962C8B-B14F-4D97-AF65-F5344CB8AC3E}">
        <p14:creationId xmlns:p14="http://schemas.microsoft.com/office/powerpoint/2010/main" val="76254252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E545BC28-4D79-7BE2-F0ED-390B952604DA}"/>
              </a:ext>
            </a:extLst>
          </p:cNvPr>
          <p:cNvSpPr>
            <a:spLocks noGrp="1"/>
          </p:cNvSpPr>
          <p:nvPr>
            <p:ph type="body" sz="quarter" idx="10"/>
          </p:nvPr>
        </p:nvSpPr>
        <p:spPr>
          <a:xfrm>
            <a:off x="3219345" y="1629000"/>
            <a:ext cx="8640000" cy="3600000"/>
          </a:xfrm>
        </p:spPr>
        <p:txBody>
          <a:bodyPr/>
          <a:lstStyle/>
          <a:p>
            <a:r>
              <a:rPr lang="zh-CN" altLang="en-US" dirty="0"/>
              <a:t>因组织业务调整，你所在的项目选定了敏捷开发方式，团队成员表示了担心，因为他们之前并没有做过敏捷相关的项目。为此，你咨询了敏捷管理专业人士在敏捷项目中，文档应该做到怎样的程度。请问他可能给你怎样的答复？</a:t>
            </a:r>
            <a:endParaRPr lang="en-US" altLang="zh-CN" dirty="0"/>
          </a:p>
          <a:p>
            <a:endParaRPr lang="zh-CN" altLang="en-US" dirty="0"/>
          </a:p>
          <a:p>
            <a:r>
              <a:rPr lang="en-US" altLang="zh-CN" dirty="0"/>
              <a:t>A. </a:t>
            </a:r>
            <a:r>
              <a:rPr lang="zh-CN" altLang="en-US" dirty="0"/>
              <a:t>敏捷强调快速交付，所以不需要文档</a:t>
            </a:r>
          </a:p>
          <a:p>
            <a:r>
              <a:rPr lang="en-US" altLang="zh-CN" dirty="0"/>
              <a:t>B. </a:t>
            </a:r>
            <a:r>
              <a:rPr lang="zh-CN" altLang="en-US" dirty="0"/>
              <a:t>根据项目的实际情况，只完成到需要的程度</a:t>
            </a:r>
          </a:p>
          <a:p>
            <a:r>
              <a:rPr lang="en-US" altLang="zh-CN" dirty="0"/>
              <a:t>C. </a:t>
            </a:r>
            <a:r>
              <a:rPr lang="zh-CN" altLang="en-US" dirty="0"/>
              <a:t>应该考虑组织过程资产，尽可能涵盖每一个方面，但是不用过于细致</a:t>
            </a:r>
          </a:p>
          <a:p>
            <a:r>
              <a:rPr lang="en-US" altLang="zh-CN" dirty="0"/>
              <a:t>D. </a:t>
            </a:r>
            <a:r>
              <a:rPr lang="zh-CN" altLang="en-US" dirty="0"/>
              <a:t>因为敏捷项目的人员变动比较频繁，所以文档需要详细到能够满足工作的交接</a:t>
            </a:r>
          </a:p>
          <a:p>
            <a:endParaRPr lang="zh-CN" altLang="en-US" dirty="0"/>
          </a:p>
        </p:txBody>
      </p:sp>
    </p:spTree>
    <p:extLst>
      <p:ext uri="{BB962C8B-B14F-4D97-AF65-F5344CB8AC3E}">
        <p14:creationId xmlns:p14="http://schemas.microsoft.com/office/powerpoint/2010/main" val="353097420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E6213DB1-73CF-FE09-3B9D-D37F40BCA17C}"/>
              </a:ext>
            </a:extLst>
          </p:cNvPr>
          <p:cNvSpPr>
            <a:spLocks noGrp="1"/>
          </p:cNvSpPr>
          <p:nvPr>
            <p:ph type="body" sz="quarter" idx="10"/>
          </p:nvPr>
        </p:nvSpPr>
        <p:spPr>
          <a:xfrm>
            <a:off x="3219345" y="1629000"/>
            <a:ext cx="8640000" cy="3600000"/>
          </a:xfrm>
        </p:spPr>
        <p:txBody>
          <a:bodyPr/>
          <a:lstStyle/>
          <a:p>
            <a:r>
              <a:rPr lang="zh-CN" altLang="en-US" dirty="0"/>
              <a:t>你是一个软件服务开发商中团队的项目经理。你的一个客户给出一个价值流图，指出处理一个特性的团队将大量时间用来等待两个公司的法律部门对范围变更达成一致，而这个时间并没有给项目创造价值。这会对项目有什么影响？</a:t>
            </a:r>
            <a:endParaRPr lang="en-US" altLang="zh-CN" dirty="0"/>
          </a:p>
          <a:p>
            <a:endParaRPr lang="zh-CN" altLang="en-US" dirty="0"/>
          </a:p>
          <a:p>
            <a:r>
              <a:rPr lang="en-US" altLang="zh-CN" dirty="0"/>
              <a:t>A. </a:t>
            </a:r>
            <a:r>
              <a:rPr lang="zh-CN" altLang="en-US" dirty="0"/>
              <a:t>非工作时间是额外的进行中工作（在制品），可以加以限制。</a:t>
            </a:r>
          </a:p>
          <a:p>
            <a:r>
              <a:rPr lang="en-US" altLang="zh-CN" dirty="0"/>
              <a:t>B. </a:t>
            </a:r>
            <a:r>
              <a:rPr lang="zh-CN" altLang="en-US" dirty="0"/>
              <a:t>客户和开发商有一种合同谈判的关系。</a:t>
            </a:r>
          </a:p>
          <a:p>
            <a:r>
              <a:rPr lang="en-US" altLang="zh-CN" dirty="0"/>
              <a:t>C. </a:t>
            </a:r>
            <a:r>
              <a:rPr lang="zh-CN" altLang="en-US" dirty="0"/>
              <a:t>非工作时间是项目浪费，可以加以消除。</a:t>
            </a:r>
          </a:p>
          <a:p>
            <a:r>
              <a:rPr lang="en-US" altLang="zh-CN" dirty="0"/>
              <a:t>D. </a:t>
            </a:r>
            <a:r>
              <a:rPr lang="zh-CN" altLang="en-US" dirty="0"/>
              <a:t>得不出有意义的结论。</a:t>
            </a:r>
          </a:p>
        </p:txBody>
      </p:sp>
    </p:spTree>
    <p:extLst>
      <p:ext uri="{BB962C8B-B14F-4D97-AF65-F5344CB8AC3E}">
        <p14:creationId xmlns:p14="http://schemas.microsoft.com/office/powerpoint/2010/main" val="29769661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B5173412-F17A-7834-426C-CB969291F1B7}"/>
              </a:ext>
            </a:extLst>
          </p:cNvPr>
          <p:cNvSpPr>
            <a:spLocks noGrp="1"/>
          </p:cNvSpPr>
          <p:nvPr>
            <p:ph type="body" sz="quarter" idx="10"/>
          </p:nvPr>
        </p:nvSpPr>
        <p:spPr>
          <a:xfrm>
            <a:off x="3219345" y="1629000"/>
            <a:ext cx="8640000" cy="3600000"/>
          </a:xfrm>
        </p:spPr>
        <p:txBody>
          <a:bodyPr/>
          <a:lstStyle/>
          <a:p>
            <a:r>
              <a:rPr lang="zh-CN" altLang="en-US" dirty="0"/>
              <a:t>小黄在年度敏捷会议上听到了关于敏捷项目管理的内容，演讲者的主题是授权团队。那么授权团队是指？</a:t>
            </a:r>
            <a:endParaRPr lang="en-US" altLang="zh-CN" dirty="0"/>
          </a:p>
          <a:p>
            <a:endParaRPr lang="zh-CN" altLang="en-US" dirty="0"/>
          </a:p>
          <a:p>
            <a:r>
              <a:rPr lang="en-US" altLang="zh-CN" dirty="0"/>
              <a:t>A. </a:t>
            </a:r>
            <a:r>
              <a:rPr lang="zh-CN" altLang="en-US" dirty="0"/>
              <a:t>一支自组织、跨功能和几乎不受外部影响进行自我管理的团队</a:t>
            </a:r>
          </a:p>
          <a:p>
            <a:r>
              <a:rPr lang="en-US" altLang="zh-CN" dirty="0"/>
              <a:t>B. </a:t>
            </a:r>
            <a:r>
              <a:rPr lang="zh-CN" altLang="en-US" dirty="0"/>
              <a:t>一支以盈利为目的，注重会议成本和进度限制的团队</a:t>
            </a:r>
          </a:p>
          <a:p>
            <a:r>
              <a:rPr lang="en-US" altLang="zh-CN" dirty="0"/>
              <a:t>C. </a:t>
            </a:r>
            <a:r>
              <a:rPr lang="zh-CN" altLang="en-US" dirty="0"/>
              <a:t>一支依靠外部管理来获得方向的团队</a:t>
            </a:r>
          </a:p>
          <a:p>
            <a:r>
              <a:rPr lang="en-US" altLang="zh-CN" dirty="0"/>
              <a:t>D. </a:t>
            </a:r>
            <a:r>
              <a:rPr lang="zh-CN" altLang="en-US" dirty="0"/>
              <a:t>一支在迭代中超越可持续开发速度以实现迭代待办事项目标的团队</a:t>
            </a:r>
          </a:p>
        </p:txBody>
      </p:sp>
    </p:spTree>
    <p:extLst>
      <p:ext uri="{BB962C8B-B14F-4D97-AF65-F5344CB8AC3E}">
        <p14:creationId xmlns:p14="http://schemas.microsoft.com/office/powerpoint/2010/main" val="1009256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6613211B-4125-A0C6-7564-94729AE8C488}"/>
              </a:ext>
            </a:extLst>
          </p:cNvPr>
          <p:cNvSpPr>
            <a:spLocks noGrp="1"/>
          </p:cNvSpPr>
          <p:nvPr>
            <p:ph type="body" sz="quarter" idx="10"/>
          </p:nvPr>
        </p:nvSpPr>
        <p:spPr>
          <a:xfrm>
            <a:off x="3219345" y="1629000"/>
            <a:ext cx="8640000" cy="3600000"/>
          </a:xfrm>
        </p:spPr>
        <p:txBody>
          <a:bodyPr/>
          <a:lstStyle/>
          <a:p>
            <a:r>
              <a:rPr lang="zh-CN" altLang="en-US" dirty="0"/>
              <a:t>在敏捷团队中，一些团队成员积极主动，要求在项目上获得更多自主权。在这种情况下，项目经理应该怎么做？</a:t>
            </a:r>
            <a:endParaRPr lang="en-US" altLang="zh-CN" dirty="0"/>
          </a:p>
          <a:p>
            <a:endParaRPr lang="zh-CN" altLang="en-US" dirty="0"/>
          </a:p>
          <a:p>
            <a:r>
              <a:rPr lang="en-US" altLang="zh-CN" dirty="0"/>
              <a:t>A. </a:t>
            </a:r>
            <a:r>
              <a:rPr lang="zh-CN" altLang="en-US" dirty="0"/>
              <a:t>不鼓励这种要求，因为它是针对管理团队的</a:t>
            </a:r>
          </a:p>
          <a:p>
            <a:r>
              <a:rPr lang="en-US" altLang="zh-CN" dirty="0"/>
              <a:t>B. </a:t>
            </a:r>
            <a:r>
              <a:rPr lang="zh-CN" altLang="en-US" dirty="0"/>
              <a:t>劝阻他们，因为可能会产生冲突</a:t>
            </a:r>
          </a:p>
          <a:p>
            <a:r>
              <a:rPr lang="en-US" altLang="zh-CN" dirty="0"/>
              <a:t>C. </a:t>
            </a:r>
            <a:r>
              <a:rPr lang="zh-CN" altLang="en-US" dirty="0"/>
              <a:t>鼓励团队成员做出决定</a:t>
            </a:r>
          </a:p>
          <a:p>
            <a:r>
              <a:rPr lang="en-US" altLang="zh-CN" dirty="0"/>
              <a:t>D. </a:t>
            </a:r>
            <a:r>
              <a:rPr lang="zh-CN" altLang="en-US" dirty="0"/>
              <a:t>鼓励团队领导做出决定</a:t>
            </a:r>
          </a:p>
        </p:txBody>
      </p:sp>
    </p:spTree>
    <p:extLst>
      <p:ext uri="{BB962C8B-B14F-4D97-AF65-F5344CB8AC3E}">
        <p14:creationId xmlns:p14="http://schemas.microsoft.com/office/powerpoint/2010/main" val="228856347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59EBD68C-FCCA-0A87-994F-DD4A299A65FC}"/>
              </a:ext>
            </a:extLst>
          </p:cNvPr>
          <p:cNvSpPr>
            <a:spLocks noGrp="1"/>
          </p:cNvSpPr>
          <p:nvPr>
            <p:ph type="body" sz="quarter" idx="10"/>
          </p:nvPr>
        </p:nvSpPr>
        <p:spPr>
          <a:xfrm>
            <a:off x="3219345" y="1629000"/>
            <a:ext cx="8640000" cy="3600000"/>
          </a:xfrm>
        </p:spPr>
        <p:txBody>
          <a:bodyPr/>
          <a:lstStyle/>
          <a:p>
            <a:r>
              <a:rPr lang="zh-CN" altLang="en-US" dirty="0"/>
              <a:t>团队成员认为团队目前的工作方法的敏捷性不突出，于是该成员提出团队可以试试以新的形式进行回顾会议，团队成员在每次的回顾会议中可以提出自己的建议，指明在下次的迭代中希望维持或者是改变的东西。请问团队应该尝试这种新方式的原因是什么？</a:t>
            </a:r>
            <a:endParaRPr lang="en-US" altLang="zh-CN" dirty="0"/>
          </a:p>
          <a:p>
            <a:endParaRPr lang="zh-CN" altLang="en-US" dirty="0"/>
          </a:p>
          <a:p>
            <a:r>
              <a:rPr lang="en-US" altLang="zh-CN" dirty="0"/>
              <a:t>A. </a:t>
            </a:r>
            <a:r>
              <a:rPr lang="zh-CN" altLang="en-US" dirty="0"/>
              <a:t>新的会议方法可以激发团队的热情</a:t>
            </a:r>
          </a:p>
          <a:p>
            <a:r>
              <a:rPr lang="en-US" altLang="zh-CN" dirty="0"/>
              <a:t>B. </a:t>
            </a:r>
            <a:r>
              <a:rPr lang="zh-CN" altLang="en-US" dirty="0"/>
              <a:t>可以放大迭代会议的正面作用，以此减少回顾会议的次数</a:t>
            </a:r>
          </a:p>
          <a:p>
            <a:r>
              <a:rPr lang="en-US" altLang="zh-CN" dirty="0"/>
              <a:t>C. </a:t>
            </a:r>
            <a:r>
              <a:rPr lang="zh-CN" altLang="en-US" dirty="0"/>
              <a:t>可以掌握迭代过程的改进状况，对团队起到了帮助</a:t>
            </a:r>
          </a:p>
          <a:p>
            <a:r>
              <a:rPr lang="en-US" altLang="zh-CN" dirty="0"/>
              <a:t>D. </a:t>
            </a:r>
            <a:r>
              <a:rPr lang="zh-CN" altLang="en-US" dirty="0"/>
              <a:t>使用新方式对进展计划有积极的影响</a:t>
            </a:r>
          </a:p>
          <a:p>
            <a:endParaRPr lang="zh-CN" altLang="en-US" dirty="0"/>
          </a:p>
        </p:txBody>
      </p:sp>
    </p:spTree>
    <p:extLst>
      <p:ext uri="{BB962C8B-B14F-4D97-AF65-F5344CB8AC3E}">
        <p14:creationId xmlns:p14="http://schemas.microsoft.com/office/powerpoint/2010/main" val="385141130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4AA6C52A-F0AE-BC70-B178-3F498804DF42}"/>
              </a:ext>
            </a:extLst>
          </p:cNvPr>
          <p:cNvSpPr>
            <a:spLocks noGrp="1"/>
          </p:cNvSpPr>
          <p:nvPr>
            <p:ph type="body" sz="quarter" idx="10"/>
          </p:nvPr>
        </p:nvSpPr>
        <p:spPr>
          <a:xfrm>
            <a:off x="3219345" y="1629000"/>
            <a:ext cx="8640000" cy="3600000"/>
          </a:xfrm>
        </p:spPr>
        <p:txBody>
          <a:bodyPr/>
          <a:lstStyle/>
          <a:p>
            <a:r>
              <a:rPr lang="zh-CN" altLang="en-US" dirty="0"/>
              <a:t>敏捷从业人员及项目干系人所采用的敏捷方法，均以敏捷宣言和敏捷原则为敏捷项目工作的指导。关于敏捷方法，以下哪一项是项目干系人可以获得的主要好处？</a:t>
            </a:r>
            <a:endParaRPr lang="en-US" altLang="zh-CN" dirty="0"/>
          </a:p>
          <a:p>
            <a:endParaRPr lang="zh-CN" altLang="en-US" dirty="0"/>
          </a:p>
          <a:p>
            <a:r>
              <a:rPr lang="en-US" altLang="zh-CN" dirty="0"/>
              <a:t>A. </a:t>
            </a:r>
            <a:r>
              <a:rPr lang="zh-CN" altLang="en-US" dirty="0"/>
              <a:t>可以更加关注项目本身并减少形式化的会议，从而更好的把控项目风险</a:t>
            </a:r>
          </a:p>
          <a:p>
            <a:r>
              <a:rPr lang="en-US" altLang="zh-CN" dirty="0"/>
              <a:t>B. </a:t>
            </a:r>
            <a:r>
              <a:rPr lang="zh-CN" altLang="en-US" dirty="0"/>
              <a:t>不需要遵循变更管理流程并且对于需求变更可以在每日站会中直接添加</a:t>
            </a:r>
          </a:p>
          <a:p>
            <a:r>
              <a:rPr lang="en-US" altLang="zh-CN" dirty="0"/>
              <a:t>C. </a:t>
            </a:r>
            <a:r>
              <a:rPr lang="zh-CN" altLang="en-US" dirty="0"/>
              <a:t>尽早持续地交付有价值的软件，提高可视性和频繁适应的机会</a:t>
            </a:r>
          </a:p>
          <a:p>
            <a:r>
              <a:rPr lang="en-US" altLang="zh-CN" dirty="0"/>
              <a:t>D. </a:t>
            </a:r>
            <a:r>
              <a:rPr lang="zh-CN" altLang="en-US" dirty="0"/>
              <a:t>可以在迭代中考虑客户的商业需求并减少优先级的变更程序，以便使团队更好的履行承诺</a:t>
            </a:r>
          </a:p>
        </p:txBody>
      </p:sp>
    </p:spTree>
    <p:extLst>
      <p:ext uri="{BB962C8B-B14F-4D97-AF65-F5344CB8AC3E}">
        <p14:creationId xmlns:p14="http://schemas.microsoft.com/office/powerpoint/2010/main" val="315188301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249B2C71-C28C-6A07-30A2-2C8134BB9144}"/>
              </a:ext>
            </a:extLst>
          </p:cNvPr>
          <p:cNvSpPr>
            <a:spLocks noGrp="1"/>
          </p:cNvSpPr>
          <p:nvPr>
            <p:ph type="body" sz="quarter" idx="10"/>
          </p:nvPr>
        </p:nvSpPr>
        <p:spPr>
          <a:xfrm>
            <a:off x="3219345" y="1629000"/>
            <a:ext cx="8640000" cy="3600000"/>
          </a:xfrm>
        </p:spPr>
        <p:txBody>
          <a:bodyPr/>
          <a:lstStyle/>
          <a:p>
            <a:r>
              <a:rPr lang="zh-CN" altLang="en-US" dirty="0"/>
              <a:t>项目经理接管了公司的的一个由关键相关方、主题专家（</a:t>
            </a:r>
            <a:r>
              <a:rPr lang="en-US" altLang="zh-CN" dirty="0"/>
              <a:t>SME</a:t>
            </a:r>
            <a:r>
              <a:rPr lang="zh-CN" altLang="en-US" dirty="0"/>
              <a:t>）和高级开发人员组成的负责现有软件项目的精益团队。在与团队一起审查项目状态时，项目经理发现团队似乎缺乏方向和热情。项目经理应该做什么？</a:t>
            </a:r>
            <a:endParaRPr lang="en-US" altLang="zh-CN" dirty="0"/>
          </a:p>
          <a:p>
            <a:endParaRPr lang="zh-CN" altLang="en-US" dirty="0"/>
          </a:p>
          <a:p>
            <a:r>
              <a:rPr lang="en-US" altLang="zh-CN" dirty="0"/>
              <a:t>A. </a:t>
            </a:r>
            <a:r>
              <a:rPr lang="zh-CN" altLang="en-US" dirty="0"/>
              <a:t>与项目发起人会面并提出项目的纠正措施</a:t>
            </a:r>
          </a:p>
          <a:p>
            <a:r>
              <a:rPr lang="en-US" altLang="zh-CN" dirty="0"/>
              <a:t>B. </a:t>
            </a:r>
            <a:r>
              <a:rPr lang="zh-CN" altLang="en-US" dirty="0"/>
              <a:t>确保每个人都按计划执行分配的任务</a:t>
            </a:r>
          </a:p>
          <a:p>
            <a:r>
              <a:rPr lang="en-US" altLang="zh-CN" dirty="0"/>
              <a:t>C. </a:t>
            </a:r>
            <a:r>
              <a:rPr lang="zh-CN" altLang="en-US" dirty="0"/>
              <a:t>鼓励参与决策并赋予团队权力</a:t>
            </a:r>
          </a:p>
          <a:p>
            <a:r>
              <a:rPr lang="en-US" altLang="zh-CN" dirty="0"/>
              <a:t>D. </a:t>
            </a:r>
            <a:r>
              <a:rPr lang="zh-CN" altLang="en-US" dirty="0"/>
              <a:t>组织频繁的团队建设会议并更新风险登记册</a:t>
            </a:r>
          </a:p>
        </p:txBody>
      </p:sp>
    </p:spTree>
    <p:extLst>
      <p:ext uri="{BB962C8B-B14F-4D97-AF65-F5344CB8AC3E}">
        <p14:creationId xmlns:p14="http://schemas.microsoft.com/office/powerpoint/2010/main" val="13382106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4A54B-9660-D284-8044-7F5214261DF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27200D4-339F-36C7-A39A-BD843D4E3CFF}"/>
              </a:ext>
            </a:extLst>
          </p:cNvPr>
          <p:cNvSpPr>
            <a:spLocks noGrp="1"/>
          </p:cNvSpPr>
          <p:nvPr>
            <p:ph type="title"/>
          </p:nvPr>
        </p:nvSpPr>
        <p:spPr/>
        <p:txBody>
          <a:bodyPr/>
          <a:lstStyle/>
          <a:p>
            <a:r>
              <a:rPr lang="en-US" altLang="zh-CN" dirty="0"/>
              <a:t>Why</a:t>
            </a:r>
            <a:endParaRPr lang="zh-CN" altLang="en-US" dirty="0"/>
          </a:p>
        </p:txBody>
      </p:sp>
      <p:graphicFrame>
        <p:nvGraphicFramePr>
          <p:cNvPr id="4" name="内容占位符 3">
            <a:extLst>
              <a:ext uri="{FF2B5EF4-FFF2-40B4-BE49-F238E27FC236}">
                <a16:creationId xmlns:a16="http://schemas.microsoft.com/office/drawing/2014/main" id="{50B29EFD-80F3-C708-D8FC-5228496CACD3}"/>
              </a:ext>
            </a:extLst>
          </p:cNvPr>
          <p:cNvGraphicFramePr>
            <a:graphicFrameLocks noGrp="1"/>
          </p:cNvGraphicFramePr>
          <p:nvPr>
            <p:ph idx="1"/>
            <p:extLst>
              <p:ext uri="{D42A27DB-BD31-4B8C-83A1-F6EECF244321}">
                <p14:modId xmlns:p14="http://schemas.microsoft.com/office/powerpoint/2010/main" val="3826695095"/>
              </p:ext>
            </p:extLst>
          </p:nvPr>
        </p:nvGraphicFramePr>
        <p:xfrm>
          <a:off x="695325" y="1079500"/>
          <a:ext cx="10801350" cy="51117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0700706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A9DC62-21FF-F519-85C9-A37C079EBACB}"/>
              </a:ext>
            </a:extLst>
          </p:cNvPr>
          <p:cNvSpPr>
            <a:spLocks noGrp="1"/>
          </p:cNvSpPr>
          <p:nvPr>
            <p:ph type="title"/>
          </p:nvPr>
        </p:nvSpPr>
        <p:spPr/>
        <p:txBody>
          <a:bodyPr/>
          <a:lstStyle/>
          <a:p>
            <a:r>
              <a:rPr lang="zh-CN" altLang="en-US" dirty="0"/>
              <a:t>说明 </a:t>
            </a:r>
            <a:r>
              <a:rPr lang="en-US" altLang="zh-CN" dirty="0"/>
              <a:t>Tips</a:t>
            </a:r>
            <a:endParaRPr lang="zh-CN" altLang="en-US" dirty="0"/>
          </a:p>
        </p:txBody>
      </p:sp>
      <p:sp>
        <p:nvSpPr>
          <p:cNvPr id="3" name="内容占位符 2">
            <a:extLst>
              <a:ext uri="{FF2B5EF4-FFF2-40B4-BE49-F238E27FC236}">
                <a16:creationId xmlns:a16="http://schemas.microsoft.com/office/drawing/2014/main" id="{2D45C9DF-8123-5E2E-3F6D-859FF846E852}"/>
              </a:ext>
            </a:extLst>
          </p:cNvPr>
          <p:cNvSpPr>
            <a:spLocks noGrp="1"/>
          </p:cNvSpPr>
          <p:nvPr>
            <p:ph idx="1"/>
          </p:nvPr>
        </p:nvSpPr>
        <p:spPr/>
        <p:txBody>
          <a:bodyPr/>
          <a:lstStyle/>
          <a:p>
            <a:r>
              <a:rPr lang="zh-CN" altLang="en-US" dirty="0"/>
              <a:t>不太适合确定性工作</a:t>
            </a:r>
            <a:endParaRPr lang="en-US" altLang="zh-CN" dirty="0"/>
          </a:p>
          <a:p>
            <a:pPr lvl="1"/>
            <a:r>
              <a:rPr lang="zh-CN" altLang="en-US" dirty="0"/>
              <a:t>基建</a:t>
            </a:r>
          </a:p>
        </p:txBody>
      </p:sp>
    </p:spTree>
    <p:extLst>
      <p:ext uri="{BB962C8B-B14F-4D97-AF65-F5344CB8AC3E}">
        <p14:creationId xmlns:p14="http://schemas.microsoft.com/office/powerpoint/2010/main" val="331248615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696000" y="360000"/>
            <a:ext cx="10800000" cy="424732"/>
          </a:xfrm>
        </p:spPr>
        <p:txBody>
          <a:bodyPr/>
          <a:lstStyle/>
          <a:p>
            <a:r>
              <a:rPr lang="zh-CN" altLang="en-US" dirty="0"/>
              <a:t>甘特图 </a:t>
            </a:r>
            <a:r>
              <a:rPr lang="en-US" altLang="zh-CN" dirty="0"/>
              <a:t>Gantt Chart</a:t>
            </a:r>
            <a:endParaRPr lang="zh-CN" altLang="en-US" dirty="0"/>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1080000"/>
            <a:ext cx="10800000" cy="5112000"/>
          </a:xfrm>
        </p:spPr>
        <p:txBody>
          <a:bodyPr/>
          <a:lstStyle/>
          <a:p>
            <a:r>
              <a:rPr lang="zh-CN" altLang="en-US" dirty="0"/>
              <a:t>甘特图是一种条形图，用于展示项目进度计划以及每个任务的开始时间和结束时间。它帮助团队成员了解项目的时间安排、任务之间的依赖关系以及整个项目的进展情况</a:t>
            </a:r>
          </a:p>
          <a:p>
            <a:r>
              <a:rPr lang="zh-CN" altLang="en-US" dirty="0"/>
              <a:t>特点：</a:t>
            </a:r>
          </a:p>
          <a:p>
            <a:pPr lvl="1"/>
            <a:r>
              <a:rPr lang="zh-CN" altLang="en-US" dirty="0"/>
              <a:t>显示每个任务的起止日期</a:t>
            </a:r>
          </a:p>
          <a:p>
            <a:pPr lvl="1"/>
            <a:r>
              <a:rPr lang="zh-CN" altLang="en-US" dirty="0"/>
              <a:t>可以清晰地看到任务之间的重叠和依赖关系</a:t>
            </a:r>
          </a:p>
          <a:p>
            <a:pPr lvl="1"/>
            <a:r>
              <a:rPr lang="zh-CN" altLang="en-US" dirty="0"/>
              <a:t>帮助项目经理监控项目进度，并根据需要调整资源分配</a:t>
            </a:r>
          </a:p>
          <a:p>
            <a:endParaRPr lang="zh-CN" altLang="en-US" dirty="0"/>
          </a:p>
        </p:txBody>
      </p:sp>
    </p:spTree>
    <p:extLst>
      <p:ext uri="{BB962C8B-B14F-4D97-AF65-F5344CB8AC3E}">
        <p14:creationId xmlns:p14="http://schemas.microsoft.com/office/powerpoint/2010/main" val="316785549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8376403-9490-E546-9A60-15472BC68971}"/>
              </a:ext>
            </a:extLst>
          </p:cNvPr>
          <p:cNvSpPr>
            <a:spLocks noGrp="1"/>
          </p:cNvSpPr>
          <p:nvPr>
            <p:ph type="title"/>
          </p:nvPr>
        </p:nvSpPr>
        <p:spPr>
          <a:xfrm>
            <a:off x="696000" y="360000"/>
            <a:ext cx="10800000" cy="424732"/>
          </a:xfrm>
        </p:spPr>
        <p:txBody>
          <a:bodyPr/>
          <a:lstStyle/>
          <a:p>
            <a:r>
              <a:rPr lang="zh-CN" altLang="en-US" dirty="0"/>
              <a:t>鱼骨图 </a:t>
            </a:r>
            <a:r>
              <a:rPr lang="en-US" altLang="zh-CN" dirty="0"/>
              <a:t>Fishbone Diagram</a:t>
            </a:r>
            <a:endParaRPr lang="zh-CN" altLang="en-US" dirty="0"/>
          </a:p>
        </p:txBody>
      </p:sp>
      <p:sp>
        <p:nvSpPr>
          <p:cNvPr id="3" name="内容占位符 2">
            <a:extLst>
              <a:ext uri="{FF2B5EF4-FFF2-40B4-BE49-F238E27FC236}">
                <a16:creationId xmlns:a16="http://schemas.microsoft.com/office/drawing/2014/main" id="{41920068-70E0-6FFB-2FD8-C740C5268823}"/>
              </a:ext>
            </a:extLst>
          </p:cNvPr>
          <p:cNvSpPr>
            <a:spLocks noGrp="1"/>
          </p:cNvSpPr>
          <p:nvPr>
            <p:ph idx="1"/>
          </p:nvPr>
        </p:nvSpPr>
        <p:spPr>
          <a:xfrm>
            <a:off x="696000" y="1080000"/>
            <a:ext cx="10800000" cy="5112000"/>
          </a:xfrm>
        </p:spPr>
        <p:txBody>
          <a:bodyPr/>
          <a:lstStyle/>
          <a:p>
            <a:r>
              <a:rPr lang="zh-CN" altLang="en-US" dirty="0"/>
              <a:t>发明者 </a:t>
            </a:r>
            <a:r>
              <a:rPr lang="en-US" altLang="zh-CN" dirty="0"/>
              <a:t>Kaoru Ishikawa</a:t>
            </a:r>
            <a:endParaRPr lang="zh-CN" altLang="en-US" dirty="0"/>
          </a:p>
          <a:p>
            <a:r>
              <a:rPr lang="zh-CN" altLang="en-US" dirty="0"/>
              <a:t>也称因果图、石川图</a:t>
            </a:r>
            <a:endParaRPr lang="en-US" altLang="zh-CN" dirty="0"/>
          </a:p>
          <a:p>
            <a:r>
              <a:rPr lang="zh-CN" altLang="en-US" dirty="0"/>
              <a:t>主要用于分析问题的根本原因、缺陷，进而推动质量改进</a:t>
            </a:r>
            <a:endParaRPr lang="en-US" altLang="zh-CN" dirty="0"/>
          </a:p>
          <a:p>
            <a:r>
              <a:rPr lang="zh-CN" altLang="en-US" dirty="0"/>
              <a:t>通过图形化的方式展示可能导致特定结果的各种因素，有助于识别问题的核心所在</a:t>
            </a:r>
            <a:endParaRPr lang="en-US" altLang="zh-CN" dirty="0"/>
          </a:p>
          <a:p>
            <a:r>
              <a:rPr lang="zh-CN" altLang="en-US" dirty="0"/>
              <a:t>特点：</a:t>
            </a:r>
          </a:p>
          <a:p>
            <a:pPr lvl="1" algn="l"/>
            <a:r>
              <a:rPr lang="zh-CN" altLang="en-US" dirty="0"/>
              <a:t>图形呈现为鱼骨形状，问题或效果放在“鱼头”位置，“鱼骨”代表主要类别原因</a:t>
            </a:r>
          </a:p>
          <a:p>
            <a:pPr lvl="1"/>
            <a:r>
              <a:rPr lang="zh-CN" altLang="en-US" dirty="0"/>
              <a:t>每个主要原因下还可以细分出多个子原因</a:t>
            </a:r>
          </a:p>
          <a:p>
            <a:pPr lvl="1"/>
            <a:r>
              <a:rPr lang="zh-CN" altLang="en-US" dirty="0"/>
              <a:t>帮助团队系统性思考，避免遗漏重要因素</a:t>
            </a:r>
          </a:p>
          <a:p>
            <a:endParaRPr lang="zh-CN" altLang="en-US" dirty="0"/>
          </a:p>
        </p:txBody>
      </p:sp>
    </p:spTree>
    <p:extLst>
      <p:ext uri="{BB962C8B-B14F-4D97-AF65-F5344CB8AC3E}">
        <p14:creationId xmlns:p14="http://schemas.microsoft.com/office/powerpoint/2010/main" val="15522873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218DEFB-22F7-9D90-1F62-D95C82EE4E46}"/>
              </a:ext>
            </a:extLst>
          </p:cNvPr>
          <p:cNvSpPr>
            <a:spLocks noGrp="1"/>
          </p:cNvSpPr>
          <p:nvPr>
            <p:ph type="title"/>
          </p:nvPr>
        </p:nvSpPr>
        <p:spPr>
          <a:xfrm>
            <a:off x="696000" y="360000"/>
            <a:ext cx="10800000" cy="424732"/>
          </a:xfrm>
        </p:spPr>
        <p:txBody>
          <a:bodyPr/>
          <a:lstStyle/>
          <a:p>
            <a:r>
              <a:rPr lang="en-US" altLang="zh-CN" dirty="0"/>
              <a:t>PERT</a:t>
            </a:r>
            <a:endParaRPr lang="zh-CN" altLang="en-US" dirty="0"/>
          </a:p>
        </p:txBody>
      </p:sp>
      <p:sp>
        <p:nvSpPr>
          <p:cNvPr id="3" name="内容占位符 2">
            <a:extLst>
              <a:ext uri="{FF2B5EF4-FFF2-40B4-BE49-F238E27FC236}">
                <a16:creationId xmlns:a16="http://schemas.microsoft.com/office/drawing/2014/main" id="{F48CDA7E-69B1-74ED-652B-B59DD3BDC07F}"/>
              </a:ext>
            </a:extLst>
          </p:cNvPr>
          <p:cNvSpPr>
            <a:spLocks noGrp="1"/>
          </p:cNvSpPr>
          <p:nvPr>
            <p:ph idx="1"/>
          </p:nvPr>
        </p:nvSpPr>
        <p:spPr>
          <a:xfrm>
            <a:off x="696000" y="1080000"/>
            <a:ext cx="10800000" cy="5112000"/>
          </a:xfrm>
        </p:spPr>
        <p:txBody>
          <a:bodyPr/>
          <a:lstStyle/>
          <a:p>
            <a:pPr algn="just"/>
            <a:r>
              <a:rPr lang="en-US" altLang="zh-CN" dirty="0"/>
              <a:t>Program Evaluation and Review Technique</a:t>
            </a:r>
          </a:p>
          <a:p>
            <a:pPr algn="just"/>
            <a:r>
              <a:rPr lang="zh-CN" altLang="en-US" dirty="0"/>
              <a:t>用于项目管理的统计工具，旨在分析并表示完成项目所需活动的时间。它特别适用于不确定性强、复杂度高的项目</a:t>
            </a:r>
            <a:endParaRPr lang="en-US" altLang="zh-CN" dirty="0"/>
          </a:p>
          <a:p>
            <a:pPr lvl="1" algn="just"/>
            <a:r>
              <a:rPr lang="zh-CN" altLang="en-US" dirty="0"/>
              <a:t>由节点（事件）和箭线（活动）组成，用来显示项目中的关键路径和活动间的逻辑关系</a:t>
            </a:r>
          </a:p>
          <a:p>
            <a:pPr lvl="1" algn="just"/>
            <a:r>
              <a:rPr lang="zh-CN" altLang="en-US" dirty="0"/>
              <a:t>可以计算出项目的最短完成时间，同时也能识别出哪些活动是决定项目进度的关键</a:t>
            </a:r>
          </a:p>
          <a:p>
            <a:pPr lvl="1" algn="just"/>
            <a:r>
              <a:rPr lang="zh-CN" altLang="en-US" dirty="0"/>
              <a:t>除了时间估计外，</a:t>
            </a:r>
            <a:r>
              <a:rPr lang="en-US" altLang="zh-CN" dirty="0"/>
              <a:t>PERT</a:t>
            </a:r>
            <a:r>
              <a:rPr lang="zh-CN" altLang="en-US" dirty="0"/>
              <a:t>还考虑了活动时间的不确定性，通常会给出乐观时间、悲观时间和最可能时间三个估计值</a:t>
            </a:r>
            <a:endParaRPr lang="en-US" altLang="zh-CN" dirty="0"/>
          </a:p>
          <a:p>
            <a:pPr algn="just"/>
            <a:endParaRPr lang="zh-CN" altLang="en-US" dirty="0"/>
          </a:p>
        </p:txBody>
      </p:sp>
    </p:spTree>
    <p:extLst>
      <p:ext uri="{BB962C8B-B14F-4D97-AF65-F5344CB8AC3E}">
        <p14:creationId xmlns:p14="http://schemas.microsoft.com/office/powerpoint/2010/main" val="55266595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8BE83240-F34C-EE8D-6ED2-9835BC2A70C2}"/>
              </a:ext>
            </a:extLst>
          </p:cNvPr>
          <p:cNvPicPr>
            <a:picLocks noGrp="1" noChangeAspect="1"/>
          </p:cNvPicPr>
          <p:nvPr>
            <p:ph type="pic" sz="quarter" idx="10"/>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4077578" y="3498981"/>
            <a:ext cx="7262228" cy="1440000"/>
          </a:xfrm>
        </p:spPr>
        <p:txBody>
          <a:bodyPr/>
          <a:lstStyle/>
          <a:p>
            <a:r>
              <a:rPr lang="zh-CN" altLang="en-US" dirty="0"/>
              <a:t>项目启动</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4077578" y="4938981"/>
            <a:ext cx="7262228" cy="900000"/>
          </a:xfrm>
        </p:spPr>
        <p:txBody>
          <a:bodyPr/>
          <a:lstStyle/>
          <a:p>
            <a:r>
              <a:rPr lang="en-US" altLang="zh-CN"/>
              <a:t>Section 2 Project Initial</a:t>
            </a:r>
            <a:endParaRPr lang="zh-CN" altLang="en-US" dirty="0"/>
          </a:p>
        </p:txBody>
      </p:sp>
      <p:sp>
        <p:nvSpPr>
          <p:cNvPr id="12" name="文本占位符 11">
            <a:extLst>
              <a:ext uri="{FF2B5EF4-FFF2-40B4-BE49-F238E27FC236}">
                <a16:creationId xmlns:a16="http://schemas.microsoft.com/office/drawing/2014/main" id="{9E1379CE-8EB7-A38A-6BA6-B0E8A297D768}"/>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306378714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p:txBody>
          <a:bodyPr/>
          <a:lstStyle/>
          <a:p>
            <a:r>
              <a:rPr lang="zh-CN" altLang="en-US" dirty="0"/>
              <a:t>项目立项</a:t>
            </a:r>
          </a:p>
        </p:txBody>
      </p:sp>
      <p:graphicFrame>
        <p:nvGraphicFramePr>
          <p:cNvPr id="5" name="内容占位符 4">
            <a:extLst>
              <a:ext uri="{FF2B5EF4-FFF2-40B4-BE49-F238E27FC236}">
                <a16:creationId xmlns:a16="http://schemas.microsoft.com/office/drawing/2014/main" id="{12C36420-A424-77D6-621A-D04A292ACD78}"/>
              </a:ext>
            </a:extLst>
          </p:cNvPr>
          <p:cNvGraphicFramePr>
            <a:graphicFrameLocks noGrp="1"/>
          </p:cNvGraphicFramePr>
          <p:nvPr>
            <p:ph idx="1"/>
            <p:extLst>
              <p:ext uri="{D42A27DB-BD31-4B8C-83A1-F6EECF244321}">
                <p14:modId xmlns:p14="http://schemas.microsoft.com/office/powerpoint/2010/main" val="1639392780"/>
              </p:ext>
            </p:extLst>
          </p:nvPr>
        </p:nvGraphicFramePr>
        <p:xfrm>
          <a:off x="695325" y="1079500"/>
          <a:ext cx="10801350" cy="51117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文本占位符 3">
            <a:extLst>
              <a:ext uri="{FF2B5EF4-FFF2-40B4-BE49-F238E27FC236}">
                <a16:creationId xmlns:a16="http://schemas.microsoft.com/office/drawing/2014/main" id="{B6D71E73-4956-C37C-F345-D2CF70C1D52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68080660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5B7F240-D09C-F38F-0212-5644545CFE9C}"/>
              </a:ext>
            </a:extLst>
          </p:cNvPr>
          <p:cNvSpPr>
            <a:spLocks noGrp="1"/>
          </p:cNvSpPr>
          <p:nvPr>
            <p:ph type="title"/>
          </p:nvPr>
        </p:nvSpPr>
        <p:spPr/>
        <p:txBody>
          <a:bodyPr/>
          <a:lstStyle/>
          <a:p>
            <a:r>
              <a:rPr lang="zh-CN" altLang="en-US" dirty="0"/>
              <a:t>项目立项</a:t>
            </a:r>
          </a:p>
        </p:txBody>
      </p:sp>
      <p:sp>
        <p:nvSpPr>
          <p:cNvPr id="3" name="内容占位符 2">
            <a:extLst>
              <a:ext uri="{FF2B5EF4-FFF2-40B4-BE49-F238E27FC236}">
                <a16:creationId xmlns:a16="http://schemas.microsoft.com/office/drawing/2014/main" id="{F94F7075-1E32-86B3-5040-DBDB86A6F1A6}"/>
              </a:ext>
            </a:extLst>
          </p:cNvPr>
          <p:cNvSpPr>
            <a:spLocks noGrp="1"/>
          </p:cNvSpPr>
          <p:nvPr>
            <p:ph idx="1"/>
          </p:nvPr>
        </p:nvSpPr>
        <p:spPr/>
        <p:txBody>
          <a:bodyPr/>
          <a:lstStyle/>
          <a:p>
            <a:r>
              <a:rPr lang="zh-CN" altLang="en-US" dirty="0"/>
              <a:t>项目建议</a:t>
            </a:r>
            <a:endParaRPr lang="en-US" altLang="zh-CN" dirty="0"/>
          </a:p>
          <a:p>
            <a:pPr lvl="1"/>
            <a:r>
              <a:rPr lang="zh-CN" altLang="en-US" dirty="0"/>
              <a:t>非必须</a:t>
            </a:r>
            <a:endParaRPr lang="en-US" altLang="zh-CN" dirty="0"/>
          </a:p>
          <a:p>
            <a:r>
              <a:rPr lang="zh-CN" altLang="en-US" dirty="0"/>
              <a:t>项目可行性分析</a:t>
            </a:r>
            <a:endParaRPr lang="en-US" altLang="zh-CN" dirty="0"/>
          </a:p>
          <a:p>
            <a:pPr lvl="1"/>
            <a:r>
              <a:rPr lang="zh-CN" altLang="en-US" dirty="0"/>
              <a:t>投资</a:t>
            </a:r>
            <a:endParaRPr lang="en-US" altLang="zh-CN" dirty="0"/>
          </a:p>
          <a:p>
            <a:pPr lvl="1"/>
            <a:r>
              <a:rPr lang="zh-CN" altLang="en-US" dirty="0"/>
              <a:t>技术</a:t>
            </a:r>
            <a:endParaRPr lang="en-US" altLang="zh-CN" dirty="0"/>
          </a:p>
          <a:p>
            <a:pPr lvl="1"/>
            <a:r>
              <a:rPr lang="zh-CN" altLang="en-US" dirty="0"/>
              <a:t>财务</a:t>
            </a:r>
            <a:endParaRPr lang="en-US" altLang="zh-CN" dirty="0"/>
          </a:p>
          <a:p>
            <a:pPr lvl="1"/>
            <a:r>
              <a:rPr lang="zh-CN" altLang="en-US" dirty="0"/>
              <a:t>组织</a:t>
            </a:r>
            <a:endParaRPr lang="en-US" altLang="zh-CN" dirty="0"/>
          </a:p>
          <a:p>
            <a:pPr lvl="1"/>
            <a:r>
              <a:rPr lang="zh-CN" altLang="en-US" dirty="0"/>
              <a:t>经济</a:t>
            </a:r>
            <a:endParaRPr lang="en-US" altLang="zh-CN" dirty="0"/>
          </a:p>
          <a:p>
            <a:pPr lvl="1"/>
            <a:r>
              <a:rPr lang="zh-CN" altLang="en-US" dirty="0"/>
              <a:t>社会</a:t>
            </a:r>
            <a:endParaRPr lang="en-US" altLang="zh-CN" dirty="0"/>
          </a:p>
          <a:p>
            <a:pPr lvl="1"/>
            <a:r>
              <a:rPr lang="zh-CN" altLang="en-US" dirty="0"/>
              <a:t>风险因素及对策</a:t>
            </a:r>
            <a:endParaRPr lang="en-US" altLang="zh-CN" dirty="0"/>
          </a:p>
          <a:p>
            <a:r>
              <a:rPr lang="zh-CN" altLang="en-US" dirty="0"/>
              <a:t>项目审批</a:t>
            </a:r>
            <a:endParaRPr lang="en-US" altLang="zh-CN" dirty="0"/>
          </a:p>
          <a:p>
            <a:r>
              <a:rPr lang="zh-CN" altLang="en-US" dirty="0"/>
              <a:t>项目招投标</a:t>
            </a:r>
            <a:endParaRPr lang="en-US" altLang="zh-CN" dirty="0"/>
          </a:p>
          <a:p>
            <a:r>
              <a:rPr lang="zh-CN" altLang="en-US" dirty="0"/>
              <a:t>项目合同谈判与签订</a:t>
            </a:r>
          </a:p>
        </p:txBody>
      </p:sp>
      <p:sp>
        <p:nvSpPr>
          <p:cNvPr id="4" name="文本占位符 3">
            <a:extLst>
              <a:ext uri="{FF2B5EF4-FFF2-40B4-BE49-F238E27FC236}">
                <a16:creationId xmlns:a16="http://schemas.microsoft.com/office/drawing/2014/main" id="{7ACCCC63-04DE-AEB9-63A7-A7A223095B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66322911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695998" y="360000"/>
            <a:ext cx="7200000" cy="424732"/>
          </a:xfrm>
        </p:spPr>
        <p:txBody>
          <a:bodyPr/>
          <a:lstStyle/>
          <a:p>
            <a:r>
              <a:rPr lang="zh-CN" altLang="en-US" dirty="0"/>
              <a:t>项目章程 </a:t>
            </a:r>
            <a:r>
              <a:rPr lang="en-US" altLang="zh-CN" dirty="0"/>
              <a:t>Charter</a:t>
            </a:r>
            <a:endParaRPr lang="zh-CN" altLang="en-US" dirty="0"/>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1080000"/>
            <a:ext cx="10800000" cy="5112000"/>
          </a:xfrm>
        </p:spPr>
        <p:txBody>
          <a:bodyPr/>
          <a:lstStyle/>
          <a:p>
            <a:r>
              <a:rPr lang="zh-CN" altLang="en-US" dirty="0"/>
              <a:t>项目正式启动</a:t>
            </a:r>
            <a:endParaRPr lang="en-US" altLang="zh-CN" dirty="0"/>
          </a:p>
          <a:p>
            <a:r>
              <a:rPr lang="zh-CN" altLang="en-US" dirty="0"/>
              <a:t>由高层签发及修改</a:t>
            </a:r>
            <a:endParaRPr lang="en-US" altLang="zh-CN" dirty="0"/>
          </a:p>
          <a:p>
            <a:pPr lvl="1"/>
            <a:r>
              <a:rPr lang="zh-CN" altLang="en-US" dirty="0"/>
              <a:t>谁签发谁修改</a:t>
            </a:r>
            <a:endParaRPr lang="en-US" altLang="zh-CN" dirty="0"/>
          </a:p>
          <a:p>
            <a:pPr lvl="1"/>
            <a:r>
              <a:rPr lang="zh-CN" altLang="en-US" dirty="0"/>
              <a:t>不是频繁修改</a:t>
            </a:r>
            <a:endParaRPr lang="en-US" altLang="zh-CN" dirty="0"/>
          </a:p>
          <a:p>
            <a:r>
              <a:rPr lang="zh-CN" altLang="en-US" dirty="0"/>
              <a:t>授权项目经理执行</a:t>
            </a:r>
          </a:p>
        </p:txBody>
      </p:sp>
      <p:sp>
        <p:nvSpPr>
          <p:cNvPr id="7" name="文本占位符 6">
            <a:extLst>
              <a:ext uri="{FF2B5EF4-FFF2-40B4-BE49-F238E27FC236}">
                <a16:creationId xmlns:a16="http://schemas.microsoft.com/office/drawing/2014/main" id="{D06C5AC6-BD22-8DD4-FEE6-384411EBA0A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54778176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DFC3EDA-9768-DDBE-9C6A-8D7269605BCF}"/>
              </a:ext>
            </a:extLst>
          </p:cNvPr>
          <p:cNvSpPr>
            <a:spLocks noGrp="1"/>
          </p:cNvSpPr>
          <p:nvPr>
            <p:ph type="title"/>
          </p:nvPr>
        </p:nvSpPr>
        <p:spPr>
          <a:xfrm>
            <a:off x="695998" y="360000"/>
            <a:ext cx="7200000" cy="424732"/>
          </a:xfrm>
        </p:spPr>
        <p:txBody>
          <a:bodyPr/>
          <a:lstStyle/>
          <a:p>
            <a:r>
              <a:rPr lang="zh-CN" altLang="en-US" dirty="0"/>
              <a:t>项目管理计划 </a:t>
            </a:r>
            <a:r>
              <a:rPr lang="en-US" altLang="zh-CN" dirty="0"/>
              <a:t>Project Management Plan</a:t>
            </a:r>
            <a:endParaRPr lang="zh-CN" altLang="en-US" dirty="0"/>
          </a:p>
        </p:txBody>
      </p:sp>
      <p:sp>
        <p:nvSpPr>
          <p:cNvPr id="3" name="内容占位符 2">
            <a:extLst>
              <a:ext uri="{FF2B5EF4-FFF2-40B4-BE49-F238E27FC236}">
                <a16:creationId xmlns:a16="http://schemas.microsoft.com/office/drawing/2014/main" id="{2F866C10-7204-6D46-CED9-05867F119F6A}"/>
              </a:ext>
            </a:extLst>
          </p:cNvPr>
          <p:cNvSpPr>
            <a:spLocks noGrp="1"/>
          </p:cNvSpPr>
          <p:nvPr>
            <p:ph idx="1"/>
          </p:nvPr>
        </p:nvSpPr>
        <p:spPr>
          <a:xfrm>
            <a:off x="696000" y="1080000"/>
            <a:ext cx="10800000" cy="5112000"/>
          </a:xfrm>
        </p:spPr>
        <p:txBody>
          <a:bodyPr/>
          <a:lstStyle/>
          <a:p>
            <a:r>
              <a:rPr lang="zh-CN" altLang="en-US" dirty="0"/>
              <a:t>项目管理计划是整合所有子计划和基准的综合性文件，用于指导项目执行、监控与收尾</a:t>
            </a:r>
            <a:endParaRPr lang="en-US" altLang="zh-CN" dirty="0"/>
          </a:p>
          <a:p>
            <a:r>
              <a:rPr lang="zh-CN" altLang="en-US" dirty="0"/>
              <a:t>不是所有项目文件都属于项目管理计划本身</a:t>
            </a:r>
          </a:p>
          <a:p>
            <a:r>
              <a:rPr lang="zh-CN" altLang="en-US" dirty="0"/>
              <a:t>包括</a:t>
            </a:r>
            <a:endParaRPr lang="en-US" altLang="zh-CN" dirty="0"/>
          </a:p>
          <a:p>
            <a:pPr lvl="1"/>
            <a:r>
              <a:rPr lang="zh-CN" altLang="en-US" dirty="0"/>
              <a:t>范围管理计划</a:t>
            </a:r>
          </a:p>
          <a:p>
            <a:pPr lvl="1"/>
            <a:r>
              <a:rPr lang="zh-CN" altLang="en-US" dirty="0"/>
              <a:t>进度管理计划</a:t>
            </a:r>
          </a:p>
          <a:p>
            <a:pPr lvl="1"/>
            <a:r>
              <a:rPr lang="zh-CN" altLang="en-US" dirty="0"/>
              <a:t>成本管理计划</a:t>
            </a:r>
          </a:p>
          <a:p>
            <a:pPr lvl="1"/>
            <a:r>
              <a:rPr lang="zh-CN" altLang="en-US" dirty="0"/>
              <a:t>风险管理计划</a:t>
            </a:r>
          </a:p>
          <a:p>
            <a:pPr lvl="1"/>
            <a:r>
              <a:rPr lang="zh-CN" altLang="en-US" dirty="0"/>
              <a:t>沟通管理计划</a:t>
            </a:r>
          </a:p>
          <a:p>
            <a:pPr lvl="1"/>
            <a:r>
              <a:rPr lang="zh-CN" altLang="en-US" dirty="0"/>
              <a:t>变更管理计划</a:t>
            </a:r>
            <a:endParaRPr lang="en-US" altLang="zh-CN" dirty="0"/>
          </a:p>
        </p:txBody>
      </p:sp>
      <p:sp>
        <p:nvSpPr>
          <p:cNvPr id="7" name="文本占位符 6">
            <a:extLst>
              <a:ext uri="{FF2B5EF4-FFF2-40B4-BE49-F238E27FC236}">
                <a16:creationId xmlns:a16="http://schemas.microsoft.com/office/drawing/2014/main" id="{2F8A4FC0-7D9F-FE82-5FFA-1CE245CEDB7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959605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BBCBF9C-99ED-69D6-03B1-A635704FD0CD}"/>
              </a:ext>
            </a:extLst>
          </p:cNvPr>
          <p:cNvSpPr>
            <a:spLocks noGrp="1"/>
          </p:cNvSpPr>
          <p:nvPr>
            <p:ph type="title"/>
          </p:nvPr>
        </p:nvSpPr>
        <p:spPr>
          <a:xfrm>
            <a:off x="696000" y="360000"/>
            <a:ext cx="10800000" cy="424732"/>
          </a:xfrm>
        </p:spPr>
        <p:txBody>
          <a:bodyPr/>
          <a:lstStyle/>
          <a:p>
            <a:r>
              <a:rPr lang="zh-CN" altLang="en-US" dirty="0"/>
              <a:t>任命项目经理 </a:t>
            </a:r>
            <a:r>
              <a:rPr lang="en-US" altLang="zh-CN" dirty="0"/>
              <a:t>- Appoint the Project Manager</a:t>
            </a:r>
            <a:endParaRPr lang="zh-CN" altLang="en-US" dirty="0"/>
          </a:p>
        </p:txBody>
      </p:sp>
      <p:sp>
        <p:nvSpPr>
          <p:cNvPr id="7" name="内容占位符 6">
            <a:extLst>
              <a:ext uri="{FF2B5EF4-FFF2-40B4-BE49-F238E27FC236}">
                <a16:creationId xmlns:a16="http://schemas.microsoft.com/office/drawing/2014/main" id="{52E20CE5-D971-5461-DEEA-328F661565E4}"/>
              </a:ext>
            </a:extLst>
          </p:cNvPr>
          <p:cNvSpPr>
            <a:spLocks noGrp="1"/>
          </p:cNvSpPr>
          <p:nvPr>
            <p:ph idx="1"/>
          </p:nvPr>
        </p:nvSpPr>
        <p:spPr/>
        <p:txBody>
          <a:bodyPr/>
          <a:lstStyle/>
          <a:p>
            <a:r>
              <a:rPr lang="zh-CN" altLang="en-US" dirty="0"/>
              <a:t>可以参与章程起草</a:t>
            </a:r>
            <a:endParaRPr lang="en-US" altLang="zh-CN" dirty="0"/>
          </a:p>
          <a:p>
            <a:r>
              <a:rPr lang="zh-CN" altLang="en-US" dirty="0"/>
              <a:t>是章程的实施者</a:t>
            </a:r>
          </a:p>
        </p:txBody>
      </p:sp>
    </p:spTree>
    <p:extLst>
      <p:ext uri="{BB962C8B-B14F-4D97-AF65-F5344CB8AC3E}">
        <p14:creationId xmlns:p14="http://schemas.microsoft.com/office/powerpoint/2010/main" val="153685802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2505AD-8CA3-EF0E-8186-DB86D75691EF}"/>
              </a:ext>
            </a:extLst>
          </p:cNvPr>
          <p:cNvSpPr>
            <a:spLocks noGrp="1"/>
          </p:cNvSpPr>
          <p:nvPr>
            <p:ph type="title"/>
          </p:nvPr>
        </p:nvSpPr>
        <p:spPr>
          <a:xfrm>
            <a:off x="696000" y="360000"/>
            <a:ext cx="10800000" cy="424732"/>
          </a:xfrm>
        </p:spPr>
        <p:txBody>
          <a:bodyPr/>
          <a:lstStyle/>
          <a:p>
            <a:r>
              <a:rPr lang="zh-CN" altLang="en-US" dirty="0"/>
              <a:t>批准业务案例 </a:t>
            </a:r>
            <a:r>
              <a:rPr lang="en-US" altLang="zh-CN" dirty="0"/>
              <a:t>- Approve the business case</a:t>
            </a:r>
            <a:endParaRPr lang="zh-CN" altLang="en-US" dirty="0"/>
          </a:p>
        </p:txBody>
      </p:sp>
      <p:sp>
        <p:nvSpPr>
          <p:cNvPr id="5" name="内容占位符 4">
            <a:extLst>
              <a:ext uri="{FF2B5EF4-FFF2-40B4-BE49-F238E27FC236}">
                <a16:creationId xmlns:a16="http://schemas.microsoft.com/office/drawing/2014/main" id="{E0A6EF37-AC6D-50F8-1949-0270CD25BF0A}"/>
              </a:ext>
            </a:extLst>
          </p:cNvPr>
          <p:cNvSpPr>
            <a:spLocks noGrp="1"/>
          </p:cNvSpPr>
          <p:nvPr>
            <p:ph idx="1"/>
          </p:nvPr>
        </p:nvSpPr>
        <p:spPr/>
        <p:txBody>
          <a:bodyPr/>
          <a:lstStyle/>
          <a:p>
            <a:r>
              <a:rPr lang="zh-CN" altLang="en-US" dirty="0"/>
              <a:t>项目章程 </a:t>
            </a:r>
            <a:r>
              <a:rPr lang="en-US" altLang="zh-CN" dirty="0"/>
              <a:t>Charter</a:t>
            </a:r>
            <a:r>
              <a:rPr lang="zh-CN" altLang="en-US" dirty="0"/>
              <a:t>：提交和批准业务案例的流程</a:t>
            </a:r>
          </a:p>
        </p:txBody>
      </p:sp>
    </p:spTree>
    <p:extLst>
      <p:ext uri="{BB962C8B-B14F-4D97-AF65-F5344CB8AC3E}">
        <p14:creationId xmlns:p14="http://schemas.microsoft.com/office/powerpoint/2010/main" val="96408595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738D6D-36C5-51F0-4BC1-CBE2733EDB51}"/>
              </a:ext>
            </a:extLst>
          </p:cNvPr>
          <p:cNvSpPr>
            <a:spLocks noGrp="1"/>
          </p:cNvSpPr>
          <p:nvPr>
            <p:ph type="title"/>
          </p:nvPr>
        </p:nvSpPr>
        <p:spPr>
          <a:xfrm>
            <a:off x="696000" y="360000"/>
            <a:ext cx="10800000" cy="424732"/>
          </a:xfrm>
        </p:spPr>
        <p:txBody>
          <a:bodyPr/>
          <a:lstStyle/>
          <a:p>
            <a:r>
              <a:rPr lang="zh-CN" altLang="en-US" dirty="0"/>
              <a:t>确定项目目标 </a:t>
            </a:r>
            <a:r>
              <a:rPr lang="en-US" altLang="zh-CN" dirty="0"/>
              <a:t>- Identify Project Objectives</a:t>
            </a:r>
            <a:endParaRPr lang="zh-CN" altLang="en-US" dirty="0"/>
          </a:p>
        </p:txBody>
      </p:sp>
      <p:sp>
        <p:nvSpPr>
          <p:cNvPr id="7" name="内容占位符 6">
            <a:extLst>
              <a:ext uri="{FF2B5EF4-FFF2-40B4-BE49-F238E27FC236}">
                <a16:creationId xmlns:a16="http://schemas.microsoft.com/office/drawing/2014/main" id="{152E305E-7D2D-324D-CAD1-D078E7A0A30F}"/>
              </a:ext>
            </a:extLst>
          </p:cNvPr>
          <p:cNvSpPr>
            <a:spLocks noGrp="1"/>
          </p:cNvSpPr>
          <p:nvPr>
            <p:ph idx="1"/>
          </p:nvPr>
        </p:nvSpPr>
        <p:spPr/>
        <p:txBody>
          <a:bodyPr/>
          <a:lstStyle/>
          <a:p>
            <a:r>
              <a:rPr lang="zh-CN" altLang="en-US" dirty="0"/>
              <a:t>确定项目目标，明确项目预期成果</a:t>
            </a:r>
            <a:endParaRPr lang="en-US" altLang="zh-CN" dirty="0"/>
          </a:p>
          <a:p>
            <a:r>
              <a:rPr lang="zh-CN" altLang="en-US" dirty="0"/>
              <a:t>分析项目背景，理解项目对于公司的价值</a:t>
            </a:r>
            <a:endParaRPr lang="en-US" altLang="zh-CN" dirty="0"/>
          </a:p>
          <a:p>
            <a:r>
              <a:rPr lang="zh-CN" altLang="en-US" dirty="0"/>
              <a:t>明确项目解决的问题，评估其对公司的影响</a:t>
            </a:r>
            <a:endParaRPr lang="en-US" altLang="zh-CN" dirty="0"/>
          </a:p>
          <a:p>
            <a:r>
              <a:rPr lang="zh-CN" altLang="en-US" dirty="0"/>
              <a:t>制定项目计划，确保项目顺利进行</a:t>
            </a:r>
            <a:endParaRPr lang="en-US" altLang="zh-CN" dirty="0"/>
          </a:p>
          <a:p>
            <a:r>
              <a:rPr lang="zh-CN" altLang="en-US" dirty="0"/>
              <a:t>通过项目实施，提升公司运营效率和市场竞争力</a:t>
            </a:r>
          </a:p>
        </p:txBody>
      </p:sp>
    </p:spTree>
    <p:extLst>
      <p:ext uri="{BB962C8B-B14F-4D97-AF65-F5344CB8AC3E}">
        <p14:creationId xmlns:p14="http://schemas.microsoft.com/office/powerpoint/2010/main" val="9338446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696000" y="360000"/>
            <a:ext cx="10800000" cy="424732"/>
          </a:xfrm>
        </p:spPr>
        <p:txBody>
          <a:bodyPr/>
          <a:lstStyle/>
          <a:p>
            <a:r>
              <a:rPr lang="zh-CN" altLang="en-US" dirty="0"/>
              <a:t>定义项目范围 </a:t>
            </a:r>
            <a:r>
              <a:rPr lang="en-US" altLang="zh-CN" dirty="0"/>
              <a:t>- Define Project Scope</a:t>
            </a:r>
            <a:endParaRPr lang="zh-CN" altLang="en-US" dirty="0"/>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1080000"/>
            <a:ext cx="10800000" cy="5112000"/>
          </a:xfrm>
        </p:spPr>
        <p:txBody>
          <a:bodyPr>
            <a:normAutofit/>
          </a:bodyPr>
          <a:lstStyle/>
          <a:p>
            <a:r>
              <a:rPr lang="zh-CN" altLang="en-US" dirty="0"/>
              <a:t>工作范围 </a:t>
            </a:r>
            <a:r>
              <a:rPr lang="en-US" altLang="zh-CN" dirty="0"/>
              <a:t>SOW</a:t>
            </a:r>
          </a:p>
          <a:p>
            <a:pPr lvl="1"/>
            <a:r>
              <a:rPr lang="en-US" altLang="zh-CN" dirty="0"/>
              <a:t>Scope Of Work</a:t>
            </a:r>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当出现疑问或变更请求时，团队可以回顾工作范围，以确定请求是否在范围之内。这有助于防止范围蔓延 </a:t>
            </a:r>
            <a:r>
              <a:rPr lang="en-US" altLang="zh-CN" dirty="0"/>
              <a:t>- Scope creep</a:t>
            </a:r>
          </a:p>
          <a:p>
            <a:r>
              <a:rPr lang="zh-CN" altLang="en-US" dirty="0"/>
              <a:t>工作范围旨在</a:t>
            </a:r>
            <a:endParaRPr lang="en-US" altLang="zh-CN" dirty="0"/>
          </a:p>
          <a:p>
            <a:pPr lvl="1"/>
            <a:r>
              <a:rPr lang="zh-CN" altLang="en-US" dirty="0"/>
              <a:t>定义项目可交付成果和边界 </a:t>
            </a:r>
            <a:r>
              <a:rPr lang="en-US" altLang="zh-CN" dirty="0"/>
              <a:t>- Define project deliverables and boundaries</a:t>
            </a:r>
            <a:endParaRPr lang="zh-CN" altLang="en-US" dirty="0"/>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Tree>
    <p:extLst>
      <p:ext uri="{BB962C8B-B14F-4D97-AF65-F5344CB8AC3E}">
        <p14:creationId xmlns:p14="http://schemas.microsoft.com/office/powerpoint/2010/main" val="333427573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a:p>
            <a:r>
              <a:rPr lang="zh-CN" altLang="en-US" dirty="0"/>
              <a:t>这是不切实际的。这影响了建设预算，承包商的利润空间以及进度表。</a:t>
            </a:r>
          </a:p>
        </p:txBody>
      </p:sp>
    </p:spTree>
    <p:extLst>
      <p:ext uri="{BB962C8B-B14F-4D97-AF65-F5344CB8AC3E}">
        <p14:creationId xmlns:p14="http://schemas.microsoft.com/office/powerpoint/2010/main" val="193262370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dirty="0"/>
              <a:t>Manufacturing Project Scope Creep Example</a:t>
            </a:r>
          </a:p>
          <a:p>
            <a:endParaRPr lang="en-US" altLang="zh-CN" dirty="0"/>
          </a:p>
          <a:p>
            <a:r>
              <a:rPr lang="en-US" altLang="zh-CN" dirty="0"/>
              <a:t>A</a:t>
            </a:r>
            <a:r>
              <a:rPr lang="zh-CN" altLang="en-US" dirty="0"/>
              <a:t>到</a:t>
            </a:r>
            <a:r>
              <a:rPr lang="en-US" altLang="zh-CN" dirty="0"/>
              <a:t>B</a:t>
            </a:r>
            <a:r>
              <a:rPr lang="zh-CN" altLang="en-US" dirty="0"/>
              <a:t>制造商正准备为新产品投入生产，他们已经设计并采购了手机壳的材料</a:t>
            </a:r>
            <a:endParaRPr lang="en-US" altLang="zh-CN" dirty="0"/>
          </a:p>
          <a:p>
            <a:r>
              <a:rPr lang="zh-CN" altLang="en-US" dirty="0"/>
              <a:t>执行团队未经监督地更改了设计，想添加一个夹子，让手机壳能够挂在用户的腰带上</a:t>
            </a:r>
            <a:endParaRPr lang="en-US" altLang="zh-CN" dirty="0"/>
          </a:p>
          <a:p>
            <a:r>
              <a:rPr lang="zh-CN" altLang="en-US" dirty="0"/>
              <a:t>这将影响材料、设计和生产时间，削减预算和时间表</a:t>
            </a:r>
          </a:p>
        </p:txBody>
      </p:sp>
    </p:spTree>
    <p:extLst>
      <p:ext uri="{BB962C8B-B14F-4D97-AF65-F5344CB8AC3E}">
        <p14:creationId xmlns:p14="http://schemas.microsoft.com/office/powerpoint/2010/main" val="341106043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dirty="0"/>
              <a:t>IT Project Scope Creep Example</a:t>
            </a:r>
          </a:p>
          <a:p>
            <a:endParaRPr lang="en-US" altLang="zh-CN" dirty="0"/>
          </a:p>
          <a:p>
            <a:r>
              <a:rPr lang="zh-CN" altLang="en-US" dirty="0"/>
              <a:t>三个月内，一位项目经理负责交付一款新的软件</a:t>
            </a:r>
            <a:endParaRPr lang="en-US" altLang="zh-CN" dirty="0"/>
          </a:p>
          <a:p>
            <a:r>
              <a:rPr lang="zh-CN" altLang="en-US" dirty="0"/>
              <a:t>在规划阶段几周后，项目的赞助商增加了新的功能。在项目经理将新要求纳入项目范围后，赞助商根据项目客户的请求进行了更多更改</a:t>
            </a:r>
          </a:p>
        </p:txBody>
      </p:sp>
    </p:spTree>
    <p:extLst>
      <p:ext uri="{BB962C8B-B14F-4D97-AF65-F5344CB8AC3E}">
        <p14:creationId xmlns:p14="http://schemas.microsoft.com/office/powerpoint/2010/main" val="356792453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84E05D-698E-FFBC-5554-20FA6B56AD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8D9686-463E-E42A-A976-71CDEDC177D1}"/>
              </a:ext>
            </a:extLst>
          </p:cNvPr>
          <p:cNvSpPr>
            <a:spLocks noGrp="1"/>
          </p:cNvSpPr>
          <p:nvPr>
            <p:ph type="title"/>
          </p:nvPr>
        </p:nvSpPr>
        <p:spPr>
          <a:xfrm>
            <a:off x="696000" y="360000"/>
            <a:ext cx="10800000" cy="424732"/>
          </a:xfrm>
        </p:spPr>
        <p:txBody>
          <a:bodyPr/>
          <a:lstStyle/>
          <a:p>
            <a:r>
              <a:rPr lang="zh-CN" altLang="en-US" dirty="0"/>
              <a:t>定义项目范围 </a:t>
            </a:r>
            <a:r>
              <a:rPr lang="en-US" altLang="zh-CN" dirty="0"/>
              <a:t>- Define Project Scope</a:t>
            </a:r>
            <a:endParaRPr lang="zh-CN" altLang="en-US" dirty="0"/>
          </a:p>
        </p:txBody>
      </p:sp>
      <p:sp>
        <p:nvSpPr>
          <p:cNvPr id="3" name="内容占位符 2">
            <a:extLst>
              <a:ext uri="{FF2B5EF4-FFF2-40B4-BE49-F238E27FC236}">
                <a16:creationId xmlns:a16="http://schemas.microsoft.com/office/drawing/2014/main" id="{3BF29426-0EE6-FA22-E26A-892CDD5990CB}"/>
              </a:ext>
            </a:extLst>
          </p:cNvPr>
          <p:cNvSpPr>
            <a:spLocks noGrp="1"/>
          </p:cNvSpPr>
          <p:nvPr>
            <p:ph idx="1"/>
          </p:nvPr>
        </p:nvSpPr>
        <p:spPr>
          <a:xfrm>
            <a:off x="696000" y="1080000"/>
            <a:ext cx="10800000" cy="5112000"/>
          </a:xfrm>
        </p:spPr>
        <p:txBody>
          <a:bodyPr>
            <a:normAutofit/>
          </a:bodyPr>
          <a:lstStyle/>
          <a:p>
            <a:r>
              <a:rPr lang="zh-CN" altLang="en-US" dirty="0"/>
              <a:t>编写项目需求文档</a:t>
            </a:r>
            <a:endParaRPr lang="en-US" altLang="zh-CN" dirty="0"/>
          </a:p>
          <a:p>
            <a:r>
              <a:rPr lang="zh-CN" altLang="en-US" dirty="0"/>
              <a:t>设计系统架构</a:t>
            </a:r>
            <a:endParaRPr lang="en-US" altLang="zh-CN" dirty="0"/>
          </a:p>
          <a:p>
            <a:r>
              <a:rPr lang="zh-CN" altLang="en-US" dirty="0"/>
              <a:t>开发前端界面</a:t>
            </a:r>
            <a:endParaRPr lang="en-US" altLang="zh-CN" dirty="0"/>
          </a:p>
          <a:p>
            <a:r>
              <a:rPr lang="zh-CN" altLang="en-US" dirty="0"/>
              <a:t>实现后端逻辑</a:t>
            </a:r>
            <a:endParaRPr lang="en-US" altLang="zh-CN" dirty="0"/>
          </a:p>
          <a:p>
            <a:r>
              <a:rPr lang="zh-CN" altLang="en-US" dirty="0"/>
              <a:t>数据库设计与优化</a:t>
            </a:r>
            <a:endParaRPr lang="en-US" altLang="zh-CN" dirty="0"/>
          </a:p>
          <a:p>
            <a:r>
              <a:rPr lang="zh-CN" altLang="en-US" dirty="0"/>
              <a:t>编写单元测试</a:t>
            </a:r>
            <a:endParaRPr lang="en-US" altLang="zh-CN" dirty="0"/>
          </a:p>
          <a:p>
            <a:r>
              <a:rPr lang="zh-CN" altLang="en-US" dirty="0"/>
              <a:t>集成第三方服务</a:t>
            </a:r>
            <a:endParaRPr lang="en-US" altLang="zh-CN" dirty="0"/>
          </a:p>
          <a:p>
            <a:r>
              <a:rPr lang="zh-CN" altLang="en-US" dirty="0"/>
              <a:t>用户手册编写</a:t>
            </a:r>
            <a:endParaRPr lang="en-US" altLang="zh-CN" dirty="0"/>
          </a:p>
          <a:p>
            <a:r>
              <a:rPr lang="zh-CN" altLang="en-US" dirty="0"/>
              <a:t>代码审查与重构</a:t>
            </a:r>
            <a:endParaRPr lang="en-US" altLang="zh-CN" dirty="0"/>
          </a:p>
          <a:p>
            <a:r>
              <a:rPr lang="zh-CN" altLang="en-US" dirty="0"/>
              <a:t>项目的部署与上线支持</a:t>
            </a:r>
            <a:endParaRPr lang="en-US" altLang="zh-CN" dirty="0"/>
          </a:p>
        </p:txBody>
      </p:sp>
    </p:spTree>
    <p:extLst>
      <p:ext uri="{BB962C8B-B14F-4D97-AF65-F5344CB8AC3E}">
        <p14:creationId xmlns:p14="http://schemas.microsoft.com/office/powerpoint/2010/main" val="171998207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E98FC6D-463B-EEDC-458F-9D9963D653DF}"/>
              </a:ext>
            </a:extLst>
          </p:cNvPr>
          <p:cNvSpPr>
            <a:spLocks noGrp="1"/>
          </p:cNvSpPr>
          <p:nvPr>
            <p:ph type="title"/>
          </p:nvPr>
        </p:nvSpPr>
        <p:spPr>
          <a:xfrm>
            <a:off x="696000" y="360000"/>
            <a:ext cx="10800000" cy="424732"/>
          </a:xfrm>
        </p:spPr>
        <p:txBody>
          <a:bodyPr/>
          <a:lstStyle/>
          <a:p>
            <a:r>
              <a:rPr lang="zh-CN" altLang="en-US" dirty="0"/>
              <a:t>批准预算 </a:t>
            </a:r>
            <a:r>
              <a:rPr lang="en-US" altLang="zh-CN" dirty="0"/>
              <a:t>- Approve the Budget</a:t>
            </a:r>
            <a:endParaRPr lang="zh-CN" altLang="en-US" dirty="0"/>
          </a:p>
        </p:txBody>
      </p:sp>
      <p:sp>
        <p:nvSpPr>
          <p:cNvPr id="7" name="内容占位符 6">
            <a:extLst>
              <a:ext uri="{FF2B5EF4-FFF2-40B4-BE49-F238E27FC236}">
                <a16:creationId xmlns:a16="http://schemas.microsoft.com/office/drawing/2014/main" id="{6D7837F6-9899-FE85-B3C0-43A253ABBA5B}"/>
              </a:ext>
            </a:extLst>
          </p:cNvPr>
          <p:cNvSpPr>
            <a:spLocks noGrp="1"/>
          </p:cNvSpPr>
          <p:nvPr>
            <p:ph idx="1"/>
          </p:nvPr>
        </p:nvSpPr>
        <p:spPr>
          <a:xfrm>
            <a:off x="696000" y="1080000"/>
            <a:ext cx="10800000" cy="5112000"/>
          </a:xfrm>
        </p:spPr>
        <p:txBody>
          <a:bodyPr/>
          <a:lstStyle/>
          <a:p>
            <a:r>
              <a:rPr lang="zh-CN" altLang="en-US" dirty="0"/>
              <a:t>检查你是否已经获得资金批准</a:t>
            </a:r>
            <a:endParaRPr lang="en-US" altLang="zh-CN" dirty="0"/>
          </a:p>
          <a:p>
            <a:r>
              <a:rPr lang="zh-CN" altLang="en-US" dirty="0"/>
              <a:t>任何其他所需资源</a:t>
            </a:r>
            <a:endParaRPr lang="en-US" altLang="zh-CN" dirty="0"/>
          </a:p>
          <a:p>
            <a:r>
              <a:rPr lang="zh-CN" altLang="en-US" dirty="0"/>
              <a:t>询问如何获取这些资源，并整理出使用这些资金的流程</a:t>
            </a:r>
          </a:p>
        </p:txBody>
      </p:sp>
    </p:spTree>
    <p:extLst>
      <p:ext uri="{BB962C8B-B14F-4D97-AF65-F5344CB8AC3E}">
        <p14:creationId xmlns:p14="http://schemas.microsoft.com/office/powerpoint/2010/main" val="226505159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206CD6-DA14-175A-5205-47406F816224}"/>
              </a:ext>
            </a:extLst>
          </p:cNvPr>
          <p:cNvSpPr>
            <a:spLocks noGrp="1"/>
          </p:cNvSpPr>
          <p:nvPr>
            <p:ph type="title"/>
          </p:nvPr>
        </p:nvSpPr>
        <p:spPr>
          <a:xfrm>
            <a:off x="696000" y="360000"/>
            <a:ext cx="10800000" cy="424732"/>
          </a:xfrm>
        </p:spPr>
        <p:txBody>
          <a:bodyPr/>
          <a:lstStyle/>
          <a:p>
            <a:r>
              <a:rPr lang="zh-CN" altLang="en-US" dirty="0"/>
              <a:t>识别初始项目风险 </a:t>
            </a:r>
            <a:r>
              <a:rPr lang="en-US" altLang="zh-CN" dirty="0"/>
              <a:t>- Identify Initial Project Risks</a:t>
            </a:r>
            <a:endParaRPr lang="zh-CN" altLang="en-US" dirty="0"/>
          </a:p>
        </p:txBody>
      </p:sp>
      <p:sp>
        <p:nvSpPr>
          <p:cNvPr id="5" name="内容占位符 4">
            <a:extLst>
              <a:ext uri="{FF2B5EF4-FFF2-40B4-BE49-F238E27FC236}">
                <a16:creationId xmlns:a16="http://schemas.microsoft.com/office/drawing/2014/main" id="{604D04A8-596E-A4F4-598C-73A5737AC9A3}"/>
              </a:ext>
            </a:extLst>
          </p:cNvPr>
          <p:cNvSpPr>
            <a:spLocks noGrp="1"/>
          </p:cNvSpPr>
          <p:nvPr>
            <p:ph idx="1"/>
          </p:nvPr>
        </p:nvSpPr>
        <p:spPr>
          <a:xfrm>
            <a:off x="696000" y="1080000"/>
            <a:ext cx="10800000" cy="5112000"/>
          </a:xfrm>
        </p:spPr>
        <p:txBody>
          <a:bodyPr/>
          <a:lstStyle/>
          <a:p>
            <a:r>
              <a:rPr lang="zh-CN" altLang="en-US" dirty="0"/>
              <a:t>风险是可能影响你完成项目指定内容的事情</a:t>
            </a:r>
            <a:endParaRPr lang="en-US" altLang="zh-CN" dirty="0"/>
          </a:p>
          <a:p>
            <a:pPr lvl="1"/>
            <a:r>
              <a:rPr lang="zh-CN" altLang="en-US" dirty="0"/>
              <a:t>如供应商让你失望</a:t>
            </a:r>
            <a:endParaRPr lang="en-US" altLang="zh-CN" dirty="0"/>
          </a:p>
          <a:p>
            <a:pPr lvl="1"/>
            <a:r>
              <a:rPr lang="zh-CN" altLang="en-US" dirty="0"/>
              <a:t>在你需要时没有拥有合适技能的资源</a:t>
            </a:r>
            <a:endParaRPr lang="en-US" altLang="zh-CN" dirty="0"/>
          </a:p>
          <a:p>
            <a:r>
              <a:rPr lang="zh-CN" altLang="en-US" dirty="0"/>
              <a:t>在开始进行太多项目工作之前，分析任何可能出错的风险</a:t>
            </a:r>
            <a:endParaRPr lang="en-US" altLang="zh-CN" dirty="0"/>
          </a:p>
          <a:p>
            <a:r>
              <a:rPr lang="zh-CN" altLang="en-US" dirty="0"/>
              <a:t>准备你的</a:t>
            </a:r>
            <a:r>
              <a:rPr lang="en-US" altLang="zh-CN" dirty="0"/>
              <a:t>B</a:t>
            </a:r>
            <a:r>
              <a:rPr lang="zh-CN" altLang="en-US" dirty="0"/>
              <a:t>计划，以防清单上的任何事情发生</a:t>
            </a:r>
            <a:endParaRPr lang="en-US" altLang="zh-CN" dirty="0"/>
          </a:p>
          <a:p>
            <a:r>
              <a:rPr lang="zh-CN" altLang="en-US" dirty="0"/>
              <a:t>风险分析包括使用工具和技术来确定先前已识别的项目风险的可能性和影响</a:t>
            </a:r>
          </a:p>
        </p:txBody>
      </p:sp>
    </p:spTree>
    <p:extLst>
      <p:ext uri="{BB962C8B-B14F-4D97-AF65-F5344CB8AC3E}">
        <p14:creationId xmlns:p14="http://schemas.microsoft.com/office/powerpoint/2010/main" val="71819001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16AF74-A279-5E8E-04DB-6CAAA6528771}"/>
              </a:ext>
            </a:extLst>
          </p:cNvPr>
          <p:cNvSpPr>
            <a:spLocks noGrp="1"/>
          </p:cNvSpPr>
          <p:nvPr>
            <p:ph type="title"/>
          </p:nvPr>
        </p:nvSpPr>
        <p:spPr>
          <a:xfrm>
            <a:off x="696000" y="360000"/>
            <a:ext cx="10800000" cy="424732"/>
          </a:xfrm>
        </p:spPr>
        <p:txBody>
          <a:bodyPr/>
          <a:lstStyle/>
          <a:p>
            <a:r>
              <a:rPr lang="zh-CN" altLang="en-US" dirty="0"/>
              <a:t>生产交付物清单 </a:t>
            </a:r>
            <a:r>
              <a:rPr lang="en-US" altLang="zh-CN" dirty="0"/>
              <a:t>- Produce List of Deliverables</a:t>
            </a:r>
            <a:endParaRPr lang="zh-CN" altLang="en-US" dirty="0"/>
          </a:p>
        </p:txBody>
      </p:sp>
      <p:sp>
        <p:nvSpPr>
          <p:cNvPr id="7" name="内容占位符 6">
            <a:extLst>
              <a:ext uri="{FF2B5EF4-FFF2-40B4-BE49-F238E27FC236}">
                <a16:creationId xmlns:a16="http://schemas.microsoft.com/office/drawing/2014/main" id="{7485708C-1458-0F01-E4A9-5A5411907CFA}"/>
              </a:ext>
            </a:extLst>
          </p:cNvPr>
          <p:cNvSpPr>
            <a:spLocks noGrp="1"/>
          </p:cNvSpPr>
          <p:nvPr>
            <p:ph idx="1"/>
          </p:nvPr>
        </p:nvSpPr>
        <p:spPr/>
        <p:txBody>
          <a:bodyPr/>
          <a:lstStyle/>
          <a:p>
            <a:endParaRPr lang="zh-CN" altLang="en-US"/>
          </a:p>
        </p:txBody>
      </p:sp>
    </p:spTree>
    <p:extLst>
      <p:ext uri="{BB962C8B-B14F-4D97-AF65-F5344CB8AC3E}">
        <p14:creationId xmlns:p14="http://schemas.microsoft.com/office/powerpoint/2010/main" val="144179190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3EE4F-9A47-5DAF-E8F1-C2F2CDB49ECE}"/>
            </a:ext>
          </a:extLst>
        </p:cNvPr>
        <p:cNvGrpSpPr/>
        <p:nvPr/>
      </p:nvGrpSpPr>
      <p:grpSpPr>
        <a:xfrm>
          <a:off x="0" y="0"/>
          <a:ext cx="0" cy="0"/>
          <a:chOff x="0" y="0"/>
          <a:chExt cx="0" cy="0"/>
        </a:xfrm>
      </p:grpSpPr>
      <p:pic>
        <p:nvPicPr>
          <p:cNvPr id="13" name="图片占位符 12">
            <a:extLst>
              <a:ext uri="{FF2B5EF4-FFF2-40B4-BE49-F238E27FC236}">
                <a16:creationId xmlns:a16="http://schemas.microsoft.com/office/drawing/2014/main" id="{6A42495B-7B9A-FA31-2307-FC2981FC2BD3}"/>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BF9673A5-81A3-BE2E-FE4A-5AF12389CEDC}"/>
              </a:ext>
            </a:extLst>
          </p:cNvPr>
          <p:cNvSpPr>
            <a:spLocks noGrp="1"/>
          </p:cNvSpPr>
          <p:nvPr>
            <p:ph type="ctrTitle"/>
          </p:nvPr>
        </p:nvSpPr>
        <p:spPr>
          <a:xfrm>
            <a:off x="4077578" y="3498981"/>
            <a:ext cx="7262228" cy="1440000"/>
          </a:xfrm>
        </p:spPr>
        <p:txBody>
          <a:bodyPr/>
          <a:lstStyle/>
          <a:p>
            <a:r>
              <a:rPr lang="zh-CN" altLang="en-US" dirty="0"/>
              <a:t>项目生成周期</a:t>
            </a:r>
          </a:p>
        </p:txBody>
      </p:sp>
      <p:sp>
        <p:nvSpPr>
          <p:cNvPr id="3" name="副标题 2">
            <a:extLst>
              <a:ext uri="{FF2B5EF4-FFF2-40B4-BE49-F238E27FC236}">
                <a16:creationId xmlns:a16="http://schemas.microsoft.com/office/drawing/2014/main" id="{8783BF1D-2843-5B87-C62B-0E578EB26C21}"/>
              </a:ext>
            </a:extLst>
          </p:cNvPr>
          <p:cNvSpPr>
            <a:spLocks noGrp="1"/>
          </p:cNvSpPr>
          <p:nvPr>
            <p:ph type="subTitle" idx="1"/>
          </p:nvPr>
        </p:nvSpPr>
        <p:spPr>
          <a:xfrm>
            <a:off x="4077578" y="4938981"/>
            <a:ext cx="7262228" cy="900000"/>
          </a:xfrm>
        </p:spPr>
        <p:txBody>
          <a:bodyPr/>
          <a:lstStyle/>
          <a:p>
            <a:r>
              <a:rPr lang="en-US" altLang="zh-CN" dirty="0"/>
              <a:t>Project Life Cycle Types</a:t>
            </a:r>
            <a:endParaRPr lang="zh-CN" altLang="en-US" dirty="0"/>
          </a:p>
        </p:txBody>
      </p:sp>
    </p:spTree>
    <p:extLst>
      <p:ext uri="{BB962C8B-B14F-4D97-AF65-F5344CB8AC3E}">
        <p14:creationId xmlns:p14="http://schemas.microsoft.com/office/powerpoint/2010/main" val="157635729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695998" y="360000"/>
            <a:ext cx="7200000" cy="424732"/>
          </a:xfrm>
        </p:spPr>
        <p:txBody>
          <a:bodyPr/>
          <a:lstStyle/>
          <a:p>
            <a:r>
              <a:rPr lang="zh-CN" altLang="en-US" dirty="0"/>
              <a:t>项目生命周期类型</a:t>
            </a:r>
          </a:p>
        </p:txBody>
      </p:sp>
      <p:sp>
        <p:nvSpPr>
          <p:cNvPr id="15" name="内容占位符 14">
            <a:extLst>
              <a:ext uri="{FF2B5EF4-FFF2-40B4-BE49-F238E27FC236}">
                <a16:creationId xmlns:a16="http://schemas.microsoft.com/office/drawing/2014/main" id="{BEBEA09C-A11F-E792-C16A-0D15FD171C42}"/>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6702424" y="360001"/>
            <a:ext cx="4793575" cy="424731"/>
          </a:xfrm>
        </p:spPr>
        <p:txBody>
          <a:bodyPr/>
          <a:lstStyle/>
          <a:p>
            <a:r>
              <a:rPr lang="en-US" altLang="zh-CN" dirty="0"/>
              <a:t>Project Life Cycle Types</a:t>
            </a:r>
            <a:endParaRPr lang="zh-CN" altLang="en-US" dirty="0"/>
          </a:p>
        </p:txBody>
      </p:sp>
      <p:graphicFrame>
        <p:nvGraphicFramePr>
          <p:cNvPr id="5" name="表格 4">
            <a:extLst>
              <a:ext uri="{FF2B5EF4-FFF2-40B4-BE49-F238E27FC236}">
                <a16:creationId xmlns:a16="http://schemas.microsoft.com/office/drawing/2014/main" id="{98D226DE-68E5-AAE6-D80D-877EA0AF650C}"/>
              </a:ext>
            </a:extLst>
          </p:cNvPr>
          <p:cNvGraphicFramePr>
            <a:graphicFrameLocks noGrp="1"/>
          </p:cNvGraphicFramePr>
          <p:nvPr>
            <p:extLst>
              <p:ext uri="{D42A27DB-BD31-4B8C-83A1-F6EECF244321}">
                <p14:modId xmlns:p14="http://schemas.microsoft.com/office/powerpoint/2010/main" val="3367340612"/>
              </p:ext>
            </p:extLst>
          </p:nvPr>
        </p:nvGraphicFramePr>
        <p:xfrm>
          <a:off x="695997" y="2991600"/>
          <a:ext cx="10800000" cy="3200400"/>
        </p:xfrm>
        <a:graphic>
          <a:graphicData uri="http://schemas.openxmlformats.org/drawingml/2006/table">
            <a:tbl>
              <a:tblPr/>
              <a:tblGrid>
                <a:gridCol w="2039485">
                  <a:extLst>
                    <a:ext uri="{9D8B030D-6E8A-4147-A177-3AD203B41FA5}">
                      <a16:colId xmlns:a16="http://schemas.microsoft.com/office/drawing/2014/main" val="4038817863"/>
                    </a:ext>
                  </a:extLst>
                </a:gridCol>
                <a:gridCol w="2039485">
                  <a:extLst>
                    <a:ext uri="{9D8B030D-6E8A-4147-A177-3AD203B41FA5}">
                      <a16:colId xmlns:a16="http://schemas.microsoft.com/office/drawing/2014/main" val="75251589"/>
                    </a:ext>
                  </a:extLst>
                </a:gridCol>
                <a:gridCol w="6721030">
                  <a:extLst>
                    <a:ext uri="{9D8B030D-6E8A-4147-A177-3AD203B41FA5}">
                      <a16:colId xmlns:a16="http://schemas.microsoft.com/office/drawing/2014/main" val="1686519469"/>
                    </a:ext>
                  </a:extLst>
                </a:gridCol>
              </a:tblGrid>
              <a:tr h="0">
                <a:tc>
                  <a:txBody>
                    <a:bodyPr/>
                    <a:lstStyle/>
                    <a:p>
                      <a:pPr>
                        <a:buNone/>
                      </a:pPr>
                      <a:r>
                        <a:rPr lang="en-US">
                          <a:solidFill>
                            <a:schemeClr val="bg1"/>
                          </a:solidFill>
                        </a:rPr>
                        <a:t>Life Cycle Type</a:t>
                      </a:r>
                      <a:endParaRPr lang="en-US" dirty="0">
                        <a:solidFill>
                          <a:schemeClr val="bg1"/>
                        </a:solidFill>
                      </a:endParaRPr>
                    </a:p>
                  </a:txBody>
                  <a:tcPr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accent2"/>
                    </a:solidFill>
                  </a:tcPr>
                </a:tc>
                <a:tc>
                  <a:txBody>
                    <a:bodyPr/>
                    <a:lstStyle/>
                    <a:p>
                      <a:pPr>
                        <a:buNone/>
                      </a:pPr>
                      <a:r>
                        <a:rPr lang="en-US" altLang="zh-CN" dirty="0">
                          <a:solidFill>
                            <a:schemeClr val="bg1"/>
                          </a:solidFill>
                        </a:rPr>
                        <a:t>Description</a:t>
                      </a:r>
                      <a:endParaRPr lang="en-US" dirty="0">
                        <a:solidFill>
                          <a:schemeClr val="bg1"/>
                        </a:solidFill>
                      </a:endParaRPr>
                    </a:p>
                  </a:txBody>
                  <a:tcPr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accent2"/>
                    </a:solidFill>
                  </a:tcPr>
                </a:tc>
                <a:tc>
                  <a:txBody>
                    <a:bodyPr/>
                    <a:lstStyle/>
                    <a:p>
                      <a:pPr>
                        <a:buNone/>
                      </a:pPr>
                      <a:r>
                        <a:rPr lang="en-US">
                          <a:solidFill>
                            <a:schemeClr val="bg1"/>
                          </a:solidFill>
                        </a:rPr>
                        <a:t>Key Characteristics</a:t>
                      </a:r>
                      <a:endParaRPr lang="en-US" dirty="0">
                        <a:solidFill>
                          <a:schemeClr val="bg1"/>
                        </a:solidFill>
                      </a:endParaRPr>
                    </a:p>
                  </a:txBody>
                  <a:tcPr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538606623"/>
                  </a:ext>
                </a:extLst>
              </a:tr>
              <a:tr h="0">
                <a:tc>
                  <a:txBody>
                    <a:bodyPr/>
                    <a:lstStyle/>
                    <a:p>
                      <a:pPr>
                        <a:buNone/>
                      </a:pPr>
                      <a:r>
                        <a:rPr lang="en-US" dirty="0"/>
                        <a:t>Predictive</a:t>
                      </a:r>
                    </a:p>
                  </a:txBody>
                  <a:tcPr anchor="ctr">
                    <a:lnL w="12700" cmpd="sng">
                      <a:noFill/>
                      <a:prstDash val="solid"/>
                    </a:lnL>
                    <a:lnR w="12700" cmpd="sng">
                      <a:noFill/>
                      <a:prstDash val="solid"/>
                    </a:lnR>
                    <a:lnT w="12700" cmpd="sng">
                      <a:noFill/>
                      <a:prstDash val="soli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zh-CN" altLang="en-US"/>
                        <a:t>预测型</a:t>
                      </a:r>
                      <a:endParaRPr lang="en-US" dirty="0"/>
                    </a:p>
                  </a:txBody>
                  <a:tcPr anchor="ctr">
                    <a:lnL w="12700" cmpd="sng">
                      <a:noFill/>
                      <a:prstDash val="solid"/>
                    </a:lnL>
                    <a:lnR w="12700" cmpd="sng">
                      <a:noFill/>
                      <a:prstDash val="solid"/>
                    </a:lnR>
                    <a:lnT w="12700" cmpd="sng">
                      <a:noFill/>
                      <a:prstDash val="soli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a:t>Scope, schedule, and cost defined early; </a:t>
                      </a:r>
                    </a:p>
                    <a:p>
                      <a:pPr>
                        <a:buNone/>
                      </a:pPr>
                      <a:r>
                        <a:rPr lang="en-US"/>
                        <a:t>low tolerance for change</a:t>
                      </a:r>
                      <a:endParaRPr lang="en-US" dirty="0"/>
                    </a:p>
                  </a:txBody>
                  <a:tcPr anchor="ctr">
                    <a:lnL w="12700" cmpd="sng">
                      <a:noFill/>
                      <a:prstDash val="solid"/>
                    </a:lnL>
                    <a:lnR w="12700" cmpd="sng">
                      <a:noFill/>
                      <a:prstDash val="solid"/>
                    </a:lnR>
                    <a:lnT w="12700" cmpd="sng">
                      <a:noFill/>
                      <a:prstDash val="soli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2919921"/>
                  </a:ext>
                </a:extLst>
              </a:tr>
              <a:tr h="0">
                <a:tc>
                  <a:txBody>
                    <a:bodyPr/>
                    <a:lstStyle/>
                    <a:p>
                      <a:pPr>
                        <a:buNone/>
                      </a:pPr>
                      <a:r>
                        <a:rPr lang="en-US" dirty="0"/>
                        <a:t>Iterative</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zh-CN" altLang="en-US"/>
                        <a:t>迭代型</a:t>
                      </a:r>
                      <a:endParaRPr lang="en-US" dirty="0"/>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a:t>Product refined over cycles; </a:t>
                      </a:r>
                    </a:p>
                    <a:p>
                      <a:pPr>
                        <a:buNone/>
                      </a:pPr>
                      <a:r>
                        <a:rPr lang="en-US"/>
                        <a:t>each iteration improves design/understanding</a:t>
                      </a:r>
                      <a:endParaRPr lang="en-US" dirty="0"/>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34103914"/>
                  </a:ext>
                </a:extLst>
              </a:tr>
              <a:tr h="0">
                <a:tc>
                  <a:txBody>
                    <a:bodyPr/>
                    <a:lstStyle/>
                    <a:p>
                      <a:pPr>
                        <a:buNone/>
                      </a:pPr>
                      <a:r>
                        <a:rPr lang="en-US" dirty="0"/>
                        <a:t>Incremental</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zh-CN" altLang="en-US"/>
                        <a:t>增量型</a:t>
                      </a:r>
                      <a:endParaRPr lang="en-US" dirty="0"/>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a:t>Product delivered in usable chunks; </a:t>
                      </a:r>
                    </a:p>
                    <a:p>
                      <a:pPr>
                        <a:buNone/>
                      </a:pPr>
                      <a:r>
                        <a:rPr lang="en-US"/>
                        <a:t>each increment adds functionality</a:t>
                      </a:r>
                      <a:endParaRPr lang="en-US" dirty="0"/>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746955"/>
                  </a:ext>
                </a:extLst>
              </a:tr>
              <a:tr h="0">
                <a:tc>
                  <a:txBody>
                    <a:bodyPr/>
                    <a:lstStyle/>
                    <a:p>
                      <a:pPr>
                        <a:buNone/>
                      </a:pPr>
                      <a:r>
                        <a:rPr lang="en-US" dirty="0"/>
                        <a:t>Adaptive (Agile)</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zh-CN" altLang="en-US"/>
                        <a:t>适应型 </a:t>
                      </a:r>
                      <a:r>
                        <a:rPr lang="en-US" altLang="zh-CN"/>
                        <a:t>/ </a:t>
                      </a:r>
                      <a:r>
                        <a:rPr lang="zh-CN" altLang="en-US"/>
                        <a:t>敏捷型</a:t>
                      </a:r>
                      <a:endParaRPr lang="en-US" dirty="0"/>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dirty="0"/>
                        <a:t>Combines iterative + incremental; </a:t>
                      </a:r>
                    </a:p>
                    <a:p>
                      <a:pPr>
                        <a:buNone/>
                      </a:pPr>
                      <a:r>
                        <a:rPr lang="en-US" dirty="0"/>
                        <a:t>high responsiveness to change; </a:t>
                      </a:r>
                    </a:p>
                    <a:p>
                      <a:pPr>
                        <a:buNone/>
                      </a:pPr>
                      <a:r>
                        <a:rPr lang="en-US" dirty="0"/>
                        <a:t>stakeholder feedback</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40491"/>
                  </a:ext>
                </a:extLst>
              </a:tr>
            </a:tbl>
          </a:graphicData>
        </a:graphic>
      </p:graphicFrame>
    </p:spTree>
    <p:extLst>
      <p:ext uri="{BB962C8B-B14F-4D97-AF65-F5344CB8AC3E}">
        <p14:creationId xmlns:p14="http://schemas.microsoft.com/office/powerpoint/2010/main" val="213186457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695998" y="360000"/>
            <a:ext cx="7200000" cy="424732"/>
          </a:xfrm>
        </p:spPr>
        <p:txBody>
          <a:bodyPr/>
          <a:lstStyle/>
          <a:p>
            <a:r>
              <a:rPr lang="zh-CN" altLang="en-US" dirty="0"/>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1080000"/>
            <a:ext cx="10800000" cy="5112000"/>
          </a:xfrm>
        </p:spPr>
        <p:txBody>
          <a:bodyPr/>
          <a:lstStyle/>
          <a:p>
            <a:r>
              <a:rPr lang="zh-CN" altLang="en-US" dirty="0"/>
              <a:t>瀑布模型</a:t>
            </a:r>
            <a:endParaRPr lang="en-US" altLang="zh-CN" dirty="0"/>
          </a:p>
          <a:p>
            <a:r>
              <a:rPr lang="en-US" altLang="zh-CN" dirty="0"/>
              <a:t>V</a:t>
            </a:r>
            <a:r>
              <a:rPr lang="zh-CN" altLang="en-US" dirty="0"/>
              <a:t>模型</a:t>
            </a:r>
            <a:endParaRPr lang="en-US" altLang="zh-CN" dirty="0"/>
          </a:p>
          <a:p>
            <a:r>
              <a:rPr lang="zh-CN" altLang="en-US" dirty="0"/>
              <a:t>特点：</a:t>
            </a:r>
            <a:endParaRPr lang="en-US" altLang="zh-CN" dirty="0"/>
          </a:p>
          <a:p>
            <a:pPr lvl="1"/>
            <a:r>
              <a:rPr lang="zh-CN" altLang="en-US" dirty="0"/>
              <a:t>需求清晰</a:t>
            </a:r>
            <a:endParaRPr lang="en-US" altLang="zh-CN" dirty="0"/>
          </a:p>
          <a:p>
            <a:pPr lvl="1"/>
            <a:r>
              <a:rPr lang="zh-CN" altLang="en-US" dirty="0"/>
              <a:t>结构化</a:t>
            </a:r>
            <a:endParaRPr lang="en-US" altLang="zh-CN" dirty="0"/>
          </a:p>
          <a:p>
            <a:pPr lvl="1"/>
            <a:r>
              <a:rPr lang="zh-CN" altLang="en-US" dirty="0"/>
              <a:t>前期确定</a:t>
            </a:r>
          </a:p>
          <a:p>
            <a:endParaRPr lang="zh-CN" altLang="en-US" dirty="0"/>
          </a:p>
          <a:p>
            <a:endParaRPr lang="zh-CN" altLang="en-US" dirty="0"/>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6702424" y="360001"/>
            <a:ext cx="4793575" cy="424731"/>
          </a:xfrm>
        </p:spPr>
        <p:txBody>
          <a:bodyPr/>
          <a:lstStyle/>
          <a:p>
            <a:r>
              <a:rPr lang="en-US" altLang="zh-CN" dirty="0"/>
              <a:t>Predictive</a:t>
            </a:r>
          </a:p>
        </p:txBody>
      </p:sp>
    </p:spTree>
    <p:extLst>
      <p:ext uri="{BB962C8B-B14F-4D97-AF65-F5344CB8AC3E}">
        <p14:creationId xmlns:p14="http://schemas.microsoft.com/office/powerpoint/2010/main" val="398825041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695998" y="360000"/>
            <a:ext cx="7200000" cy="424732"/>
          </a:xfrm>
        </p:spPr>
        <p:txBody>
          <a:bodyPr/>
          <a:lstStyle/>
          <a:p>
            <a:r>
              <a:rPr lang="zh-CN" altLang="en-US" dirty="0"/>
              <a:t>瀑布模型 </a:t>
            </a:r>
            <a:r>
              <a:rPr lang="en-US" altLang="zh-CN" dirty="0"/>
              <a:t>Waterfall Model</a:t>
            </a:r>
            <a:endParaRPr lang="zh-CN" altLang="en-US" dirty="0"/>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1080000"/>
            <a:ext cx="10800000" cy="5112000"/>
          </a:xfrm>
        </p:spPr>
        <p:txBody>
          <a:bodyPr/>
          <a:lstStyle/>
          <a:p>
            <a:r>
              <a:rPr lang="zh-CN" altLang="en-US" dirty="0"/>
              <a:t>由 </a:t>
            </a:r>
            <a:r>
              <a:rPr lang="en-US" altLang="zh-CN" dirty="0"/>
              <a:t>Winston Royce </a:t>
            </a:r>
            <a:r>
              <a:rPr lang="zh-CN" altLang="en-US" dirty="0"/>
              <a:t>于</a:t>
            </a:r>
            <a:r>
              <a:rPr lang="en-US" altLang="zh-CN" dirty="0"/>
              <a:t>1970</a:t>
            </a:r>
            <a:r>
              <a:rPr lang="zh-CN" altLang="en-US" dirty="0"/>
              <a:t>年提出</a:t>
            </a:r>
            <a:endParaRPr lang="en-US" altLang="zh-CN" dirty="0"/>
          </a:p>
          <a:p>
            <a:r>
              <a:rPr lang="zh-CN" altLang="en-US" dirty="0"/>
              <a:t>它将软件开发生命周期划分为若干个线性阶段</a:t>
            </a:r>
            <a:endParaRPr lang="en-US" altLang="zh-CN" dirty="0"/>
          </a:p>
          <a:p>
            <a:r>
              <a:rPr lang="zh-CN" altLang="en-US" dirty="0"/>
              <a:t>每个阶段完成后才能进入下一个阶段</a:t>
            </a:r>
            <a:endParaRPr lang="en-US" altLang="zh-CN" dirty="0"/>
          </a:p>
          <a:p>
            <a:r>
              <a:rPr lang="zh-CN" altLang="en-US" dirty="0"/>
              <a:t>阶段分明、顺序执行</a:t>
            </a:r>
          </a:p>
          <a:p>
            <a:r>
              <a:rPr lang="zh-CN" altLang="en-US" dirty="0"/>
              <a:t>典型阶段如右图</a:t>
            </a:r>
          </a:p>
          <a:p>
            <a:r>
              <a:rPr lang="zh-CN" altLang="en-US" dirty="0"/>
              <a:t>特点：</a:t>
            </a:r>
          </a:p>
          <a:p>
            <a:pPr lvl="1"/>
            <a:r>
              <a:rPr lang="zh-CN" altLang="en-US" dirty="0"/>
              <a:t>各阶段严格顺序、不可回溯（理想情况下）</a:t>
            </a:r>
          </a:p>
          <a:p>
            <a:pPr lvl="1"/>
            <a:r>
              <a:rPr lang="zh-CN" altLang="en-US" dirty="0"/>
              <a:t>文档驱动，强调前期需求明确</a:t>
            </a:r>
          </a:p>
          <a:p>
            <a:pPr lvl="1"/>
            <a:r>
              <a:rPr lang="zh-CN" altLang="en-US" dirty="0"/>
              <a:t>测试集中在开发后期</a:t>
            </a:r>
          </a:p>
          <a:p>
            <a:pPr lvl="1"/>
            <a:r>
              <a:rPr lang="zh-CN" altLang="en-US" dirty="0"/>
              <a:t>不适合需求频繁变更的项目</a:t>
            </a:r>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6702424" y="360001"/>
            <a:ext cx="4793575" cy="424731"/>
          </a:xfrm>
        </p:spPr>
        <p:txBody>
          <a:bodyPr/>
          <a:lstStyle/>
          <a:p>
            <a:r>
              <a:rPr lang="en-US" altLang="zh-CN" dirty="0"/>
              <a:t>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105880" y="205602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dirty="0"/>
                <a:t>Requirement gathering &amp; analysis</a:t>
              </a:r>
              <a:endParaRPr lang="zh-CN" altLang="en-US" dirty="0"/>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dirty="0"/>
                <a:t>System design</a:t>
              </a:r>
              <a:endParaRPr lang="zh-CN" altLang="en-US" dirty="0"/>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dirty="0"/>
                <a:t>Implementation</a:t>
              </a:r>
              <a:endParaRPr lang="zh-CN" altLang="en-US" dirty="0"/>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1039067" cy="369332"/>
            </a:xfrm>
            <a:prstGeom prst="rect">
              <a:avLst/>
            </a:prstGeom>
            <a:noFill/>
          </p:spPr>
          <p:txBody>
            <a:bodyPr wrap="none" rtlCol="0">
              <a:spAutoFit/>
            </a:bodyPr>
            <a:lstStyle/>
            <a:p>
              <a:r>
                <a:rPr lang="en-US" altLang="zh-CN" dirty="0"/>
                <a:t>Testing</a:t>
              </a:r>
              <a:endParaRPr lang="zh-CN" altLang="en-US" dirty="0"/>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837362" cy="369332"/>
            </a:xfrm>
            <a:prstGeom prst="rect">
              <a:avLst/>
            </a:prstGeom>
            <a:noFill/>
          </p:spPr>
          <p:txBody>
            <a:bodyPr wrap="none" rtlCol="0">
              <a:spAutoFit/>
            </a:bodyPr>
            <a:lstStyle/>
            <a:p>
              <a:r>
                <a:rPr lang="en-US" altLang="zh-CN" dirty="0"/>
                <a:t>Development</a:t>
              </a:r>
              <a:endParaRPr lang="zh-CN" altLang="en-US" dirty="0"/>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dirty="0"/>
                <a:t>Maintenance</a:t>
              </a:r>
              <a:endParaRPr lang="zh-CN" altLang="en-US" dirty="0"/>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grpSp>
    </p:spTree>
    <p:extLst>
      <p:ext uri="{BB962C8B-B14F-4D97-AF65-F5344CB8AC3E}">
        <p14:creationId xmlns:p14="http://schemas.microsoft.com/office/powerpoint/2010/main" val="243107213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695998" y="360000"/>
            <a:ext cx="7200000" cy="424732"/>
          </a:xfrm>
        </p:spPr>
        <p:txBody>
          <a:bodyPr/>
          <a:lstStyle/>
          <a:p>
            <a:r>
              <a:rPr lang="en-US" altLang="zh-CN" dirty="0"/>
              <a:t>V</a:t>
            </a:r>
            <a:r>
              <a:rPr lang="zh-CN" altLang="en-US" dirty="0"/>
              <a:t>模型 </a:t>
            </a:r>
            <a:r>
              <a:rPr lang="en-US" altLang="zh-CN" dirty="0"/>
              <a:t>Verification and Validation Model</a:t>
            </a:r>
            <a:endParaRPr lang="zh-CN" altLang="en-US" dirty="0"/>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1080000"/>
            <a:ext cx="10800000" cy="5112000"/>
          </a:xfrm>
        </p:spPr>
        <p:txBody>
          <a:bodyPr>
            <a:normAutofit/>
          </a:bodyPr>
          <a:lstStyle/>
          <a:p>
            <a:r>
              <a:rPr lang="zh-CN" altLang="en-US" dirty="0"/>
              <a:t>瀑布模型的扩展和改进版本，强调测试与开发阶段的对应关系</a:t>
            </a:r>
            <a:endParaRPr lang="en-US" altLang="zh-CN" dirty="0"/>
          </a:p>
          <a:p>
            <a:r>
              <a:rPr lang="zh-CN" altLang="en-US" dirty="0"/>
              <a:t>其名称来源于图形呈现为</a:t>
            </a:r>
            <a:r>
              <a:rPr lang="en-US" altLang="zh-CN" dirty="0"/>
              <a:t>V</a:t>
            </a:r>
            <a:r>
              <a:rPr lang="zh-CN" altLang="en-US" dirty="0"/>
              <a:t>字形</a:t>
            </a:r>
            <a:endParaRPr lang="en-US" altLang="zh-CN" dirty="0"/>
          </a:p>
          <a:p>
            <a:pPr lvl="1"/>
            <a:r>
              <a:rPr lang="zh-CN" altLang="en-US" dirty="0"/>
              <a:t>左侧是开发阶段</a:t>
            </a:r>
            <a:endParaRPr lang="en-US" altLang="zh-CN" dirty="0"/>
          </a:p>
          <a:p>
            <a:pPr lvl="1"/>
            <a:r>
              <a:rPr lang="zh-CN" altLang="en-US" dirty="0"/>
              <a:t>右侧是对应的测试</a:t>
            </a:r>
            <a:r>
              <a:rPr lang="en-US" altLang="zh-CN" dirty="0"/>
              <a:t>/</a:t>
            </a:r>
            <a:r>
              <a:rPr lang="zh-CN" altLang="en-US" dirty="0"/>
              <a:t>验证阶段</a:t>
            </a:r>
          </a:p>
          <a:p>
            <a:r>
              <a:rPr lang="zh-CN" altLang="en-US" dirty="0"/>
              <a:t>测试计划在开发早期就制定</a:t>
            </a:r>
          </a:p>
          <a:p>
            <a:r>
              <a:rPr lang="zh-CN" altLang="en-US" dirty="0"/>
              <a:t>强调尽早测试理念</a:t>
            </a:r>
          </a:p>
          <a:p>
            <a:r>
              <a:rPr lang="zh-CN" altLang="en-US" dirty="0"/>
              <a:t>仍为线性模型，灵活性有限</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6702424" y="360001"/>
            <a:ext cx="4793575" cy="424731"/>
          </a:xfrm>
        </p:spPr>
        <p:txBody>
          <a:bodyPr/>
          <a:lstStyle/>
          <a:p>
            <a:r>
              <a:rPr lang="en-US" altLang="zh-CN" dirty="0"/>
              <a:t>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dirty="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dirty="0"/>
              <a:t>Acceptance</a:t>
            </a:r>
          </a:p>
          <a:p>
            <a:pPr algn="ctr"/>
            <a:r>
              <a:rPr lang="en-US" altLang="zh-CN" dirty="0"/>
              <a:t>test</a:t>
            </a:r>
            <a:endParaRPr lang="zh-CN" altLang="en-US" dirty="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dirty="0"/>
              <a:t>System design</a:t>
            </a:r>
            <a:endParaRPr lang="zh-CN" altLang="en-US" dirty="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dirty="0"/>
              <a:t>System</a:t>
            </a:r>
          </a:p>
          <a:p>
            <a:pPr algn="ctr"/>
            <a:r>
              <a:rPr lang="en-US" altLang="zh-CN" dirty="0"/>
              <a:t>test</a:t>
            </a:r>
            <a:endParaRPr lang="zh-CN" altLang="en-US" dirty="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dirty="0"/>
              <a:t>Architecture design</a:t>
            </a:r>
            <a:endParaRPr lang="zh-CN" altLang="en-US" dirty="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dirty="0"/>
              <a:t>Integration</a:t>
            </a:r>
            <a:r>
              <a:rPr lang="zh-CN" altLang="en-US" dirty="0"/>
              <a:t> </a:t>
            </a:r>
            <a:r>
              <a:rPr lang="en-US" altLang="zh-CN" dirty="0"/>
              <a:t>test</a:t>
            </a:r>
            <a:endParaRPr lang="zh-CN" altLang="en-US" dirty="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dirty="0"/>
              <a:t>Modular design</a:t>
            </a:r>
            <a:endParaRPr lang="zh-CN" altLang="en-US" dirty="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dirty="0"/>
              <a:t>Unit</a:t>
            </a:r>
          </a:p>
          <a:p>
            <a:pPr algn="ctr"/>
            <a:r>
              <a:rPr lang="zh-CN" altLang="en-US" dirty="0"/>
              <a:t> </a:t>
            </a:r>
            <a:r>
              <a:rPr lang="en-US" altLang="zh-CN" dirty="0"/>
              <a:t>test</a:t>
            </a:r>
            <a:endParaRPr lang="zh-CN" altLang="en-US" dirty="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dirty="0"/>
              <a:t>Coding</a:t>
            </a:r>
            <a:endParaRPr lang="zh-CN" altLang="en-US" dirty="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683423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F52CEF-164B-70C6-9B8A-3CF809E857AE}"/>
              </a:ext>
            </a:extLst>
          </p:cNvPr>
          <p:cNvSpPr>
            <a:spLocks noGrp="1"/>
          </p:cNvSpPr>
          <p:nvPr>
            <p:ph type="title"/>
          </p:nvPr>
        </p:nvSpPr>
        <p:spPr/>
        <p:txBody>
          <a:bodyPr/>
          <a:lstStyle/>
          <a:p>
            <a:r>
              <a:rPr lang="zh-CN" altLang="en-US" dirty="0"/>
              <a:t>原型化模型 </a:t>
            </a:r>
            <a:r>
              <a:rPr lang="en-US" altLang="zh-CN" dirty="0"/>
              <a:t>Prototype</a:t>
            </a:r>
            <a:endParaRPr lang="zh-CN" altLang="en-US" dirty="0"/>
          </a:p>
        </p:txBody>
      </p:sp>
      <p:sp>
        <p:nvSpPr>
          <p:cNvPr id="3" name="内容占位符 2">
            <a:extLst>
              <a:ext uri="{FF2B5EF4-FFF2-40B4-BE49-F238E27FC236}">
                <a16:creationId xmlns:a16="http://schemas.microsoft.com/office/drawing/2014/main" id="{9C43B219-F514-B8BE-02AC-57499B086C37}"/>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6634C18-9731-B8BA-9503-D8EFAE00CBA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19078581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p:txBody>
          <a:bodyPr/>
          <a:lstStyle/>
          <a:p>
            <a:r>
              <a:rPr lang="zh-CN" altLang="en-US" dirty="0"/>
              <a:t>迭代型</a:t>
            </a:r>
          </a:p>
        </p:txBody>
      </p:sp>
      <p:sp>
        <p:nvSpPr>
          <p:cNvPr id="3" name="内容占位符 2">
            <a:extLst>
              <a:ext uri="{FF2B5EF4-FFF2-40B4-BE49-F238E27FC236}">
                <a16:creationId xmlns:a16="http://schemas.microsoft.com/office/drawing/2014/main" id="{8340A271-A592-EB8A-529E-307F80A0BC80}"/>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p:txBody>
          <a:bodyPr/>
          <a:lstStyle/>
          <a:p>
            <a:r>
              <a:rPr lang="en-US" altLang="zh-CN" dirty="0"/>
              <a:t>Iterative</a:t>
            </a:r>
          </a:p>
        </p:txBody>
      </p:sp>
    </p:spTree>
    <p:extLst>
      <p:ext uri="{BB962C8B-B14F-4D97-AF65-F5344CB8AC3E}">
        <p14:creationId xmlns:p14="http://schemas.microsoft.com/office/powerpoint/2010/main" val="260778009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p:txBody>
          <a:bodyPr/>
          <a:lstStyle/>
          <a:p>
            <a:r>
              <a:rPr lang="zh-CN" altLang="en-US" dirty="0"/>
              <a:t>增量型</a:t>
            </a:r>
          </a:p>
        </p:txBody>
      </p:sp>
      <p:sp>
        <p:nvSpPr>
          <p:cNvPr id="3" name="内容占位符 2">
            <a:extLst>
              <a:ext uri="{FF2B5EF4-FFF2-40B4-BE49-F238E27FC236}">
                <a16:creationId xmlns:a16="http://schemas.microsoft.com/office/drawing/2014/main" id="{AD33A60F-DE9A-75FF-0A00-D4DDAA8D9B55}"/>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p:txBody>
          <a:bodyPr/>
          <a:lstStyle/>
          <a:p>
            <a:r>
              <a:rPr lang="en-US" altLang="zh-CN" dirty="0"/>
              <a:t>Incremental</a:t>
            </a:r>
            <a:endParaRPr lang="zh-CN" altLang="en-US" dirty="0"/>
          </a:p>
        </p:txBody>
      </p:sp>
    </p:spTree>
    <p:extLst>
      <p:ext uri="{BB962C8B-B14F-4D97-AF65-F5344CB8AC3E}">
        <p14:creationId xmlns:p14="http://schemas.microsoft.com/office/powerpoint/2010/main" val="34772131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p:txBody>
          <a:bodyPr/>
          <a:lstStyle/>
          <a:p>
            <a:r>
              <a:rPr lang="zh-CN" altLang="en-US" dirty="0"/>
              <a:t>敏捷型</a:t>
            </a:r>
          </a:p>
        </p:txBody>
      </p:sp>
      <p:sp>
        <p:nvSpPr>
          <p:cNvPr id="3" name="内容占位符 2">
            <a:extLst>
              <a:ext uri="{FF2B5EF4-FFF2-40B4-BE49-F238E27FC236}">
                <a16:creationId xmlns:a16="http://schemas.microsoft.com/office/drawing/2014/main" id="{D17BA3B4-CC89-7C52-91D3-8A97336D7F4A}"/>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p:txBody>
          <a:bodyPr/>
          <a:lstStyle/>
          <a:p>
            <a:r>
              <a:rPr lang="en-US" altLang="zh-CN" dirty="0"/>
              <a:t>Agile</a:t>
            </a:r>
            <a:endParaRPr lang="zh-CN" altLang="en-US" dirty="0"/>
          </a:p>
        </p:txBody>
      </p:sp>
    </p:spTree>
    <p:extLst>
      <p:ext uri="{BB962C8B-B14F-4D97-AF65-F5344CB8AC3E}">
        <p14:creationId xmlns:p14="http://schemas.microsoft.com/office/powerpoint/2010/main" val="195452419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a:xfrm>
            <a:off x="695998" y="360000"/>
            <a:ext cx="7200000" cy="424732"/>
          </a:xfrm>
        </p:spPr>
        <p:txBody>
          <a:bodyPr/>
          <a:lstStyle/>
          <a:p>
            <a:r>
              <a:rPr lang="en-US" altLang="zh-CN" dirty="0"/>
              <a:t>Scrum</a:t>
            </a:r>
            <a:endParaRPr lang="zh-CN" altLang="en-US" dirty="0"/>
          </a:p>
        </p:txBody>
      </p:sp>
      <p:sp>
        <p:nvSpPr>
          <p:cNvPr id="3" name="内容占位符 2">
            <a:extLst>
              <a:ext uri="{FF2B5EF4-FFF2-40B4-BE49-F238E27FC236}">
                <a16:creationId xmlns:a16="http://schemas.microsoft.com/office/drawing/2014/main" id="{15780787-8DE9-A954-129B-C9315F9232A7}"/>
              </a:ext>
            </a:extLst>
          </p:cNvPr>
          <p:cNvSpPr>
            <a:spLocks noGrp="1"/>
          </p:cNvSpPr>
          <p:nvPr>
            <p:ph idx="1"/>
          </p:nvPr>
        </p:nvSpPr>
        <p:spPr>
          <a:xfrm>
            <a:off x="696000" y="1080000"/>
            <a:ext cx="10800000" cy="5112000"/>
          </a:xfrm>
        </p:spPr>
        <p:txBody>
          <a:bodyPr>
            <a:normAutofit/>
          </a:bodyPr>
          <a:lstStyle/>
          <a:p>
            <a:r>
              <a:rPr lang="en-US" altLang="zh-CN" dirty="0"/>
              <a:t>Scrum is a lightweight framework that helps people, teams and organizations generate value through adaptive solutions for complex problems.</a:t>
            </a:r>
          </a:p>
          <a:p>
            <a:endParaRPr lang="en-US" altLang="zh-CN" dirty="0"/>
          </a:p>
          <a:p>
            <a:r>
              <a:rPr lang="en-US" altLang="zh-CN" dirty="0"/>
              <a:t>Scrum requires a Scrum Master to foster an environment where:</a:t>
            </a:r>
          </a:p>
          <a:p>
            <a:pPr lvl="1"/>
            <a:r>
              <a:rPr lang="en-US" altLang="zh-CN" dirty="0"/>
              <a:t>A Product Owner orders the work for a complex problem into a Product Backlog.</a:t>
            </a:r>
          </a:p>
          <a:p>
            <a:pPr lvl="1"/>
            <a:r>
              <a:rPr lang="zh-CN" altLang="en-US" dirty="0"/>
              <a:t>产品负责人将复杂问题的工作订单放入产品待办事项列表中。</a:t>
            </a:r>
          </a:p>
          <a:p>
            <a:pPr lvl="1"/>
            <a:r>
              <a:rPr lang="en-US" altLang="zh-CN" dirty="0"/>
              <a:t>The Scrum Team turns a selection of the work into an Increment of value during a Sprint.</a:t>
            </a:r>
          </a:p>
          <a:p>
            <a:pPr lvl="1"/>
            <a:r>
              <a:rPr lang="zh-CN" altLang="en-US" dirty="0"/>
              <a:t>敏捷团队在冲刺期间将一部分工作转化为价值增量。</a:t>
            </a:r>
          </a:p>
          <a:p>
            <a:pPr lvl="1"/>
            <a:r>
              <a:rPr lang="en-US" altLang="zh-CN" dirty="0"/>
              <a:t>The Scrum Team and its stakeholders inspect the results and adjust for the next Sprint.</a:t>
            </a:r>
          </a:p>
          <a:p>
            <a:pPr lvl="1"/>
            <a:r>
              <a:rPr lang="zh-CN" altLang="en-US" dirty="0"/>
              <a:t>敏捷团队及其利益相关者检查结果并调整以备下一轮迭代。</a:t>
            </a:r>
          </a:p>
          <a:p>
            <a:pPr lvl="1"/>
            <a:r>
              <a:rPr lang="en-US" altLang="zh-CN" dirty="0"/>
              <a:t>Repeat.</a:t>
            </a:r>
          </a:p>
          <a:p>
            <a:r>
              <a:rPr lang="en-US" altLang="zh-CN" dirty="0"/>
              <a:t>3-3-5-5</a:t>
            </a:r>
          </a:p>
        </p:txBody>
      </p:sp>
      <p:sp>
        <p:nvSpPr>
          <p:cNvPr id="4" name="文本占位符 3">
            <a:extLst>
              <a:ext uri="{FF2B5EF4-FFF2-40B4-BE49-F238E27FC236}">
                <a16:creationId xmlns:a16="http://schemas.microsoft.com/office/drawing/2014/main" id="{1803B349-5414-1E1D-2271-2D1608E0B179}"/>
              </a:ext>
            </a:extLst>
          </p:cNvPr>
          <p:cNvSpPr>
            <a:spLocks noGrp="1"/>
          </p:cNvSpPr>
          <p:nvPr>
            <p:ph type="body" sz="quarter" idx="10"/>
          </p:nvPr>
        </p:nvSpPr>
        <p:spPr>
          <a:xfrm>
            <a:off x="6702424" y="360001"/>
            <a:ext cx="4793575"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208939448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7200000" cy="424732"/>
          </a:xfrm>
        </p:spPr>
        <p:txBody>
          <a:bodyPr/>
          <a:lstStyle/>
          <a:p>
            <a:r>
              <a:rPr lang="zh-CN" altLang="en-US" dirty="0"/>
              <a:t>敏捷价值观 </a:t>
            </a:r>
            <a:r>
              <a:rPr lang="en-US" altLang="zh-CN" dirty="0"/>
              <a:t>Scrum Values</a:t>
            </a:r>
            <a:endParaRPr lang="zh-CN" altLang="en-US" dirty="0"/>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1080000"/>
            <a:ext cx="10800000" cy="5112000"/>
          </a:xfrm>
        </p:spPr>
        <p:txBody>
          <a:bodyPr>
            <a:normAutofit/>
          </a:bodyPr>
          <a:lstStyle/>
          <a:p>
            <a:r>
              <a:rPr lang="en-US" altLang="zh-CN" dirty="0"/>
              <a:t>5</a:t>
            </a:r>
            <a:r>
              <a:rPr lang="zh-CN" altLang="en-US" dirty="0"/>
              <a:t>个价值观</a:t>
            </a:r>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6702424" y="360001"/>
            <a:ext cx="4793575" cy="424731"/>
          </a:xfrm>
        </p:spPr>
        <p:txBody>
          <a:bodyPr/>
          <a:lstStyle/>
          <a:p>
            <a:r>
              <a:rPr lang="en-US" altLang="zh-CN"/>
              <a:t>Agile</a:t>
            </a:r>
            <a:endParaRPr lang="zh-CN" altLang="en-US" dirty="0"/>
          </a:p>
        </p:txBody>
      </p:sp>
      <p:graphicFrame>
        <p:nvGraphicFramePr>
          <p:cNvPr id="5" name="图示 4">
            <a:extLst>
              <a:ext uri="{FF2B5EF4-FFF2-40B4-BE49-F238E27FC236}">
                <a16:creationId xmlns:a16="http://schemas.microsoft.com/office/drawing/2014/main" id="{4FE710AB-0FDC-FE60-6BBC-ED504CCE5A13}"/>
              </a:ext>
            </a:extLst>
          </p:cNvPr>
          <p:cNvGraphicFramePr>
            <a:graphicFrameLocks noChangeAspect="1"/>
          </p:cNvGraphicFramePr>
          <p:nvPr>
            <p:extLst>
              <p:ext uri="{D42A27DB-BD31-4B8C-83A1-F6EECF244321}">
                <p14:modId xmlns:p14="http://schemas.microsoft.com/office/powerpoint/2010/main" val="1722025490"/>
              </p:ext>
            </p:extLst>
          </p:nvPr>
        </p:nvGraphicFramePr>
        <p:xfrm>
          <a:off x="3936000" y="1803400"/>
          <a:ext cx="43200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1" name="文本框 20">
            <a:extLst>
              <a:ext uri="{FF2B5EF4-FFF2-40B4-BE49-F238E27FC236}">
                <a16:creationId xmlns:a16="http://schemas.microsoft.com/office/drawing/2014/main" id="{DCF03C1D-5E51-CF36-4DCA-6EBB50B1AE80}"/>
              </a:ext>
            </a:extLst>
          </p:cNvPr>
          <p:cNvSpPr txBox="1"/>
          <p:nvPr/>
        </p:nvSpPr>
        <p:spPr>
          <a:xfrm>
            <a:off x="5208577" y="1434068"/>
            <a:ext cx="1774845" cy="369332"/>
          </a:xfrm>
          <a:prstGeom prst="rect">
            <a:avLst/>
          </a:prstGeom>
          <a:noFill/>
        </p:spPr>
        <p:txBody>
          <a:bodyPr wrap="none" rtlCol="0">
            <a:spAutoFit/>
          </a:bodyPr>
          <a:lstStyle/>
          <a:p>
            <a:pPr algn="ctr"/>
            <a:r>
              <a:rPr lang="en-US" altLang="zh-CN" dirty="0"/>
              <a:t>Commitment</a:t>
            </a:r>
            <a:endParaRPr lang="zh-CN" altLang="en-US" dirty="0"/>
          </a:p>
        </p:txBody>
      </p:sp>
      <p:sp>
        <p:nvSpPr>
          <p:cNvPr id="22" name="文本框 21">
            <a:extLst>
              <a:ext uri="{FF2B5EF4-FFF2-40B4-BE49-F238E27FC236}">
                <a16:creationId xmlns:a16="http://schemas.microsoft.com/office/drawing/2014/main" id="{38BFF154-81A5-7FD3-2466-D58F9BE7095E}"/>
              </a:ext>
            </a:extLst>
          </p:cNvPr>
          <p:cNvSpPr txBox="1"/>
          <p:nvPr/>
        </p:nvSpPr>
        <p:spPr>
          <a:xfrm>
            <a:off x="7768643" y="3007755"/>
            <a:ext cx="872355" cy="369332"/>
          </a:xfrm>
          <a:prstGeom prst="rect">
            <a:avLst/>
          </a:prstGeom>
          <a:noFill/>
        </p:spPr>
        <p:txBody>
          <a:bodyPr wrap="none" rtlCol="0">
            <a:spAutoFit/>
          </a:bodyPr>
          <a:lstStyle/>
          <a:p>
            <a:pPr algn="ctr"/>
            <a:r>
              <a:rPr lang="en-US" altLang="zh-CN" dirty="0"/>
              <a:t>Focus</a:t>
            </a:r>
            <a:endParaRPr lang="zh-CN" altLang="en-US" dirty="0"/>
          </a:p>
        </p:txBody>
      </p:sp>
      <p:sp>
        <p:nvSpPr>
          <p:cNvPr id="23" name="文本框 22">
            <a:extLst>
              <a:ext uri="{FF2B5EF4-FFF2-40B4-BE49-F238E27FC236}">
                <a16:creationId xmlns:a16="http://schemas.microsoft.com/office/drawing/2014/main" id="{34AEB695-845E-E57B-AC3B-ECBE4B8AB4FA}"/>
              </a:ext>
            </a:extLst>
          </p:cNvPr>
          <p:cNvSpPr txBox="1"/>
          <p:nvPr/>
        </p:nvSpPr>
        <p:spPr>
          <a:xfrm>
            <a:off x="7337389" y="4334481"/>
            <a:ext cx="1350049" cy="369332"/>
          </a:xfrm>
          <a:prstGeom prst="rect">
            <a:avLst/>
          </a:prstGeom>
          <a:noFill/>
        </p:spPr>
        <p:txBody>
          <a:bodyPr wrap="none" rtlCol="0">
            <a:spAutoFit/>
          </a:bodyPr>
          <a:lstStyle/>
          <a:p>
            <a:pPr algn="ctr"/>
            <a:r>
              <a:rPr lang="en-US" altLang="zh-CN" dirty="0"/>
              <a:t>Openness</a:t>
            </a:r>
            <a:endParaRPr lang="zh-CN" altLang="en-US" dirty="0"/>
          </a:p>
        </p:txBody>
      </p:sp>
      <p:sp>
        <p:nvSpPr>
          <p:cNvPr id="24" name="文本框 23">
            <a:extLst>
              <a:ext uri="{FF2B5EF4-FFF2-40B4-BE49-F238E27FC236}">
                <a16:creationId xmlns:a16="http://schemas.microsoft.com/office/drawing/2014/main" id="{821585AB-AD17-A67D-A9A5-D9853766B7A7}"/>
              </a:ext>
            </a:extLst>
          </p:cNvPr>
          <p:cNvSpPr txBox="1"/>
          <p:nvPr/>
        </p:nvSpPr>
        <p:spPr>
          <a:xfrm>
            <a:off x="3732190" y="4334481"/>
            <a:ext cx="1122423" cy="369332"/>
          </a:xfrm>
          <a:prstGeom prst="rect">
            <a:avLst/>
          </a:prstGeom>
          <a:noFill/>
        </p:spPr>
        <p:txBody>
          <a:bodyPr wrap="none" rtlCol="0">
            <a:spAutoFit/>
          </a:bodyPr>
          <a:lstStyle/>
          <a:p>
            <a:pPr algn="ctr"/>
            <a:r>
              <a:rPr lang="en-US" altLang="zh-CN" dirty="0"/>
              <a:t>Respect</a:t>
            </a:r>
            <a:endParaRPr lang="zh-CN" altLang="en-US" dirty="0"/>
          </a:p>
        </p:txBody>
      </p:sp>
      <p:sp>
        <p:nvSpPr>
          <p:cNvPr id="25" name="文本框 24">
            <a:extLst>
              <a:ext uri="{FF2B5EF4-FFF2-40B4-BE49-F238E27FC236}">
                <a16:creationId xmlns:a16="http://schemas.microsoft.com/office/drawing/2014/main" id="{53FB7CB7-0B5D-9C26-5EC0-4D6E26A4772F}"/>
              </a:ext>
            </a:extLst>
          </p:cNvPr>
          <p:cNvSpPr txBox="1"/>
          <p:nvPr/>
        </p:nvSpPr>
        <p:spPr>
          <a:xfrm>
            <a:off x="3244831" y="3013165"/>
            <a:ext cx="1178528" cy="369332"/>
          </a:xfrm>
          <a:prstGeom prst="rect">
            <a:avLst/>
          </a:prstGeom>
          <a:noFill/>
        </p:spPr>
        <p:txBody>
          <a:bodyPr wrap="none" rtlCol="0">
            <a:spAutoFit/>
          </a:bodyPr>
          <a:lstStyle/>
          <a:p>
            <a:pPr algn="ctr"/>
            <a:r>
              <a:rPr lang="en-US" altLang="zh-CN" dirty="0"/>
              <a:t>Courage</a:t>
            </a:r>
            <a:endParaRPr lang="zh-CN" altLang="en-US" dirty="0"/>
          </a:p>
        </p:txBody>
      </p:sp>
    </p:spTree>
    <p:extLst>
      <p:ext uri="{BB962C8B-B14F-4D97-AF65-F5344CB8AC3E}">
        <p14:creationId xmlns:p14="http://schemas.microsoft.com/office/powerpoint/2010/main" val="66200774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D27DD6BB-A6C8-BD48-4C37-FF0D7CF9B997}"/>
              </a:ext>
            </a:extLst>
          </p:cNvPr>
          <p:cNvSpPr>
            <a:spLocks noGrp="1"/>
          </p:cNvSpPr>
          <p:nvPr>
            <p:ph type="body" sz="quarter" idx="10"/>
          </p:nvPr>
        </p:nvSpPr>
        <p:spPr/>
        <p:txBody>
          <a:bodyPr/>
          <a:lstStyle/>
          <a:p>
            <a:r>
              <a:rPr lang="zh-CN" altLang="en-US" dirty="0"/>
              <a:t>在迭代规划会议中，敏捷团队估算出一个功能特性所需时间为两周，但是新来的敏捷教练要求必须在一周内完成。团队成员向敏捷教练解释一周内完成是不可行的，并且没有理由给出一周的交付期限。敏捷教练的做法不符合以下哪一个 </a:t>
            </a:r>
            <a:r>
              <a:rPr lang="en-US" altLang="zh-CN" dirty="0"/>
              <a:t>Scrum </a:t>
            </a:r>
            <a:r>
              <a:rPr lang="zh-CN" altLang="en-US" dirty="0"/>
              <a:t>价值观？</a:t>
            </a:r>
            <a:endParaRPr lang="en-US" altLang="zh-CN" dirty="0"/>
          </a:p>
          <a:p>
            <a:endParaRPr lang="zh-CN" altLang="en-US" dirty="0"/>
          </a:p>
          <a:p>
            <a:r>
              <a:rPr lang="en-US" altLang="zh-CN" dirty="0"/>
              <a:t>A. </a:t>
            </a:r>
            <a:r>
              <a:rPr lang="zh-CN" altLang="en-US" dirty="0"/>
              <a:t>开放</a:t>
            </a:r>
          </a:p>
          <a:p>
            <a:r>
              <a:rPr lang="en-US" altLang="zh-CN" dirty="0"/>
              <a:t>B. </a:t>
            </a:r>
            <a:r>
              <a:rPr lang="zh-CN" altLang="en-US" dirty="0"/>
              <a:t>尊重</a:t>
            </a:r>
          </a:p>
          <a:p>
            <a:r>
              <a:rPr lang="en-US" altLang="zh-CN" dirty="0"/>
              <a:t>C. </a:t>
            </a:r>
            <a:r>
              <a:rPr lang="zh-CN" altLang="en-US" dirty="0"/>
              <a:t>勇气</a:t>
            </a:r>
          </a:p>
          <a:p>
            <a:r>
              <a:rPr lang="en-US" altLang="zh-CN" dirty="0"/>
              <a:t>D. </a:t>
            </a:r>
            <a:r>
              <a:rPr lang="zh-CN" altLang="en-US" dirty="0"/>
              <a:t>专注</a:t>
            </a:r>
          </a:p>
        </p:txBody>
      </p:sp>
    </p:spTree>
    <p:extLst>
      <p:ext uri="{BB962C8B-B14F-4D97-AF65-F5344CB8AC3E}">
        <p14:creationId xmlns:p14="http://schemas.microsoft.com/office/powerpoint/2010/main" val="317713618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7200000" cy="424732"/>
          </a:xfrm>
        </p:spPr>
        <p:txBody>
          <a:bodyPr/>
          <a:lstStyle/>
          <a:p>
            <a:r>
              <a:rPr lang="zh-CN" altLang="en-US" dirty="0"/>
              <a:t>敏捷理念 </a:t>
            </a:r>
            <a:r>
              <a:rPr lang="en-US" altLang="zh-CN" dirty="0"/>
              <a:t>Scrum Theory</a:t>
            </a:r>
            <a:endParaRPr lang="zh-CN" altLang="en-US" dirty="0"/>
          </a:p>
        </p:txBody>
      </p:sp>
      <p:sp>
        <p:nvSpPr>
          <p:cNvPr id="3" name="内容占位符 2">
            <a:extLst>
              <a:ext uri="{FF2B5EF4-FFF2-40B4-BE49-F238E27FC236}">
                <a16:creationId xmlns:a16="http://schemas.microsoft.com/office/drawing/2014/main" id="{33774E86-9670-9389-82F6-81112488EB3A}"/>
              </a:ext>
            </a:extLst>
          </p:cNvPr>
          <p:cNvSpPr>
            <a:spLocks noGrp="1"/>
          </p:cNvSpPr>
          <p:nvPr>
            <p:ph idx="1"/>
          </p:nvPr>
        </p:nvSpPr>
        <p:spPr>
          <a:xfrm>
            <a:off x="696000" y="1080000"/>
            <a:ext cx="10800000" cy="5112000"/>
          </a:xfrm>
        </p:spPr>
        <p:txBody>
          <a:bodyPr>
            <a:normAutofit/>
          </a:bodyPr>
          <a:lstStyle/>
          <a:p>
            <a:r>
              <a:rPr lang="en-US" altLang="zh-CN" dirty="0"/>
              <a:t>Pillars of Scrum</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6702424" y="360001"/>
            <a:ext cx="4793575" cy="424731"/>
          </a:xfrm>
        </p:spPr>
        <p:txBody>
          <a:bodyPr/>
          <a:lstStyle/>
          <a:p>
            <a:r>
              <a:rPr lang="en-US" altLang="zh-CN" dirty="0"/>
              <a:t>Agile</a:t>
            </a:r>
            <a:endParaRPr lang="zh-CN" altLang="en-US" dirty="0"/>
          </a:p>
        </p:txBody>
      </p:sp>
      <p:graphicFrame>
        <p:nvGraphicFramePr>
          <p:cNvPr id="5" name="图示 4">
            <a:extLst>
              <a:ext uri="{FF2B5EF4-FFF2-40B4-BE49-F238E27FC236}">
                <a16:creationId xmlns:a16="http://schemas.microsoft.com/office/drawing/2014/main" id="{E253287A-1B3A-FBEC-CB16-ADD31DF1DB24}"/>
              </a:ext>
            </a:extLst>
          </p:cNvPr>
          <p:cNvGraphicFramePr>
            <a:graphicFrameLocks noChangeAspect="1"/>
          </p:cNvGraphicFramePr>
          <p:nvPr>
            <p:extLst>
              <p:ext uri="{D42A27DB-BD31-4B8C-83A1-F6EECF244321}">
                <p14:modId xmlns:p14="http://schemas.microsoft.com/office/powerpoint/2010/main" val="3259145015"/>
              </p:ext>
            </p:extLst>
          </p:nvPr>
        </p:nvGraphicFramePr>
        <p:xfrm>
          <a:off x="3936000" y="1803400"/>
          <a:ext cx="4320000" cy="3251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49541315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p:txBody>
          <a:bodyPr/>
          <a:lstStyle/>
          <a:p>
            <a:r>
              <a:rPr lang="zh-CN" altLang="en-US" dirty="0"/>
              <a:t>敏捷理念 </a:t>
            </a:r>
            <a:r>
              <a:rPr lang="en-US" altLang="zh-CN" dirty="0"/>
              <a:t>Scrum Theory/Pillars of Scrum</a:t>
            </a:r>
            <a:endParaRPr lang="zh-CN" altLang="en-US" dirty="0"/>
          </a:p>
        </p:txBody>
      </p:sp>
      <p:sp>
        <p:nvSpPr>
          <p:cNvPr id="3" name="内容占位符 2">
            <a:extLst>
              <a:ext uri="{FF2B5EF4-FFF2-40B4-BE49-F238E27FC236}">
                <a16:creationId xmlns:a16="http://schemas.microsoft.com/office/drawing/2014/main" id="{33774E86-9670-9389-82F6-81112488EB3A}"/>
              </a:ext>
            </a:extLst>
          </p:cNvPr>
          <p:cNvSpPr>
            <a:spLocks noGrp="1"/>
          </p:cNvSpPr>
          <p:nvPr>
            <p:ph idx="1"/>
          </p:nvPr>
        </p:nvSpPr>
        <p:spPr/>
        <p:txBody>
          <a:bodyPr>
            <a:normAutofit/>
          </a:bodyPr>
          <a:lstStyle/>
          <a:p>
            <a:r>
              <a:rPr lang="zh-CN" altLang="en-US" dirty="0"/>
              <a:t>透明性 </a:t>
            </a:r>
            <a:r>
              <a:rPr lang="en-US" altLang="zh-CN" dirty="0"/>
              <a:t>Transparency</a:t>
            </a:r>
            <a:endParaRPr lang="zh-CN" altLang="en-US" dirty="0"/>
          </a:p>
          <a:p>
            <a:pPr lvl="1"/>
            <a:r>
              <a:rPr lang="zh-CN" altLang="en-US" dirty="0"/>
              <a:t>所有与过程、工作、进展和挑战相关的信息必须对团队和干系人清晰可见。</a:t>
            </a:r>
          </a:p>
          <a:p>
            <a:pPr lvl="1"/>
            <a:r>
              <a:rPr lang="zh-CN" altLang="en-US" dirty="0"/>
              <a:t>工作项（如 </a:t>
            </a:r>
            <a:r>
              <a:rPr lang="en-US" altLang="zh-CN" dirty="0"/>
              <a:t>Product Backlog</a:t>
            </a:r>
            <a:r>
              <a:rPr lang="zh-CN" altLang="en-US" dirty="0"/>
              <a:t>）的内容、状态和优先级必须公开。</a:t>
            </a:r>
          </a:p>
          <a:p>
            <a:pPr lvl="1"/>
            <a:r>
              <a:rPr lang="zh-CN" altLang="en-US" dirty="0"/>
              <a:t>团队使用统一的术语（如“完成”需有明确定义</a:t>
            </a:r>
            <a:r>
              <a:rPr lang="en-US" altLang="zh-CN" dirty="0"/>
              <a:t>——Definition of Done</a:t>
            </a:r>
            <a:r>
              <a:rPr lang="zh-CN" altLang="en-US" dirty="0"/>
              <a:t>）。</a:t>
            </a:r>
          </a:p>
          <a:p>
            <a:pPr lvl="1"/>
            <a:r>
              <a:rPr lang="zh-CN" altLang="en-US" dirty="0"/>
              <a:t>进度通过可视化工具（如 </a:t>
            </a:r>
            <a:r>
              <a:rPr lang="en-US" altLang="zh-CN" dirty="0"/>
              <a:t>Sprint Burndown Chart</a:t>
            </a:r>
            <a:r>
              <a:rPr lang="zh-CN" altLang="en-US" dirty="0"/>
              <a:t>、看板）展示。</a:t>
            </a:r>
          </a:p>
          <a:p>
            <a:pPr lvl="1"/>
            <a:r>
              <a:rPr lang="zh-CN" altLang="en-US" dirty="0"/>
              <a:t>目的：确保所有人基于相同事实做决策，避免误解和隐藏问题。</a:t>
            </a:r>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p:txBody>
          <a:bodyPr/>
          <a:lstStyle/>
          <a:p>
            <a:r>
              <a:rPr lang="en-US" altLang="zh-CN" dirty="0"/>
              <a:t>Agile</a:t>
            </a:r>
            <a:endParaRPr lang="zh-CN" altLang="en-US" dirty="0"/>
          </a:p>
        </p:txBody>
      </p:sp>
    </p:spTree>
    <p:extLst>
      <p:ext uri="{BB962C8B-B14F-4D97-AF65-F5344CB8AC3E}">
        <p14:creationId xmlns:p14="http://schemas.microsoft.com/office/powerpoint/2010/main" val="132265015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FB9B9C-FE7C-43FA-6074-450CA725C4B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1B2DBA-EB28-86E9-708A-E7263B31E26C}"/>
              </a:ext>
            </a:extLst>
          </p:cNvPr>
          <p:cNvSpPr>
            <a:spLocks noGrp="1"/>
          </p:cNvSpPr>
          <p:nvPr>
            <p:ph type="title"/>
          </p:nvPr>
        </p:nvSpPr>
        <p:spPr>
          <a:xfrm>
            <a:off x="695998" y="360000"/>
            <a:ext cx="7200000" cy="424732"/>
          </a:xfrm>
        </p:spPr>
        <p:txBody>
          <a:bodyPr/>
          <a:lstStyle/>
          <a:p>
            <a:r>
              <a:rPr lang="zh-CN" altLang="en-US" dirty="0"/>
              <a:t>敏捷理念 </a:t>
            </a:r>
            <a:r>
              <a:rPr lang="en-US" altLang="zh-CN" dirty="0"/>
              <a:t>Scrum Theory/Pillars of Scrum</a:t>
            </a:r>
            <a:endParaRPr lang="zh-CN" altLang="en-US" dirty="0"/>
          </a:p>
        </p:txBody>
      </p:sp>
      <p:sp>
        <p:nvSpPr>
          <p:cNvPr id="3" name="内容占位符 2">
            <a:extLst>
              <a:ext uri="{FF2B5EF4-FFF2-40B4-BE49-F238E27FC236}">
                <a16:creationId xmlns:a16="http://schemas.microsoft.com/office/drawing/2014/main" id="{3CA2C378-9EC1-86B4-F634-8E82F80F4D31}"/>
              </a:ext>
            </a:extLst>
          </p:cNvPr>
          <p:cNvSpPr>
            <a:spLocks noGrp="1"/>
          </p:cNvSpPr>
          <p:nvPr>
            <p:ph idx="1"/>
          </p:nvPr>
        </p:nvSpPr>
        <p:spPr>
          <a:xfrm>
            <a:off x="696000" y="1080000"/>
            <a:ext cx="10800000" cy="5112000"/>
          </a:xfrm>
        </p:spPr>
        <p:txBody>
          <a:bodyPr>
            <a:normAutofit/>
          </a:bodyPr>
          <a:lstStyle/>
          <a:p>
            <a:r>
              <a:rPr lang="zh-CN" altLang="en-US" dirty="0"/>
              <a:t>检视 </a:t>
            </a:r>
            <a:r>
              <a:rPr lang="en-US" altLang="zh-CN" dirty="0"/>
              <a:t>Inspection</a:t>
            </a:r>
            <a:endParaRPr lang="zh-CN" altLang="en-US" dirty="0"/>
          </a:p>
          <a:p>
            <a:pPr lvl="1"/>
            <a:r>
              <a:rPr lang="en-US" altLang="zh-CN" dirty="0"/>
              <a:t>Scrum </a:t>
            </a:r>
            <a:r>
              <a:rPr lang="zh-CN" altLang="en-US" dirty="0"/>
              <a:t>团队定期检查产品、过程和计划，以识别偏差或改进机会。</a:t>
            </a:r>
          </a:p>
          <a:p>
            <a:pPr lvl="1"/>
            <a:r>
              <a:rPr lang="zh-CN" altLang="en-US" dirty="0"/>
              <a:t>在固定时间点进行：</a:t>
            </a:r>
          </a:p>
          <a:p>
            <a:pPr lvl="1"/>
            <a:r>
              <a:rPr lang="en-US" altLang="zh-CN" dirty="0"/>
              <a:t>Daily Scrum</a:t>
            </a:r>
            <a:r>
              <a:rPr lang="zh-CN" altLang="en-US" dirty="0"/>
              <a:t>：每日检视进度与障碍</a:t>
            </a:r>
          </a:p>
          <a:p>
            <a:pPr lvl="1"/>
            <a:r>
              <a:rPr lang="en-US" altLang="zh-CN" dirty="0"/>
              <a:t>Sprint Review</a:t>
            </a:r>
            <a:r>
              <a:rPr lang="zh-CN" altLang="en-US" dirty="0"/>
              <a:t>：检视可交付成果是否满足目标</a:t>
            </a:r>
          </a:p>
          <a:p>
            <a:pPr lvl="1"/>
            <a:r>
              <a:rPr lang="en-US" altLang="zh-CN" dirty="0"/>
              <a:t>Sprint Retrospective</a:t>
            </a:r>
            <a:r>
              <a:rPr lang="zh-CN" altLang="en-US" dirty="0"/>
              <a:t>：检视流程与协作方式</a:t>
            </a:r>
          </a:p>
          <a:p>
            <a:pPr lvl="1"/>
            <a:r>
              <a:rPr lang="zh-CN" altLang="en-US" dirty="0"/>
              <a:t>检视必须及时（不能等到项目结束），且不影响正常工作流。</a:t>
            </a:r>
          </a:p>
          <a:p>
            <a:pPr lvl="1"/>
            <a:r>
              <a:rPr lang="zh-CN" altLang="en-US" dirty="0"/>
              <a:t>目的：尽早发现问题，防止小偏差演变成大风险。</a:t>
            </a:r>
          </a:p>
        </p:txBody>
      </p:sp>
      <p:sp>
        <p:nvSpPr>
          <p:cNvPr id="4" name="文本占位符 3">
            <a:extLst>
              <a:ext uri="{FF2B5EF4-FFF2-40B4-BE49-F238E27FC236}">
                <a16:creationId xmlns:a16="http://schemas.microsoft.com/office/drawing/2014/main" id="{D8D92919-39A9-E1A8-D096-6AB6F0081756}"/>
              </a:ext>
            </a:extLst>
          </p:cNvPr>
          <p:cNvSpPr>
            <a:spLocks noGrp="1"/>
          </p:cNvSpPr>
          <p:nvPr>
            <p:ph type="body" sz="quarter" idx="10"/>
          </p:nvPr>
        </p:nvSpPr>
        <p:spPr>
          <a:xfrm>
            <a:off x="6702424" y="360001"/>
            <a:ext cx="4793575"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235677342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1D866-D0D6-17FC-5CAF-7C2DFFF7732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7F18F71-78FC-0508-C5A4-F215D710E704}"/>
              </a:ext>
            </a:extLst>
          </p:cNvPr>
          <p:cNvSpPr>
            <a:spLocks noGrp="1"/>
          </p:cNvSpPr>
          <p:nvPr>
            <p:ph type="title"/>
          </p:nvPr>
        </p:nvSpPr>
        <p:spPr>
          <a:xfrm>
            <a:off x="695998" y="360000"/>
            <a:ext cx="7200000" cy="424732"/>
          </a:xfrm>
        </p:spPr>
        <p:txBody>
          <a:bodyPr/>
          <a:lstStyle/>
          <a:p>
            <a:r>
              <a:rPr lang="zh-CN" altLang="en-US" dirty="0"/>
              <a:t>敏捷理念 </a:t>
            </a:r>
            <a:r>
              <a:rPr lang="en-US" altLang="zh-CN" dirty="0"/>
              <a:t>Scrum Theory/Pillars of Scrum</a:t>
            </a:r>
            <a:endParaRPr lang="zh-CN" altLang="en-US" dirty="0"/>
          </a:p>
        </p:txBody>
      </p:sp>
      <p:sp>
        <p:nvSpPr>
          <p:cNvPr id="3" name="内容占位符 2">
            <a:extLst>
              <a:ext uri="{FF2B5EF4-FFF2-40B4-BE49-F238E27FC236}">
                <a16:creationId xmlns:a16="http://schemas.microsoft.com/office/drawing/2014/main" id="{2BB11921-90F9-E334-41D4-BC2D0F24AF77}"/>
              </a:ext>
            </a:extLst>
          </p:cNvPr>
          <p:cNvSpPr>
            <a:spLocks noGrp="1"/>
          </p:cNvSpPr>
          <p:nvPr>
            <p:ph idx="1"/>
          </p:nvPr>
        </p:nvSpPr>
        <p:spPr>
          <a:xfrm>
            <a:off x="696000" y="1080000"/>
            <a:ext cx="10800000" cy="5112000"/>
          </a:xfrm>
        </p:spPr>
        <p:txBody>
          <a:bodyPr>
            <a:normAutofit/>
          </a:bodyPr>
          <a:lstStyle/>
          <a:p>
            <a:r>
              <a:rPr lang="zh-CN" altLang="en-US" dirty="0"/>
              <a:t>适应 </a:t>
            </a:r>
            <a:r>
              <a:rPr lang="en-US" altLang="zh-CN" dirty="0"/>
              <a:t>Adaptation</a:t>
            </a:r>
            <a:endParaRPr lang="zh-CN" altLang="en-US" dirty="0"/>
          </a:p>
          <a:p>
            <a:pPr lvl="1"/>
            <a:r>
              <a:rPr lang="zh-CN" altLang="en-US" dirty="0"/>
              <a:t>基于检视结果，团队必须迅速调整行为、计划或方法。</a:t>
            </a:r>
          </a:p>
          <a:p>
            <a:pPr lvl="1"/>
            <a:r>
              <a:rPr lang="zh-CN" altLang="en-US" dirty="0"/>
              <a:t>如果发现产品方向偏离，可在下个 </a:t>
            </a:r>
            <a:r>
              <a:rPr lang="en-US" altLang="zh-CN" dirty="0"/>
              <a:t>Sprint </a:t>
            </a:r>
            <a:r>
              <a:rPr lang="zh-CN" altLang="en-US" dirty="0"/>
              <a:t>调整 </a:t>
            </a:r>
            <a:r>
              <a:rPr lang="en-US" altLang="zh-CN" dirty="0"/>
              <a:t>Backlog</a:t>
            </a:r>
            <a:r>
              <a:rPr lang="zh-CN" altLang="en-US" dirty="0"/>
              <a:t>。</a:t>
            </a:r>
          </a:p>
          <a:p>
            <a:pPr lvl="1"/>
            <a:r>
              <a:rPr lang="zh-CN" altLang="en-US" dirty="0"/>
              <a:t>如果流程效率低，可在 </a:t>
            </a:r>
            <a:r>
              <a:rPr lang="en-US" altLang="zh-CN" dirty="0"/>
              <a:t>Retrospective </a:t>
            </a:r>
            <a:r>
              <a:rPr lang="zh-CN" altLang="en-US" dirty="0"/>
              <a:t>后改进工作方式。</a:t>
            </a:r>
          </a:p>
          <a:p>
            <a:pPr lvl="1"/>
            <a:r>
              <a:rPr lang="zh-CN" altLang="en-US" dirty="0"/>
              <a:t>适应必须在“可接受的时间窗口”内发生（通常在下一个 </a:t>
            </a:r>
            <a:r>
              <a:rPr lang="en-US" altLang="zh-CN" dirty="0"/>
              <a:t>Sprint </a:t>
            </a:r>
            <a:r>
              <a:rPr lang="zh-CN" altLang="en-US" dirty="0"/>
              <a:t>开始前）。</a:t>
            </a:r>
          </a:p>
          <a:p>
            <a:pPr lvl="1"/>
            <a:r>
              <a:rPr lang="zh-CN" altLang="en-US" dirty="0"/>
              <a:t>目的：持续优化交付价值的能力和团队效能。</a:t>
            </a:r>
          </a:p>
        </p:txBody>
      </p:sp>
      <p:sp>
        <p:nvSpPr>
          <p:cNvPr id="4" name="文本占位符 3">
            <a:extLst>
              <a:ext uri="{FF2B5EF4-FFF2-40B4-BE49-F238E27FC236}">
                <a16:creationId xmlns:a16="http://schemas.microsoft.com/office/drawing/2014/main" id="{DA61DE41-8EB2-C890-486D-5257116D616C}"/>
              </a:ext>
            </a:extLst>
          </p:cNvPr>
          <p:cNvSpPr>
            <a:spLocks noGrp="1"/>
          </p:cNvSpPr>
          <p:nvPr>
            <p:ph type="body" sz="quarter" idx="10"/>
          </p:nvPr>
        </p:nvSpPr>
        <p:spPr>
          <a:xfrm>
            <a:off x="6702424" y="360001"/>
            <a:ext cx="4793575"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195627219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7200000" cy="424732"/>
          </a:xfrm>
        </p:spPr>
        <p:txBody>
          <a:bodyPr/>
          <a:lstStyle/>
          <a:p>
            <a:r>
              <a:rPr lang="zh-CN" altLang="en-US" dirty="0"/>
              <a:t>敏捷团队 </a:t>
            </a:r>
            <a:r>
              <a:rPr lang="en-US" altLang="zh-CN" dirty="0"/>
              <a:t>Scrum Team</a:t>
            </a:r>
            <a:endParaRPr lang="zh-CN" altLang="en-US" dirty="0"/>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1080000"/>
            <a:ext cx="10800000" cy="5112000"/>
          </a:xfrm>
        </p:spPr>
        <p:txBody>
          <a:bodyPr>
            <a:normAutofit/>
          </a:bodyPr>
          <a:lstStyle/>
          <a:p>
            <a:r>
              <a:rPr lang="en-US" altLang="zh-CN" dirty="0"/>
              <a:t>3</a:t>
            </a:r>
            <a:r>
              <a:rPr lang="zh-CN" altLang="en-US" dirty="0"/>
              <a:t>个角色 </a:t>
            </a:r>
            <a:r>
              <a:rPr lang="en-US" altLang="zh-CN" dirty="0"/>
              <a:t>Role</a:t>
            </a:r>
            <a:endParaRPr lang="zh-CN" altLang="en-US" dirty="0"/>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6702424" y="360001"/>
            <a:ext cx="4793575" cy="424731"/>
          </a:xfrm>
        </p:spPr>
        <p:txBody>
          <a:bodyPr/>
          <a:lstStyle/>
          <a:p>
            <a:r>
              <a:rPr lang="en-US" altLang="zh-CN" dirty="0"/>
              <a:t>Agile</a:t>
            </a:r>
            <a:endParaRPr lang="zh-CN" altLang="en-US" dirty="0"/>
          </a:p>
        </p:txBody>
      </p:sp>
      <p:graphicFrame>
        <p:nvGraphicFramePr>
          <p:cNvPr id="9" name="图示 8">
            <a:extLst>
              <a:ext uri="{FF2B5EF4-FFF2-40B4-BE49-F238E27FC236}">
                <a16:creationId xmlns:a16="http://schemas.microsoft.com/office/drawing/2014/main" id="{5CD635B7-D2B1-DA09-8D52-9879F640C15F}"/>
              </a:ext>
            </a:extLst>
          </p:cNvPr>
          <p:cNvGraphicFramePr>
            <a:graphicFrameLocks noChangeAspect="1"/>
          </p:cNvGraphicFramePr>
          <p:nvPr>
            <p:extLst>
              <p:ext uri="{D42A27DB-BD31-4B8C-83A1-F6EECF244321}">
                <p14:modId xmlns:p14="http://schemas.microsoft.com/office/powerpoint/2010/main" val="4077878185"/>
              </p:ext>
            </p:extLst>
          </p:nvPr>
        </p:nvGraphicFramePr>
        <p:xfrm>
          <a:off x="1775460" y="1932941"/>
          <a:ext cx="8641080" cy="4089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6966989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9F20CF-6E7B-3D2C-69B0-A4C501C8D95C}"/>
              </a:ext>
            </a:extLst>
          </p:cNvPr>
          <p:cNvSpPr>
            <a:spLocks noGrp="1"/>
          </p:cNvSpPr>
          <p:nvPr>
            <p:ph type="title"/>
          </p:nvPr>
        </p:nvSpPr>
        <p:spPr>
          <a:xfrm>
            <a:off x="695998" y="360000"/>
            <a:ext cx="7200000" cy="424732"/>
          </a:xfrm>
        </p:spPr>
        <p:txBody>
          <a:bodyPr/>
          <a:lstStyle/>
          <a:p>
            <a:r>
              <a:rPr lang="zh-CN" altLang="en-US" dirty="0"/>
              <a:t>项目经理</a:t>
            </a:r>
          </a:p>
        </p:txBody>
      </p:sp>
      <p:sp>
        <p:nvSpPr>
          <p:cNvPr id="3" name="内容占位符 2">
            <a:extLst>
              <a:ext uri="{FF2B5EF4-FFF2-40B4-BE49-F238E27FC236}">
                <a16:creationId xmlns:a16="http://schemas.microsoft.com/office/drawing/2014/main" id="{D2A6549B-0648-CA36-3A90-E1C1A9FF80A8}"/>
              </a:ext>
            </a:extLst>
          </p:cNvPr>
          <p:cNvSpPr>
            <a:spLocks noGrp="1"/>
          </p:cNvSpPr>
          <p:nvPr>
            <p:ph idx="1"/>
          </p:nvPr>
        </p:nvSpPr>
        <p:spPr>
          <a:xfrm>
            <a:off x="696000" y="1080000"/>
            <a:ext cx="10800000" cy="5112000"/>
          </a:xfrm>
        </p:spPr>
        <p:txBody>
          <a:bodyPr/>
          <a:lstStyle/>
          <a:p>
            <a:r>
              <a:rPr lang="zh-CN" altLang="en-US" dirty="0"/>
              <a:t>足够的知识</a:t>
            </a:r>
            <a:endParaRPr lang="en-US" altLang="zh-CN" dirty="0"/>
          </a:p>
          <a:p>
            <a:r>
              <a:rPr lang="zh-CN" altLang="en-US" dirty="0"/>
              <a:t>丰富的项目管理经验</a:t>
            </a:r>
            <a:endParaRPr lang="en-US" altLang="zh-CN" dirty="0"/>
          </a:p>
          <a:p>
            <a:r>
              <a:rPr lang="zh-CN" altLang="en-US" dirty="0"/>
              <a:t>良好的协调和沟通能力</a:t>
            </a:r>
            <a:endParaRPr lang="en-US" altLang="zh-CN" dirty="0"/>
          </a:p>
          <a:p>
            <a:r>
              <a:rPr lang="zh-CN" altLang="en-US" dirty="0"/>
              <a:t>良好的职业道德</a:t>
            </a:r>
            <a:endParaRPr lang="en-US" altLang="zh-CN" dirty="0"/>
          </a:p>
          <a:p>
            <a:r>
              <a:rPr lang="zh-CN" altLang="en-US" dirty="0"/>
              <a:t>一定的领导和管理能力</a:t>
            </a:r>
          </a:p>
        </p:txBody>
      </p:sp>
      <p:sp>
        <p:nvSpPr>
          <p:cNvPr id="4" name="文本占位符 3">
            <a:extLst>
              <a:ext uri="{FF2B5EF4-FFF2-40B4-BE49-F238E27FC236}">
                <a16:creationId xmlns:a16="http://schemas.microsoft.com/office/drawing/2014/main" id="{6F4CF1D4-6294-43D0-85CF-136F1720BBD3}"/>
              </a:ext>
            </a:extLst>
          </p:cNvPr>
          <p:cNvSpPr>
            <a:spLocks noGrp="1"/>
          </p:cNvSpPr>
          <p:nvPr>
            <p:ph type="body" sz="quarter" idx="10"/>
          </p:nvPr>
        </p:nvSpPr>
        <p:spPr>
          <a:xfrm>
            <a:off x="6702424" y="360001"/>
            <a:ext cx="4793575" cy="424731"/>
          </a:xfrm>
        </p:spPr>
        <p:txBody>
          <a:bodyPr/>
          <a:lstStyle/>
          <a:p>
            <a:r>
              <a:rPr lang="en-US" altLang="zh-CN" dirty="0"/>
              <a:t>Team</a:t>
            </a:r>
            <a:endParaRPr lang="zh-CN" altLang="en-US" dirty="0"/>
          </a:p>
        </p:txBody>
      </p:sp>
    </p:spTree>
    <p:extLst>
      <p:ext uri="{BB962C8B-B14F-4D97-AF65-F5344CB8AC3E}">
        <p14:creationId xmlns:p14="http://schemas.microsoft.com/office/powerpoint/2010/main" val="2668802231"/>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C7046B2-D89F-1BCB-6C54-62EAA198E2C5}"/>
              </a:ext>
            </a:extLst>
          </p:cNvPr>
          <p:cNvSpPr>
            <a:spLocks noGrp="1"/>
          </p:cNvSpPr>
          <p:nvPr>
            <p:ph type="title"/>
          </p:nvPr>
        </p:nvSpPr>
        <p:spPr>
          <a:xfrm>
            <a:off x="695998" y="360000"/>
            <a:ext cx="7200000" cy="424732"/>
          </a:xfrm>
        </p:spPr>
        <p:txBody>
          <a:bodyPr/>
          <a:lstStyle/>
          <a:p>
            <a:r>
              <a:rPr lang="zh-CN" altLang="en-US" dirty="0"/>
              <a:t>敏捷团队 </a:t>
            </a:r>
            <a:r>
              <a:rPr lang="en-US" altLang="zh-CN" dirty="0"/>
              <a:t>Scrum Team</a:t>
            </a:r>
            <a:endParaRPr lang="zh-CN" altLang="en-US" dirty="0"/>
          </a:p>
        </p:txBody>
      </p:sp>
      <p:sp>
        <p:nvSpPr>
          <p:cNvPr id="3" name="内容占位符 2">
            <a:extLst>
              <a:ext uri="{FF2B5EF4-FFF2-40B4-BE49-F238E27FC236}">
                <a16:creationId xmlns:a16="http://schemas.microsoft.com/office/drawing/2014/main" id="{06AB2D2A-7F6F-8EA9-E3DA-17D607C4AE14}"/>
              </a:ext>
            </a:extLst>
          </p:cNvPr>
          <p:cNvSpPr>
            <a:spLocks noGrp="1"/>
          </p:cNvSpPr>
          <p:nvPr>
            <p:ph idx="1"/>
          </p:nvPr>
        </p:nvSpPr>
        <p:spPr>
          <a:xfrm>
            <a:off x="696000" y="1080000"/>
            <a:ext cx="10800000" cy="5112000"/>
          </a:xfrm>
        </p:spPr>
        <p:txBody>
          <a:bodyPr>
            <a:normAutofit/>
          </a:bodyPr>
          <a:lstStyle/>
          <a:p>
            <a:r>
              <a:rPr lang="zh-CN" altLang="en-US" dirty="0"/>
              <a:t>形成阶段和管理</a:t>
            </a:r>
          </a:p>
        </p:txBody>
      </p:sp>
      <p:sp>
        <p:nvSpPr>
          <p:cNvPr id="4" name="文本占位符 3">
            <a:extLst>
              <a:ext uri="{FF2B5EF4-FFF2-40B4-BE49-F238E27FC236}">
                <a16:creationId xmlns:a16="http://schemas.microsoft.com/office/drawing/2014/main" id="{B5C5C35D-A8E2-A285-EE6C-8B05877B62B1}"/>
              </a:ext>
            </a:extLst>
          </p:cNvPr>
          <p:cNvSpPr>
            <a:spLocks noGrp="1"/>
          </p:cNvSpPr>
          <p:nvPr>
            <p:ph type="body" sz="quarter" idx="10"/>
          </p:nvPr>
        </p:nvSpPr>
        <p:spPr>
          <a:xfrm>
            <a:off x="6702424" y="360001"/>
            <a:ext cx="4793575" cy="424731"/>
          </a:xfrm>
        </p:spPr>
        <p:txBody>
          <a:bodyPr/>
          <a:lstStyle/>
          <a:p>
            <a:r>
              <a:rPr lang="en-US" altLang="zh-CN" dirty="0"/>
              <a:t>Agile</a:t>
            </a:r>
            <a:endParaRPr lang="zh-CN" altLang="en-US" dirty="0"/>
          </a:p>
        </p:txBody>
      </p:sp>
      <p:grpSp>
        <p:nvGrpSpPr>
          <p:cNvPr id="10" name="组合 9">
            <a:extLst>
              <a:ext uri="{FF2B5EF4-FFF2-40B4-BE49-F238E27FC236}">
                <a16:creationId xmlns:a16="http://schemas.microsoft.com/office/drawing/2014/main" id="{25A96D12-8B50-0E0D-37CA-530BC85C45C3}"/>
              </a:ext>
            </a:extLst>
          </p:cNvPr>
          <p:cNvGrpSpPr/>
          <p:nvPr/>
        </p:nvGrpSpPr>
        <p:grpSpPr>
          <a:xfrm>
            <a:off x="4348444" y="2128642"/>
            <a:ext cx="3495112" cy="369332"/>
            <a:chOff x="4348444" y="2757292"/>
            <a:chExt cx="3495112" cy="369332"/>
          </a:xfrm>
        </p:grpSpPr>
        <p:sp>
          <p:nvSpPr>
            <p:cNvPr id="6" name="箭头: 左右 5">
              <a:extLst>
                <a:ext uri="{FF2B5EF4-FFF2-40B4-BE49-F238E27FC236}">
                  <a16:creationId xmlns:a16="http://schemas.microsoft.com/office/drawing/2014/main" id="{3D100740-5285-689D-8421-779A655C838A}"/>
                </a:ext>
              </a:extLst>
            </p:cNvPr>
            <p:cNvSpPr/>
            <p:nvPr/>
          </p:nvSpPr>
          <p:spPr>
            <a:xfrm>
              <a:off x="5016000" y="2761958"/>
              <a:ext cx="2160000" cy="360000"/>
            </a:xfrm>
            <a:prstGeom prst="leftRightArrow">
              <a:avLst/>
            </a:prstGeom>
          </p:spPr>
          <p:style>
            <a:lnRef idx="0">
              <a:schemeClr val="accent3"/>
            </a:lnRef>
            <a:fillRef idx="3">
              <a:schemeClr val="accent3"/>
            </a:fillRef>
            <a:effectRef idx="3">
              <a:schemeClr val="accent3"/>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4348444" y="2757292"/>
              <a:ext cx="646331" cy="369332"/>
            </a:xfrm>
            <a:prstGeom prst="rect">
              <a:avLst/>
            </a:prstGeom>
            <a:noFill/>
          </p:spPr>
          <p:txBody>
            <a:bodyPr wrap="none" rtlCol="0">
              <a:spAutoFit/>
            </a:bodyPr>
            <a:lstStyle/>
            <a:p>
              <a:r>
                <a:rPr lang="zh-CN" altLang="en-US" dirty="0"/>
                <a:t>形成</a:t>
              </a:r>
            </a:p>
          </p:txBody>
        </p:sp>
        <p:sp>
          <p:nvSpPr>
            <p:cNvPr id="8" name="文本框 7">
              <a:extLst>
                <a:ext uri="{FF2B5EF4-FFF2-40B4-BE49-F238E27FC236}">
                  <a16:creationId xmlns:a16="http://schemas.microsoft.com/office/drawing/2014/main" id="{1DB84078-9392-CEAC-1DC1-79A9C4AC5BAE}"/>
                </a:ext>
              </a:extLst>
            </p:cNvPr>
            <p:cNvSpPr txBox="1"/>
            <p:nvPr/>
          </p:nvSpPr>
          <p:spPr>
            <a:xfrm>
              <a:off x="7197225" y="2757292"/>
              <a:ext cx="646331" cy="369332"/>
            </a:xfrm>
            <a:prstGeom prst="rect">
              <a:avLst/>
            </a:prstGeom>
            <a:noFill/>
          </p:spPr>
          <p:txBody>
            <a:bodyPr wrap="none" rtlCol="0">
              <a:spAutoFit/>
            </a:bodyPr>
            <a:lstStyle/>
            <a:p>
              <a:r>
                <a:rPr lang="zh-CN" altLang="en-US" dirty="0"/>
                <a:t>指导</a:t>
              </a:r>
            </a:p>
          </p:txBody>
        </p:sp>
      </p:grpSp>
      <p:grpSp>
        <p:nvGrpSpPr>
          <p:cNvPr id="11" name="组合 10">
            <a:extLst>
              <a:ext uri="{FF2B5EF4-FFF2-40B4-BE49-F238E27FC236}">
                <a16:creationId xmlns:a16="http://schemas.microsoft.com/office/drawing/2014/main" id="{E6AFF645-D906-B164-8ABC-D637283A730B}"/>
              </a:ext>
            </a:extLst>
          </p:cNvPr>
          <p:cNvGrpSpPr/>
          <p:nvPr/>
        </p:nvGrpSpPr>
        <p:grpSpPr>
          <a:xfrm>
            <a:off x="4348444" y="2802536"/>
            <a:ext cx="3495112" cy="369332"/>
            <a:chOff x="4348444" y="2757292"/>
            <a:chExt cx="3495112" cy="369332"/>
          </a:xfrm>
        </p:grpSpPr>
        <p:sp>
          <p:nvSpPr>
            <p:cNvPr id="12" name="箭头: 左右 11">
              <a:extLst>
                <a:ext uri="{FF2B5EF4-FFF2-40B4-BE49-F238E27FC236}">
                  <a16:creationId xmlns:a16="http://schemas.microsoft.com/office/drawing/2014/main" id="{6987D6CC-913D-E929-73AD-50153F602CE9}"/>
                </a:ext>
              </a:extLst>
            </p:cNvPr>
            <p:cNvSpPr/>
            <p:nvPr/>
          </p:nvSpPr>
          <p:spPr>
            <a:xfrm>
              <a:off x="5016000" y="2761958"/>
              <a:ext cx="2160000" cy="360000"/>
            </a:xfrm>
            <a:prstGeom prst="leftRightArrow">
              <a:avLst/>
            </a:prstGeom>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文本框 12">
              <a:extLst>
                <a:ext uri="{FF2B5EF4-FFF2-40B4-BE49-F238E27FC236}">
                  <a16:creationId xmlns:a16="http://schemas.microsoft.com/office/drawing/2014/main" id="{204911E3-1783-5E2A-B2C1-7D684A13AAB5}"/>
                </a:ext>
              </a:extLst>
            </p:cNvPr>
            <p:cNvSpPr txBox="1"/>
            <p:nvPr/>
          </p:nvSpPr>
          <p:spPr>
            <a:xfrm>
              <a:off x="4348444" y="2757292"/>
              <a:ext cx="646331" cy="369332"/>
            </a:xfrm>
            <a:prstGeom prst="rect">
              <a:avLst/>
            </a:prstGeom>
            <a:noFill/>
          </p:spPr>
          <p:txBody>
            <a:bodyPr wrap="none" rtlCol="0">
              <a:spAutoFit/>
            </a:bodyPr>
            <a:lstStyle/>
            <a:p>
              <a:r>
                <a:rPr lang="zh-CN" altLang="en-US" dirty="0"/>
                <a:t>震荡</a:t>
              </a:r>
            </a:p>
          </p:txBody>
        </p:sp>
        <p:sp>
          <p:nvSpPr>
            <p:cNvPr id="14" name="文本框 13">
              <a:extLst>
                <a:ext uri="{FF2B5EF4-FFF2-40B4-BE49-F238E27FC236}">
                  <a16:creationId xmlns:a16="http://schemas.microsoft.com/office/drawing/2014/main" id="{56DB0103-73F7-5CB0-6DF5-D6B269CF630C}"/>
                </a:ext>
              </a:extLst>
            </p:cNvPr>
            <p:cNvSpPr txBox="1"/>
            <p:nvPr/>
          </p:nvSpPr>
          <p:spPr>
            <a:xfrm>
              <a:off x="7197225" y="2757292"/>
              <a:ext cx="646331" cy="369332"/>
            </a:xfrm>
            <a:prstGeom prst="rect">
              <a:avLst/>
            </a:prstGeom>
            <a:noFill/>
          </p:spPr>
          <p:txBody>
            <a:bodyPr wrap="none" rtlCol="0">
              <a:spAutoFit/>
            </a:bodyPr>
            <a:lstStyle/>
            <a:p>
              <a:r>
                <a:rPr lang="zh-CN" altLang="en-US" dirty="0"/>
                <a:t>教练</a:t>
              </a:r>
            </a:p>
          </p:txBody>
        </p:sp>
      </p:grpSp>
      <p:grpSp>
        <p:nvGrpSpPr>
          <p:cNvPr id="15" name="组合 14">
            <a:extLst>
              <a:ext uri="{FF2B5EF4-FFF2-40B4-BE49-F238E27FC236}">
                <a16:creationId xmlns:a16="http://schemas.microsoft.com/office/drawing/2014/main" id="{AFE20FB1-045A-A879-7CFA-CEFA81F0CB53}"/>
              </a:ext>
            </a:extLst>
          </p:cNvPr>
          <p:cNvGrpSpPr/>
          <p:nvPr/>
        </p:nvGrpSpPr>
        <p:grpSpPr>
          <a:xfrm>
            <a:off x="4348444" y="3476430"/>
            <a:ext cx="3495112" cy="369332"/>
            <a:chOff x="4348444" y="2757292"/>
            <a:chExt cx="3495112" cy="369332"/>
          </a:xfrm>
        </p:grpSpPr>
        <p:sp>
          <p:nvSpPr>
            <p:cNvPr id="16" name="箭头: 左右 15">
              <a:extLst>
                <a:ext uri="{FF2B5EF4-FFF2-40B4-BE49-F238E27FC236}">
                  <a16:creationId xmlns:a16="http://schemas.microsoft.com/office/drawing/2014/main" id="{AD310A36-B61C-AE4F-6B68-2D0B4F9513E0}"/>
                </a:ext>
              </a:extLst>
            </p:cNvPr>
            <p:cNvSpPr/>
            <p:nvPr/>
          </p:nvSpPr>
          <p:spPr>
            <a:xfrm>
              <a:off x="5016000" y="2761958"/>
              <a:ext cx="2160000" cy="360000"/>
            </a:xfrm>
            <a:prstGeom prst="leftRightArrow">
              <a:avLst/>
            </a:prstGeom>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17" name="文本框 16">
              <a:extLst>
                <a:ext uri="{FF2B5EF4-FFF2-40B4-BE49-F238E27FC236}">
                  <a16:creationId xmlns:a16="http://schemas.microsoft.com/office/drawing/2014/main" id="{E043D0E5-7470-3CA7-FE38-2330E88A4427}"/>
                </a:ext>
              </a:extLst>
            </p:cNvPr>
            <p:cNvSpPr txBox="1"/>
            <p:nvPr/>
          </p:nvSpPr>
          <p:spPr>
            <a:xfrm>
              <a:off x="4348444" y="2757292"/>
              <a:ext cx="646331" cy="369332"/>
            </a:xfrm>
            <a:prstGeom prst="rect">
              <a:avLst/>
            </a:prstGeom>
            <a:noFill/>
          </p:spPr>
          <p:txBody>
            <a:bodyPr wrap="none" rtlCol="0">
              <a:spAutoFit/>
            </a:bodyPr>
            <a:lstStyle/>
            <a:p>
              <a:r>
                <a:rPr lang="zh-CN" altLang="en-US" dirty="0"/>
                <a:t>规范</a:t>
              </a:r>
            </a:p>
          </p:txBody>
        </p:sp>
        <p:sp>
          <p:nvSpPr>
            <p:cNvPr id="18" name="文本框 17">
              <a:extLst>
                <a:ext uri="{FF2B5EF4-FFF2-40B4-BE49-F238E27FC236}">
                  <a16:creationId xmlns:a16="http://schemas.microsoft.com/office/drawing/2014/main" id="{C2EF03C7-4501-9849-E7EF-BC0B547D5E4F}"/>
                </a:ext>
              </a:extLst>
            </p:cNvPr>
            <p:cNvSpPr txBox="1"/>
            <p:nvPr/>
          </p:nvSpPr>
          <p:spPr>
            <a:xfrm>
              <a:off x="7197225" y="2757292"/>
              <a:ext cx="646331" cy="369332"/>
            </a:xfrm>
            <a:prstGeom prst="rect">
              <a:avLst/>
            </a:prstGeom>
            <a:noFill/>
          </p:spPr>
          <p:txBody>
            <a:bodyPr wrap="none" rtlCol="0">
              <a:spAutoFit/>
            </a:bodyPr>
            <a:lstStyle/>
            <a:p>
              <a:r>
                <a:rPr lang="zh-CN" altLang="en-US" dirty="0"/>
                <a:t>参与</a:t>
              </a:r>
            </a:p>
          </p:txBody>
        </p:sp>
      </p:grpSp>
      <p:grpSp>
        <p:nvGrpSpPr>
          <p:cNvPr id="19" name="组合 18">
            <a:extLst>
              <a:ext uri="{FF2B5EF4-FFF2-40B4-BE49-F238E27FC236}">
                <a16:creationId xmlns:a16="http://schemas.microsoft.com/office/drawing/2014/main" id="{509884F0-B2C8-1623-8484-2500070B5A7C}"/>
              </a:ext>
            </a:extLst>
          </p:cNvPr>
          <p:cNvGrpSpPr/>
          <p:nvPr/>
        </p:nvGrpSpPr>
        <p:grpSpPr>
          <a:xfrm>
            <a:off x="4348444" y="4150324"/>
            <a:ext cx="3495112" cy="369332"/>
            <a:chOff x="4348444" y="2757292"/>
            <a:chExt cx="3495112" cy="369332"/>
          </a:xfrm>
        </p:grpSpPr>
        <p:sp>
          <p:nvSpPr>
            <p:cNvPr id="20" name="箭头: 左右 19">
              <a:extLst>
                <a:ext uri="{FF2B5EF4-FFF2-40B4-BE49-F238E27FC236}">
                  <a16:creationId xmlns:a16="http://schemas.microsoft.com/office/drawing/2014/main" id="{E52F6EB0-555C-F9FA-3EB1-641A68EE7731}"/>
                </a:ext>
              </a:extLst>
            </p:cNvPr>
            <p:cNvSpPr/>
            <p:nvPr/>
          </p:nvSpPr>
          <p:spPr>
            <a:xfrm>
              <a:off x="5016000" y="2761958"/>
              <a:ext cx="2160000" cy="360000"/>
            </a:xfrm>
            <a:prstGeom prst="leftRightArrow">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1" name="文本框 20">
              <a:extLst>
                <a:ext uri="{FF2B5EF4-FFF2-40B4-BE49-F238E27FC236}">
                  <a16:creationId xmlns:a16="http://schemas.microsoft.com/office/drawing/2014/main" id="{9E5BC592-D92B-FF0A-4B76-54F0B41BC81D}"/>
                </a:ext>
              </a:extLst>
            </p:cNvPr>
            <p:cNvSpPr txBox="1"/>
            <p:nvPr/>
          </p:nvSpPr>
          <p:spPr>
            <a:xfrm>
              <a:off x="4348444" y="2757292"/>
              <a:ext cx="646331" cy="369332"/>
            </a:xfrm>
            <a:prstGeom prst="rect">
              <a:avLst/>
            </a:prstGeom>
            <a:noFill/>
          </p:spPr>
          <p:txBody>
            <a:bodyPr wrap="none" rtlCol="0">
              <a:spAutoFit/>
            </a:bodyPr>
            <a:lstStyle/>
            <a:p>
              <a:r>
                <a:rPr lang="zh-CN" altLang="en-US" dirty="0"/>
                <a:t>成熟</a:t>
              </a:r>
            </a:p>
          </p:txBody>
        </p:sp>
        <p:sp>
          <p:nvSpPr>
            <p:cNvPr id="22" name="文本框 21">
              <a:extLst>
                <a:ext uri="{FF2B5EF4-FFF2-40B4-BE49-F238E27FC236}">
                  <a16:creationId xmlns:a16="http://schemas.microsoft.com/office/drawing/2014/main" id="{53D15627-CC8C-65A6-D2F5-3EB58FC125D7}"/>
                </a:ext>
              </a:extLst>
            </p:cNvPr>
            <p:cNvSpPr txBox="1"/>
            <p:nvPr/>
          </p:nvSpPr>
          <p:spPr>
            <a:xfrm>
              <a:off x="7197225" y="2757292"/>
              <a:ext cx="646331" cy="369332"/>
            </a:xfrm>
            <a:prstGeom prst="rect">
              <a:avLst/>
            </a:prstGeom>
            <a:noFill/>
          </p:spPr>
          <p:txBody>
            <a:bodyPr wrap="none" rtlCol="0">
              <a:spAutoFit/>
            </a:bodyPr>
            <a:lstStyle/>
            <a:p>
              <a:r>
                <a:rPr lang="zh-CN" altLang="en-US" dirty="0"/>
                <a:t>授权</a:t>
              </a:r>
            </a:p>
          </p:txBody>
        </p:sp>
      </p:grpSp>
      <p:grpSp>
        <p:nvGrpSpPr>
          <p:cNvPr id="23" name="组合 22">
            <a:extLst>
              <a:ext uri="{FF2B5EF4-FFF2-40B4-BE49-F238E27FC236}">
                <a16:creationId xmlns:a16="http://schemas.microsoft.com/office/drawing/2014/main" id="{90EA23AC-2102-E627-24E0-9C089CBB6CF6}"/>
              </a:ext>
            </a:extLst>
          </p:cNvPr>
          <p:cNvGrpSpPr/>
          <p:nvPr/>
        </p:nvGrpSpPr>
        <p:grpSpPr>
          <a:xfrm>
            <a:off x="4348444" y="4824217"/>
            <a:ext cx="3495112" cy="369332"/>
            <a:chOff x="4348444" y="2757292"/>
            <a:chExt cx="3495112" cy="369332"/>
          </a:xfrm>
        </p:grpSpPr>
        <p:sp>
          <p:nvSpPr>
            <p:cNvPr id="24" name="箭头: 左右 23">
              <a:extLst>
                <a:ext uri="{FF2B5EF4-FFF2-40B4-BE49-F238E27FC236}">
                  <a16:creationId xmlns:a16="http://schemas.microsoft.com/office/drawing/2014/main" id="{D1FFFF04-8F85-0959-EEB0-400407E5F5F6}"/>
                </a:ext>
              </a:extLst>
            </p:cNvPr>
            <p:cNvSpPr/>
            <p:nvPr/>
          </p:nvSpPr>
          <p:spPr>
            <a:xfrm>
              <a:off x="5016000" y="2761958"/>
              <a:ext cx="2160000" cy="360000"/>
            </a:xfrm>
            <a:prstGeom prst="leftRightArrow">
              <a:avLst/>
            </a:prstGeom>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5" name="文本框 24">
              <a:extLst>
                <a:ext uri="{FF2B5EF4-FFF2-40B4-BE49-F238E27FC236}">
                  <a16:creationId xmlns:a16="http://schemas.microsoft.com/office/drawing/2014/main" id="{893ABB7C-855E-A57A-A9A4-8471674896A8}"/>
                </a:ext>
              </a:extLst>
            </p:cNvPr>
            <p:cNvSpPr txBox="1"/>
            <p:nvPr/>
          </p:nvSpPr>
          <p:spPr>
            <a:xfrm>
              <a:off x="4348444" y="2757292"/>
              <a:ext cx="646331" cy="369332"/>
            </a:xfrm>
            <a:prstGeom prst="rect">
              <a:avLst/>
            </a:prstGeom>
            <a:noFill/>
          </p:spPr>
          <p:txBody>
            <a:bodyPr wrap="none" rtlCol="0">
              <a:spAutoFit/>
            </a:bodyPr>
            <a:lstStyle/>
            <a:p>
              <a:r>
                <a:rPr lang="zh-CN" altLang="en-US" dirty="0"/>
                <a:t>解散</a:t>
              </a:r>
            </a:p>
          </p:txBody>
        </p:sp>
        <p:sp>
          <p:nvSpPr>
            <p:cNvPr id="26" name="文本框 25">
              <a:extLst>
                <a:ext uri="{FF2B5EF4-FFF2-40B4-BE49-F238E27FC236}">
                  <a16:creationId xmlns:a16="http://schemas.microsoft.com/office/drawing/2014/main" id="{5B81B0CC-0828-6A16-7B1F-A5750C49E63B}"/>
                </a:ext>
              </a:extLst>
            </p:cNvPr>
            <p:cNvSpPr txBox="1"/>
            <p:nvPr/>
          </p:nvSpPr>
          <p:spPr>
            <a:xfrm>
              <a:off x="7197225" y="2757292"/>
              <a:ext cx="646331" cy="369332"/>
            </a:xfrm>
            <a:prstGeom prst="rect">
              <a:avLst/>
            </a:prstGeom>
            <a:noFill/>
          </p:spPr>
          <p:txBody>
            <a:bodyPr wrap="none" rtlCol="0">
              <a:spAutoFit/>
            </a:bodyPr>
            <a:lstStyle/>
            <a:p>
              <a:r>
                <a:rPr lang="zh-CN" altLang="en-US" dirty="0">
                  <a:solidFill>
                    <a:schemeClr val="bg1"/>
                  </a:solidFill>
                </a:rPr>
                <a:t>指导</a:t>
              </a:r>
            </a:p>
          </p:txBody>
        </p:sp>
      </p:grpSp>
    </p:spTree>
    <p:extLst>
      <p:ext uri="{BB962C8B-B14F-4D97-AF65-F5344CB8AC3E}">
        <p14:creationId xmlns:p14="http://schemas.microsoft.com/office/powerpoint/2010/main" val="68110562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148F0534-31AD-BC3A-7C5A-74BAD1F7BC85}"/>
              </a:ext>
            </a:extLst>
          </p:cNvPr>
          <p:cNvSpPr>
            <a:spLocks noGrp="1"/>
          </p:cNvSpPr>
          <p:nvPr>
            <p:ph type="body" sz="quarter" idx="10"/>
          </p:nvPr>
        </p:nvSpPr>
        <p:spPr>
          <a:xfrm>
            <a:off x="3219345" y="1629000"/>
            <a:ext cx="8640000" cy="3600000"/>
          </a:xfrm>
        </p:spPr>
        <p:txBody>
          <a:bodyPr>
            <a:normAutofit/>
          </a:bodyPr>
          <a:lstStyle/>
          <a:p>
            <a:r>
              <a:rPr lang="zh-CN" altLang="en-US" dirty="0"/>
              <a:t>敏捷团队正在开发一个有价值的软件功能。在每日站会上，某重要相关方邀请团队参加具有类似功能的竞争对手软件演示。敏捷团队领导应该怎么做？</a:t>
            </a:r>
            <a:endParaRPr lang="en-US" altLang="zh-CN" dirty="0"/>
          </a:p>
          <a:p>
            <a:endParaRPr lang="zh-CN" altLang="en-US" dirty="0"/>
          </a:p>
          <a:p>
            <a:r>
              <a:rPr lang="en-US" altLang="zh-CN" dirty="0"/>
              <a:t>A. </a:t>
            </a:r>
            <a:r>
              <a:rPr lang="zh-CN" altLang="en-US" dirty="0"/>
              <a:t>派团队参加演示，以获得有关如何更好地开发功能以产生更高投资回报率的更多见解</a:t>
            </a:r>
          </a:p>
          <a:p>
            <a:r>
              <a:rPr lang="en-US" altLang="zh-CN" dirty="0"/>
              <a:t>B. </a:t>
            </a:r>
            <a:r>
              <a:rPr lang="zh-CN" altLang="en-US" dirty="0"/>
              <a:t>派产品负责人参加演示，以获得有关市场趋势的更多知识，并让团队继续专注于计划的工作</a:t>
            </a:r>
          </a:p>
          <a:p>
            <a:r>
              <a:rPr lang="en-US" altLang="zh-CN" dirty="0"/>
              <a:t>C. </a:t>
            </a:r>
            <a:r>
              <a:rPr lang="zh-CN" altLang="en-US" dirty="0"/>
              <a:t>派一名开发人员参加演示，让其他开发人员可以专注于计划的工作</a:t>
            </a:r>
          </a:p>
          <a:p>
            <a:r>
              <a:rPr lang="en-US" altLang="zh-CN" dirty="0"/>
              <a:t>D. </a:t>
            </a:r>
            <a:r>
              <a:rPr lang="zh-CN" altLang="en-US" dirty="0"/>
              <a:t>派一名团队测试人员参加演示，开发人员可以专注于计划的工作</a:t>
            </a:r>
          </a:p>
        </p:txBody>
      </p:sp>
    </p:spTree>
    <p:extLst>
      <p:ext uri="{BB962C8B-B14F-4D97-AF65-F5344CB8AC3E}">
        <p14:creationId xmlns:p14="http://schemas.microsoft.com/office/powerpoint/2010/main" val="303126605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5F3CDA0C-6B7C-9AF5-C0A1-408F42A4C15F}"/>
              </a:ext>
            </a:extLst>
          </p:cNvPr>
          <p:cNvSpPr>
            <a:spLocks noGrp="1"/>
          </p:cNvSpPr>
          <p:nvPr>
            <p:ph type="body" sz="quarter" idx="10"/>
          </p:nvPr>
        </p:nvSpPr>
        <p:spPr>
          <a:xfrm>
            <a:off x="3219345" y="1629000"/>
            <a:ext cx="8640000" cy="3600000"/>
          </a:xfrm>
        </p:spPr>
        <p:txBody>
          <a:bodyPr/>
          <a:lstStyle/>
          <a:p>
            <a:r>
              <a:rPr lang="zh-CN" altLang="en-US" dirty="0"/>
              <a:t>自项目开始以来，产品负责人在规划期间不断询问每次产品迭代的预算。产品负责人似乎对成本更感兴趣，而不是产品本身。项目经理应该更早做什么来改变产品负责人的行为？</a:t>
            </a:r>
            <a:endParaRPr lang="en-US" altLang="zh-CN" dirty="0"/>
          </a:p>
          <a:p>
            <a:endParaRPr lang="zh-CN" altLang="en-US" dirty="0"/>
          </a:p>
          <a:p>
            <a:r>
              <a:rPr lang="en-US" altLang="zh-CN" dirty="0"/>
              <a:t>A. </a:t>
            </a:r>
            <a:r>
              <a:rPr lang="zh-CN" altLang="en-US" dirty="0"/>
              <a:t>与产品负责人一起明确他们在敏捷项目中的角色以及敏捷规划的范围</a:t>
            </a:r>
          </a:p>
          <a:p>
            <a:r>
              <a:rPr lang="en-US" altLang="zh-CN" dirty="0"/>
              <a:t>B. </a:t>
            </a:r>
            <a:r>
              <a:rPr lang="zh-CN" altLang="en-US" dirty="0"/>
              <a:t>制定沟通管理计划，报告每次迭代中花费的预算与计划在规划期间避免这些讨论</a:t>
            </a:r>
          </a:p>
          <a:p>
            <a:r>
              <a:rPr lang="en-US" altLang="zh-CN" dirty="0"/>
              <a:t>C. </a:t>
            </a:r>
            <a:r>
              <a:rPr lang="zh-CN" altLang="en-US" dirty="0"/>
              <a:t>制定固定价格合同，将产品所有者的注意力转移到价值而不是金钱上</a:t>
            </a:r>
          </a:p>
          <a:p>
            <a:r>
              <a:rPr lang="en-US" altLang="zh-CN" dirty="0"/>
              <a:t>D. </a:t>
            </a:r>
            <a:r>
              <a:rPr lang="zh-CN" altLang="en-US" dirty="0"/>
              <a:t>采用不同的估算方法来确定每个产品增量所花费的成本</a:t>
            </a:r>
          </a:p>
        </p:txBody>
      </p:sp>
    </p:spTree>
    <p:extLst>
      <p:ext uri="{BB962C8B-B14F-4D97-AF65-F5344CB8AC3E}">
        <p14:creationId xmlns:p14="http://schemas.microsoft.com/office/powerpoint/2010/main" val="274998641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B42C675B-B747-42FC-682B-07635A79B7A7}"/>
              </a:ext>
            </a:extLst>
          </p:cNvPr>
          <p:cNvSpPr>
            <a:spLocks noGrp="1"/>
          </p:cNvSpPr>
          <p:nvPr>
            <p:ph type="body" sz="quarter" idx="10"/>
          </p:nvPr>
        </p:nvSpPr>
        <p:spPr/>
        <p:txBody>
          <a:bodyPr/>
          <a:lstStyle/>
          <a:p>
            <a:r>
              <a:rPr lang="zh-CN" altLang="en-US" dirty="0"/>
              <a:t>产品负责人认为某个用户故事对于迭代至关重要，但是一名团队的主题专家（</a:t>
            </a:r>
            <a:r>
              <a:rPr lang="en-US" altLang="zh-CN" dirty="0"/>
              <a:t>SME</a:t>
            </a:r>
            <a:r>
              <a:rPr lang="zh-CN" altLang="en-US" dirty="0"/>
              <a:t>）却不同意。该冲突影响到团队士气。敏捷教练应该怎么做？</a:t>
            </a:r>
            <a:endParaRPr lang="en-US" altLang="zh-CN" dirty="0"/>
          </a:p>
          <a:p>
            <a:endParaRPr lang="zh-CN" altLang="en-US" dirty="0"/>
          </a:p>
          <a:p>
            <a:r>
              <a:rPr lang="en-US" altLang="zh-CN" dirty="0"/>
              <a:t>A. </a:t>
            </a:r>
            <a:r>
              <a:rPr lang="zh-CN" altLang="en-US" dirty="0"/>
              <a:t>在回顾会议中陈述该问题，并要求团队确定用户故事是否应该保留或修改。</a:t>
            </a:r>
          </a:p>
          <a:p>
            <a:r>
              <a:rPr lang="en-US" altLang="zh-CN" dirty="0"/>
              <a:t>B. </a:t>
            </a:r>
            <a:r>
              <a:rPr lang="zh-CN" altLang="en-US" dirty="0"/>
              <a:t>询问产品负责人的意见，但解释说该主题专家将做出最终决定。</a:t>
            </a:r>
          </a:p>
          <a:p>
            <a:r>
              <a:rPr lang="en-US" altLang="zh-CN" dirty="0"/>
              <a:t>C. </a:t>
            </a:r>
            <a:r>
              <a:rPr lang="zh-CN" altLang="en-US" dirty="0"/>
              <a:t>与该主题专家和产品负责人单独开会，以减轻分歧。</a:t>
            </a:r>
          </a:p>
          <a:p>
            <a:r>
              <a:rPr lang="en-US" altLang="zh-CN" dirty="0"/>
              <a:t>D. </a:t>
            </a:r>
            <a:r>
              <a:rPr lang="zh-CN" altLang="en-US" dirty="0"/>
              <a:t>询问该主题专家的意见，但解释说产品负责人负责定义待办列表优先级。</a:t>
            </a:r>
          </a:p>
          <a:p>
            <a:endParaRPr lang="zh-CN" altLang="en-US" dirty="0"/>
          </a:p>
        </p:txBody>
      </p:sp>
    </p:spTree>
    <p:extLst>
      <p:ext uri="{BB962C8B-B14F-4D97-AF65-F5344CB8AC3E}">
        <p14:creationId xmlns:p14="http://schemas.microsoft.com/office/powerpoint/2010/main" val="83334208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5387D10-6AC2-FA1E-F494-755C5092647A}"/>
              </a:ext>
            </a:extLst>
          </p:cNvPr>
          <p:cNvSpPr>
            <a:spLocks noGrp="1"/>
          </p:cNvSpPr>
          <p:nvPr>
            <p:ph type="body" sz="quarter" idx="10"/>
          </p:nvPr>
        </p:nvSpPr>
        <p:spPr/>
        <p:txBody>
          <a:bodyPr/>
          <a:lstStyle/>
          <a:p>
            <a:r>
              <a:rPr lang="zh-CN" altLang="en-US" dirty="0"/>
              <a:t>因为最终产品的交付已经发生了第三次延迟，所以一位关键相关方很沮丧。项目经理与该相关方会面，并且发现如果一项新功能在一个月内没有被发布的话，将面临影响收入的风险。项目经理应该做什么？</a:t>
            </a:r>
            <a:endParaRPr lang="en-US" altLang="zh-CN" dirty="0"/>
          </a:p>
          <a:p>
            <a:endParaRPr lang="zh-CN" altLang="en-US" dirty="0"/>
          </a:p>
          <a:p>
            <a:r>
              <a:rPr lang="en-US" altLang="zh-CN" dirty="0"/>
              <a:t>A. </a:t>
            </a:r>
            <a:r>
              <a:rPr lang="zh-CN" altLang="en-US" dirty="0"/>
              <a:t>告知该相关方将会在下一次发布计划会议中考虑新需求</a:t>
            </a:r>
          </a:p>
          <a:p>
            <a:r>
              <a:rPr lang="en-US" altLang="zh-CN" dirty="0"/>
              <a:t>B. </a:t>
            </a:r>
            <a:r>
              <a:rPr lang="zh-CN" altLang="en-US" dirty="0"/>
              <a:t>请产品负责人确定是否需要将此要求视为最高优先级</a:t>
            </a:r>
          </a:p>
          <a:p>
            <a:r>
              <a:rPr lang="en-US" altLang="zh-CN" dirty="0"/>
              <a:t>C. </a:t>
            </a:r>
            <a:r>
              <a:rPr lang="zh-CN" altLang="en-US" dirty="0"/>
              <a:t>通知发起人最新的更改，并要求发起人对功能进行优先排序</a:t>
            </a:r>
          </a:p>
          <a:p>
            <a:r>
              <a:rPr lang="en-US" altLang="zh-CN" dirty="0"/>
              <a:t>D. </a:t>
            </a:r>
            <a:r>
              <a:rPr lang="zh-CN" altLang="en-US" dirty="0"/>
              <a:t>立即指导开发团队处理此需求</a:t>
            </a:r>
          </a:p>
        </p:txBody>
      </p:sp>
    </p:spTree>
    <p:extLst>
      <p:ext uri="{BB962C8B-B14F-4D97-AF65-F5344CB8AC3E}">
        <p14:creationId xmlns:p14="http://schemas.microsoft.com/office/powerpoint/2010/main" val="381275041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B9FD4C2-7666-4684-38F5-360F739775C9}"/>
              </a:ext>
            </a:extLst>
          </p:cNvPr>
          <p:cNvSpPr>
            <a:spLocks noGrp="1"/>
          </p:cNvSpPr>
          <p:nvPr>
            <p:ph type="body" sz="quarter" idx="10"/>
          </p:nvPr>
        </p:nvSpPr>
        <p:spPr>
          <a:xfrm>
            <a:off x="3219345" y="1629000"/>
            <a:ext cx="8640000" cy="3600000"/>
          </a:xfrm>
        </p:spPr>
        <p:txBody>
          <a:bodyPr/>
          <a:lstStyle/>
          <a:p>
            <a:r>
              <a:rPr lang="zh-CN" altLang="en-US" dirty="0"/>
              <a:t>一名资深业务经理要求团队在当前的迭代周期中添加一项“非常重要”的需求。作为该敏捷团队的 </a:t>
            </a:r>
            <a:r>
              <a:rPr lang="en-US" altLang="zh-CN" dirty="0"/>
              <a:t>Scrum Master</a:t>
            </a:r>
            <a:r>
              <a:rPr lang="zh-CN" altLang="en-US" dirty="0"/>
              <a:t>，你应该怎么做？</a:t>
            </a:r>
            <a:endParaRPr lang="en-US" altLang="zh-CN" dirty="0"/>
          </a:p>
          <a:p>
            <a:endParaRPr lang="zh-CN" altLang="en-US" dirty="0"/>
          </a:p>
          <a:p>
            <a:r>
              <a:rPr lang="en-US" altLang="zh-CN" dirty="0"/>
              <a:t>A. </a:t>
            </a:r>
            <a:r>
              <a:rPr lang="zh-CN" altLang="en-US" dirty="0"/>
              <a:t>把该项添加进来，因为资深业务经理是关键利益相关方之一</a:t>
            </a:r>
            <a:br>
              <a:rPr lang="zh-CN" altLang="en-US" dirty="0"/>
            </a:br>
            <a:r>
              <a:rPr lang="en-US" altLang="zh-CN" dirty="0"/>
              <a:t>B. </a:t>
            </a:r>
            <a:r>
              <a:rPr lang="zh-CN" altLang="en-US" dirty="0"/>
              <a:t>告知产品负责人，让产品负责人和资深业务经理可以一起工作</a:t>
            </a:r>
            <a:br>
              <a:rPr lang="zh-CN" altLang="en-US" dirty="0"/>
            </a:br>
            <a:r>
              <a:rPr lang="en-US" altLang="zh-CN" dirty="0"/>
              <a:t>C. </a:t>
            </a:r>
            <a:r>
              <a:rPr lang="zh-CN" altLang="en-US" dirty="0"/>
              <a:t>把该项添加到下一个迭代周期中</a:t>
            </a:r>
            <a:br>
              <a:rPr lang="zh-CN" altLang="en-US" dirty="0"/>
            </a:br>
            <a:r>
              <a:rPr lang="en-US" altLang="zh-CN" dirty="0"/>
              <a:t>D. </a:t>
            </a:r>
            <a:r>
              <a:rPr lang="zh-CN" altLang="en-US" dirty="0"/>
              <a:t>把该项添加进来，但是和产品负责人及团队共同决定把哪项剔除，以满足承诺</a:t>
            </a:r>
          </a:p>
          <a:p>
            <a:endParaRPr lang="zh-CN" altLang="en-US" dirty="0"/>
          </a:p>
        </p:txBody>
      </p:sp>
    </p:spTree>
    <p:extLst>
      <p:ext uri="{BB962C8B-B14F-4D97-AF65-F5344CB8AC3E}">
        <p14:creationId xmlns:p14="http://schemas.microsoft.com/office/powerpoint/2010/main" val="327066644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B8E0827-4A91-7B7A-3B8F-4C9B99DC1732}"/>
              </a:ext>
            </a:extLst>
          </p:cNvPr>
          <p:cNvSpPr>
            <a:spLocks noGrp="1"/>
          </p:cNvSpPr>
          <p:nvPr>
            <p:ph type="body" sz="quarter" idx="10"/>
          </p:nvPr>
        </p:nvSpPr>
        <p:spPr/>
        <p:txBody>
          <a:bodyPr/>
          <a:lstStyle/>
          <a:p>
            <a:r>
              <a:rPr lang="zh-CN" altLang="en-US" dirty="0"/>
              <a:t>在回顾会议中，项目经理听到相关方在迭代演示中不断抱怨产品特性没有按照要求交付。项目经理应该给产品负责人什么建议，以确保产品特性总是按要求交付？</a:t>
            </a:r>
          </a:p>
          <a:p>
            <a:r>
              <a:rPr lang="en-US" altLang="zh-CN" dirty="0"/>
              <a:t>A. </a:t>
            </a:r>
            <a:r>
              <a:rPr lang="zh-CN" altLang="en-US" dirty="0"/>
              <a:t>在细化待办事项之前，与相关方一起验证验收标准</a:t>
            </a:r>
          </a:p>
          <a:p>
            <a:r>
              <a:rPr lang="en-US" altLang="zh-CN" dirty="0"/>
              <a:t>B. </a:t>
            </a:r>
            <a:r>
              <a:rPr lang="zh-CN" altLang="en-US" dirty="0"/>
              <a:t>在每日站会中包括相关方，以监测进展情况</a:t>
            </a:r>
          </a:p>
          <a:p>
            <a:r>
              <a:rPr lang="en-US" altLang="zh-CN" dirty="0"/>
              <a:t>C. </a:t>
            </a:r>
            <a:r>
              <a:rPr lang="zh-CN" altLang="en-US" dirty="0"/>
              <a:t>避免在迭代评审中包括相关方</a:t>
            </a:r>
          </a:p>
          <a:p>
            <a:r>
              <a:rPr lang="en-US" altLang="zh-CN" dirty="0"/>
              <a:t>D. </a:t>
            </a:r>
            <a:r>
              <a:rPr lang="zh-CN" altLang="en-US" dirty="0"/>
              <a:t>创建一个需求跟踪矩阵并相应地分配它</a:t>
            </a:r>
          </a:p>
        </p:txBody>
      </p:sp>
    </p:spTree>
    <p:extLst>
      <p:ext uri="{BB962C8B-B14F-4D97-AF65-F5344CB8AC3E}">
        <p14:creationId xmlns:p14="http://schemas.microsoft.com/office/powerpoint/2010/main" val="53551929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83BC343-1291-0701-7970-2E3AD7D0B200}"/>
              </a:ext>
            </a:extLst>
          </p:cNvPr>
          <p:cNvSpPr>
            <a:spLocks noGrp="1"/>
          </p:cNvSpPr>
          <p:nvPr>
            <p:ph type="body" sz="quarter" idx="10"/>
          </p:nvPr>
        </p:nvSpPr>
        <p:spPr/>
        <p:txBody>
          <a:bodyPr/>
          <a:lstStyle/>
          <a:p>
            <a:r>
              <a:rPr lang="zh-CN" altLang="en-US" dirty="0"/>
              <a:t>作为敏捷团队的一员，你发现敏捷项目管理专业人士和以往的领导风格不太一样，他并没有很强制地做出决定，而是支持团队讨论，为团队提供指导。同时用信息发射源来公开项目的进展情况，让团队不需要经常性地汇报项目状态报告。当团队遇到障碍时，会帮团队清除。敏捷项目领导正在做什么？</a:t>
            </a:r>
            <a:endParaRPr lang="en-US" altLang="zh-CN" dirty="0"/>
          </a:p>
          <a:p>
            <a:endParaRPr lang="zh-CN" altLang="en-US" dirty="0"/>
          </a:p>
          <a:p>
            <a:r>
              <a:rPr lang="en-US" altLang="zh-CN" dirty="0"/>
              <a:t>A. </a:t>
            </a:r>
            <a:r>
              <a:rPr lang="zh-CN" altLang="en-US" dirty="0"/>
              <a:t>遵循参与式决策模型</a:t>
            </a:r>
          </a:p>
          <a:p>
            <a:r>
              <a:rPr lang="en-US" altLang="zh-CN" dirty="0"/>
              <a:t>B. </a:t>
            </a:r>
            <a:r>
              <a:rPr lang="zh-CN" altLang="en-US" dirty="0"/>
              <a:t>采用接受反馈的做法，促进团队改进</a:t>
            </a:r>
          </a:p>
          <a:p>
            <a:r>
              <a:rPr lang="en-US" altLang="zh-CN" dirty="0"/>
              <a:t>C. </a:t>
            </a:r>
            <a:r>
              <a:rPr lang="zh-CN" altLang="en-US" dirty="0"/>
              <a:t>实行与敏捷团队合作的仆人式领导风格</a:t>
            </a:r>
          </a:p>
          <a:p>
            <a:r>
              <a:rPr lang="en-US" altLang="zh-CN" dirty="0"/>
              <a:t>D. </a:t>
            </a:r>
            <a:r>
              <a:rPr lang="zh-CN" altLang="en-US" dirty="0"/>
              <a:t>建立互相协作的团队工作文化</a:t>
            </a:r>
          </a:p>
        </p:txBody>
      </p:sp>
    </p:spTree>
    <p:extLst>
      <p:ext uri="{BB962C8B-B14F-4D97-AF65-F5344CB8AC3E}">
        <p14:creationId xmlns:p14="http://schemas.microsoft.com/office/powerpoint/2010/main" val="96048354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355DEF1-3C9F-9F68-F567-AF749D60A350}"/>
              </a:ext>
            </a:extLst>
          </p:cNvPr>
          <p:cNvSpPr>
            <a:spLocks noGrp="1"/>
          </p:cNvSpPr>
          <p:nvPr>
            <p:ph type="body" sz="quarter" idx="10"/>
          </p:nvPr>
        </p:nvSpPr>
        <p:spPr/>
        <p:txBody>
          <a:bodyPr/>
          <a:lstStyle/>
          <a:p>
            <a:r>
              <a:rPr lang="zh-CN" altLang="en-US" dirty="0"/>
              <a:t>回顾会议未能按敏捷团队领导的预期改进效率。若要确保回顾会议为团队和项目带来价值，该团队领导应该怎么做？</a:t>
            </a:r>
            <a:endParaRPr lang="en-US" altLang="zh-CN" dirty="0"/>
          </a:p>
          <a:p>
            <a:endParaRPr lang="zh-CN" altLang="en-US" dirty="0"/>
          </a:p>
          <a:p>
            <a:r>
              <a:rPr lang="en-US" altLang="zh-CN" dirty="0"/>
              <a:t>A. </a:t>
            </a:r>
            <a:r>
              <a:rPr lang="zh-CN" altLang="en-US" dirty="0"/>
              <a:t>实行更紧凑的回顾会议时间表</a:t>
            </a:r>
          </a:p>
          <a:p>
            <a:r>
              <a:rPr lang="en-US" altLang="zh-CN" dirty="0"/>
              <a:t>B. </a:t>
            </a:r>
            <a:r>
              <a:rPr lang="zh-CN" altLang="en-US" dirty="0"/>
              <a:t>确定妨碍回顾会议结果得到实施的问题，并立即解决</a:t>
            </a:r>
          </a:p>
          <a:p>
            <a:r>
              <a:rPr lang="en-US" altLang="zh-CN" dirty="0"/>
              <a:t>C. </a:t>
            </a:r>
            <a:r>
              <a:rPr lang="zh-CN" altLang="en-US" dirty="0"/>
              <a:t>辅导并提醒团队聚焦回顾会议行动项</a:t>
            </a:r>
          </a:p>
          <a:p>
            <a:r>
              <a:rPr lang="en-US" altLang="zh-CN" dirty="0"/>
              <a:t>D. </a:t>
            </a:r>
            <a:r>
              <a:rPr lang="zh-CN" altLang="en-US" dirty="0"/>
              <a:t>确保产品负责人在下一次规划会上对改进进行优先级排序</a:t>
            </a:r>
          </a:p>
        </p:txBody>
      </p:sp>
    </p:spTree>
    <p:extLst>
      <p:ext uri="{BB962C8B-B14F-4D97-AF65-F5344CB8AC3E}">
        <p14:creationId xmlns:p14="http://schemas.microsoft.com/office/powerpoint/2010/main" val="148624211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32E8FD6-2F02-A716-2216-AE5E9851DE69}"/>
              </a:ext>
            </a:extLst>
          </p:cNvPr>
          <p:cNvSpPr>
            <a:spLocks noGrp="1"/>
          </p:cNvSpPr>
          <p:nvPr>
            <p:ph type="body" sz="quarter" idx="10"/>
          </p:nvPr>
        </p:nvSpPr>
        <p:spPr/>
        <p:txBody>
          <a:bodyPr/>
          <a:lstStyle/>
          <a:p>
            <a:r>
              <a:rPr lang="zh-CN" altLang="en-US" dirty="0"/>
              <a:t>作为团队教练，你应该什么时候专注于对团队成员个体进行教练（</a:t>
            </a:r>
            <a:r>
              <a:rPr lang="en-US" altLang="zh-CN" dirty="0"/>
              <a:t>coaching</a:t>
            </a:r>
            <a:r>
              <a:rPr lang="zh-CN" altLang="en-US" dirty="0"/>
              <a:t>）？</a:t>
            </a:r>
            <a:endParaRPr lang="en-US" altLang="zh-CN" dirty="0"/>
          </a:p>
          <a:p>
            <a:endParaRPr lang="zh-CN" altLang="en-US" dirty="0"/>
          </a:p>
          <a:p>
            <a:r>
              <a:rPr lang="en-US" altLang="zh-CN" dirty="0"/>
              <a:t>A. </a:t>
            </a:r>
            <a:r>
              <a:rPr lang="zh-CN" altLang="en-US" dirty="0"/>
              <a:t>当有人向你求助或寻求建议的时候。</a:t>
            </a:r>
          </a:p>
          <a:p>
            <a:r>
              <a:rPr lang="en-US" altLang="zh-CN" dirty="0"/>
              <a:t>B. </a:t>
            </a:r>
            <a:r>
              <a:rPr lang="zh-CN" altLang="en-US" dirty="0"/>
              <a:t>在计划会和回顾会中。</a:t>
            </a:r>
          </a:p>
          <a:p>
            <a:r>
              <a:rPr lang="en-US" altLang="zh-CN" dirty="0"/>
              <a:t>C. </a:t>
            </a:r>
            <a:r>
              <a:rPr lang="zh-CN" altLang="en-US" dirty="0"/>
              <a:t>有外部阻碍出现的时候。</a:t>
            </a:r>
          </a:p>
          <a:p>
            <a:r>
              <a:rPr lang="en-US" altLang="zh-CN" dirty="0"/>
              <a:t>D. </a:t>
            </a:r>
            <a:r>
              <a:rPr lang="zh-CN" altLang="en-US" dirty="0"/>
              <a:t>当有人遇到了技术问题，并且他们自己解决不了的时候。</a:t>
            </a:r>
          </a:p>
        </p:txBody>
      </p:sp>
    </p:spTree>
    <p:extLst>
      <p:ext uri="{BB962C8B-B14F-4D97-AF65-F5344CB8AC3E}">
        <p14:creationId xmlns:p14="http://schemas.microsoft.com/office/powerpoint/2010/main" val="302858664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95CC9C1-CCC4-5EBA-B406-CD38369DA1FB}"/>
              </a:ext>
            </a:extLst>
          </p:cNvPr>
          <p:cNvSpPr>
            <a:spLocks noGrp="1"/>
          </p:cNvSpPr>
          <p:nvPr>
            <p:ph type="body" sz="quarter" idx="10"/>
          </p:nvPr>
        </p:nvSpPr>
        <p:spPr/>
        <p:txBody>
          <a:bodyPr/>
          <a:lstStyle/>
          <a:p>
            <a:r>
              <a:rPr lang="zh-CN" altLang="en-US" dirty="0"/>
              <a:t>敏捷团队负责一款智能手机的研发项目，在第三次迭代中，一名开发人员由于使用了新的技术导致另一名开发成员的工作出现了一些问题，由此产生了冲突。开发人员经过努力还是无法独自解决冲突，敏捷教练应该怎么办？</a:t>
            </a:r>
            <a:endParaRPr lang="en-US" altLang="zh-CN" dirty="0"/>
          </a:p>
          <a:p>
            <a:endParaRPr lang="zh-CN" altLang="en-US" dirty="0"/>
          </a:p>
          <a:p>
            <a:r>
              <a:rPr lang="en-US" altLang="zh-CN" dirty="0"/>
              <a:t>A. </a:t>
            </a:r>
            <a:r>
              <a:rPr lang="zh-CN" altLang="en-US" dirty="0"/>
              <a:t>要求产品负责人帮助解决问题</a:t>
            </a:r>
          </a:p>
          <a:p>
            <a:r>
              <a:rPr lang="en-US" altLang="zh-CN" dirty="0"/>
              <a:t>B. </a:t>
            </a:r>
            <a:r>
              <a:rPr lang="zh-CN" altLang="en-US" dirty="0"/>
              <a:t>和开发人员沟通，并协助他们解决问题</a:t>
            </a:r>
          </a:p>
          <a:p>
            <a:r>
              <a:rPr lang="en-US" altLang="zh-CN" dirty="0"/>
              <a:t>C. </a:t>
            </a:r>
            <a:r>
              <a:rPr lang="zh-CN" altLang="en-US" dirty="0"/>
              <a:t>利用职权进行干预并对冲突进行影响评估</a:t>
            </a:r>
          </a:p>
          <a:p>
            <a:r>
              <a:rPr lang="en-US" altLang="zh-CN" dirty="0"/>
              <a:t>D. </a:t>
            </a:r>
            <a:r>
              <a:rPr lang="zh-CN" altLang="en-US" dirty="0"/>
              <a:t>举行团队会议讨论这个问题，并重构构建沟通规则</a:t>
            </a:r>
          </a:p>
        </p:txBody>
      </p:sp>
    </p:spTree>
    <p:extLst>
      <p:ext uri="{BB962C8B-B14F-4D97-AF65-F5344CB8AC3E}">
        <p14:creationId xmlns:p14="http://schemas.microsoft.com/office/powerpoint/2010/main" val="3632960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445C827-306D-8A41-35EE-F6C421765890}"/>
              </a:ext>
            </a:extLst>
          </p:cNvPr>
          <p:cNvSpPr>
            <a:spLocks noGrp="1"/>
          </p:cNvSpPr>
          <p:nvPr>
            <p:ph type="body" sz="quarter" idx="10"/>
          </p:nvPr>
        </p:nvSpPr>
        <p:spPr>
          <a:xfrm>
            <a:off x="3219345" y="1629000"/>
            <a:ext cx="8640000" cy="3600000"/>
          </a:xfrm>
        </p:spPr>
        <p:txBody>
          <a:bodyPr/>
          <a:lstStyle/>
          <a:p>
            <a:r>
              <a:rPr lang="zh-CN" altLang="en-US" dirty="0"/>
              <a:t>一个团队成员向 </a:t>
            </a:r>
            <a:r>
              <a:rPr lang="en-US" altLang="zh-CN" dirty="0"/>
              <a:t>Scrum </a:t>
            </a:r>
            <a:r>
              <a:rPr lang="zh-CN" altLang="en-US" dirty="0"/>
              <a:t>教练抱怨，他们的经理每个星期都要开好几次会，提供更新情况，但那些更新与他们的项目并没有关系。团队成员很不满，因为这些中断导致工作慢下来。</a:t>
            </a:r>
            <a:r>
              <a:rPr lang="en-US" altLang="zh-CN" dirty="0"/>
              <a:t>Scrum </a:t>
            </a:r>
            <a:r>
              <a:rPr lang="zh-CN" altLang="en-US" dirty="0"/>
              <a:t>教练应该做什么？</a:t>
            </a:r>
            <a:endParaRPr lang="en-US" altLang="zh-CN" dirty="0"/>
          </a:p>
          <a:p>
            <a:endParaRPr lang="zh-CN" altLang="en-US" dirty="0"/>
          </a:p>
          <a:p>
            <a:r>
              <a:rPr lang="en-US" altLang="zh-CN" dirty="0"/>
              <a:t>A. </a:t>
            </a:r>
            <a:r>
              <a:rPr lang="zh-CN" altLang="en-US" dirty="0"/>
              <a:t>授权团队成员可以不参加这些会议，而专注于工作</a:t>
            </a:r>
          </a:p>
          <a:p>
            <a:r>
              <a:rPr lang="en-US" altLang="zh-CN" dirty="0"/>
              <a:t>B. </a:t>
            </a:r>
            <a:r>
              <a:rPr lang="zh-CN" altLang="en-US" dirty="0"/>
              <a:t>向产品负责人提出这个问题</a:t>
            </a:r>
          </a:p>
          <a:p>
            <a:r>
              <a:rPr lang="en-US" altLang="zh-CN" dirty="0"/>
              <a:t>C. </a:t>
            </a:r>
            <a:r>
              <a:rPr lang="zh-CN" altLang="en-US" dirty="0"/>
              <a:t>准备一个报告，说明这些会议对工作的的影响</a:t>
            </a:r>
          </a:p>
          <a:p>
            <a:r>
              <a:rPr lang="en-US" altLang="zh-CN" dirty="0"/>
              <a:t>D. </a:t>
            </a:r>
            <a:r>
              <a:rPr lang="zh-CN" altLang="en-US" dirty="0"/>
              <a:t>找这位经理讨论其他方法而不中断团队的工作</a:t>
            </a:r>
          </a:p>
        </p:txBody>
      </p:sp>
    </p:spTree>
    <p:extLst>
      <p:ext uri="{BB962C8B-B14F-4D97-AF65-F5344CB8AC3E}">
        <p14:creationId xmlns:p14="http://schemas.microsoft.com/office/powerpoint/2010/main" val="146439565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44840EE-E737-C70E-CE0A-48B1483ED343}"/>
              </a:ext>
            </a:extLst>
          </p:cNvPr>
          <p:cNvSpPr>
            <a:spLocks noGrp="1"/>
          </p:cNvSpPr>
          <p:nvPr>
            <p:ph type="body" sz="quarter" idx="10"/>
          </p:nvPr>
        </p:nvSpPr>
        <p:spPr/>
        <p:txBody>
          <a:bodyPr/>
          <a:lstStyle/>
          <a:p>
            <a:r>
              <a:rPr lang="zh-CN" altLang="en-US" dirty="0"/>
              <a:t>敏捷团队最近接到一项政府部门的开发工作，经过接触，项目负责人发现这个项目的需求变动很多，而且范围并不明确，因此团队讨论决定使用敏捷的方式开发。公司为其匹配了一位敏捷教练，面对这个没有敏捷经验、也缺乏敏捷知识培训的团队，敏捷教练该如何应对？</a:t>
            </a:r>
            <a:endParaRPr lang="en-US" altLang="zh-CN" dirty="0"/>
          </a:p>
          <a:p>
            <a:endParaRPr lang="zh-CN" altLang="en-US" dirty="0"/>
          </a:p>
          <a:p>
            <a:r>
              <a:rPr lang="en-US" altLang="zh-CN" dirty="0"/>
              <a:t>A. </a:t>
            </a:r>
            <a:r>
              <a:rPr lang="zh-CN" altLang="en-US" dirty="0"/>
              <a:t>为团队成员确定并实施最具成本效益的敏捷培训</a:t>
            </a:r>
          </a:p>
          <a:p>
            <a:r>
              <a:rPr lang="en-US" altLang="zh-CN" dirty="0"/>
              <a:t>B. </a:t>
            </a:r>
            <a:r>
              <a:rPr lang="zh-CN" altLang="en-US" dirty="0"/>
              <a:t>申请一个变更请求为团队成员进行敏捷培训</a:t>
            </a:r>
          </a:p>
          <a:p>
            <a:r>
              <a:rPr lang="en-US" altLang="zh-CN" dirty="0"/>
              <a:t>C. </a:t>
            </a:r>
            <a:r>
              <a:rPr lang="zh-CN" altLang="en-US" dirty="0"/>
              <a:t>确保项目的应急储备可以覆盖所有团队成员的敏捷培训</a:t>
            </a:r>
          </a:p>
          <a:p>
            <a:r>
              <a:rPr lang="en-US" altLang="zh-CN" dirty="0"/>
              <a:t>D. </a:t>
            </a:r>
            <a:r>
              <a:rPr lang="zh-CN" altLang="en-US" dirty="0"/>
              <a:t>为关键团队成员安排虚拟培训课程，涵盖敏捷课题</a:t>
            </a:r>
          </a:p>
        </p:txBody>
      </p:sp>
    </p:spTree>
    <p:extLst>
      <p:ext uri="{BB962C8B-B14F-4D97-AF65-F5344CB8AC3E}">
        <p14:creationId xmlns:p14="http://schemas.microsoft.com/office/powerpoint/2010/main" val="243083887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19FE333D-382F-A157-A207-509AD75636E4}"/>
              </a:ext>
            </a:extLst>
          </p:cNvPr>
          <p:cNvSpPr>
            <a:spLocks noGrp="1"/>
          </p:cNvSpPr>
          <p:nvPr>
            <p:ph type="body" sz="quarter" idx="10"/>
          </p:nvPr>
        </p:nvSpPr>
        <p:spPr/>
        <p:txBody>
          <a:bodyPr/>
          <a:lstStyle/>
          <a:p>
            <a:r>
              <a:rPr lang="zh-CN" altLang="en-US" dirty="0"/>
              <a:t>组织正在转型敏捷，这是以往都没有过的新尝试。为此，组织聘请了具有专业敏捷知识的专家作为敏捷教练。作为敏捷管理专业人士，你明确地知道一点：关于敏捷团队必须是被授权的，这是因为？</a:t>
            </a:r>
            <a:endParaRPr lang="en-US" altLang="zh-CN" dirty="0"/>
          </a:p>
          <a:p>
            <a:endParaRPr lang="zh-CN" altLang="en-US" dirty="0"/>
          </a:p>
          <a:p>
            <a:r>
              <a:rPr lang="en-US" altLang="zh-CN" dirty="0"/>
              <a:t>A. </a:t>
            </a:r>
            <a:r>
              <a:rPr lang="zh-CN" altLang="en-US" dirty="0"/>
              <a:t>团队被授权后可以减少范围蔓延的情况，因为团队的适应是缓慢的</a:t>
            </a:r>
          </a:p>
          <a:p>
            <a:r>
              <a:rPr lang="en-US" altLang="zh-CN" dirty="0"/>
              <a:t>B. </a:t>
            </a:r>
            <a:r>
              <a:rPr lang="zh-CN" altLang="en-US" dirty="0"/>
              <a:t>团队被授权后可以直接与客户沟通，以获取具体且不变的需求</a:t>
            </a:r>
          </a:p>
          <a:p>
            <a:r>
              <a:rPr lang="en-US" altLang="zh-CN" dirty="0"/>
              <a:t>C. </a:t>
            </a:r>
            <a:r>
              <a:rPr lang="zh-CN" altLang="en-US" dirty="0"/>
              <a:t>团队被授权后能够更加适应需求变更，从而创造更多价值</a:t>
            </a:r>
          </a:p>
          <a:p>
            <a:r>
              <a:rPr lang="en-US" altLang="zh-CN" dirty="0"/>
              <a:t>D. </a:t>
            </a:r>
            <a:r>
              <a:rPr lang="zh-CN" altLang="en-US" dirty="0"/>
              <a:t>队伍被授权后可以承担相关责任，尽量减少组织风险</a:t>
            </a:r>
          </a:p>
        </p:txBody>
      </p:sp>
    </p:spTree>
    <p:extLst>
      <p:ext uri="{BB962C8B-B14F-4D97-AF65-F5344CB8AC3E}">
        <p14:creationId xmlns:p14="http://schemas.microsoft.com/office/powerpoint/2010/main" val="26605603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4DE30E7-3DC3-5791-4C77-E52508CE3966}"/>
              </a:ext>
            </a:extLst>
          </p:cNvPr>
          <p:cNvSpPr>
            <a:spLocks noGrp="1"/>
          </p:cNvSpPr>
          <p:nvPr>
            <p:ph type="body" sz="quarter" idx="10"/>
          </p:nvPr>
        </p:nvSpPr>
        <p:spPr/>
        <p:txBody>
          <a:bodyPr/>
          <a:lstStyle/>
          <a:p>
            <a:r>
              <a:rPr lang="zh-CN" altLang="en-US" dirty="0"/>
              <a:t>一支敏捷团队组建来执行一个大型项目，为确保成功，管理层为项目分配了</a:t>
            </a:r>
            <a:r>
              <a:rPr lang="en-US" altLang="zh-CN" dirty="0"/>
              <a:t>14</a:t>
            </a:r>
            <a:r>
              <a:rPr lang="zh-CN" altLang="en-US" dirty="0"/>
              <a:t>名人员。团队领导注意到经常发生沟通不畅、会议晚开始，以及某些团队成员不积极参与等问题。团队领导应该怎么做？</a:t>
            </a:r>
            <a:endParaRPr lang="en-US" altLang="zh-CN" dirty="0"/>
          </a:p>
          <a:p>
            <a:endParaRPr lang="zh-CN" altLang="en-US" dirty="0"/>
          </a:p>
          <a:p>
            <a:r>
              <a:rPr lang="en-US" altLang="zh-CN" dirty="0"/>
              <a:t>A. </a:t>
            </a:r>
            <a:r>
              <a:rPr lang="zh-CN" altLang="en-US" dirty="0"/>
              <a:t>将团队分成更小的团队</a:t>
            </a:r>
          </a:p>
          <a:p>
            <a:r>
              <a:rPr lang="en-US" altLang="zh-CN" dirty="0"/>
              <a:t>B. </a:t>
            </a:r>
            <a:r>
              <a:rPr lang="zh-CN" altLang="en-US" dirty="0"/>
              <a:t>与每个团队成员开展个别辅导课程</a:t>
            </a:r>
          </a:p>
          <a:p>
            <a:r>
              <a:rPr lang="en-US" altLang="zh-CN" dirty="0"/>
              <a:t>C. </a:t>
            </a:r>
            <a:r>
              <a:rPr lang="zh-CN" altLang="en-US" dirty="0"/>
              <a:t>为每日站会增加团队交流时间</a:t>
            </a:r>
          </a:p>
          <a:p>
            <a:r>
              <a:rPr lang="en-US" altLang="zh-CN" dirty="0"/>
              <a:t>D. </a:t>
            </a:r>
            <a:r>
              <a:rPr lang="zh-CN" altLang="en-US" dirty="0"/>
              <a:t>使用</a:t>
            </a:r>
            <a:r>
              <a:rPr lang="en-US" altLang="zh-CN" dirty="0" err="1"/>
              <a:t>WiFi</a:t>
            </a:r>
            <a:r>
              <a:rPr lang="zh-CN" altLang="en-US" dirty="0"/>
              <a:t>，综合文档和对话</a:t>
            </a:r>
          </a:p>
        </p:txBody>
      </p:sp>
    </p:spTree>
    <p:extLst>
      <p:ext uri="{BB962C8B-B14F-4D97-AF65-F5344CB8AC3E}">
        <p14:creationId xmlns:p14="http://schemas.microsoft.com/office/powerpoint/2010/main" val="306374304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0663899A-868B-7999-B659-E5345D73B798}"/>
              </a:ext>
            </a:extLst>
          </p:cNvPr>
          <p:cNvSpPr>
            <a:spLocks noGrp="1"/>
          </p:cNvSpPr>
          <p:nvPr>
            <p:ph type="body" sz="quarter" idx="10"/>
          </p:nvPr>
        </p:nvSpPr>
        <p:spPr/>
        <p:txBody>
          <a:bodyPr/>
          <a:lstStyle/>
          <a:p>
            <a:r>
              <a:rPr lang="zh-CN" altLang="en-US" dirty="0"/>
              <a:t>一家公司聘请敏捷教练帮助解决孤岛</a:t>
            </a:r>
            <a:r>
              <a:rPr lang="en-US" altLang="zh-CN" dirty="0"/>
              <a:t>/</a:t>
            </a:r>
            <a:r>
              <a:rPr lang="zh-CN" altLang="en-US" dirty="0"/>
              <a:t>竖井（</a:t>
            </a:r>
            <a:r>
              <a:rPr lang="en-US" altLang="zh-CN" dirty="0"/>
              <a:t>silos</a:t>
            </a:r>
            <a:r>
              <a:rPr lang="zh-CN" altLang="en-US" dirty="0"/>
              <a:t>） 和人员损耗（</a:t>
            </a:r>
            <a:r>
              <a:rPr lang="en-US" altLang="zh-CN" dirty="0"/>
              <a:t>attrition</a:t>
            </a:r>
            <a:r>
              <a:rPr lang="zh-CN" altLang="en-US" dirty="0"/>
              <a:t>） 问题。敏捷教练应提供什么建议？</a:t>
            </a:r>
            <a:endParaRPr lang="en-US" altLang="zh-CN" dirty="0"/>
          </a:p>
          <a:p>
            <a:endParaRPr lang="zh-CN" altLang="en-US" dirty="0"/>
          </a:p>
          <a:p>
            <a:r>
              <a:rPr lang="en-US" altLang="zh-CN" dirty="0"/>
              <a:t>A. </a:t>
            </a:r>
            <a:r>
              <a:rPr lang="zh-CN" altLang="en-US" dirty="0"/>
              <a:t>创建由主题专家</a:t>
            </a:r>
            <a:r>
              <a:rPr lang="en-US" altLang="zh-CN" dirty="0"/>
              <a:t>(SMEs)</a:t>
            </a:r>
            <a:r>
              <a:rPr lang="zh-CN" altLang="en-US" dirty="0"/>
              <a:t>组成的团队，并不断利用其专业知识</a:t>
            </a:r>
          </a:p>
          <a:p>
            <a:r>
              <a:rPr lang="en-US" altLang="zh-CN" dirty="0"/>
              <a:t>B. </a:t>
            </a:r>
            <a:r>
              <a:rPr lang="zh-CN" altLang="en-US" dirty="0"/>
              <a:t>鼓励学习团队成长而不是个人发展</a:t>
            </a:r>
          </a:p>
          <a:p>
            <a:r>
              <a:rPr lang="en-US" altLang="zh-CN" dirty="0"/>
              <a:t>C. </a:t>
            </a:r>
            <a:r>
              <a:rPr lang="zh-CN" altLang="en-US" dirty="0"/>
              <a:t>培养由通才专家组成的团队，并鼓励个人学习新的技能</a:t>
            </a:r>
          </a:p>
          <a:p>
            <a:r>
              <a:rPr lang="en-US" altLang="zh-CN" dirty="0"/>
              <a:t>D. </a:t>
            </a:r>
            <a:r>
              <a:rPr lang="zh-CN" altLang="en-US" dirty="0"/>
              <a:t>向所有团队成员提供平等的培训，无论他们的经验如何</a:t>
            </a:r>
          </a:p>
        </p:txBody>
      </p:sp>
    </p:spTree>
    <p:extLst>
      <p:ext uri="{BB962C8B-B14F-4D97-AF65-F5344CB8AC3E}">
        <p14:creationId xmlns:p14="http://schemas.microsoft.com/office/powerpoint/2010/main" val="187156375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B3E67BAB-754E-FAB0-3392-34AADAF1E0AE}"/>
              </a:ext>
            </a:extLst>
          </p:cNvPr>
          <p:cNvSpPr>
            <a:spLocks noGrp="1"/>
          </p:cNvSpPr>
          <p:nvPr>
            <p:ph type="body" sz="quarter" idx="10"/>
          </p:nvPr>
        </p:nvSpPr>
        <p:spPr/>
        <p:txBody>
          <a:bodyPr/>
          <a:lstStyle/>
          <a:p>
            <a:r>
              <a:rPr lang="zh-CN" altLang="en-US" dirty="0"/>
              <a:t>一个跨国项目团队正在进行一项手机软件的研发项目，产品经理认为软件的易操作性有助于产品成功，这需要用户体验专家与公测用户群开展可用性研讨会以尽早改进。但很快遭到关键干系人的反对，因为项目预算无法支付差旅费。若要保证产品成功，应该怎么做？</a:t>
            </a:r>
            <a:endParaRPr lang="en-US" altLang="zh-CN" dirty="0"/>
          </a:p>
          <a:p>
            <a:endParaRPr lang="zh-CN" altLang="en-US" dirty="0"/>
          </a:p>
          <a:p>
            <a:r>
              <a:rPr lang="en-US" altLang="zh-CN" dirty="0"/>
              <a:t>A. </a:t>
            </a:r>
            <a:r>
              <a:rPr lang="zh-CN" altLang="en-US" dirty="0"/>
              <a:t>要求团队成员提升工作效率以预留差旅费</a:t>
            </a:r>
          </a:p>
          <a:p>
            <a:r>
              <a:rPr lang="en-US" altLang="zh-CN" dirty="0"/>
              <a:t>B. </a:t>
            </a:r>
            <a:r>
              <a:rPr lang="zh-CN" altLang="en-US" dirty="0"/>
              <a:t>采用产品经理的反馈作为用户反馈代表</a:t>
            </a:r>
          </a:p>
          <a:p>
            <a:r>
              <a:rPr lang="en-US" altLang="zh-CN" dirty="0"/>
              <a:t>C. </a:t>
            </a:r>
            <a:r>
              <a:rPr lang="zh-CN" altLang="en-US" dirty="0"/>
              <a:t>在视频会议期间使用屏幕共享工具进行测试，获得用户反馈</a:t>
            </a:r>
          </a:p>
          <a:p>
            <a:r>
              <a:rPr lang="en-US" altLang="zh-CN" dirty="0"/>
              <a:t>D. </a:t>
            </a:r>
            <a:r>
              <a:rPr lang="zh-CN" altLang="en-US" dirty="0"/>
              <a:t>与产品经理协商以减少项目范围预留差旅费</a:t>
            </a:r>
          </a:p>
        </p:txBody>
      </p:sp>
    </p:spTree>
    <p:extLst>
      <p:ext uri="{BB962C8B-B14F-4D97-AF65-F5344CB8AC3E}">
        <p14:creationId xmlns:p14="http://schemas.microsoft.com/office/powerpoint/2010/main" val="15491703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FB01AD2-E0BB-E298-728D-A90AC6B7A142}"/>
              </a:ext>
            </a:extLst>
          </p:cNvPr>
          <p:cNvSpPr>
            <a:spLocks noGrp="1"/>
          </p:cNvSpPr>
          <p:nvPr>
            <p:ph type="body" sz="quarter" idx="10"/>
          </p:nvPr>
        </p:nvSpPr>
        <p:spPr>
          <a:xfrm>
            <a:off x="3219345" y="1629000"/>
            <a:ext cx="8640000" cy="3600000"/>
          </a:xfrm>
        </p:spPr>
        <p:txBody>
          <a:bodyPr/>
          <a:lstStyle/>
          <a:p>
            <a:r>
              <a:rPr lang="zh-CN" altLang="en-US" dirty="0"/>
              <a:t>在经历过团队的震荡阶段后，目前团队成员已经不会再为一点小问题而产生争执了，开发工作也正式步入规范阶段。在这个阶段，敏捷教练需要为团队成员提供什么帮助？</a:t>
            </a:r>
            <a:endParaRPr lang="en-US" altLang="zh-CN" dirty="0"/>
          </a:p>
          <a:p>
            <a:endParaRPr lang="zh-CN" altLang="en-US" dirty="0"/>
          </a:p>
          <a:p>
            <a:r>
              <a:rPr lang="en-US" altLang="zh-CN" dirty="0"/>
              <a:t>A. </a:t>
            </a:r>
            <a:r>
              <a:rPr lang="zh-CN" altLang="en-US" dirty="0"/>
              <a:t>指导成员如何完成工作，保持高绩效水平</a:t>
            </a:r>
            <a:br>
              <a:rPr lang="zh-CN" altLang="en-US" dirty="0"/>
            </a:br>
            <a:r>
              <a:rPr lang="en-US" altLang="zh-CN" dirty="0"/>
              <a:t>B. </a:t>
            </a:r>
            <a:r>
              <a:rPr lang="zh-CN" altLang="en-US" dirty="0"/>
              <a:t>帮助成员一起解决技术问题，确保成员专注完成目标</a:t>
            </a:r>
            <a:br>
              <a:rPr lang="zh-CN" altLang="en-US" dirty="0"/>
            </a:br>
            <a:r>
              <a:rPr lang="en-US" altLang="zh-CN" dirty="0"/>
              <a:t>C. </a:t>
            </a:r>
            <a:r>
              <a:rPr lang="zh-CN" altLang="en-US" dirty="0"/>
              <a:t>不需要提供太多指导，在他们单独请求帮助时再给予支持</a:t>
            </a:r>
            <a:br>
              <a:rPr lang="zh-CN" altLang="en-US" dirty="0"/>
            </a:br>
            <a:r>
              <a:rPr lang="en-US" altLang="zh-CN" dirty="0"/>
              <a:t>D. </a:t>
            </a:r>
            <a:r>
              <a:rPr lang="zh-CN" altLang="en-US" dirty="0"/>
              <a:t>不提供帮助，因为团队是自组织团队可以自我解决问题</a:t>
            </a:r>
          </a:p>
          <a:p>
            <a:endParaRPr lang="zh-CN" altLang="en-US" dirty="0"/>
          </a:p>
        </p:txBody>
      </p:sp>
    </p:spTree>
    <p:extLst>
      <p:ext uri="{BB962C8B-B14F-4D97-AF65-F5344CB8AC3E}">
        <p14:creationId xmlns:p14="http://schemas.microsoft.com/office/powerpoint/2010/main" val="226537670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695998" y="360000"/>
            <a:ext cx="7200000" cy="424732"/>
          </a:xfrm>
        </p:spPr>
        <p:txBody>
          <a:bodyPr/>
          <a:lstStyle/>
          <a:p>
            <a:r>
              <a:rPr lang="zh-CN" altLang="en-US" dirty="0"/>
              <a:t>敏捷活动 </a:t>
            </a:r>
            <a:r>
              <a:rPr lang="en-US" altLang="zh-CN" dirty="0"/>
              <a:t>Scrum Events</a:t>
            </a:r>
            <a:endParaRPr lang="zh-CN" altLang="en-US" dirty="0"/>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6000" y="1080000"/>
            <a:ext cx="10800000" cy="5112000"/>
          </a:xfrm>
        </p:spPr>
        <p:txBody>
          <a:bodyPr/>
          <a:lstStyle/>
          <a:p>
            <a:r>
              <a:rPr lang="en-US" altLang="zh-CN" dirty="0"/>
              <a:t>5</a:t>
            </a:r>
            <a:r>
              <a:rPr lang="zh-CN" altLang="en-US" dirty="0"/>
              <a:t>个事件</a:t>
            </a:r>
            <a:endParaRPr lang="en-US" altLang="zh-CN" dirty="0"/>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6702424" y="360001"/>
            <a:ext cx="4793575" cy="424731"/>
          </a:xfrm>
        </p:spPr>
        <p:txBody>
          <a:bodyPr/>
          <a:lstStyle/>
          <a:p>
            <a:r>
              <a:rPr lang="en-US" altLang="zh-CN" dirty="0"/>
              <a:t>Agile</a:t>
            </a:r>
            <a:endParaRPr lang="zh-CN" altLang="en-US" dirty="0"/>
          </a:p>
        </p:txBody>
      </p:sp>
      <p:graphicFrame>
        <p:nvGraphicFramePr>
          <p:cNvPr id="12" name="图示 11">
            <a:extLst>
              <a:ext uri="{FF2B5EF4-FFF2-40B4-BE49-F238E27FC236}">
                <a16:creationId xmlns:a16="http://schemas.microsoft.com/office/drawing/2014/main" id="{2F59913E-9152-614D-80D9-103E7E331BE2}"/>
              </a:ext>
            </a:extLst>
          </p:cNvPr>
          <p:cNvGraphicFramePr>
            <a:graphicFrameLocks noChangeAspect="1"/>
          </p:cNvGraphicFramePr>
          <p:nvPr>
            <p:extLst>
              <p:ext uri="{D42A27DB-BD31-4B8C-83A1-F6EECF244321}">
                <p14:modId xmlns:p14="http://schemas.microsoft.com/office/powerpoint/2010/main" val="606119711"/>
              </p:ext>
            </p:extLst>
          </p:nvPr>
        </p:nvGraphicFramePr>
        <p:xfrm>
          <a:off x="1775460" y="1846314"/>
          <a:ext cx="8641080" cy="4089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694314833"/>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785974" y="44115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784079" y="48201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784079" y="52287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8" name="矩形: 圆角 7">
            <a:extLst>
              <a:ext uri="{FF2B5EF4-FFF2-40B4-BE49-F238E27FC236}">
                <a16:creationId xmlns:a16="http://schemas.microsoft.com/office/drawing/2014/main" id="{85623A42-16A6-602C-83C3-3C8F7B600D53}"/>
              </a:ext>
            </a:extLst>
          </p:cNvPr>
          <p:cNvSpPr/>
          <p:nvPr/>
        </p:nvSpPr>
        <p:spPr>
          <a:xfrm>
            <a:off x="1548415" y="48201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9" name="矩形: 圆角 8">
            <a:extLst>
              <a:ext uri="{FF2B5EF4-FFF2-40B4-BE49-F238E27FC236}">
                <a16:creationId xmlns:a16="http://schemas.microsoft.com/office/drawing/2014/main" id="{F8E0EAAF-6528-B828-3CAE-6F3CABA14ACA}"/>
              </a:ext>
            </a:extLst>
          </p:cNvPr>
          <p:cNvSpPr/>
          <p:nvPr/>
        </p:nvSpPr>
        <p:spPr>
          <a:xfrm>
            <a:off x="1548415" y="52287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4096763" y="44115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4094868" y="46608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4094868" y="51594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4094868" y="49101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4094868" y="54087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483860" y="5825192"/>
            <a:ext cx="2129109" cy="369332"/>
          </a:xfrm>
          <a:prstGeom prst="rect">
            <a:avLst/>
          </a:prstGeom>
          <a:noFill/>
        </p:spPr>
        <p:txBody>
          <a:bodyPr wrap="none" rtlCol="0">
            <a:spAutoFit/>
          </a:bodyPr>
          <a:lstStyle/>
          <a:p>
            <a:pPr algn="ctr"/>
            <a:r>
              <a:rPr lang="en-US" altLang="zh-CN" dirty="0"/>
              <a:t>Product Backlog</a:t>
            </a:r>
            <a:endParaRPr lang="zh-CN" altLang="en-US" dirty="0"/>
          </a:p>
        </p:txBody>
      </p:sp>
      <p:sp>
        <p:nvSpPr>
          <p:cNvPr id="16" name="文本框 15">
            <a:extLst>
              <a:ext uri="{FF2B5EF4-FFF2-40B4-BE49-F238E27FC236}">
                <a16:creationId xmlns:a16="http://schemas.microsoft.com/office/drawing/2014/main" id="{4262DDDD-FE14-AFB9-5B56-9B47A1F90D75}"/>
              </a:ext>
            </a:extLst>
          </p:cNvPr>
          <p:cNvSpPr txBox="1"/>
          <p:nvPr/>
        </p:nvSpPr>
        <p:spPr>
          <a:xfrm>
            <a:off x="3476875" y="5825192"/>
            <a:ext cx="1955985" cy="369332"/>
          </a:xfrm>
          <a:prstGeom prst="rect">
            <a:avLst/>
          </a:prstGeom>
          <a:noFill/>
        </p:spPr>
        <p:txBody>
          <a:bodyPr wrap="none" rtlCol="0">
            <a:spAutoFit/>
          </a:bodyPr>
          <a:lstStyle/>
          <a:p>
            <a:pPr algn="ctr"/>
            <a:r>
              <a:rPr lang="en-US" altLang="zh-CN" dirty="0"/>
              <a:t>Sprint Backlog</a:t>
            </a:r>
            <a:endParaRPr lang="zh-CN" altLang="en-US" dirty="0"/>
          </a:p>
        </p:txBody>
      </p:sp>
      <p:sp>
        <p:nvSpPr>
          <p:cNvPr id="19" name="文本框 18">
            <a:extLst>
              <a:ext uri="{FF2B5EF4-FFF2-40B4-BE49-F238E27FC236}">
                <a16:creationId xmlns:a16="http://schemas.microsoft.com/office/drawing/2014/main" id="{51C05E4B-16AF-EB18-51CD-5143A0C4944C}"/>
              </a:ext>
            </a:extLst>
          </p:cNvPr>
          <p:cNvSpPr txBox="1"/>
          <p:nvPr/>
        </p:nvSpPr>
        <p:spPr>
          <a:xfrm>
            <a:off x="9458581" y="5825192"/>
            <a:ext cx="1459054" cy="369332"/>
          </a:xfrm>
          <a:prstGeom prst="rect">
            <a:avLst/>
          </a:prstGeom>
          <a:noFill/>
        </p:spPr>
        <p:txBody>
          <a:bodyPr wrap="none" rtlCol="0">
            <a:spAutoFit/>
          </a:bodyPr>
          <a:lstStyle/>
          <a:p>
            <a:pPr algn="ctr"/>
            <a:r>
              <a:rPr lang="en-US" altLang="zh-CN" dirty="0"/>
              <a:t>Increment</a:t>
            </a:r>
            <a:endParaRPr lang="zh-CN" altLang="en-US" dirty="0"/>
          </a:p>
        </p:txBody>
      </p:sp>
      <p:grpSp>
        <p:nvGrpSpPr>
          <p:cNvPr id="24" name="组合 23">
            <a:extLst>
              <a:ext uri="{FF2B5EF4-FFF2-40B4-BE49-F238E27FC236}">
                <a16:creationId xmlns:a16="http://schemas.microsoft.com/office/drawing/2014/main" id="{CD92B576-D6F3-A678-7038-4ECEED11C852}"/>
              </a:ext>
            </a:extLst>
          </p:cNvPr>
          <p:cNvGrpSpPr/>
          <p:nvPr/>
        </p:nvGrpSpPr>
        <p:grpSpPr>
          <a:xfrm>
            <a:off x="2429688" y="1504950"/>
            <a:ext cx="1455375" cy="1455375"/>
            <a:chOff x="3153586" y="1504950"/>
            <a:chExt cx="1455375" cy="1455375"/>
          </a:xfrm>
        </p:grpSpPr>
        <p:sp>
          <p:nvSpPr>
            <p:cNvPr id="23" name="椭圆 22">
              <a:extLst>
                <a:ext uri="{FF2B5EF4-FFF2-40B4-BE49-F238E27FC236}">
                  <a16:creationId xmlns:a16="http://schemas.microsoft.com/office/drawing/2014/main" id="{7FCA4C26-6C76-5498-6301-373EADA1C481}"/>
                </a:ext>
              </a:extLst>
            </p:cNvPr>
            <p:cNvSpPr/>
            <p:nvPr/>
          </p:nvSpPr>
          <p:spPr>
            <a:xfrm>
              <a:off x="3153586" y="1504950"/>
              <a:ext cx="1455375" cy="1455375"/>
            </a:xfrm>
            <a:prstGeom prst="ellipse">
              <a:avLst/>
            </a:prstGeom>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a:p>
          </p:txBody>
        </p:sp>
        <p:pic>
          <p:nvPicPr>
            <p:cNvPr id="21" name="图形 20" descr="人群">
              <a:extLst>
                <a:ext uri="{FF2B5EF4-FFF2-40B4-BE49-F238E27FC236}">
                  <a16:creationId xmlns:a16="http://schemas.microsoft.com/office/drawing/2014/main" id="{07EF8178-A701-AF3F-CF35-038AD2E82CF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424073" y="1775437"/>
              <a:ext cx="914400" cy="914400"/>
            </a:xfrm>
            <a:prstGeom prst="rect">
              <a:avLst/>
            </a:prstGeom>
          </p:spPr>
        </p:pic>
      </p:grpSp>
      <p:grpSp>
        <p:nvGrpSpPr>
          <p:cNvPr id="25" name="组合 24">
            <a:extLst>
              <a:ext uri="{FF2B5EF4-FFF2-40B4-BE49-F238E27FC236}">
                <a16:creationId xmlns:a16="http://schemas.microsoft.com/office/drawing/2014/main" id="{AB9D6BBD-8EB7-023F-EEDF-42196F56DF46}"/>
              </a:ext>
            </a:extLst>
          </p:cNvPr>
          <p:cNvGrpSpPr/>
          <p:nvPr/>
        </p:nvGrpSpPr>
        <p:grpSpPr>
          <a:xfrm>
            <a:off x="8646861" y="1504950"/>
            <a:ext cx="1455375" cy="1455375"/>
            <a:chOff x="3153586" y="1504950"/>
            <a:chExt cx="1455375" cy="1455375"/>
          </a:xfrm>
        </p:grpSpPr>
        <p:sp>
          <p:nvSpPr>
            <p:cNvPr id="26" name="椭圆 25">
              <a:extLst>
                <a:ext uri="{FF2B5EF4-FFF2-40B4-BE49-F238E27FC236}">
                  <a16:creationId xmlns:a16="http://schemas.microsoft.com/office/drawing/2014/main" id="{9471551D-6BA1-BFCA-572B-67E1375C6774}"/>
                </a:ext>
              </a:extLst>
            </p:cNvPr>
            <p:cNvSpPr/>
            <p:nvPr/>
          </p:nvSpPr>
          <p:spPr>
            <a:xfrm>
              <a:off x="3153586" y="1504950"/>
              <a:ext cx="1455375" cy="1455375"/>
            </a:xfrm>
            <a:prstGeom prst="ellipse">
              <a:avLst/>
            </a:prstGeom>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a:p>
          </p:txBody>
        </p:sp>
        <p:pic>
          <p:nvPicPr>
            <p:cNvPr id="27" name="图形 26" descr="人群">
              <a:extLst>
                <a:ext uri="{FF2B5EF4-FFF2-40B4-BE49-F238E27FC236}">
                  <a16:creationId xmlns:a16="http://schemas.microsoft.com/office/drawing/2014/main" id="{6DDA19B8-1CA0-EE92-D395-17E7F6C9B7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424073" y="1775437"/>
              <a:ext cx="914400" cy="914400"/>
            </a:xfrm>
            <a:prstGeom prst="rect">
              <a:avLst/>
            </a:prstGeom>
          </p:spPr>
        </p:pic>
      </p:grpSp>
      <p:sp>
        <p:nvSpPr>
          <p:cNvPr id="28" name="文本框 27">
            <a:extLst>
              <a:ext uri="{FF2B5EF4-FFF2-40B4-BE49-F238E27FC236}">
                <a16:creationId xmlns:a16="http://schemas.microsoft.com/office/drawing/2014/main" id="{5EA054E3-2D8B-30EB-1FB9-D427AB4834B5}"/>
              </a:ext>
            </a:extLst>
          </p:cNvPr>
          <p:cNvSpPr txBox="1"/>
          <p:nvPr/>
        </p:nvSpPr>
        <p:spPr>
          <a:xfrm>
            <a:off x="1847561" y="3023132"/>
            <a:ext cx="2619628" cy="369332"/>
          </a:xfrm>
          <a:prstGeom prst="rect">
            <a:avLst/>
          </a:prstGeom>
          <a:noFill/>
        </p:spPr>
        <p:txBody>
          <a:bodyPr wrap="none" rtlCol="0">
            <a:spAutoFit/>
          </a:bodyPr>
          <a:lstStyle/>
          <a:p>
            <a:pPr algn="ctr"/>
            <a:r>
              <a:rPr lang="en-US" altLang="zh-CN" dirty="0"/>
              <a:t>Daily Scrum Meeting</a:t>
            </a:r>
            <a:endParaRPr lang="zh-CN" altLang="en-US" dirty="0"/>
          </a:p>
        </p:txBody>
      </p:sp>
      <p:sp>
        <p:nvSpPr>
          <p:cNvPr id="29" name="文本框 28">
            <a:extLst>
              <a:ext uri="{FF2B5EF4-FFF2-40B4-BE49-F238E27FC236}">
                <a16:creationId xmlns:a16="http://schemas.microsoft.com/office/drawing/2014/main" id="{A99EDA19-CDB9-E837-B15A-D53478C112FE}"/>
              </a:ext>
            </a:extLst>
          </p:cNvPr>
          <p:cNvSpPr txBox="1"/>
          <p:nvPr/>
        </p:nvSpPr>
        <p:spPr>
          <a:xfrm>
            <a:off x="8454264" y="3023132"/>
            <a:ext cx="1840568" cy="369332"/>
          </a:xfrm>
          <a:prstGeom prst="rect">
            <a:avLst/>
          </a:prstGeom>
          <a:noFill/>
        </p:spPr>
        <p:txBody>
          <a:bodyPr wrap="none" rtlCol="0">
            <a:spAutoFit/>
          </a:bodyPr>
          <a:lstStyle/>
          <a:p>
            <a:pPr algn="ctr"/>
            <a:r>
              <a:rPr lang="en-US" altLang="zh-CN" dirty="0"/>
              <a:t>Retrospective</a:t>
            </a:r>
            <a:endParaRPr lang="zh-CN" altLang="en-US" dirty="0"/>
          </a:p>
        </p:txBody>
      </p:sp>
      <p:sp>
        <p:nvSpPr>
          <p:cNvPr id="54" name="文本框 53">
            <a:extLst>
              <a:ext uri="{FF2B5EF4-FFF2-40B4-BE49-F238E27FC236}">
                <a16:creationId xmlns:a16="http://schemas.microsoft.com/office/drawing/2014/main" id="{8CB15623-04C7-DD26-E5DC-1D79846BF18D}"/>
              </a:ext>
            </a:extLst>
          </p:cNvPr>
          <p:cNvSpPr txBox="1"/>
          <p:nvPr/>
        </p:nvSpPr>
        <p:spPr>
          <a:xfrm>
            <a:off x="6291701" y="3999511"/>
            <a:ext cx="1669047" cy="646331"/>
          </a:xfrm>
          <a:prstGeom prst="rect">
            <a:avLst/>
          </a:prstGeom>
          <a:noFill/>
        </p:spPr>
        <p:txBody>
          <a:bodyPr wrap="none" rtlCol="0">
            <a:spAutoFit/>
          </a:bodyPr>
          <a:lstStyle/>
          <a:p>
            <a:pPr algn="ctr"/>
            <a:r>
              <a:rPr lang="en-US" altLang="zh-CN" dirty="0"/>
              <a:t>Sprint</a:t>
            </a:r>
          </a:p>
          <a:p>
            <a:pPr algn="ctr"/>
            <a:r>
              <a:rPr lang="en-US" altLang="zh-CN" dirty="0"/>
              <a:t>2 to 4 weeks</a:t>
            </a:r>
            <a:endParaRPr lang="zh-CN" altLang="en-US" dirty="0"/>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5648688"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797375" y="5003059"/>
            <a:ext cx="720000" cy="360000"/>
          </a:xfrm>
          <a:prstGeom prst="rightArrow">
            <a:avLst/>
          </a:prstGeom>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6504970" y="2514197"/>
            <a:ext cx="979755" cy="338554"/>
          </a:xfrm>
          <a:prstGeom prst="rect">
            <a:avLst/>
          </a:prstGeom>
          <a:noFill/>
        </p:spPr>
        <p:txBody>
          <a:bodyPr wrap="none" rtlCol="0">
            <a:spAutoFit/>
          </a:bodyPr>
          <a:lstStyle/>
          <a:p>
            <a:pPr algn="ctr"/>
            <a:r>
              <a:rPr lang="en-US" altLang="zh-CN" sz="1600" dirty="0"/>
              <a:t>24 hour</a:t>
            </a:r>
            <a:endParaRPr lang="zh-CN" altLang="en-US" sz="1600" dirty="0"/>
          </a:p>
        </p:txBody>
      </p:sp>
      <p:sp>
        <p:nvSpPr>
          <p:cNvPr id="2078" name="立方体 2077">
            <a:extLst>
              <a:ext uri="{FF2B5EF4-FFF2-40B4-BE49-F238E27FC236}">
                <a16:creationId xmlns:a16="http://schemas.microsoft.com/office/drawing/2014/main" id="{872FED69-AD78-A5FE-3A99-1DFEEBDAED6A}"/>
              </a:ext>
            </a:extLst>
          </p:cNvPr>
          <p:cNvSpPr/>
          <p:nvPr/>
        </p:nvSpPr>
        <p:spPr>
          <a:xfrm>
            <a:off x="9743585" y="5228781"/>
            <a:ext cx="900000" cy="360000"/>
          </a:xfrm>
          <a:prstGeom prst="cube">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98063656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56293B3D-0978-5811-3D68-57DDCC613C9B}"/>
              </a:ext>
            </a:extLst>
          </p:cNvPr>
          <p:cNvSpPr>
            <a:spLocks noGrp="1"/>
          </p:cNvSpPr>
          <p:nvPr>
            <p:ph type="body" sz="quarter" idx="10"/>
          </p:nvPr>
        </p:nvSpPr>
        <p:spPr/>
        <p:txBody>
          <a:bodyPr/>
          <a:lstStyle/>
          <a:p>
            <a:r>
              <a:rPr lang="zh-CN" altLang="en-US" dirty="0"/>
              <a:t>敏捷开发模式强调根据环境和客户的需求变化来调整项目的工作事项。请问敏捷团队在下面哪一项会议上，确定迭代需要完成的工作事项？</a:t>
            </a:r>
            <a:endParaRPr lang="en-US" altLang="zh-CN" dirty="0"/>
          </a:p>
          <a:p>
            <a:endParaRPr lang="zh-CN" altLang="en-US" dirty="0"/>
          </a:p>
          <a:p>
            <a:r>
              <a:rPr lang="en-US" altLang="zh-CN" dirty="0"/>
              <a:t>A. </a:t>
            </a:r>
            <a:r>
              <a:rPr lang="zh-CN" altLang="en-US" dirty="0"/>
              <a:t>迭代规划会议</a:t>
            </a:r>
          </a:p>
          <a:p>
            <a:r>
              <a:rPr lang="en-US" altLang="zh-CN" dirty="0"/>
              <a:t>B. </a:t>
            </a:r>
            <a:r>
              <a:rPr lang="zh-CN" altLang="en-US" dirty="0"/>
              <a:t>迭代评审会议</a:t>
            </a:r>
          </a:p>
          <a:p>
            <a:r>
              <a:rPr lang="en-US" altLang="zh-CN" dirty="0"/>
              <a:t>C. </a:t>
            </a:r>
            <a:r>
              <a:rPr lang="zh-CN" altLang="en-US" dirty="0"/>
              <a:t>迭代回顾会议</a:t>
            </a:r>
          </a:p>
          <a:p>
            <a:r>
              <a:rPr lang="en-US" altLang="zh-CN" dirty="0"/>
              <a:t>D. </a:t>
            </a:r>
            <a:r>
              <a:rPr lang="zh-CN" altLang="en-US" dirty="0"/>
              <a:t>每日站会</a:t>
            </a:r>
          </a:p>
        </p:txBody>
      </p:sp>
    </p:spTree>
    <p:extLst>
      <p:ext uri="{BB962C8B-B14F-4D97-AF65-F5344CB8AC3E}">
        <p14:creationId xmlns:p14="http://schemas.microsoft.com/office/powerpoint/2010/main" val="378769957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97D08A6-D555-C0FE-63E6-CAD274AC77DE}"/>
              </a:ext>
            </a:extLst>
          </p:cNvPr>
          <p:cNvSpPr>
            <a:spLocks noGrp="1"/>
          </p:cNvSpPr>
          <p:nvPr>
            <p:ph type="body" sz="quarter" idx="10"/>
          </p:nvPr>
        </p:nvSpPr>
        <p:spPr/>
        <p:txBody>
          <a:bodyPr/>
          <a:lstStyle/>
          <a:p>
            <a:r>
              <a:rPr lang="zh-CN" altLang="en-US" dirty="0"/>
              <a:t>如果迭代周期是 </a:t>
            </a:r>
            <a:r>
              <a:rPr lang="en-US" altLang="zh-CN" dirty="0"/>
              <a:t>2 </a:t>
            </a:r>
            <a:r>
              <a:rPr lang="zh-CN" altLang="en-US" dirty="0"/>
              <a:t>个星期，那么迭代规划会议需要多长时间？</a:t>
            </a:r>
            <a:endParaRPr lang="en-US" altLang="zh-CN" dirty="0"/>
          </a:p>
          <a:p>
            <a:endParaRPr lang="zh-CN" altLang="en-US" dirty="0"/>
          </a:p>
          <a:p>
            <a:r>
              <a:rPr lang="en-US" altLang="zh-CN" dirty="0"/>
              <a:t>A. </a:t>
            </a:r>
            <a:r>
              <a:rPr lang="zh-CN" altLang="en-US" dirty="0"/>
              <a:t>一小时</a:t>
            </a:r>
          </a:p>
          <a:p>
            <a:r>
              <a:rPr lang="en-US" altLang="zh-CN" dirty="0"/>
              <a:t>B. </a:t>
            </a:r>
            <a:r>
              <a:rPr lang="zh-CN" altLang="en-US" dirty="0"/>
              <a:t>半小时</a:t>
            </a:r>
          </a:p>
          <a:p>
            <a:r>
              <a:rPr lang="en-US" altLang="zh-CN" dirty="0"/>
              <a:t>C. </a:t>
            </a:r>
            <a:r>
              <a:rPr lang="zh-CN" altLang="en-US" dirty="0"/>
              <a:t>四个小时</a:t>
            </a:r>
          </a:p>
          <a:p>
            <a:r>
              <a:rPr lang="en-US" altLang="zh-CN" dirty="0"/>
              <a:t>D. </a:t>
            </a:r>
            <a:r>
              <a:rPr lang="zh-CN" altLang="en-US" dirty="0"/>
              <a:t>十五分钟或更少</a:t>
            </a:r>
          </a:p>
        </p:txBody>
      </p:sp>
    </p:spTree>
    <p:extLst>
      <p:ext uri="{BB962C8B-B14F-4D97-AF65-F5344CB8AC3E}">
        <p14:creationId xmlns:p14="http://schemas.microsoft.com/office/powerpoint/2010/main" val="137190497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2A95CE3-FD36-7B4D-5DBA-CB17D947B530}"/>
              </a:ext>
            </a:extLst>
          </p:cNvPr>
          <p:cNvSpPr>
            <a:spLocks noGrp="1"/>
          </p:cNvSpPr>
          <p:nvPr>
            <p:ph type="body" sz="quarter" idx="10"/>
          </p:nvPr>
        </p:nvSpPr>
        <p:spPr/>
        <p:txBody>
          <a:bodyPr/>
          <a:lstStyle/>
          <a:p>
            <a:r>
              <a:rPr lang="zh-CN" altLang="en-US" dirty="0"/>
              <a:t>由于业务需求，项目的目标和需求发生变化。新的干系人如何能够参与到这些变化中？</a:t>
            </a:r>
            <a:endParaRPr lang="en-US" altLang="zh-CN" dirty="0"/>
          </a:p>
          <a:p>
            <a:endParaRPr lang="zh-CN" altLang="en-US" dirty="0"/>
          </a:p>
          <a:p>
            <a:r>
              <a:rPr lang="en-US" altLang="zh-CN" dirty="0"/>
              <a:t>A. </a:t>
            </a:r>
            <a:r>
              <a:rPr lang="zh-CN" altLang="en-US" dirty="0"/>
              <a:t>要求产品负责人与新的干系人频繁地召开与产品愿景相关的会议。</a:t>
            </a:r>
          </a:p>
          <a:p>
            <a:r>
              <a:rPr lang="en-US" altLang="zh-CN" dirty="0"/>
              <a:t>B. </a:t>
            </a:r>
            <a:r>
              <a:rPr lang="zh-CN" altLang="en-US" dirty="0"/>
              <a:t>持续更新干系人登记册，包含新的干系人并让他们经常参与。</a:t>
            </a:r>
          </a:p>
          <a:p>
            <a:r>
              <a:rPr lang="en-US" altLang="zh-CN" dirty="0"/>
              <a:t>C. </a:t>
            </a:r>
            <a:r>
              <a:rPr lang="zh-CN" altLang="en-US" dirty="0"/>
              <a:t>邀请新的干系人参加迭代规划会议。</a:t>
            </a:r>
          </a:p>
          <a:p>
            <a:r>
              <a:rPr lang="en-US" altLang="zh-CN" dirty="0"/>
              <a:t>D. </a:t>
            </a:r>
            <a:r>
              <a:rPr lang="zh-CN" altLang="en-US" dirty="0"/>
              <a:t>邀请新的干系人参加每日站会。</a:t>
            </a:r>
          </a:p>
        </p:txBody>
      </p:sp>
    </p:spTree>
    <p:extLst>
      <p:ext uri="{BB962C8B-B14F-4D97-AF65-F5344CB8AC3E}">
        <p14:creationId xmlns:p14="http://schemas.microsoft.com/office/powerpoint/2010/main" val="93987868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695998" y="360000"/>
            <a:ext cx="7200000" cy="424732"/>
          </a:xfrm>
        </p:spPr>
        <p:txBody>
          <a:bodyPr/>
          <a:lstStyle/>
          <a:p>
            <a:r>
              <a:rPr lang="zh-CN" altLang="en-US" dirty="0"/>
              <a:t>敏捷工件 </a:t>
            </a:r>
            <a:r>
              <a:rPr lang="en-US" altLang="zh-CN" dirty="0"/>
              <a:t>Scrum Artifacts</a:t>
            </a:r>
            <a:endParaRPr lang="zh-CN" altLang="en-US" dirty="0"/>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p:txBody>
          <a:bodyPr/>
          <a:lstStyle/>
          <a:p>
            <a:r>
              <a:rPr lang="en-US" altLang="zh-CN" dirty="0"/>
              <a:t>3</a:t>
            </a:r>
            <a:r>
              <a:rPr lang="zh-CN" altLang="en-US" dirty="0"/>
              <a:t>个工件</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6702424" y="360001"/>
            <a:ext cx="4793575" cy="424731"/>
          </a:xfrm>
        </p:spPr>
        <p:txBody>
          <a:bodyPr/>
          <a:lstStyle/>
          <a:p>
            <a:r>
              <a:rPr lang="en-US" altLang="zh-CN" dirty="0"/>
              <a:t>Agile</a:t>
            </a:r>
            <a:endParaRPr lang="zh-CN" altLang="en-US" dirty="0"/>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2460247823"/>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91929037"/>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0C68888D-4394-9A1B-3ADF-EE7AE1756993}"/>
              </a:ext>
            </a:extLst>
          </p:cNvPr>
          <p:cNvSpPr>
            <a:spLocks noGrp="1"/>
          </p:cNvSpPr>
          <p:nvPr>
            <p:ph type="body" sz="quarter" idx="10"/>
          </p:nvPr>
        </p:nvSpPr>
        <p:spPr/>
        <p:txBody>
          <a:bodyPr/>
          <a:lstStyle/>
          <a:p>
            <a:r>
              <a:rPr lang="zh-CN" altLang="en-US" dirty="0"/>
              <a:t>敏捷项目的项目经理被要求将预算减少</a:t>
            </a:r>
            <a:r>
              <a:rPr lang="en-US" altLang="zh-CN" dirty="0"/>
              <a:t>30%</a:t>
            </a:r>
            <a:r>
              <a:rPr lang="zh-CN" altLang="en-US" dirty="0"/>
              <a:t>。由于这是一个小型项目团队，因此预算主要分配给资源，项目经理应该使用什么策略才能在受限环境中保持交付价值？</a:t>
            </a:r>
            <a:endParaRPr lang="en-US" altLang="zh-CN" dirty="0"/>
          </a:p>
          <a:p>
            <a:endParaRPr lang="zh-CN" altLang="en-US" dirty="0"/>
          </a:p>
          <a:p>
            <a:r>
              <a:rPr lang="en-US" altLang="zh-CN" dirty="0"/>
              <a:t>A. </a:t>
            </a:r>
            <a:r>
              <a:rPr lang="zh-CN" altLang="en-US" dirty="0"/>
              <a:t>平衡项目团队以适应预算挑战，并提供培训以降低绩效低下的风险</a:t>
            </a:r>
          </a:p>
          <a:p>
            <a:r>
              <a:rPr lang="en-US" altLang="zh-CN" dirty="0"/>
              <a:t>B. </a:t>
            </a:r>
            <a:r>
              <a:rPr lang="zh-CN" altLang="en-US" dirty="0"/>
              <a:t>优先考虑产品待办事项，以寻找高业务价值和低工作量的事项，并调整项目预算和人员配置以完成项目</a:t>
            </a:r>
          </a:p>
          <a:p>
            <a:r>
              <a:rPr lang="en-US" altLang="zh-CN" dirty="0"/>
              <a:t>C. </a:t>
            </a:r>
            <a:r>
              <a:rPr lang="zh-CN" altLang="en-US" dirty="0"/>
              <a:t>将项目范围仅限于基本的关键功能，并以当前人员配置水平运行项目，直到用完所有预算</a:t>
            </a:r>
          </a:p>
          <a:p>
            <a:r>
              <a:rPr lang="en-US" altLang="zh-CN" dirty="0"/>
              <a:t>D. </a:t>
            </a:r>
            <a:r>
              <a:rPr lang="zh-CN" altLang="en-US" dirty="0"/>
              <a:t>减少项目人员，并相应调整范围和时间表以支持预算削减</a:t>
            </a:r>
          </a:p>
          <a:p>
            <a:endParaRPr lang="zh-CN" altLang="en-US" dirty="0"/>
          </a:p>
        </p:txBody>
      </p:sp>
    </p:spTree>
    <p:extLst>
      <p:ext uri="{BB962C8B-B14F-4D97-AF65-F5344CB8AC3E}">
        <p14:creationId xmlns:p14="http://schemas.microsoft.com/office/powerpoint/2010/main" val="80692932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064C5986-936F-A884-1A56-BE880319C9B1}"/>
              </a:ext>
            </a:extLst>
          </p:cNvPr>
          <p:cNvSpPr>
            <a:spLocks noGrp="1"/>
          </p:cNvSpPr>
          <p:nvPr>
            <p:ph type="body" sz="quarter" idx="10"/>
          </p:nvPr>
        </p:nvSpPr>
        <p:spPr/>
        <p:txBody>
          <a:bodyPr/>
          <a:lstStyle/>
          <a:p>
            <a:r>
              <a:rPr lang="zh-CN" altLang="en-US" dirty="0"/>
              <a:t>公司正在进行敏捷开发，新来的公司领导对敏捷并不了解，他询问敏捷项目管理专业人士关于待办列表中的事项。敏捷项目管理专业人士该如何答复他？</a:t>
            </a:r>
            <a:endParaRPr lang="en-US" altLang="zh-CN" dirty="0"/>
          </a:p>
          <a:p>
            <a:endParaRPr lang="zh-CN" altLang="en-US" dirty="0"/>
          </a:p>
          <a:p>
            <a:r>
              <a:rPr lang="en-US" altLang="zh-CN" dirty="0"/>
              <a:t>A. </a:t>
            </a:r>
            <a:r>
              <a:rPr lang="zh-CN" altLang="en-US" dirty="0"/>
              <a:t>应该对事项进行精细化分解，并准确估算</a:t>
            </a:r>
          </a:p>
          <a:p>
            <a:r>
              <a:rPr lang="en-US" altLang="zh-CN" dirty="0"/>
              <a:t>B. </a:t>
            </a:r>
            <a:r>
              <a:rPr lang="zh-CN" altLang="en-US" dirty="0"/>
              <a:t>应该对事项进行精细化分解，并在冲刺计划中估算</a:t>
            </a:r>
          </a:p>
          <a:p>
            <a:r>
              <a:rPr lang="en-US" altLang="zh-CN" dirty="0"/>
              <a:t>C. </a:t>
            </a:r>
            <a:r>
              <a:rPr lang="zh-CN" altLang="en-US" dirty="0"/>
              <a:t>应该对事项进行逐步精细化，并在迭代计划中估算</a:t>
            </a:r>
          </a:p>
          <a:p>
            <a:r>
              <a:rPr lang="en-US" altLang="zh-CN" dirty="0"/>
              <a:t>D. </a:t>
            </a:r>
            <a:r>
              <a:rPr lang="zh-CN" altLang="en-US" dirty="0"/>
              <a:t>应该对事项进行精细化分解，并在列入迭代待办列表之前估算</a:t>
            </a:r>
          </a:p>
        </p:txBody>
      </p:sp>
    </p:spTree>
    <p:extLst>
      <p:ext uri="{BB962C8B-B14F-4D97-AF65-F5344CB8AC3E}">
        <p14:creationId xmlns:p14="http://schemas.microsoft.com/office/powerpoint/2010/main" val="3295666804"/>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2337E66-6F59-A3E2-EA8D-E52582AD0629}"/>
              </a:ext>
            </a:extLst>
          </p:cNvPr>
          <p:cNvSpPr>
            <a:spLocks noGrp="1"/>
          </p:cNvSpPr>
          <p:nvPr>
            <p:ph type="body" sz="quarter" idx="10"/>
          </p:nvPr>
        </p:nvSpPr>
        <p:spPr/>
        <p:txBody>
          <a:bodyPr/>
          <a:lstStyle/>
          <a:p>
            <a:r>
              <a:rPr lang="zh-CN" altLang="en-US" dirty="0"/>
              <a:t>产品负责人正在努力为一个复杂功能编写用户故事，若要处理这个问题，敏捷管理专业人士应该怎么做？</a:t>
            </a:r>
            <a:endParaRPr lang="en-US" altLang="zh-CN" dirty="0"/>
          </a:p>
          <a:p>
            <a:endParaRPr lang="zh-CN" altLang="en-US" dirty="0"/>
          </a:p>
          <a:p>
            <a:r>
              <a:rPr lang="en-US" altLang="zh-CN" dirty="0"/>
              <a:t>A. </a:t>
            </a:r>
            <a:r>
              <a:rPr lang="zh-CN" altLang="en-US" dirty="0"/>
              <a:t>与产品负责人合作，分解故事并专注于其最有价值的部分。</a:t>
            </a:r>
          </a:p>
          <a:p>
            <a:r>
              <a:rPr lang="en-US" altLang="zh-CN" dirty="0"/>
              <a:t>B. </a:t>
            </a:r>
            <a:r>
              <a:rPr lang="zh-CN" altLang="en-US" dirty="0"/>
              <a:t>增加迭代的时间长度，确保满足所有需求。</a:t>
            </a:r>
          </a:p>
          <a:p>
            <a:r>
              <a:rPr lang="en-US" altLang="zh-CN" dirty="0"/>
              <a:t>C. </a:t>
            </a:r>
            <a:r>
              <a:rPr lang="zh-CN" altLang="en-US" dirty="0"/>
              <a:t>将该故事与产品代办列表中的不同故事交换。</a:t>
            </a:r>
          </a:p>
          <a:p>
            <a:r>
              <a:rPr lang="en-US" altLang="zh-CN" dirty="0"/>
              <a:t>D. </a:t>
            </a:r>
            <a:r>
              <a:rPr lang="zh-CN" altLang="en-US" dirty="0"/>
              <a:t>在下一次回顾会议上，与产品负责人一起评审故事内容。</a:t>
            </a:r>
          </a:p>
        </p:txBody>
      </p:sp>
    </p:spTree>
    <p:extLst>
      <p:ext uri="{BB962C8B-B14F-4D97-AF65-F5344CB8AC3E}">
        <p14:creationId xmlns:p14="http://schemas.microsoft.com/office/powerpoint/2010/main" val="133899155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BA7E82B-DDE7-A2B6-B15C-AB061F40C272}"/>
              </a:ext>
            </a:extLst>
          </p:cNvPr>
          <p:cNvSpPr>
            <a:spLocks noGrp="1"/>
          </p:cNvSpPr>
          <p:nvPr>
            <p:ph type="body" sz="quarter" idx="10"/>
          </p:nvPr>
        </p:nvSpPr>
        <p:spPr>
          <a:xfrm>
            <a:off x="3219345" y="1629000"/>
            <a:ext cx="8640000" cy="3600000"/>
          </a:xfrm>
        </p:spPr>
        <p:txBody>
          <a:bodyPr/>
          <a:lstStyle/>
          <a:p>
            <a:r>
              <a:rPr lang="zh-CN" altLang="en-US" dirty="0"/>
              <a:t>产品负责人正在对产品待办事项列表中的用户故事进行优先级排序，在排序时重点考虑的因素是？</a:t>
            </a:r>
          </a:p>
          <a:p>
            <a:br>
              <a:rPr lang="zh-CN" altLang="en-US" dirty="0"/>
            </a:br>
            <a:r>
              <a:rPr lang="en-US" altLang="zh-CN" dirty="0"/>
              <a:t>A. </a:t>
            </a:r>
            <a:r>
              <a:rPr lang="zh-CN" altLang="en-US" dirty="0"/>
              <a:t>难度，价值和成本</a:t>
            </a:r>
            <a:br>
              <a:rPr lang="zh-CN" altLang="en-US" dirty="0"/>
            </a:br>
            <a:r>
              <a:rPr lang="en-US" altLang="zh-CN" dirty="0"/>
              <a:t>B. </a:t>
            </a:r>
            <a:r>
              <a:rPr lang="zh-CN" altLang="en-US" dirty="0"/>
              <a:t>价值，风险和难度</a:t>
            </a:r>
            <a:br>
              <a:rPr lang="zh-CN" altLang="en-US" dirty="0"/>
            </a:br>
            <a:r>
              <a:rPr lang="en-US" altLang="zh-CN" dirty="0"/>
              <a:t>C. </a:t>
            </a:r>
            <a:r>
              <a:rPr lang="zh-CN" altLang="en-US" dirty="0"/>
              <a:t>价值，成本和风险</a:t>
            </a:r>
            <a:br>
              <a:rPr lang="zh-CN" altLang="en-US" dirty="0"/>
            </a:br>
            <a:r>
              <a:rPr lang="en-US" altLang="zh-CN" dirty="0"/>
              <a:t>D. </a:t>
            </a:r>
            <a:r>
              <a:rPr lang="zh-CN" altLang="en-US" dirty="0"/>
              <a:t>价值，风险和便利</a:t>
            </a:r>
          </a:p>
          <a:p>
            <a:endParaRPr lang="zh-CN" altLang="en-US" dirty="0"/>
          </a:p>
        </p:txBody>
      </p:sp>
    </p:spTree>
    <p:extLst>
      <p:ext uri="{BB962C8B-B14F-4D97-AF65-F5344CB8AC3E}">
        <p14:creationId xmlns:p14="http://schemas.microsoft.com/office/powerpoint/2010/main" val="112187761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2F2C8702-FA00-DD7A-9581-48065B4E5361}"/>
              </a:ext>
            </a:extLst>
          </p:cNvPr>
          <p:cNvSpPr>
            <a:spLocks noGrp="1"/>
          </p:cNvSpPr>
          <p:nvPr>
            <p:ph type="body" sz="quarter" idx="10"/>
          </p:nvPr>
        </p:nvSpPr>
        <p:spPr/>
        <p:txBody>
          <a:bodyPr/>
          <a:lstStyle/>
          <a:p>
            <a:r>
              <a:rPr lang="zh-CN" altLang="en-US" dirty="0"/>
              <a:t>一个团队完成了第一版的发布，高层又要开发团队完成第二版的发布，但是这个团队同时又要做第一个版本的运维和支持工作。作为敏捷管理人士，应该怎么办？</a:t>
            </a:r>
            <a:endParaRPr lang="en-US" altLang="zh-CN" dirty="0"/>
          </a:p>
          <a:p>
            <a:endParaRPr lang="zh-CN" altLang="en-US" dirty="0"/>
          </a:p>
          <a:p>
            <a:r>
              <a:rPr lang="en-US" altLang="zh-CN" dirty="0"/>
              <a:t>A. </a:t>
            </a:r>
            <a:r>
              <a:rPr lang="zh-CN" altLang="en-US" dirty="0"/>
              <a:t>团队应该开发新的版本，因为新的版本有高的价值</a:t>
            </a:r>
          </a:p>
          <a:p>
            <a:r>
              <a:rPr lang="en-US" altLang="zh-CN" dirty="0"/>
              <a:t>B. </a:t>
            </a:r>
            <a:r>
              <a:rPr lang="zh-CN" altLang="en-US" dirty="0"/>
              <a:t>满足投资回报率</a:t>
            </a:r>
          </a:p>
          <a:p>
            <a:r>
              <a:rPr lang="en-US" altLang="zh-CN" dirty="0"/>
              <a:t>C. </a:t>
            </a:r>
            <a:r>
              <a:rPr lang="zh-CN" altLang="en-US" dirty="0"/>
              <a:t>计算团队速度时应该考虑维护工作的影响</a:t>
            </a:r>
          </a:p>
          <a:p>
            <a:r>
              <a:rPr lang="en-US" altLang="zh-CN" dirty="0"/>
              <a:t>D. </a:t>
            </a:r>
            <a:r>
              <a:rPr lang="zh-CN" altLang="en-US" dirty="0"/>
              <a:t>团队把维护工作交给其他团队</a:t>
            </a:r>
          </a:p>
        </p:txBody>
      </p:sp>
    </p:spTree>
    <p:extLst>
      <p:ext uri="{BB962C8B-B14F-4D97-AF65-F5344CB8AC3E}">
        <p14:creationId xmlns:p14="http://schemas.microsoft.com/office/powerpoint/2010/main" val="2316305474"/>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616B498-8E6D-0F88-F7F1-3D47DED9DEDC}"/>
              </a:ext>
            </a:extLst>
          </p:cNvPr>
          <p:cNvSpPr>
            <a:spLocks noGrp="1"/>
          </p:cNvSpPr>
          <p:nvPr>
            <p:ph type="body" sz="quarter" idx="10"/>
          </p:nvPr>
        </p:nvSpPr>
        <p:spPr>
          <a:xfrm>
            <a:off x="3219345" y="1629000"/>
            <a:ext cx="8640000" cy="3600000"/>
          </a:xfrm>
        </p:spPr>
        <p:txBody>
          <a:bodyPr/>
          <a:lstStyle/>
          <a:p>
            <a:r>
              <a:rPr lang="zh-CN" altLang="en-US" dirty="0"/>
              <a:t>作为公司某项目敏捷团队的开发人员，马上要开始这个项目的第一次迭代，你充满了干劲，但是不知道应该从哪里开始做起。为此，你所在的团队应该准备一份文件，里面应该包含本次迭代需要开发的功能以及特征，请问这个文件是指的？</a:t>
            </a:r>
            <a:endParaRPr lang="en-US" altLang="zh-CN" dirty="0"/>
          </a:p>
          <a:p>
            <a:endParaRPr lang="zh-CN" altLang="en-US" dirty="0"/>
          </a:p>
          <a:p>
            <a:r>
              <a:rPr lang="en-US" altLang="zh-CN" dirty="0"/>
              <a:t>A. </a:t>
            </a:r>
            <a:r>
              <a:rPr lang="zh-CN" altLang="en-US" dirty="0"/>
              <a:t>产品待办事项列表</a:t>
            </a:r>
          </a:p>
          <a:p>
            <a:r>
              <a:rPr lang="en-US" altLang="zh-CN" dirty="0"/>
              <a:t>B. </a:t>
            </a:r>
            <a:r>
              <a:rPr lang="zh-CN" altLang="en-US" dirty="0"/>
              <a:t>迭代待办事项列表</a:t>
            </a:r>
          </a:p>
          <a:p>
            <a:r>
              <a:rPr lang="en-US" altLang="zh-CN" dirty="0"/>
              <a:t>C. </a:t>
            </a:r>
            <a:r>
              <a:rPr lang="zh-CN" altLang="en-US" dirty="0"/>
              <a:t>每日计划</a:t>
            </a:r>
          </a:p>
          <a:p>
            <a:r>
              <a:rPr lang="en-US" altLang="zh-CN" dirty="0"/>
              <a:t>D. </a:t>
            </a:r>
            <a:r>
              <a:rPr lang="zh-CN" altLang="en-US" dirty="0"/>
              <a:t>项目章程</a:t>
            </a:r>
          </a:p>
        </p:txBody>
      </p:sp>
    </p:spTree>
    <p:extLst>
      <p:ext uri="{BB962C8B-B14F-4D97-AF65-F5344CB8AC3E}">
        <p14:creationId xmlns:p14="http://schemas.microsoft.com/office/powerpoint/2010/main" val="347596865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9CEABCBD-2C58-9F6E-74A2-2CB1207A652E}"/>
              </a:ext>
            </a:extLst>
          </p:cNvPr>
          <p:cNvSpPr>
            <a:spLocks noGrp="1"/>
          </p:cNvSpPr>
          <p:nvPr>
            <p:ph type="body" sz="quarter" idx="10"/>
          </p:nvPr>
        </p:nvSpPr>
        <p:spPr/>
        <p:txBody>
          <a:bodyPr/>
          <a:lstStyle/>
          <a:p>
            <a:r>
              <a:rPr lang="zh-CN" altLang="en-US" dirty="0"/>
              <a:t>你是一个汽车行业软件团队的 </a:t>
            </a:r>
            <a:r>
              <a:rPr lang="en-US" altLang="zh-CN" dirty="0"/>
              <a:t>Scrum </a:t>
            </a:r>
            <a:r>
              <a:rPr lang="zh-CN" altLang="en-US" dirty="0"/>
              <a:t>敏捷教练，团队正在为一个防抱死制动系统开发固件。你的团队已经写出了团队完成 </a:t>
            </a:r>
            <a:r>
              <a:rPr lang="en-US" altLang="zh-CN" dirty="0"/>
              <a:t>Sprint </a:t>
            </a:r>
            <a:r>
              <a:rPr lang="zh-CN" altLang="en-US" dirty="0"/>
              <a:t>待办项需要满足的目标。</a:t>
            </a:r>
          </a:p>
          <a:p>
            <a:r>
              <a:rPr lang="zh-CN" altLang="en-US" dirty="0"/>
              <a:t>接下来团队应该做什么？</a:t>
            </a:r>
            <a:endParaRPr lang="en-US" altLang="zh-CN" dirty="0"/>
          </a:p>
          <a:p>
            <a:endParaRPr lang="zh-CN" altLang="en-US" dirty="0"/>
          </a:p>
          <a:p>
            <a:r>
              <a:rPr lang="en-US" altLang="zh-CN" dirty="0"/>
              <a:t>A. </a:t>
            </a:r>
            <a:r>
              <a:rPr lang="zh-CN" altLang="en-US" dirty="0"/>
              <a:t>将 </a:t>
            </a:r>
            <a:r>
              <a:rPr lang="en-US" altLang="zh-CN" dirty="0"/>
              <a:t>Sprint </a:t>
            </a:r>
            <a:r>
              <a:rPr lang="zh-CN" altLang="en-US" dirty="0"/>
              <a:t>待办列表分解为任务</a:t>
            </a:r>
          </a:p>
          <a:p>
            <a:r>
              <a:rPr lang="en-US" altLang="zh-CN" dirty="0"/>
              <a:t>B. </a:t>
            </a:r>
            <a:r>
              <a:rPr lang="zh-CN" altLang="en-US" dirty="0"/>
              <a:t>与用户一起评审可用软件</a:t>
            </a:r>
          </a:p>
          <a:p>
            <a:r>
              <a:rPr lang="en-US" altLang="zh-CN" dirty="0"/>
              <a:t>C. </a:t>
            </a:r>
            <a:r>
              <a:rPr lang="zh-CN" altLang="en-US" dirty="0"/>
              <a:t>与业务客户会面</a:t>
            </a:r>
          </a:p>
          <a:p>
            <a:r>
              <a:rPr lang="en-US" altLang="zh-CN" dirty="0"/>
              <a:t>D. </a:t>
            </a:r>
            <a:r>
              <a:rPr lang="zh-CN" altLang="en-US" dirty="0"/>
              <a:t>确定 </a:t>
            </a:r>
            <a:r>
              <a:rPr lang="en-US" altLang="zh-CN" dirty="0"/>
              <a:t>Sprint </a:t>
            </a:r>
            <a:r>
              <a:rPr lang="zh-CN" altLang="en-US" dirty="0"/>
              <a:t>待办列表中要包含哪些项</a:t>
            </a:r>
          </a:p>
        </p:txBody>
      </p:sp>
    </p:spTree>
    <p:extLst>
      <p:ext uri="{BB962C8B-B14F-4D97-AF65-F5344CB8AC3E}">
        <p14:creationId xmlns:p14="http://schemas.microsoft.com/office/powerpoint/2010/main" val="138229444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A1FDED7-8481-262A-E366-5DDCF57BAF70}"/>
              </a:ext>
            </a:extLst>
          </p:cNvPr>
          <p:cNvSpPr>
            <a:spLocks noGrp="1"/>
          </p:cNvSpPr>
          <p:nvPr>
            <p:ph type="body" sz="quarter" idx="10"/>
          </p:nvPr>
        </p:nvSpPr>
        <p:spPr/>
        <p:txBody>
          <a:bodyPr/>
          <a:lstStyle/>
          <a:p>
            <a:r>
              <a:rPr lang="zh-CN" altLang="en-US" dirty="0"/>
              <a:t>一个 </a:t>
            </a:r>
            <a:r>
              <a:rPr lang="en-US" altLang="zh-CN" dirty="0"/>
              <a:t>Scrum </a:t>
            </a:r>
            <a:r>
              <a:rPr lang="zh-CN" altLang="en-US" dirty="0"/>
              <a:t>团队的产品负责人发现利益相关者优先级发生变化，他们还没有开始开发的一个可交付产品现在比目前他们正在完成的一个工作项更重要。团队处理这种情况的最佳方法是什么？</a:t>
            </a:r>
            <a:endParaRPr lang="en-US" altLang="zh-CN" dirty="0"/>
          </a:p>
          <a:p>
            <a:endParaRPr lang="zh-CN" altLang="en-US" dirty="0"/>
          </a:p>
          <a:p>
            <a:r>
              <a:rPr lang="en-US" altLang="zh-CN" dirty="0"/>
              <a:t>A. </a:t>
            </a:r>
            <a:r>
              <a:rPr lang="zh-CN" altLang="en-US" dirty="0"/>
              <a:t>完成当前 </a:t>
            </a:r>
            <a:r>
              <a:rPr lang="en-US" altLang="zh-CN" dirty="0"/>
              <a:t>sprint</a:t>
            </a:r>
            <a:r>
              <a:rPr lang="zh-CN" altLang="en-US" dirty="0"/>
              <a:t>，并在下一个 </a:t>
            </a:r>
            <a:r>
              <a:rPr lang="en-US" altLang="zh-CN" dirty="0"/>
              <a:t>sprint </a:t>
            </a:r>
            <a:r>
              <a:rPr lang="zh-CN" altLang="en-US" dirty="0"/>
              <a:t>计划会议上调整计划。</a:t>
            </a:r>
          </a:p>
          <a:p>
            <a:r>
              <a:rPr lang="en-US" altLang="zh-CN" dirty="0"/>
              <a:t>B. </a:t>
            </a:r>
            <a:r>
              <a:rPr lang="zh-CN" altLang="en-US" dirty="0"/>
              <a:t>通过限制在制品减少瓶颈。</a:t>
            </a:r>
          </a:p>
          <a:p>
            <a:r>
              <a:rPr lang="en-US" altLang="zh-CN" dirty="0"/>
              <a:t>C. </a:t>
            </a:r>
            <a:r>
              <a:rPr lang="zh-CN" altLang="en-US" dirty="0"/>
              <a:t>立即取消当前 </a:t>
            </a:r>
            <a:r>
              <a:rPr lang="en-US" altLang="zh-CN" dirty="0"/>
              <a:t>sprint</a:t>
            </a:r>
            <a:r>
              <a:rPr lang="zh-CN" altLang="en-US" dirty="0"/>
              <a:t>，并创建一个新计划来反映这个新的优先级。</a:t>
            </a:r>
          </a:p>
          <a:p>
            <a:r>
              <a:rPr lang="en-US" altLang="zh-CN" dirty="0"/>
              <a:t>D. </a:t>
            </a:r>
            <a:r>
              <a:rPr lang="zh-CN" altLang="en-US" dirty="0"/>
              <a:t>开始重构代码以反映更新后的优先级。</a:t>
            </a:r>
          </a:p>
        </p:txBody>
      </p:sp>
    </p:spTree>
    <p:extLst>
      <p:ext uri="{BB962C8B-B14F-4D97-AF65-F5344CB8AC3E}">
        <p14:creationId xmlns:p14="http://schemas.microsoft.com/office/powerpoint/2010/main" val="92563000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C79F10DF-7B02-29F2-0036-87165FAB7886}"/>
              </a:ext>
            </a:extLst>
          </p:cNvPr>
          <p:cNvSpPr>
            <a:spLocks noGrp="1"/>
          </p:cNvSpPr>
          <p:nvPr>
            <p:ph type="body" sz="quarter" idx="10"/>
          </p:nvPr>
        </p:nvSpPr>
        <p:spPr/>
        <p:txBody>
          <a:bodyPr>
            <a:noAutofit/>
          </a:bodyPr>
          <a:lstStyle/>
          <a:p>
            <a:r>
              <a:rPr lang="en-US" altLang="zh-CN" dirty="0"/>
              <a:t>Sprint </a:t>
            </a:r>
            <a:r>
              <a:rPr lang="zh-CN" altLang="en-US" dirty="0"/>
              <a:t>进行到一半时，产品负责人收到 </a:t>
            </a:r>
            <a:r>
              <a:rPr lang="en-US" altLang="zh-CN" dirty="0"/>
              <a:t>DevOps</a:t>
            </a:r>
            <a:r>
              <a:rPr lang="zh-CN" altLang="en-US" dirty="0"/>
              <a:t>（开发运维）团队的 </a:t>
            </a:r>
            <a:r>
              <a:rPr lang="en-US" altLang="zh-CN" dirty="0"/>
              <a:t>email</a:t>
            </a:r>
            <a:r>
              <a:rPr lang="zh-CN" altLang="en-US" dirty="0"/>
              <a:t>，该 </a:t>
            </a:r>
            <a:r>
              <a:rPr lang="en-US" altLang="zh-CN" dirty="0"/>
              <a:t>DevOps </a:t>
            </a:r>
            <a:r>
              <a:rPr lang="zh-CN" altLang="en-US" dirty="0"/>
              <a:t>团队负责部署这个团队构建的软件。他们提醒说有一个新政策要求安装脚本做一个修改（所有部署中都必须包含这些安装脚本）。部署是召开 </a:t>
            </a:r>
            <a:r>
              <a:rPr lang="en-US" altLang="zh-CN" dirty="0"/>
              <a:t>Sprint </a:t>
            </a:r>
            <a:r>
              <a:rPr lang="zh-CN" altLang="en-US" dirty="0"/>
              <a:t>评审会议的必要条件。</a:t>
            </a:r>
          </a:p>
          <a:p>
            <a:r>
              <a:rPr lang="zh-CN" altLang="en-US" dirty="0"/>
              <a:t>修改这个脚本会让其他工作延迟到这个 </a:t>
            </a:r>
            <a:r>
              <a:rPr lang="en-US" altLang="zh-CN" dirty="0"/>
              <a:t>Sprint </a:t>
            </a:r>
            <a:r>
              <a:rPr lang="zh-CN" altLang="en-US" dirty="0"/>
              <a:t>结束之后。产品负责人接下来应该做什么？</a:t>
            </a:r>
            <a:endParaRPr lang="en-US" altLang="zh-CN" dirty="0"/>
          </a:p>
          <a:p>
            <a:endParaRPr lang="zh-CN" altLang="en-US" dirty="0"/>
          </a:p>
          <a:p>
            <a:r>
              <a:rPr lang="en-US" altLang="zh-CN" dirty="0"/>
              <a:t>A. </a:t>
            </a:r>
            <a:r>
              <a:rPr lang="zh-CN" altLang="en-US" dirty="0"/>
              <a:t>与团队沟通在 </a:t>
            </a:r>
            <a:r>
              <a:rPr lang="en-US" altLang="zh-CN" dirty="0"/>
              <a:t>Sprint </a:t>
            </a:r>
            <a:r>
              <a:rPr lang="zh-CN" altLang="en-US" dirty="0"/>
              <a:t>待办列表中增加这个脚本修改工作，并把最低优先级的工作项移回到产品待办列表。</a:t>
            </a:r>
          </a:p>
          <a:p>
            <a:r>
              <a:rPr lang="en-US" altLang="zh-CN" dirty="0"/>
              <a:t>B. </a:t>
            </a:r>
            <a:r>
              <a:rPr lang="zh-CN" altLang="en-US" dirty="0"/>
              <a:t>将脚本修改工作增加到产品待办列表。</a:t>
            </a:r>
          </a:p>
          <a:p>
            <a:r>
              <a:rPr lang="en-US" altLang="zh-CN" dirty="0"/>
              <a:t>C. </a:t>
            </a:r>
            <a:r>
              <a:rPr lang="zh-CN" altLang="en-US" dirty="0"/>
              <a:t>延长 </a:t>
            </a:r>
            <a:r>
              <a:rPr lang="en-US" altLang="zh-CN" dirty="0"/>
              <a:t>Sprint </a:t>
            </a:r>
            <a:r>
              <a:rPr lang="zh-CN" altLang="en-US" dirty="0"/>
              <a:t>最后期限，以涵盖这个脚本修改工作。</a:t>
            </a:r>
          </a:p>
          <a:p>
            <a:r>
              <a:rPr lang="en-US" altLang="zh-CN" dirty="0"/>
              <a:t>D. </a:t>
            </a:r>
            <a:r>
              <a:rPr lang="zh-CN" altLang="en-US" dirty="0"/>
              <a:t>安排与 </a:t>
            </a:r>
            <a:r>
              <a:rPr lang="en-US" altLang="zh-CN" dirty="0"/>
              <a:t>DevOps </a:t>
            </a:r>
            <a:r>
              <a:rPr lang="zh-CN" altLang="en-US" dirty="0"/>
              <a:t>团队经理的一个面对面会谈。</a:t>
            </a:r>
          </a:p>
        </p:txBody>
      </p:sp>
    </p:spTree>
    <p:extLst>
      <p:ext uri="{BB962C8B-B14F-4D97-AF65-F5344CB8AC3E}">
        <p14:creationId xmlns:p14="http://schemas.microsoft.com/office/powerpoint/2010/main" val="99441272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976F8C5-7C29-EF61-8E8A-A2734F0B72B2}"/>
              </a:ext>
            </a:extLst>
          </p:cNvPr>
          <p:cNvSpPr>
            <a:spLocks noGrp="1"/>
          </p:cNvSpPr>
          <p:nvPr>
            <p:ph type="body" sz="quarter" idx="10"/>
          </p:nvPr>
        </p:nvSpPr>
        <p:spPr>
          <a:xfrm>
            <a:off x="3219345" y="1629000"/>
            <a:ext cx="8640000" cy="3600000"/>
          </a:xfrm>
        </p:spPr>
        <p:txBody>
          <a:bodyPr/>
          <a:lstStyle/>
          <a:p>
            <a:r>
              <a:rPr lang="zh-CN" altLang="en-US" dirty="0"/>
              <a:t>敏捷团队在进行一次迭代期间，敏捷教练发现正在开发的一项功能已经不需要了。此时敏捷教练最应该做什么？</a:t>
            </a:r>
            <a:endParaRPr lang="en-US" altLang="zh-CN" dirty="0"/>
          </a:p>
          <a:p>
            <a:endParaRPr lang="zh-CN" altLang="en-US" dirty="0"/>
          </a:p>
          <a:p>
            <a:r>
              <a:rPr lang="en-US" altLang="zh-CN" dirty="0"/>
              <a:t>A. </a:t>
            </a:r>
            <a:r>
              <a:rPr lang="zh-CN" altLang="en-US" dirty="0"/>
              <a:t>尽力找出发生这种变化的原因，以便不再做这样的变更</a:t>
            </a:r>
          </a:p>
          <a:p>
            <a:r>
              <a:rPr lang="en-US" altLang="zh-CN" dirty="0"/>
              <a:t>B. </a:t>
            </a:r>
            <a:r>
              <a:rPr lang="zh-CN" altLang="en-US" dirty="0"/>
              <a:t>完成此次迭代工作，并确定下一次迭代待办列表中的优先级</a:t>
            </a:r>
          </a:p>
          <a:p>
            <a:r>
              <a:rPr lang="en-US" altLang="zh-CN" dirty="0"/>
              <a:t>C. </a:t>
            </a:r>
            <a:r>
              <a:rPr lang="zh-CN" altLang="en-US" dirty="0"/>
              <a:t>建议团队重新确定冲刺待办列表的优先级顺序，并让团队尽快开始处理下一个最高优先级的工作</a:t>
            </a:r>
          </a:p>
          <a:p>
            <a:r>
              <a:rPr lang="en-US" altLang="zh-CN" dirty="0"/>
              <a:t>D. A </a:t>
            </a:r>
            <a:r>
              <a:rPr lang="zh-CN" altLang="en-US" dirty="0"/>
              <a:t>和 </a:t>
            </a:r>
            <a:r>
              <a:rPr lang="en-US" altLang="zh-CN" dirty="0"/>
              <a:t>B</a:t>
            </a:r>
            <a:endParaRPr lang="zh-CN" altLang="en-US" dirty="0"/>
          </a:p>
        </p:txBody>
      </p:sp>
    </p:spTree>
    <p:extLst>
      <p:ext uri="{BB962C8B-B14F-4D97-AF65-F5344CB8AC3E}">
        <p14:creationId xmlns:p14="http://schemas.microsoft.com/office/powerpoint/2010/main" val="793389581"/>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04645137-8A4D-6BC8-43A7-98B353FF7075}"/>
              </a:ext>
            </a:extLst>
          </p:cNvPr>
          <p:cNvSpPr>
            <a:spLocks noGrp="1"/>
          </p:cNvSpPr>
          <p:nvPr>
            <p:ph type="body" sz="quarter" idx="10"/>
          </p:nvPr>
        </p:nvSpPr>
        <p:spPr>
          <a:xfrm>
            <a:off x="3219345" y="1629000"/>
            <a:ext cx="8640000" cy="3600000"/>
          </a:xfrm>
        </p:spPr>
        <p:txBody>
          <a:bodyPr/>
          <a:lstStyle/>
          <a:p>
            <a:r>
              <a:rPr lang="zh-CN" altLang="en-US" dirty="0"/>
              <a:t>某公司中标了一个连锁医疗口腔机构公司的电子病历系统建设项目，该系统需要录入快、检索快、存储量大。该系统由公司经验丰富的团队来完成，采用 </a:t>
            </a:r>
            <a:r>
              <a:rPr lang="en-US" altLang="zh-CN" dirty="0"/>
              <a:t>Scrum </a:t>
            </a:r>
            <a:r>
              <a:rPr lang="zh-CN" altLang="en-US" dirty="0"/>
              <a:t>方法，计划</a:t>
            </a:r>
            <a:r>
              <a:rPr lang="en-US" altLang="zh-CN" dirty="0"/>
              <a:t>10</a:t>
            </a:r>
            <a:r>
              <a:rPr lang="zh-CN" altLang="en-US" dirty="0"/>
              <a:t>个迭代完成整个项目。</a:t>
            </a:r>
          </a:p>
          <a:p>
            <a:r>
              <a:rPr lang="zh-CN" altLang="en-US" dirty="0"/>
              <a:t>每个迭代冲刺的产出物应该是什么？</a:t>
            </a:r>
            <a:endParaRPr lang="en-US" altLang="zh-CN" dirty="0"/>
          </a:p>
          <a:p>
            <a:endParaRPr lang="zh-CN" altLang="en-US" dirty="0"/>
          </a:p>
          <a:p>
            <a:r>
              <a:rPr lang="en-US" altLang="zh-CN" dirty="0"/>
              <a:t>A. </a:t>
            </a:r>
            <a:r>
              <a:rPr lang="zh-CN" altLang="en-US" dirty="0"/>
              <a:t>潜在的封装好的一个产品功能增量</a:t>
            </a:r>
            <a:br>
              <a:rPr lang="zh-CN" altLang="en-US" dirty="0"/>
            </a:br>
            <a:r>
              <a:rPr lang="en-US" altLang="zh-CN" dirty="0"/>
              <a:t>B. </a:t>
            </a:r>
            <a:r>
              <a:rPr lang="zh-CN" altLang="en-US" dirty="0"/>
              <a:t>文档化、规范化的产品需求</a:t>
            </a:r>
            <a:br>
              <a:rPr lang="zh-CN" altLang="en-US" dirty="0"/>
            </a:br>
            <a:r>
              <a:rPr lang="en-US" altLang="zh-CN" dirty="0"/>
              <a:t>C. </a:t>
            </a:r>
            <a:r>
              <a:rPr lang="zh-CN" altLang="en-US" dirty="0"/>
              <a:t>可测量和可测试的版本</a:t>
            </a:r>
            <a:br>
              <a:rPr lang="zh-CN" altLang="en-US" dirty="0"/>
            </a:br>
            <a:r>
              <a:rPr lang="en-US" altLang="zh-CN" dirty="0"/>
              <a:t>D. </a:t>
            </a:r>
            <a:r>
              <a:rPr lang="zh-CN" altLang="en-US" dirty="0"/>
              <a:t>具有可测试性的潜在的一个产品功能增量</a:t>
            </a:r>
          </a:p>
          <a:p>
            <a:endParaRPr lang="zh-CN" altLang="en-US" dirty="0"/>
          </a:p>
        </p:txBody>
      </p:sp>
    </p:spTree>
    <p:extLst>
      <p:ext uri="{BB962C8B-B14F-4D97-AF65-F5344CB8AC3E}">
        <p14:creationId xmlns:p14="http://schemas.microsoft.com/office/powerpoint/2010/main" val="90260932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97AFB7B-F6C2-062B-6401-ACFEA91B1534}"/>
              </a:ext>
            </a:extLst>
          </p:cNvPr>
          <p:cNvSpPr>
            <a:spLocks noGrp="1"/>
          </p:cNvSpPr>
          <p:nvPr>
            <p:ph type="body" sz="quarter" idx="10"/>
          </p:nvPr>
        </p:nvSpPr>
        <p:spPr/>
        <p:txBody>
          <a:bodyPr/>
          <a:lstStyle/>
          <a:p>
            <a:r>
              <a:rPr lang="zh-CN" altLang="en-US" dirty="0"/>
              <a:t>某公司聘请了一位敏捷管理专业人士对公司内的团队进行敏捷培训，其中多次强调了敏捷团队应该注重不断的交付增量。这是因为增量交付可以？</a:t>
            </a:r>
            <a:endParaRPr lang="en-US" altLang="zh-CN" dirty="0"/>
          </a:p>
          <a:p>
            <a:endParaRPr lang="zh-CN" altLang="en-US" dirty="0"/>
          </a:p>
          <a:p>
            <a:r>
              <a:rPr lang="en-US" altLang="zh-CN" dirty="0"/>
              <a:t>A. </a:t>
            </a:r>
            <a:r>
              <a:rPr lang="zh-CN" altLang="en-US" dirty="0"/>
              <a:t>尽早的交付价值，可以更好的应对变化</a:t>
            </a:r>
          </a:p>
          <a:p>
            <a:r>
              <a:rPr lang="en-US" altLang="zh-CN" dirty="0"/>
              <a:t>B. </a:t>
            </a:r>
            <a:r>
              <a:rPr lang="zh-CN" altLang="en-US" dirty="0"/>
              <a:t>捆绑产品特征，让客户感觉到产出，提高满意度</a:t>
            </a:r>
          </a:p>
          <a:p>
            <a:r>
              <a:rPr lang="en-US" altLang="zh-CN" dirty="0"/>
              <a:t>C. </a:t>
            </a:r>
            <a:r>
              <a:rPr lang="zh-CN" altLang="en-US" dirty="0"/>
              <a:t>消除需求变化的可能性</a:t>
            </a:r>
          </a:p>
          <a:p>
            <a:r>
              <a:rPr lang="en-US" altLang="zh-CN" dirty="0"/>
              <a:t>D. </a:t>
            </a:r>
            <a:r>
              <a:rPr lang="zh-CN" altLang="en-US" dirty="0"/>
              <a:t>使团队工作更简便轻松</a:t>
            </a:r>
          </a:p>
        </p:txBody>
      </p:sp>
    </p:spTree>
    <p:extLst>
      <p:ext uri="{BB962C8B-B14F-4D97-AF65-F5344CB8AC3E}">
        <p14:creationId xmlns:p14="http://schemas.microsoft.com/office/powerpoint/2010/main" val="267153370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pic>
        <p:nvPicPr>
          <p:cNvPr id="16" name="图片占位符 15">
            <a:extLst>
              <a:ext uri="{FF2B5EF4-FFF2-40B4-BE49-F238E27FC236}">
                <a16:creationId xmlns:a16="http://schemas.microsoft.com/office/drawing/2014/main" id="{6A778F49-8449-0DBA-2490-A145BA5C2A72}"/>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4077578" y="3498981"/>
            <a:ext cx="7262228" cy="1440000"/>
          </a:xfrm>
        </p:spPr>
        <p:txBody>
          <a:bodyPr/>
          <a:lstStyle/>
          <a:p>
            <a:r>
              <a:rPr lang="zh-CN" altLang="en-US" dirty="0"/>
              <a:t>项目成本</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4077578" y="4938981"/>
            <a:ext cx="7262228" cy="900000"/>
          </a:xfrm>
        </p:spPr>
        <p:txBody>
          <a:bodyPr/>
          <a:lstStyle/>
          <a:p>
            <a:r>
              <a:rPr lang="en-US" altLang="zh-CN" dirty="0"/>
              <a:t>Section 4 Project Cost</a:t>
            </a:r>
            <a:endParaRPr lang="zh-CN" altLang="en-US" dirty="0"/>
          </a:p>
        </p:txBody>
      </p:sp>
    </p:spTree>
    <p:extLst>
      <p:ext uri="{BB962C8B-B14F-4D97-AF65-F5344CB8AC3E}">
        <p14:creationId xmlns:p14="http://schemas.microsoft.com/office/powerpoint/2010/main" val="8063145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pic>
        <p:nvPicPr>
          <p:cNvPr id="13" name="图片占位符 12">
            <a:extLst>
              <a:ext uri="{FF2B5EF4-FFF2-40B4-BE49-F238E27FC236}">
                <a16:creationId xmlns:a16="http://schemas.microsoft.com/office/drawing/2014/main" id="{9729AAAD-AD68-4ACD-B920-46B41E03DA6A}"/>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4077578" y="3498981"/>
            <a:ext cx="7262228" cy="1440000"/>
          </a:xfrm>
        </p:spPr>
        <p:txBody>
          <a:bodyPr/>
          <a:lstStyle/>
          <a:p>
            <a:r>
              <a:rPr lang="zh-CN" altLang="en-US" dirty="0"/>
              <a:t>项目进度</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4077578" y="4938981"/>
            <a:ext cx="7262228" cy="900000"/>
          </a:xfrm>
        </p:spPr>
        <p:txBody>
          <a:bodyPr/>
          <a:lstStyle/>
          <a:p>
            <a:r>
              <a:rPr lang="en-US" altLang="zh-CN" dirty="0"/>
              <a:t>Section 5 Project Progress</a:t>
            </a:r>
            <a:endParaRPr lang="zh-CN" altLang="en-US" dirty="0"/>
          </a:p>
        </p:txBody>
      </p:sp>
    </p:spTree>
    <p:extLst>
      <p:ext uri="{BB962C8B-B14F-4D97-AF65-F5344CB8AC3E}">
        <p14:creationId xmlns:p14="http://schemas.microsoft.com/office/powerpoint/2010/main" val="257245194"/>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2EE7E85C-74CD-A4B5-BF70-217737C5115A}"/>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4077578" y="3498981"/>
            <a:ext cx="7262228" cy="1440000"/>
          </a:xfrm>
        </p:spPr>
        <p:txBody>
          <a:bodyPr/>
          <a:lstStyle/>
          <a:p>
            <a:r>
              <a:rPr lang="zh-CN" altLang="en-US" dirty="0"/>
              <a:t>项目质量</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4077578" y="4938981"/>
            <a:ext cx="7262228" cy="900000"/>
          </a:xfrm>
        </p:spPr>
        <p:txBody>
          <a:bodyPr/>
          <a:lstStyle/>
          <a:p>
            <a:r>
              <a:rPr lang="en-US" altLang="zh-CN" dirty="0"/>
              <a:t>Section 6 Project Quality</a:t>
            </a:r>
            <a:endParaRPr lang="zh-CN" altLang="en-US" dirty="0"/>
          </a:p>
        </p:txBody>
      </p:sp>
    </p:spTree>
    <p:extLst>
      <p:ext uri="{BB962C8B-B14F-4D97-AF65-F5344CB8AC3E}">
        <p14:creationId xmlns:p14="http://schemas.microsoft.com/office/powerpoint/2010/main" val="145729688"/>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6B3A6406-DFBD-7E0D-C9E6-C327F94EBD5C}"/>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4077578" y="3498981"/>
            <a:ext cx="7262228" cy="1440000"/>
          </a:xfrm>
        </p:spPr>
        <p:txBody>
          <a:bodyPr/>
          <a:lstStyle/>
          <a:p>
            <a:r>
              <a:rPr lang="zh-CN" altLang="en-US" dirty="0"/>
              <a:t>项目配置</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4077578" y="4938981"/>
            <a:ext cx="7262228" cy="900000"/>
          </a:xfrm>
        </p:spPr>
        <p:txBody>
          <a:bodyPr/>
          <a:lstStyle/>
          <a:p>
            <a:r>
              <a:rPr lang="en-US" altLang="zh-CN" dirty="0"/>
              <a:t>Section 7 Project Config</a:t>
            </a:r>
            <a:endParaRPr lang="zh-CN" altLang="en-US" dirty="0"/>
          </a:p>
        </p:txBody>
      </p:sp>
    </p:spTree>
    <p:extLst>
      <p:ext uri="{BB962C8B-B14F-4D97-AF65-F5344CB8AC3E}">
        <p14:creationId xmlns:p14="http://schemas.microsoft.com/office/powerpoint/2010/main" val="2693216358"/>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A433D9DE-825E-3B68-2E0B-ACEEA249B341}"/>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4077578" y="3498981"/>
            <a:ext cx="7262228" cy="1440000"/>
          </a:xfrm>
        </p:spPr>
        <p:txBody>
          <a:bodyPr/>
          <a:lstStyle/>
          <a:p>
            <a:r>
              <a:rPr lang="zh-CN" altLang="en-US" dirty="0"/>
              <a:t>项目团队</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4077578" y="4938981"/>
            <a:ext cx="7262228" cy="900000"/>
          </a:xfrm>
        </p:spPr>
        <p:txBody>
          <a:bodyPr/>
          <a:lstStyle/>
          <a:p>
            <a:r>
              <a:rPr lang="en-US" altLang="zh-CN" dirty="0"/>
              <a:t>Section 8 Project Team</a:t>
            </a:r>
            <a:endParaRPr lang="zh-CN" altLang="en-US" dirty="0"/>
          </a:p>
        </p:txBody>
      </p:sp>
    </p:spTree>
    <p:extLst>
      <p:ext uri="{BB962C8B-B14F-4D97-AF65-F5344CB8AC3E}">
        <p14:creationId xmlns:p14="http://schemas.microsoft.com/office/powerpoint/2010/main" val="1657808287"/>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CF6A98E-B257-8F8D-43F4-280E31A276D5}"/>
              </a:ext>
            </a:extLst>
          </p:cNvPr>
          <p:cNvSpPr>
            <a:spLocks noGrp="1"/>
          </p:cNvSpPr>
          <p:nvPr>
            <p:ph type="title"/>
          </p:nvPr>
        </p:nvSpPr>
        <p:spPr>
          <a:xfrm>
            <a:off x="696000" y="360000"/>
            <a:ext cx="10800000" cy="424732"/>
          </a:xfrm>
        </p:spPr>
        <p:txBody>
          <a:bodyPr/>
          <a:lstStyle/>
          <a:p>
            <a:r>
              <a:rPr lang="zh-CN" altLang="en-US" dirty="0"/>
              <a:t>团队发展四阶段</a:t>
            </a:r>
          </a:p>
        </p:txBody>
      </p:sp>
      <p:sp>
        <p:nvSpPr>
          <p:cNvPr id="6" name="内容占位符 5">
            <a:extLst>
              <a:ext uri="{FF2B5EF4-FFF2-40B4-BE49-F238E27FC236}">
                <a16:creationId xmlns:a16="http://schemas.microsoft.com/office/drawing/2014/main" id="{503C520A-0517-88D9-2579-58A7AFF26F11}"/>
              </a:ext>
            </a:extLst>
          </p:cNvPr>
          <p:cNvSpPr>
            <a:spLocks noGrp="1"/>
          </p:cNvSpPr>
          <p:nvPr>
            <p:ph idx="1"/>
          </p:nvPr>
        </p:nvSpPr>
        <p:spPr>
          <a:xfrm>
            <a:off x="695325" y="1079500"/>
            <a:ext cx="10801350" cy="5111750"/>
          </a:xfrm>
        </p:spPr>
        <p:txBody>
          <a:bodyPr/>
          <a:lstStyle/>
          <a:p>
            <a:r>
              <a:rPr lang="en-US" altLang="zh-CN" dirty="0"/>
              <a:t>Bruce Tuckman </a:t>
            </a:r>
            <a:r>
              <a:rPr lang="zh-CN" altLang="en-US" dirty="0"/>
              <a:t>于</a:t>
            </a:r>
            <a:r>
              <a:rPr lang="en-US" altLang="zh-CN" dirty="0"/>
              <a:t>1965</a:t>
            </a:r>
            <a:r>
              <a:rPr lang="zh-CN" altLang="en-US" dirty="0"/>
              <a:t>年提出</a:t>
            </a:r>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1673233735"/>
              </p:ext>
            </p:extLst>
          </p:nvPr>
        </p:nvGraphicFramePr>
        <p:xfrm>
          <a:off x="695325" y="4362450"/>
          <a:ext cx="10801350" cy="1828800"/>
        </p:xfrm>
        <a:graphic>
          <a:graphicData uri="http://schemas.openxmlformats.org/drawingml/2006/table">
            <a:tbl>
              <a:tblPr/>
              <a:tblGrid>
                <a:gridCol w="5400675">
                  <a:extLst>
                    <a:ext uri="{9D8B030D-6E8A-4147-A177-3AD203B41FA5}">
                      <a16:colId xmlns:a16="http://schemas.microsoft.com/office/drawing/2014/main" val="98282091"/>
                    </a:ext>
                  </a:extLst>
                </a:gridCol>
                <a:gridCol w="5400675">
                  <a:extLst>
                    <a:ext uri="{9D8B030D-6E8A-4147-A177-3AD203B41FA5}">
                      <a16:colId xmlns:a16="http://schemas.microsoft.com/office/drawing/2014/main" val="3840129698"/>
                    </a:ext>
                  </a:extLst>
                </a:gridCol>
              </a:tblGrid>
              <a:tr h="0">
                <a:tc>
                  <a:txBody>
                    <a:bodyPr/>
                    <a:lstStyle/>
                    <a:p>
                      <a:pPr>
                        <a:buNone/>
                      </a:pPr>
                      <a:r>
                        <a:rPr lang="en-US" altLang="zh-CN" dirty="0">
                          <a:solidFill>
                            <a:schemeClr val="bg1"/>
                          </a:solidFill>
                        </a:rPr>
                        <a:t>Item</a:t>
                      </a:r>
                      <a:endParaRPr lang="zh-CN" altLang="en-US" dirty="0">
                        <a:solidFill>
                          <a:schemeClr val="bg1"/>
                        </a:solidFill>
                      </a:endParaRPr>
                    </a:p>
                  </a:txBody>
                  <a:tcPr anchor="ctr">
                    <a:lnL>
                      <a:noFill/>
                    </a:lnL>
                    <a:lnR>
                      <a:noFill/>
                    </a:lnR>
                    <a:lnT>
                      <a:noFill/>
                    </a:lnT>
                    <a:lnB>
                      <a:noFill/>
                    </a:lnB>
                    <a:solidFill>
                      <a:schemeClr val="accent2"/>
                    </a:solidFill>
                  </a:tcPr>
                </a:tc>
                <a:tc>
                  <a:txBody>
                    <a:bodyPr/>
                    <a:lstStyle/>
                    <a:p>
                      <a:pPr>
                        <a:buNone/>
                      </a:pPr>
                      <a:r>
                        <a:rPr lang="en-US" altLang="zh-CN" dirty="0">
                          <a:solidFill>
                            <a:schemeClr val="bg1"/>
                          </a:solidFill>
                        </a:rPr>
                        <a:t>Description</a:t>
                      </a:r>
                      <a:endParaRPr lang="zh-CN" altLang="en-US" dirty="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4294107049"/>
                  </a:ext>
                </a:extLst>
              </a:tr>
              <a:tr h="0">
                <a:tc>
                  <a:txBody>
                    <a:bodyPr/>
                    <a:lstStyle/>
                    <a:p>
                      <a:pPr>
                        <a:buNone/>
                      </a:pPr>
                      <a:r>
                        <a:rPr lang="en-US" dirty="0"/>
                        <a:t>Forming</a:t>
                      </a:r>
                    </a:p>
                  </a:txBody>
                  <a:tcPr anchor="ctr">
                    <a:lnL>
                      <a:noFill/>
                    </a:lnL>
                    <a:lnR>
                      <a:noFill/>
                    </a:lnR>
                    <a:lnT>
                      <a:noFill/>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形成期</a:t>
                      </a:r>
                    </a:p>
                  </a:txBody>
                  <a:tcPr anchor="ctr">
                    <a:lnL>
                      <a:noFill/>
                    </a:lnL>
                    <a:lnR>
                      <a:noFill/>
                    </a:lnR>
                    <a:lnT>
                      <a:noFill/>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2310982016"/>
                  </a:ext>
                </a:extLst>
              </a:tr>
              <a:tr h="0">
                <a:tc>
                  <a:txBody>
                    <a:bodyPr/>
                    <a:lstStyle/>
                    <a:p>
                      <a:pPr>
                        <a:buNone/>
                      </a:pPr>
                      <a:r>
                        <a:rPr lang="en-US" dirty="0"/>
                        <a:t>Storming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震荡期或磨合期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937801575"/>
                  </a:ext>
                </a:extLst>
              </a:tr>
              <a:tr h="0">
                <a:tc>
                  <a:txBody>
                    <a:bodyPr/>
                    <a:lstStyle/>
                    <a:p>
                      <a:pPr>
                        <a:buNone/>
                      </a:pPr>
                      <a:r>
                        <a:rPr lang="en-US" dirty="0"/>
                        <a:t>Norming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规范期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380702055"/>
                  </a:ext>
                </a:extLst>
              </a:tr>
              <a:tr h="0">
                <a:tc>
                  <a:txBody>
                    <a:bodyPr/>
                    <a:lstStyle/>
                    <a:p>
                      <a:pPr>
                        <a:buNone/>
                      </a:pPr>
                      <a:r>
                        <a:rPr lang="en-US" dirty="0"/>
                        <a:t>Performing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表现期 </a:t>
                      </a:r>
                      <a:r>
                        <a:rPr lang="en-US" altLang="zh-CN" dirty="0"/>
                        <a:t>/ </a:t>
                      </a:r>
                      <a:r>
                        <a:rPr lang="zh-CN" altLang="en-US" dirty="0"/>
                        <a:t>执行期 </a:t>
                      </a:r>
                      <a:r>
                        <a:rPr lang="en-US" altLang="zh-CN" dirty="0"/>
                        <a:t>/ </a:t>
                      </a:r>
                      <a:r>
                        <a:rPr lang="zh-CN" altLang="en-US" dirty="0"/>
                        <a:t>高绩效期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437711081"/>
                  </a:ext>
                </a:extLst>
              </a:tr>
            </a:tbl>
          </a:graphicData>
        </a:graphic>
      </p:graphicFrame>
    </p:spTree>
    <p:extLst>
      <p:ext uri="{BB962C8B-B14F-4D97-AF65-F5344CB8AC3E}">
        <p14:creationId xmlns:p14="http://schemas.microsoft.com/office/powerpoint/2010/main" val="109068623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EF26FB-B0DE-4125-134A-4E0614469BD3}"/>
              </a:ext>
            </a:extLst>
          </p:cNvPr>
          <p:cNvSpPr>
            <a:spLocks noGrp="1"/>
          </p:cNvSpPr>
          <p:nvPr>
            <p:ph type="title"/>
          </p:nvPr>
        </p:nvSpPr>
        <p:spPr/>
        <p:txBody>
          <a:bodyPr/>
          <a:lstStyle/>
          <a:p>
            <a:r>
              <a:rPr lang="zh-CN" altLang="en-US" dirty="0"/>
              <a:t>干系人 </a:t>
            </a:r>
            <a:r>
              <a:rPr lang="en-US" altLang="zh-CN" dirty="0"/>
              <a:t>Stakeholders</a:t>
            </a:r>
            <a:endParaRPr lang="zh-CN" altLang="en-US" dirty="0"/>
          </a:p>
        </p:txBody>
      </p:sp>
      <p:sp>
        <p:nvSpPr>
          <p:cNvPr id="3" name="内容占位符 2">
            <a:extLst>
              <a:ext uri="{FF2B5EF4-FFF2-40B4-BE49-F238E27FC236}">
                <a16:creationId xmlns:a16="http://schemas.microsoft.com/office/drawing/2014/main" id="{1A53E66D-42F5-9025-C7D2-0B9DE6AC81CF}"/>
              </a:ext>
            </a:extLst>
          </p:cNvPr>
          <p:cNvSpPr>
            <a:spLocks noGrp="1"/>
          </p:cNvSpPr>
          <p:nvPr>
            <p:ph idx="1"/>
          </p:nvPr>
        </p:nvSpPr>
        <p:spPr/>
        <p:txBody>
          <a:bodyPr/>
          <a:lstStyle/>
          <a:p>
            <a:endParaRPr lang="zh-CN" altLang="en-US"/>
          </a:p>
        </p:txBody>
      </p:sp>
    </p:spTree>
    <p:extLst>
      <p:ext uri="{BB962C8B-B14F-4D97-AF65-F5344CB8AC3E}">
        <p14:creationId xmlns:p14="http://schemas.microsoft.com/office/powerpoint/2010/main" val="2137977114"/>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59578-7087-52F7-997F-3737C639765A}"/>
              </a:ext>
            </a:extLst>
          </p:cNvPr>
          <p:cNvSpPr>
            <a:spLocks noGrp="1"/>
          </p:cNvSpPr>
          <p:nvPr>
            <p:ph type="title"/>
          </p:nvPr>
        </p:nvSpPr>
        <p:spPr>
          <a:xfrm>
            <a:off x="696000" y="360000"/>
            <a:ext cx="10800000" cy="424732"/>
          </a:xfrm>
        </p:spPr>
        <p:txBody>
          <a:bodyPr/>
          <a:lstStyle/>
          <a:p>
            <a:r>
              <a:rPr lang="zh-CN" altLang="en-US" dirty="0"/>
              <a:t>凸显模型 </a:t>
            </a:r>
            <a:r>
              <a:rPr lang="en-US" altLang="zh-CN" dirty="0"/>
              <a:t>Salience Model</a:t>
            </a:r>
            <a:endParaRPr lang="zh-CN" altLang="en-US" dirty="0"/>
          </a:p>
        </p:txBody>
      </p:sp>
      <p:sp>
        <p:nvSpPr>
          <p:cNvPr id="11" name="内容占位符 10">
            <a:extLst>
              <a:ext uri="{FF2B5EF4-FFF2-40B4-BE49-F238E27FC236}">
                <a16:creationId xmlns:a16="http://schemas.microsoft.com/office/drawing/2014/main" id="{7C17E8C5-E405-C470-919F-F377F38AF7FD}"/>
              </a:ext>
            </a:extLst>
          </p:cNvPr>
          <p:cNvSpPr>
            <a:spLocks noGrp="1"/>
          </p:cNvSpPr>
          <p:nvPr>
            <p:ph idx="1"/>
          </p:nvPr>
        </p:nvSpPr>
        <p:spPr>
          <a:xfrm>
            <a:off x="696000" y="1080000"/>
            <a:ext cx="10800000" cy="5112000"/>
          </a:xfrm>
        </p:spPr>
        <p:txBody>
          <a:bodyPr/>
          <a:lstStyle/>
          <a:p>
            <a:endParaRPr lang="zh-CN" altLang="en-US"/>
          </a:p>
        </p:txBody>
      </p:sp>
      <p:graphicFrame>
        <p:nvGraphicFramePr>
          <p:cNvPr id="9" name="内容占位符 5">
            <a:extLst>
              <a:ext uri="{FF2B5EF4-FFF2-40B4-BE49-F238E27FC236}">
                <a16:creationId xmlns:a16="http://schemas.microsoft.com/office/drawing/2014/main" id="{28CD73D4-2AD0-D999-55A3-A7BD54DBD2B5}"/>
              </a:ext>
            </a:extLst>
          </p:cNvPr>
          <p:cNvGraphicFramePr>
            <a:graphicFrameLocks/>
          </p:cNvGraphicFramePr>
          <p:nvPr/>
        </p:nvGraphicFramePr>
        <p:xfrm>
          <a:off x="695325" y="4528552"/>
          <a:ext cx="10801350" cy="1663448"/>
        </p:xfrm>
        <a:graphic>
          <a:graphicData uri="http://schemas.openxmlformats.org/drawingml/2006/table">
            <a:tbl>
              <a:tblPr>
                <a:tableStyleId>{72833802-FEF1-4C79-8D5D-14CF1EAF98D9}</a:tableStyleId>
              </a:tblPr>
              <a:tblGrid>
                <a:gridCol w="5400675">
                  <a:extLst>
                    <a:ext uri="{9D8B030D-6E8A-4147-A177-3AD203B41FA5}">
                      <a16:colId xmlns:a16="http://schemas.microsoft.com/office/drawing/2014/main" val="2257498338"/>
                    </a:ext>
                  </a:extLst>
                </a:gridCol>
                <a:gridCol w="5400675">
                  <a:extLst>
                    <a:ext uri="{9D8B030D-6E8A-4147-A177-3AD203B41FA5}">
                      <a16:colId xmlns:a16="http://schemas.microsoft.com/office/drawing/2014/main" val="772762208"/>
                    </a:ext>
                  </a:extLst>
                </a:gridCol>
              </a:tblGrid>
              <a:tr h="0">
                <a:tc>
                  <a:txBody>
                    <a:bodyPr/>
                    <a:lstStyle/>
                    <a:p>
                      <a:pPr>
                        <a:lnSpc>
                          <a:spcPct val="150000"/>
                        </a:lnSpc>
                        <a:buNone/>
                      </a:pPr>
                      <a:r>
                        <a:rPr lang="zh-CN" altLang="en-US" sz="1600" dirty="0">
                          <a:solidFill>
                            <a:schemeClr val="bg1"/>
                          </a:solidFill>
                        </a:rPr>
                        <a:t>维度</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含义</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extLst>
                  <a:ext uri="{0D108BD9-81ED-4DB2-BD59-A6C34878D82A}">
                    <a16:rowId xmlns:a16="http://schemas.microsoft.com/office/drawing/2014/main" val="1950792618"/>
                  </a:ext>
                </a:extLst>
              </a:tr>
              <a:tr h="0">
                <a:tc>
                  <a:txBody>
                    <a:bodyPr/>
                    <a:lstStyle/>
                    <a:p>
                      <a:pPr>
                        <a:lnSpc>
                          <a:spcPct val="150000"/>
                        </a:lnSpc>
                        <a:buNone/>
                      </a:pPr>
                      <a:r>
                        <a:rPr lang="zh-CN" altLang="en-US" sz="1600" dirty="0"/>
                        <a:t>权力 </a:t>
                      </a:r>
                      <a:r>
                        <a:rPr lang="en-US" sz="1600" dirty="0"/>
                        <a:t>Power</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是否有能力影响项目决策或资源分配？</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314146267"/>
                  </a:ext>
                </a:extLst>
              </a:tr>
              <a:tr h="0">
                <a:tc>
                  <a:txBody>
                    <a:bodyPr/>
                    <a:lstStyle/>
                    <a:p>
                      <a:pPr>
                        <a:lnSpc>
                          <a:spcPct val="150000"/>
                        </a:lnSpc>
                        <a:buNone/>
                      </a:pPr>
                      <a:r>
                        <a:rPr lang="zh-CN" altLang="en-US" sz="1600" dirty="0"/>
                        <a:t>合法性 </a:t>
                      </a:r>
                      <a:r>
                        <a:rPr lang="en-US" sz="1600" dirty="0"/>
                        <a:t>Legitimacy</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其参与是否符合规则、道德或社会期望？</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4004831539"/>
                  </a:ext>
                </a:extLst>
              </a:tr>
              <a:tr h="0">
                <a:tc>
                  <a:txBody>
                    <a:bodyPr/>
                    <a:lstStyle/>
                    <a:p>
                      <a:pPr>
                        <a:lnSpc>
                          <a:spcPct val="150000"/>
                        </a:lnSpc>
                        <a:buNone/>
                      </a:pPr>
                      <a:r>
                        <a:rPr lang="zh-CN" altLang="en-US" sz="1600" dirty="0"/>
                        <a:t>紧迫性 </a:t>
                      </a:r>
                      <a:r>
                        <a:rPr lang="en-US" sz="1600" dirty="0"/>
                        <a:t>Urgency</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是否需要立即响应？是否有时间压力？</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184911823"/>
                  </a:ext>
                </a:extLst>
              </a:tr>
            </a:tbl>
          </a:graphicData>
        </a:graphic>
      </p:graphicFrame>
    </p:spTree>
    <p:extLst>
      <p:ext uri="{BB962C8B-B14F-4D97-AF65-F5344CB8AC3E}">
        <p14:creationId xmlns:p14="http://schemas.microsoft.com/office/powerpoint/2010/main" val="2048020882"/>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B596F958-C726-0557-68E6-F92B50677791}"/>
              </a:ext>
            </a:extLst>
          </p:cNvPr>
          <p:cNvSpPr>
            <a:spLocks noGrp="1"/>
          </p:cNvSpPr>
          <p:nvPr>
            <p:ph type="title"/>
          </p:nvPr>
        </p:nvSpPr>
        <p:spPr>
          <a:xfrm>
            <a:off x="695998" y="360000"/>
            <a:ext cx="7200000" cy="424732"/>
          </a:xfrm>
        </p:spPr>
        <p:txBody>
          <a:bodyPr/>
          <a:lstStyle/>
          <a:p>
            <a:r>
              <a:rPr lang="zh-CN" altLang="en-US" dirty="0"/>
              <a:t>干系人 </a:t>
            </a:r>
            <a:r>
              <a:rPr lang="en-US" altLang="zh-CN" dirty="0"/>
              <a:t>Stakeholders</a:t>
            </a:r>
            <a:endParaRPr lang="zh-CN" altLang="en-US" dirty="0"/>
          </a:p>
        </p:txBody>
      </p:sp>
      <p:sp>
        <p:nvSpPr>
          <p:cNvPr id="3" name="内容占位符 2">
            <a:extLst>
              <a:ext uri="{FF2B5EF4-FFF2-40B4-BE49-F238E27FC236}">
                <a16:creationId xmlns:a16="http://schemas.microsoft.com/office/drawing/2014/main" id="{0AFE9DF8-165F-8ADF-4AA7-3991D9C773F9}"/>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7EF861D-4CCF-2E00-F4C2-E18650662A43}"/>
              </a:ext>
            </a:extLst>
          </p:cNvPr>
          <p:cNvSpPr>
            <a:spLocks noGrp="1"/>
          </p:cNvSpPr>
          <p:nvPr>
            <p:ph type="body" sz="quarter" idx="10"/>
          </p:nvPr>
        </p:nvSpPr>
        <p:spPr/>
        <p:txBody>
          <a:bodyPr/>
          <a:lstStyle/>
          <a:p>
            <a:endParaRPr lang="zh-CN" altLang="en-US"/>
          </a:p>
        </p:txBody>
      </p:sp>
      <p:graphicFrame>
        <p:nvGraphicFramePr>
          <p:cNvPr id="9" name="内容占位符 3">
            <a:extLst>
              <a:ext uri="{FF2B5EF4-FFF2-40B4-BE49-F238E27FC236}">
                <a16:creationId xmlns:a16="http://schemas.microsoft.com/office/drawing/2014/main" id="{B7830169-B500-B273-3FB2-332093BAA4B1}"/>
              </a:ext>
            </a:extLst>
          </p:cNvPr>
          <p:cNvGraphicFramePr>
            <a:graphicFrameLocks/>
          </p:cNvGraphicFramePr>
          <p:nvPr/>
        </p:nvGraphicFramePr>
        <p:xfrm>
          <a:off x="695325" y="2994807"/>
          <a:ext cx="10800000" cy="3197193"/>
        </p:xfrm>
        <a:graphic>
          <a:graphicData uri="http://schemas.openxmlformats.org/drawingml/2006/table">
            <a:tbl>
              <a:tblPr>
                <a:tableStyleId>{72833802-FEF1-4C79-8D5D-14CF1EAF98D9}</a:tableStyleId>
              </a:tblPr>
              <a:tblGrid>
                <a:gridCol w="647608">
                  <a:extLst>
                    <a:ext uri="{9D8B030D-6E8A-4147-A177-3AD203B41FA5}">
                      <a16:colId xmlns:a16="http://schemas.microsoft.com/office/drawing/2014/main" val="3977532349"/>
                    </a:ext>
                  </a:extLst>
                </a:gridCol>
                <a:gridCol w="2995127">
                  <a:extLst>
                    <a:ext uri="{9D8B030D-6E8A-4147-A177-3AD203B41FA5}">
                      <a16:colId xmlns:a16="http://schemas.microsoft.com/office/drawing/2014/main" val="3201153781"/>
                    </a:ext>
                  </a:extLst>
                </a:gridCol>
                <a:gridCol w="1119673">
                  <a:extLst>
                    <a:ext uri="{9D8B030D-6E8A-4147-A177-3AD203B41FA5}">
                      <a16:colId xmlns:a16="http://schemas.microsoft.com/office/drawing/2014/main" val="790501837"/>
                    </a:ext>
                  </a:extLst>
                </a:gridCol>
                <a:gridCol w="6037592">
                  <a:extLst>
                    <a:ext uri="{9D8B030D-6E8A-4147-A177-3AD203B41FA5}">
                      <a16:colId xmlns:a16="http://schemas.microsoft.com/office/drawing/2014/main" val="246903288"/>
                    </a:ext>
                  </a:extLst>
                </a:gridCol>
              </a:tblGrid>
              <a:tr h="0">
                <a:tc>
                  <a:txBody>
                    <a:bodyPr/>
                    <a:lstStyle/>
                    <a:p>
                      <a:pPr algn="ctr">
                        <a:lnSpc>
                          <a:spcPct val="150000"/>
                        </a:lnSpc>
                        <a:buNone/>
                      </a:pPr>
                      <a:r>
                        <a:rPr lang="zh-CN" altLang="en-US" sz="1600" dirty="0">
                          <a:solidFill>
                            <a:schemeClr val="bg1"/>
                          </a:solidFill>
                        </a:rPr>
                        <a:t>编号</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英文名称</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中文名称</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特征说明</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extLst>
                  <a:ext uri="{0D108BD9-81ED-4DB2-BD59-A6C34878D82A}">
                    <a16:rowId xmlns:a16="http://schemas.microsoft.com/office/drawing/2014/main" val="127923883"/>
                  </a:ext>
                </a:extLst>
              </a:tr>
              <a:tr h="0">
                <a:tc>
                  <a:txBody>
                    <a:bodyPr/>
                    <a:lstStyle/>
                    <a:p>
                      <a:pPr algn="ctr">
                        <a:lnSpc>
                          <a:spcPct val="150000"/>
                        </a:lnSpc>
                        <a:buNone/>
                      </a:pPr>
                      <a:r>
                        <a:rPr lang="en-US" altLang="zh-CN" sz="1600" dirty="0"/>
                        <a:t>1</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Dormant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潜伏型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有权力但不主动，合法且非紧急。可暂时忽略，但需监控</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590803437"/>
                  </a:ext>
                </a:extLst>
              </a:tr>
              <a:tr h="0">
                <a:tc>
                  <a:txBody>
                    <a:bodyPr/>
                    <a:lstStyle/>
                    <a:p>
                      <a:pPr algn="ctr">
                        <a:lnSpc>
                          <a:spcPct val="150000"/>
                        </a:lnSpc>
                        <a:buNone/>
                      </a:pPr>
                      <a:r>
                        <a:rPr lang="en-US" altLang="zh-CN" sz="1600" dirty="0"/>
                        <a:t>2</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Discretionary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随意型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无权力，但合法且紧急。例如：临时求助的同事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4224256384"/>
                  </a:ext>
                </a:extLst>
              </a:tr>
              <a:tr h="0">
                <a:tc>
                  <a:txBody>
                    <a:bodyPr/>
                    <a:lstStyle/>
                    <a:p>
                      <a:pPr algn="ctr">
                        <a:lnSpc>
                          <a:spcPct val="150000"/>
                        </a:lnSpc>
                        <a:buNone/>
                      </a:pPr>
                      <a:r>
                        <a:rPr lang="en-US" altLang="zh-CN" sz="1600" dirty="0"/>
                        <a:t>3</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Demanding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娇情型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有权、合法但不紧急。喜欢提要求，但不会立刻施压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1075907110"/>
                  </a:ext>
                </a:extLst>
              </a:tr>
              <a:tr h="0">
                <a:tc>
                  <a:txBody>
                    <a:bodyPr/>
                    <a:lstStyle/>
                    <a:p>
                      <a:pPr algn="ctr">
                        <a:lnSpc>
                          <a:spcPct val="150000"/>
                        </a:lnSpc>
                        <a:buNone/>
                      </a:pPr>
                      <a:r>
                        <a:rPr lang="en-US" altLang="zh-CN" sz="1600" dirty="0"/>
                        <a:t>4</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Dominant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权贵型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有权、合法、但不紧急。典型如高层领导、董事会成员</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980077829"/>
                  </a:ext>
                </a:extLst>
              </a:tr>
              <a:tr h="0">
                <a:tc>
                  <a:txBody>
                    <a:bodyPr/>
                    <a:lstStyle/>
                    <a:p>
                      <a:pPr algn="ctr">
                        <a:lnSpc>
                          <a:spcPct val="150000"/>
                        </a:lnSpc>
                        <a:buNone/>
                      </a:pPr>
                      <a:r>
                        <a:rPr lang="en-US" altLang="zh-CN" sz="1600" dirty="0"/>
                        <a:t>5</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Dangerous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危险型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有权、不合法、但紧急。可能违法或破坏项目，需警惕</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484786950"/>
                  </a:ext>
                </a:extLst>
              </a:tr>
              <a:tr h="0">
                <a:tc>
                  <a:txBody>
                    <a:bodyPr/>
                    <a:lstStyle/>
                    <a:p>
                      <a:pPr algn="ctr">
                        <a:lnSpc>
                          <a:spcPct val="150000"/>
                        </a:lnSpc>
                        <a:buNone/>
                      </a:pPr>
                      <a:r>
                        <a:rPr lang="en-US" altLang="zh-CN" sz="1600" dirty="0"/>
                        <a:t>6</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Dependent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从众型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无权、不合法、也不紧急。依赖他人支持，影响力小</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214180841"/>
                  </a:ext>
                </a:extLst>
              </a:tr>
              <a:tr h="0">
                <a:tc>
                  <a:txBody>
                    <a:bodyPr/>
                    <a:lstStyle/>
                    <a:p>
                      <a:pPr algn="ctr">
                        <a:lnSpc>
                          <a:spcPct val="150000"/>
                        </a:lnSpc>
                        <a:buNone/>
                      </a:pPr>
                      <a:r>
                        <a:rPr lang="en-US" altLang="zh-CN" sz="1600" dirty="0"/>
                        <a:t>7</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Definitive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统治型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三者俱全：有权、合法、紧急。最核心的干系人，必须重点管理</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1880363959"/>
                  </a:ext>
                </a:extLst>
              </a:tr>
            </a:tbl>
          </a:graphicData>
        </a:graphic>
      </p:graphicFrame>
    </p:spTree>
    <p:extLst>
      <p:ext uri="{BB962C8B-B14F-4D97-AF65-F5344CB8AC3E}">
        <p14:creationId xmlns:p14="http://schemas.microsoft.com/office/powerpoint/2010/main" val="245479388"/>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27505069-8134-6A7E-341C-2B0F3E9FE1BB}"/>
              </a:ext>
            </a:extLst>
          </p:cNvPr>
          <p:cNvPicPr>
            <a:picLocks noGrp="1" noChangeAspect="1"/>
          </p:cNvPicPr>
          <p:nvPr>
            <p:ph type="pic" sz="quarter" idx="10"/>
          </p:nvPr>
        </p:nvPicPr>
        <p:blipFill>
          <a:blip r:embed="rId2"/>
          <a:srcRect l="17552" r="17552"/>
          <a:stretch/>
        </p:blipFill>
        <p:spPr>
          <a:xfrm>
            <a:off x="0" y="0"/>
            <a:ext cx="7912100" cy="6858000"/>
          </a:xfrm>
        </p:spPr>
      </p:pic>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4077578" y="3498981"/>
            <a:ext cx="7262228" cy="1440000"/>
          </a:xfrm>
        </p:spPr>
        <p:txBody>
          <a:bodyPr/>
          <a:lstStyle/>
          <a:p>
            <a:r>
              <a:rPr lang="zh-CN" altLang="en-US" dirty="0"/>
              <a:t>项目风险</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4077578" y="4938981"/>
            <a:ext cx="7262228" cy="900000"/>
          </a:xfrm>
        </p:spPr>
        <p:txBody>
          <a:bodyPr/>
          <a:lstStyle/>
          <a:p>
            <a:r>
              <a:rPr lang="en-US" altLang="zh-CN" dirty="0"/>
              <a:t>Section 9 Project Risk</a:t>
            </a:r>
            <a:endParaRPr lang="zh-CN" altLang="en-US" dirty="0"/>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p:txBody>
          <a:bodyPr/>
          <a:lstStyle/>
          <a:p>
            <a:r>
              <a:rPr lang="zh-CN" altLang="en-US" dirty="0"/>
              <a:t>类型</a:t>
            </a:r>
            <a:endParaRPr lang="en-US" altLang="zh-CN" dirty="0"/>
          </a:p>
          <a:p>
            <a:r>
              <a:rPr lang="en-US" altLang="zh-CN" dirty="0"/>
              <a:t>3</a:t>
            </a:r>
            <a:r>
              <a:rPr lang="zh-CN" altLang="en-US" dirty="0"/>
              <a:t>要素</a:t>
            </a:r>
            <a:endParaRPr lang="en-US" altLang="zh-CN" dirty="0"/>
          </a:p>
          <a:p>
            <a:r>
              <a:rPr lang="en-US" altLang="zh-CN" dirty="0"/>
              <a:t>4</a:t>
            </a:r>
            <a:r>
              <a:rPr lang="zh-CN" altLang="en-US" dirty="0"/>
              <a:t>过程</a:t>
            </a:r>
          </a:p>
        </p:txBody>
      </p:sp>
    </p:spTree>
    <p:extLst>
      <p:ext uri="{BB962C8B-B14F-4D97-AF65-F5344CB8AC3E}">
        <p14:creationId xmlns:p14="http://schemas.microsoft.com/office/powerpoint/2010/main" val="72748645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p:txBody>
          <a:bodyPr/>
          <a:lstStyle/>
          <a:p>
            <a:r>
              <a:rPr lang="zh-CN" altLang="en-US" dirty="0"/>
              <a:t>风险定义</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6000" y="1080000"/>
            <a:ext cx="10800000" cy="5112000"/>
          </a:xfrm>
        </p:spPr>
        <p:txBody>
          <a:bodyPr/>
          <a:lstStyle/>
          <a:p>
            <a:r>
              <a:rPr lang="zh-CN" altLang="zh-CN" dirty="0"/>
              <a:t>风险是对潜在的、未来可能发生损害的一种度量</a:t>
            </a:r>
            <a:endParaRPr lang="en-US" altLang="zh-CN" dirty="0"/>
          </a:p>
          <a:p>
            <a:r>
              <a:rPr lang="zh-CN" altLang="zh-CN" dirty="0"/>
              <a:t>软件风险对软件开发过程及软件产品本身可能造成的伤害或损失。</a:t>
            </a:r>
            <a:endParaRPr lang="zh-CN" altLang="en-US" dirty="0"/>
          </a:p>
          <a:p>
            <a:endParaRPr lang="zh-CN" altLang="en-US" dirty="0"/>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p:txBody>
          <a:bodyPr/>
          <a:lstStyle/>
          <a:p>
            <a:r>
              <a:rPr lang="en-US" altLang="zh-CN" dirty="0"/>
              <a:t>Risk</a:t>
            </a:r>
            <a:endParaRPr lang="zh-CN" altLang="en-US" dirty="0"/>
          </a:p>
        </p:txBody>
      </p:sp>
    </p:spTree>
    <p:extLst>
      <p:ext uri="{BB962C8B-B14F-4D97-AF65-F5344CB8AC3E}">
        <p14:creationId xmlns:p14="http://schemas.microsoft.com/office/powerpoint/2010/main" val="2873615642"/>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内容占位符 20">
            <a:extLst>
              <a:ext uri="{FF2B5EF4-FFF2-40B4-BE49-F238E27FC236}">
                <a16:creationId xmlns:a16="http://schemas.microsoft.com/office/drawing/2014/main" id="{779E8394-A7B2-0749-E9F1-362CE870A853}"/>
              </a:ext>
            </a:extLst>
          </p:cNvPr>
          <p:cNvSpPr>
            <a:spLocks noGrp="1"/>
          </p:cNvSpPr>
          <p:nvPr>
            <p:ph idx="1"/>
          </p:nvPr>
        </p:nvSpPr>
        <p:spPr>
          <a:xfrm>
            <a:off x="696000" y="1080000"/>
            <a:ext cx="10800000" cy="5112000"/>
          </a:xfrm>
        </p:spPr>
        <p:txBody>
          <a:bodyPr/>
          <a:lstStyle/>
          <a:p>
            <a:endParaRPr lang="zh-CN" altLang="en-US" dirty="0"/>
          </a:p>
        </p:txBody>
      </p:sp>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5998" y="360000"/>
            <a:ext cx="7200000" cy="424732"/>
          </a:xfrm>
        </p:spPr>
        <p:txBody>
          <a:bodyPr/>
          <a:lstStyle/>
          <a:p>
            <a:r>
              <a:rPr lang="zh-CN" altLang="en-US" dirty="0"/>
              <a:t>风险类型</a:t>
            </a:r>
          </a:p>
        </p:txBody>
      </p:sp>
      <p:sp>
        <p:nvSpPr>
          <p:cNvPr id="4" name="文本占位符 3">
            <a:extLst>
              <a:ext uri="{FF2B5EF4-FFF2-40B4-BE49-F238E27FC236}">
                <a16:creationId xmlns:a16="http://schemas.microsoft.com/office/drawing/2014/main" id="{065B829C-66A5-32AB-3718-593C67C41EDD}"/>
              </a:ext>
            </a:extLst>
          </p:cNvPr>
          <p:cNvSpPr>
            <a:spLocks noGrp="1"/>
          </p:cNvSpPr>
          <p:nvPr>
            <p:ph type="body" sz="quarter" idx="10"/>
          </p:nvPr>
        </p:nvSpPr>
        <p:spPr>
          <a:xfrm>
            <a:off x="6702424" y="360001"/>
            <a:ext cx="4793575" cy="424731"/>
          </a:xfrm>
        </p:spPr>
        <p:txBody>
          <a:bodyPr/>
          <a:lstStyle/>
          <a:p>
            <a:r>
              <a:rPr lang="en-US" altLang="zh-CN" dirty="0"/>
              <a:t>Risk</a:t>
            </a:r>
            <a:endParaRPr lang="zh-CN" altLang="en-US" dirty="0"/>
          </a:p>
        </p:txBody>
      </p:sp>
      <p:sp>
        <p:nvSpPr>
          <p:cNvPr id="26" name="矩形: 圆角 25">
            <a:extLst>
              <a:ext uri="{FF2B5EF4-FFF2-40B4-BE49-F238E27FC236}">
                <a16:creationId xmlns:a16="http://schemas.microsoft.com/office/drawing/2014/main" id="{01EB9A67-1F99-9040-F429-82403580C4DB}"/>
              </a:ext>
            </a:extLst>
          </p:cNvPr>
          <p:cNvSpPr/>
          <p:nvPr/>
        </p:nvSpPr>
        <p:spPr>
          <a:xfrm>
            <a:off x="4028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dirty="0">
                <a:solidFill>
                  <a:schemeClr val="tx1"/>
                </a:solidFill>
              </a:rPr>
              <a:t>已知风险 </a:t>
            </a:r>
            <a:r>
              <a:rPr lang="en-US" altLang="zh-CN" dirty="0">
                <a:solidFill>
                  <a:schemeClr val="tx1"/>
                </a:solidFill>
              </a:rPr>
              <a:t>Known known</a:t>
            </a:r>
          </a:p>
          <a:p>
            <a:r>
              <a:rPr lang="zh-CN" altLang="en-US" dirty="0">
                <a:solidFill>
                  <a:schemeClr val="tx1"/>
                </a:solidFill>
              </a:rPr>
              <a:t>可预测风险 </a:t>
            </a:r>
            <a:r>
              <a:rPr lang="en-US" altLang="zh-CN" dirty="0">
                <a:solidFill>
                  <a:schemeClr val="tx1"/>
                </a:solidFill>
              </a:rPr>
              <a:t>Known unknown </a:t>
            </a:r>
          </a:p>
          <a:p>
            <a:r>
              <a:rPr lang="zh-CN" altLang="en-US" dirty="0">
                <a:solidFill>
                  <a:schemeClr val="tx1"/>
                </a:solidFill>
              </a:rPr>
              <a:t>不可预测风险 </a:t>
            </a:r>
            <a:r>
              <a:rPr lang="en-US" altLang="zh-CN" dirty="0">
                <a:solidFill>
                  <a:schemeClr val="tx1"/>
                </a:solidFill>
              </a:rPr>
              <a:t>unknown unknown</a:t>
            </a:r>
            <a:endParaRPr lang="zh-CN" altLang="en-US" dirty="0">
              <a:solidFill>
                <a:schemeClr val="tx1"/>
              </a:solidFill>
            </a:endParaRPr>
          </a:p>
        </p:txBody>
      </p:sp>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t>预测角度</a:t>
            </a:r>
          </a:p>
        </p:txBody>
      </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dirty="0">
                <a:solidFill>
                  <a:schemeClr val="tx1"/>
                </a:solidFill>
              </a:rPr>
              <a:t>商业风险、管理风险、人员风险、技术风险、开发环境风险、客户风险、过程风险、产品规模风险等。</a:t>
            </a:r>
          </a:p>
        </p:txBody>
      </p:sp>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t>范围角度</a:t>
            </a:r>
          </a:p>
        </p:txBody>
      </p:sp>
    </p:spTree>
    <p:extLst>
      <p:ext uri="{BB962C8B-B14F-4D97-AF65-F5344CB8AC3E}">
        <p14:creationId xmlns:p14="http://schemas.microsoft.com/office/powerpoint/2010/main" val="306918126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F011341-F3F5-4FB8-3FB0-EB4F2F3BC121}"/>
              </a:ext>
            </a:extLst>
          </p:cNvPr>
          <p:cNvSpPr>
            <a:spLocks noGrp="1"/>
          </p:cNvSpPr>
          <p:nvPr>
            <p:ph type="title"/>
          </p:nvPr>
        </p:nvSpPr>
        <p:spPr/>
        <p:txBody>
          <a:bodyPr/>
          <a:lstStyle/>
          <a:p>
            <a:r>
              <a:rPr lang="zh-CN" altLang="en-US" dirty="0"/>
              <a:t>风险</a:t>
            </a:r>
            <a:r>
              <a:rPr lang="en-US" altLang="zh-CN" dirty="0"/>
              <a:t>3</a:t>
            </a:r>
            <a:r>
              <a:rPr lang="zh-CN" altLang="en-US" dirty="0"/>
              <a:t>个要素</a:t>
            </a:r>
          </a:p>
        </p:txBody>
      </p:sp>
      <p:sp>
        <p:nvSpPr>
          <p:cNvPr id="3" name="内容占位符 2">
            <a:extLst>
              <a:ext uri="{FF2B5EF4-FFF2-40B4-BE49-F238E27FC236}">
                <a16:creationId xmlns:a16="http://schemas.microsoft.com/office/drawing/2014/main" id="{CFC541F1-FF1E-B63F-3E29-DFA05055E338}"/>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DD75DE52-A397-4D17-090A-A365021F6EDD}"/>
              </a:ext>
            </a:extLst>
          </p:cNvPr>
          <p:cNvSpPr>
            <a:spLocks noGrp="1"/>
          </p:cNvSpPr>
          <p:nvPr>
            <p:ph type="body" sz="quarter" idx="10"/>
          </p:nvPr>
        </p:nvSpPr>
        <p:spPr/>
        <p:txBody>
          <a:bodyPr/>
          <a:lstStyle/>
          <a:p>
            <a:r>
              <a:rPr lang="en-US" altLang="zh-CN" dirty="0"/>
              <a:t>Risk</a:t>
            </a:r>
            <a:endParaRPr lang="zh-CN" altLang="en-US" dirty="0"/>
          </a:p>
        </p:txBody>
      </p:sp>
      <p:graphicFrame>
        <p:nvGraphicFramePr>
          <p:cNvPr id="5" name="图示 4">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2367306395"/>
              </p:ext>
            </p:extLst>
          </p:nvPr>
        </p:nvGraphicFramePr>
        <p:xfrm>
          <a:off x="2387588" y="18481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82383428"/>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p:txBody>
          <a:bodyPr/>
          <a:lstStyle/>
          <a:p>
            <a:r>
              <a:rPr lang="zh-CN" altLang="en-US" dirty="0"/>
              <a:t>风险</a:t>
            </a:r>
            <a:r>
              <a:rPr lang="en-US" altLang="zh-CN" dirty="0"/>
              <a:t>4</a:t>
            </a:r>
            <a:r>
              <a:rPr lang="zh-CN" altLang="en-US" dirty="0"/>
              <a:t>个过程</a:t>
            </a:r>
          </a:p>
        </p:txBody>
      </p:sp>
      <p:sp>
        <p:nvSpPr>
          <p:cNvPr id="3" name="内容占位符 2">
            <a:extLst>
              <a:ext uri="{FF2B5EF4-FFF2-40B4-BE49-F238E27FC236}">
                <a16:creationId xmlns:a16="http://schemas.microsoft.com/office/drawing/2014/main" id="{32D252C7-0F7D-13EA-79C7-11AAF89A90AF}"/>
              </a:ext>
            </a:extLst>
          </p:cNvPr>
          <p:cNvSpPr>
            <a:spLocks noGrp="1"/>
          </p:cNvSpPr>
          <p:nvPr>
            <p:ph idx="1"/>
          </p:nvPr>
        </p:nvSpPr>
        <p:spPr>
          <a:xfrm>
            <a:off x="696000" y="1080000"/>
            <a:ext cx="10800000" cy="5112000"/>
          </a:xfrm>
        </p:spPr>
        <p:txBody>
          <a:bodyPr/>
          <a:lstStyle/>
          <a:p>
            <a:endParaRPr lang="zh-CN" altLang="en-US"/>
          </a:p>
        </p:txBody>
      </p:sp>
      <p:sp>
        <p:nvSpPr>
          <p:cNvPr id="4" name="文本占位符 3">
            <a:extLst>
              <a:ext uri="{FF2B5EF4-FFF2-40B4-BE49-F238E27FC236}">
                <a16:creationId xmlns:a16="http://schemas.microsoft.com/office/drawing/2014/main" id="{FF7ADC87-433E-D27E-ED1B-FC45F43DD6E9}"/>
              </a:ext>
            </a:extLst>
          </p:cNvPr>
          <p:cNvSpPr>
            <a:spLocks noGrp="1"/>
          </p:cNvSpPr>
          <p:nvPr>
            <p:ph type="body" sz="quarter" idx="10"/>
          </p:nvPr>
        </p:nvSpPr>
        <p:spPr/>
        <p:txBody>
          <a:bodyPr/>
          <a:lstStyle/>
          <a:p>
            <a:endParaRPr lang="zh-CN" altLang="en-US"/>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2514600" y="2235795"/>
            <a:ext cx="1905000" cy="525886"/>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4267200" y="3035895"/>
            <a:ext cx="1905000" cy="525886"/>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019800" y="3835995"/>
            <a:ext cx="1905000" cy="525886"/>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7772400" y="4636095"/>
            <a:ext cx="1905000" cy="525886"/>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风险控制</a:t>
            </a:r>
          </a:p>
        </p:txBody>
      </p:sp>
      <p:cxnSp>
        <p:nvCxnSpPr>
          <p:cNvPr id="10" name="连接符: 肘形 9">
            <a:extLst>
              <a:ext uri="{FF2B5EF4-FFF2-40B4-BE49-F238E27FC236}">
                <a16:creationId xmlns:a16="http://schemas.microsoft.com/office/drawing/2014/main" id="{F99466C6-96A9-6206-226E-A57C8ADB4FCC}"/>
              </a:ext>
            </a:extLst>
          </p:cNvPr>
          <p:cNvCxnSpPr>
            <a:stCxn id="5" idx="3"/>
            <a:endCxn id="6" idx="0"/>
          </p:cNvCxnSpPr>
          <p:nvPr/>
        </p:nvCxnSpPr>
        <p:spPr>
          <a:xfrm>
            <a:off x="4419600" y="2498738"/>
            <a:ext cx="800100" cy="537157"/>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6172200" y="3298838"/>
            <a:ext cx="800100" cy="537157"/>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7924800" y="4098938"/>
            <a:ext cx="800100" cy="537157"/>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pic>
        <p:nvPicPr>
          <p:cNvPr id="13" name="图片占位符 12">
            <a:extLst>
              <a:ext uri="{FF2B5EF4-FFF2-40B4-BE49-F238E27FC236}">
                <a16:creationId xmlns:a16="http://schemas.microsoft.com/office/drawing/2014/main" id="{8134C41F-B840-F4A9-4C6C-08964B75F661}"/>
              </a:ext>
            </a:extLst>
          </p:cNvPr>
          <p:cNvPicPr>
            <a:picLocks noGrp="1" noChangeAspect="1"/>
          </p:cNvPicPr>
          <p:nvPr>
            <p:ph type="pic" sz="quarter" idx="10"/>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4077578" y="3498981"/>
            <a:ext cx="7262228" cy="1440000"/>
          </a:xfrm>
        </p:spPr>
        <p:txBody>
          <a:bodyPr/>
          <a:lstStyle/>
          <a:p>
            <a:r>
              <a:rPr lang="zh-CN" altLang="en-US" dirty="0"/>
              <a:t>项目合同</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4077578" y="4938981"/>
            <a:ext cx="7262228" cy="900000"/>
          </a:xfrm>
        </p:spPr>
        <p:txBody>
          <a:bodyPr/>
          <a:lstStyle/>
          <a:p>
            <a:r>
              <a:rPr lang="en-US" altLang="zh-CN" dirty="0"/>
              <a:t>Section 10 Project Contract</a:t>
            </a:r>
            <a:endParaRPr lang="zh-CN" altLang="en-US" dirty="0"/>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7912100" y="1128713"/>
            <a:ext cx="3427413" cy="2300287"/>
          </a:xfrm>
        </p:spPr>
        <p:txBody>
          <a:bodyPr/>
          <a:lstStyle/>
          <a:p>
            <a:r>
              <a:rPr lang="zh-CN" altLang="en-US" dirty="0"/>
              <a:t>成本补偿合同</a:t>
            </a:r>
          </a:p>
          <a:p>
            <a:r>
              <a:rPr lang="zh-CN" altLang="en-US" dirty="0"/>
              <a:t>总价合同</a:t>
            </a:r>
          </a:p>
          <a:p>
            <a:r>
              <a:rPr lang="zh-CN" altLang="zh-CN" dirty="0"/>
              <a:t>工料合同</a:t>
            </a:r>
            <a:r>
              <a:rPr lang="en-US" altLang="zh-CN" dirty="0"/>
              <a:t> (T&amp;M)</a:t>
            </a:r>
            <a:endParaRPr lang="zh-CN" altLang="en-US" dirty="0"/>
          </a:p>
        </p:txBody>
      </p:sp>
    </p:spTree>
    <p:extLst>
      <p:ext uri="{BB962C8B-B14F-4D97-AF65-F5344CB8AC3E}">
        <p14:creationId xmlns:p14="http://schemas.microsoft.com/office/powerpoint/2010/main" val="910411400"/>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695998" y="360000"/>
            <a:ext cx="7200000" cy="424732"/>
          </a:xfrm>
        </p:spPr>
        <p:txBody>
          <a:bodyPr/>
          <a:lstStyle/>
          <a:p>
            <a:r>
              <a:rPr lang="zh-CN" altLang="en-US" dirty="0"/>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1080000"/>
            <a:ext cx="10800000" cy="5112000"/>
          </a:xfrm>
        </p:spPr>
        <p:txBody>
          <a:bodyPr/>
          <a:lstStyle/>
          <a:p>
            <a:r>
              <a:rPr lang="zh-CN" altLang="en-US" dirty="0"/>
              <a:t>合同是具有法律</a:t>
            </a:r>
            <a:r>
              <a:rPr lang="zh-CN" altLang="zh-CN" dirty="0"/>
              <a:t>效力</a:t>
            </a:r>
            <a:r>
              <a:rPr lang="zh-CN" altLang="en-US" dirty="0"/>
              <a:t>的协议</a:t>
            </a:r>
            <a:endParaRPr lang="en-US" altLang="zh-CN" dirty="0"/>
          </a:p>
          <a:p>
            <a:r>
              <a:rPr lang="zh-CN" altLang="en-US" dirty="0"/>
              <a:t>双方自愿达成的协议</a:t>
            </a:r>
            <a:endParaRPr lang="en-US" altLang="zh-CN" dirty="0"/>
          </a:p>
          <a:p>
            <a:r>
              <a:rPr lang="zh-CN" altLang="en-US" dirty="0"/>
              <a:t>签订者具有相应的法律能力</a:t>
            </a:r>
          </a:p>
          <a:p>
            <a:r>
              <a:rPr lang="zh-CN" altLang="en-US" dirty="0"/>
              <a:t>有充分的签约理由</a:t>
            </a:r>
          </a:p>
          <a:p>
            <a:r>
              <a:rPr lang="zh-CN" altLang="en-US" dirty="0"/>
              <a:t>具有合法的目的</a:t>
            </a:r>
          </a:p>
          <a:p>
            <a:endParaRPr lang="en-US" altLang="zh-CN" dirty="0"/>
          </a:p>
          <a:p>
            <a:endParaRPr lang="zh-CN" altLang="en-US" dirty="0"/>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p:txBody>
          <a:bodyPr/>
          <a:lstStyle/>
          <a:p>
            <a:r>
              <a:rPr lang="en-US" altLang="zh-CN" dirty="0"/>
              <a:t>Contract</a:t>
            </a:r>
            <a:endParaRPr lang="zh-CN" altLang="en-US" dirty="0"/>
          </a:p>
        </p:txBody>
      </p:sp>
    </p:spTree>
    <p:extLst>
      <p:ext uri="{BB962C8B-B14F-4D97-AF65-F5344CB8AC3E}">
        <p14:creationId xmlns:p14="http://schemas.microsoft.com/office/powerpoint/2010/main" val="2278580081"/>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695998" y="360000"/>
            <a:ext cx="7200000" cy="424732"/>
          </a:xfrm>
        </p:spPr>
        <p:txBody>
          <a:bodyPr/>
          <a:lstStyle/>
          <a:p>
            <a:r>
              <a:rPr lang="zh-CN" altLang="en-US" dirty="0"/>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1080000"/>
            <a:ext cx="10800000" cy="5112000"/>
          </a:xfrm>
        </p:spPr>
        <p:txBody>
          <a:bodyPr/>
          <a:lstStyle/>
          <a:p>
            <a:endParaRPr lang="zh-CN" altLang="en-US"/>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p:txBody>
          <a:bodyPr/>
          <a:lstStyle/>
          <a:p>
            <a:r>
              <a:rPr lang="en-US" altLang="zh-CN" dirty="0"/>
              <a:t>Contract</a:t>
            </a:r>
            <a:endParaRPr lang="zh-CN" altLang="en-US" dirty="0"/>
          </a:p>
        </p:txBody>
      </p:sp>
      <p:graphicFrame>
        <p:nvGraphicFramePr>
          <p:cNvPr id="5" name="Diagram 3">
            <a:extLst>
              <a:ext uri="{FF2B5EF4-FFF2-40B4-BE49-F238E27FC236}">
                <a16:creationId xmlns:a16="http://schemas.microsoft.com/office/drawing/2014/main" id="{C5DE9174-F55A-2974-52E0-DDBC289DB1A0}"/>
              </a:ext>
            </a:extLst>
          </p:cNvPr>
          <p:cNvGraphicFramePr/>
          <p:nvPr>
            <p:extLst>
              <p:ext uri="{D42A27DB-BD31-4B8C-83A1-F6EECF244321}">
                <p14:modId xmlns:p14="http://schemas.microsoft.com/office/powerpoint/2010/main" val="2099825231"/>
              </p:ext>
            </p:extLst>
          </p:nvPr>
        </p:nvGraphicFramePr>
        <p:xfrm>
          <a:off x="3023828" y="1863916"/>
          <a:ext cx="6144344" cy="354416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6635160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695998" y="360000"/>
            <a:ext cx="7200000" cy="424732"/>
          </a:xfrm>
        </p:spPr>
        <p:txBody>
          <a:bodyPr/>
          <a:lstStyle/>
          <a:p>
            <a:r>
              <a:rPr lang="zh-CN" altLang="en-US" dirty="0"/>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1080000"/>
            <a:ext cx="10800000" cy="5112000"/>
          </a:xfrm>
        </p:spPr>
        <p:txBody>
          <a:bodyPr/>
          <a:lstStyle/>
          <a:p>
            <a:r>
              <a:rPr lang="zh-CN" altLang="zh-CN" dirty="0"/>
              <a:t>向卖方支付为完成工作而发生的全部合法实际成本，外加一笔费用作为卖方的利润。</a:t>
            </a:r>
            <a:endParaRPr lang="en-US" altLang="zh-CN" dirty="0"/>
          </a:p>
          <a:p>
            <a:r>
              <a:rPr lang="zh-CN" altLang="zh-CN" dirty="0"/>
              <a:t>这种合同适用于：工作范围预计会在合同执行期间发生重大变更。</a:t>
            </a:r>
            <a:endParaRPr lang="zh-CN" altLang="en-US" dirty="0"/>
          </a:p>
          <a:p>
            <a:endParaRPr lang="zh-CN" altLang="en-US" dirty="0"/>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p:txBody>
          <a:bodyPr/>
          <a:lstStyle/>
          <a:p>
            <a:r>
              <a:rPr lang="en-US" altLang="zh-CN" dirty="0"/>
              <a:t>Contract</a:t>
            </a:r>
            <a:endParaRPr lang="zh-CN" altLang="en-US" dirty="0"/>
          </a:p>
        </p:txBody>
      </p:sp>
    </p:spTree>
    <p:extLst>
      <p:ext uri="{BB962C8B-B14F-4D97-AF65-F5344CB8AC3E}">
        <p14:creationId xmlns:p14="http://schemas.microsoft.com/office/powerpoint/2010/main" val="92519764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695998" y="360000"/>
            <a:ext cx="7200000" cy="424732"/>
          </a:xfrm>
        </p:spPr>
        <p:txBody>
          <a:bodyPr/>
          <a:lstStyle/>
          <a:p>
            <a:r>
              <a:rPr lang="zh-CN" altLang="zh-CN" dirty="0"/>
              <a:t>总价合同</a:t>
            </a:r>
            <a:endParaRPr lang="zh-CN" altLang="en-US" dirty="0"/>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1080000"/>
            <a:ext cx="10800000" cy="5112000"/>
          </a:xfrm>
        </p:spPr>
        <p:txBody>
          <a:bodyPr/>
          <a:lstStyle/>
          <a:p>
            <a:r>
              <a:rPr lang="zh-CN" altLang="zh-CN" dirty="0"/>
              <a:t>总价合同为既定产品、服务或成果的采购设定一个总价。</a:t>
            </a:r>
            <a:endParaRPr lang="en-US" altLang="zh-CN" dirty="0"/>
          </a:p>
          <a:p>
            <a:r>
              <a:rPr lang="zh-CN" altLang="en-US" dirty="0"/>
              <a:t>这种合同应在已明确定义需求，且不会出现重大范围变更的情况下使用。</a:t>
            </a:r>
          </a:p>
          <a:p>
            <a:endParaRPr lang="zh-CN" altLang="en-US" dirty="0"/>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p:txBody>
          <a:bodyPr/>
          <a:lstStyle/>
          <a:p>
            <a:r>
              <a:rPr lang="en-US" altLang="zh-CN" dirty="0"/>
              <a:t>Contract</a:t>
            </a:r>
            <a:endParaRPr lang="zh-CN" altLang="en-US" dirty="0"/>
          </a:p>
        </p:txBody>
      </p:sp>
    </p:spTree>
    <p:extLst>
      <p:ext uri="{BB962C8B-B14F-4D97-AF65-F5344CB8AC3E}">
        <p14:creationId xmlns:p14="http://schemas.microsoft.com/office/powerpoint/2010/main" val="677469773"/>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695998" y="360000"/>
            <a:ext cx="7200000" cy="424732"/>
          </a:xfrm>
        </p:spPr>
        <p:txBody>
          <a:bodyPr/>
          <a:lstStyle/>
          <a:p>
            <a:r>
              <a:rPr lang="zh-CN" altLang="zh-CN" dirty="0"/>
              <a:t>工料合同</a:t>
            </a:r>
            <a:r>
              <a:rPr lang="en-US" altLang="zh-CN" dirty="0"/>
              <a:t> (T&amp;M)</a:t>
            </a:r>
            <a:r>
              <a:rPr lang="zh-CN" altLang="en-US" dirty="0"/>
              <a:t>合同</a:t>
            </a:r>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1080000"/>
            <a:ext cx="10800000" cy="5112000"/>
          </a:xfrm>
        </p:spPr>
        <p:txBody>
          <a:bodyPr/>
          <a:lstStyle/>
          <a:p>
            <a:r>
              <a:rPr lang="zh-CN" altLang="en-US" dirty="0"/>
              <a:t>成本补偿合同和总价合同特点的混合型合同。</a:t>
            </a:r>
            <a:endParaRPr lang="en-US" altLang="zh-CN" dirty="0"/>
          </a:p>
          <a:p>
            <a:r>
              <a:rPr lang="zh-CN" altLang="zh-CN" dirty="0"/>
              <a:t>必须为每一个单位的工作量付出一定的报酬</a:t>
            </a:r>
            <a:endParaRPr lang="en-US" altLang="zh-CN" dirty="0"/>
          </a:p>
          <a:p>
            <a:endParaRPr lang="en-US" altLang="zh-CN" dirty="0"/>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150816677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lstStyle/>
          <a:p>
            <a:r>
              <a:rPr lang="zh-CN" altLang="en-US" dirty="0"/>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en-US" dirty="0"/>
              <a:t>明确如何进行委托、委托什么项目、何时进行、费用如何等</a:t>
            </a:r>
            <a:endParaRPr lang="en-US" altLang="zh-CN" dirty="0"/>
          </a:p>
          <a:p>
            <a:r>
              <a:rPr lang="zh-CN" altLang="en-US" dirty="0"/>
              <a:t>选择需要的合同类型，采用的招标方式、合同形式等</a:t>
            </a:r>
            <a:endParaRPr lang="en-US" altLang="zh-CN" dirty="0"/>
          </a:p>
          <a:p>
            <a:r>
              <a:rPr lang="zh-CN" altLang="en-US" dirty="0"/>
              <a:t>输出</a:t>
            </a:r>
            <a:endParaRPr lang="en-US" altLang="zh-CN" dirty="0"/>
          </a:p>
          <a:p>
            <a:pPr lvl="1"/>
            <a:r>
              <a:rPr lang="zh-CN" altLang="en-US" dirty="0"/>
              <a:t>招标书或者类似招标书的形式体现的   </a:t>
            </a:r>
          </a:p>
          <a:p>
            <a:endParaRPr lang="zh-CN" altLang="en-US" dirty="0"/>
          </a:p>
          <a:p>
            <a:endParaRPr lang="en-US" altLang="zh-CN" dirty="0"/>
          </a:p>
          <a:p>
            <a:endParaRPr lang="zh-CN" altLang="en-US" dirty="0"/>
          </a:p>
          <a:p>
            <a:endParaRPr lang="zh-CN" altLang="en-US" dirty="0"/>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3984208002"/>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lstStyle/>
          <a:p>
            <a:r>
              <a:rPr lang="zh-CN" altLang="en-US" dirty="0"/>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zh-CN" dirty="0"/>
              <a:t>多层</a:t>
            </a:r>
            <a:r>
              <a:rPr lang="zh-CN" altLang="en-US" dirty="0"/>
              <a:t>协议</a:t>
            </a:r>
            <a:r>
              <a:rPr lang="zh-CN" altLang="zh-CN" dirty="0"/>
              <a:t>结构</a:t>
            </a:r>
            <a:endParaRPr lang="en-US" altLang="zh-CN" dirty="0"/>
          </a:p>
          <a:p>
            <a:r>
              <a:rPr lang="zh-CN" altLang="zh-CN" dirty="0"/>
              <a:t>价值交付</a:t>
            </a:r>
            <a:r>
              <a:rPr lang="zh-CN" altLang="en-US" dirty="0"/>
              <a:t>（例如迭代付费）</a:t>
            </a:r>
            <a:endParaRPr lang="en-US" altLang="zh-CN" dirty="0"/>
          </a:p>
          <a:p>
            <a:r>
              <a:rPr lang="zh-CN" altLang="zh-CN" dirty="0"/>
              <a:t>总价增量</a:t>
            </a:r>
            <a:r>
              <a:rPr lang="en-US" altLang="zh-CN" dirty="0"/>
              <a:t> </a:t>
            </a:r>
            <a:r>
              <a:rPr lang="zh-CN" altLang="en-US" dirty="0"/>
              <a:t>（例如基于</a:t>
            </a:r>
            <a:r>
              <a:rPr lang="en-US" altLang="zh-CN" dirty="0"/>
              <a:t>Story</a:t>
            </a:r>
            <a:r>
              <a:rPr lang="zh-CN" altLang="en-US" dirty="0"/>
              <a:t>付费）</a:t>
            </a:r>
            <a:endParaRPr lang="en-US" altLang="zh-CN" dirty="0"/>
          </a:p>
          <a:p>
            <a:r>
              <a:rPr lang="zh-CN" altLang="en-US" dirty="0"/>
              <a:t>灵活总价</a:t>
            </a:r>
            <a:r>
              <a:rPr lang="zh-CN" altLang="zh-CN" dirty="0"/>
              <a:t>方案</a:t>
            </a:r>
            <a:endParaRPr lang="en-US" altLang="zh-CN" dirty="0"/>
          </a:p>
          <a:p>
            <a:r>
              <a:rPr lang="zh-CN" altLang="zh-CN" dirty="0"/>
              <a:t>动态范围方案</a:t>
            </a:r>
            <a:endParaRPr lang="zh-CN" altLang="en-US" dirty="0"/>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87901474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1CF0E67B-3E77-50D1-C7BC-0C28D3011005}"/>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4077578" y="3498981"/>
            <a:ext cx="7262228" cy="1440000"/>
          </a:xfrm>
        </p:spPr>
        <p:txBody>
          <a:bodyPr/>
          <a:lstStyle/>
          <a:p>
            <a:r>
              <a:rPr lang="zh-CN" altLang="en-US" dirty="0"/>
              <a:t>项目执行</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4077578" y="4938981"/>
            <a:ext cx="7262228" cy="900000"/>
          </a:xfrm>
        </p:spPr>
        <p:txBody>
          <a:bodyPr/>
          <a:lstStyle/>
          <a:p>
            <a:r>
              <a:rPr lang="en-US" altLang="zh-CN" dirty="0"/>
              <a:t>Section 11 Project Execution</a:t>
            </a:r>
            <a:endParaRPr lang="zh-CN" altLang="en-US" dirty="0"/>
          </a:p>
        </p:txBody>
      </p:sp>
    </p:spTree>
    <p:extLst>
      <p:ext uri="{BB962C8B-B14F-4D97-AF65-F5344CB8AC3E}">
        <p14:creationId xmlns:p14="http://schemas.microsoft.com/office/powerpoint/2010/main" val="3343414957"/>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ADB7F772-A5F9-D03C-DAAA-E86D13AE54A7}"/>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1080000"/>
            <a:ext cx="10800000" cy="5112000"/>
          </a:xfrm>
        </p:spPr>
        <p:txBody>
          <a:bodyPr/>
          <a:lstStyle/>
          <a:p>
            <a:r>
              <a:rPr lang="zh-CN" altLang="en-US" dirty="0"/>
              <a:t>马云和比尔盖茨都表达过类似的观点：“一流的战略、三流的执行”不如“三流的战略、一流的执行”。一流的战略和一流的执行，似乎就像鱼与熊掌一样不可兼得。</a:t>
            </a:r>
          </a:p>
          <a:p>
            <a:endParaRPr lang="zh-CN" altLang="en-US" dirty="0"/>
          </a:p>
        </p:txBody>
      </p:sp>
      <p:sp>
        <p:nvSpPr>
          <p:cNvPr id="7" name="文本占位符 6">
            <a:extLst>
              <a:ext uri="{FF2B5EF4-FFF2-40B4-BE49-F238E27FC236}">
                <a16:creationId xmlns:a16="http://schemas.microsoft.com/office/drawing/2014/main" id="{845A5F07-788A-C31A-362F-674C5F9659D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696000" y="360000"/>
            <a:ext cx="10800000" cy="424732"/>
          </a:xfrm>
        </p:spPr>
        <p:txBody>
          <a:bodyPr/>
          <a:lstStyle/>
          <a:p>
            <a:r>
              <a:rPr lang="en-US" altLang="zh-CN" dirty="0"/>
              <a:t>Triple Constraint Diagram</a:t>
            </a:r>
            <a:endParaRPr lang="zh-CN" altLang="en-US" dirty="0"/>
          </a:p>
        </p:txBody>
      </p:sp>
      <p:pic>
        <p:nvPicPr>
          <p:cNvPr id="27" name="内容占位符 26" descr="时钟">
            <a:extLst>
              <a:ext uri="{FF2B5EF4-FFF2-40B4-BE49-F238E27FC236}">
                <a16:creationId xmlns:a16="http://schemas.microsoft.com/office/drawing/2014/main" id="{2FA749CD-DA96-5D61-98F9-DDE1A6EA1D16}"/>
              </a:ext>
            </a:extLst>
          </p:cNvPr>
          <p:cNvPicPr>
            <a:picLocks noGrp="1" noChangeAspect="1"/>
          </p:cNvPicPr>
          <p:nvPr>
            <p:ph idx="1"/>
          </p:nvPr>
        </p:nvPicPr>
        <p:blipFill>
          <a:blip r:embed="rId7">
            <a:extLst>
              <a:ext uri="{96DAC541-7B7A-43D3-8B79-37D633B846F1}">
                <asvg:svgBlip xmlns:asvg="http://schemas.microsoft.com/office/drawing/2016/SVG/main" r:embed="rId8"/>
              </a:ext>
            </a:extLst>
          </a:blip>
          <a:stretch>
            <a:fillRect/>
          </a:stretch>
        </p:blipFill>
        <p:spPr>
          <a:xfrm>
            <a:off x="6834378" y="4198978"/>
            <a:ext cx="540000" cy="540000"/>
          </a:xfrm>
        </p:spPr>
      </p:pic>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dirty="0"/>
              <a:t>The tasks</a:t>
            </a:r>
          </a:p>
          <a:p>
            <a:r>
              <a:rPr lang="en-US" altLang="zh-CN" dirty="0"/>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dirty="0"/>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dirty="0"/>
              <a:t>The schedule</a:t>
            </a:r>
          </a:p>
          <a:p>
            <a:r>
              <a:rPr lang="en-US" altLang="zh-CN" dirty="0"/>
              <a:t>for the project to reach completion</a:t>
            </a:r>
            <a:endParaRPr lang="zh-CN" altLang="en-US" dirty="0"/>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826000" y="2466725"/>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696000" y="360000"/>
            <a:ext cx="10800000" cy="424732"/>
          </a:xfrm>
        </p:spPr>
        <p:txBody>
          <a:bodyPr/>
          <a:lstStyle/>
          <a:p>
            <a:r>
              <a:rPr lang="en-US" altLang="zh-CN" dirty="0"/>
              <a:t>Construction project Triple Constraint Example</a:t>
            </a:r>
            <a:endParaRPr lang="zh-CN" altLang="en-US" dirty="0"/>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1080000"/>
            <a:ext cx="10800000" cy="5112000"/>
          </a:xfrm>
        </p:spPr>
        <p:txBody>
          <a:bodyPr/>
          <a:lstStyle/>
          <a:p>
            <a:r>
              <a:rPr lang="zh-CN" altLang="en-US" dirty="0"/>
              <a:t>假设正在建设一个小型零售店，大约</a:t>
            </a:r>
            <a:r>
              <a:rPr lang="en-US" altLang="zh-CN" dirty="0"/>
              <a:t>2,000</a:t>
            </a:r>
            <a:r>
              <a:rPr lang="zh-CN" altLang="en-US" dirty="0"/>
              <a:t>平方英尺。项目时间为</a:t>
            </a:r>
            <a:r>
              <a:rPr lang="en-US" altLang="zh-CN" dirty="0"/>
              <a:t>6</a:t>
            </a:r>
            <a:r>
              <a:rPr lang="zh-CN" altLang="en-US" dirty="0"/>
              <a:t>个月，预算为</a:t>
            </a:r>
            <a:r>
              <a:rPr lang="en-US" altLang="zh-CN" dirty="0"/>
              <a:t>30</a:t>
            </a:r>
            <a:r>
              <a:rPr lang="zh-CN" altLang="en-US" dirty="0"/>
              <a:t>万美元</a:t>
            </a:r>
            <a:endParaRPr lang="en-US" altLang="zh-CN" dirty="0"/>
          </a:p>
          <a:p>
            <a:r>
              <a:rPr lang="zh-CN" altLang="en-US" dirty="0"/>
              <a:t>如果客户在最后一刻提出增加</a:t>
            </a:r>
            <a:r>
              <a:rPr lang="en-US" altLang="zh-CN" dirty="0"/>
              <a:t>500</a:t>
            </a:r>
            <a:r>
              <a:rPr lang="zh-CN" altLang="en-US" dirty="0"/>
              <a:t>平方英尺的要求：</a:t>
            </a:r>
            <a:endParaRPr lang="en-US" altLang="zh-CN" dirty="0"/>
          </a:p>
          <a:p>
            <a:pPr lvl="1"/>
            <a:r>
              <a:rPr lang="zh-CN" altLang="en-US" dirty="0"/>
              <a:t>扩大项目范围</a:t>
            </a:r>
            <a:endParaRPr lang="en-US" altLang="zh-CN" dirty="0"/>
          </a:p>
          <a:p>
            <a:pPr lvl="1"/>
            <a:r>
              <a:rPr lang="zh-CN" altLang="en-US" dirty="0"/>
              <a:t>要么时间表必须推迟，要么预算增加</a:t>
            </a:r>
          </a:p>
        </p:txBody>
      </p:sp>
    </p:spTree>
    <p:extLst>
      <p:ext uri="{BB962C8B-B14F-4D97-AF65-F5344CB8AC3E}">
        <p14:creationId xmlns:p14="http://schemas.microsoft.com/office/powerpoint/2010/main" val="100991124"/>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696000" y="360000"/>
            <a:ext cx="10800000" cy="424732"/>
          </a:xfrm>
        </p:spPr>
        <p:txBody>
          <a:bodyPr/>
          <a:lstStyle/>
          <a:p>
            <a:r>
              <a:rPr lang="en-US" altLang="zh-CN" dirty="0"/>
              <a:t>IT project Triple Constraint Example</a:t>
            </a:r>
            <a:endParaRPr lang="zh-CN" altLang="en-US" dirty="0"/>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1080000"/>
            <a:ext cx="10800000" cy="5112000"/>
          </a:xfrm>
        </p:spPr>
        <p:txBody>
          <a:bodyPr/>
          <a:lstStyle/>
          <a:p>
            <a:r>
              <a:rPr lang="zh-CN" altLang="en-US" dirty="0"/>
              <a:t>如果一个销售团队需要建立一个新的客户关系管理系统</a:t>
            </a:r>
            <a:r>
              <a:rPr lang="en-US" altLang="zh-CN" dirty="0"/>
              <a:t>CRM</a:t>
            </a:r>
            <a:r>
              <a:rPr lang="zh-CN" altLang="en-US" dirty="0"/>
              <a:t>，他们可能有</a:t>
            </a:r>
            <a:r>
              <a:rPr lang="en-US" altLang="zh-CN" dirty="0"/>
              <a:t>9</a:t>
            </a:r>
            <a:r>
              <a:rPr lang="zh-CN" altLang="en-US" dirty="0"/>
              <a:t>个月的时间框架和</a:t>
            </a:r>
            <a:r>
              <a:rPr lang="en-US" altLang="zh-CN" dirty="0"/>
              <a:t>25</a:t>
            </a:r>
            <a:r>
              <a:rPr lang="zh-CN" altLang="en-US" dirty="0"/>
              <a:t>万美元的预算。在范围方面，</a:t>
            </a:r>
            <a:r>
              <a:rPr lang="en-US" altLang="zh-CN" dirty="0"/>
              <a:t>CRM</a:t>
            </a:r>
            <a:r>
              <a:rPr lang="zh-CN" altLang="en-US" dirty="0"/>
              <a:t>需要包括潜在客户管理、销售报告和联系跟踪</a:t>
            </a:r>
            <a:endParaRPr lang="en-US" altLang="zh-CN" dirty="0"/>
          </a:p>
          <a:p>
            <a:r>
              <a:rPr lang="zh-CN" altLang="en-US" dirty="0"/>
              <a:t>如果销售团队要求系统在</a:t>
            </a:r>
            <a:r>
              <a:rPr lang="en-US" altLang="zh-CN" dirty="0"/>
              <a:t>6</a:t>
            </a:r>
            <a:r>
              <a:rPr lang="zh-CN" altLang="en-US" dirty="0"/>
              <a:t>个月内准备就绪：</a:t>
            </a:r>
            <a:endParaRPr lang="en-US" altLang="zh-CN" dirty="0"/>
          </a:p>
          <a:p>
            <a:pPr lvl="1"/>
            <a:r>
              <a:rPr lang="zh-CN" altLang="en-US" dirty="0"/>
              <a:t>减少范围</a:t>
            </a:r>
            <a:endParaRPr lang="en-US" altLang="zh-CN" dirty="0"/>
          </a:p>
          <a:p>
            <a:pPr lvl="1"/>
            <a:r>
              <a:rPr lang="zh-CN" altLang="en-US" dirty="0"/>
              <a:t>增加预算</a:t>
            </a:r>
          </a:p>
        </p:txBody>
      </p:sp>
    </p:spTree>
    <p:extLst>
      <p:ext uri="{BB962C8B-B14F-4D97-AF65-F5344CB8AC3E}">
        <p14:creationId xmlns:p14="http://schemas.microsoft.com/office/powerpoint/2010/main" val="338979811"/>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696000" y="360000"/>
            <a:ext cx="10800000" cy="424732"/>
          </a:xfrm>
        </p:spPr>
        <p:txBody>
          <a:bodyPr/>
          <a:lstStyle/>
          <a:p>
            <a:r>
              <a:rPr lang="en-US" altLang="zh-CN" dirty="0"/>
              <a:t>Manufacturing Triple Constraint Example</a:t>
            </a:r>
            <a:endParaRPr lang="zh-CN" altLang="en-US" dirty="0"/>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p:txBody>
          <a:bodyPr/>
          <a:lstStyle/>
          <a:p>
            <a:r>
              <a:rPr lang="zh-CN" altLang="en-US" dirty="0"/>
              <a:t>假设一家制造公司正在生产</a:t>
            </a:r>
            <a:r>
              <a:rPr lang="en-US" altLang="zh-CN" dirty="0"/>
              <a:t>5,000</a:t>
            </a:r>
            <a:r>
              <a:rPr lang="zh-CN" altLang="en-US" dirty="0"/>
              <a:t>台新型智能家居设备。它需要包含应用程序集成和语音控制，每台设备的制造成本不能超过</a:t>
            </a:r>
            <a:r>
              <a:rPr lang="en-US" altLang="zh-CN" dirty="0"/>
              <a:t>50</a:t>
            </a:r>
            <a:r>
              <a:rPr lang="zh-CN" altLang="en-US" dirty="0"/>
              <a:t>美元，并且所有设备必须在</a:t>
            </a:r>
            <a:r>
              <a:rPr lang="en-US" altLang="zh-CN" dirty="0"/>
              <a:t>3</a:t>
            </a:r>
            <a:r>
              <a:rPr lang="zh-CN" altLang="en-US" dirty="0"/>
              <a:t>个月内生产完成</a:t>
            </a:r>
            <a:endParaRPr lang="en-US" altLang="zh-CN" dirty="0"/>
          </a:p>
          <a:p>
            <a:r>
              <a:rPr lang="zh-CN" altLang="en-US" dirty="0"/>
              <a:t>如果预算中突然出现成本变化，并且每台设备的制造成本不能超过</a:t>
            </a:r>
            <a:r>
              <a:rPr lang="en-US" altLang="zh-CN" dirty="0"/>
              <a:t>40</a:t>
            </a:r>
            <a:r>
              <a:rPr lang="zh-CN" altLang="en-US" dirty="0"/>
              <a:t>美元：</a:t>
            </a:r>
            <a:endParaRPr lang="en-US" altLang="zh-CN" dirty="0"/>
          </a:p>
          <a:p>
            <a:pPr lvl="1"/>
            <a:r>
              <a:rPr lang="zh-CN" altLang="en-US" dirty="0"/>
              <a:t>要么需要放慢速度，这将延长预算</a:t>
            </a:r>
            <a:endParaRPr lang="en-US" altLang="zh-CN" dirty="0"/>
          </a:p>
          <a:p>
            <a:pPr lvl="1"/>
            <a:r>
              <a:rPr lang="zh-CN" altLang="en-US" dirty="0"/>
              <a:t>要么范围将需要缩减</a:t>
            </a:r>
          </a:p>
        </p:txBody>
      </p:sp>
    </p:spTree>
    <p:extLst>
      <p:ext uri="{BB962C8B-B14F-4D97-AF65-F5344CB8AC3E}">
        <p14:creationId xmlns:p14="http://schemas.microsoft.com/office/powerpoint/2010/main" val="364262728"/>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BB551C51-19B0-1DCE-1098-39A95BCD0BB1}"/>
              </a:ext>
            </a:extLst>
          </p:cNvPr>
          <p:cNvPicPr>
            <a:picLocks noGrp="1" noChangeAspect="1"/>
          </p:cNvPicPr>
          <p:nvPr>
            <p:ph type="pic" sz="quarter" idx="10"/>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4077578" y="3498981"/>
            <a:ext cx="7262228" cy="1440000"/>
          </a:xfrm>
        </p:spPr>
        <p:txBody>
          <a:bodyPr/>
          <a:lstStyle/>
          <a:p>
            <a:r>
              <a:rPr lang="zh-CN" altLang="en-US" dirty="0"/>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4077578" y="4938981"/>
            <a:ext cx="7262228" cy="900000"/>
          </a:xfrm>
        </p:spPr>
        <p:txBody>
          <a:bodyPr/>
          <a:lstStyle/>
          <a:p>
            <a:r>
              <a:rPr lang="en-US" altLang="zh-CN" dirty="0"/>
              <a:t>Section 12 Project Closure</a:t>
            </a:r>
            <a:endParaRPr lang="zh-CN" altLang="en-US" dirty="0"/>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7912100" y="1128713"/>
            <a:ext cx="3427413" cy="2300287"/>
          </a:xfrm>
        </p:spPr>
        <p:txBody>
          <a:bodyPr/>
          <a:lstStyle/>
          <a:p>
            <a:r>
              <a:rPr lang="zh-CN" altLang="en-US" dirty="0"/>
              <a:t>项目终止</a:t>
            </a:r>
            <a:endParaRPr lang="en-US" altLang="zh-CN" dirty="0"/>
          </a:p>
          <a:p>
            <a:r>
              <a:rPr lang="zh-CN" altLang="en-US" dirty="0"/>
              <a:t>项目结束</a:t>
            </a:r>
          </a:p>
        </p:txBody>
      </p:sp>
    </p:spTree>
    <p:extLst>
      <p:ext uri="{BB962C8B-B14F-4D97-AF65-F5344CB8AC3E}">
        <p14:creationId xmlns:p14="http://schemas.microsoft.com/office/powerpoint/2010/main" val="3481589626"/>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695998" y="360000"/>
            <a:ext cx="7200000" cy="424732"/>
          </a:xfrm>
        </p:spPr>
        <p:txBody>
          <a:bodyPr/>
          <a:lstStyle/>
          <a:p>
            <a:r>
              <a:rPr lang="zh-CN" altLang="en-US" dirty="0"/>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1080000"/>
            <a:ext cx="10800000" cy="5112000"/>
          </a:xfrm>
        </p:spPr>
        <p:txBody>
          <a:bodyPr/>
          <a:lstStyle/>
          <a:p>
            <a:r>
              <a:rPr lang="zh-CN" altLang="en-US" dirty="0"/>
              <a:t>项目计划中确定的可交付成果已经出现</a:t>
            </a:r>
            <a:endParaRPr lang="en-US" altLang="zh-CN" dirty="0"/>
          </a:p>
          <a:p>
            <a:pPr lvl="1"/>
            <a:r>
              <a:rPr lang="zh-CN" altLang="en-US" dirty="0"/>
              <a:t>项目的目标已经成功实现</a:t>
            </a:r>
            <a:endParaRPr lang="en-US" altLang="zh-CN" dirty="0"/>
          </a:p>
          <a:p>
            <a:r>
              <a:rPr lang="zh-CN" altLang="en-US" dirty="0"/>
              <a:t>由于相关原因</a:t>
            </a:r>
            <a:r>
              <a:rPr lang="en-US" altLang="zh-CN" dirty="0"/>
              <a:t>,</a:t>
            </a:r>
            <a:r>
              <a:rPr lang="zh-CN" altLang="en-US" dirty="0"/>
              <a:t>项目无法继续进行</a:t>
            </a:r>
            <a:endParaRPr lang="en-US" altLang="zh-CN" dirty="0"/>
          </a:p>
          <a:p>
            <a:pPr lvl="1"/>
            <a:r>
              <a:rPr lang="zh-CN" altLang="en-US" dirty="0"/>
              <a:t>项目已经不具备实用价值</a:t>
            </a:r>
            <a:endParaRPr lang="en-US" altLang="zh-CN" dirty="0"/>
          </a:p>
          <a:p>
            <a:pPr lvl="1"/>
            <a:r>
              <a:rPr lang="zh-CN" altLang="en-US" dirty="0"/>
              <a:t>项目无竞争力，难以生存</a:t>
            </a:r>
            <a:endParaRPr lang="en-US" altLang="zh-CN" dirty="0"/>
          </a:p>
          <a:p>
            <a:pPr lvl="1"/>
            <a:r>
              <a:rPr lang="en-US" altLang="zh-CN" dirty="0"/>
              <a:t>……</a:t>
            </a:r>
          </a:p>
          <a:p>
            <a:endParaRPr lang="zh-CN" altLang="en-US" dirty="0"/>
          </a:p>
        </p:txBody>
      </p:sp>
      <p:sp>
        <p:nvSpPr>
          <p:cNvPr id="28" name="文本占位符 27">
            <a:extLst>
              <a:ext uri="{FF2B5EF4-FFF2-40B4-BE49-F238E27FC236}">
                <a16:creationId xmlns:a16="http://schemas.microsoft.com/office/drawing/2014/main" id="{BA786531-1A09-2C9E-7FB2-8F1B622026A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695998" y="360000"/>
            <a:ext cx="7200000" cy="424732"/>
          </a:xfrm>
        </p:spPr>
        <p:txBody>
          <a:bodyPr/>
          <a:lstStyle/>
          <a:p>
            <a:r>
              <a:rPr lang="zh-CN" altLang="en-US" dirty="0"/>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1080000"/>
            <a:ext cx="10800000" cy="5112000"/>
          </a:xfrm>
        </p:spPr>
        <p:txBody>
          <a:bodyPr/>
          <a:lstStyle/>
          <a:p>
            <a:r>
              <a:rPr lang="zh-CN" altLang="en-US" dirty="0"/>
              <a:t>达到项目的完工或退出标准</a:t>
            </a:r>
            <a:endParaRPr lang="en-US" altLang="zh-CN" dirty="0"/>
          </a:p>
          <a:p>
            <a:r>
              <a:rPr lang="zh-CN" altLang="en-US" dirty="0"/>
              <a:t>完成项目合同协议</a:t>
            </a:r>
            <a:endParaRPr lang="en-US" altLang="zh-CN" dirty="0"/>
          </a:p>
          <a:p>
            <a:r>
              <a:rPr lang="zh-CN" altLang="en-US" dirty="0"/>
              <a:t>完成项目信息报告</a:t>
            </a:r>
          </a:p>
          <a:p>
            <a:endParaRPr lang="en-US" altLang="zh-CN" dirty="0"/>
          </a:p>
          <a:p>
            <a:endParaRPr lang="zh-CN" altLang="en-US" dirty="0"/>
          </a:p>
        </p:txBody>
      </p:sp>
      <p:sp>
        <p:nvSpPr>
          <p:cNvPr id="25" name="文本占位符 24">
            <a:extLst>
              <a:ext uri="{FF2B5EF4-FFF2-40B4-BE49-F238E27FC236}">
                <a16:creationId xmlns:a16="http://schemas.microsoft.com/office/drawing/2014/main" id="{6A4CE0F7-5231-F56A-2556-076F6D60244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p:txBody>
          <a:bodyPr/>
          <a:lstStyle/>
          <a:p>
            <a:r>
              <a:rPr lang="zh-CN" altLang="en-US" dirty="0"/>
              <a:t>项目结束</a:t>
            </a:r>
          </a:p>
        </p:txBody>
      </p:sp>
      <p:sp>
        <p:nvSpPr>
          <p:cNvPr id="3" name="内容占位符 2">
            <a:extLst>
              <a:ext uri="{FF2B5EF4-FFF2-40B4-BE49-F238E27FC236}">
                <a16:creationId xmlns:a16="http://schemas.microsoft.com/office/drawing/2014/main" id="{D3268B25-F0CD-4E0E-C9B7-E42E1A995160}"/>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12704218-1DC9-8216-641A-F1B869E50B1C}"/>
              </a:ext>
            </a:extLst>
          </p:cNvPr>
          <p:cNvSpPr>
            <a:spLocks noGrp="1"/>
          </p:cNvSpPr>
          <p:nvPr>
            <p:ph type="body" sz="quarter" idx="10"/>
          </p:nvPr>
        </p:nvSpPr>
        <p:spPr/>
        <p:txBody>
          <a:bodyPr/>
          <a:lstStyle/>
          <a:p>
            <a:endParaRPr lang="zh-CN" altLang="en-US"/>
          </a:p>
        </p:txBody>
      </p:sp>
      <p:graphicFrame>
        <p:nvGraphicFramePr>
          <p:cNvPr id="5" name="内容占位符 5">
            <a:extLst>
              <a:ext uri="{FF2B5EF4-FFF2-40B4-BE49-F238E27FC236}">
                <a16:creationId xmlns:a16="http://schemas.microsoft.com/office/drawing/2014/main" id="{7E5C5DE8-BE2F-79BA-48AF-9EB8EFF8A4B2}"/>
              </a:ext>
            </a:extLst>
          </p:cNvPr>
          <p:cNvGraphicFramePr>
            <a:graphicFrameLocks noChangeAspect="1"/>
          </p:cNvGraphicFramePr>
          <p:nvPr>
            <p:extLst>
              <p:ext uri="{D42A27DB-BD31-4B8C-83A1-F6EECF244321}">
                <p14:modId xmlns:p14="http://schemas.microsoft.com/office/powerpoint/2010/main" val="2046638863"/>
              </p:ext>
            </p:extLst>
          </p:nvPr>
        </p:nvGraphicFramePr>
        <p:xfrm>
          <a:off x="3046412" y="1080000"/>
          <a:ext cx="6099176" cy="511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9694925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p:txBody>
          <a:bodyPr/>
          <a:lstStyle/>
          <a:p>
            <a:r>
              <a:rPr lang="zh-CN" altLang="en-US" dirty="0"/>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p:txBody>
          <a:bodyPr/>
          <a:lstStyle/>
          <a:p>
            <a:r>
              <a:rPr lang="zh-CN" altLang="en-US" dirty="0"/>
              <a:t>合同结束</a:t>
            </a:r>
            <a:endParaRPr lang="en-US" altLang="zh-CN" dirty="0"/>
          </a:p>
          <a:p>
            <a:r>
              <a:rPr lang="zh-CN" altLang="en-US" dirty="0"/>
              <a:t>行政结束</a:t>
            </a:r>
          </a:p>
        </p:txBody>
      </p:sp>
      <p:sp>
        <p:nvSpPr>
          <p:cNvPr id="4" name="文本占位符 3">
            <a:extLst>
              <a:ext uri="{FF2B5EF4-FFF2-40B4-BE49-F238E27FC236}">
                <a16:creationId xmlns:a16="http://schemas.microsoft.com/office/drawing/2014/main" id="{DA169B07-CA99-56AD-8094-9051474C696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695998" y="360000"/>
            <a:ext cx="7200000" cy="424732"/>
          </a:xfrm>
        </p:spPr>
        <p:txBody>
          <a:bodyPr/>
          <a:lstStyle/>
          <a:p>
            <a:r>
              <a:rPr lang="en-US" altLang="zh-CN" dirty="0"/>
              <a:t>Tips</a:t>
            </a:r>
            <a:endParaRPr lang="zh-CN" altLang="en-US" dirty="0"/>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1080000"/>
            <a:ext cx="10800000" cy="5112000"/>
          </a:xfrm>
        </p:spPr>
        <p:txBody>
          <a:bodyPr/>
          <a:lstStyle/>
          <a:p>
            <a:r>
              <a:rPr lang="zh-CN" altLang="en-US" dirty="0"/>
              <a:t>聚焦价值</a:t>
            </a:r>
            <a:endParaRPr lang="en-US" altLang="zh-CN" dirty="0"/>
          </a:p>
          <a:p>
            <a:r>
              <a:rPr lang="zh-CN" altLang="en-US" dirty="0"/>
              <a:t>正能量</a:t>
            </a:r>
            <a:endParaRPr lang="en-US" altLang="zh-CN" dirty="0"/>
          </a:p>
          <a:p>
            <a:r>
              <a:rPr lang="zh-CN" altLang="en-US" dirty="0"/>
              <a:t>主动</a:t>
            </a:r>
            <a:endParaRPr lang="en-US" altLang="zh-CN" dirty="0"/>
          </a:p>
          <a:p>
            <a:r>
              <a:rPr lang="zh-CN" altLang="en-US" dirty="0"/>
              <a:t>客观</a:t>
            </a:r>
          </a:p>
        </p:txBody>
      </p:sp>
      <p:sp>
        <p:nvSpPr>
          <p:cNvPr id="10" name="文本占位符 9">
            <a:extLst>
              <a:ext uri="{FF2B5EF4-FFF2-40B4-BE49-F238E27FC236}">
                <a16:creationId xmlns:a16="http://schemas.microsoft.com/office/drawing/2014/main" id="{E92F371C-E9DB-AB69-A81A-CB2A474AB9D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9882</TotalTime>
  <Words>10243</Words>
  <Application>Microsoft Office PowerPoint</Application>
  <PresentationFormat>宽屏</PresentationFormat>
  <Paragraphs>1204</Paragraphs>
  <Slides>153</Slides>
  <Notes>66</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153</vt:i4>
      </vt:variant>
    </vt:vector>
  </HeadingPairs>
  <TitlesOfParts>
    <vt:vector size="159" baseType="lpstr">
      <vt:lpstr>等线</vt:lpstr>
      <vt:lpstr>黑体</vt:lpstr>
      <vt:lpstr>微软雅黑 Light</vt:lpstr>
      <vt:lpstr>Arial</vt:lpstr>
      <vt:lpstr>Montserrat</vt:lpstr>
      <vt:lpstr>Office 主题​​</vt:lpstr>
      <vt:lpstr>PowerPoint 演示文稿</vt:lpstr>
      <vt:lpstr>PowerPoint 演示文稿</vt:lpstr>
      <vt:lpstr>PowerPoint 演示文稿</vt:lpstr>
      <vt:lpstr>PowerPoint 演示文稿</vt:lpstr>
      <vt:lpstr>PowerPoint 演示文稿</vt:lpstr>
      <vt:lpstr>PowerPoint 演示文稿</vt:lpstr>
      <vt:lpstr>软件项目管理概述</vt:lpstr>
      <vt:lpstr>项目 Project</vt:lpstr>
      <vt:lpstr>项目 Project</vt:lpstr>
      <vt:lpstr>项目集 Program</vt:lpstr>
      <vt:lpstr>项目组合 Portfolio</vt:lpstr>
      <vt:lpstr>软件项目 Software Project</vt:lpstr>
      <vt:lpstr>项目管理 Project Management</vt:lpstr>
      <vt:lpstr>软件项目管理 Software Project Management</vt:lpstr>
      <vt:lpstr>概念解析 Concepts</vt:lpstr>
      <vt:lpstr>五大过程组 Project Management Process Groups</vt:lpstr>
      <vt:lpstr>十大知识领域 Knowledge Areas</vt:lpstr>
      <vt:lpstr>敏捷开发</vt:lpstr>
      <vt:lpstr>Case 1</vt:lpstr>
      <vt:lpstr>Case 2</vt:lpstr>
      <vt:lpstr>Case 3</vt:lpstr>
      <vt:lpstr>Case 4</vt:lpstr>
      <vt:lpstr>Case 5</vt:lpstr>
      <vt:lpstr>Conclusion</vt:lpstr>
      <vt:lpstr>Cases</vt:lpstr>
      <vt:lpstr>敏捷宣言 Manifesto</vt:lpstr>
      <vt:lpstr>4个核心价值 Value</vt:lpstr>
      <vt:lpstr>12个原则 Principle</vt:lpstr>
      <vt:lpstr>The 12 Principles behind the Agile Manifesto</vt:lpstr>
      <vt:lpstr>The 12 Principles behind the Agile Manifesto</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Why</vt:lpstr>
      <vt:lpstr>说明 Tips</vt:lpstr>
      <vt:lpstr>甘特图 Gantt Chart</vt:lpstr>
      <vt:lpstr>鱼骨图 Fishbone Diagram</vt:lpstr>
      <vt:lpstr>PERT</vt:lpstr>
      <vt:lpstr>项目启动</vt:lpstr>
      <vt:lpstr>项目立项</vt:lpstr>
      <vt:lpstr>项目立项</vt:lpstr>
      <vt:lpstr>项目章程 Charter</vt:lpstr>
      <vt:lpstr>项目管理计划 Project Management Plan</vt:lpstr>
      <vt:lpstr>任命项目经理 - Appoint the Project Manager</vt:lpstr>
      <vt:lpstr>批准业务案例 - Approve the business case</vt:lpstr>
      <vt:lpstr>确定项目目标 - Identify Project Objectives</vt:lpstr>
      <vt:lpstr>定义项目范围 - Define Project Scope</vt:lpstr>
      <vt:lpstr>PowerPoint 演示文稿</vt:lpstr>
      <vt:lpstr>PowerPoint 演示文稿</vt:lpstr>
      <vt:lpstr>PowerPoint 演示文稿</vt:lpstr>
      <vt:lpstr>定义项目范围 - Define Project Scope</vt:lpstr>
      <vt:lpstr>批准预算 - Approve the Budget</vt:lpstr>
      <vt:lpstr>识别初始项目风险 - Identify Initial Project Risks</vt:lpstr>
      <vt:lpstr>生产交付物清单 - Produce List of Deliverables</vt:lpstr>
      <vt:lpstr>项目生成周期</vt:lpstr>
      <vt:lpstr>项目生命周期类型</vt:lpstr>
      <vt:lpstr>预测型</vt:lpstr>
      <vt:lpstr>瀑布模型 Waterfall Model</vt:lpstr>
      <vt:lpstr>V模型 Verification and Validation Model</vt:lpstr>
      <vt:lpstr>原型化模型 Prototype</vt:lpstr>
      <vt:lpstr>迭代型</vt:lpstr>
      <vt:lpstr>增量型</vt:lpstr>
      <vt:lpstr>敏捷型</vt:lpstr>
      <vt:lpstr>Scrum</vt:lpstr>
      <vt:lpstr>敏捷价值观 Scrum Values</vt:lpstr>
      <vt:lpstr>PowerPoint 演示文稿</vt:lpstr>
      <vt:lpstr>敏捷理念 Scrum Theory</vt:lpstr>
      <vt:lpstr>敏捷理念 Scrum Theory/Pillars of Scrum</vt:lpstr>
      <vt:lpstr>敏捷理念 Scrum Theory/Pillars of Scrum</vt:lpstr>
      <vt:lpstr>敏捷理念 Scrum Theory/Pillars of Scrum</vt:lpstr>
      <vt:lpstr>敏捷团队 Scrum Team</vt:lpstr>
      <vt:lpstr>项目经理</vt:lpstr>
      <vt:lpstr>敏捷团队 Scrum Team</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敏捷活动 Scrum Events</vt:lpstr>
      <vt:lpstr>PowerPoint 演示文稿</vt:lpstr>
      <vt:lpstr>PowerPoint 演示文稿</vt:lpstr>
      <vt:lpstr>PowerPoint 演示文稿</vt:lpstr>
      <vt:lpstr>PowerPoint 演示文稿</vt:lpstr>
      <vt:lpstr>敏捷工件 Scrum Artifacts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项目成本</vt:lpstr>
      <vt:lpstr>项目进度</vt:lpstr>
      <vt:lpstr>项目质量</vt:lpstr>
      <vt:lpstr>项目配置</vt:lpstr>
      <vt:lpstr>项目团队</vt:lpstr>
      <vt:lpstr>团队发展四阶段</vt:lpstr>
      <vt:lpstr>干系人 Stakeholders</vt:lpstr>
      <vt:lpstr>凸显模型 Salience Model</vt:lpstr>
      <vt:lpstr>干系人 Stakeholders</vt:lpstr>
      <vt:lpstr>项目风险</vt:lpstr>
      <vt:lpstr>风险定义</vt:lpstr>
      <vt:lpstr>风险类型</vt:lpstr>
      <vt:lpstr>风险3个要素</vt:lpstr>
      <vt:lpstr>风险4个过程</vt:lpstr>
      <vt:lpstr>项目合同</vt:lpstr>
      <vt:lpstr>合同</vt:lpstr>
      <vt:lpstr>合同类型</vt:lpstr>
      <vt:lpstr>成本补偿合同</vt:lpstr>
      <vt:lpstr>总价合同</vt:lpstr>
      <vt:lpstr>工料合同 (T&amp;M)合同</vt:lpstr>
      <vt:lpstr>合同计划</vt:lpstr>
      <vt:lpstr>敏捷合同策略</vt:lpstr>
      <vt:lpstr>项目执行</vt:lpstr>
      <vt:lpstr>PowerPoint 演示文稿</vt:lpstr>
      <vt:lpstr>Triple Constraint Diagram</vt:lpstr>
      <vt:lpstr>Construction project Triple Constraint Example</vt:lpstr>
      <vt:lpstr>IT project Triple Constraint Example</vt:lpstr>
      <vt:lpstr>Manufacturing Triple Constraint Example</vt:lpstr>
      <vt:lpstr>项目结束</vt:lpstr>
      <vt:lpstr>项目终止条件</vt:lpstr>
      <vt:lpstr>项目终止过程</vt:lpstr>
      <vt:lpstr>项目结束</vt:lpstr>
      <vt:lpstr>项目结束</vt:lpstr>
      <vt:lpstr>Tips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385</cp:revision>
  <dcterms:created xsi:type="dcterms:W3CDTF">2026-01-24T11:12:04Z</dcterms:created>
  <dcterms:modified xsi:type="dcterms:W3CDTF">2026-02-09T09:02:57Z</dcterms:modified>
</cp:coreProperties>
</file>
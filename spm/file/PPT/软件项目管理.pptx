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8"/>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431" r:id="rId428"/>
    <p:sldId id="390" r:id="rId429"/>
    <p:sldId id="391" r:id="rId430"/>
    <p:sldId id="855" r:id="rId431"/>
    <p:sldId id="435" r:id="rId432"/>
    <p:sldId id="389" r:id="rId433"/>
    <p:sldId id="866" r:id="rId434"/>
    <p:sldId id="857" r:id="rId435"/>
    <p:sldId id="867" r:id="rId436"/>
    <p:sldId id="864" r:id="rId437"/>
    <p:sldId id="858" r:id="rId438"/>
    <p:sldId id="868" r:id="rId439"/>
    <p:sldId id="865" r:id="rId440"/>
    <p:sldId id="869" r:id="rId441"/>
    <p:sldId id="859" r:id="rId442"/>
    <p:sldId id="863" r:id="rId443"/>
    <p:sldId id="862" r:id="rId444"/>
    <p:sldId id="861" r:id="rId445"/>
    <p:sldId id="856" r:id="rId446"/>
    <p:sldId id="471" r:id="rId447"/>
    <p:sldId id="279" r:id="rId448"/>
    <p:sldId id="532" r:id="rId449"/>
    <p:sldId id="463" r:id="rId450"/>
    <p:sldId id="393" r:id="rId451"/>
    <p:sldId id="392" r:id="rId452"/>
    <p:sldId id="462" r:id="rId453"/>
    <p:sldId id="394" r:id="rId454"/>
    <p:sldId id="395" r:id="rId455"/>
    <p:sldId id="396" r:id="rId456"/>
    <p:sldId id="397" r:id="rId457"/>
    <p:sldId id="398" r:id="rId458"/>
    <p:sldId id="464" r:id="rId459"/>
    <p:sldId id="465" r:id="rId460"/>
    <p:sldId id="280" r:id="rId461"/>
    <p:sldId id="533" r:id="rId462"/>
    <p:sldId id="399" r:id="rId463"/>
    <p:sldId id="287" r:id="rId464"/>
    <p:sldId id="288" r:id="rId465"/>
    <p:sldId id="289" r:id="rId466"/>
    <p:sldId id="290" r:id="rId467"/>
    <p:sldId id="281" r:id="rId468"/>
    <p:sldId id="534" r:id="rId469"/>
    <p:sldId id="400" r:id="rId470"/>
    <p:sldId id="402" r:id="rId471"/>
    <p:sldId id="401" r:id="rId472"/>
    <p:sldId id="412" r:id="rId473"/>
    <p:sldId id="472" r:id="rId474"/>
    <p:sldId id="473" r:id="rId475"/>
    <p:sldId id="474" r:id="rId476"/>
    <p:sldId id="367" r:id="rId477"/>
  </p:sldIdLst>
  <p:sldSz cx="12192000" cy="6858000"/>
  <p:notesSz cx="6858000" cy="9144000"/>
  <p:embeddedFontLst>
    <p:embeddedFont>
      <p:font typeface="Cambria Math" panose="02040503050406030204" pitchFamily="18" charset="0"/>
      <p:regular r:id="rId479"/>
    </p:embeddedFont>
    <p:embeddedFont>
      <p:font typeface="Montserrat" panose="00000500000000000000" pitchFamily="2" charset="0"/>
      <p:regular r:id="rId480"/>
    </p:embeddedFont>
    <p:embeddedFont>
      <p:font typeface="Roboto Mono" pitchFamily="2" charset="0"/>
      <p:regular r:id="rId481"/>
      <p:bold r:id="rId482"/>
    </p:embeddedFont>
    <p:embeddedFont>
      <p:font typeface="Segoe UI Black" panose="020B0A02040204020203" pitchFamily="34" charset="0"/>
      <p:bold r:id="rId483"/>
      <p:boldItalic r:id="rId484"/>
    </p:embeddedFont>
    <p:embeddedFont>
      <p:font typeface="等线" panose="02010600030101010101" pitchFamily="2" charset="-122"/>
      <p:regular r:id="rId485"/>
      <p:bold r:id="rId486"/>
    </p:embeddedFont>
    <p:embeddedFont>
      <p:font typeface="微软雅黑" panose="020B0503020204020204" pitchFamily="34" charset="-122"/>
      <p:regular r:id="rId487"/>
      <p:bold r:id="rId488"/>
    </p:embeddedFont>
    <p:embeddedFont>
      <p:font typeface="幼圆" panose="02010509060101010101" pitchFamily="49" charset="-122"/>
      <p:regular r:id="rId48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p:scale>
          <a:sx n="100" d="100"/>
          <a:sy n="100" d="100"/>
        </p:scale>
        <p:origin x="816" y="37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8.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10.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font" Target="fonts/font1.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commentAuthors" Target="commentAuthors.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3.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viewProps" Target="view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5.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ableStyles" Target="tableStyles.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7.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9.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notesMaster" Target="notesMasters/notesMaster1.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1.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2.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presProps" Target="presProp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4.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6.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430</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60.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47.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7.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3.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34554</TotalTime>
  <Words>40667</Words>
  <Application>Microsoft Office PowerPoint</Application>
  <PresentationFormat>宽屏</PresentationFormat>
  <Paragraphs>7663</Paragraphs>
  <Slides>476</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476</vt:i4>
      </vt:variant>
    </vt:vector>
  </HeadingPairs>
  <TitlesOfParts>
    <vt:vector size="488" baseType="lpstr">
      <vt:lpstr>Segoe UI Black</vt:lpstr>
      <vt:lpstr>Wingdings</vt:lpstr>
      <vt:lpstr>微软雅黑</vt:lpstr>
      <vt:lpstr>Montserrat</vt:lpstr>
      <vt:lpstr>等线</vt:lpstr>
      <vt:lpstr>Arial</vt:lpstr>
      <vt:lpstr>Times New Roman</vt:lpstr>
      <vt:lpstr>Cambria Math</vt:lpstr>
      <vt:lpstr>Roboto Mono</vt:lpstr>
      <vt:lpstr>幼圆</vt:lpstr>
      <vt:lpstr>Calibri</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3263</cp:revision>
  <dcterms:created xsi:type="dcterms:W3CDTF">2026-01-24T11:12:04Z</dcterms:created>
  <dcterms:modified xsi:type="dcterms:W3CDTF">2026-06-01T13:50:29Z</dcterms:modified>
</cp:coreProperties>
</file>
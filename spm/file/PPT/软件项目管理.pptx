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9"/>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870" r:id="rId287"/>
    <p:sldId id="437" r:id="rId288"/>
    <p:sldId id="740" r:id="rId289"/>
    <p:sldId id="736" r:id="rId290"/>
    <p:sldId id="737" r:id="rId291"/>
    <p:sldId id="738" r:id="rId292"/>
    <p:sldId id="743" r:id="rId293"/>
    <p:sldId id="745" r:id="rId294"/>
    <p:sldId id="744" r:id="rId295"/>
    <p:sldId id="746" r:id="rId296"/>
    <p:sldId id="427" r:id="rId297"/>
    <p:sldId id="439" r:id="rId298"/>
    <p:sldId id="441" r:id="rId299"/>
    <p:sldId id="275" r:id="rId300"/>
    <p:sldId id="529" r:id="rId301"/>
    <p:sldId id="760" r:id="rId302"/>
    <p:sldId id="754" r:id="rId303"/>
    <p:sldId id="792" r:id="rId304"/>
    <p:sldId id="761" r:id="rId305"/>
    <p:sldId id="762" r:id="rId306"/>
    <p:sldId id="763" r:id="rId307"/>
    <p:sldId id="753" r:id="rId308"/>
    <p:sldId id="764" r:id="rId309"/>
    <p:sldId id="750" r:id="rId310"/>
    <p:sldId id="765" r:id="rId311"/>
    <p:sldId id="766" r:id="rId312"/>
    <p:sldId id="789" r:id="rId313"/>
    <p:sldId id="767" r:id="rId314"/>
    <p:sldId id="752" r:id="rId315"/>
    <p:sldId id="432" r:id="rId316"/>
    <p:sldId id="755" r:id="rId317"/>
    <p:sldId id="790" r:id="rId318"/>
    <p:sldId id="756" r:id="rId319"/>
    <p:sldId id="758" r:id="rId320"/>
    <p:sldId id="757" r:id="rId321"/>
    <p:sldId id="791" r:id="rId322"/>
    <p:sldId id="759" r:id="rId323"/>
    <p:sldId id="793" r:id="rId324"/>
    <p:sldId id="770" r:id="rId325"/>
    <p:sldId id="771" r:id="rId326"/>
    <p:sldId id="453" r:id="rId327"/>
    <p:sldId id="773" r:id="rId328"/>
    <p:sldId id="787" r:id="rId329"/>
    <p:sldId id="774" r:id="rId330"/>
    <p:sldId id="786" r:id="rId331"/>
    <p:sldId id="785" r:id="rId332"/>
    <p:sldId id="775" r:id="rId333"/>
    <p:sldId id="783" r:id="rId334"/>
    <p:sldId id="784" r:id="rId335"/>
    <p:sldId id="776" r:id="rId336"/>
    <p:sldId id="780" r:id="rId337"/>
    <p:sldId id="781" r:id="rId338"/>
    <p:sldId id="782" r:id="rId339"/>
    <p:sldId id="777" r:id="rId340"/>
    <p:sldId id="788" r:id="rId341"/>
    <p:sldId id="778" r:id="rId342"/>
    <p:sldId id="779" r:id="rId343"/>
    <p:sldId id="768" r:id="rId344"/>
    <p:sldId id="769" r:id="rId345"/>
    <p:sldId id="796" r:id="rId346"/>
    <p:sldId id="772" r:id="rId347"/>
    <p:sldId id="795" r:id="rId348"/>
    <p:sldId id="452" r:id="rId349"/>
    <p:sldId id="276" r:id="rId350"/>
    <p:sldId id="525" r:id="rId351"/>
    <p:sldId id="522" r:id="rId352"/>
    <p:sldId id="526" r:id="rId353"/>
    <p:sldId id="527" r:id="rId354"/>
    <p:sldId id="815" r:id="rId355"/>
    <p:sldId id="802" r:id="rId356"/>
    <p:sldId id="467" r:id="rId357"/>
    <p:sldId id="524" r:id="rId358"/>
    <p:sldId id="810" r:id="rId359"/>
    <p:sldId id="626" r:id="rId360"/>
    <p:sldId id="811" r:id="rId361"/>
    <p:sldId id="528" r:id="rId362"/>
    <p:sldId id="803" r:id="rId363"/>
    <p:sldId id="466" r:id="rId364"/>
    <p:sldId id="804" r:id="rId365"/>
    <p:sldId id="470" r:id="rId366"/>
    <p:sldId id="805" r:id="rId367"/>
    <p:sldId id="825" r:id="rId368"/>
    <p:sldId id="826" r:id="rId369"/>
    <p:sldId id="624" r:id="rId370"/>
    <p:sldId id="806" r:id="rId371"/>
    <p:sldId id="807" r:id="rId372"/>
    <p:sldId id="808" r:id="rId373"/>
    <p:sldId id="809" r:id="rId374"/>
    <p:sldId id="822" r:id="rId375"/>
    <p:sldId id="823" r:id="rId376"/>
    <p:sldId id="824" r:id="rId377"/>
    <p:sldId id="827" r:id="rId378"/>
    <p:sldId id="469" r:id="rId379"/>
    <p:sldId id="817" r:id="rId380"/>
    <p:sldId id="819" r:id="rId381"/>
    <p:sldId id="820" r:id="rId382"/>
    <p:sldId id="821" r:id="rId383"/>
    <p:sldId id="818" r:id="rId384"/>
    <p:sldId id="277" r:id="rId385"/>
    <p:sldId id="530" r:id="rId386"/>
    <p:sldId id="313" r:id="rId387"/>
    <p:sldId id="456" r:id="rId388"/>
    <p:sldId id="798" r:id="rId389"/>
    <p:sldId id="799" r:id="rId390"/>
    <p:sldId id="800" r:id="rId391"/>
    <p:sldId id="801" r:id="rId392"/>
    <p:sldId id="837" r:id="rId393"/>
    <p:sldId id="838" r:id="rId394"/>
    <p:sldId id="455" r:id="rId395"/>
    <p:sldId id="844" r:id="rId396"/>
    <p:sldId id="843" r:id="rId397"/>
    <p:sldId id="842" r:id="rId398"/>
    <p:sldId id="845" r:id="rId399"/>
    <p:sldId id="847" r:id="rId400"/>
    <p:sldId id="846" r:id="rId401"/>
    <p:sldId id="839" r:id="rId402"/>
    <p:sldId id="841" r:id="rId403"/>
    <p:sldId id="263" r:id="rId404"/>
    <p:sldId id="849" r:id="rId405"/>
    <p:sldId id="264" r:id="rId406"/>
    <p:sldId id="461" r:id="rId407"/>
    <p:sldId id="852" r:id="rId408"/>
    <p:sldId id="848" r:id="rId409"/>
    <p:sldId id="853" r:id="rId410"/>
    <p:sldId id="850" r:id="rId411"/>
    <p:sldId id="851" r:id="rId412"/>
    <p:sldId id="457" r:id="rId413"/>
    <p:sldId id="458" r:id="rId414"/>
    <p:sldId id="459" r:id="rId415"/>
    <p:sldId id="460" r:id="rId416"/>
    <p:sldId id="834" r:id="rId417"/>
    <p:sldId id="833" r:id="rId418"/>
    <p:sldId id="835" r:id="rId419"/>
    <p:sldId id="836" r:id="rId420"/>
    <p:sldId id="828" r:id="rId421"/>
    <p:sldId id="832" r:id="rId422"/>
    <p:sldId id="831" r:id="rId423"/>
    <p:sldId id="829" r:id="rId424"/>
    <p:sldId id="830" r:id="rId425"/>
    <p:sldId id="278" r:id="rId426"/>
    <p:sldId id="531" r:id="rId427"/>
    <p:sldId id="854" r:id="rId428"/>
    <p:sldId id="431" r:id="rId429"/>
    <p:sldId id="390" r:id="rId430"/>
    <p:sldId id="391" r:id="rId431"/>
    <p:sldId id="855" r:id="rId432"/>
    <p:sldId id="435" r:id="rId433"/>
    <p:sldId id="389" r:id="rId434"/>
    <p:sldId id="866" r:id="rId435"/>
    <p:sldId id="857" r:id="rId436"/>
    <p:sldId id="867" r:id="rId437"/>
    <p:sldId id="864" r:id="rId438"/>
    <p:sldId id="858" r:id="rId439"/>
    <p:sldId id="868" r:id="rId440"/>
    <p:sldId id="865" r:id="rId441"/>
    <p:sldId id="869" r:id="rId442"/>
    <p:sldId id="859" r:id="rId443"/>
    <p:sldId id="863" r:id="rId444"/>
    <p:sldId id="862" r:id="rId445"/>
    <p:sldId id="861" r:id="rId446"/>
    <p:sldId id="856" r:id="rId447"/>
    <p:sldId id="471" r:id="rId448"/>
    <p:sldId id="279" r:id="rId449"/>
    <p:sldId id="532" r:id="rId450"/>
    <p:sldId id="463" r:id="rId451"/>
    <p:sldId id="393" r:id="rId452"/>
    <p:sldId id="392" r:id="rId453"/>
    <p:sldId id="462" r:id="rId454"/>
    <p:sldId id="394" r:id="rId455"/>
    <p:sldId id="395" r:id="rId456"/>
    <p:sldId id="396" r:id="rId457"/>
    <p:sldId id="397" r:id="rId458"/>
    <p:sldId id="398" r:id="rId459"/>
    <p:sldId id="464" r:id="rId460"/>
    <p:sldId id="465" r:id="rId461"/>
    <p:sldId id="280" r:id="rId462"/>
    <p:sldId id="533" r:id="rId463"/>
    <p:sldId id="399" r:id="rId464"/>
    <p:sldId id="287" r:id="rId465"/>
    <p:sldId id="288" r:id="rId466"/>
    <p:sldId id="289" r:id="rId467"/>
    <p:sldId id="290" r:id="rId468"/>
    <p:sldId id="281" r:id="rId469"/>
    <p:sldId id="534" r:id="rId470"/>
    <p:sldId id="400" r:id="rId471"/>
    <p:sldId id="402" r:id="rId472"/>
    <p:sldId id="401" r:id="rId473"/>
    <p:sldId id="412" r:id="rId474"/>
    <p:sldId id="472" r:id="rId475"/>
    <p:sldId id="473" r:id="rId476"/>
    <p:sldId id="474" r:id="rId477"/>
    <p:sldId id="367" r:id="rId478"/>
  </p:sldIdLst>
  <p:sldSz cx="12192000" cy="6858000"/>
  <p:notesSz cx="6858000" cy="9144000"/>
  <p:embeddedFontLst>
    <p:embeddedFont>
      <p:font typeface="Cambria Math" panose="02040503050406030204" pitchFamily="18" charset="0"/>
      <p:regular r:id="rId480"/>
    </p:embeddedFont>
    <p:embeddedFont>
      <p:font typeface="Montserrat" panose="00000500000000000000" pitchFamily="2" charset="0"/>
      <p:regular r:id="rId481"/>
    </p:embeddedFont>
    <p:embeddedFont>
      <p:font typeface="Roboto Mono" pitchFamily="2" charset="0"/>
      <p:regular r:id="rId482"/>
      <p:bold r:id="rId483"/>
    </p:embeddedFont>
    <p:embeddedFont>
      <p:font typeface="Segoe UI Black" panose="020B0A02040204020203" pitchFamily="34" charset="0"/>
      <p:bold r:id="rId484"/>
      <p:boldItalic r:id="rId485"/>
    </p:embeddedFont>
    <p:embeddedFont>
      <p:font typeface="等线" panose="02010600030101010101" pitchFamily="2" charset="-122"/>
      <p:regular r:id="rId486"/>
      <p:bold r:id="rId487"/>
    </p:embeddedFont>
    <p:embeddedFont>
      <p:font typeface="微软雅黑" panose="020B0503020204020204" pitchFamily="34" charset="-122"/>
      <p:regular r:id="rId488"/>
      <p:bold r:id="rId489"/>
    </p:embeddedFont>
    <p:embeddedFont>
      <p:font typeface="幼圆" panose="02010509060101010101" pitchFamily="49" charset="-122"/>
      <p:regular r:id="rId49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FE863F"/>
    <a:srgbClr val="92D050"/>
    <a:srgbClr val="3F907A"/>
    <a:srgbClr val="1A5076"/>
    <a:srgbClr val="017CB8"/>
    <a:srgbClr val="0D8BB3"/>
    <a:srgbClr val="D70036"/>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p:scale>
          <a:sx n="140" d="100"/>
          <a:sy n="140" d="100"/>
        </p:scale>
        <p:origin x="-1476" y="-85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7.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9.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notesMaster" Target="notesMasters/notesMaster1.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font" Target="fonts/font11.fntdata"/><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2.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presProps" Target="pres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4.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heme" Target="theme/theme1.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495"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6.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8.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slide" Target="slides/slide477.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0.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1.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commentAuthors" Target="commentAuthor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3.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5.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2026/6/15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9.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1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8.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3.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287</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290</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294</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298</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307</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313</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317</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319</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324</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328</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334</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339</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345</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347</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358</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361</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364</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366</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371</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389</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398</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400</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405</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410</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413</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418</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428</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431</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453</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9.xml"/><Relationship Id="rId13" Type="http://schemas.openxmlformats.org/officeDocument/2006/relationships/slide" Target="slide461.xml"/><Relationship Id="rId3" Type="http://schemas.openxmlformats.org/officeDocument/2006/relationships/slide" Target="slide41.xml"/><Relationship Id="rId7" Type="http://schemas.openxmlformats.org/officeDocument/2006/relationships/slide" Target="slide299.xml"/><Relationship Id="rId12" Type="http://schemas.openxmlformats.org/officeDocument/2006/relationships/slide" Target="slide448.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8.xml"/><Relationship Id="rId5" Type="http://schemas.openxmlformats.org/officeDocument/2006/relationships/slide" Target="slide183.xml"/><Relationship Id="rId10" Type="http://schemas.openxmlformats.org/officeDocument/2006/relationships/slide" Target="slide425.xml"/><Relationship Id="rId4" Type="http://schemas.openxmlformats.org/officeDocument/2006/relationships/slide" Target="slide121.xml"/><Relationship Id="rId9" Type="http://schemas.openxmlformats.org/officeDocument/2006/relationships/slide" Target="slide38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4.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4.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7.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9.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1.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8.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3.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4.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1.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4.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775335"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A</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2" name="矩形 11">
            <a:extLst>
              <a:ext uri="{FF2B5EF4-FFF2-40B4-BE49-F238E27FC236}">
                <a16:creationId xmlns:a16="http://schemas.microsoft.com/office/drawing/2014/main" id="{3251D6FD-8087-CEB6-528D-9FD8FF07A876}"/>
              </a:ext>
            </a:extLst>
          </p:cNvPr>
          <p:cNvSpPr/>
          <p:nvPr/>
        </p:nvSpPr>
        <p:spPr>
          <a:xfrm>
            <a:off x="6174147"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B</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6" name="矩形 15">
            <a:extLst>
              <a:ext uri="{FF2B5EF4-FFF2-40B4-BE49-F238E27FC236}">
                <a16:creationId xmlns:a16="http://schemas.microsoft.com/office/drawing/2014/main" id="{862FA9BD-0708-2737-AC6A-D044A21AEC42}"/>
              </a:ext>
            </a:extLst>
          </p:cNvPr>
          <p:cNvSpPr/>
          <p:nvPr/>
        </p:nvSpPr>
        <p:spPr>
          <a:xfrm>
            <a:off x="6873554"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4075929"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4392400" y="2948798"/>
            <a:ext cx="354465" cy="411406"/>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750147" y="2977268"/>
            <a:ext cx="411407"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474741" y="379419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C</a:t>
            </a:r>
            <a:endParaRPr lang="zh-CN" altLang="en-US" sz="800" dirty="0">
              <a:solidFill>
                <a:schemeClr val="tx1"/>
              </a:solidFill>
              <a:latin typeface="Times New Roman" panose="02020603050405020304" pitchFamily="18" charset="0"/>
              <a:ea typeface="宋体" panose="02010600030101010101" pitchFamily="2" charset="-122"/>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742103" y="3169559"/>
            <a:ext cx="354465" cy="1110812"/>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050741" y="3547733"/>
            <a:ext cx="1110813"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351335" y="2977268"/>
            <a:ext cx="82281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cxnSpLocks/>
            <a:stCxn id="2" idx="2"/>
          </p:cNvCxnSpPr>
          <p:nvPr/>
        </p:nvCxnSpPr>
        <p:spPr>
          <a:xfrm flipH="1">
            <a:off x="5355978" y="1252912"/>
            <a:ext cx="299922" cy="898105"/>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4622684"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6882388"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8560803"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3559577"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3995311" y="2634521"/>
            <a:ext cx="479638" cy="775107"/>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endCxn id="10" idx="1"/>
          </p:cNvCxnSpPr>
          <p:nvPr/>
        </p:nvCxnSpPr>
        <p:spPr>
          <a:xfrm flipV="1">
            <a:off x="5655999" y="2782255"/>
            <a:ext cx="457316" cy="406215"/>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4163827"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3765884" y="3631586"/>
            <a:ext cx="479637" cy="316250"/>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p:cNvCxnSpPr>
          <p:nvPr/>
        </p:nvCxnSpPr>
        <p:spPr>
          <a:xfrm flipV="1">
            <a:off x="4910684" y="3609833"/>
            <a:ext cx="457315"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4622684"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4451827" y="4029530"/>
            <a:ext cx="1708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367999" y="3045892"/>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cxnSpLocks/>
            <a:stCxn id="11" idx="3"/>
          </p:cNvCxnSpPr>
          <p:nvPr/>
        </p:nvCxnSpPr>
        <p:spPr>
          <a:xfrm>
            <a:off x="4910684" y="2782255"/>
            <a:ext cx="457315" cy="406215"/>
          </a:xfrm>
          <a:prstGeom prst="bentConnector3">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endCxn id="13" idx="1"/>
          </p:cNvCxnSpPr>
          <p:nvPr/>
        </p:nvCxnSpPr>
        <p:spPr>
          <a:xfrm>
            <a:off x="5655999" y="3609833"/>
            <a:ext cx="457316"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endCxn id="10" idx="3"/>
          </p:cNvCxnSpPr>
          <p:nvPr/>
        </p:nvCxnSpPr>
        <p:spPr>
          <a:xfrm rot="10800000">
            <a:off x="6401316" y="2782255"/>
            <a:ext cx="481073" cy="479638"/>
          </a:xfrm>
          <a:prstGeom prst="bentConnector3">
            <a:avLst>
              <a:gd name="adj1" fmla="val 50000"/>
            </a:avLst>
          </a:prstGeom>
          <a:ln w="635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p:cNvCxnSpPr>
          <p:nvPr/>
        </p:nvCxnSpPr>
        <p:spPr>
          <a:xfrm flipV="1">
            <a:off x="6401315" y="3549892"/>
            <a:ext cx="481073" cy="479638"/>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7441860"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001332"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170388"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7729860"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8289332" y="3405893"/>
            <a:ext cx="271471"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792000" y="875592"/>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1296461"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29" name="直接连接符 28">
            <a:extLst>
              <a:ext uri="{FF2B5EF4-FFF2-40B4-BE49-F238E27FC236}">
                <a16:creationId xmlns:a16="http://schemas.microsoft.com/office/drawing/2014/main" id="{6F68FDD9-E2D5-B413-B7BC-6F1AB7082DD0}"/>
              </a:ext>
            </a:extLst>
          </p:cNvPr>
          <p:cNvCxnSpPr>
            <a:cxnSpLocks/>
          </p:cNvCxnSpPr>
          <p:nvPr/>
        </p:nvCxnSpPr>
        <p:spPr>
          <a:xfrm>
            <a:off x="2228882" y="4068710"/>
            <a:ext cx="0" cy="21600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a:cxnSpLocks/>
          </p:cNvCxnSpPr>
          <p:nvPr/>
        </p:nvCxnSpPr>
        <p:spPr>
          <a:xfrm>
            <a:off x="1656461" y="4068710"/>
            <a:ext cx="576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flipH="1">
            <a:off x="6813244" y="3850104"/>
            <a:ext cx="360000" cy="43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cxnSp>
        <p:nvCxnSpPr>
          <p:cNvPr id="12" name="直接连接符 11">
            <a:extLst>
              <a:ext uri="{FF2B5EF4-FFF2-40B4-BE49-F238E27FC236}">
                <a16:creationId xmlns:a16="http://schemas.microsoft.com/office/drawing/2014/main" id="{20D419F5-1D65-AD36-6BD9-40FF769344A8}"/>
              </a:ext>
            </a:extLst>
          </p:cNvPr>
          <p:cNvCxnSpPr>
            <a:cxnSpLocks/>
          </p:cNvCxnSpPr>
          <p:nvPr/>
        </p:nvCxnSpPr>
        <p:spPr>
          <a:xfrm>
            <a:off x="1656461" y="4068710"/>
            <a:ext cx="0" cy="21600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285523" y="1980096"/>
            <a:ext cx="2821606" cy="461665"/>
          </a:xfrm>
          <a:prstGeom prst="rect">
            <a:avLst/>
          </a:prstGeom>
          <a:noFill/>
        </p:spPr>
        <p:txBody>
          <a:bodyPr wrap="none" rtlCol="0">
            <a:spAutoFit/>
          </a:bodyPr>
          <a:lstStyle/>
          <a:p>
            <a:pPr algn="ctr"/>
            <a:r>
              <a:rPr lang="en-US" altLang="zh-CN" sz="2400" dirty="0"/>
              <a:t>E =(O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1851789" cy="461665"/>
          </a:xfrm>
          <a:prstGeom prst="rect">
            <a:avLst/>
          </a:prstGeom>
          <a:noFill/>
        </p:spPr>
        <p:txBody>
          <a:bodyPr wrap="none" rtlCol="0">
            <a:spAutoFit/>
          </a:bodyPr>
          <a:lstStyle/>
          <a:p>
            <a:r>
              <a:rPr lang="en-US" altLang="zh-CN" sz="2400" dirty="0"/>
              <a:t>δ =(P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852814178"/>
              </p:ext>
            </p:extLst>
          </p:nvPr>
        </p:nvGraphicFramePr>
        <p:xfrm>
          <a:off x="3396000" y="20246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4944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9935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9935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9935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5806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5806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5806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graphicFrame>
        <p:nvGraphicFramePr>
          <p:cNvPr id="2" name="表格 1">
            <a:extLst>
              <a:ext uri="{FF2B5EF4-FFF2-40B4-BE49-F238E27FC236}">
                <a16:creationId xmlns:a16="http://schemas.microsoft.com/office/drawing/2014/main" id="{E444243C-7418-8580-A47A-FACD4E3ED4D2}"/>
              </a:ext>
            </a:extLst>
          </p:cNvPr>
          <p:cNvGraphicFramePr>
            <a:graphicFrameLocks noGrp="1"/>
          </p:cNvGraphicFramePr>
          <p:nvPr>
            <p:extLst>
              <p:ext uri="{D42A27DB-BD31-4B8C-83A1-F6EECF244321}">
                <p14:modId xmlns:p14="http://schemas.microsoft.com/office/powerpoint/2010/main" val="89001559"/>
              </p:ext>
            </p:extLst>
          </p:nvPr>
        </p:nvGraphicFramePr>
        <p:xfrm>
          <a:off x="3413631" y="4319053"/>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2160000">
                  <a:extLst>
                    <a:ext uri="{9D8B030D-6E8A-4147-A177-3AD203B41FA5}">
                      <a16:colId xmlns:a16="http://schemas.microsoft.com/office/drawing/2014/main" val="22328700"/>
                    </a:ext>
                  </a:extLst>
                </a:gridCol>
                <a:gridCol w="2160000">
                  <a:extLst>
                    <a:ext uri="{9D8B030D-6E8A-4147-A177-3AD203B41FA5}">
                      <a16:colId xmlns:a16="http://schemas.microsoft.com/office/drawing/2014/main" val="1031287147"/>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标准差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方差</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9/36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r>
                        <a:rPr lang="zh-CN" altLang="en-US" sz="1600" dirty="0">
                          <a:solidFill>
                            <a:schemeClr val="tx1"/>
                          </a:solidFill>
                        </a:rPr>
                        <a:t>项目路径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1.07</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881938688"/>
              </p:ext>
            </p:extLst>
          </p:nvPr>
        </p:nvGraphicFramePr>
        <p:xfrm>
          <a:off x="1891778" y="185153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r>
                        <a:rPr lang="en-US" altLang="zh-CN" sz="700" dirty="0">
                          <a:solidFill>
                            <a:schemeClr val="tx1"/>
                          </a:solidFill>
                          <a:latin typeface="Times New Roman" panose="02020603050405020304" pitchFamily="18" charset="0"/>
                          <a:cs typeface="Times New Roman" panose="02020603050405020304" pitchFamily="18" charset="0"/>
                        </a:rPr>
                        <a:t>1</a:t>
                      </a: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chemeClr val="tx1"/>
                          </a:solidFill>
                          <a:latin typeface="Times New Roman" panose="02020603050405020304" pitchFamily="18" charset="0"/>
                          <a:cs typeface="Times New Roman" panose="02020603050405020304" pitchFamily="18" charset="0"/>
                        </a:rPr>
                        <a:t>7</a:t>
                      </a: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chemeClr val="tx1"/>
                          </a:solidFill>
                          <a:latin typeface="Times New Roman" panose="02020603050405020304" pitchFamily="18" charset="0"/>
                          <a:cs typeface="Times New Roman" panose="02020603050405020304" pitchFamily="18" charset="0"/>
                        </a:rPr>
                        <a:t>A</a:t>
                      </a: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944660057"/>
              </p:ext>
            </p:extLst>
          </p:nvPr>
        </p:nvGraphicFramePr>
        <p:xfrm>
          <a:off x="3168015" y="185153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1264000878"/>
              </p:ext>
            </p:extLst>
          </p:nvPr>
        </p:nvGraphicFramePr>
        <p:xfrm>
          <a:off x="4364338" y="185153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G</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3028177557"/>
              </p:ext>
            </p:extLst>
          </p:nvPr>
        </p:nvGraphicFramePr>
        <p:xfrm>
          <a:off x="5581625" y="2307944"/>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H</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2988486767"/>
              </p:ext>
            </p:extLst>
          </p:nvPr>
        </p:nvGraphicFramePr>
        <p:xfrm>
          <a:off x="4364338" y="2764352"/>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E</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1273606644"/>
              </p:ext>
            </p:extLst>
          </p:nvPr>
        </p:nvGraphicFramePr>
        <p:xfrm>
          <a:off x="1891778" y="2764352"/>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B</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3397865385"/>
              </p:ext>
            </p:extLst>
          </p:nvPr>
        </p:nvGraphicFramePr>
        <p:xfrm>
          <a:off x="3158390" y="2764352"/>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D</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3511162728"/>
              </p:ext>
            </p:extLst>
          </p:nvPr>
        </p:nvGraphicFramePr>
        <p:xfrm>
          <a:off x="3168015" y="367716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F</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1239565" y="2631944"/>
            <a:ext cx="432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1260996" y="2466742"/>
            <a:ext cx="356187" cy="200055"/>
          </a:xfrm>
          <a:prstGeom prst="rect">
            <a:avLst/>
          </a:prstGeom>
          <a:noFill/>
          <a:ln w="6350">
            <a:noFill/>
          </a:ln>
        </p:spPr>
        <p:txBody>
          <a:bodyPr wrap="none" rtlCol="0">
            <a:spAutoFit/>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Start</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cxnSp>
        <p:nvCxnSpPr>
          <p:cNvPr id="126" name="直接箭头连接符 125">
            <a:extLst>
              <a:ext uri="{FF2B5EF4-FFF2-40B4-BE49-F238E27FC236}">
                <a16:creationId xmlns:a16="http://schemas.microsoft.com/office/drawing/2014/main" id="{8E8C59CB-6432-3D68-F31B-789D1340492C}"/>
              </a:ext>
            </a:extLst>
          </p:cNvPr>
          <p:cNvCxnSpPr>
            <a:cxnSpLocks/>
          </p:cNvCxnSpPr>
          <p:nvPr/>
        </p:nvCxnSpPr>
        <p:spPr>
          <a:xfrm>
            <a:off x="6445632" y="2631944"/>
            <a:ext cx="432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6491638" y="2487214"/>
            <a:ext cx="328936" cy="200055"/>
          </a:xfrm>
          <a:prstGeom prst="rect">
            <a:avLst/>
          </a:prstGeom>
          <a:noFill/>
          <a:ln w="6350">
            <a:noFill/>
          </a:ln>
        </p:spPr>
        <p:txBody>
          <a:bodyPr wrap="none" rtlCol="0">
            <a:spAutoFit/>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End</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891778" y="2175536"/>
            <a:ext cx="12700" cy="912815"/>
          </a:xfrm>
          <a:prstGeom prst="bentConnector3">
            <a:avLst>
              <a:gd name="adj1" fmla="val 1800000"/>
            </a:avLst>
          </a:prstGeom>
          <a:ln w="63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2755778" y="3088352"/>
            <a:ext cx="412237" cy="912815"/>
          </a:xfrm>
          <a:prstGeom prst="bentConnector3">
            <a:avLst>
              <a:gd name="adj1" fmla="val 50000"/>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5228338" y="2175537"/>
            <a:ext cx="353287" cy="456407"/>
          </a:xfrm>
          <a:prstGeom prst="bentConnector3">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4032015" y="3088352"/>
            <a:ext cx="332323" cy="912815"/>
          </a:xfrm>
          <a:prstGeom prst="bentConnector3">
            <a:avLst>
              <a:gd name="adj1" fmla="val 50000"/>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5228338" y="2631944"/>
            <a:ext cx="353287" cy="456408"/>
          </a:xfrm>
          <a:prstGeom prst="bentConnector3">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2755778" y="2175537"/>
            <a:ext cx="412237"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4032015" y="2175537"/>
            <a:ext cx="332323"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4022390" y="3088352"/>
            <a:ext cx="341948"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2755778" y="3088352"/>
            <a:ext cx="402612"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a:ln w="6350">
            <a:noFill/>
          </a:ln>
        </p:spPr>
        <p:txBody>
          <a:bodyPr wrap="none" rtlCol="0">
            <a:spAutoFit/>
          </a:bodyPr>
          <a:lstStyle/>
          <a:p>
            <a:pPr algn="l"/>
            <a:r>
              <a:rPr lang="zh-CN" altLang="en-US" sz="1600" dirty="0">
                <a:solidFill>
                  <a:sysClr val="windowText" lastClr="000000"/>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4248616" y="3264245"/>
            <a:ext cx="360000" cy="36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0</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1</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5058382" y="2884667"/>
            <a:ext cx="360000" cy="36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5044957" y="3620831"/>
            <a:ext cx="360000" cy="36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w="6350">
              <a:noFill/>
            </a:ln>
          </p:spPr>
          <p:txBody>
            <a:bodyPr wrap="none" rtlCol="0" anchor="ctr" anchorCtr="0">
              <a:noAutofit/>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5058382" y="4356996"/>
            <a:ext cx="360000" cy="36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0</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4</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3988914"/>
            <a:ext cx="360000" cy="36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6</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7"/>
            <a:ext cx="360000" cy="36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5</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742861" y="2884667"/>
            <a:ext cx="360000" cy="36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7</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742861" y="3988914"/>
            <a:ext cx="360000" cy="36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8</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7469046" y="3436790"/>
            <a:ext cx="360000" cy="36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9</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4608616" y="3064668"/>
            <a:ext cx="453774" cy="3795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a:off x="5418382" y="3064667"/>
            <a:ext cx="485789"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259763" y="3064667"/>
            <a:ext cx="486304"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102861" y="3064667"/>
            <a:ext cx="368590" cy="552124"/>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stCxn id="59" idx="4"/>
            <a:endCxn id="76" idx="1"/>
          </p:cNvCxnSpPr>
          <p:nvPr/>
        </p:nvCxnSpPr>
        <p:spPr>
          <a:xfrm>
            <a:off x="6079763" y="3244667"/>
            <a:ext cx="664300" cy="92424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102861" y="3616791"/>
            <a:ext cx="368590" cy="552123"/>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stCxn id="52" idx="6"/>
            <a:endCxn id="76" idx="1"/>
          </p:cNvCxnSpPr>
          <p:nvPr/>
        </p:nvCxnSpPr>
        <p:spPr>
          <a:xfrm>
            <a:off x="6259763" y="4168914"/>
            <a:ext cx="484300"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5404957" y="3800831"/>
            <a:ext cx="497211" cy="368084"/>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stCxn id="45" idx="6"/>
            <a:endCxn id="52" idx="2"/>
          </p:cNvCxnSpPr>
          <p:nvPr/>
        </p:nvCxnSpPr>
        <p:spPr>
          <a:xfrm flipV="1">
            <a:off x="5418382" y="4168914"/>
            <a:ext cx="481381" cy="368082"/>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4608616" y="3444245"/>
            <a:ext cx="440749" cy="35658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4675061" y="3069790"/>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345968" y="2906111"/>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5</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4671466" y="3596348"/>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605069" y="3772887"/>
            <a:ext cx="26802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1</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553588" y="4371333"/>
            <a:ext cx="33695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4</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327634" y="4198779"/>
            <a:ext cx="26802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1</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6354711" y="3520868"/>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5</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7213017" y="3159296"/>
            <a:ext cx="325730"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6</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7194261" y="3903856"/>
            <a:ext cx="33695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4</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487521" y="2880000"/>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7EBC85F1-A3FD-B2EE-1190-7BC2978DAEE2}"/>
              </a:ext>
            </a:extLst>
          </p:cNvPr>
          <p:cNvGraphicFramePr>
            <a:graphicFrameLocks noGrp="1"/>
          </p:cNvGraphicFramePr>
          <p:nvPr>
            <p:extLst>
              <p:ext uri="{D42A27DB-BD31-4B8C-83A1-F6EECF244321}">
                <p14:modId xmlns:p14="http://schemas.microsoft.com/office/powerpoint/2010/main" val="168775592"/>
              </p:ext>
            </p:extLst>
          </p:nvPr>
        </p:nvGraphicFramePr>
        <p:xfrm>
          <a:off x="397854"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0</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A</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7" name="表格 6">
            <a:extLst>
              <a:ext uri="{FF2B5EF4-FFF2-40B4-BE49-F238E27FC236}">
                <a16:creationId xmlns:a16="http://schemas.microsoft.com/office/drawing/2014/main" id="{14063665-FA6E-E27D-B448-EADC58140326}"/>
              </a:ext>
            </a:extLst>
          </p:cNvPr>
          <p:cNvGraphicFramePr>
            <a:graphicFrameLocks noGrp="1"/>
          </p:cNvGraphicFramePr>
          <p:nvPr>
            <p:extLst>
              <p:ext uri="{D42A27DB-BD31-4B8C-83A1-F6EECF244321}">
                <p14:modId xmlns:p14="http://schemas.microsoft.com/office/powerpoint/2010/main" val="3695530814"/>
              </p:ext>
            </p:extLst>
          </p:nvPr>
        </p:nvGraphicFramePr>
        <p:xfrm>
          <a:off x="1701567" y="417004"/>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4</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6</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B</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9" name="表格 8">
            <a:extLst>
              <a:ext uri="{FF2B5EF4-FFF2-40B4-BE49-F238E27FC236}">
                <a16:creationId xmlns:a16="http://schemas.microsoft.com/office/drawing/2014/main" id="{A3C3B5FB-848F-D20D-CD99-F7AD1A795D96}"/>
              </a:ext>
            </a:extLst>
          </p:cNvPr>
          <p:cNvGraphicFramePr>
            <a:graphicFrameLocks noGrp="1"/>
          </p:cNvGraphicFramePr>
          <p:nvPr>
            <p:extLst>
              <p:ext uri="{D42A27DB-BD31-4B8C-83A1-F6EECF244321}">
                <p14:modId xmlns:p14="http://schemas.microsoft.com/office/powerpoint/2010/main" val="3870268713"/>
              </p:ext>
            </p:extLst>
          </p:nvPr>
        </p:nvGraphicFramePr>
        <p:xfrm>
          <a:off x="1701567" y="205155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6</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D</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 name="表格 10">
            <a:extLst>
              <a:ext uri="{FF2B5EF4-FFF2-40B4-BE49-F238E27FC236}">
                <a16:creationId xmlns:a16="http://schemas.microsoft.com/office/drawing/2014/main" id="{B80891D7-9BF0-9D8A-C58C-3F2333BE8499}"/>
              </a:ext>
            </a:extLst>
          </p:cNvPr>
          <p:cNvGraphicFramePr>
            <a:graphicFrameLocks noGrp="1"/>
          </p:cNvGraphicFramePr>
          <p:nvPr>
            <p:extLst>
              <p:ext uri="{D42A27DB-BD31-4B8C-83A1-F6EECF244321}">
                <p14:modId xmlns:p14="http://schemas.microsoft.com/office/powerpoint/2010/main" val="2236147290"/>
              </p:ext>
            </p:extLst>
          </p:nvPr>
        </p:nvGraphicFramePr>
        <p:xfrm>
          <a:off x="1701567" y="1234280"/>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5</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7</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C</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3" name="表格 12">
            <a:extLst>
              <a:ext uri="{FF2B5EF4-FFF2-40B4-BE49-F238E27FC236}">
                <a16:creationId xmlns:a16="http://schemas.microsoft.com/office/drawing/2014/main" id="{D6CDDFD3-F163-5A82-97AA-DA72573501FA}"/>
              </a:ext>
            </a:extLst>
          </p:cNvPr>
          <p:cNvGraphicFramePr>
            <a:graphicFrameLocks noGrp="1"/>
          </p:cNvGraphicFramePr>
          <p:nvPr>
            <p:extLst>
              <p:ext uri="{D42A27DB-BD31-4B8C-83A1-F6EECF244321}">
                <p14:modId xmlns:p14="http://schemas.microsoft.com/office/powerpoint/2010/main" val="3717078296"/>
              </p:ext>
            </p:extLst>
          </p:nvPr>
        </p:nvGraphicFramePr>
        <p:xfrm>
          <a:off x="3005280" y="82564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6</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4</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E</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5" name="表格 14">
            <a:extLst>
              <a:ext uri="{FF2B5EF4-FFF2-40B4-BE49-F238E27FC236}">
                <a16:creationId xmlns:a16="http://schemas.microsoft.com/office/drawing/2014/main" id="{842B1829-9566-3930-2D7F-EC28192017C3}"/>
              </a:ext>
            </a:extLst>
          </p:cNvPr>
          <p:cNvGraphicFramePr>
            <a:graphicFrameLocks noGrp="1"/>
          </p:cNvGraphicFramePr>
          <p:nvPr>
            <p:extLst>
              <p:ext uri="{D42A27DB-BD31-4B8C-83A1-F6EECF244321}">
                <p14:modId xmlns:p14="http://schemas.microsoft.com/office/powerpoint/2010/main" val="2491143357"/>
              </p:ext>
            </p:extLst>
          </p:nvPr>
        </p:nvGraphicFramePr>
        <p:xfrm>
          <a:off x="3005280" y="1642919"/>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4</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F</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7" name="表格 16">
            <a:extLst>
              <a:ext uri="{FF2B5EF4-FFF2-40B4-BE49-F238E27FC236}">
                <a16:creationId xmlns:a16="http://schemas.microsoft.com/office/drawing/2014/main" id="{35821241-D2B7-8F91-4489-18B43BAD8F7B}"/>
              </a:ext>
            </a:extLst>
          </p:cNvPr>
          <p:cNvGraphicFramePr>
            <a:graphicFrameLocks noGrp="1"/>
          </p:cNvGraphicFramePr>
          <p:nvPr>
            <p:extLst>
              <p:ext uri="{D42A27DB-BD31-4B8C-83A1-F6EECF244321}">
                <p14:modId xmlns:p14="http://schemas.microsoft.com/office/powerpoint/2010/main" val="2933185741"/>
              </p:ext>
            </p:extLst>
          </p:nvPr>
        </p:nvGraphicFramePr>
        <p:xfrm>
          <a:off x="4308993"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G</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15</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9" name="直接箭头连接符 18">
            <a:extLst>
              <a:ext uri="{FF2B5EF4-FFF2-40B4-BE49-F238E27FC236}">
                <a16:creationId xmlns:a16="http://schemas.microsoft.com/office/drawing/2014/main" id="{1CC4C732-B854-ABE6-A7B9-9F5AFC5CFC41}"/>
              </a:ext>
            </a:extLst>
          </p:cNvPr>
          <p:cNvCxnSpPr>
            <a:cxnSpLocks/>
            <a:stCxn id="15" idx="3"/>
            <a:endCxn id="17" idx="1"/>
          </p:cNvCxnSpPr>
          <p:nvPr/>
        </p:nvCxnSpPr>
        <p:spPr>
          <a:xfrm flipV="1">
            <a:off x="3869280" y="1558281"/>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F02B0746-59EE-331F-FC98-541EE29BC549}"/>
              </a:ext>
            </a:extLst>
          </p:cNvPr>
          <p:cNvCxnSpPr>
            <a:cxnSpLocks/>
            <a:stCxn id="13" idx="3"/>
            <a:endCxn id="17" idx="1"/>
          </p:cNvCxnSpPr>
          <p:nvPr/>
        </p:nvCxnSpPr>
        <p:spPr>
          <a:xfrm>
            <a:off x="3869280" y="1149642"/>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D0ABD54-51BC-0AB6-B978-E6D9D7F8D2B9}"/>
              </a:ext>
            </a:extLst>
          </p:cNvPr>
          <p:cNvCxnSpPr>
            <a:cxnSpLocks/>
            <a:stCxn id="11" idx="3"/>
            <a:endCxn id="15" idx="1"/>
          </p:cNvCxnSpPr>
          <p:nvPr/>
        </p:nvCxnSpPr>
        <p:spPr>
          <a:xfrm>
            <a:off x="2565567" y="1558280"/>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3621CDAE-19CF-FFDB-BCD0-85B8374B9F11}"/>
              </a:ext>
            </a:extLst>
          </p:cNvPr>
          <p:cNvCxnSpPr>
            <a:cxnSpLocks/>
            <a:stCxn id="9" idx="3"/>
            <a:endCxn id="15" idx="1"/>
          </p:cNvCxnSpPr>
          <p:nvPr/>
        </p:nvCxnSpPr>
        <p:spPr>
          <a:xfrm flipV="1">
            <a:off x="2565567" y="1966919"/>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接箭头连接符 33">
            <a:extLst>
              <a:ext uri="{FF2B5EF4-FFF2-40B4-BE49-F238E27FC236}">
                <a16:creationId xmlns:a16="http://schemas.microsoft.com/office/drawing/2014/main" id="{F60BC39B-0D0C-687B-A067-01A60BD320A0}"/>
              </a:ext>
            </a:extLst>
          </p:cNvPr>
          <p:cNvCxnSpPr>
            <a:cxnSpLocks/>
            <a:stCxn id="5" idx="3"/>
            <a:endCxn id="7" idx="1"/>
          </p:cNvCxnSpPr>
          <p:nvPr/>
        </p:nvCxnSpPr>
        <p:spPr>
          <a:xfrm flipV="1">
            <a:off x="1261854" y="741004"/>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26FBBB2F-B23F-6400-5E51-898BD2597907}"/>
              </a:ext>
            </a:extLst>
          </p:cNvPr>
          <p:cNvCxnSpPr>
            <a:cxnSpLocks/>
            <a:stCxn id="5" idx="3"/>
            <a:endCxn id="11" idx="1"/>
          </p:cNvCxnSpPr>
          <p:nvPr/>
        </p:nvCxnSpPr>
        <p:spPr>
          <a:xfrm flipV="1">
            <a:off x="1261854" y="1558280"/>
            <a:ext cx="439713"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AB22861C-62DD-AEC0-2C8E-1418BFC39C06}"/>
              </a:ext>
            </a:extLst>
          </p:cNvPr>
          <p:cNvCxnSpPr>
            <a:cxnSpLocks/>
            <a:stCxn id="5" idx="3"/>
            <a:endCxn id="9" idx="1"/>
          </p:cNvCxnSpPr>
          <p:nvPr/>
        </p:nvCxnSpPr>
        <p:spPr>
          <a:xfrm>
            <a:off x="1261854" y="1558281"/>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2A81AAC8-A719-357E-4DF2-FE4675EC533A}"/>
              </a:ext>
            </a:extLst>
          </p:cNvPr>
          <p:cNvCxnSpPr>
            <a:cxnSpLocks/>
            <a:stCxn id="7" idx="3"/>
            <a:endCxn id="13" idx="1"/>
          </p:cNvCxnSpPr>
          <p:nvPr/>
        </p:nvCxnSpPr>
        <p:spPr>
          <a:xfrm>
            <a:off x="2565567" y="741004"/>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0550B3CC-FE12-9756-1F82-E66A2C6C0A49}"/>
              </a:ext>
            </a:extLst>
          </p:cNvPr>
          <p:cNvGraphicFramePr>
            <a:graphicFrameLocks noGrp="1"/>
          </p:cNvGraphicFramePr>
          <p:nvPr>
            <p:extLst>
              <p:ext uri="{D42A27DB-BD31-4B8C-83A1-F6EECF244321}">
                <p14:modId xmlns:p14="http://schemas.microsoft.com/office/powerpoint/2010/main" val="1235233170"/>
              </p:ext>
            </p:extLst>
          </p:nvPr>
        </p:nvGraphicFramePr>
        <p:xfrm>
          <a:off x="4259411" y="3345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0</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A</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0</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3" name="表格 2">
            <a:extLst>
              <a:ext uri="{FF2B5EF4-FFF2-40B4-BE49-F238E27FC236}">
                <a16:creationId xmlns:a16="http://schemas.microsoft.com/office/drawing/2014/main" id="{83C50E2F-750E-0F64-CF96-108EF850A4EA}"/>
              </a:ext>
            </a:extLst>
          </p:cNvPr>
          <p:cNvGraphicFramePr>
            <a:graphicFrameLocks noGrp="1"/>
          </p:cNvGraphicFramePr>
          <p:nvPr>
            <p:extLst>
              <p:ext uri="{D42A27DB-BD31-4B8C-83A1-F6EECF244321}">
                <p14:modId xmlns:p14="http://schemas.microsoft.com/office/powerpoint/2010/main" val="967982304"/>
              </p:ext>
            </p:extLst>
          </p:nvPr>
        </p:nvGraphicFramePr>
        <p:xfrm>
          <a:off x="5563124" y="252800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B</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4</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4" name="表格 3">
            <a:extLst>
              <a:ext uri="{FF2B5EF4-FFF2-40B4-BE49-F238E27FC236}">
                <a16:creationId xmlns:a16="http://schemas.microsoft.com/office/drawing/2014/main" id="{DCEB3A24-8793-B285-E65C-E3032C982BBD}"/>
              </a:ext>
            </a:extLst>
          </p:cNvPr>
          <p:cNvGraphicFramePr>
            <a:graphicFrameLocks noGrp="1"/>
          </p:cNvGraphicFramePr>
          <p:nvPr>
            <p:extLst>
              <p:ext uri="{D42A27DB-BD31-4B8C-83A1-F6EECF244321}">
                <p14:modId xmlns:p14="http://schemas.microsoft.com/office/powerpoint/2010/main" val="2503969931"/>
              </p:ext>
            </p:extLst>
          </p:nvPr>
        </p:nvGraphicFramePr>
        <p:xfrm>
          <a:off x="5563124" y="416256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D</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6" name="表格 5">
            <a:extLst>
              <a:ext uri="{FF2B5EF4-FFF2-40B4-BE49-F238E27FC236}">
                <a16:creationId xmlns:a16="http://schemas.microsoft.com/office/drawing/2014/main" id="{334E3545-0810-B7CD-B817-926E9500756A}"/>
              </a:ext>
            </a:extLst>
          </p:cNvPr>
          <p:cNvGraphicFramePr>
            <a:graphicFrameLocks noGrp="1"/>
          </p:cNvGraphicFramePr>
          <p:nvPr>
            <p:extLst>
              <p:ext uri="{D42A27DB-BD31-4B8C-83A1-F6EECF244321}">
                <p14:modId xmlns:p14="http://schemas.microsoft.com/office/powerpoint/2010/main" val="4214608557"/>
              </p:ext>
            </p:extLst>
          </p:nvPr>
        </p:nvGraphicFramePr>
        <p:xfrm>
          <a:off x="5563124"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5</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7</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3</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8" name="表格 7">
            <a:extLst>
              <a:ext uri="{FF2B5EF4-FFF2-40B4-BE49-F238E27FC236}">
                <a16:creationId xmlns:a16="http://schemas.microsoft.com/office/drawing/2014/main" id="{148BF964-660E-FA6C-FE9A-218C90ADA999}"/>
              </a:ext>
            </a:extLst>
          </p:cNvPr>
          <p:cNvGraphicFramePr>
            <a:graphicFrameLocks noGrp="1"/>
          </p:cNvGraphicFramePr>
          <p:nvPr>
            <p:extLst>
              <p:ext uri="{D42A27DB-BD31-4B8C-83A1-F6EECF244321}">
                <p14:modId xmlns:p14="http://schemas.microsoft.com/office/powerpoint/2010/main" val="1359558323"/>
              </p:ext>
            </p:extLst>
          </p:nvPr>
        </p:nvGraphicFramePr>
        <p:xfrm>
          <a:off x="6866837" y="2954647"/>
          <a:ext cx="864000" cy="57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192000">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10</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192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E</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192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0" name="表格 9">
            <a:extLst>
              <a:ext uri="{FF2B5EF4-FFF2-40B4-BE49-F238E27FC236}">
                <a16:creationId xmlns:a16="http://schemas.microsoft.com/office/drawing/2014/main" id="{37F761A8-BE06-0FF7-CE16-B40DB24968F0}"/>
              </a:ext>
            </a:extLst>
          </p:cNvPr>
          <p:cNvGraphicFramePr>
            <a:graphicFrameLocks noGrp="1"/>
          </p:cNvGraphicFramePr>
          <p:nvPr>
            <p:extLst>
              <p:ext uri="{D42A27DB-BD31-4B8C-83A1-F6EECF244321}">
                <p14:modId xmlns:p14="http://schemas.microsoft.com/office/powerpoint/2010/main" val="2165126375"/>
              </p:ext>
            </p:extLst>
          </p:nvPr>
        </p:nvGraphicFramePr>
        <p:xfrm>
          <a:off x="6866837" y="3735923"/>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F</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8</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 name="表格 11">
            <a:extLst>
              <a:ext uri="{FF2B5EF4-FFF2-40B4-BE49-F238E27FC236}">
                <a16:creationId xmlns:a16="http://schemas.microsoft.com/office/drawing/2014/main" id="{6C454410-46FC-04C8-5A19-7DCBB15A8A16}"/>
              </a:ext>
            </a:extLst>
          </p:cNvPr>
          <p:cNvGraphicFramePr>
            <a:graphicFrameLocks noGrp="1"/>
          </p:cNvGraphicFramePr>
          <p:nvPr>
            <p:extLst>
              <p:ext uri="{D42A27DB-BD31-4B8C-83A1-F6EECF244321}">
                <p14:modId xmlns:p14="http://schemas.microsoft.com/office/powerpoint/2010/main" val="242656508"/>
              </p:ext>
            </p:extLst>
          </p:nvPr>
        </p:nvGraphicFramePr>
        <p:xfrm>
          <a:off x="8170550"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3</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15</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G</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15</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4" name="直接箭头连接符 13">
            <a:extLst>
              <a:ext uri="{FF2B5EF4-FFF2-40B4-BE49-F238E27FC236}">
                <a16:creationId xmlns:a16="http://schemas.microsoft.com/office/drawing/2014/main" id="{BB213B10-28F6-87D0-D3FC-DC62A294EB31}"/>
              </a:ext>
            </a:extLst>
          </p:cNvPr>
          <p:cNvCxnSpPr>
            <a:cxnSpLocks/>
            <a:stCxn id="10" idx="3"/>
            <a:endCxn id="12" idx="1"/>
          </p:cNvCxnSpPr>
          <p:nvPr/>
        </p:nvCxnSpPr>
        <p:spPr>
          <a:xfrm flipV="1">
            <a:off x="7730837"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0CB7CAB9-87D4-09C4-B2A9-166AB941629B}"/>
              </a:ext>
            </a:extLst>
          </p:cNvPr>
          <p:cNvCxnSpPr>
            <a:cxnSpLocks/>
            <a:stCxn id="8" idx="3"/>
            <a:endCxn id="12" idx="1"/>
          </p:cNvCxnSpPr>
          <p:nvPr/>
        </p:nvCxnSpPr>
        <p:spPr>
          <a:xfrm>
            <a:off x="7730837" y="3242647"/>
            <a:ext cx="439713" cy="390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E3394928-05D4-9768-AF10-B6711D756C37}"/>
              </a:ext>
            </a:extLst>
          </p:cNvPr>
          <p:cNvCxnSpPr>
            <a:cxnSpLocks/>
            <a:stCxn id="6" idx="3"/>
            <a:endCxn id="10" idx="1"/>
          </p:cNvCxnSpPr>
          <p:nvPr/>
        </p:nvCxnSpPr>
        <p:spPr>
          <a:xfrm>
            <a:off x="6427124"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6077EFD8-6123-F421-EAB1-7D3445A91D5A}"/>
              </a:ext>
            </a:extLst>
          </p:cNvPr>
          <p:cNvCxnSpPr>
            <a:cxnSpLocks/>
            <a:stCxn id="4" idx="3"/>
            <a:endCxn id="10" idx="1"/>
          </p:cNvCxnSpPr>
          <p:nvPr/>
        </p:nvCxnSpPr>
        <p:spPr>
          <a:xfrm flipV="1">
            <a:off x="6427124" y="4059923"/>
            <a:ext cx="439713" cy="426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B001F28F-34A4-8E33-58E9-3C4B22BB1ECA}"/>
              </a:ext>
            </a:extLst>
          </p:cNvPr>
          <p:cNvCxnSpPr>
            <a:cxnSpLocks/>
            <a:stCxn id="2" idx="3"/>
            <a:endCxn id="3" idx="1"/>
          </p:cNvCxnSpPr>
          <p:nvPr/>
        </p:nvCxnSpPr>
        <p:spPr>
          <a:xfrm flipV="1">
            <a:off x="5123411" y="2852008"/>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010B4BF6-BBB5-553F-E578-F316E19C25E5}"/>
              </a:ext>
            </a:extLst>
          </p:cNvPr>
          <p:cNvCxnSpPr>
            <a:cxnSpLocks/>
            <a:stCxn id="2" idx="3"/>
            <a:endCxn id="6" idx="1"/>
          </p:cNvCxnSpPr>
          <p:nvPr/>
        </p:nvCxnSpPr>
        <p:spPr>
          <a:xfrm flipV="1">
            <a:off x="5123411" y="3633285"/>
            <a:ext cx="439713" cy="3600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C9B77AA0-6F9E-298E-2EC0-D3623022FBE1}"/>
              </a:ext>
            </a:extLst>
          </p:cNvPr>
          <p:cNvCxnSpPr>
            <a:cxnSpLocks/>
            <a:stCxn id="2" idx="3"/>
            <a:endCxn id="4" idx="1"/>
          </p:cNvCxnSpPr>
          <p:nvPr/>
        </p:nvCxnSpPr>
        <p:spPr>
          <a:xfrm>
            <a:off x="5123411" y="3669285"/>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ADDDFA4-E28F-71EF-EA9F-24C9AF2BD466}"/>
              </a:ext>
            </a:extLst>
          </p:cNvPr>
          <p:cNvCxnSpPr>
            <a:cxnSpLocks/>
            <a:stCxn id="3" idx="3"/>
            <a:endCxn id="8" idx="1"/>
          </p:cNvCxnSpPr>
          <p:nvPr/>
        </p:nvCxnSpPr>
        <p:spPr>
          <a:xfrm>
            <a:off x="6427124" y="2852008"/>
            <a:ext cx="439713" cy="390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677820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4108374016"/>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Cost Crash – Cost Normal</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Time Crash – Time Normal</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34616</TotalTime>
  <Words>40731</Words>
  <Application>Microsoft Office PowerPoint</Application>
  <PresentationFormat>宽屏</PresentationFormat>
  <Paragraphs>7735</Paragraphs>
  <Slides>477</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477</vt:i4>
      </vt:variant>
    </vt:vector>
  </HeadingPairs>
  <TitlesOfParts>
    <vt:vector size="489" baseType="lpstr">
      <vt:lpstr>Wingdings</vt:lpstr>
      <vt:lpstr>Roboto Mono</vt:lpstr>
      <vt:lpstr>微软雅黑</vt:lpstr>
      <vt:lpstr>等线</vt:lpstr>
      <vt:lpstr>Segoe UI Black</vt:lpstr>
      <vt:lpstr>Arial</vt:lpstr>
      <vt:lpstr>Times New Roman</vt:lpstr>
      <vt:lpstr>Montserrat</vt:lpstr>
      <vt:lpstr>幼圆</vt:lpstr>
      <vt:lpstr>Cambria Math</vt:lpstr>
      <vt:lpstr>Calibri</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3272</cp:revision>
  <dcterms:created xsi:type="dcterms:W3CDTF">2026-01-24T11:12:04Z</dcterms:created>
  <dcterms:modified xsi:type="dcterms:W3CDTF">2026-06-15T00:56:42Z</dcterms:modified>
</cp:coreProperties>
</file>
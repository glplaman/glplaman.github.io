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19.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68.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04"/>
  </p:notesMasterIdLst>
  <p:sldIdLst>
    <p:sldId id="311" r:id="rId2"/>
    <p:sldId id="444" r:id="rId3"/>
    <p:sldId id="256" r:id="rId4"/>
    <p:sldId id="262" r:id="rId5"/>
    <p:sldId id="496" r:id="rId6"/>
    <p:sldId id="266" r:id="rId7"/>
    <p:sldId id="488" r:id="rId8"/>
    <p:sldId id="257" r:id="rId9"/>
    <p:sldId id="258" r:id="rId10"/>
    <p:sldId id="479" r:id="rId11"/>
    <p:sldId id="270" r:id="rId12"/>
    <p:sldId id="491" r:id="rId13"/>
    <p:sldId id="489" r:id="rId14"/>
    <p:sldId id="490" r:id="rId15"/>
    <p:sldId id="282" r:id="rId16"/>
    <p:sldId id="283" r:id="rId17"/>
    <p:sldId id="492" r:id="rId18"/>
    <p:sldId id="480" r:id="rId19"/>
    <p:sldId id="494" r:id="rId20"/>
    <p:sldId id="493" r:id="rId21"/>
    <p:sldId id="261" r:id="rId22"/>
    <p:sldId id="497" r:id="rId23"/>
    <p:sldId id="260" r:id="rId24"/>
    <p:sldId id="476" r:id="rId25"/>
    <p:sldId id="482" r:id="rId26"/>
    <p:sldId id="484" r:id="rId27"/>
    <p:sldId id="486" r:id="rId28"/>
    <p:sldId id="483" r:id="rId29"/>
    <p:sldId id="487" r:id="rId30"/>
    <p:sldId id="485" r:id="rId31"/>
    <p:sldId id="498" r:id="rId32"/>
    <p:sldId id="477" r:id="rId33"/>
    <p:sldId id="303" r:id="rId34"/>
    <p:sldId id="308" r:id="rId35"/>
    <p:sldId id="314" r:id="rId36"/>
    <p:sldId id="285" r:id="rId37"/>
    <p:sldId id="286" r:id="rId38"/>
    <p:sldId id="495" r:id="rId39"/>
    <p:sldId id="499" r:id="rId40"/>
    <p:sldId id="271" r:id="rId41"/>
    <p:sldId id="409" r:id="rId42"/>
    <p:sldId id="408" r:id="rId43"/>
    <p:sldId id="410" r:id="rId44"/>
    <p:sldId id="411" r:id="rId45"/>
    <p:sldId id="291" r:id="rId46"/>
    <p:sldId id="292" r:id="rId47"/>
    <p:sldId id="293" r:id="rId48"/>
    <p:sldId id="294" r:id="rId49"/>
    <p:sldId id="299" r:id="rId50"/>
    <p:sldId id="300" r:id="rId51"/>
    <p:sldId id="301" r:id="rId52"/>
    <p:sldId id="298" r:id="rId53"/>
    <p:sldId id="416" r:id="rId54"/>
    <p:sldId id="295" r:id="rId55"/>
    <p:sldId id="296" r:id="rId56"/>
    <p:sldId id="297" r:id="rId57"/>
    <p:sldId id="413" r:id="rId58"/>
    <p:sldId id="478" r:id="rId59"/>
    <p:sldId id="333" r:id="rId60"/>
    <p:sldId id="334" r:id="rId61"/>
    <p:sldId id="386" r:id="rId62"/>
    <p:sldId id="387" r:id="rId63"/>
    <p:sldId id="405" r:id="rId64"/>
    <p:sldId id="335" r:id="rId65"/>
    <p:sldId id="336" r:id="rId66"/>
    <p:sldId id="337" r:id="rId67"/>
    <p:sldId id="338" r:id="rId68"/>
    <p:sldId id="345" r:id="rId69"/>
    <p:sldId id="340" r:id="rId70"/>
    <p:sldId id="346" r:id="rId71"/>
    <p:sldId id="341" r:id="rId72"/>
    <p:sldId id="342" r:id="rId73"/>
    <p:sldId id="343" r:id="rId74"/>
    <p:sldId id="359" r:id="rId75"/>
    <p:sldId id="403" r:id="rId76"/>
    <p:sldId id="347" r:id="rId77"/>
    <p:sldId id="348" r:id="rId78"/>
    <p:sldId id="349" r:id="rId79"/>
    <p:sldId id="350" r:id="rId80"/>
    <p:sldId id="351" r:id="rId81"/>
    <p:sldId id="352" r:id="rId82"/>
    <p:sldId id="353" r:id="rId83"/>
    <p:sldId id="354" r:id="rId84"/>
    <p:sldId id="355" r:id="rId85"/>
    <p:sldId id="356" r:id="rId86"/>
    <p:sldId id="357" r:id="rId87"/>
    <p:sldId id="358" r:id="rId88"/>
    <p:sldId id="360" r:id="rId89"/>
    <p:sldId id="361" r:id="rId90"/>
    <p:sldId id="362" r:id="rId91"/>
    <p:sldId id="363" r:id="rId92"/>
    <p:sldId id="364" r:id="rId93"/>
    <p:sldId id="344" r:id="rId94"/>
    <p:sldId id="380" r:id="rId95"/>
    <p:sldId id="268" r:id="rId96"/>
    <p:sldId id="381" r:id="rId97"/>
    <p:sldId id="382" r:id="rId98"/>
    <p:sldId id="383" r:id="rId99"/>
    <p:sldId id="365" r:id="rId100"/>
    <p:sldId id="366" r:id="rId101"/>
    <p:sldId id="368" r:id="rId102"/>
    <p:sldId id="369" r:id="rId103"/>
    <p:sldId id="370" r:id="rId104"/>
    <p:sldId id="371" r:id="rId105"/>
    <p:sldId id="372" r:id="rId106"/>
    <p:sldId id="374" r:id="rId107"/>
    <p:sldId id="375" r:id="rId108"/>
    <p:sldId id="376" r:id="rId109"/>
    <p:sldId id="377" r:id="rId110"/>
    <p:sldId id="378" r:id="rId111"/>
    <p:sldId id="379" r:id="rId112"/>
    <p:sldId id="273" r:id="rId113"/>
    <p:sldId id="445" r:id="rId114"/>
    <p:sldId id="443" r:id="rId115"/>
    <p:sldId id="446" r:id="rId116"/>
    <p:sldId id="447" r:id="rId117"/>
    <p:sldId id="448" r:id="rId118"/>
    <p:sldId id="449" r:id="rId119"/>
    <p:sldId id="450" r:id="rId120"/>
    <p:sldId id="451" r:id="rId121"/>
    <p:sldId id="274" r:id="rId122"/>
    <p:sldId id="419" r:id="rId123"/>
    <p:sldId id="420" r:id="rId124"/>
    <p:sldId id="421" r:id="rId125"/>
    <p:sldId id="422" r:id="rId126"/>
    <p:sldId id="424" r:id="rId127"/>
    <p:sldId id="423" r:id="rId128"/>
    <p:sldId id="426" r:id="rId129"/>
    <p:sldId id="267" r:id="rId130"/>
    <p:sldId id="425" r:id="rId131"/>
    <p:sldId id="429" r:id="rId132"/>
    <p:sldId id="428" r:id="rId133"/>
    <p:sldId id="430" r:id="rId134"/>
    <p:sldId id="427" r:id="rId135"/>
    <p:sldId id="440" r:id="rId136"/>
    <p:sldId id="441" r:id="rId137"/>
    <p:sldId id="442" r:id="rId138"/>
    <p:sldId id="436" r:id="rId139"/>
    <p:sldId id="437" r:id="rId140"/>
    <p:sldId id="438" r:id="rId141"/>
    <p:sldId id="439" r:id="rId142"/>
    <p:sldId id="275" r:id="rId143"/>
    <p:sldId id="433" r:id="rId144"/>
    <p:sldId id="434" r:id="rId145"/>
    <p:sldId id="432" r:id="rId146"/>
    <p:sldId id="452" r:id="rId147"/>
    <p:sldId id="453" r:id="rId148"/>
    <p:sldId id="276" r:id="rId149"/>
    <p:sldId id="467" r:id="rId150"/>
    <p:sldId id="466" r:id="rId151"/>
    <p:sldId id="468" r:id="rId152"/>
    <p:sldId id="470" r:id="rId153"/>
    <p:sldId id="469" r:id="rId154"/>
    <p:sldId id="277" r:id="rId155"/>
    <p:sldId id="313" r:id="rId156"/>
    <p:sldId id="454" r:id="rId157"/>
    <p:sldId id="455" r:id="rId158"/>
    <p:sldId id="457" r:id="rId159"/>
    <p:sldId id="458" r:id="rId160"/>
    <p:sldId id="459" r:id="rId161"/>
    <p:sldId id="456" r:id="rId162"/>
    <p:sldId id="475" r:id="rId163"/>
    <p:sldId id="460" r:id="rId164"/>
    <p:sldId id="263" r:id="rId165"/>
    <p:sldId id="264" r:id="rId166"/>
    <p:sldId id="265" r:id="rId167"/>
    <p:sldId id="461" r:id="rId168"/>
    <p:sldId id="278" r:id="rId169"/>
    <p:sldId id="390" r:id="rId170"/>
    <p:sldId id="435" r:id="rId171"/>
    <p:sldId id="431" r:id="rId172"/>
    <p:sldId id="391" r:id="rId173"/>
    <p:sldId id="388" r:id="rId174"/>
    <p:sldId id="389" r:id="rId175"/>
    <p:sldId id="471" r:id="rId176"/>
    <p:sldId id="279" r:id="rId177"/>
    <p:sldId id="463" r:id="rId178"/>
    <p:sldId id="393" r:id="rId179"/>
    <p:sldId id="392" r:id="rId180"/>
    <p:sldId id="462" r:id="rId181"/>
    <p:sldId id="394" r:id="rId182"/>
    <p:sldId id="395" r:id="rId183"/>
    <p:sldId id="396" r:id="rId184"/>
    <p:sldId id="397" r:id="rId185"/>
    <p:sldId id="398" r:id="rId186"/>
    <p:sldId id="464" r:id="rId187"/>
    <p:sldId id="465" r:id="rId188"/>
    <p:sldId id="280" r:id="rId189"/>
    <p:sldId id="399" r:id="rId190"/>
    <p:sldId id="287" r:id="rId191"/>
    <p:sldId id="288" r:id="rId192"/>
    <p:sldId id="289" r:id="rId193"/>
    <p:sldId id="290" r:id="rId194"/>
    <p:sldId id="281" r:id="rId195"/>
    <p:sldId id="400" r:id="rId196"/>
    <p:sldId id="402" r:id="rId197"/>
    <p:sldId id="401" r:id="rId198"/>
    <p:sldId id="412" r:id="rId199"/>
    <p:sldId id="472" r:id="rId200"/>
    <p:sldId id="473" r:id="rId201"/>
    <p:sldId id="474" r:id="rId202"/>
    <p:sldId id="367" r:id="rId203"/>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7F6F62"/>
    <a:srgbClr val="5CC197"/>
    <a:srgbClr val="F8D070"/>
    <a:srgbClr val="FB8971"/>
    <a:srgbClr val="EE5C69"/>
    <a:srgbClr val="4472C4"/>
    <a:srgbClr val="998675"/>
    <a:srgbClr val="CCBFAE"/>
    <a:srgbClr val="EADAC1"/>
    <a:srgbClr val="4D997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A111915-BE36-4E01-A7E5-04B1672EAD32}" styleName="浅色样式 2 - 强调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08FB837D-C827-4EFA-A057-4D05807E0F7C}" styleName="主题样式 1 - 强调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2833802-FEF1-4C79-8D5D-14CF1EAF98D9}" styleName="浅色样式 2 - 强调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74" autoAdjust="0"/>
    <p:restoredTop sz="89704" autoAdjust="0"/>
  </p:normalViewPr>
  <p:slideViewPr>
    <p:cSldViewPr snapToGrid="0">
      <p:cViewPr varScale="1">
        <p:scale>
          <a:sx n="102" d="100"/>
          <a:sy n="102" d="100"/>
        </p:scale>
        <p:origin x="192" y="96"/>
      </p:cViewPr>
      <p:guideLst/>
    </p:cSldViewPr>
  </p:slideViewPr>
  <p:outlineViewPr>
    <p:cViewPr>
      <p:scale>
        <a:sx n="33" d="100"/>
        <a:sy n="33" d="100"/>
      </p:scale>
      <p:origin x="0" y="-30726"/>
    </p:cViewPr>
  </p:outlineViewPr>
  <p:notesTextViewPr>
    <p:cViewPr>
      <p:scale>
        <a:sx n="1" d="1"/>
        <a:sy n="1" d="1"/>
      </p:scale>
      <p:origin x="0" y="0"/>
    </p:cViewPr>
  </p:notesTextViewPr>
  <p:sorterViewPr>
    <p:cViewPr>
      <p:scale>
        <a:sx n="100" d="100"/>
        <a:sy n="100" d="100"/>
      </p:scale>
      <p:origin x="0" y="-29268"/>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presProps" Target="presProps.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viewProps" Target="viewProps.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theme" Target="theme/theme1.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199" Type="http://schemas.openxmlformats.org/officeDocument/2006/relationships/slide" Target="slides/slide198.xml"/><Relationship Id="rId203" Type="http://schemas.openxmlformats.org/officeDocument/2006/relationships/slide" Target="slides/slide202.xml"/><Relationship Id="rId208" Type="http://schemas.openxmlformats.org/officeDocument/2006/relationships/tableStyles" Target="tableStyles.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189" Type="http://schemas.openxmlformats.org/officeDocument/2006/relationships/slide" Target="slides/slide188.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95" Type="http://schemas.openxmlformats.org/officeDocument/2006/relationships/slide" Target="slides/slide194.xml"/><Relationship Id="rId190" Type="http://schemas.openxmlformats.org/officeDocument/2006/relationships/slide" Target="slides/slide189.xml"/><Relationship Id="rId204" Type="http://schemas.openxmlformats.org/officeDocument/2006/relationships/notesMaster" Target="notesMasters/notesMaster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68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radarChart>
        <c:radarStyle val="marker"/>
        <c:varyColors val="0"/>
        <c:ser>
          <c:idx val="1"/>
          <c:order val="1"/>
          <c:tx>
            <c:strRef>
              <c:f>Sheet1!$C$1</c:f>
              <c:strCache>
                <c:ptCount val="1"/>
                <c:pt idx="0">
                  <c:v>Series 2</c:v>
                </c:pt>
              </c:strCache>
            </c:strRef>
          </c:tx>
          <c:spPr>
            <a:ln w="28575" cap="rnd">
              <a:solidFill>
                <a:schemeClr val="accent2"/>
              </a:solidFill>
              <a:round/>
            </a:ln>
            <a:effectLst/>
          </c:spPr>
          <c:marker>
            <c:symbol val="none"/>
          </c:marker>
          <c:cat>
            <c:strRef>
              <c:f>Sheet1!$A$2:$A$5</c:f>
              <c:strCache>
                <c:ptCount val="4"/>
                <c:pt idx="0">
                  <c:v>项目范围 Scope</c:v>
                </c:pt>
                <c:pt idx="1">
                  <c:v>进度计划 Schedule</c:v>
                </c:pt>
                <c:pt idx="2">
                  <c:v>成本预算 Cost</c:v>
                </c:pt>
                <c:pt idx="3">
                  <c:v>满意度 Quality</c:v>
                </c:pt>
              </c:strCache>
            </c:strRef>
          </c:cat>
          <c:val>
            <c:numRef>
              <c:f>Sheet1!$C$2:$C$5</c:f>
              <c:numCache>
                <c:formatCode>General</c:formatCode>
                <c:ptCount val="4"/>
                <c:pt idx="0">
                  <c:v>22</c:v>
                </c:pt>
                <c:pt idx="1">
                  <c:v>25</c:v>
                </c:pt>
                <c:pt idx="2">
                  <c:v>10</c:v>
                </c:pt>
                <c:pt idx="3">
                  <c:v>43</c:v>
                </c:pt>
              </c:numCache>
            </c:numRef>
          </c:val>
          <c:extLst>
            <c:ext xmlns:c16="http://schemas.microsoft.com/office/drawing/2014/chart" uri="{C3380CC4-5D6E-409C-BE32-E72D297353CC}">
              <c16:uniqueId val="{00000002-1B2F-4237-AD03-CD7AC8C48E51}"/>
            </c:ext>
          </c:extLst>
        </c:ser>
        <c:dLbls>
          <c:showLegendKey val="0"/>
          <c:showVal val="0"/>
          <c:showCatName val="0"/>
          <c:showSerName val="0"/>
          <c:showPercent val="0"/>
          <c:showBubbleSize val="0"/>
        </c:dLbls>
        <c:axId val="485851088"/>
        <c:axId val="485856368"/>
        <c:extLst>
          <c:ext xmlns:c15="http://schemas.microsoft.com/office/drawing/2012/chart" uri="{02D57815-91ED-43cb-92C2-25804820EDAC}">
            <c15:filteredRadarSeries>
              <c15:ser>
                <c:idx val="0"/>
                <c:order val="0"/>
                <c:tx>
                  <c:strRef>
                    <c:extLst>
                      <c:ext uri="{02D57815-91ED-43cb-92C2-25804820EDAC}">
                        <c15:formulaRef>
                          <c15:sqref>Sheet1!$B$1</c15:sqref>
                        </c15:formulaRef>
                      </c:ext>
                    </c:extLst>
                    <c:strCache>
                      <c:ptCount val="1"/>
                      <c:pt idx="0">
                        <c:v>Series 1</c:v>
                      </c:pt>
                    </c:strCache>
                  </c:strRef>
                </c:tx>
                <c:spPr>
                  <a:ln w="28575" cap="rnd">
                    <a:solidFill>
                      <a:schemeClr val="accent1"/>
                    </a:solidFill>
                    <a:round/>
                  </a:ln>
                  <a:effectLst/>
                </c:spPr>
                <c:marker>
                  <c:symbol val="none"/>
                </c:marker>
                <c:cat>
                  <c:strRef>
                    <c:extLst>
                      <c:ext uri="{02D57815-91ED-43cb-92C2-25804820EDAC}">
                        <c15:formulaRef>
                          <c15:sqref>Sheet1!$A$2:$A$5</c15:sqref>
                        </c15:formulaRef>
                      </c:ext>
                    </c:extLst>
                    <c:strCache>
                      <c:ptCount val="4"/>
                      <c:pt idx="0">
                        <c:v>项目范围 Scope</c:v>
                      </c:pt>
                      <c:pt idx="1">
                        <c:v>进度计划 Schedule</c:v>
                      </c:pt>
                      <c:pt idx="2">
                        <c:v>成本预算 Cost</c:v>
                      </c:pt>
                      <c:pt idx="3">
                        <c:v>满意度 Quality</c:v>
                      </c:pt>
                    </c:strCache>
                  </c:strRef>
                </c:cat>
                <c:val>
                  <c:numRef>
                    <c:extLst>
                      <c:ext uri="{02D57815-91ED-43cb-92C2-25804820EDAC}">
                        <c15:formulaRef>
                          <c15:sqref>Sheet1!$B$2:$B$5</c15:sqref>
                        </c15:formulaRef>
                      </c:ext>
                    </c:extLst>
                    <c:numCache>
                      <c:formatCode>General</c:formatCode>
                      <c:ptCount val="4"/>
                      <c:pt idx="0">
                        <c:v>30</c:v>
                      </c:pt>
                      <c:pt idx="1">
                        <c:v>30</c:v>
                      </c:pt>
                      <c:pt idx="2">
                        <c:v>12</c:v>
                      </c:pt>
                      <c:pt idx="3">
                        <c:v>28</c:v>
                      </c:pt>
                    </c:numCache>
                  </c:numRef>
                </c:val>
                <c:extLst>
                  <c:ext xmlns:c16="http://schemas.microsoft.com/office/drawing/2014/chart" uri="{C3380CC4-5D6E-409C-BE32-E72D297353CC}">
                    <c16:uniqueId val="{00000000-1B2F-4237-AD03-CD7AC8C48E51}"/>
                  </c:ext>
                </c:extLst>
              </c15:ser>
            </c15:filteredRadarSeries>
          </c:ext>
        </c:extLst>
      </c:radarChart>
      <c:catAx>
        <c:axId val="48585108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zh-CN"/>
          </a:p>
        </c:txPr>
        <c:crossAx val="485856368"/>
        <c:crosses val="autoZero"/>
        <c:auto val="1"/>
        <c:lblAlgn val="ctr"/>
        <c:lblOffset val="100"/>
        <c:noMultiLvlLbl val="0"/>
      </c:catAx>
      <c:valAx>
        <c:axId val="485856368"/>
        <c:scaling>
          <c:orientation val="minMax"/>
        </c:scaling>
        <c:delete val="1"/>
        <c:axPos val="l"/>
        <c:majorGridlines>
          <c:spPr>
            <a:ln w="9525" cap="flat" cmpd="sng" algn="ctr">
              <a:solidFill>
                <a:schemeClr val="tx1">
                  <a:lumMod val="15000"/>
                  <a:lumOff val="85000"/>
                </a:schemeClr>
              </a:solidFill>
              <a:round/>
            </a:ln>
            <a:effectLst/>
          </c:spPr>
        </c:majorGridlines>
        <c:numFmt formatCode="General" sourceLinked="1"/>
        <c:majorTickMark val="out"/>
        <c:minorTickMark val="none"/>
        <c:tickLblPos val="nextTo"/>
        <c:crossAx val="485851088"/>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400"/>
      </a:pPr>
      <a:endParaRPr lang="zh-CN"/>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zh-CN"/>
        </a:p>
      </c:txPr>
    </c:title>
    <c:autoTitleDeleted val="0"/>
    <c:plotArea>
      <c:layout/>
      <c:pieChart>
        <c:varyColors val="1"/>
        <c:ser>
          <c:idx val="0"/>
          <c:order val="0"/>
          <c:tx>
            <c:strRef>
              <c:f>Sheet1!$B$1</c:f>
              <c:strCache>
                <c:ptCount val="1"/>
                <c:pt idx="0">
                  <c:v>管理对项目的影响</c:v>
                </c:pt>
              </c:strCache>
            </c:strRef>
          </c:tx>
          <c:dPt>
            <c:idx val="0"/>
            <c:bubble3D val="0"/>
            <c:spPr>
              <a:solidFill>
                <a:schemeClr val="accent1"/>
              </a:solidFill>
              <a:ln w="19050">
                <a:solidFill>
                  <a:schemeClr val="lt1"/>
                </a:solidFill>
              </a:ln>
              <a:effectLst/>
            </c:spPr>
            <c:extLst>
              <c:ext xmlns:c16="http://schemas.microsoft.com/office/drawing/2014/chart" uri="{C3380CC4-5D6E-409C-BE32-E72D297353CC}">
                <c16:uniqueId val="{00000001-31A0-472F-A10F-8AF516163121}"/>
              </c:ext>
            </c:extLst>
          </c:dPt>
          <c:dPt>
            <c:idx val="1"/>
            <c:bubble3D val="0"/>
            <c:spPr>
              <a:solidFill>
                <a:schemeClr val="accent2"/>
              </a:solidFill>
              <a:ln w="19050">
                <a:solidFill>
                  <a:schemeClr val="lt1"/>
                </a:solidFill>
              </a:ln>
              <a:effectLst/>
            </c:spPr>
            <c:extLst>
              <c:ext xmlns:c16="http://schemas.microsoft.com/office/drawing/2014/chart" uri="{C3380CC4-5D6E-409C-BE32-E72D297353CC}">
                <c16:uniqueId val="{00000003-31A0-472F-A10F-8AF516163121}"/>
              </c:ext>
            </c:extLst>
          </c:dPt>
          <c:dLbls>
            <c:numFmt formatCode="0.00%" sourceLinked="0"/>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1"/>
                    </a:solidFill>
                    <a:latin typeface="+mn-lt"/>
                    <a:ea typeface="+mn-ea"/>
                    <a:cs typeface="+mn-cs"/>
                  </a:defRPr>
                </a:pPr>
                <a:endParaRPr lang="zh-CN"/>
              </a:p>
            </c:txPr>
            <c:dLblPos val="ct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Sheet1!$A$2:$A$3</c:f>
              <c:strCache>
                <c:ptCount val="2"/>
                <c:pt idx="0">
                  <c:v>按时提交</c:v>
                </c:pt>
                <c:pt idx="1">
                  <c:v>不能按时提交</c:v>
                </c:pt>
              </c:strCache>
            </c:strRef>
          </c:cat>
          <c:val>
            <c:numRef>
              <c:f>Sheet1!$B$2:$B$3</c:f>
              <c:numCache>
                <c:formatCode>General</c:formatCode>
                <c:ptCount val="2"/>
                <c:pt idx="0">
                  <c:v>0.3</c:v>
                </c:pt>
                <c:pt idx="1">
                  <c:v>0.7</c:v>
                </c:pt>
              </c:numCache>
            </c:numRef>
          </c:val>
          <c:extLst>
            <c:ext xmlns:c16="http://schemas.microsoft.com/office/drawing/2014/chart" uri="{C3380CC4-5D6E-409C-BE32-E72D297353CC}">
              <c16:uniqueId val="{00000000-4550-49A2-9C1B-011C50BC5CB1}"/>
            </c:ext>
          </c:extLst>
        </c:ser>
        <c:dLbls>
          <c:showLegendKey val="0"/>
          <c:showVal val="0"/>
          <c:showCatName val="0"/>
          <c:showSerName val="0"/>
          <c:showPercent val="0"/>
          <c:showBubbleSize val="0"/>
          <c:showLeaderLines val="1"/>
        </c:dLbls>
        <c:firstSliceAng val="0"/>
      </c:pie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zh-CN"/>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31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iagrams/_rels/data1.xml.rels><?xml version="1.0" encoding="UTF-8" standalone="yes"?>
<Relationships xmlns="http://schemas.openxmlformats.org/package/2006/relationships"><Relationship Id="rId1" Type="http://schemas.openxmlformats.org/officeDocument/2006/relationships/hyperlink" Target="../../img/ppt0.jpg" TargetMode="External"/></Relationships>
</file>

<file path=ppt/diagrams/colors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AACCFAB-3586-4C89-82F5-30CA64F870D8}" type="doc">
      <dgm:prSet loTypeId="urn:microsoft.com/office/officeart/2008/layout/VerticalCurvedList" loCatId="list" qsTypeId="urn:microsoft.com/office/officeart/2005/8/quickstyle/simple1" qsCatId="simple" csTypeId="urn:microsoft.com/office/officeart/2005/8/colors/colorful5" csCatId="colorful" phldr="1"/>
      <dgm:spPr/>
      <dgm:t>
        <a:bodyPr/>
        <a:lstStyle/>
        <a:p>
          <a:endParaRPr lang="zh-CN" altLang="en-US"/>
        </a:p>
      </dgm:t>
    </dgm:pt>
    <dgm:pt modelId="{8A8A65F4-3297-48D4-BA56-5E009D932CE9}">
      <dgm:prSet phldrT="[Text]" custT="1"/>
      <dgm:spPr/>
      <dgm:t>
        <a:bodyPr/>
        <a:lstStyle/>
        <a:p>
          <a:r>
            <a:rPr lang="zh-CN" altLang="en-US" sz="1600" dirty="0">
              <a:latin typeface="微软雅黑 Light" panose="020B0502040204020203" pitchFamily="34" charset="-122"/>
              <a:ea typeface="微软雅黑 Light" panose="020B0502040204020203" pitchFamily="34" charset="-122"/>
            </a:rPr>
            <a:t>目标性 </a:t>
          </a:r>
          <a:r>
            <a:rPr lang="en-US" altLang="zh-CN" sz="1600" dirty="0">
              <a:latin typeface="微软雅黑 Light" panose="020B0502040204020203" pitchFamily="34" charset="-122"/>
              <a:ea typeface="微软雅黑 Light" panose="020B0502040204020203" pitchFamily="34" charset="-122"/>
            </a:rPr>
            <a:t>Target</a:t>
          </a:r>
          <a:endParaRPr lang="zh-CN" altLang="en-US" sz="1600" dirty="0"/>
        </a:p>
      </dgm:t>
    </dgm:pt>
    <dgm:pt modelId="{334A39A2-FF71-4BDD-9616-86C39CE7B69C}" type="parTrans" cxnId="{EA1E26A0-B55A-483C-93D6-CE65C1AE0420}">
      <dgm:prSet/>
      <dgm:spPr/>
      <dgm:t>
        <a:bodyPr/>
        <a:lstStyle/>
        <a:p>
          <a:endParaRPr lang="zh-CN" altLang="en-US"/>
        </a:p>
      </dgm:t>
    </dgm:pt>
    <dgm:pt modelId="{03D3FB13-FD44-4B83-8171-008A3801D643}" type="sibTrans" cxnId="{EA1E26A0-B55A-483C-93D6-CE65C1AE0420}">
      <dgm:prSet/>
      <dgm:spPr/>
      <dgm:t>
        <a:bodyPr/>
        <a:lstStyle/>
        <a:p>
          <a:endParaRPr lang="zh-CN" altLang="en-US"/>
        </a:p>
      </dgm:t>
    </dgm:pt>
    <dgm:pt modelId="{CB5B879A-6E15-4F22-99E7-D93FB8BE0F74}">
      <dgm:prSet phldrT="[Text]" custT="1"/>
      <dgm:spPr/>
      <dgm:t>
        <a:bodyPr/>
        <a:lstStyle/>
        <a:p>
          <a:r>
            <a:rPr lang="zh-CN" altLang="en-US" sz="1600" dirty="0">
              <a:latin typeface="微软雅黑 Light" panose="020B0502040204020203" pitchFamily="34" charset="-122"/>
              <a:ea typeface="微软雅黑 Light" panose="020B0502040204020203" pitchFamily="34" charset="-122"/>
            </a:rPr>
            <a:t>相关性 </a:t>
          </a:r>
          <a:r>
            <a:rPr lang="en-US" altLang="zh-CN" sz="1600" dirty="0">
              <a:latin typeface="微软雅黑 Light" panose="020B0502040204020203" pitchFamily="34" charset="-122"/>
              <a:ea typeface="微软雅黑 Light" panose="020B0502040204020203" pitchFamily="34" charset="-122"/>
            </a:rPr>
            <a:t>Relevant</a:t>
          </a:r>
          <a:endParaRPr lang="zh-CN" altLang="en-US" sz="1600" dirty="0"/>
        </a:p>
      </dgm:t>
    </dgm:pt>
    <dgm:pt modelId="{72249B3D-5D25-4798-9643-B2BBCF2D115B}" type="parTrans" cxnId="{48EDB646-ACA0-4910-83EE-0F3C067EEFDA}">
      <dgm:prSet/>
      <dgm:spPr/>
      <dgm:t>
        <a:bodyPr/>
        <a:lstStyle/>
        <a:p>
          <a:endParaRPr lang="zh-CN" altLang="en-US"/>
        </a:p>
      </dgm:t>
    </dgm:pt>
    <dgm:pt modelId="{6CDD844A-482E-4808-9DDF-DA99A5C417F5}" type="sibTrans" cxnId="{48EDB646-ACA0-4910-83EE-0F3C067EEFDA}">
      <dgm:prSet/>
      <dgm:spPr/>
      <dgm:t>
        <a:bodyPr/>
        <a:lstStyle/>
        <a:p>
          <a:endParaRPr lang="zh-CN" altLang="en-US"/>
        </a:p>
      </dgm:t>
    </dgm:pt>
    <dgm:pt modelId="{446430FD-F2F4-476B-98F5-9A925A78FC3A}">
      <dgm:prSet phldrT="[Text]" custT="1"/>
      <dgm:spPr/>
      <dgm:t>
        <a:bodyPr/>
        <a:lstStyle/>
        <a:p>
          <a:r>
            <a:rPr lang="zh-CN" altLang="en-US" sz="1600" dirty="0">
              <a:latin typeface="微软雅黑 Light" panose="020B0502040204020203" pitchFamily="34" charset="-122"/>
              <a:ea typeface="微软雅黑 Light" panose="020B0502040204020203" pitchFamily="34" charset="-122"/>
            </a:rPr>
            <a:t>临时性 </a:t>
          </a:r>
          <a:r>
            <a:rPr lang="en-US" altLang="zh-CN" sz="1600" dirty="0">
              <a:latin typeface="微软雅黑 Light" panose="020B0502040204020203" pitchFamily="34" charset="-122"/>
              <a:ea typeface="微软雅黑 Light" panose="020B0502040204020203" pitchFamily="34" charset="-122"/>
            </a:rPr>
            <a:t>Temporary</a:t>
          </a:r>
          <a:endParaRPr lang="zh-CN" altLang="en-US" sz="1600" dirty="0"/>
        </a:p>
      </dgm:t>
    </dgm:pt>
    <dgm:pt modelId="{02E8D32E-D7F0-4144-AD3E-2C1C18F83F1A}" type="parTrans" cxnId="{31AF39F6-3C31-4C06-8BE6-D647A8EC59D0}">
      <dgm:prSet/>
      <dgm:spPr/>
      <dgm:t>
        <a:bodyPr/>
        <a:lstStyle/>
        <a:p>
          <a:endParaRPr lang="zh-CN" altLang="en-US"/>
        </a:p>
      </dgm:t>
    </dgm:pt>
    <dgm:pt modelId="{7D0852B4-8680-47AF-BD9B-F9EB79E56F9F}" type="sibTrans" cxnId="{31AF39F6-3C31-4C06-8BE6-D647A8EC59D0}">
      <dgm:prSet/>
      <dgm:spPr/>
      <dgm:t>
        <a:bodyPr/>
        <a:lstStyle/>
        <a:p>
          <a:endParaRPr lang="zh-CN" altLang="en-US"/>
        </a:p>
      </dgm:t>
    </dgm:pt>
    <dgm:pt modelId="{6FA26B6B-FE4B-41F5-B2A9-9ADC30544D27}">
      <dgm:prSet phldrT="[Text]" custT="1"/>
      <dgm:spPr/>
      <dgm:t>
        <a:bodyPr/>
        <a:lstStyle/>
        <a:p>
          <a:r>
            <a:rPr lang="zh-CN" altLang="en-US" sz="1600" dirty="0">
              <a:latin typeface="微软雅黑 Light" panose="020B0502040204020203" pitchFamily="34" charset="-122"/>
              <a:ea typeface="微软雅黑 Light" panose="020B0502040204020203" pitchFamily="34" charset="-122"/>
            </a:rPr>
            <a:t>独特性 </a:t>
          </a:r>
          <a:r>
            <a:rPr lang="en-US" altLang="zh-CN" sz="1600" dirty="0">
              <a:latin typeface="微软雅黑 Light" panose="020B0502040204020203" pitchFamily="34" charset="-122"/>
              <a:ea typeface="微软雅黑 Light" panose="020B0502040204020203" pitchFamily="34" charset="-122"/>
            </a:rPr>
            <a:t>Unique</a:t>
          </a:r>
          <a:endParaRPr lang="zh-CN" altLang="en-US" sz="1600" dirty="0">
            <a:latin typeface="黑体" panose="02010609060101010101" pitchFamily="49" charset="-122"/>
            <a:ea typeface="黑体" panose="02010609060101010101" pitchFamily="49" charset="-122"/>
          </a:endParaRPr>
        </a:p>
      </dgm:t>
    </dgm:pt>
    <dgm:pt modelId="{245EF0CD-4968-48A8-8F70-EDA6261BA5C2}" type="parTrans" cxnId="{694963BB-EB24-47EB-94FB-55D63B6750DF}">
      <dgm:prSet/>
      <dgm:spPr/>
      <dgm:t>
        <a:bodyPr/>
        <a:lstStyle/>
        <a:p>
          <a:endParaRPr lang="zh-CN" altLang="en-US"/>
        </a:p>
      </dgm:t>
    </dgm:pt>
    <dgm:pt modelId="{C27AA268-7724-445B-AE9F-7BBDD4272BB6}" type="sibTrans" cxnId="{694963BB-EB24-47EB-94FB-55D63B6750DF}">
      <dgm:prSet/>
      <dgm:spPr/>
      <dgm:t>
        <a:bodyPr/>
        <a:lstStyle/>
        <a:p>
          <a:endParaRPr lang="zh-CN" altLang="en-US"/>
        </a:p>
      </dgm:t>
    </dgm:pt>
    <dgm:pt modelId="{A3D7627C-3309-4716-B9B9-F2D918728006}">
      <dgm:prSet custT="1"/>
      <dgm:spPr/>
      <dgm:t>
        <a:bodyPr/>
        <a:lstStyle/>
        <a:p>
          <a:r>
            <a:rPr lang="zh-CN" altLang="en-US" sz="1600" dirty="0">
              <a:latin typeface="微软雅黑 Light" panose="020B0502040204020203" pitchFamily="34" charset="-122"/>
              <a:ea typeface="微软雅黑 Light" panose="020B0502040204020203" pitchFamily="34" charset="-122"/>
            </a:rPr>
            <a:t>资源约束性 </a:t>
          </a:r>
          <a:r>
            <a:rPr lang="en-US" altLang="zh-CN" sz="1600" dirty="0">
              <a:latin typeface="微软雅黑 Light" panose="020B0502040204020203" pitchFamily="34" charset="-122"/>
              <a:ea typeface="微软雅黑 Light" panose="020B0502040204020203" pitchFamily="34" charset="-122"/>
            </a:rPr>
            <a:t>Constrain</a:t>
          </a:r>
          <a:endParaRPr lang="zh-CN" altLang="en-US" sz="1600" dirty="0">
            <a:latin typeface="黑体" panose="02010609060101010101" pitchFamily="49" charset="-122"/>
            <a:ea typeface="黑体" panose="02010609060101010101" pitchFamily="49" charset="-122"/>
          </a:endParaRPr>
        </a:p>
      </dgm:t>
    </dgm:pt>
    <dgm:pt modelId="{14A5C181-2E0E-45C8-AF76-F5B9C5488B2E}" type="parTrans" cxnId="{7FAB5738-257D-4EAD-AEED-2D99BB6CFEB3}">
      <dgm:prSet/>
      <dgm:spPr/>
      <dgm:t>
        <a:bodyPr/>
        <a:lstStyle/>
        <a:p>
          <a:endParaRPr lang="zh-CN" altLang="en-US"/>
        </a:p>
      </dgm:t>
    </dgm:pt>
    <dgm:pt modelId="{6679EA37-D4D9-4E66-BF74-08CB3ACD6E47}" type="sibTrans" cxnId="{7FAB5738-257D-4EAD-AEED-2D99BB6CFEB3}">
      <dgm:prSet/>
      <dgm:spPr/>
      <dgm:t>
        <a:bodyPr/>
        <a:lstStyle/>
        <a:p>
          <a:endParaRPr lang="zh-CN" altLang="en-US"/>
        </a:p>
      </dgm:t>
    </dgm:pt>
    <dgm:pt modelId="{71912B78-BC6D-417B-BC7C-5618600615C4}">
      <dgm:prSet custT="1"/>
      <dgm:spPr/>
      <dgm:t>
        <a:bodyPr/>
        <a:lstStyle/>
        <a:p>
          <a:r>
            <a:rPr lang="zh-CN" altLang="en-US" sz="1600" dirty="0">
              <a:latin typeface="微软雅黑 Light" panose="020B0502040204020203" pitchFamily="34" charset="-122"/>
              <a:ea typeface="微软雅黑 Light" panose="020B0502040204020203" pitchFamily="34" charset="-122"/>
            </a:rPr>
            <a:t>不确定性 </a:t>
          </a:r>
          <a:r>
            <a:rPr lang="en-US" altLang="zh-CN" sz="1600" dirty="0">
              <a:latin typeface="微软雅黑 Light" panose="020B0502040204020203" pitchFamily="34" charset="-122"/>
              <a:ea typeface="微软雅黑 Light" panose="020B0502040204020203" pitchFamily="34" charset="-122"/>
            </a:rPr>
            <a:t>Uncertainty</a:t>
          </a:r>
          <a:endParaRPr lang="zh-CN" altLang="en-US" sz="1600" dirty="0">
            <a:latin typeface="黑体" pitchFamily="49" charset="-122"/>
            <a:ea typeface="黑体" pitchFamily="49" charset="-122"/>
          </a:endParaRPr>
        </a:p>
      </dgm:t>
      <dgm:extLst>
        <a:ext uri="{E40237B7-FDA0-4F09-8148-C483321AD2D9}">
          <dgm14:cNvPr xmlns:dgm14="http://schemas.microsoft.com/office/drawing/2010/diagram" id="0" name="">
            <a:hlinkClick xmlns:r="http://schemas.openxmlformats.org/officeDocument/2006/relationships" r:id="rId1" action="ppaction://hlinkfile"/>
          </dgm14:cNvPr>
        </a:ext>
      </dgm:extLst>
    </dgm:pt>
    <dgm:pt modelId="{6872400D-8454-49C4-8E0A-84401AF342E7}" type="parTrans" cxnId="{44857260-1946-4623-98F7-13F272A3C74A}">
      <dgm:prSet/>
      <dgm:spPr/>
      <dgm:t>
        <a:bodyPr/>
        <a:lstStyle/>
        <a:p>
          <a:endParaRPr lang="zh-CN" altLang="en-US"/>
        </a:p>
      </dgm:t>
    </dgm:pt>
    <dgm:pt modelId="{3283CE3E-ADC3-41DA-B8B7-7E600A05C0DA}" type="sibTrans" cxnId="{44857260-1946-4623-98F7-13F272A3C74A}">
      <dgm:prSet/>
      <dgm:spPr/>
      <dgm:t>
        <a:bodyPr/>
        <a:lstStyle/>
        <a:p>
          <a:endParaRPr lang="zh-CN" altLang="en-US"/>
        </a:p>
      </dgm:t>
    </dgm:pt>
    <dgm:pt modelId="{D9AC989D-0392-4E4F-99CD-2C53326A6D27}" type="pres">
      <dgm:prSet presAssocID="{BAACCFAB-3586-4C89-82F5-30CA64F870D8}" presName="Name0" presStyleCnt="0">
        <dgm:presLayoutVars>
          <dgm:chMax val="7"/>
          <dgm:chPref val="7"/>
          <dgm:dir/>
        </dgm:presLayoutVars>
      </dgm:prSet>
      <dgm:spPr/>
    </dgm:pt>
    <dgm:pt modelId="{4326E8B3-941A-4426-AF03-8F04119C7B5E}" type="pres">
      <dgm:prSet presAssocID="{BAACCFAB-3586-4C89-82F5-30CA64F870D8}" presName="Name1" presStyleCnt="0"/>
      <dgm:spPr/>
    </dgm:pt>
    <dgm:pt modelId="{EBF0CB57-1D7C-46E6-8D1C-837FC77CA2DB}" type="pres">
      <dgm:prSet presAssocID="{BAACCFAB-3586-4C89-82F5-30CA64F870D8}" presName="cycle" presStyleCnt="0"/>
      <dgm:spPr/>
    </dgm:pt>
    <dgm:pt modelId="{99C9E886-D521-4426-8B22-767111540D6D}" type="pres">
      <dgm:prSet presAssocID="{BAACCFAB-3586-4C89-82F5-30CA64F870D8}" presName="srcNode" presStyleLbl="node1" presStyleIdx="0" presStyleCnt="6"/>
      <dgm:spPr/>
    </dgm:pt>
    <dgm:pt modelId="{CEC8AA7D-EF4E-4DA8-9550-E2EA63F97D35}" type="pres">
      <dgm:prSet presAssocID="{BAACCFAB-3586-4C89-82F5-30CA64F870D8}" presName="conn" presStyleLbl="parChTrans1D2" presStyleIdx="0" presStyleCnt="1"/>
      <dgm:spPr/>
    </dgm:pt>
    <dgm:pt modelId="{1B055E60-233D-4622-B64D-35F4FB8190BC}" type="pres">
      <dgm:prSet presAssocID="{BAACCFAB-3586-4C89-82F5-30CA64F870D8}" presName="extraNode" presStyleLbl="node1" presStyleIdx="0" presStyleCnt="6"/>
      <dgm:spPr/>
    </dgm:pt>
    <dgm:pt modelId="{AD6EDB53-8DDE-4491-A6D8-441205F3C400}" type="pres">
      <dgm:prSet presAssocID="{BAACCFAB-3586-4C89-82F5-30CA64F870D8}" presName="dstNode" presStyleLbl="node1" presStyleIdx="0" presStyleCnt="6"/>
      <dgm:spPr/>
    </dgm:pt>
    <dgm:pt modelId="{279D66B1-924F-4156-A795-F5AD9EBCE56B}" type="pres">
      <dgm:prSet presAssocID="{8A8A65F4-3297-48D4-BA56-5E009D932CE9}" presName="text_1" presStyleLbl="node1" presStyleIdx="0" presStyleCnt="6">
        <dgm:presLayoutVars>
          <dgm:bulletEnabled val="1"/>
        </dgm:presLayoutVars>
      </dgm:prSet>
      <dgm:spPr/>
    </dgm:pt>
    <dgm:pt modelId="{4B6FCCC4-07BB-41FE-A522-AF3D59937221}" type="pres">
      <dgm:prSet presAssocID="{8A8A65F4-3297-48D4-BA56-5E009D932CE9}" presName="accent_1" presStyleCnt="0"/>
      <dgm:spPr/>
    </dgm:pt>
    <dgm:pt modelId="{A5D8DC03-AC76-4F8B-9095-82230B702966}" type="pres">
      <dgm:prSet presAssocID="{8A8A65F4-3297-48D4-BA56-5E009D932CE9}" presName="accentRepeatNode" presStyleLbl="solidFgAcc1" presStyleIdx="0" presStyleCnt="6"/>
      <dgm:spPr/>
    </dgm:pt>
    <dgm:pt modelId="{8D79543D-0D4F-4D1C-9E04-9B163A8C7FF2}" type="pres">
      <dgm:prSet presAssocID="{CB5B879A-6E15-4F22-99E7-D93FB8BE0F74}" presName="text_2" presStyleLbl="node1" presStyleIdx="1" presStyleCnt="6">
        <dgm:presLayoutVars>
          <dgm:bulletEnabled val="1"/>
        </dgm:presLayoutVars>
      </dgm:prSet>
      <dgm:spPr/>
    </dgm:pt>
    <dgm:pt modelId="{676C91B2-566A-4982-9B9A-9CA8A51BF231}" type="pres">
      <dgm:prSet presAssocID="{CB5B879A-6E15-4F22-99E7-D93FB8BE0F74}" presName="accent_2" presStyleCnt="0"/>
      <dgm:spPr/>
    </dgm:pt>
    <dgm:pt modelId="{A694E9F5-D20F-4CE0-AAEF-A8AF7BCB9440}" type="pres">
      <dgm:prSet presAssocID="{CB5B879A-6E15-4F22-99E7-D93FB8BE0F74}" presName="accentRepeatNode" presStyleLbl="solidFgAcc1" presStyleIdx="1" presStyleCnt="6"/>
      <dgm:spPr/>
    </dgm:pt>
    <dgm:pt modelId="{59B95563-7B5B-4225-831A-29E1EEB39012}" type="pres">
      <dgm:prSet presAssocID="{446430FD-F2F4-476B-98F5-9A925A78FC3A}" presName="text_3" presStyleLbl="node1" presStyleIdx="2" presStyleCnt="6">
        <dgm:presLayoutVars>
          <dgm:bulletEnabled val="1"/>
        </dgm:presLayoutVars>
      </dgm:prSet>
      <dgm:spPr/>
    </dgm:pt>
    <dgm:pt modelId="{BECF69A7-2196-47C3-BE4C-D989FD88B487}" type="pres">
      <dgm:prSet presAssocID="{446430FD-F2F4-476B-98F5-9A925A78FC3A}" presName="accent_3" presStyleCnt="0"/>
      <dgm:spPr/>
    </dgm:pt>
    <dgm:pt modelId="{206E9F62-904C-4E09-965F-8F6A1D50CE99}" type="pres">
      <dgm:prSet presAssocID="{446430FD-F2F4-476B-98F5-9A925A78FC3A}" presName="accentRepeatNode" presStyleLbl="solidFgAcc1" presStyleIdx="2" presStyleCnt="6"/>
      <dgm:spPr/>
    </dgm:pt>
    <dgm:pt modelId="{6361ADEE-DDC8-4B92-A22E-8B90489C3496}" type="pres">
      <dgm:prSet presAssocID="{6FA26B6B-FE4B-41F5-B2A9-9ADC30544D27}" presName="text_4" presStyleLbl="node1" presStyleIdx="3" presStyleCnt="6">
        <dgm:presLayoutVars>
          <dgm:bulletEnabled val="1"/>
        </dgm:presLayoutVars>
      </dgm:prSet>
      <dgm:spPr/>
    </dgm:pt>
    <dgm:pt modelId="{B73B53AD-4868-436B-8E6C-DE9549E1B95D}" type="pres">
      <dgm:prSet presAssocID="{6FA26B6B-FE4B-41F5-B2A9-9ADC30544D27}" presName="accent_4" presStyleCnt="0"/>
      <dgm:spPr/>
    </dgm:pt>
    <dgm:pt modelId="{2701C0E2-42F7-4EF8-915B-95DB5DB722B2}" type="pres">
      <dgm:prSet presAssocID="{6FA26B6B-FE4B-41F5-B2A9-9ADC30544D27}" presName="accentRepeatNode" presStyleLbl="solidFgAcc1" presStyleIdx="3" presStyleCnt="6"/>
      <dgm:spPr/>
    </dgm:pt>
    <dgm:pt modelId="{BD20C5DB-CD08-4AEF-87F2-098846C6D817}" type="pres">
      <dgm:prSet presAssocID="{A3D7627C-3309-4716-B9B9-F2D918728006}" presName="text_5" presStyleLbl="node1" presStyleIdx="4" presStyleCnt="6">
        <dgm:presLayoutVars>
          <dgm:bulletEnabled val="1"/>
        </dgm:presLayoutVars>
      </dgm:prSet>
      <dgm:spPr/>
    </dgm:pt>
    <dgm:pt modelId="{1BB83503-308E-492B-8BF7-EB6AC7849597}" type="pres">
      <dgm:prSet presAssocID="{A3D7627C-3309-4716-B9B9-F2D918728006}" presName="accent_5" presStyleCnt="0"/>
      <dgm:spPr/>
    </dgm:pt>
    <dgm:pt modelId="{B0C54EBB-8ADF-4962-BF7D-1A4063195482}" type="pres">
      <dgm:prSet presAssocID="{A3D7627C-3309-4716-B9B9-F2D918728006}" presName="accentRepeatNode" presStyleLbl="solidFgAcc1" presStyleIdx="4" presStyleCnt="6"/>
      <dgm:spPr/>
    </dgm:pt>
    <dgm:pt modelId="{126B5754-9BAB-4335-8048-CAA059B4AA0E}" type="pres">
      <dgm:prSet presAssocID="{71912B78-BC6D-417B-BC7C-5618600615C4}" presName="text_6" presStyleLbl="node1" presStyleIdx="5" presStyleCnt="6">
        <dgm:presLayoutVars>
          <dgm:bulletEnabled val="1"/>
        </dgm:presLayoutVars>
      </dgm:prSet>
      <dgm:spPr/>
    </dgm:pt>
    <dgm:pt modelId="{89B00F1C-2CBE-49FE-B6D2-CB51C88DE4E0}" type="pres">
      <dgm:prSet presAssocID="{71912B78-BC6D-417B-BC7C-5618600615C4}" presName="accent_6" presStyleCnt="0"/>
      <dgm:spPr/>
    </dgm:pt>
    <dgm:pt modelId="{C2EDE2D4-FAE3-405D-AAC7-232D5860DC6B}" type="pres">
      <dgm:prSet presAssocID="{71912B78-BC6D-417B-BC7C-5618600615C4}" presName="accentRepeatNode" presStyleLbl="solidFgAcc1" presStyleIdx="5" presStyleCnt="6"/>
      <dgm:spPr/>
    </dgm:pt>
  </dgm:ptLst>
  <dgm:cxnLst>
    <dgm:cxn modelId="{D6A5550B-0109-4D84-AD28-906067C0059E}" type="presOf" srcId="{6FA26B6B-FE4B-41F5-B2A9-9ADC30544D27}" destId="{6361ADEE-DDC8-4B92-A22E-8B90489C3496}" srcOrd="0" destOrd="0" presId="urn:microsoft.com/office/officeart/2008/layout/VerticalCurvedList"/>
    <dgm:cxn modelId="{09520928-7CF9-4F30-A744-3D9FCF71043C}" type="presOf" srcId="{BAACCFAB-3586-4C89-82F5-30CA64F870D8}" destId="{D9AC989D-0392-4E4F-99CD-2C53326A6D27}" srcOrd="0" destOrd="0" presId="urn:microsoft.com/office/officeart/2008/layout/VerticalCurvedList"/>
    <dgm:cxn modelId="{7FAB5738-257D-4EAD-AEED-2D99BB6CFEB3}" srcId="{BAACCFAB-3586-4C89-82F5-30CA64F870D8}" destId="{A3D7627C-3309-4716-B9B9-F2D918728006}" srcOrd="4" destOrd="0" parTransId="{14A5C181-2E0E-45C8-AF76-F5B9C5488B2E}" sibTransId="{6679EA37-D4D9-4E66-BF74-08CB3ACD6E47}"/>
    <dgm:cxn modelId="{85608F3F-C375-4A0C-AC92-3A3816EB0448}" type="presOf" srcId="{71912B78-BC6D-417B-BC7C-5618600615C4}" destId="{126B5754-9BAB-4335-8048-CAA059B4AA0E}" srcOrd="0" destOrd="0" presId="urn:microsoft.com/office/officeart/2008/layout/VerticalCurvedList"/>
    <dgm:cxn modelId="{44857260-1946-4623-98F7-13F272A3C74A}" srcId="{BAACCFAB-3586-4C89-82F5-30CA64F870D8}" destId="{71912B78-BC6D-417B-BC7C-5618600615C4}" srcOrd="5" destOrd="0" parTransId="{6872400D-8454-49C4-8E0A-84401AF342E7}" sibTransId="{3283CE3E-ADC3-41DA-B8B7-7E600A05C0DA}"/>
    <dgm:cxn modelId="{48EDB646-ACA0-4910-83EE-0F3C067EEFDA}" srcId="{BAACCFAB-3586-4C89-82F5-30CA64F870D8}" destId="{CB5B879A-6E15-4F22-99E7-D93FB8BE0F74}" srcOrd="1" destOrd="0" parTransId="{72249B3D-5D25-4798-9643-B2BBCF2D115B}" sibTransId="{6CDD844A-482E-4808-9DDF-DA99A5C417F5}"/>
    <dgm:cxn modelId="{85ADAB6C-F822-40DC-AF07-AB0245A0FC4B}" type="presOf" srcId="{CB5B879A-6E15-4F22-99E7-D93FB8BE0F74}" destId="{8D79543D-0D4F-4D1C-9E04-9B163A8C7FF2}" srcOrd="0" destOrd="0" presId="urn:microsoft.com/office/officeart/2008/layout/VerticalCurvedList"/>
    <dgm:cxn modelId="{E8D5086E-3A81-4B0F-8E90-0FB97FF0E577}" type="presOf" srcId="{03D3FB13-FD44-4B83-8171-008A3801D643}" destId="{CEC8AA7D-EF4E-4DA8-9550-E2EA63F97D35}" srcOrd="0" destOrd="0" presId="urn:microsoft.com/office/officeart/2008/layout/VerticalCurvedList"/>
    <dgm:cxn modelId="{BF7D8F70-81C7-4E48-97E8-08399131DE37}" type="presOf" srcId="{8A8A65F4-3297-48D4-BA56-5E009D932CE9}" destId="{279D66B1-924F-4156-A795-F5AD9EBCE56B}" srcOrd="0" destOrd="0" presId="urn:microsoft.com/office/officeart/2008/layout/VerticalCurvedList"/>
    <dgm:cxn modelId="{EA1E26A0-B55A-483C-93D6-CE65C1AE0420}" srcId="{BAACCFAB-3586-4C89-82F5-30CA64F870D8}" destId="{8A8A65F4-3297-48D4-BA56-5E009D932CE9}" srcOrd="0" destOrd="0" parTransId="{334A39A2-FF71-4BDD-9616-86C39CE7B69C}" sibTransId="{03D3FB13-FD44-4B83-8171-008A3801D643}"/>
    <dgm:cxn modelId="{694963BB-EB24-47EB-94FB-55D63B6750DF}" srcId="{BAACCFAB-3586-4C89-82F5-30CA64F870D8}" destId="{6FA26B6B-FE4B-41F5-B2A9-9ADC30544D27}" srcOrd="3" destOrd="0" parTransId="{245EF0CD-4968-48A8-8F70-EDA6261BA5C2}" sibTransId="{C27AA268-7724-445B-AE9F-7BBDD4272BB6}"/>
    <dgm:cxn modelId="{A24D34DD-8B66-4972-81CF-2887B787E5DE}" type="presOf" srcId="{A3D7627C-3309-4716-B9B9-F2D918728006}" destId="{BD20C5DB-CD08-4AEF-87F2-098846C6D817}" srcOrd="0" destOrd="0" presId="urn:microsoft.com/office/officeart/2008/layout/VerticalCurvedList"/>
    <dgm:cxn modelId="{FC7507ED-1855-46BF-8EF6-81B905137BAB}" type="presOf" srcId="{446430FD-F2F4-476B-98F5-9A925A78FC3A}" destId="{59B95563-7B5B-4225-831A-29E1EEB39012}" srcOrd="0" destOrd="0" presId="urn:microsoft.com/office/officeart/2008/layout/VerticalCurvedList"/>
    <dgm:cxn modelId="{31AF39F6-3C31-4C06-8BE6-D647A8EC59D0}" srcId="{BAACCFAB-3586-4C89-82F5-30CA64F870D8}" destId="{446430FD-F2F4-476B-98F5-9A925A78FC3A}" srcOrd="2" destOrd="0" parTransId="{02E8D32E-D7F0-4144-AD3E-2C1C18F83F1A}" sibTransId="{7D0852B4-8680-47AF-BD9B-F9EB79E56F9F}"/>
    <dgm:cxn modelId="{558409AD-A731-448E-B68E-30D5E38E13BE}" type="presParOf" srcId="{D9AC989D-0392-4E4F-99CD-2C53326A6D27}" destId="{4326E8B3-941A-4426-AF03-8F04119C7B5E}" srcOrd="0" destOrd="0" presId="urn:microsoft.com/office/officeart/2008/layout/VerticalCurvedList"/>
    <dgm:cxn modelId="{515EB6E3-496A-4268-AD99-6DEFE35C317A}" type="presParOf" srcId="{4326E8B3-941A-4426-AF03-8F04119C7B5E}" destId="{EBF0CB57-1D7C-46E6-8D1C-837FC77CA2DB}" srcOrd="0" destOrd="0" presId="urn:microsoft.com/office/officeart/2008/layout/VerticalCurvedList"/>
    <dgm:cxn modelId="{509F4B5B-6226-4AE7-8873-89F00A14E64D}" type="presParOf" srcId="{EBF0CB57-1D7C-46E6-8D1C-837FC77CA2DB}" destId="{99C9E886-D521-4426-8B22-767111540D6D}" srcOrd="0" destOrd="0" presId="urn:microsoft.com/office/officeart/2008/layout/VerticalCurvedList"/>
    <dgm:cxn modelId="{B3ED85F0-34C3-43CC-9C63-02B4D9EE0B67}" type="presParOf" srcId="{EBF0CB57-1D7C-46E6-8D1C-837FC77CA2DB}" destId="{CEC8AA7D-EF4E-4DA8-9550-E2EA63F97D35}" srcOrd="1" destOrd="0" presId="urn:microsoft.com/office/officeart/2008/layout/VerticalCurvedList"/>
    <dgm:cxn modelId="{FF41EE68-8AD1-40BD-B80C-2B1F9B903693}" type="presParOf" srcId="{EBF0CB57-1D7C-46E6-8D1C-837FC77CA2DB}" destId="{1B055E60-233D-4622-B64D-35F4FB8190BC}" srcOrd="2" destOrd="0" presId="urn:microsoft.com/office/officeart/2008/layout/VerticalCurvedList"/>
    <dgm:cxn modelId="{C7EAA817-D895-47E6-83F0-44158E886BF2}" type="presParOf" srcId="{EBF0CB57-1D7C-46E6-8D1C-837FC77CA2DB}" destId="{AD6EDB53-8DDE-4491-A6D8-441205F3C400}" srcOrd="3" destOrd="0" presId="urn:microsoft.com/office/officeart/2008/layout/VerticalCurvedList"/>
    <dgm:cxn modelId="{636F86D9-0DB6-43A0-8EE3-6166886FD4E1}" type="presParOf" srcId="{4326E8B3-941A-4426-AF03-8F04119C7B5E}" destId="{279D66B1-924F-4156-A795-F5AD9EBCE56B}" srcOrd="1" destOrd="0" presId="urn:microsoft.com/office/officeart/2008/layout/VerticalCurvedList"/>
    <dgm:cxn modelId="{AFE396AC-6536-42E9-B244-734CCB4C0722}" type="presParOf" srcId="{4326E8B3-941A-4426-AF03-8F04119C7B5E}" destId="{4B6FCCC4-07BB-41FE-A522-AF3D59937221}" srcOrd="2" destOrd="0" presId="urn:microsoft.com/office/officeart/2008/layout/VerticalCurvedList"/>
    <dgm:cxn modelId="{2C4686AD-E2EC-4270-B4F7-D83678AD4523}" type="presParOf" srcId="{4B6FCCC4-07BB-41FE-A522-AF3D59937221}" destId="{A5D8DC03-AC76-4F8B-9095-82230B702966}" srcOrd="0" destOrd="0" presId="urn:microsoft.com/office/officeart/2008/layout/VerticalCurvedList"/>
    <dgm:cxn modelId="{2E6C2334-7D94-44F8-B217-BFA432EA51F1}" type="presParOf" srcId="{4326E8B3-941A-4426-AF03-8F04119C7B5E}" destId="{8D79543D-0D4F-4D1C-9E04-9B163A8C7FF2}" srcOrd="3" destOrd="0" presId="urn:microsoft.com/office/officeart/2008/layout/VerticalCurvedList"/>
    <dgm:cxn modelId="{B79C14DD-6292-4FF9-96B1-7B67E010F2BA}" type="presParOf" srcId="{4326E8B3-941A-4426-AF03-8F04119C7B5E}" destId="{676C91B2-566A-4982-9B9A-9CA8A51BF231}" srcOrd="4" destOrd="0" presId="urn:microsoft.com/office/officeart/2008/layout/VerticalCurvedList"/>
    <dgm:cxn modelId="{902B5732-C413-4F61-A58D-B9D1A88FDD62}" type="presParOf" srcId="{676C91B2-566A-4982-9B9A-9CA8A51BF231}" destId="{A694E9F5-D20F-4CE0-AAEF-A8AF7BCB9440}" srcOrd="0" destOrd="0" presId="urn:microsoft.com/office/officeart/2008/layout/VerticalCurvedList"/>
    <dgm:cxn modelId="{DD92076B-F683-4DA0-AEF5-CC1BAFFA6BCA}" type="presParOf" srcId="{4326E8B3-941A-4426-AF03-8F04119C7B5E}" destId="{59B95563-7B5B-4225-831A-29E1EEB39012}" srcOrd="5" destOrd="0" presId="urn:microsoft.com/office/officeart/2008/layout/VerticalCurvedList"/>
    <dgm:cxn modelId="{71F868BD-867F-421C-A8A0-4CFCF0512CE0}" type="presParOf" srcId="{4326E8B3-941A-4426-AF03-8F04119C7B5E}" destId="{BECF69A7-2196-47C3-BE4C-D989FD88B487}" srcOrd="6" destOrd="0" presId="urn:microsoft.com/office/officeart/2008/layout/VerticalCurvedList"/>
    <dgm:cxn modelId="{4DC9B1D4-F82F-47C7-A500-D780CCA36B3F}" type="presParOf" srcId="{BECF69A7-2196-47C3-BE4C-D989FD88B487}" destId="{206E9F62-904C-4E09-965F-8F6A1D50CE99}" srcOrd="0" destOrd="0" presId="urn:microsoft.com/office/officeart/2008/layout/VerticalCurvedList"/>
    <dgm:cxn modelId="{8FF430CA-93D8-416F-920C-6BFF9C011834}" type="presParOf" srcId="{4326E8B3-941A-4426-AF03-8F04119C7B5E}" destId="{6361ADEE-DDC8-4B92-A22E-8B90489C3496}" srcOrd="7" destOrd="0" presId="urn:microsoft.com/office/officeart/2008/layout/VerticalCurvedList"/>
    <dgm:cxn modelId="{7ECF39A8-F633-45DA-BEB2-9BFFC637141F}" type="presParOf" srcId="{4326E8B3-941A-4426-AF03-8F04119C7B5E}" destId="{B73B53AD-4868-436B-8E6C-DE9549E1B95D}" srcOrd="8" destOrd="0" presId="urn:microsoft.com/office/officeart/2008/layout/VerticalCurvedList"/>
    <dgm:cxn modelId="{B6B73A3E-E29D-45F2-9CEA-DDDBABE8A0A2}" type="presParOf" srcId="{B73B53AD-4868-436B-8E6C-DE9549E1B95D}" destId="{2701C0E2-42F7-4EF8-915B-95DB5DB722B2}" srcOrd="0" destOrd="0" presId="urn:microsoft.com/office/officeart/2008/layout/VerticalCurvedList"/>
    <dgm:cxn modelId="{EFD5AFD0-98C0-436D-B579-4E1F24C990BE}" type="presParOf" srcId="{4326E8B3-941A-4426-AF03-8F04119C7B5E}" destId="{BD20C5DB-CD08-4AEF-87F2-098846C6D817}" srcOrd="9" destOrd="0" presId="urn:microsoft.com/office/officeart/2008/layout/VerticalCurvedList"/>
    <dgm:cxn modelId="{A9E9C6E0-81E4-49CC-8EC9-1BD3281F6093}" type="presParOf" srcId="{4326E8B3-941A-4426-AF03-8F04119C7B5E}" destId="{1BB83503-308E-492B-8BF7-EB6AC7849597}" srcOrd="10" destOrd="0" presId="urn:microsoft.com/office/officeart/2008/layout/VerticalCurvedList"/>
    <dgm:cxn modelId="{022B68BD-A836-49FC-93BD-A39EBEB8F2D9}" type="presParOf" srcId="{1BB83503-308E-492B-8BF7-EB6AC7849597}" destId="{B0C54EBB-8ADF-4962-BF7D-1A4063195482}" srcOrd="0" destOrd="0" presId="urn:microsoft.com/office/officeart/2008/layout/VerticalCurvedList"/>
    <dgm:cxn modelId="{8E7F85A6-8663-44E6-B8A2-A825E79A1279}" type="presParOf" srcId="{4326E8B3-941A-4426-AF03-8F04119C7B5E}" destId="{126B5754-9BAB-4335-8048-CAA059B4AA0E}" srcOrd="11" destOrd="0" presId="urn:microsoft.com/office/officeart/2008/layout/VerticalCurvedList"/>
    <dgm:cxn modelId="{084DA166-2973-4F3E-95CC-BA0E082C046C}" type="presParOf" srcId="{4326E8B3-941A-4426-AF03-8F04119C7B5E}" destId="{89B00F1C-2CBE-49FE-B6D2-CB51C88DE4E0}" srcOrd="12" destOrd="0" presId="urn:microsoft.com/office/officeart/2008/layout/VerticalCurvedList"/>
    <dgm:cxn modelId="{23710884-5BDA-4A50-A4E8-89C275F49CF7}" type="presParOf" srcId="{89B00F1C-2CBE-49FE-B6D2-CB51C88DE4E0}" destId="{C2EDE2D4-FAE3-405D-AAC7-232D5860DC6B}" srcOrd="0" destOrd="0" presId="urn:microsoft.com/office/officeart/2008/layout/VerticalCurv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pPr>
            <a:lnSpc>
              <a:spcPct val="100000"/>
            </a:lnSpc>
            <a:spcAft>
              <a:spcPts val="0"/>
            </a:spcAft>
          </a:pPr>
          <a:r>
            <a:rPr lang="zh-CN" altLang="en-US" dirty="0"/>
            <a:t>范围</a:t>
          </a:r>
          <a:endParaRPr lang="en-US" altLang="zh-CN" dirty="0"/>
        </a:p>
        <a:p>
          <a:pPr>
            <a:lnSpc>
              <a:spcPct val="100000"/>
            </a:lnSpc>
            <a:spcAft>
              <a:spcPts val="0"/>
            </a:spcAft>
          </a:pPr>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pPr>
            <a:lnSpc>
              <a:spcPct val="100000"/>
            </a:lnSpc>
            <a:spcAft>
              <a:spcPts val="0"/>
            </a:spcAft>
          </a:pPr>
          <a:r>
            <a:rPr lang="zh-CN" altLang="en-US" dirty="0"/>
            <a:t>时间</a:t>
          </a:r>
          <a:endParaRPr lang="en-US" altLang="zh-CN" dirty="0"/>
        </a:p>
        <a:p>
          <a:pPr>
            <a:lnSpc>
              <a:spcPct val="100000"/>
            </a:lnSpc>
            <a:spcAft>
              <a:spcPts val="0"/>
            </a:spcAft>
          </a:pPr>
          <a:r>
            <a:rPr lang="en-US" altLang="zh-CN" dirty="0"/>
            <a:t>Time</a:t>
          </a:r>
          <a:endParaRPr lang="zh-CN" altLang="en-US" dirty="0"/>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pPr>
            <a:lnSpc>
              <a:spcPct val="100000"/>
            </a:lnSpc>
            <a:spcAft>
              <a:spcPts val="0"/>
            </a:spcAft>
          </a:pPr>
          <a:r>
            <a:rPr lang="zh-CN" altLang="en-US" dirty="0"/>
            <a:t>成本</a:t>
          </a:r>
          <a:endParaRPr lang="en-US" altLang="zh-CN" dirty="0"/>
        </a:p>
        <a:p>
          <a:pPr>
            <a:lnSpc>
              <a:spcPct val="100000"/>
            </a:lnSpc>
            <a:spcAft>
              <a:spcPts val="0"/>
            </a:spcAft>
          </a:pPr>
          <a:r>
            <a:rPr lang="en-US" altLang="zh-CN" dirty="0"/>
            <a:t>Cost</a:t>
          </a:r>
          <a:endParaRPr lang="zh-CN" altLang="en-US" dirty="0"/>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D84DE132-2077-4703-B7A4-A2AADC558C7E}" type="doc">
      <dgm:prSet loTypeId="urn:microsoft.com/office/officeart/2005/8/layout/radial1" loCatId="relationship" qsTypeId="urn:microsoft.com/office/officeart/2005/8/quickstyle/simple4" qsCatId="simple" csTypeId="urn:microsoft.com/office/officeart/2005/8/colors/colorful4" csCatId="colorful" phldr="1"/>
      <dgm:spPr/>
      <dgm:t>
        <a:bodyPr/>
        <a:lstStyle/>
        <a:p>
          <a:endParaRPr lang="zh-CN" altLang="en-US"/>
        </a:p>
      </dgm:t>
    </dgm:pt>
    <dgm:pt modelId="{314BF430-32F3-4937-B7A8-CDBC50A28586}">
      <dgm:prSet phldrT="[文本]" custT="1"/>
      <dgm:spPr>
        <a:solidFill>
          <a:schemeClr val="accent2"/>
        </a:solidFill>
      </dgm:spPr>
      <dgm:t>
        <a:bodyPr/>
        <a:lstStyle/>
        <a:p>
          <a:r>
            <a:rPr lang="en-US" altLang="zh-CN" sz="1600" dirty="0"/>
            <a:t>Why</a:t>
          </a:r>
          <a:endParaRPr lang="zh-CN" altLang="en-US" sz="1600" dirty="0"/>
        </a:p>
      </dgm:t>
    </dgm:pt>
    <dgm:pt modelId="{FFF528F2-CD86-4C30-9CDA-FBA4F0F0AD51}" type="parTrans" cxnId="{7A3587CB-3A67-4010-9066-02B15F2FD936}">
      <dgm:prSet/>
      <dgm:spPr/>
      <dgm:t>
        <a:bodyPr/>
        <a:lstStyle/>
        <a:p>
          <a:endParaRPr lang="zh-CN" altLang="en-US" sz="1600"/>
        </a:p>
      </dgm:t>
    </dgm:pt>
    <dgm:pt modelId="{305F5B84-54DA-40BC-92F0-2D234A72D198}" type="sibTrans" cxnId="{7A3587CB-3A67-4010-9066-02B15F2FD936}">
      <dgm:prSet/>
      <dgm:spPr/>
      <dgm:t>
        <a:bodyPr/>
        <a:lstStyle/>
        <a:p>
          <a:endParaRPr lang="zh-CN" altLang="en-US" sz="1600"/>
        </a:p>
      </dgm:t>
    </dgm:pt>
    <dgm:pt modelId="{324CA685-49BD-4BD5-A8FD-A5710D9AC13B}">
      <dgm:prSet phldrT="[文本]" custT="1"/>
      <dgm:spPr/>
      <dgm:t>
        <a:bodyPr/>
        <a:lstStyle/>
        <a:p>
          <a:r>
            <a:rPr lang="zh-CN" altLang="en-US" sz="1600" dirty="0"/>
            <a:t>更加灵活</a:t>
          </a:r>
        </a:p>
      </dgm:t>
    </dgm:pt>
    <dgm:pt modelId="{7D8C2A10-8A07-4F15-B8A5-39F77B79AFE9}" type="parTrans" cxnId="{73B17A59-9241-4F2B-B6B4-885F888C132A}">
      <dgm:prSet custT="1"/>
      <dgm:spPr/>
      <dgm:t>
        <a:bodyPr/>
        <a:lstStyle/>
        <a:p>
          <a:endParaRPr lang="zh-CN" altLang="en-US" sz="1600"/>
        </a:p>
      </dgm:t>
    </dgm:pt>
    <dgm:pt modelId="{28D2BF1F-59FB-44D8-8FD5-92B443E44216}" type="sibTrans" cxnId="{73B17A59-9241-4F2B-B6B4-885F888C132A}">
      <dgm:prSet/>
      <dgm:spPr/>
      <dgm:t>
        <a:bodyPr/>
        <a:lstStyle/>
        <a:p>
          <a:endParaRPr lang="zh-CN" altLang="en-US" sz="1600"/>
        </a:p>
      </dgm:t>
    </dgm:pt>
    <dgm:pt modelId="{87606509-C3F9-4238-A894-635D82EAB841}">
      <dgm:prSet phldrT="[文本]" custT="1"/>
      <dgm:spPr/>
      <dgm:t>
        <a:bodyPr/>
        <a:lstStyle/>
        <a:p>
          <a:r>
            <a:rPr lang="zh-CN" altLang="en-US" sz="1600" dirty="0"/>
            <a:t>快速交付</a:t>
          </a:r>
        </a:p>
      </dgm:t>
    </dgm:pt>
    <dgm:pt modelId="{D87EC061-DBBC-46D1-80B0-D3B15C61D5FF}" type="parTrans" cxnId="{1BC08063-DF8E-4682-A997-CCAA4FAB1183}">
      <dgm:prSet custT="1"/>
      <dgm:spPr/>
      <dgm:t>
        <a:bodyPr/>
        <a:lstStyle/>
        <a:p>
          <a:endParaRPr lang="zh-CN" altLang="en-US" sz="1600"/>
        </a:p>
      </dgm:t>
    </dgm:pt>
    <dgm:pt modelId="{70C0542A-0A11-4E9D-9606-9272B5AF48C0}" type="sibTrans" cxnId="{1BC08063-DF8E-4682-A997-CCAA4FAB1183}">
      <dgm:prSet/>
      <dgm:spPr/>
      <dgm:t>
        <a:bodyPr/>
        <a:lstStyle/>
        <a:p>
          <a:endParaRPr lang="zh-CN" altLang="en-US" sz="1600"/>
        </a:p>
      </dgm:t>
    </dgm:pt>
    <dgm:pt modelId="{D8FE1109-6BE6-4606-AE0B-4682160FB4B6}">
      <dgm:prSet phldrT="[文本]" custT="1"/>
      <dgm:spPr/>
      <dgm:t>
        <a:bodyPr/>
        <a:lstStyle/>
        <a:p>
          <a:r>
            <a:rPr lang="zh-CN" altLang="en-US" sz="1600" dirty="0"/>
            <a:t>持续改进</a:t>
          </a:r>
        </a:p>
      </dgm:t>
    </dgm:pt>
    <dgm:pt modelId="{5662D5C6-378B-4690-BCED-2C584281D3AA}" type="parTrans" cxnId="{4E294A44-DFF9-48D0-A9F0-63F8A415BCD3}">
      <dgm:prSet custT="1"/>
      <dgm:spPr/>
      <dgm:t>
        <a:bodyPr/>
        <a:lstStyle/>
        <a:p>
          <a:endParaRPr lang="zh-CN" altLang="en-US" sz="1600"/>
        </a:p>
      </dgm:t>
    </dgm:pt>
    <dgm:pt modelId="{EDA8ED59-D48E-4854-BCE5-1B6D47008CE9}" type="sibTrans" cxnId="{4E294A44-DFF9-48D0-A9F0-63F8A415BCD3}">
      <dgm:prSet/>
      <dgm:spPr/>
      <dgm:t>
        <a:bodyPr/>
        <a:lstStyle/>
        <a:p>
          <a:endParaRPr lang="zh-CN" altLang="en-US" sz="1600"/>
        </a:p>
      </dgm:t>
    </dgm:pt>
    <dgm:pt modelId="{39635E2A-0DDE-480A-BDA0-5F9B3A206D03}">
      <dgm:prSet phldrT="[文本]" custT="1"/>
      <dgm:spPr/>
      <dgm:t>
        <a:bodyPr/>
        <a:lstStyle/>
        <a:p>
          <a:r>
            <a:rPr lang="zh-CN" altLang="en-US" sz="1600" dirty="0"/>
            <a:t>更低风险</a:t>
          </a:r>
        </a:p>
      </dgm:t>
    </dgm:pt>
    <dgm:pt modelId="{D8A66E85-A2FA-4154-ACB7-ADCF5F955258}" type="parTrans" cxnId="{9120F8DE-3D09-4BF1-B92A-C934B465E308}">
      <dgm:prSet custT="1"/>
      <dgm:spPr/>
      <dgm:t>
        <a:bodyPr/>
        <a:lstStyle/>
        <a:p>
          <a:endParaRPr lang="zh-CN" altLang="en-US" sz="1600"/>
        </a:p>
      </dgm:t>
    </dgm:pt>
    <dgm:pt modelId="{EBC4C119-FFAC-44A5-A81A-730732D0306D}" type="sibTrans" cxnId="{9120F8DE-3D09-4BF1-B92A-C934B465E308}">
      <dgm:prSet/>
      <dgm:spPr/>
      <dgm:t>
        <a:bodyPr/>
        <a:lstStyle/>
        <a:p>
          <a:endParaRPr lang="zh-CN" altLang="en-US" sz="1600"/>
        </a:p>
      </dgm:t>
    </dgm:pt>
    <dgm:pt modelId="{88DF8FA3-2CAD-4DF7-B7B1-753EA1DB78DE}" type="pres">
      <dgm:prSet presAssocID="{D84DE132-2077-4703-B7A4-A2AADC558C7E}" presName="cycle" presStyleCnt="0">
        <dgm:presLayoutVars>
          <dgm:chMax val="1"/>
          <dgm:dir/>
          <dgm:animLvl val="ctr"/>
          <dgm:resizeHandles val="exact"/>
        </dgm:presLayoutVars>
      </dgm:prSet>
      <dgm:spPr/>
    </dgm:pt>
    <dgm:pt modelId="{464B45C3-0AF6-47BB-9A22-CE67FAB0AA3E}" type="pres">
      <dgm:prSet presAssocID="{314BF430-32F3-4937-B7A8-CDBC50A28586}" presName="centerShape" presStyleLbl="node0" presStyleIdx="0" presStyleCnt="1" custScaleX="85025" custScaleY="85025"/>
      <dgm:spPr/>
    </dgm:pt>
    <dgm:pt modelId="{975E2179-5B44-4C7C-8365-360AE9BC57CE}" type="pres">
      <dgm:prSet presAssocID="{7D8C2A10-8A07-4F15-B8A5-39F77B79AFE9}" presName="Name9" presStyleLbl="parChTrans1D2" presStyleIdx="0" presStyleCnt="4"/>
      <dgm:spPr/>
    </dgm:pt>
    <dgm:pt modelId="{E33FB390-C904-4FD8-A15E-3800D56F84E7}" type="pres">
      <dgm:prSet presAssocID="{7D8C2A10-8A07-4F15-B8A5-39F77B79AFE9}" presName="connTx" presStyleLbl="parChTrans1D2" presStyleIdx="0" presStyleCnt="4"/>
      <dgm:spPr/>
    </dgm:pt>
    <dgm:pt modelId="{97A1FBD0-355A-40F0-A5B5-0CB7D9F517E7}" type="pres">
      <dgm:prSet presAssocID="{324CA685-49BD-4BD5-A8FD-A5710D9AC13B}" presName="node" presStyleLbl="node1" presStyleIdx="0" presStyleCnt="4" custScaleY="62352" custRadScaleRad="84105">
        <dgm:presLayoutVars>
          <dgm:bulletEnabled val="1"/>
        </dgm:presLayoutVars>
      </dgm:prSet>
      <dgm:spPr/>
    </dgm:pt>
    <dgm:pt modelId="{6F0F21AE-4F5E-4AF8-B30B-6A1BD7B4CC6B}" type="pres">
      <dgm:prSet presAssocID="{D87EC061-DBBC-46D1-80B0-D3B15C61D5FF}" presName="Name9" presStyleLbl="parChTrans1D2" presStyleIdx="1" presStyleCnt="4"/>
      <dgm:spPr/>
    </dgm:pt>
    <dgm:pt modelId="{2F4D718C-E597-49BE-8061-06D5428541D3}" type="pres">
      <dgm:prSet presAssocID="{D87EC061-DBBC-46D1-80B0-D3B15C61D5FF}" presName="connTx" presStyleLbl="parChTrans1D2" presStyleIdx="1" presStyleCnt="4"/>
      <dgm:spPr/>
    </dgm:pt>
    <dgm:pt modelId="{590766A8-5808-4CA5-BBD8-D66F69DB632D}" type="pres">
      <dgm:prSet presAssocID="{87606509-C3F9-4238-A894-635D82EAB841}" presName="node" presStyleLbl="node1" presStyleIdx="1" presStyleCnt="4" custScaleY="62352">
        <dgm:presLayoutVars>
          <dgm:bulletEnabled val="1"/>
        </dgm:presLayoutVars>
      </dgm:prSet>
      <dgm:spPr/>
    </dgm:pt>
    <dgm:pt modelId="{EE77998E-46B7-4462-AF32-3B24A8CD2A18}" type="pres">
      <dgm:prSet presAssocID="{5662D5C6-378B-4690-BCED-2C584281D3AA}" presName="Name9" presStyleLbl="parChTrans1D2" presStyleIdx="2" presStyleCnt="4"/>
      <dgm:spPr/>
    </dgm:pt>
    <dgm:pt modelId="{DF0D23E6-ADB9-4155-A3F6-CF3B91C014DD}" type="pres">
      <dgm:prSet presAssocID="{5662D5C6-378B-4690-BCED-2C584281D3AA}" presName="connTx" presStyleLbl="parChTrans1D2" presStyleIdx="2" presStyleCnt="4"/>
      <dgm:spPr/>
    </dgm:pt>
    <dgm:pt modelId="{3961F623-076B-4CC9-BB2C-A128E1E293BD}" type="pres">
      <dgm:prSet presAssocID="{D8FE1109-6BE6-4606-AE0B-4682160FB4B6}" presName="node" presStyleLbl="node1" presStyleIdx="2" presStyleCnt="4" custScaleY="62352" custRadScaleRad="85845">
        <dgm:presLayoutVars>
          <dgm:bulletEnabled val="1"/>
        </dgm:presLayoutVars>
      </dgm:prSet>
      <dgm:spPr/>
    </dgm:pt>
    <dgm:pt modelId="{F5A83192-EC13-45DF-8F80-0F453486ADA6}" type="pres">
      <dgm:prSet presAssocID="{D8A66E85-A2FA-4154-ACB7-ADCF5F955258}" presName="Name9" presStyleLbl="parChTrans1D2" presStyleIdx="3" presStyleCnt="4"/>
      <dgm:spPr/>
    </dgm:pt>
    <dgm:pt modelId="{C2F68321-5CAA-4758-98AF-DABF07EA9C37}" type="pres">
      <dgm:prSet presAssocID="{D8A66E85-A2FA-4154-ACB7-ADCF5F955258}" presName="connTx" presStyleLbl="parChTrans1D2" presStyleIdx="3" presStyleCnt="4"/>
      <dgm:spPr/>
    </dgm:pt>
    <dgm:pt modelId="{666E3B4D-4F33-4F33-A864-E84BB2C5C61B}" type="pres">
      <dgm:prSet presAssocID="{39635E2A-0DDE-480A-BDA0-5F9B3A206D03}" presName="node" presStyleLbl="node1" presStyleIdx="3" presStyleCnt="4" custScaleY="62352">
        <dgm:presLayoutVars>
          <dgm:bulletEnabled val="1"/>
        </dgm:presLayoutVars>
      </dgm:prSet>
      <dgm:spPr/>
    </dgm:pt>
  </dgm:ptLst>
  <dgm:cxnLst>
    <dgm:cxn modelId="{3D475907-57F0-465C-B5C0-6F2520440C26}" type="presOf" srcId="{D84DE132-2077-4703-B7A4-A2AADC558C7E}" destId="{88DF8FA3-2CAD-4DF7-B7B1-753EA1DB78DE}" srcOrd="0" destOrd="0" presId="urn:microsoft.com/office/officeart/2005/8/layout/radial1"/>
    <dgm:cxn modelId="{ED01BA13-D853-4441-BC38-55EF94DE5F2D}" type="presOf" srcId="{D8A66E85-A2FA-4154-ACB7-ADCF5F955258}" destId="{C2F68321-5CAA-4758-98AF-DABF07EA9C37}" srcOrd="1" destOrd="0" presId="urn:microsoft.com/office/officeart/2005/8/layout/radial1"/>
    <dgm:cxn modelId="{24457825-D76D-476F-8D6D-FABF36CDA4F4}" type="presOf" srcId="{5662D5C6-378B-4690-BCED-2C584281D3AA}" destId="{EE77998E-46B7-4462-AF32-3B24A8CD2A18}" srcOrd="0" destOrd="0" presId="urn:microsoft.com/office/officeart/2005/8/layout/radial1"/>
    <dgm:cxn modelId="{79600243-0B64-41DD-8403-ECF2CCB28CC7}" type="presOf" srcId="{87606509-C3F9-4238-A894-635D82EAB841}" destId="{590766A8-5808-4CA5-BBD8-D66F69DB632D}" srcOrd="0" destOrd="0" presId="urn:microsoft.com/office/officeart/2005/8/layout/radial1"/>
    <dgm:cxn modelId="{1BC08063-DF8E-4682-A997-CCAA4FAB1183}" srcId="{314BF430-32F3-4937-B7A8-CDBC50A28586}" destId="{87606509-C3F9-4238-A894-635D82EAB841}" srcOrd="1" destOrd="0" parTransId="{D87EC061-DBBC-46D1-80B0-D3B15C61D5FF}" sibTransId="{70C0542A-0A11-4E9D-9606-9272B5AF48C0}"/>
    <dgm:cxn modelId="{4E294A44-DFF9-48D0-A9F0-63F8A415BCD3}" srcId="{314BF430-32F3-4937-B7A8-CDBC50A28586}" destId="{D8FE1109-6BE6-4606-AE0B-4682160FB4B6}" srcOrd="2" destOrd="0" parTransId="{5662D5C6-378B-4690-BCED-2C584281D3AA}" sibTransId="{EDA8ED59-D48E-4854-BCE5-1B6D47008CE9}"/>
    <dgm:cxn modelId="{BD1D6C46-F528-4940-B3DA-F4C29C68881A}" type="presOf" srcId="{39635E2A-0DDE-480A-BDA0-5F9B3A206D03}" destId="{666E3B4D-4F33-4F33-A864-E84BB2C5C61B}" srcOrd="0" destOrd="0" presId="urn:microsoft.com/office/officeart/2005/8/layout/radial1"/>
    <dgm:cxn modelId="{58EA3D55-5EEF-4232-9F84-2D0F7A01DD15}" type="presOf" srcId="{7D8C2A10-8A07-4F15-B8A5-39F77B79AFE9}" destId="{E33FB390-C904-4FD8-A15E-3800D56F84E7}" srcOrd="1" destOrd="0" presId="urn:microsoft.com/office/officeart/2005/8/layout/radial1"/>
    <dgm:cxn modelId="{C3148755-3C03-446E-998C-DFBFEE98AB23}" type="presOf" srcId="{D8A66E85-A2FA-4154-ACB7-ADCF5F955258}" destId="{F5A83192-EC13-45DF-8F80-0F453486ADA6}" srcOrd="0" destOrd="0" presId="urn:microsoft.com/office/officeart/2005/8/layout/radial1"/>
    <dgm:cxn modelId="{73B17A59-9241-4F2B-B6B4-885F888C132A}" srcId="{314BF430-32F3-4937-B7A8-CDBC50A28586}" destId="{324CA685-49BD-4BD5-A8FD-A5710D9AC13B}" srcOrd="0" destOrd="0" parTransId="{7D8C2A10-8A07-4F15-B8A5-39F77B79AFE9}" sibTransId="{28D2BF1F-59FB-44D8-8FD5-92B443E44216}"/>
    <dgm:cxn modelId="{6FB6C07C-9817-49D2-B1E0-812569C63254}" type="presOf" srcId="{7D8C2A10-8A07-4F15-B8A5-39F77B79AFE9}" destId="{975E2179-5B44-4C7C-8365-360AE9BC57CE}" srcOrd="0" destOrd="0" presId="urn:microsoft.com/office/officeart/2005/8/layout/radial1"/>
    <dgm:cxn modelId="{8C0AAD96-BD91-4C8E-BE54-E5952379068D}" type="presOf" srcId="{D8FE1109-6BE6-4606-AE0B-4682160FB4B6}" destId="{3961F623-076B-4CC9-BB2C-A128E1E293BD}" srcOrd="0" destOrd="0" presId="urn:microsoft.com/office/officeart/2005/8/layout/radial1"/>
    <dgm:cxn modelId="{713EFA97-CA8D-44C0-8E5B-A66DDA8A81E3}" type="presOf" srcId="{5662D5C6-378B-4690-BCED-2C584281D3AA}" destId="{DF0D23E6-ADB9-4155-A3F6-CF3B91C014DD}" srcOrd="1" destOrd="0" presId="urn:microsoft.com/office/officeart/2005/8/layout/radial1"/>
    <dgm:cxn modelId="{7C3D6DBC-61B3-4E5A-A679-DDAEE14624BD}" type="presOf" srcId="{D87EC061-DBBC-46D1-80B0-D3B15C61D5FF}" destId="{2F4D718C-E597-49BE-8061-06D5428541D3}" srcOrd="1" destOrd="0" presId="urn:microsoft.com/office/officeart/2005/8/layout/radial1"/>
    <dgm:cxn modelId="{7A3587CB-3A67-4010-9066-02B15F2FD936}" srcId="{D84DE132-2077-4703-B7A4-A2AADC558C7E}" destId="{314BF430-32F3-4937-B7A8-CDBC50A28586}" srcOrd="0" destOrd="0" parTransId="{FFF528F2-CD86-4C30-9CDA-FBA4F0F0AD51}" sibTransId="{305F5B84-54DA-40BC-92F0-2D234A72D198}"/>
    <dgm:cxn modelId="{7E7627D2-2A5A-4546-A8F3-145580E00247}" type="presOf" srcId="{324CA685-49BD-4BD5-A8FD-A5710D9AC13B}" destId="{97A1FBD0-355A-40F0-A5B5-0CB7D9F517E7}" srcOrd="0" destOrd="0" presId="urn:microsoft.com/office/officeart/2005/8/layout/radial1"/>
    <dgm:cxn modelId="{9120F8DE-3D09-4BF1-B92A-C934B465E308}" srcId="{314BF430-32F3-4937-B7A8-CDBC50A28586}" destId="{39635E2A-0DDE-480A-BDA0-5F9B3A206D03}" srcOrd="3" destOrd="0" parTransId="{D8A66E85-A2FA-4154-ACB7-ADCF5F955258}" sibTransId="{EBC4C119-FFAC-44A5-A81A-730732D0306D}"/>
    <dgm:cxn modelId="{8E6882ED-45AF-4164-A43B-9EEED4A017C6}" type="presOf" srcId="{D87EC061-DBBC-46D1-80B0-D3B15C61D5FF}" destId="{6F0F21AE-4F5E-4AF8-B30B-6A1BD7B4CC6B}" srcOrd="0" destOrd="0" presId="urn:microsoft.com/office/officeart/2005/8/layout/radial1"/>
    <dgm:cxn modelId="{1C7EBDF3-B7FA-4E6B-BB4C-0849E8D3D769}" type="presOf" srcId="{314BF430-32F3-4937-B7A8-CDBC50A28586}" destId="{464B45C3-0AF6-47BB-9A22-CE67FAB0AA3E}" srcOrd="0" destOrd="0" presId="urn:microsoft.com/office/officeart/2005/8/layout/radial1"/>
    <dgm:cxn modelId="{D4FC0F3F-071D-4993-82C2-156DAF06E61A}" type="presParOf" srcId="{88DF8FA3-2CAD-4DF7-B7B1-753EA1DB78DE}" destId="{464B45C3-0AF6-47BB-9A22-CE67FAB0AA3E}" srcOrd="0" destOrd="0" presId="urn:microsoft.com/office/officeart/2005/8/layout/radial1"/>
    <dgm:cxn modelId="{71B93FB0-8A03-47D9-8AC8-F428BEB74064}" type="presParOf" srcId="{88DF8FA3-2CAD-4DF7-B7B1-753EA1DB78DE}" destId="{975E2179-5B44-4C7C-8365-360AE9BC57CE}" srcOrd="1" destOrd="0" presId="urn:microsoft.com/office/officeart/2005/8/layout/radial1"/>
    <dgm:cxn modelId="{88DDCAE5-0C67-406E-8EC7-16DDA64F7CDA}" type="presParOf" srcId="{975E2179-5B44-4C7C-8365-360AE9BC57CE}" destId="{E33FB390-C904-4FD8-A15E-3800D56F84E7}" srcOrd="0" destOrd="0" presId="urn:microsoft.com/office/officeart/2005/8/layout/radial1"/>
    <dgm:cxn modelId="{A25CA61A-1FC7-4F9B-AF2C-36C2A703EC22}" type="presParOf" srcId="{88DF8FA3-2CAD-4DF7-B7B1-753EA1DB78DE}" destId="{97A1FBD0-355A-40F0-A5B5-0CB7D9F517E7}" srcOrd="2" destOrd="0" presId="urn:microsoft.com/office/officeart/2005/8/layout/radial1"/>
    <dgm:cxn modelId="{1029B324-A1E0-4DBC-9F11-CD16F34FAD37}" type="presParOf" srcId="{88DF8FA3-2CAD-4DF7-B7B1-753EA1DB78DE}" destId="{6F0F21AE-4F5E-4AF8-B30B-6A1BD7B4CC6B}" srcOrd="3" destOrd="0" presId="urn:microsoft.com/office/officeart/2005/8/layout/radial1"/>
    <dgm:cxn modelId="{CA1BE2A6-BE2C-4537-948E-F9A8F4286BC1}" type="presParOf" srcId="{6F0F21AE-4F5E-4AF8-B30B-6A1BD7B4CC6B}" destId="{2F4D718C-E597-49BE-8061-06D5428541D3}" srcOrd="0" destOrd="0" presId="urn:microsoft.com/office/officeart/2005/8/layout/radial1"/>
    <dgm:cxn modelId="{E108594B-3137-4D2E-83FF-EA5F4B6C4397}" type="presParOf" srcId="{88DF8FA3-2CAD-4DF7-B7B1-753EA1DB78DE}" destId="{590766A8-5808-4CA5-BBD8-D66F69DB632D}" srcOrd="4" destOrd="0" presId="urn:microsoft.com/office/officeart/2005/8/layout/radial1"/>
    <dgm:cxn modelId="{B36FA580-3FBB-4ABA-8A6E-D7FB7BE2AE9D}" type="presParOf" srcId="{88DF8FA3-2CAD-4DF7-B7B1-753EA1DB78DE}" destId="{EE77998E-46B7-4462-AF32-3B24A8CD2A18}" srcOrd="5" destOrd="0" presId="urn:microsoft.com/office/officeart/2005/8/layout/radial1"/>
    <dgm:cxn modelId="{550B1620-856B-49BC-A72B-7C54FF50F1F0}" type="presParOf" srcId="{EE77998E-46B7-4462-AF32-3B24A8CD2A18}" destId="{DF0D23E6-ADB9-4155-A3F6-CF3B91C014DD}" srcOrd="0" destOrd="0" presId="urn:microsoft.com/office/officeart/2005/8/layout/radial1"/>
    <dgm:cxn modelId="{DF3B8AD8-D81B-4C58-880B-6536C6A82BBD}" type="presParOf" srcId="{88DF8FA3-2CAD-4DF7-B7B1-753EA1DB78DE}" destId="{3961F623-076B-4CC9-BB2C-A128E1E293BD}" srcOrd="6" destOrd="0" presId="urn:microsoft.com/office/officeart/2005/8/layout/radial1"/>
    <dgm:cxn modelId="{D7A561C7-72A3-4DC8-9F7C-99C579C23DCB}" type="presParOf" srcId="{88DF8FA3-2CAD-4DF7-B7B1-753EA1DB78DE}" destId="{F5A83192-EC13-45DF-8F80-0F453486ADA6}" srcOrd="7" destOrd="0" presId="urn:microsoft.com/office/officeart/2005/8/layout/radial1"/>
    <dgm:cxn modelId="{CCE320B3-DEEE-4863-B7AF-0914C210567A}" type="presParOf" srcId="{F5A83192-EC13-45DF-8F80-0F453486ADA6}" destId="{C2F68321-5CAA-4758-98AF-DABF07EA9C37}" srcOrd="0" destOrd="0" presId="urn:microsoft.com/office/officeart/2005/8/layout/radial1"/>
    <dgm:cxn modelId="{FD34D34D-288D-4489-91A3-4B2E0B023D7A}" type="presParOf" srcId="{88DF8FA3-2CAD-4DF7-B7B1-753EA1DB78DE}" destId="{666E3B4D-4F33-4F33-A864-E84BB2C5C61B}" srcOrd="8" destOrd="0" presId="urn:microsoft.com/office/officeart/2005/8/layout/radial1"/>
  </dgm:cxnLst>
  <dgm:bg/>
  <dgm:whole>
    <a:ln w="12700">
      <a:noFill/>
    </a:ln>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C54691F0-94F8-43DE-820A-E282164893BD}" type="doc">
      <dgm:prSet loTypeId="urn:microsoft.com/office/officeart/2005/8/layout/chevron1" loCatId="process" qsTypeId="urn:microsoft.com/office/officeart/2005/8/quickstyle/simple1" qsCatId="simple" csTypeId="urn:microsoft.com/office/officeart/2005/8/colors/colorful5" csCatId="colorful" phldr="1"/>
      <dgm:spPr/>
      <dgm:t>
        <a:bodyPr/>
        <a:lstStyle/>
        <a:p>
          <a:endParaRPr lang="zh-CN" altLang="en-US"/>
        </a:p>
      </dgm:t>
    </dgm:pt>
    <dgm:pt modelId="{184D60CB-27ED-4780-A10E-4CC49C9E76D3}">
      <dgm:prSet phldrT="[文本]" phldr="0"/>
      <dgm:spPr/>
      <dgm:t>
        <a:bodyPr/>
        <a:lstStyle/>
        <a:p>
          <a:r>
            <a:rPr lang="zh-CN" altLang="en-US" dirty="0"/>
            <a:t>项目建议</a:t>
          </a:r>
        </a:p>
      </dgm:t>
    </dgm:pt>
    <dgm:pt modelId="{9C1ADE14-4A7C-4C45-A868-79CA352F05EB}" type="parTrans" cxnId="{8EA1B4EF-69D9-4935-9F40-6A0D97B5F08C}">
      <dgm:prSet/>
      <dgm:spPr/>
      <dgm:t>
        <a:bodyPr/>
        <a:lstStyle/>
        <a:p>
          <a:endParaRPr lang="zh-CN" altLang="en-US"/>
        </a:p>
      </dgm:t>
    </dgm:pt>
    <dgm:pt modelId="{41B6E64C-E9EB-43BD-9C0E-762B52FA6BC7}" type="sibTrans" cxnId="{8EA1B4EF-69D9-4935-9F40-6A0D97B5F08C}">
      <dgm:prSet/>
      <dgm:spPr/>
      <dgm:t>
        <a:bodyPr/>
        <a:lstStyle/>
        <a:p>
          <a:endParaRPr lang="zh-CN" altLang="en-US"/>
        </a:p>
      </dgm:t>
    </dgm:pt>
    <dgm:pt modelId="{2A575AB9-61F1-4AC2-9D05-93C951B08D73}">
      <dgm:prSet phldrT="[文本]"/>
      <dgm:spPr/>
      <dgm:t>
        <a:bodyPr/>
        <a:lstStyle/>
        <a:p>
          <a:r>
            <a:rPr lang="zh-CN" altLang="en-US" dirty="0"/>
            <a:t>项目可行性分析</a:t>
          </a:r>
        </a:p>
      </dgm:t>
    </dgm:pt>
    <dgm:pt modelId="{6DB42CE6-3CB0-4856-BF35-0C90A2451A4E}" type="parTrans" cxnId="{CBB60AEE-5AE0-4834-B8F3-A53F7583A090}">
      <dgm:prSet/>
      <dgm:spPr/>
      <dgm:t>
        <a:bodyPr/>
        <a:lstStyle/>
        <a:p>
          <a:endParaRPr lang="zh-CN" altLang="en-US"/>
        </a:p>
      </dgm:t>
    </dgm:pt>
    <dgm:pt modelId="{956A8CB9-3798-49D8-84BF-B4A09A248CBC}" type="sibTrans" cxnId="{CBB60AEE-5AE0-4834-B8F3-A53F7583A090}">
      <dgm:prSet/>
      <dgm:spPr/>
      <dgm:t>
        <a:bodyPr/>
        <a:lstStyle/>
        <a:p>
          <a:endParaRPr lang="zh-CN" altLang="en-US"/>
        </a:p>
      </dgm:t>
    </dgm:pt>
    <dgm:pt modelId="{F50E392A-E371-45A8-B68D-90001E61108A}">
      <dgm:prSet phldrT="[文本]"/>
      <dgm:spPr/>
      <dgm:t>
        <a:bodyPr/>
        <a:lstStyle/>
        <a:p>
          <a:r>
            <a:rPr lang="zh-CN" altLang="en-US" dirty="0"/>
            <a:t>项目审批</a:t>
          </a:r>
        </a:p>
      </dgm:t>
    </dgm:pt>
    <dgm:pt modelId="{34BC6687-7E0B-4F30-AC64-FB0D6F36AFCF}" type="parTrans" cxnId="{AEB15708-5602-48CC-AA6E-8AA90D1FBB65}">
      <dgm:prSet/>
      <dgm:spPr/>
      <dgm:t>
        <a:bodyPr/>
        <a:lstStyle/>
        <a:p>
          <a:endParaRPr lang="zh-CN" altLang="en-US"/>
        </a:p>
      </dgm:t>
    </dgm:pt>
    <dgm:pt modelId="{8F4DC57A-E897-469E-9DBF-448E70714E8C}" type="sibTrans" cxnId="{AEB15708-5602-48CC-AA6E-8AA90D1FBB65}">
      <dgm:prSet/>
      <dgm:spPr/>
      <dgm:t>
        <a:bodyPr/>
        <a:lstStyle/>
        <a:p>
          <a:endParaRPr lang="zh-CN" altLang="en-US"/>
        </a:p>
      </dgm:t>
    </dgm:pt>
    <dgm:pt modelId="{068F73D6-FD2B-4819-92FF-A1D420338598}">
      <dgm:prSet phldrT="[文本]"/>
      <dgm:spPr/>
      <dgm:t>
        <a:bodyPr/>
        <a:lstStyle/>
        <a:p>
          <a:r>
            <a:rPr lang="zh-CN" altLang="en-US" dirty="0"/>
            <a:t>项目招投标</a:t>
          </a:r>
        </a:p>
      </dgm:t>
    </dgm:pt>
    <dgm:pt modelId="{68FE74F0-0AF2-4FB0-98C4-EC9C2655B818}" type="parTrans" cxnId="{5A8B46E0-DCAC-408B-B419-1EF002BC679A}">
      <dgm:prSet/>
      <dgm:spPr/>
      <dgm:t>
        <a:bodyPr/>
        <a:lstStyle/>
        <a:p>
          <a:endParaRPr lang="zh-CN" altLang="en-US"/>
        </a:p>
      </dgm:t>
    </dgm:pt>
    <dgm:pt modelId="{38CB38AF-D860-4B18-BCBB-91F8D1EE4D6E}" type="sibTrans" cxnId="{5A8B46E0-DCAC-408B-B419-1EF002BC679A}">
      <dgm:prSet/>
      <dgm:spPr/>
      <dgm:t>
        <a:bodyPr/>
        <a:lstStyle/>
        <a:p>
          <a:endParaRPr lang="zh-CN" altLang="en-US"/>
        </a:p>
      </dgm:t>
    </dgm:pt>
    <dgm:pt modelId="{AA46264F-C891-49B9-8E74-1FFD253D616C}">
      <dgm:prSet phldrT="[文本]"/>
      <dgm:spPr/>
      <dgm:t>
        <a:bodyPr/>
        <a:lstStyle/>
        <a:p>
          <a:r>
            <a:rPr lang="zh-CN" altLang="en-US" dirty="0"/>
            <a:t>项目合同谈判和签到</a:t>
          </a:r>
        </a:p>
      </dgm:t>
    </dgm:pt>
    <dgm:pt modelId="{795D5C6C-FC24-4BE6-BAFC-BC7A436374FA}" type="parTrans" cxnId="{0A5C0DF5-DCF1-4B17-A3AB-6BA34FBBCFCC}">
      <dgm:prSet/>
      <dgm:spPr/>
      <dgm:t>
        <a:bodyPr/>
        <a:lstStyle/>
        <a:p>
          <a:endParaRPr lang="zh-CN" altLang="en-US"/>
        </a:p>
      </dgm:t>
    </dgm:pt>
    <dgm:pt modelId="{FE3A84E4-D74C-4FD0-8559-64B047FAF8B4}" type="sibTrans" cxnId="{0A5C0DF5-DCF1-4B17-A3AB-6BA34FBBCFCC}">
      <dgm:prSet/>
      <dgm:spPr/>
      <dgm:t>
        <a:bodyPr/>
        <a:lstStyle/>
        <a:p>
          <a:endParaRPr lang="zh-CN" altLang="en-US"/>
        </a:p>
      </dgm:t>
    </dgm:pt>
    <dgm:pt modelId="{331D744C-3E25-4F72-A3A3-2D171B1FAE4A}" type="pres">
      <dgm:prSet presAssocID="{C54691F0-94F8-43DE-820A-E282164893BD}" presName="Name0" presStyleCnt="0">
        <dgm:presLayoutVars>
          <dgm:dir/>
          <dgm:animLvl val="lvl"/>
          <dgm:resizeHandles val="exact"/>
        </dgm:presLayoutVars>
      </dgm:prSet>
      <dgm:spPr/>
    </dgm:pt>
    <dgm:pt modelId="{BFADCE9A-F623-4A8D-9AE7-8DD25E7A76D8}" type="pres">
      <dgm:prSet presAssocID="{184D60CB-27ED-4780-A10E-4CC49C9E76D3}" presName="parTxOnly" presStyleLbl="node1" presStyleIdx="0" presStyleCnt="5">
        <dgm:presLayoutVars>
          <dgm:chMax val="0"/>
          <dgm:chPref val="0"/>
          <dgm:bulletEnabled val="1"/>
        </dgm:presLayoutVars>
      </dgm:prSet>
      <dgm:spPr/>
    </dgm:pt>
    <dgm:pt modelId="{F4E419B9-A508-4B41-A5AF-63310C5C51D6}" type="pres">
      <dgm:prSet presAssocID="{41B6E64C-E9EB-43BD-9C0E-762B52FA6BC7}" presName="parTxOnlySpace" presStyleCnt="0"/>
      <dgm:spPr/>
    </dgm:pt>
    <dgm:pt modelId="{7A3D29DB-D217-4EDB-96A3-52B1BB0C6283}" type="pres">
      <dgm:prSet presAssocID="{2A575AB9-61F1-4AC2-9D05-93C951B08D73}" presName="parTxOnly" presStyleLbl="node1" presStyleIdx="1" presStyleCnt="5">
        <dgm:presLayoutVars>
          <dgm:chMax val="0"/>
          <dgm:chPref val="0"/>
          <dgm:bulletEnabled val="1"/>
        </dgm:presLayoutVars>
      </dgm:prSet>
      <dgm:spPr/>
    </dgm:pt>
    <dgm:pt modelId="{93753795-0ADE-4AC2-9931-33EF9D0FA0AD}" type="pres">
      <dgm:prSet presAssocID="{956A8CB9-3798-49D8-84BF-B4A09A248CBC}" presName="parTxOnlySpace" presStyleCnt="0"/>
      <dgm:spPr/>
    </dgm:pt>
    <dgm:pt modelId="{4B334B34-EF96-49E0-B66E-133BD48100CA}" type="pres">
      <dgm:prSet presAssocID="{F50E392A-E371-45A8-B68D-90001E61108A}" presName="parTxOnly" presStyleLbl="node1" presStyleIdx="2" presStyleCnt="5">
        <dgm:presLayoutVars>
          <dgm:chMax val="0"/>
          <dgm:chPref val="0"/>
          <dgm:bulletEnabled val="1"/>
        </dgm:presLayoutVars>
      </dgm:prSet>
      <dgm:spPr/>
    </dgm:pt>
    <dgm:pt modelId="{B2AAC982-46E5-4C16-81EB-6037924D60A8}" type="pres">
      <dgm:prSet presAssocID="{8F4DC57A-E897-469E-9DBF-448E70714E8C}" presName="parTxOnlySpace" presStyleCnt="0"/>
      <dgm:spPr/>
    </dgm:pt>
    <dgm:pt modelId="{5BAD45FD-29D7-48E3-8439-87C6F2A3A98B}" type="pres">
      <dgm:prSet presAssocID="{068F73D6-FD2B-4819-92FF-A1D420338598}" presName="parTxOnly" presStyleLbl="node1" presStyleIdx="3" presStyleCnt="5">
        <dgm:presLayoutVars>
          <dgm:chMax val="0"/>
          <dgm:chPref val="0"/>
          <dgm:bulletEnabled val="1"/>
        </dgm:presLayoutVars>
      </dgm:prSet>
      <dgm:spPr/>
    </dgm:pt>
    <dgm:pt modelId="{42954CDD-A8EF-4773-B744-6CF7CAD82C73}" type="pres">
      <dgm:prSet presAssocID="{38CB38AF-D860-4B18-BCBB-91F8D1EE4D6E}" presName="parTxOnlySpace" presStyleCnt="0"/>
      <dgm:spPr/>
    </dgm:pt>
    <dgm:pt modelId="{C1A69100-C77D-4BF6-A329-8693DB5210CB}" type="pres">
      <dgm:prSet presAssocID="{AA46264F-C891-49B9-8E74-1FFD253D616C}" presName="parTxOnly" presStyleLbl="node1" presStyleIdx="4" presStyleCnt="5">
        <dgm:presLayoutVars>
          <dgm:chMax val="0"/>
          <dgm:chPref val="0"/>
          <dgm:bulletEnabled val="1"/>
        </dgm:presLayoutVars>
      </dgm:prSet>
      <dgm:spPr/>
    </dgm:pt>
  </dgm:ptLst>
  <dgm:cxnLst>
    <dgm:cxn modelId="{AEB15708-5602-48CC-AA6E-8AA90D1FBB65}" srcId="{C54691F0-94F8-43DE-820A-E282164893BD}" destId="{F50E392A-E371-45A8-B68D-90001E61108A}" srcOrd="2" destOrd="0" parTransId="{34BC6687-7E0B-4F30-AC64-FB0D6F36AFCF}" sibTransId="{8F4DC57A-E897-469E-9DBF-448E70714E8C}"/>
    <dgm:cxn modelId="{89A8E242-8EAD-4DBE-8FF1-1F4F7D05BDD7}" type="presOf" srcId="{068F73D6-FD2B-4819-92FF-A1D420338598}" destId="{5BAD45FD-29D7-48E3-8439-87C6F2A3A98B}" srcOrd="0" destOrd="0" presId="urn:microsoft.com/office/officeart/2005/8/layout/chevron1"/>
    <dgm:cxn modelId="{4EDA7052-94EC-480B-8242-7C40B83F752F}" type="presOf" srcId="{184D60CB-27ED-4780-A10E-4CC49C9E76D3}" destId="{BFADCE9A-F623-4A8D-9AE7-8DD25E7A76D8}" srcOrd="0" destOrd="0" presId="urn:microsoft.com/office/officeart/2005/8/layout/chevron1"/>
    <dgm:cxn modelId="{2AFFAFB6-FA90-4DC3-82E8-D79BF685A3A9}" type="presOf" srcId="{2A575AB9-61F1-4AC2-9D05-93C951B08D73}" destId="{7A3D29DB-D217-4EDB-96A3-52B1BB0C6283}" srcOrd="0" destOrd="0" presId="urn:microsoft.com/office/officeart/2005/8/layout/chevron1"/>
    <dgm:cxn modelId="{EE8EC5DC-97C5-408A-8F7A-59723FA8A219}" type="presOf" srcId="{C54691F0-94F8-43DE-820A-E282164893BD}" destId="{331D744C-3E25-4F72-A3A3-2D171B1FAE4A}" srcOrd="0" destOrd="0" presId="urn:microsoft.com/office/officeart/2005/8/layout/chevron1"/>
    <dgm:cxn modelId="{5A8B46E0-DCAC-408B-B419-1EF002BC679A}" srcId="{C54691F0-94F8-43DE-820A-E282164893BD}" destId="{068F73D6-FD2B-4819-92FF-A1D420338598}" srcOrd="3" destOrd="0" parTransId="{68FE74F0-0AF2-4FB0-98C4-EC9C2655B818}" sibTransId="{38CB38AF-D860-4B18-BCBB-91F8D1EE4D6E}"/>
    <dgm:cxn modelId="{E1CA65EB-3790-4AF2-994D-1BD2702B9E2E}" type="presOf" srcId="{F50E392A-E371-45A8-B68D-90001E61108A}" destId="{4B334B34-EF96-49E0-B66E-133BD48100CA}" srcOrd="0" destOrd="0" presId="urn:microsoft.com/office/officeart/2005/8/layout/chevron1"/>
    <dgm:cxn modelId="{CBB60AEE-5AE0-4834-B8F3-A53F7583A090}" srcId="{C54691F0-94F8-43DE-820A-E282164893BD}" destId="{2A575AB9-61F1-4AC2-9D05-93C951B08D73}" srcOrd="1" destOrd="0" parTransId="{6DB42CE6-3CB0-4856-BF35-0C90A2451A4E}" sibTransId="{956A8CB9-3798-49D8-84BF-B4A09A248CBC}"/>
    <dgm:cxn modelId="{8EA1B4EF-69D9-4935-9F40-6A0D97B5F08C}" srcId="{C54691F0-94F8-43DE-820A-E282164893BD}" destId="{184D60CB-27ED-4780-A10E-4CC49C9E76D3}" srcOrd="0" destOrd="0" parTransId="{9C1ADE14-4A7C-4C45-A868-79CA352F05EB}" sibTransId="{41B6E64C-E9EB-43BD-9C0E-762B52FA6BC7}"/>
    <dgm:cxn modelId="{8A44F7F2-849D-4F25-A5B9-F4B8D8BB1E69}" type="presOf" srcId="{AA46264F-C891-49B9-8E74-1FFD253D616C}" destId="{C1A69100-C77D-4BF6-A329-8693DB5210CB}" srcOrd="0" destOrd="0" presId="urn:microsoft.com/office/officeart/2005/8/layout/chevron1"/>
    <dgm:cxn modelId="{0A5C0DF5-DCF1-4B17-A3AB-6BA34FBBCFCC}" srcId="{C54691F0-94F8-43DE-820A-E282164893BD}" destId="{AA46264F-C891-49B9-8E74-1FFD253D616C}" srcOrd="4" destOrd="0" parTransId="{795D5C6C-FC24-4BE6-BAFC-BC7A436374FA}" sibTransId="{FE3A84E4-D74C-4FD0-8559-64B047FAF8B4}"/>
    <dgm:cxn modelId="{92BE9480-D164-46F8-BF69-185E7BE3BCE2}" type="presParOf" srcId="{331D744C-3E25-4F72-A3A3-2D171B1FAE4A}" destId="{BFADCE9A-F623-4A8D-9AE7-8DD25E7A76D8}" srcOrd="0" destOrd="0" presId="urn:microsoft.com/office/officeart/2005/8/layout/chevron1"/>
    <dgm:cxn modelId="{06751FBD-65F7-4C7B-9B3F-7CF1208B03ED}" type="presParOf" srcId="{331D744C-3E25-4F72-A3A3-2D171B1FAE4A}" destId="{F4E419B9-A508-4B41-A5AF-63310C5C51D6}" srcOrd="1" destOrd="0" presId="urn:microsoft.com/office/officeart/2005/8/layout/chevron1"/>
    <dgm:cxn modelId="{2DB420D7-4C65-40A5-B8DB-874F2E240F23}" type="presParOf" srcId="{331D744C-3E25-4F72-A3A3-2D171B1FAE4A}" destId="{7A3D29DB-D217-4EDB-96A3-52B1BB0C6283}" srcOrd="2" destOrd="0" presId="urn:microsoft.com/office/officeart/2005/8/layout/chevron1"/>
    <dgm:cxn modelId="{B94DCE4F-06F5-4C49-913A-CB86C0D5B314}" type="presParOf" srcId="{331D744C-3E25-4F72-A3A3-2D171B1FAE4A}" destId="{93753795-0ADE-4AC2-9931-33EF9D0FA0AD}" srcOrd="3" destOrd="0" presId="urn:microsoft.com/office/officeart/2005/8/layout/chevron1"/>
    <dgm:cxn modelId="{A53E31D1-744C-4E05-AC2A-B4C0FCC82966}" type="presParOf" srcId="{331D744C-3E25-4F72-A3A3-2D171B1FAE4A}" destId="{4B334B34-EF96-49E0-B66E-133BD48100CA}" srcOrd="4" destOrd="0" presId="urn:microsoft.com/office/officeart/2005/8/layout/chevron1"/>
    <dgm:cxn modelId="{1FFCA7B4-1079-467B-B3EF-6F37FF17E384}" type="presParOf" srcId="{331D744C-3E25-4F72-A3A3-2D171B1FAE4A}" destId="{B2AAC982-46E5-4C16-81EB-6037924D60A8}" srcOrd="5" destOrd="0" presId="urn:microsoft.com/office/officeart/2005/8/layout/chevron1"/>
    <dgm:cxn modelId="{A88BBE68-4708-4D72-BC09-4EEAEDE847C9}" type="presParOf" srcId="{331D744C-3E25-4F72-A3A3-2D171B1FAE4A}" destId="{5BAD45FD-29D7-48E3-8439-87C6F2A3A98B}" srcOrd="6" destOrd="0" presId="urn:microsoft.com/office/officeart/2005/8/layout/chevron1"/>
    <dgm:cxn modelId="{0625AAB4-C082-47D3-B430-CE85C0DA37CD}" type="presParOf" srcId="{331D744C-3E25-4F72-A3A3-2D171B1FAE4A}" destId="{42954CDD-A8EF-4773-B744-6CF7CAD82C73}" srcOrd="7" destOrd="0" presId="urn:microsoft.com/office/officeart/2005/8/layout/chevron1"/>
    <dgm:cxn modelId="{65555B43-7896-484C-9610-D2C60719B745}" type="presParOf" srcId="{331D744C-3E25-4F72-A3A3-2D171B1FAE4A}" destId="{C1A69100-C77D-4BF6-A329-8693DB5210CB}" srcOrd="8" destOrd="0" presId="urn:microsoft.com/office/officeart/2005/8/layout/chevron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D3E1F960-B538-4893-8383-948EDC951F2A}" type="doc">
      <dgm:prSet loTypeId="urn:microsoft.com/office/officeart/2005/8/layout/radial1" loCatId="relationship" qsTypeId="urn:microsoft.com/office/officeart/2005/8/quickstyle/simple1" qsCatId="simple" csTypeId="urn:microsoft.com/office/officeart/2005/8/colors/colorful1" csCatId="colorful" phldr="1"/>
      <dgm:spPr/>
      <dgm:t>
        <a:bodyPr/>
        <a:lstStyle/>
        <a:p>
          <a:endParaRPr lang="zh-CN" altLang="en-US"/>
        </a:p>
      </dgm:t>
    </dgm:pt>
    <dgm:pt modelId="{CE8EEB70-791E-48FA-8C8F-2E8FADFCC934}">
      <dgm:prSet phldrT="[文本]" custT="1"/>
      <dgm:spPr>
        <a:effectLst>
          <a:outerShdw blurRad="50800" dist="38100" dir="2700000" algn="tl" rotWithShape="0">
            <a:prstClr val="black">
              <a:alpha val="40000"/>
            </a:prstClr>
          </a:outerShdw>
        </a:effectLst>
      </dgm:spPr>
      <dgm:t>
        <a:bodyPr/>
        <a:lstStyle/>
        <a:p>
          <a:pPr>
            <a:lnSpc>
              <a:spcPct val="100000"/>
            </a:lnSpc>
            <a:spcAft>
              <a:spcPts val="0"/>
            </a:spcAft>
          </a:pPr>
          <a:r>
            <a:rPr lang="zh-CN" altLang="en-US" sz="1600" dirty="0"/>
            <a:t>价值观</a:t>
          </a:r>
          <a:endParaRPr lang="en-US" altLang="zh-CN" sz="1600" dirty="0"/>
        </a:p>
        <a:p>
          <a:pPr>
            <a:lnSpc>
              <a:spcPct val="100000"/>
            </a:lnSpc>
            <a:spcAft>
              <a:spcPts val="0"/>
            </a:spcAft>
          </a:pPr>
          <a:r>
            <a:rPr lang="en-US" altLang="zh-CN" sz="1600" dirty="0"/>
            <a:t>Values</a:t>
          </a:r>
          <a:endParaRPr lang="zh-CN" altLang="en-US" sz="1600" dirty="0"/>
        </a:p>
      </dgm:t>
    </dgm:pt>
    <dgm:pt modelId="{D679ABF5-33EF-44B1-9295-F95FC9DB4790}" type="parTrans" cxnId="{8A30AAEF-E2CA-41E8-8EEC-187D68F9271C}">
      <dgm:prSet/>
      <dgm:spPr/>
      <dgm:t>
        <a:bodyPr/>
        <a:lstStyle/>
        <a:p>
          <a:endParaRPr lang="zh-CN" altLang="en-US"/>
        </a:p>
      </dgm:t>
    </dgm:pt>
    <dgm:pt modelId="{649C98F4-4855-402E-BD76-26014EDD963B}" type="sibTrans" cxnId="{8A30AAEF-E2CA-41E8-8EEC-187D68F9271C}">
      <dgm:prSet/>
      <dgm:spPr/>
      <dgm:t>
        <a:bodyPr/>
        <a:lstStyle/>
        <a:p>
          <a:endParaRPr lang="zh-CN" altLang="en-US"/>
        </a:p>
      </dgm:t>
    </dgm:pt>
    <dgm:pt modelId="{16A05B42-C487-4BD1-9030-18BBD9553FCD}">
      <dgm:prSet phldrT="[文本]" custT="1"/>
      <dgm:spPr>
        <a:effectLst>
          <a:outerShdw blurRad="50800" dist="38100" dir="2700000" algn="tl" rotWithShape="0">
            <a:prstClr val="black">
              <a:alpha val="40000"/>
            </a:prstClr>
          </a:outerShdw>
        </a:effectLst>
      </dgm:spPr>
      <dgm:t>
        <a:bodyPr/>
        <a:lstStyle/>
        <a:p>
          <a:r>
            <a:rPr lang="zh-CN" altLang="en-US" sz="1800" dirty="0"/>
            <a:t>承诺</a:t>
          </a:r>
        </a:p>
      </dgm:t>
    </dgm:pt>
    <dgm:pt modelId="{41AA5E90-B5B1-4317-8E91-CCB14A726C95}" type="parTrans" cxnId="{490D9D66-0135-44D2-90A0-1DEDCAC39AF3}">
      <dgm:prSet/>
      <dgm:spPr/>
      <dgm:t>
        <a:bodyPr/>
        <a:lstStyle/>
        <a:p>
          <a:endParaRPr lang="zh-CN" altLang="en-US"/>
        </a:p>
      </dgm:t>
    </dgm:pt>
    <dgm:pt modelId="{C561E714-DEE2-4F34-8F82-FF5B38302E5A}" type="sibTrans" cxnId="{490D9D66-0135-44D2-90A0-1DEDCAC39AF3}">
      <dgm:prSet/>
      <dgm:spPr/>
      <dgm:t>
        <a:bodyPr/>
        <a:lstStyle/>
        <a:p>
          <a:endParaRPr lang="zh-CN" altLang="en-US"/>
        </a:p>
      </dgm:t>
    </dgm:pt>
    <dgm:pt modelId="{0BBA5288-D454-4A5E-8B5F-4581CC5975F5}">
      <dgm:prSet phldrT="[文本]" custT="1"/>
      <dgm:spPr>
        <a:effectLst>
          <a:outerShdw blurRad="50800" dist="38100" dir="2700000" algn="tl" rotWithShape="0">
            <a:prstClr val="black">
              <a:alpha val="40000"/>
            </a:prstClr>
          </a:outerShdw>
        </a:effectLst>
      </dgm:spPr>
      <dgm:t>
        <a:bodyPr/>
        <a:lstStyle/>
        <a:p>
          <a:r>
            <a:rPr lang="zh-CN" altLang="en-US" sz="1800" dirty="0"/>
            <a:t>专注</a:t>
          </a:r>
        </a:p>
      </dgm:t>
    </dgm:pt>
    <dgm:pt modelId="{9B16A6A3-77F5-4938-AD2E-C5618ABDA282}" type="parTrans" cxnId="{D79A3B41-6133-403B-8DD2-815A4464B569}">
      <dgm:prSet/>
      <dgm:spPr/>
      <dgm:t>
        <a:bodyPr/>
        <a:lstStyle/>
        <a:p>
          <a:endParaRPr lang="zh-CN" altLang="en-US"/>
        </a:p>
      </dgm:t>
    </dgm:pt>
    <dgm:pt modelId="{74089577-39A7-4704-9D32-EED588F1AA4C}" type="sibTrans" cxnId="{D79A3B41-6133-403B-8DD2-815A4464B569}">
      <dgm:prSet/>
      <dgm:spPr/>
      <dgm:t>
        <a:bodyPr/>
        <a:lstStyle/>
        <a:p>
          <a:endParaRPr lang="zh-CN" altLang="en-US"/>
        </a:p>
      </dgm:t>
    </dgm:pt>
    <dgm:pt modelId="{623C5F3B-28F6-4B1C-A15C-7168C9F0016F}">
      <dgm:prSet phldrT="[文本]" custT="1"/>
      <dgm:spPr>
        <a:effectLst>
          <a:outerShdw blurRad="50800" dist="38100" dir="2700000" algn="tl" rotWithShape="0">
            <a:prstClr val="black">
              <a:alpha val="40000"/>
            </a:prstClr>
          </a:outerShdw>
        </a:effectLst>
      </dgm:spPr>
      <dgm:t>
        <a:bodyPr/>
        <a:lstStyle/>
        <a:p>
          <a:r>
            <a:rPr lang="zh-CN" altLang="en-US" sz="1800" dirty="0"/>
            <a:t>开放</a:t>
          </a:r>
        </a:p>
      </dgm:t>
    </dgm:pt>
    <dgm:pt modelId="{0025FC4C-8281-478C-92EC-0FE302523F92}" type="parTrans" cxnId="{574AF3FB-D184-469C-9002-1D1B7748635D}">
      <dgm:prSet/>
      <dgm:spPr/>
      <dgm:t>
        <a:bodyPr/>
        <a:lstStyle/>
        <a:p>
          <a:endParaRPr lang="zh-CN" altLang="en-US"/>
        </a:p>
      </dgm:t>
    </dgm:pt>
    <dgm:pt modelId="{D31C1F9B-88D0-4D66-85CB-A0C1D74D83F4}" type="sibTrans" cxnId="{574AF3FB-D184-469C-9002-1D1B7748635D}">
      <dgm:prSet/>
      <dgm:spPr/>
      <dgm:t>
        <a:bodyPr/>
        <a:lstStyle/>
        <a:p>
          <a:endParaRPr lang="zh-CN" altLang="en-US"/>
        </a:p>
      </dgm:t>
    </dgm:pt>
    <dgm:pt modelId="{3B25D58D-6F58-453F-82D4-34D27E172010}">
      <dgm:prSet phldrT="[文本]" custT="1"/>
      <dgm:spPr>
        <a:effectLst>
          <a:outerShdw blurRad="50800" dist="38100" dir="2700000" algn="tl" rotWithShape="0">
            <a:prstClr val="black">
              <a:alpha val="40000"/>
            </a:prstClr>
          </a:outerShdw>
        </a:effectLst>
      </dgm:spPr>
      <dgm:t>
        <a:bodyPr/>
        <a:lstStyle/>
        <a:p>
          <a:r>
            <a:rPr lang="zh-CN" altLang="en-US" sz="1800" dirty="0"/>
            <a:t>尊重</a:t>
          </a:r>
        </a:p>
      </dgm:t>
    </dgm:pt>
    <dgm:pt modelId="{075048E8-485B-4CF2-A313-ECBD44945DD4}" type="parTrans" cxnId="{652C6B38-F41C-47D1-B6BD-4A5871BAA11A}">
      <dgm:prSet/>
      <dgm:spPr/>
      <dgm:t>
        <a:bodyPr/>
        <a:lstStyle/>
        <a:p>
          <a:endParaRPr lang="zh-CN" altLang="en-US"/>
        </a:p>
      </dgm:t>
    </dgm:pt>
    <dgm:pt modelId="{39FBD948-B2D4-4F65-8868-960198B6B3CF}" type="sibTrans" cxnId="{652C6B38-F41C-47D1-B6BD-4A5871BAA11A}">
      <dgm:prSet/>
      <dgm:spPr/>
      <dgm:t>
        <a:bodyPr/>
        <a:lstStyle/>
        <a:p>
          <a:endParaRPr lang="zh-CN" altLang="en-US"/>
        </a:p>
      </dgm:t>
    </dgm:pt>
    <dgm:pt modelId="{F8A88CB0-C5FA-4968-84AD-9D45338DB00E}">
      <dgm:prSet phldrT="[文本]" custT="1"/>
      <dgm:spPr>
        <a:effectLst>
          <a:outerShdw blurRad="50800" dist="38100" dir="2700000" algn="tl" rotWithShape="0">
            <a:prstClr val="black">
              <a:alpha val="40000"/>
            </a:prstClr>
          </a:outerShdw>
        </a:effectLst>
      </dgm:spPr>
      <dgm:t>
        <a:bodyPr/>
        <a:lstStyle/>
        <a:p>
          <a:r>
            <a:rPr lang="zh-CN" altLang="en-US" sz="1800" dirty="0"/>
            <a:t>勇气</a:t>
          </a:r>
        </a:p>
      </dgm:t>
    </dgm:pt>
    <dgm:pt modelId="{B46081CB-D0CA-47FB-9772-1BDBFC236950}" type="parTrans" cxnId="{53D9C23C-A4DC-4E5A-A4EC-816C0887A094}">
      <dgm:prSet/>
      <dgm:spPr/>
      <dgm:t>
        <a:bodyPr/>
        <a:lstStyle/>
        <a:p>
          <a:endParaRPr lang="zh-CN" altLang="en-US"/>
        </a:p>
      </dgm:t>
    </dgm:pt>
    <dgm:pt modelId="{F1C38DA3-052E-4FC8-BA67-5B4B200CC764}" type="sibTrans" cxnId="{53D9C23C-A4DC-4E5A-A4EC-816C0887A094}">
      <dgm:prSet/>
      <dgm:spPr/>
      <dgm:t>
        <a:bodyPr/>
        <a:lstStyle/>
        <a:p>
          <a:endParaRPr lang="zh-CN" altLang="en-US"/>
        </a:p>
      </dgm:t>
    </dgm:pt>
    <dgm:pt modelId="{B5D3370E-ECE8-4EE3-87F2-C8C5618BCDA0}" type="pres">
      <dgm:prSet presAssocID="{D3E1F960-B538-4893-8383-948EDC951F2A}" presName="cycle" presStyleCnt="0">
        <dgm:presLayoutVars>
          <dgm:chMax val="1"/>
          <dgm:dir/>
          <dgm:animLvl val="ctr"/>
          <dgm:resizeHandles val="exact"/>
        </dgm:presLayoutVars>
      </dgm:prSet>
      <dgm:spPr/>
    </dgm:pt>
    <dgm:pt modelId="{A96581BA-45EF-4CB9-A1A8-9CFB4998A264}" type="pres">
      <dgm:prSet presAssocID="{CE8EEB70-791E-48FA-8C8F-2E8FADFCC934}" presName="centerShape" presStyleLbl="node0" presStyleIdx="0" presStyleCnt="1" custScaleX="112303" custScaleY="112303"/>
      <dgm:spPr/>
    </dgm:pt>
    <dgm:pt modelId="{2697905C-40A9-4D8E-AE89-88ADE6C34F0A}" type="pres">
      <dgm:prSet presAssocID="{41AA5E90-B5B1-4317-8E91-CCB14A726C95}" presName="Name9" presStyleLbl="parChTrans1D2" presStyleIdx="0" presStyleCnt="5"/>
      <dgm:spPr/>
    </dgm:pt>
    <dgm:pt modelId="{C4E0B2F5-7632-485B-B03A-601C1A11F4FC}" type="pres">
      <dgm:prSet presAssocID="{41AA5E90-B5B1-4317-8E91-CCB14A726C95}" presName="connTx" presStyleLbl="parChTrans1D2" presStyleIdx="0" presStyleCnt="5"/>
      <dgm:spPr/>
    </dgm:pt>
    <dgm:pt modelId="{A768ED12-DF85-403F-B898-D6729C70787D}" type="pres">
      <dgm:prSet presAssocID="{16A05B42-C487-4BD1-9030-18BBD9553FCD}" presName="node" presStyleLbl="node1" presStyleIdx="0" presStyleCnt="5" custScaleX="93586" custScaleY="93586">
        <dgm:presLayoutVars>
          <dgm:bulletEnabled val="1"/>
        </dgm:presLayoutVars>
      </dgm:prSet>
      <dgm:spPr/>
    </dgm:pt>
    <dgm:pt modelId="{B58731E0-DBD1-435A-ADD7-B425A898B445}" type="pres">
      <dgm:prSet presAssocID="{9B16A6A3-77F5-4938-AD2E-C5618ABDA282}" presName="Name9" presStyleLbl="parChTrans1D2" presStyleIdx="1" presStyleCnt="5"/>
      <dgm:spPr/>
    </dgm:pt>
    <dgm:pt modelId="{330FBA93-3A1A-47D5-9CC5-B3E47AB9E5DF}" type="pres">
      <dgm:prSet presAssocID="{9B16A6A3-77F5-4938-AD2E-C5618ABDA282}" presName="connTx" presStyleLbl="parChTrans1D2" presStyleIdx="1" presStyleCnt="5"/>
      <dgm:spPr/>
    </dgm:pt>
    <dgm:pt modelId="{A3CECE51-0A63-4775-BBDE-4FA68841EC20}" type="pres">
      <dgm:prSet presAssocID="{0BBA5288-D454-4A5E-8B5F-4581CC5975F5}" presName="node" presStyleLbl="node1" presStyleIdx="1" presStyleCnt="5" custScaleX="93586" custScaleY="93586">
        <dgm:presLayoutVars>
          <dgm:bulletEnabled val="1"/>
        </dgm:presLayoutVars>
      </dgm:prSet>
      <dgm:spPr/>
    </dgm:pt>
    <dgm:pt modelId="{C763681C-8D89-4BC9-887B-1CD1363C9AA1}" type="pres">
      <dgm:prSet presAssocID="{0025FC4C-8281-478C-92EC-0FE302523F92}" presName="Name9" presStyleLbl="parChTrans1D2" presStyleIdx="2" presStyleCnt="5"/>
      <dgm:spPr/>
    </dgm:pt>
    <dgm:pt modelId="{0AA7E569-EFC1-41AE-8E53-7AABDD2D38CF}" type="pres">
      <dgm:prSet presAssocID="{0025FC4C-8281-478C-92EC-0FE302523F92}" presName="connTx" presStyleLbl="parChTrans1D2" presStyleIdx="2" presStyleCnt="5"/>
      <dgm:spPr/>
    </dgm:pt>
    <dgm:pt modelId="{7C396246-E3D5-44E8-B402-F252989E77DB}" type="pres">
      <dgm:prSet presAssocID="{623C5F3B-28F6-4B1C-A15C-7168C9F0016F}" presName="node" presStyleLbl="node1" presStyleIdx="2" presStyleCnt="5" custScaleX="93586" custScaleY="93586">
        <dgm:presLayoutVars>
          <dgm:bulletEnabled val="1"/>
        </dgm:presLayoutVars>
      </dgm:prSet>
      <dgm:spPr/>
    </dgm:pt>
    <dgm:pt modelId="{979B44D0-1574-46A1-BD25-F046F787F5A7}" type="pres">
      <dgm:prSet presAssocID="{075048E8-485B-4CF2-A313-ECBD44945DD4}" presName="Name9" presStyleLbl="parChTrans1D2" presStyleIdx="3" presStyleCnt="5"/>
      <dgm:spPr/>
    </dgm:pt>
    <dgm:pt modelId="{C763AEEF-5F2C-44BA-9E5D-397922963F01}" type="pres">
      <dgm:prSet presAssocID="{075048E8-485B-4CF2-A313-ECBD44945DD4}" presName="connTx" presStyleLbl="parChTrans1D2" presStyleIdx="3" presStyleCnt="5"/>
      <dgm:spPr/>
    </dgm:pt>
    <dgm:pt modelId="{E45FD601-8F42-45A7-A248-D87DB5F9943A}" type="pres">
      <dgm:prSet presAssocID="{3B25D58D-6F58-453F-82D4-34D27E172010}" presName="node" presStyleLbl="node1" presStyleIdx="3" presStyleCnt="5" custScaleX="93586" custScaleY="93586">
        <dgm:presLayoutVars>
          <dgm:bulletEnabled val="1"/>
        </dgm:presLayoutVars>
      </dgm:prSet>
      <dgm:spPr/>
    </dgm:pt>
    <dgm:pt modelId="{B74C3A2B-0533-446F-AE56-FFBBBC35155B}" type="pres">
      <dgm:prSet presAssocID="{B46081CB-D0CA-47FB-9772-1BDBFC236950}" presName="Name9" presStyleLbl="parChTrans1D2" presStyleIdx="4" presStyleCnt="5"/>
      <dgm:spPr/>
    </dgm:pt>
    <dgm:pt modelId="{72A0FF43-5233-4D9B-ADFF-E97C97B46D15}" type="pres">
      <dgm:prSet presAssocID="{B46081CB-D0CA-47FB-9772-1BDBFC236950}" presName="connTx" presStyleLbl="parChTrans1D2" presStyleIdx="4" presStyleCnt="5"/>
      <dgm:spPr/>
    </dgm:pt>
    <dgm:pt modelId="{0ECE6D9B-1A91-4A29-82E7-FADB2EE4F6DC}" type="pres">
      <dgm:prSet presAssocID="{F8A88CB0-C5FA-4968-84AD-9D45338DB00E}" presName="node" presStyleLbl="node1" presStyleIdx="4" presStyleCnt="5" custScaleX="93586" custScaleY="93586">
        <dgm:presLayoutVars>
          <dgm:bulletEnabled val="1"/>
        </dgm:presLayoutVars>
      </dgm:prSet>
      <dgm:spPr/>
    </dgm:pt>
  </dgm:ptLst>
  <dgm:cxnLst>
    <dgm:cxn modelId="{68AA5C02-892F-401C-8640-1C536B1945E7}" type="presOf" srcId="{075048E8-485B-4CF2-A313-ECBD44945DD4}" destId="{979B44D0-1574-46A1-BD25-F046F787F5A7}" srcOrd="0" destOrd="0" presId="urn:microsoft.com/office/officeart/2005/8/layout/radial1"/>
    <dgm:cxn modelId="{C8790822-876E-4670-AAE2-4F5F4D1CA55B}" type="presOf" srcId="{CE8EEB70-791E-48FA-8C8F-2E8FADFCC934}" destId="{A96581BA-45EF-4CB9-A1A8-9CFB4998A264}" srcOrd="0" destOrd="0" presId="urn:microsoft.com/office/officeart/2005/8/layout/radial1"/>
    <dgm:cxn modelId="{3F8BD833-5738-45A6-817F-122C710B11B1}" type="presOf" srcId="{41AA5E90-B5B1-4317-8E91-CCB14A726C95}" destId="{2697905C-40A9-4D8E-AE89-88ADE6C34F0A}" srcOrd="0" destOrd="0" presId="urn:microsoft.com/office/officeart/2005/8/layout/radial1"/>
    <dgm:cxn modelId="{652C6B38-F41C-47D1-B6BD-4A5871BAA11A}" srcId="{CE8EEB70-791E-48FA-8C8F-2E8FADFCC934}" destId="{3B25D58D-6F58-453F-82D4-34D27E172010}" srcOrd="3" destOrd="0" parTransId="{075048E8-485B-4CF2-A313-ECBD44945DD4}" sibTransId="{39FBD948-B2D4-4F65-8868-960198B6B3CF}"/>
    <dgm:cxn modelId="{53D9C23C-A4DC-4E5A-A4EC-816C0887A094}" srcId="{CE8EEB70-791E-48FA-8C8F-2E8FADFCC934}" destId="{F8A88CB0-C5FA-4968-84AD-9D45338DB00E}" srcOrd="4" destOrd="0" parTransId="{B46081CB-D0CA-47FB-9772-1BDBFC236950}" sibTransId="{F1C38DA3-052E-4FC8-BA67-5B4B200CC764}"/>
    <dgm:cxn modelId="{D79A3B41-6133-403B-8DD2-815A4464B569}" srcId="{CE8EEB70-791E-48FA-8C8F-2E8FADFCC934}" destId="{0BBA5288-D454-4A5E-8B5F-4581CC5975F5}" srcOrd="1" destOrd="0" parTransId="{9B16A6A3-77F5-4938-AD2E-C5618ABDA282}" sibTransId="{74089577-39A7-4704-9D32-EED588F1AA4C}"/>
    <dgm:cxn modelId="{490D9D66-0135-44D2-90A0-1DEDCAC39AF3}" srcId="{CE8EEB70-791E-48FA-8C8F-2E8FADFCC934}" destId="{16A05B42-C487-4BD1-9030-18BBD9553FCD}" srcOrd="0" destOrd="0" parTransId="{41AA5E90-B5B1-4317-8E91-CCB14A726C95}" sibTransId="{C561E714-DEE2-4F34-8F82-FF5B38302E5A}"/>
    <dgm:cxn modelId="{D8824567-B4A5-4570-A923-371C8C26A5F6}" type="presOf" srcId="{0BBA5288-D454-4A5E-8B5F-4581CC5975F5}" destId="{A3CECE51-0A63-4775-BBDE-4FA68841EC20}" srcOrd="0" destOrd="0" presId="urn:microsoft.com/office/officeart/2005/8/layout/radial1"/>
    <dgm:cxn modelId="{F5F44B4E-B486-4586-B362-E35484DBEEE0}" type="presOf" srcId="{B46081CB-D0CA-47FB-9772-1BDBFC236950}" destId="{B74C3A2B-0533-446F-AE56-FFBBBC35155B}" srcOrd="0" destOrd="0" presId="urn:microsoft.com/office/officeart/2005/8/layout/radial1"/>
    <dgm:cxn modelId="{C3FF3357-F9EE-465C-85D9-3A83EAED6720}" type="presOf" srcId="{41AA5E90-B5B1-4317-8E91-CCB14A726C95}" destId="{C4E0B2F5-7632-485B-B03A-601C1A11F4FC}" srcOrd="1" destOrd="0" presId="urn:microsoft.com/office/officeart/2005/8/layout/radial1"/>
    <dgm:cxn modelId="{DDF2498C-8503-4DBE-BA9A-6F84C2A2C5A9}" type="presOf" srcId="{D3E1F960-B538-4893-8383-948EDC951F2A}" destId="{B5D3370E-ECE8-4EE3-87F2-C8C5618BCDA0}" srcOrd="0" destOrd="0" presId="urn:microsoft.com/office/officeart/2005/8/layout/radial1"/>
    <dgm:cxn modelId="{F617CAA2-5AAF-41C1-9378-188A59A29563}" type="presOf" srcId="{16A05B42-C487-4BD1-9030-18BBD9553FCD}" destId="{A768ED12-DF85-403F-B898-D6729C70787D}" srcOrd="0" destOrd="0" presId="urn:microsoft.com/office/officeart/2005/8/layout/radial1"/>
    <dgm:cxn modelId="{D1EED8A3-BA04-47CE-BF60-4E0C59008D19}" type="presOf" srcId="{0025FC4C-8281-478C-92EC-0FE302523F92}" destId="{C763681C-8D89-4BC9-887B-1CD1363C9AA1}" srcOrd="0" destOrd="0" presId="urn:microsoft.com/office/officeart/2005/8/layout/radial1"/>
    <dgm:cxn modelId="{90BE34B8-4EEF-4053-A28E-18F04DEDA9BA}" type="presOf" srcId="{9B16A6A3-77F5-4938-AD2E-C5618ABDA282}" destId="{B58731E0-DBD1-435A-ADD7-B425A898B445}" srcOrd="0" destOrd="0" presId="urn:microsoft.com/office/officeart/2005/8/layout/radial1"/>
    <dgm:cxn modelId="{881E69BB-A183-4B8E-9CF7-F3CB096C616B}" type="presOf" srcId="{B46081CB-D0CA-47FB-9772-1BDBFC236950}" destId="{72A0FF43-5233-4D9B-ADFF-E97C97B46D15}" srcOrd="1" destOrd="0" presId="urn:microsoft.com/office/officeart/2005/8/layout/radial1"/>
    <dgm:cxn modelId="{586E86C4-7123-41FD-8C5B-B7CA8D6FCB66}" type="presOf" srcId="{075048E8-485B-4CF2-A313-ECBD44945DD4}" destId="{C763AEEF-5F2C-44BA-9E5D-397922963F01}" srcOrd="1" destOrd="0" presId="urn:microsoft.com/office/officeart/2005/8/layout/radial1"/>
    <dgm:cxn modelId="{DB3E7ACE-6411-43F2-9EC0-7CB45795605C}" type="presOf" srcId="{0025FC4C-8281-478C-92EC-0FE302523F92}" destId="{0AA7E569-EFC1-41AE-8E53-7AABDD2D38CF}" srcOrd="1" destOrd="0" presId="urn:microsoft.com/office/officeart/2005/8/layout/radial1"/>
    <dgm:cxn modelId="{9F713ECF-8379-47D7-AFE8-A9F71D67462D}" type="presOf" srcId="{3B25D58D-6F58-453F-82D4-34D27E172010}" destId="{E45FD601-8F42-45A7-A248-D87DB5F9943A}" srcOrd="0" destOrd="0" presId="urn:microsoft.com/office/officeart/2005/8/layout/radial1"/>
    <dgm:cxn modelId="{E7963EEE-64CE-4C08-884D-49921549449D}" type="presOf" srcId="{9B16A6A3-77F5-4938-AD2E-C5618ABDA282}" destId="{330FBA93-3A1A-47D5-9CC5-B3E47AB9E5DF}" srcOrd="1" destOrd="0" presId="urn:microsoft.com/office/officeart/2005/8/layout/radial1"/>
    <dgm:cxn modelId="{8A30AAEF-E2CA-41E8-8EEC-187D68F9271C}" srcId="{D3E1F960-B538-4893-8383-948EDC951F2A}" destId="{CE8EEB70-791E-48FA-8C8F-2E8FADFCC934}" srcOrd="0" destOrd="0" parTransId="{D679ABF5-33EF-44B1-9295-F95FC9DB4790}" sibTransId="{649C98F4-4855-402E-BD76-26014EDD963B}"/>
    <dgm:cxn modelId="{07624BF1-F049-4CED-A5BA-04C350521BD1}" type="presOf" srcId="{F8A88CB0-C5FA-4968-84AD-9D45338DB00E}" destId="{0ECE6D9B-1A91-4A29-82E7-FADB2EE4F6DC}" srcOrd="0" destOrd="0" presId="urn:microsoft.com/office/officeart/2005/8/layout/radial1"/>
    <dgm:cxn modelId="{9F7096FA-AF85-4246-BC3C-8B9A2720735E}" type="presOf" srcId="{623C5F3B-28F6-4B1C-A15C-7168C9F0016F}" destId="{7C396246-E3D5-44E8-B402-F252989E77DB}" srcOrd="0" destOrd="0" presId="urn:microsoft.com/office/officeart/2005/8/layout/radial1"/>
    <dgm:cxn modelId="{574AF3FB-D184-469C-9002-1D1B7748635D}" srcId="{CE8EEB70-791E-48FA-8C8F-2E8FADFCC934}" destId="{623C5F3B-28F6-4B1C-A15C-7168C9F0016F}" srcOrd="2" destOrd="0" parTransId="{0025FC4C-8281-478C-92EC-0FE302523F92}" sibTransId="{D31C1F9B-88D0-4D66-85CB-A0C1D74D83F4}"/>
    <dgm:cxn modelId="{6FCC23B9-82F0-4A9B-BCC7-9031DD696F9B}" type="presParOf" srcId="{B5D3370E-ECE8-4EE3-87F2-C8C5618BCDA0}" destId="{A96581BA-45EF-4CB9-A1A8-9CFB4998A264}" srcOrd="0" destOrd="0" presId="urn:microsoft.com/office/officeart/2005/8/layout/radial1"/>
    <dgm:cxn modelId="{A0FE91FA-7DFE-4B7E-AF80-A9100BC434CD}" type="presParOf" srcId="{B5D3370E-ECE8-4EE3-87F2-C8C5618BCDA0}" destId="{2697905C-40A9-4D8E-AE89-88ADE6C34F0A}" srcOrd="1" destOrd="0" presId="urn:microsoft.com/office/officeart/2005/8/layout/radial1"/>
    <dgm:cxn modelId="{D7EC596C-AF63-48AF-82E8-BCC924D13E02}" type="presParOf" srcId="{2697905C-40A9-4D8E-AE89-88ADE6C34F0A}" destId="{C4E0B2F5-7632-485B-B03A-601C1A11F4FC}" srcOrd="0" destOrd="0" presId="urn:microsoft.com/office/officeart/2005/8/layout/radial1"/>
    <dgm:cxn modelId="{9EDFDDD3-E63E-4385-9C8A-1EABCE858CF0}" type="presParOf" srcId="{B5D3370E-ECE8-4EE3-87F2-C8C5618BCDA0}" destId="{A768ED12-DF85-403F-B898-D6729C70787D}" srcOrd="2" destOrd="0" presId="urn:microsoft.com/office/officeart/2005/8/layout/radial1"/>
    <dgm:cxn modelId="{A0FE6AA8-9997-4DC9-AD6C-A0647EDECFB8}" type="presParOf" srcId="{B5D3370E-ECE8-4EE3-87F2-C8C5618BCDA0}" destId="{B58731E0-DBD1-435A-ADD7-B425A898B445}" srcOrd="3" destOrd="0" presId="urn:microsoft.com/office/officeart/2005/8/layout/radial1"/>
    <dgm:cxn modelId="{30F04C35-5AA8-4216-8E80-DFBBDFDADA4C}" type="presParOf" srcId="{B58731E0-DBD1-435A-ADD7-B425A898B445}" destId="{330FBA93-3A1A-47D5-9CC5-B3E47AB9E5DF}" srcOrd="0" destOrd="0" presId="urn:microsoft.com/office/officeart/2005/8/layout/radial1"/>
    <dgm:cxn modelId="{F272BAEE-1523-4AEC-B3E3-488B467D1BD1}" type="presParOf" srcId="{B5D3370E-ECE8-4EE3-87F2-C8C5618BCDA0}" destId="{A3CECE51-0A63-4775-BBDE-4FA68841EC20}" srcOrd="4" destOrd="0" presId="urn:microsoft.com/office/officeart/2005/8/layout/radial1"/>
    <dgm:cxn modelId="{46041276-52F2-4C42-9D9F-F072E90CB244}" type="presParOf" srcId="{B5D3370E-ECE8-4EE3-87F2-C8C5618BCDA0}" destId="{C763681C-8D89-4BC9-887B-1CD1363C9AA1}" srcOrd="5" destOrd="0" presId="urn:microsoft.com/office/officeart/2005/8/layout/radial1"/>
    <dgm:cxn modelId="{29BAA8B5-A711-4B2F-AEAD-4B4A94D46A8E}" type="presParOf" srcId="{C763681C-8D89-4BC9-887B-1CD1363C9AA1}" destId="{0AA7E569-EFC1-41AE-8E53-7AABDD2D38CF}" srcOrd="0" destOrd="0" presId="urn:microsoft.com/office/officeart/2005/8/layout/radial1"/>
    <dgm:cxn modelId="{C314A784-DDCF-4C74-9988-49321F7A6A1E}" type="presParOf" srcId="{B5D3370E-ECE8-4EE3-87F2-C8C5618BCDA0}" destId="{7C396246-E3D5-44E8-B402-F252989E77DB}" srcOrd="6" destOrd="0" presId="urn:microsoft.com/office/officeart/2005/8/layout/radial1"/>
    <dgm:cxn modelId="{AB7CF0F1-F435-405C-BB14-1CA72F694EBB}" type="presParOf" srcId="{B5D3370E-ECE8-4EE3-87F2-C8C5618BCDA0}" destId="{979B44D0-1574-46A1-BD25-F046F787F5A7}" srcOrd="7" destOrd="0" presId="urn:microsoft.com/office/officeart/2005/8/layout/radial1"/>
    <dgm:cxn modelId="{291FD52D-2AE3-4983-88A8-421C97EC1D52}" type="presParOf" srcId="{979B44D0-1574-46A1-BD25-F046F787F5A7}" destId="{C763AEEF-5F2C-44BA-9E5D-397922963F01}" srcOrd="0" destOrd="0" presId="urn:microsoft.com/office/officeart/2005/8/layout/radial1"/>
    <dgm:cxn modelId="{7ED2CBD2-EC95-42FE-82A7-9B08FED21DFA}" type="presParOf" srcId="{B5D3370E-ECE8-4EE3-87F2-C8C5618BCDA0}" destId="{E45FD601-8F42-45A7-A248-D87DB5F9943A}" srcOrd="8" destOrd="0" presId="urn:microsoft.com/office/officeart/2005/8/layout/radial1"/>
    <dgm:cxn modelId="{A3A392A2-4EA7-4D59-BDFA-23A38B187C4F}" type="presParOf" srcId="{B5D3370E-ECE8-4EE3-87F2-C8C5618BCDA0}" destId="{B74C3A2B-0533-446F-AE56-FFBBBC35155B}" srcOrd="9" destOrd="0" presId="urn:microsoft.com/office/officeart/2005/8/layout/radial1"/>
    <dgm:cxn modelId="{5A26FC25-E3C6-406C-8055-3C0A875FFEFE}" type="presParOf" srcId="{B74C3A2B-0533-446F-AE56-FFBBBC35155B}" destId="{72A0FF43-5233-4D9B-ADFF-E97C97B46D15}" srcOrd="0" destOrd="0" presId="urn:microsoft.com/office/officeart/2005/8/layout/radial1"/>
    <dgm:cxn modelId="{93B4E826-26C5-44D6-8E7B-15179FFB107F}" type="presParOf" srcId="{B5D3370E-ECE8-4EE3-87F2-C8C5618BCDA0}" destId="{0ECE6D9B-1A91-4A29-82E7-FADB2EE4F6DC}" srcOrd="10" destOrd="0" presId="urn:microsoft.com/office/officeart/2005/8/layout/radial1"/>
  </dgm:cxnLst>
  <dgm:bg>
    <a:effect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D3E1F960-B538-4893-8383-948EDC951F2A}" type="doc">
      <dgm:prSet loTypeId="urn:microsoft.com/office/officeart/2005/8/layout/radial1" loCatId="relationship" qsTypeId="urn:microsoft.com/office/officeart/2005/8/quickstyle/simple1" qsCatId="simple" csTypeId="urn:microsoft.com/office/officeart/2005/8/colors/colorful5" csCatId="colorful" phldr="1"/>
      <dgm:spPr/>
      <dgm:t>
        <a:bodyPr/>
        <a:lstStyle/>
        <a:p>
          <a:endParaRPr lang="zh-CN" altLang="en-US"/>
        </a:p>
      </dgm:t>
    </dgm:pt>
    <dgm:pt modelId="{CE8EEB70-791E-48FA-8C8F-2E8FADFCC934}">
      <dgm:prSet phldrT="[文本]" custT="1"/>
      <dgm:spPr>
        <a:solidFill>
          <a:schemeClr val="accent2"/>
        </a:solidFill>
        <a:effectLst>
          <a:outerShdw blurRad="50800" dist="38100" dir="2700000" algn="tl" rotWithShape="0">
            <a:prstClr val="black">
              <a:alpha val="40000"/>
            </a:prstClr>
          </a:outerShdw>
        </a:effectLst>
      </dgm:spPr>
      <dgm:t>
        <a:bodyPr/>
        <a:lstStyle/>
        <a:p>
          <a:r>
            <a:rPr lang="zh-CN" altLang="en-US" sz="2400" dirty="0"/>
            <a:t>理念</a:t>
          </a:r>
        </a:p>
      </dgm:t>
    </dgm:pt>
    <dgm:pt modelId="{D679ABF5-33EF-44B1-9295-F95FC9DB4790}" type="parTrans" cxnId="{8A30AAEF-E2CA-41E8-8EEC-187D68F9271C}">
      <dgm:prSet/>
      <dgm:spPr/>
      <dgm:t>
        <a:bodyPr/>
        <a:lstStyle/>
        <a:p>
          <a:endParaRPr lang="zh-CN" altLang="en-US"/>
        </a:p>
      </dgm:t>
    </dgm:pt>
    <dgm:pt modelId="{649C98F4-4855-402E-BD76-26014EDD963B}" type="sibTrans" cxnId="{8A30AAEF-E2CA-41E8-8EEC-187D68F9271C}">
      <dgm:prSet/>
      <dgm:spPr/>
      <dgm:t>
        <a:bodyPr/>
        <a:lstStyle/>
        <a:p>
          <a:endParaRPr lang="zh-CN" altLang="en-US"/>
        </a:p>
      </dgm:t>
    </dgm:pt>
    <dgm:pt modelId="{16A05B42-C487-4BD1-9030-18BBD9553FCD}">
      <dgm:prSet phldrT="[文本]" custT="1"/>
      <dgm:spPr>
        <a:effectLst>
          <a:outerShdw blurRad="50800" dist="38100" dir="2700000" algn="tl" rotWithShape="0">
            <a:prstClr val="black">
              <a:alpha val="40000"/>
            </a:prstClr>
          </a:outerShdw>
        </a:effectLst>
      </dgm:spPr>
      <dgm:t>
        <a:bodyPr/>
        <a:lstStyle/>
        <a:p>
          <a:r>
            <a:rPr lang="zh-CN" altLang="en-US" sz="1800" dirty="0"/>
            <a:t>透明</a:t>
          </a:r>
        </a:p>
      </dgm:t>
    </dgm:pt>
    <dgm:pt modelId="{41AA5E90-B5B1-4317-8E91-CCB14A726C95}" type="parTrans" cxnId="{490D9D66-0135-44D2-90A0-1DEDCAC39AF3}">
      <dgm:prSet/>
      <dgm:spPr/>
      <dgm:t>
        <a:bodyPr/>
        <a:lstStyle/>
        <a:p>
          <a:endParaRPr lang="zh-CN" altLang="en-US"/>
        </a:p>
      </dgm:t>
    </dgm:pt>
    <dgm:pt modelId="{C561E714-DEE2-4F34-8F82-FF5B38302E5A}" type="sibTrans" cxnId="{490D9D66-0135-44D2-90A0-1DEDCAC39AF3}">
      <dgm:prSet/>
      <dgm:spPr/>
      <dgm:t>
        <a:bodyPr/>
        <a:lstStyle/>
        <a:p>
          <a:endParaRPr lang="zh-CN" altLang="en-US"/>
        </a:p>
      </dgm:t>
    </dgm:pt>
    <dgm:pt modelId="{0BBA5288-D454-4A5E-8B5F-4581CC5975F5}">
      <dgm:prSet phldrT="[文本]" custT="1"/>
      <dgm:spPr>
        <a:effectLst>
          <a:outerShdw blurRad="50800" dist="38100" dir="2700000" algn="tl" rotWithShape="0">
            <a:prstClr val="black">
              <a:alpha val="40000"/>
            </a:prstClr>
          </a:outerShdw>
        </a:effectLst>
      </dgm:spPr>
      <dgm:t>
        <a:bodyPr/>
        <a:lstStyle/>
        <a:p>
          <a:r>
            <a:rPr lang="zh-CN" altLang="en-US" sz="1800" dirty="0"/>
            <a:t>监视</a:t>
          </a:r>
        </a:p>
      </dgm:t>
    </dgm:pt>
    <dgm:pt modelId="{9B16A6A3-77F5-4938-AD2E-C5618ABDA282}" type="parTrans" cxnId="{D79A3B41-6133-403B-8DD2-815A4464B569}">
      <dgm:prSet/>
      <dgm:spPr/>
      <dgm:t>
        <a:bodyPr/>
        <a:lstStyle/>
        <a:p>
          <a:endParaRPr lang="zh-CN" altLang="en-US"/>
        </a:p>
      </dgm:t>
    </dgm:pt>
    <dgm:pt modelId="{74089577-39A7-4704-9D32-EED588F1AA4C}" type="sibTrans" cxnId="{D79A3B41-6133-403B-8DD2-815A4464B569}">
      <dgm:prSet/>
      <dgm:spPr/>
      <dgm:t>
        <a:bodyPr/>
        <a:lstStyle/>
        <a:p>
          <a:endParaRPr lang="zh-CN" altLang="en-US"/>
        </a:p>
      </dgm:t>
    </dgm:pt>
    <dgm:pt modelId="{F8A88CB0-C5FA-4968-84AD-9D45338DB00E}">
      <dgm:prSet phldrT="[文本]" custT="1"/>
      <dgm:spPr>
        <a:effectLst>
          <a:outerShdw blurRad="50800" dist="38100" dir="2700000" algn="tl" rotWithShape="0">
            <a:prstClr val="black">
              <a:alpha val="40000"/>
            </a:prstClr>
          </a:outerShdw>
        </a:effectLst>
      </dgm:spPr>
      <dgm:t>
        <a:bodyPr/>
        <a:lstStyle/>
        <a:p>
          <a:r>
            <a:rPr lang="zh-CN" altLang="en-US" sz="1800" dirty="0"/>
            <a:t>适应</a:t>
          </a:r>
        </a:p>
      </dgm:t>
    </dgm:pt>
    <dgm:pt modelId="{B46081CB-D0CA-47FB-9772-1BDBFC236950}" type="parTrans" cxnId="{53D9C23C-A4DC-4E5A-A4EC-816C0887A094}">
      <dgm:prSet/>
      <dgm:spPr/>
      <dgm:t>
        <a:bodyPr/>
        <a:lstStyle/>
        <a:p>
          <a:endParaRPr lang="zh-CN" altLang="en-US"/>
        </a:p>
      </dgm:t>
    </dgm:pt>
    <dgm:pt modelId="{F1C38DA3-052E-4FC8-BA67-5B4B200CC764}" type="sibTrans" cxnId="{53D9C23C-A4DC-4E5A-A4EC-816C0887A094}">
      <dgm:prSet/>
      <dgm:spPr/>
      <dgm:t>
        <a:bodyPr/>
        <a:lstStyle/>
        <a:p>
          <a:endParaRPr lang="zh-CN" altLang="en-US"/>
        </a:p>
      </dgm:t>
    </dgm:pt>
    <dgm:pt modelId="{B5D3370E-ECE8-4EE3-87F2-C8C5618BCDA0}" type="pres">
      <dgm:prSet presAssocID="{D3E1F960-B538-4893-8383-948EDC951F2A}" presName="cycle" presStyleCnt="0">
        <dgm:presLayoutVars>
          <dgm:chMax val="1"/>
          <dgm:dir/>
          <dgm:animLvl val="ctr"/>
          <dgm:resizeHandles val="exact"/>
        </dgm:presLayoutVars>
      </dgm:prSet>
      <dgm:spPr/>
    </dgm:pt>
    <dgm:pt modelId="{A96581BA-45EF-4CB9-A1A8-9CFB4998A264}" type="pres">
      <dgm:prSet presAssocID="{CE8EEB70-791E-48FA-8C8F-2E8FADFCC934}" presName="centerShape" presStyleLbl="node0" presStyleIdx="0" presStyleCnt="1" custScaleX="98857" custScaleY="98857"/>
      <dgm:spPr/>
    </dgm:pt>
    <dgm:pt modelId="{2697905C-40A9-4D8E-AE89-88ADE6C34F0A}" type="pres">
      <dgm:prSet presAssocID="{41AA5E90-B5B1-4317-8E91-CCB14A726C95}" presName="Name9" presStyleLbl="parChTrans1D2" presStyleIdx="0" presStyleCnt="3"/>
      <dgm:spPr/>
    </dgm:pt>
    <dgm:pt modelId="{C4E0B2F5-7632-485B-B03A-601C1A11F4FC}" type="pres">
      <dgm:prSet presAssocID="{41AA5E90-B5B1-4317-8E91-CCB14A726C95}" presName="connTx" presStyleLbl="parChTrans1D2" presStyleIdx="0" presStyleCnt="3"/>
      <dgm:spPr/>
    </dgm:pt>
    <dgm:pt modelId="{A768ED12-DF85-403F-B898-D6729C70787D}" type="pres">
      <dgm:prSet presAssocID="{16A05B42-C487-4BD1-9030-18BBD9553FCD}" presName="node" presStyleLbl="node1" presStyleIdx="0" presStyleCnt="3" custScaleX="82381" custScaleY="82381">
        <dgm:presLayoutVars>
          <dgm:bulletEnabled val="1"/>
        </dgm:presLayoutVars>
      </dgm:prSet>
      <dgm:spPr/>
    </dgm:pt>
    <dgm:pt modelId="{B58731E0-DBD1-435A-ADD7-B425A898B445}" type="pres">
      <dgm:prSet presAssocID="{9B16A6A3-77F5-4938-AD2E-C5618ABDA282}" presName="Name9" presStyleLbl="parChTrans1D2" presStyleIdx="1" presStyleCnt="3"/>
      <dgm:spPr/>
    </dgm:pt>
    <dgm:pt modelId="{330FBA93-3A1A-47D5-9CC5-B3E47AB9E5DF}" type="pres">
      <dgm:prSet presAssocID="{9B16A6A3-77F5-4938-AD2E-C5618ABDA282}" presName="connTx" presStyleLbl="parChTrans1D2" presStyleIdx="1" presStyleCnt="3"/>
      <dgm:spPr/>
    </dgm:pt>
    <dgm:pt modelId="{A3CECE51-0A63-4775-BBDE-4FA68841EC20}" type="pres">
      <dgm:prSet presAssocID="{0BBA5288-D454-4A5E-8B5F-4581CC5975F5}" presName="node" presStyleLbl="node1" presStyleIdx="1" presStyleCnt="3" custScaleX="82381" custScaleY="82381">
        <dgm:presLayoutVars>
          <dgm:bulletEnabled val="1"/>
        </dgm:presLayoutVars>
      </dgm:prSet>
      <dgm:spPr/>
    </dgm:pt>
    <dgm:pt modelId="{B74C3A2B-0533-446F-AE56-FFBBBC35155B}" type="pres">
      <dgm:prSet presAssocID="{B46081CB-D0CA-47FB-9772-1BDBFC236950}" presName="Name9" presStyleLbl="parChTrans1D2" presStyleIdx="2" presStyleCnt="3"/>
      <dgm:spPr/>
    </dgm:pt>
    <dgm:pt modelId="{72A0FF43-5233-4D9B-ADFF-E97C97B46D15}" type="pres">
      <dgm:prSet presAssocID="{B46081CB-D0CA-47FB-9772-1BDBFC236950}" presName="connTx" presStyleLbl="parChTrans1D2" presStyleIdx="2" presStyleCnt="3"/>
      <dgm:spPr/>
    </dgm:pt>
    <dgm:pt modelId="{0ECE6D9B-1A91-4A29-82E7-FADB2EE4F6DC}" type="pres">
      <dgm:prSet presAssocID="{F8A88CB0-C5FA-4968-84AD-9D45338DB00E}" presName="node" presStyleLbl="node1" presStyleIdx="2" presStyleCnt="3" custScaleX="82381" custScaleY="82381">
        <dgm:presLayoutVars>
          <dgm:bulletEnabled val="1"/>
        </dgm:presLayoutVars>
      </dgm:prSet>
      <dgm:spPr/>
    </dgm:pt>
  </dgm:ptLst>
  <dgm:cxnLst>
    <dgm:cxn modelId="{C8790822-876E-4670-AAE2-4F5F4D1CA55B}" type="presOf" srcId="{CE8EEB70-791E-48FA-8C8F-2E8FADFCC934}" destId="{A96581BA-45EF-4CB9-A1A8-9CFB4998A264}" srcOrd="0" destOrd="0" presId="urn:microsoft.com/office/officeart/2005/8/layout/radial1"/>
    <dgm:cxn modelId="{3F8BD833-5738-45A6-817F-122C710B11B1}" type="presOf" srcId="{41AA5E90-B5B1-4317-8E91-CCB14A726C95}" destId="{2697905C-40A9-4D8E-AE89-88ADE6C34F0A}" srcOrd="0" destOrd="0" presId="urn:microsoft.com/office/officeart/2005/8/layout/radial1"/>
    <dgm:cxn modelId="{53D9C23C-A4DC-4E5A-A4EC-816C0887A094}" srcId="{CE8EEB70-791E-48FA-8C8F-2E8FADFCC934}" destId="{F8A88CB0-C5FA-4968-84AD-9D45338DB00E}" srcOrd="2" destOrd="0" parTransId="{B46081CB-D0CA-47FB-9772-1BDBFC236950}" sibTransId="{F1C38DA3-052E-4FC8-BA67-5B4B200CC764}"/>
    <dgm:cxn modelId="{D79A3B41-6133-403B-8DD2-815A4464B569}" srcId="{CE8EEB70-791E-48FA-8C8F-2E8FADFCC934}" destId="{0BBA5288-D454-4A5E-8B5F-4581CC5975F5}" srcOrd="1" destOrd="0" parTransId="{9B16A6A3-77F5-4938-AD2E-C5618ABDA282}" sibTransId="{74089577-39A7-4704-9D32-EED588F1AA4C}"/>
    <dgm:cxn modelId="{490D9D66-0135-44D2-90A0-1DEDCAC39AF3}" srcId="{CE8EEB70-791E-48FA-8C8F-2E8FADFCC934}" destId="{16A05B42-C487-4BD1-9030-18BBD9553FCD}" srcOrd="0" destOrd="0" parTransId="{41AA5E90-B5B1-4317-8E91-CCB14A726C95}" sibTransId="{C561E714-DEE2-4F34-8F82-FF5B38302E5A}"/>
    <dgm:cxn modelId="{D8824567-B4A5-4570-A923-371C8C26A5F6}" type="presOf" srcId="{0BBA5288-D454-4A5E-8B5F-4581CC5975F5}" destId="{A3CECE51-0A63-4775-BBDE-4FA68841EC20}" srcOrd="0" destOrd="0" presId="urn:microsoft.com/office/officeart/2005/8/layout/radial1"/>
    <dgm:cxn modelId="{F5F44B4E-B486-4586-B362-E35484DBEEE0}" type="presOf" srcId="{B46081CB-D0CA-47FB-9772-1BDBFC236950}" destId="{B74C3A2B-0533-446F-AE56-FFBBBC35155B}" srcOrd="0" destOrd="0" presId="urn:microsoft.com/office/officeart/2005/8/layout/radial1"/>
    <dgm:cxn modelId="{C3FF3357-F9EE-465C-85D9-3A83EAED6720}" type="presOf" srcId="{41AA5E90-B5B1-4317-8E91-CCB14A726C95}" destId="{C4E0B2F5-7632-485B-B03A-601C1A11F4FC}" srcOrd="1" destOrd="0" presId="urn:microsoft.com/office/officeart/2005/8/layout/radial1"/>
    <dgm:cxn modelId="{DDF2498C-8503-4DBE-BA9A-6F84C2A2C5A9}" type="presOf" srcId="{D3E1F960-B538-4893-8383-948EDC951F2A}" destId="{B5D3370E-ECE8-4EE3-87F2-C8C5618BCDA0}" srcOrd="0" destOrd="0" presId="urn:microsoft.com/office/officeart/2005/8/layout/radial1"/>
    <dgm:cxn modelId="{F617CAA2-5AAF-41C1-9378-188A59A29563}" type="presOf" srcId="{16A05B42-C487-4BD1-9030-18BBD9553FCD}" destId="{A768ED12-DF85-403F-B898-D6729C70787D}" srcOrd="0" destOrd="0" presId="urn:microsoft.com/office/officeart/2005/8/layout/radial1"/>
    <dgm:cxn modelId="{90BE34B8-4EEF-4053-A28E-18F04DEDA9BA}" type="presOf" srcId="{9B16A6A3-77F5-4938-AD2E-C5618ABDA282}" destId="{B58731E0-DBD1-435A-ADD7-B425A898B445}" srcOrd="0" destOrd="0" presId="urn:microsoft.com/office/officeart/2005/8/layout/radial1"/>
    <dgm:cxn modelId="{881E69BB-A183-4B8E-9CF7-F3CB096C616B}" type="presOf" srcId="{B46081CB-D0CA-47FB-9772-1BDBFC236950}" destId="{72A0FF43-5233-4D9B-ADFF-E97C97B46D15}" srcOrd="1" destOrd="0" presId="urn:microsoft.com/office/officeart/2005/8/layout/radial1"/>
    <dgm:cxn modelId="{E7963EEE-64CE-4C08-884D-49921549449D}" type="presOf" srcId="{9B16A6A3-77F5-4938-AD2E-C5618ABDA282}" destId="{330FBA93-3A1A-47D5-9CC5-B3E47AB9E5DF}" srcOrd="1" destOrd="0" presId="urn:microsoft.com/office/officeart/2005/8/layout/radial1"/>
    <dgm:cxn modelId="{8A30AAEF-E2CA-41E8-8EEC-187D68F9271C}" srcId="{D3E1F960-B538-4893-8383-948EDC951F2A}" destId="{CE8EEB70-791E-48FA-8C8F-2E8FADFCC934}" srcOrd="0" destOrd="0" parTransId="{D679ABF5-33EF-44B1-9295-F95FC9DB4790}" sibTransId="{649C98F4-4855-402E-BD76-26014EDD963B}"/>
    <dgm:cxn modelId="{07624BF1-F049-4CED-A5BA-04C350521BD1}" type="presOf" srcId="{F8A88CB0-C5FA-4968-84AD-9D45338DB00E}" destId="{0ECE6D9B-1A91-4A29-82E7-FADB2EE4F6DC}" srcOrd="0" destOrd="0" presId="urn:microsoft.com/office/officeart/2005/8/layout/radial1"/>
    <dgm:cxn modelId="{6FCC23B9-82F0-4A9B-BCC7-9031DD696F9B}" type="presParOf" srcId="{B5D3370E-ECE8-4EE3-87F2-C8C5618BCDA0}" destId="{A96581BA-45EF-4CB9-A1A8-9CFB4998A264}" srcOrd="0" destOrd="0" presId="urn:microsoft.com/office/officeart/2005/8/layout/radial1"/>
    <dgm:cxn modelId="{A0FE91FA-7DFE-4B7E-AF80-A9100BC434CD}" type="presParOf" srcId="{B5D3370E-ECE8-4EE3-87F2-C8C5618BCDA0}" destId="{2697905C-40A9-4D8E-AE89-88ADE6C34F0A}" srcOrd="1" destOrd="0" presId="urn:microsoft.com/office/officeart/2005/8/layout/radial1"/>
    <dgm:cxn modelId="{D7EC596C-AF63-48AF-82E8-BCC924D13E02}" type="presParOf" srcId="{2697905C-40A9-4D8E-AE89-88ADE6C34F0A}" destId="{C4E0B2F5-7632-485B-B03A-601C1A11F4FC}" srcOrd="0" destOrd="0" presId="urn:microsoft.com/office/officeart/2005/8/layout/radial1"/>
    <dgm:cxn modelId="{9EDFDDD3-E63E-4385-9C8A-1EABCE858CF0}" type="presParOf" srcId="{B5D3370E-ECE8-4EE3-87F2-C8C5618BCDA0}" destId="{A768ED12-DF85-403F-B898-D6729C70787D}" srcOrd="2" destOrd="0" presId="urn:microsoft.com/office/officeart/2005/8/layout/radial1"/>
    <dgm:cxn modelId="{A0FE6AA8-9997-4DC9-AD6C-A0647EDECFB8}" type="presParOf" srcId="{B5D3370E-ECE8-4EE3-87F2-C8C5618BCDA0}" destId="{B58731E0-DBD1-435A-ADD7-B425A898B445}" srcOrd="3" destOrd="0" presId="urn:microsoft.com/office/officeart/2005/8/layout/radial1"/>
    <dgm:cxn modelId="{30F04C35-5AA8-4216-8E80-DFBBDFDADA4C}" type="presParOf" srcId="{B58731E0-DBD1-435A-ADD7-B425A898B445}" destId="{330FBA93-3A1A-47D5-9CC5-B3E47AB9E5DF}" srcOrd="0" destOrd="0" presId="urn:microsoft.com/office/officeart/2005/8/layout/radial1"/>
    <dgm:cxn modelId="{F272BAEE-1523-4AEC-B3E3-488B467D1BD1}" type="presParOf" srcId="{B5D3370E-ECE8-4EE3-87F2-C8C5618BCDA0}" destId="{A3CECE51-0A63-4775-BBDE-4FA68841EC20}" srcOrd="4" destOrd="0" presId="urn:microsoft.com/office/officeart/2005/8/layout/radial1"/>
    <dgm:cxn modelId="{A3A392A2-4EA7-4D59-BDFA-23A38B187C4F}" type="presParOf" srcId="{B5D3370E-ECE8-4EE3-87F2-C8C5618BCDA0}" destId="{B74C3A2B-0533-446F-AE56-FFBBBC35155B}" srcOrd="5" destOrd="0" presId="urn:microsoft.com/office/officeart/2005/8/layout/radial1"/>
    <dgm:cxn modelId="{5A26FC25-E3C6-406C-8055-3C0A875FFEFE}" type="presParOf" srcId="{B74C3A2B-0533-446F-AE56-FFBBBC35155B}" destId="{72A0FF43-5233-4D9B-ADFF-E97C97B46D15}" srcOrd="0" destOrd="0" presId="urn:microsoft.com/office/officeart/2005/8/layout/radial1"/>
    <dgm:cxn modelId="{93B4E826-26C5-44D6-8E7B-15179FFB107F}" type="presParOf" srcId="{B5D3370E-ECE8-4EE3-87F2-C8C5618BCDA0}" destId="{0ECE6D9B-1A91-4A29-82E7-FADB2EE4F6DC}" srcOrd="6" destOrd="0" presId="urn:microsoft.com/office/officeart/2005/8/layout/radial1"/>
  </dgm:cxnLst>
  <dgm:bg>
    <a:effect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D5B0DA7E-CBE2-4552-A8A7-5AB34385133B}" type="doc">
      <dgm:prSet loTypeId="urn:microsoft.com/office/officeart/2005/8/layout/orgChart1" loCatId="hierarchy" qsTypeId="urn:microsoft.com/office/officeart/2005/8/quickstyle/simple1" qsCatId="simple" csTypeId="urn:microsoft.com/office/officeart/2005/8/colors/colorful4" csCatId="colorful" phldr="1"/>
      <dgm:spPr/>
      <dgm:t>
        <a:bodyPr/>
        <a:lstStyle/>
        <a:p>
          <a:endParaRPr lang="zh-CN" altLang="en-US"/>
        </a:p>
      </dgm:t>
    </dgm:pt>
    <dgm:pt modelId="{2C63AD44-5545-48ED-B3E1-4923A2AC4FAA}">
      <dgm:prSet phldrT="[文本]" custT="1"/>
      <dgm:spPr>
        <a:solidFill>
          <a:schemeClr val="accent2"/>
        </a:solidFill>
      </dgm:spPr>
      <dgm:t>
        <a:bodyPr/>
        <a:lstStyle/>
        <a:p>
          <a:pPr>
            <a:lnSpc>
              <a:spcPct val="100000"/>
            </a:lnSpc>
            <a:spcAft>
              <a:spcPts val="0"/>
            </a:spcAft>
          </a:pPr>
          <a:r>
            <a:rPr lang="en-US" altLang="zh-CN" sz="1800" dirty="0"/>
            <a:t>Scrum Team</a:t>
          </a:r>
        </a:p>
        <a:p>
          <a:pPr>
            <a:lnSpc>
              <a:spcPct val="100000"/>
            </a:lnSpc>
            <a:spcAft>
              <a:spcPts val="0"/>
            </a:spcAft>
          </a:pPr>
          <a:r>
            <a:rPr lang="zh-CN" altLang="en-US" sz="1800" dirty="0"/>
            <a:t>团队</a:t>
          </a:r>
        </a:p>
      </dgm:t>
    </dgm:pt>
    <dgm:pt modelId="{460988F8-E170-49CF-B05B-898C6D4813EA}" type="parTrans" cxnId="{DCBFF955-EC2E-43F5-ADB9-606A6989915C}">
      <dgm:prSet/>
      <dgm:spPr/>
      <dgm:t>
        <a:bodyPr/>
        <a:lstStyle/>
        <a:p>
          <a:endParaRPr lang="zh-CN" altLang="en-US" sz="1800"/>
        </a:p>
      </dgm:t>
    </dgm:pt>
    <dgm:pt modelId="{F6A5CB87-F37F-4A9E-AB8E-A4C82C593886}" type="sibTrans" cxnId="{DCBFF955-EC2E-43F5-ADB9-606A6989915C}">
      <dgm:prSet/>
      <dgm:spPr/>
      <dgm:t>
        <a:bodyPr/>
        <a:lstStyle/>
        <a:p>
          <a:endParaRPr lang="zh-CN" altLang="en-US" sz="1800"/>
        </a:p>
      </dgm:t>
    </dgm:pt>
    <dgm:pt modelId="{A5B41717-E523-4E36-8FF4-299EFDF0A00C}">
      <dgm:prSet phldrT="[文本]" custT="1"/>
      <dgm:spPr/>
      <dgm:t>
        <a:bodyPr/>
        <a:lstStyle/>
        <a:p>
          <a:pPr>
            <a:lnSpc>
              <a:spcPct val="100000"/>
            </a:lnSpc>
            <a:spcAft>
              <a:spcPts val="0"/>
            </a:spcAft>
          </a:pPr>
          <a:r>
            <a:rPr lang="en-US" altLang="zh-CN" sz="1800" dirty="0"/>
            <a:t>Developer</a:t>
          </a:r>
        </a:p>
        <a:p>
          <a:pPr>
            <a:lnSpc>
              <a:spcPct val="100000"/>
            </a:lnSpc>
            <a:spcAft>
              <a:spcPts val="0"/>
            </a:spcAft>
          </a:pPr>
          <a:r>
            <a:rPr lang="zh-CN" altLang="en-US" sz="1800" dirty="0"/>
            <a:t>开发者</a:t>
          </a:r>
        </a:p>
      </dgm:t>
    </dgm:pt>
    <dgm:pt modelId="{7C2C86E9-6E44-404B-AA36-4D3C6466F1E2}" type="parTrans" cxnId="{C678C83D-1178-44CC-A51D-4FAD772276D1}">
      <dgm:prSet/>
      <dgm:spPr/>
      <dgm:t>
        <a:bodyPr/>
        <a:lstStyle/>
        <a:p>
          <a:endParaRPr lang="zh-CN" altLang="en-US" sz="1800"/>
        </a:p>
      </dgm:t>
    </dgm:pt>
    <dgm:pt modelId="{A11BD8B9-AEA8-4662-B10A-0CEBDAFCC933}" type="sibTrans" cxnId="{C678C83D-1178-44CC-A51D-4FAD772276D1}">
      <dgm:prSet/>
      <dgm:spPr/>
      <dgm:t>
        <a:bodyPr/>
        <a:lstStyle/>
        <a:p>
          <a:endParaRPr lang="zh-CN" altLang="en-US" sz="1800"/>
        </a:p>
      </dgm:t>
    </dgm:pt>
    <dgm:pt modelId="{9928A676-F7EE-4D1A-A698-399B198B9A4C}">
      <dgm:prSet phldrT="[文本]" custT="1"/>
      <dgm:spPr/>
      <dgm:t>
        <a:bodyPr/>
        <a:lstStyle/>
        <a:p>
          <a:pPr>
            <a:lnSpc>
              <a:spcPct val="100000"/>
            </a:lnSpc>
            <a:spcAft>
              <a:spcPts val="0"/>
            </a:spcAft>
          </a:pPr>
          <a:r>
            <a:rPr lang="en-US" altLang="zh-CN" sz="1800" dirty="0"/>
            <a:t>Product Owner</a:t>
          </a:r>
        </a:p>
        <a:p>
          <a:pPr>
            <a:lnSpc>
              <a:spcPct val="100000"/>
            </a:lnSpc>
            <a:spcAft>
              <a:spcPts val="0"/>
            </a:spcAft>
          </a:pPr>
          <a:r>
            <a:rPr lang="zh-CN" altLang="en-US" sz="1800" dirty="0"/>
            <a:t>产品负责人</a:t>
          </a:r>
        </a:p>
      </dgm:t>
    </dgm:pt>
    <dgm:pt modelId="{05AC3703-48EB-43E4-B717-6F19AB9E8B6C}" type="parTrans" cxnId="{9A9C71B0-1DD1-457B-A26D-F580FE3A0600}">
      <dgm:prSet/>
      <dgm:spPr/>
      <dgm:t>
        <a:bodyPr/>
        <a:lstStyle/>
        <a:p>
          <a:endParaRPr lang="zh-CN" altLang="en-US" sz="1800"/>
        </a:p>
      </dgm:t>
    </dgm:pt>
    <dgm:pt modelId="{6E082CE1-FA13-48BB-9FBF-B704C5ADB758}" type="sibTrans" cxnId="{9A9C71B0-1DD1-457B-A26D-F580FE3A0600}">
      <dgm:prSet/>
      <dgm:spPr/>
      <dgm:t>
        <a:bodyPr/>
        <a:lstStyle/>
        <a:p>
          <a:endParaRPr lang="zh-CN" altLang="en-US" sz="1800"/>
        </a:p>
      </dgm:t>
    </dgm:pt>
    <dgm:pt modelId="{7ABC4384-A1A5-42B9-A937-00D575C2EAC4}">
      <dgm:prSet phldrT="[文本]" custT="1"/>
      <dgm:spPr/>
      <dgm:t>
        <a:bodyPr/>
        <a:lstStyle/>
        <a:p>
          <a:pPr>
            <a:lnSpc>
              <a:spcPct val="100000"/>
            </a:lnSpc>
            <a:spcAft>
              <a:spcPts val="0"/>
            </a:spcAft>
          </a:pPr>
          <a:r>
            <a:rPr lang="en-US" altLang="zh-CN" sz="1800" dirty="0"/>
            <a:t>Scrum Master</a:t>
          </a:r>
        </a:p>
        <a:p>
          <a:pPr>
            <a:lnSpc>
              <a:spcPct val="100000"/>
            </a:lnSpc>
            <a:spcAft>
              <a:spcPts val="0"/>
            </a:spcAft>
          </a:pPr>
          <a:r>
            <a:rPr lang="zh-CN" altLang="en-US" sz="1800" dirty="0"/>
            <a:t>敏捷教练</a:t>
          </a:r>
        </a:p>
      </dgm:t>
    </dgm:pt>
    <dgm:pt modelId="{DB6EAF03-585D-46DB-9568-94C8598AB98D}" type="parTrans" cxnId="{5F02DD32-F92A-4224-BA98-E296371D3FB1}">
      <dgm:prSet/>
      <dgm:spPr/>
      <dgm:t>
        <a:bodyPr/>
        <a:lstStyle/>
        <a:p>
          <a:endParaRPr lang="zh-CN" altLang="en-US" sz="1800"/>
        </a:p>
      </dgm:t>
    </dgm:pt>
    <dgm:pt modelId="{043DB222-9121-42E1-8AD0-5AFFFDDCA6F1}" type="sibTrans" cxnId="{5F02DD32-F92A-4224-BA98-E296371D3FB1}">
      <dgm:prSet/>
      <dgm:spPr/>
      <dgm:t>
        <a:bodyPr/>
        <a:lstStyle/>
        <a:p>
          <a:endParaRPr lang="zh-CN" altLang="en-US" sz="1800"/>
        </a:p>
      </dgm:t>
    </dgm:pt>
    <dgm:pt modelId="{9B471BEC-AC44-42AD-B11A-707E30B97E4E}" type="pres">
      <dgm:prSet presAssocID="{D5B0DA7E-CBE2-4552-A8A7-5AB34385133B}" presName="hierChild1" presStyleCnt="0">
        <dgm:presLayoutVars>
          <dgm:orgChart val="1"/>
          <dgm:chPref val="1"/>
          <dgm:dir/>
          <dgm:animOne val="branch"/>
          <dgm:animLvl val="lvl"/>
          <dgm:resizeHandles/>
        </dgm:presLayoutVars>
      </dgm:prSet>
      <dgm:spPr/>
    </dgm:pt>
    <dgm:pt modelId="{AB54A245-4ADF-4D0A-9D90-B92C03DD7DB1}" type="pres">
      <dgm:prSet presAssocID="{2C63AD44-5545-48ED-B3E1-4923A2AC4FAA}" presName="hierRoot1" presStyleCnt="0">
        <dgm:presLayoutVars>
          <dgm:hierBranch val="init"/>
        </dgm:presLayoutVars>
      </dgm:prSet>
      <dgm:spPr/>
    </dgm:pt>
    <dgm:pt modelId="{AED5EF2C-9BEB-44AD-9AEF-B2D465843B54}" type="pres">
      <dgm:prSet presAssocID="{2C63AD44-5545-48ED-B3E1-4923A2AC4FAA}" presName="rootComposite1" presStyleCnt="0"/>
      <dgm:spPr/>
    </dgm:pt>
    <dgm:pt modelId="{4D9CCFF9-BD17-4D75-86B1-78E586639F4F}" type="pres">
      <dgm:prSet presAssocID="{2C63AD44-5545-48ED-B3E1-4923A2AC4FAA}" presName="rootText1" presStyleLbl="node0" presStyleIdx="0" presStyleCnt="1" custScaleY="71251">
        <dgm:presLayoutVars>
          <dgm:chPref val="3"/>
        </dgm:presLayoutVars>
      </dgm:prSet>
      <dgm:spPr/>
    </dgm:pt>
    <dgm:pt modelId="{0387F2FC-E99B-45ED-AA38-20F988FC8BC6}" type="pres">
      <dgm:prSet presAssocID="{2C63AD44-5545-48ED-B3E1-4923A2AC4FAA}" presName="rootConnector1" presStyleLbl="node1" presStyleIdx="0" presStyleCnt="0"/>
      <dgm:spPr/>
    </dgm:pt>
    <dgm:pt modelId="{F48CA8D6-1239-487C-BA02-C79906DBA8D7}" type="pres">
      <dgm:prSet presAssocID="{2C63AD44-5545-48ED-B3E1-4923A2AC4FAA}" presName="hierChild2" presStyleCnt="0"/>
      <dgm:spPr/>
    </dgm:pt>
    <dgm:pt modelId="{77AD3EA0-D08B-44E0-90FF-941318A849A9}" type="pres">
      <dgm:prSet presAssocID="{7C2C86E9-6E44-404B-AA36-4D3C6466F1E2}" presName="Name37" presStyleLbl="parChTrans1D2" presStyleIdx="0" presStyleCnt="3"/>
      <dgm:spPr/>
    </dgm:pt>
    <dgm:pt modelId="{4FBB0E8C-0474-4D2E-A8C2-CC93B425BA5C}" type="pres">
      <dgm:prSet presAssocID="{A5B41717-E523-4E36-8FF4-299EFDF0A00C}" presName="hierRoot2" presStyleCnt="0">
        <dgm:presLayoutVars>
          <dgm:hierBranch val="init"/>
        </dgm:presLayoutVars>
      </dgm:prSet>
      <dgm:spPr/>
    </dgm:pt>
    <dgm:pt modelId="{DC517A7C-C96E-40EB-BE3F-0B25EDB19C79}" type="pres">
      <dgm:prSet presAssocID="{A5B41717-E523-4E36-8FF4-299EFDF0A00C}" presName="rootComposite" presStyleCnt="0"/>
      <dgm:spPr/>
    </dgm:pt>
    <dgm:pt modelId="{E1B194E7-E9A2-4E57-9BB7-20DBBFCA2C24}" type="pres">
      <dgm:prSet presAssocID="{A5B41717-E523-4E36-8FF4-299EFDF0A00C}" presName="rootText" presStyleLbl="node2" presStyleIdx="0" presStyleCnt="3" custScaleY="71251">
        <dgm:presLayoutVars>
          <dgm:chPref val="3"/>
        </dgm:presLayoutVars>
      </dgm:prSet>
      <dgm:spPr/>
    </dgm:pt>
    <dgm:pt modelId="{6C4E8E94-ADAD-493B-83F3-4BB485BD15BA}" type="pres">
      <dgm:prSet presAssocID="{A5B41717-E523-4E36-8FF4-299EFDF0A00C}" presName="rootConnector" presStyleLbl="node2" presStyleIdx="0" presStyleCnt="3"/>
      <dgm:spPr/>
    </dgm:pt>
    <dgm:pt modelId="{1FEB4788-5936-421D-A201-F6308D3C777C}" type="pres">
      <dgm:prSet presAssocID="{A5B41717-E523-4E36-8FF4-299EFDF0A00C}" presName="hierChild4" presStyleCnt="0"/>
      <dgm:spPr/>
    </dgm:pt>
    <dgm:pt modelId="{F26F6516-8AB2-4981-A59F-4B0F381E4CDD}" type="pres">
      <dgm:prSet presAssocID="{A5B41717-E523-4E36-8FF4-299EFDF0A00C}" presName="hierChild5" presStyleCnt="0"/>
      <dgm:spPr/>
    </dgm:pt>
    <dgm:pt modelId="{591147C7-2FCD-4627-B9AE-9C0A7122E164}" type="pres">
      <dgm:prSet presAssocID="{05AC3703-48EB-43E4-B717-6F19AB9E8B6C}" presName="Name37" presStyleLbl="parChTrans1D2" presStyleIdx="1" presStyleCnt="3"/>
      <dgm:spPr/>
    </dgm:pt>
    <dgm:pt modelId="{121AAE99-A0A8-4284-9E01-285F357742EC}" type="pres">
      <dgm:prSet presAssocID="{9928A676-F7EE-4D1A-A698-399B198B9A4C}" presName="hierRoot2" presStyleCnt="0">
        <dgm:presLayoutVars>
          <dgm:hierBranch val="init"/>
        </dgm:presLayoutVars>
      </dgm:prSet>
      <dgm:spPr/>
    </dgm:pt>
    <dgm:pt modelId="{53BA791C-84AB-413C-AE7A-A86DD2AE5983}" type="pres">
      <dgm:prSet presAssocID="{9928A676-F7EE-4D1A-A698-399B198B9A4C}" presName="rootComposite" presStyleCnt="0"/>
      <dgm:spPr/>
    </dgm:pt>
    <dgm:pt modelId="{3BD3742E-89D8-4278-B047-2E690CF46C27}" type="pres">
      <dgm:prSet presAssocID="{9928A676-F7EE-4D1A-A698-399B198B9A4C}" presName="rootText" presStyleLbl="node2" presStyleIdx="1" presStyleCnt="3" custScaleY="71251">
        <dgm:presLayoutVars>
          <dgm:chPref val="3"/>
        </dgm:presLayoutVars>
      </dgm:prSet>
      <dgm:spPr/>
    </dgm:pt>
    <dgm:pt modelId="{1C196A48-6022-498A-9527-F4773465C43B}" type="pres">
      <dgm:prSet presAssocID="{9928A676-F7EE-4D1A-A698-399B198B9A4C}" presName="rootConnector" presStyleLbl="node2" presStyleIdx="1" presStyleCnt="3"/>
      <dgm:spPr/>
    </dgm:pt>
    <dgm:pt modelId="{8B392C00-EA94-478D-AC2F-0982A676C659}" type="pres">
      <dgm:prSet presAssocID="{9928A676-F7EE-4D1A-A698-399B198B9A4C}" presName="hierChild4" presStyleCnt="0"/>
      <dgm:spPr/>
    </dgm:pt>
    <dgm:pt modelId="{7B4FAA56-6C6D-4FA5-A6D0-19C31DC2AFC6}" type="pres">
      <dgm:prSet presAssocID="{9928A676-F7EE-4D1A-A698-399B198B9A4C}" presName="hierChild5" presStyleCnt="0"/>
      <dgm:spPr/>
    </dgm:pt>
    <dgm:pt modelId="{FCC79863-28B7-4641-A9CA-CA81A5866EAD}" type="pres">
      <dgm:prSet presAssocID="{DB6EAF03-585D-46DB-9568-94C8598AB98D}" presName="Name37" presStyleLbl="parChTrans1D2" presStyleIdx="2" presStyleCnt="3"/>
      <dgm:spPr/>
    </dgm:pt>
    <dgm:pt modelId="{CE1207AE-853D-4C2E-83C4-080F2BD63AF0}" type="pres">
      <dgm:prSet presAssocID="{7ABC4384-A1A5-42B9-A937-00D575C2EAC4}" presName="hierRoot2" presStyleCnt="0">
        <dgm:presLayoutVars>
          <dgm:hierBranch val="init"/>
        </dgm:presLayoutVars>
      </dgm:prSet>
      <dgm:spPr/>
    </dgm:pt>
    <dgm:pt modelId="{CB7CFF74-24B9-44BB-A2B5-92109B681CBE}" type="pres">
      <dgm:prSet presAssocID="{7ABC4384-A1A5-42B9-A937-00D575C2EAC4}" presName="rootComposite" presStyleCnt="0"/>
      <dgm:spPr/>
    </dgm:pt>
    <dgm:pt modelId="{E24E934A-6782-4A44-B105-7B83B7DB5B47}" type="pres">
      <dgm:prSet presAssocID="{7ABC4384-A1A5-42B9-A937-00D575C2EAC4}" presName="rootText" presStyleLbl="node2" presStyleIdx="2" presStyleCnt="3" custScaleY="71251">
        <dgm:presLayoutVars>
          <dgm:chPref val="3"/>
        </dgm:presLayoutVars>
      </dgm:prSet>
      <dgm:spPr/>
    </dgm:pt>
    <dgm:pt modelId="{5AA88587-4138-4C96-A469-54661A164102}" type="pres">
      <dgm:prSet presAssocID="{7ABC4384-A1A5-42B9-A937-00D575C2EAC4}" presName="rootConnector" presStyleLbl="node2" presStyleIdx="2" presStyleCnt="3"/>
      <dgm:spPr/>
    </dgm:pt>
    <dgm:pt modelId="{B9543503-0585-40B0-A235-9443F235BCF9}" type="pres">
      <dgm:prSet presAssocID="{7ABC4384-A1A5-42B9-A937-00D575C2EAC4}" presName="hierChild4" presStyleCnt="0"/>
      <dgm:spPr/>
    </dgm:pt>
    <dgm:pt modelId="{D58E9973-4CC6-41F0-9B44-4CB3E7C15DE2}" type="pres">
      <dgm:prSet presAssocID="{7ABC4384-A1A5-42B9-A937-00D575C2EAC4}" presName="hierChild5" presStyleCnt="0"/>
      <dgm:spPr/>
    </dgm:pt>
    <dgm:pt modelId="{593FC476-5F45-4442-B7F5-D6C3520F3D12}" type="pres">
      <dgm:prSet presAssocID="{2C63AD44-5545-48ED-B3E1-4923A2AC4FAA}" presName="hierChild3" presStyleCnt="0"/>
      <dgm:spPr/>
    </dgm:pt>
  </dgm:ptLst>
  <dgm:cxnLst>
    <dgm:cxn modelId="{73129002-6F80-4C66-AF83-B0E63173CB0A}" type="presOf" srcId="{A5B41717-E523-4E36-8FF4-299EFDF0A00C}" destId="{6C4E8E94-ADAD-493B-83F3-4BB485BD15BA}" srcOrd="1" destOrd="0" presId="urn:microsoft.com/office/officeart/2005/8/layout/orgChart1"/>
    <dgm:cxn modelId="{2923C71C-1389-4AC0-BBB7-05F926056FAF}" type="presOf" srcId="{DB6EAF03-585D-46DB-9568-94C8598AB98D}" destId="{FCC79863-28B7-4641-A9CA-CA81A5866EAD}" srcOrd="0" destOrd="0" presId="urn:microsoft.com/office/officeart/2005/8/layout/orgChart1"/>
    <dgm:cxn modelId="{561DBF23-B884-42EB-9FC1-E576492922E4}" type="presOf" srcId="{05AC3703-48EB-43E4-B717-6F19AB9E8B6C}" destId="{591147C7-2FCD-4627-B9AE-9C0A7122E164}" srcOrd="0" destOrd="0" presId="urn:microsoft.com/office/officeart/2005/8/layout/orgChart1"/>
    <dgm:cxn modelId="{A0643524-C065-46DC-8451-C0C94C37D877}" type="presOf" srcId="{D5B0DA7E-CBE2-4552-A8A7-5AB34385133B}" destId="{9B471BEC-AC44-42AD-B11A-707E30B97E4E}" srcOrd="0" destOrd="0" presId="urn:microsoft.com/office/officeart/2005/8/layout/orgChart1"/>
    <dgm:cxn modelId="{5F02DD32-F92A-4224-BA98-E296371D3FB1}" srcId="{2C63AD44-5545-48ED-B3E1-4923A2AC4FAA}" destId="{7ABC4384-A1A5-42B9-A937-00D575C2EAC4}" srcOrd="2" destOrd="0" parTransId="{DB6EAF03-585D-46DB-9568-94C8598AB98D}" sibTransId="{043DB222-9121-42E1-8AD0-5AFFFDDCA6F1}"/>
    <dgm:cxn modelId="{DAEC3D3B-C74D-4359-BFB7-1E81539C158C}" type="presOf" srcId="{7ABC4384-A1A5-42B9-A937-00D575C2EAC4}" destId="{5AA88587-4138-4C96-A469-54661A164102}" srcOrd="1" destOrd="0" presId="urn:microsoft.com/office/officeart/2005/8/layout/orgChart1"/>
    <dgm:cxn modelId="{C678C83D-1178-44CC-A51D-4FAD772276D1}" srcId="{2C63AD44-5545-48ED-B3E1-4923A2AC4FAA}" destId="{A5B41717-E523-4E36-8FF4-299EFDF0A00C}" srcOrd="0" destOrd="0" parTransId="{7C2C86E9-6E44-404B-AA36-4D3C6466F1E2}" sibTransId="{A11BD8B9-AEA8-4662-B10A-0CEBDAFCC933}"/>
    <dgm:cxn modelId="{7413B15F-F93D-485B-8F57-67CDA39374A7}" type="presOf" srcId="{9928A676-F7EE-4D1A-A698-399B198B9A4C}" destId="{1C196A48-6022-498A-9527-F4773465C43B}" srcOrd="1" destOrd="0" presId="urn:microsoft.com/office/officeart/2005/8/layout/orgChart1"/>
    <dgm:cxn modelId="{D921F251-47C9-4F90-8DC5-8BD8480921F1}" type="presOf" srcId="{A5B41717-E523-4E36-8FF4-299EFDF0A00C}" destId="{E1B194E7-E9A2-4E57-9BB7-20DBBFCA2C24}" srcOrd="0" destOrd="0" presId="urn:microsoft.com/office/officeart/2005/8/layout/orgChart1"/>
    <dgm:cxn modelId="{DCBFF955-EC2E-43F5-ADB9-606A6989915C}" srcId="{D5B0DA7E-CBE2-4552-A8A7-5AB34385133B}" destId="{2C63AD44-5545-48ED-B3E1-4923A2AC4FAA}" srcOrd="0" destOrd="0" parTransId="{460988F8-E170-49CF-B05B-898C6D4813EA}" sibTransId="{F6A5CB87-F37F-4A9E-AB8E-A4C82C593886}"/>
    <dgm:cxn modelId="{7D25F684-FE7C-4534-A9F5-7541BD7E9C38}" type="presOf" srcId="{2C63AD44-5545-48ED-B3E1-4923A2AC4FAA}" destId="{0387F2FC-E99B-45ED-AA38-20F988FC8BC6}" srcOrd="1" destOrd="0" presId="urn:microsoft.com/office/officeart/2005/8/layout/orgChart1"/>
    <dgm:cxn modelId="{F638079A-9E37-47B9-9948-E3B5FE5B6ABE}" type="presOf" srcId="{2C63AD44-5545-48ED-B3E1-4923A2AC4FAA}" destId="{4D9CCFF9-BD17-4D75-86B1-78E586639F4F}" srcOrd="0" destOrd="0" presId="urn:microsoft.com/office/officeart/2005/8/layout/orgChart1"/>
    <dgm:cxn modelId="{80F339A9-DE98-490F-9FF3-321DB481DCAE}" type="presOf" srcId="{7C2C86E9-6E44-404B-AA36-4D3C6466F1E2}" destId="{77AD3EA0-D08B-44E0-90FF-941318A849A9}" srcOrd="0" destOrd="0" presId="urn:microsoft.com/office/officeart/2005/8/layout/orgChart1"/>
    <dgm:cxn modelId="{05D9E3AC-1DA2-4DEC-9028-7F123F190FF0}" type="presOf" srcId="{7ABC4384-A1A5-42B9-A937-00D575C2EAC4}" destId="{E24E934A-6782-4A44-B105-7B83B7DB5B47}" srcOrd="0" destOrd="0" presId="urn:microsoft.com/office/officeart/2005/8/layout/orgChart1"/>
    <dgm:cxn modelId="{9A9C71B0-1DD1-457B-A26D-F580FE3A0600}" srcId="{2C63AD44-5545-48ED-B3E1-4923A2AC4FAA}" destId="{9928A676-F7EE-4D1A-A698-399B198B9A4C}" srcOrd="1" destOrd="0" parTransId="{05AC3703-48EB-43E4-B717-6F19AB9E8B6C}" sibTransId="{6E082CE1-FA13-48BB-9FBF-B704C5ADB758}"/>
    <dgm:cxn modelId="{C4E655BE-BCB1-4210-A337-876FCA711285}" type="presOf" srcId="{9928A676-F7EE-4D1A-A698-399B198B9A4C}" destId="{3BD3742E-89D8-4278-B047-2E690CF46C27}" srcOrd="0" destOrd="0" presId="urn:microsoft.com/office/officeart/2005/8/layout/orgChart1"/>
    <dgm:cxn modelId="{6DA87987-777C-4693-8CA7-C891B06E5648}" type="presParOf" srcId="{9B471BEC-AC44-42AD-B11A-707E30B97E4E}" destId="{AB54A245-4ADF-4D0A-9D90-B92C03DD7DB1}" srcOrd="0" destOrd="0" presId="urn:microsoft.com/office/officeart/2005/8/layout/orgChart1"/>
    <dgm:cxn modelId="{3B6A4210-3147-445C-9B37-339C877AC7F8}" type="presParOf" srcId="{AB54A245-4ADF-4D0A-9D90-B92C03DD7DB1}" destId="{AED5EF2C-9BEB-44AD-9AEF-B2D465843B54}" srcOrd="0" destOrd="0" presId="urn:microsoft.com/office/officeart/2005/8/layout/orgChart1"/>
    <dgm:cxn modelId="{82DAA314-0B43-4C0A-ABD7-4E774932FE83}" type="presParOf" srcId="{AED5EF2C-9BEB-44AD-9AEF-B2D465843B54}" destId="{4D9CCFF9-BD17-4D75-86B1-78E586639F4F}" srcOrd="0" destOrd="0" presId="urn:microsoft.com/office/officeart/2005/8/layout/orgChart1"/>
    <dgm:cxn modelId="{D2488730-77DE-4869-A338-267909061CD4}" type="presParOf" srcId="{AED5EF2C-9BEB-44AD-9AEF-B2D465843B54}" destId="{0387F2FC-E99B-45ED-AA38-20F988FC8BC6}" srcOrd="1" destOrd="0" presId="urn:microsoft.com/office/officeart/2005/8/layout/orgChart1"/>
    <dgm:cxn modelId="{98C52BC7-FAE8-4501-8629-5384793E60F4}" type="presParOf" srcId="{AB54A245-4ADF-4D0A-9D90-B92C03DD7DB1}" destId="{F48CA8D6-1239-487C-BA02-C79906DBA8D7}" srcOrd="1" destOrd="0" presId="urn:microsoft.com/office/officeart/2005/8/layout/orgChart1"/>
    <dgm:cxn modelId="{CFAF12A8-ED0B-4F4A-B0E7-664765EE4E1F}" type="presParOf" srcId="{F48CA8D6-1239-487C-BA02-C79906DBA8D7}" destId="{77AD3EA0-D08B-44E0-90FF-941318A849A9}" srcOrd="0" destOrd="0" presId="urn:microsoft.com/office/officeart/2005/8/layout/orgChart1"/>
    <dgm:cxn modelId="{91C1B27A-6B00-484F-9593-48CE02CEACB1}" type="presParOf" srcId="{F48CA8D6-1239-487C-BA02-C79906DBA8D7}" destId="{4FBB0E8C-0474-4D2E-A8C2-CC93B425BA5C}" srcOrd="1" destOrd="0" presId="urn:microsoft.com/office/officeart/2005/8/layout/orgChart1"/>
    <dgm:cxn modelId="{058D2628-7392-4C96-BEFE-F61882B8B5C8}" type="presParOf" srcId="{4FBB0E8C-0474-4D2E-A8C2-CC93B425BA5C}" destId="{DC517A7C-C96E-40EB-BE3F-0B25EDB19C79}" srcOrd="0" destOrd="0" presId="urn:microsoft.com/office/officeart/2005/8/layout/orgChart1"/>
    <dgm:cxn modelId="{B0FE5BB7-4CA0-43E0-B224-A51710773FFF}" type="presParOf" srcId="{DC517A7C-C96E-40EB-BE3F-0B25EDB19C79}" destId="{E1B194E7-E9A2-4E57-9BB7-20DBBFCA2C24}" srcOrd="0" destOrd="0" presId="urn:microsoft.com/office/officeart/2005/8/layout/orgChart1"/>
    <dgm:cxn modelId="{77843084-8C2C-4F19-8045-52E215B83223}" type="presParOf" srcId="{DC517A7C-C96E-40EB-BE3F-0B25EDB19C79}" destId="{6C4E8E94-ADAD-493B-83F3-4BB485BD15BA}" srcOrd="1" destOrd="0" presId="urn:microsoft.com/office/officeart/2005/8/layout/orgChart1"/>
    <dgm:cxn modelId="{7CB555AC-C81F-478C-BD83-72E85EF7EB87}" type="presParOf" srcId="{4FBB0E8C-0474-4D2E-A8C2-CC93B425BA5C}" destId="{1FEB4788-5936-421D-A201-F6308D3C777C}" srcOrd="1" destOrd="0" presId="urn:microsoft.com/office/officeart/2005/8/layout/orgChart1"/>
    <dgm:cxn modelId="{1E473BC0-8C26-4C46-99E3-10E0ADA450FB}" type="presParOf" srcId="{4FBB0E8C-0474-4D2E-A8C2-CC93B425BA5C}" destId="{F26F6516-8AB2-4981-A59F-4B0F381E4CDD}" srcOrd="2" destOrd="0" presId="urn:microsoft.com/office/officeart/2005/8/layout/orgChart1"/>
    <dgm:cxn modelId="{145148D6-4768-4A1C-B4B2-8699751CA7CC}" type="presParOf" srcId="{F48CA8D6-1239-487C-BA02-C79906DBA8D7}" destId="{591147C7-2FCD-4627-B9AE-9C0A7122E164}" srcOrd="2" destOrd="0" presId="urn:microsoft.com/office/officeart/2005/8/layout/orgChart1"/>
    <dgm:cxn modelId="{5DE4F274-1E07-4FD6-B067-35FD1F788C50}" type="presParOf" srcId="{F48CA8D6-1239-487C-BA02-C79906DBA8D7}" destId="{121AAE99-A0A8-4284-9E01-285F357742EC}" srcOrd="3" destOrd="0" presId="urn:microsoft.com/office/officeart/2005/8/layout/orgChart1"/>
    <dgm:cxn modelId="{BA903617-A820-45B0-9F07-D6105EE9378C}" type="presParOf" srcId="{121AAE99-A0A8-4284-9E01-285F357742EC}" destId="{53BA791C-84AB-413C-AE7A-A86DD2AE5983}" srcOrd="0" destOrd="0" presId="urn:microsoft.com/office/officeart/2005/8/layout/orgChart1"/>
    <dgm:cxn modelId="{5C165DE1-599B-4C66-8625-8493A0AFB164}" type="presParOf" srcId="{53BA791C-84AB-413C-AE7A-A86DD2AE5983}" destId="{3BD3742E-89D8-4278-B047-2E690CF46C27}" srcOrd="0" destOrd="0" presId="urn:microsoft.com/office/officeart/2005/8/layout/orgChart1"/>
    <dgm:cxn modelId="{A15E2697-B05A-440B-82ED-511BDB8B072F}" type="presParOf" srcId="{53BA791C-84AB-413C-AE7A-A86DD2AE5983}" destId="{1C196A48-6022-498A-9527-F4773465C43B}" srcOrd="1" destOrd="0" presId="urn:microsoft.com/office/officeart/2005/8/layout/orgChart1"/>
    <dgm:cxn modelId="{42676DEE-AB96-4620-BAF1-04681383992D}" type="presParOf" srcId="{121AAE99-A0A8-4284-9E01-285F357742EC}" destId="{8B392C00-EA94-478D-AC2F-0982A676C659}" srcOrd="1" destOrd="0" presId="urn:microsoft.com/office/officeart/2005/8/layout/orgChart1"/>
    <dgm:cxn modelId="{DDF48116-6D40-453B-85CD-E0B1877F348A}" type="presParOf" srcId="{121AAE99-A0A8-4284-9E01-285F357742EC}" destId="{7B4FAA56-6C6D-4FA5-A6D0-19C31DC2AFC6}" srcOrd="2" destOrd="0" presId="urn:microsoft.com/office/officeart/2005/8/layout/orgChart1"/>
    <dgm:cxn modelId="{7A83F7FB-BE35-4544-983D-0881C1F92106}" type="presParOf" srcId="{F48CA8D6-1239-487C-BA02-C79906DBA8D7}" destId="{FCC79863-28B7-4641-A9CA-CA81A5866EAD}" srcOrd="4" destOrd="0" presId="urn:microsoft.com/office/officeart/2005/8/layout/orgChart1"/>
    <dgm:cxn modelId="{72C06D6B-4CAA-45C9-A51F-1C4AE18D6278}" type="presParOf" srcId="{F48CA8D6-1239-487C-BA02-C79906DBA8D7}" destId="{CE1207AE-853D-4C2E-83C4-080F2BD63AF0}" srcOrd="5" destOrd="0" presId="urn:microsoft.com/office/officeart/2005/8/layout/orgChart1"/>
    <dgm:cxn modelId="{3536A4F2-7498-4079-9C9C-6EF7D8C70FA7}" type="presParOf" srcId="{CE1207AE-853D-4C2E-83C4-080F2BD63AF0}" destId="{CB7CFF74-24B9-44BB-A2B5-92109B681CBE}" srcOrd="0" destOrd="0" presId="urn:microsoft.com/office/officeart/2005/8/layout/orgChart1"/>
    <dgm:cxn modelId="{C446E1EB-1529-43AE-829F-66B4C5B908AF}" type="presParOf" srcId="{CB7CFF74-24B9-44BB-A2B5-92109B681CBE}" destId="{E24E934A-6782-4A44-B105-7B83B7DB5B47}" srcOrd="0" destOrd="0" presId="urn:microsoft.com/office/officeart/2005/8/layout/orgChart1"/>
    <dgm:cxn modelId="{C3B9DEE9-3CE2-4ABF-95D6-F95D96ECE652}" type="presParOf" srcId="{CB7CFF74-24B9-44BB-A2B5-92109B681CBE}" destId="{5AA88587-4138-4C96-A469-54661A164102}" srcOrd="1" destOrd="0" presId="urn:microsoft.com/office/officeart/2005/8/layout/orgChart1"/>
    <dgm:cxn modelId="{803EA1F8-9139-4A3C-9D6C-D9614E15B764}" type="presParOf" srcId="{CE1207AE-853D-4C2E-83C4-080F2BD63AF0}" destId="{B9543503-0585-40B0-A235-9443F235BCF9}" srcOrd="1" destOrd="0" presId="urn:microsoft.com/office/officeart/2005/8/layout/orgChart1"/>
    <dgm:cxn modelId="{87FD65E4-C0BC-4453-8CCB-D85B95CD570D}" type="presParOf" srcId="{CE1207AE-853D-4C2E-83C4-080F2BD63AF0}" destId="{D58E9973-4CC6-41F0-9B44-4CB3E7C15DE2}" srcOrd="2" destOrd="0" presId="urn:microsoft.com/office/officeart/2005/8/layout/orgChart1"/>
    <dgm:cxn modelId="{488C47A9-9688-4F9E-99D6-5A42BA93DB68}" type="presParOf" srcId="{AB54A245-4ADF-4D0A-9D90-B92C03DD7DB1}" destId="{593FC476-5F45-4442-B7F5-D6C3520F3D12}" srcOrd="2" destOrd="0" presId="urn:microsoft.com/office/officeart/2005/8/layout/orgChar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2A8570DF-D6EB-4605-92EC-111A78DD04C8}" type="doc">
      <dgm:prSet loTypeId="urn:microsoft.com/office/officeart/2009/3/layout/IncreasingArrowsProcess" loCatId="process" qsTypeId="urn:microsoft.com/office/officeart/2005/8/quickstyle/simple1" qsCatId="simple" csTypeId="urn:microsoft.com/office/officeart/2005/8/colors/colorful5" csCatId="colorful" phldr="1"/>
      <dgm:spPr/>
      <dgm:t>
        <a:bodyPr/>
        <a:lstStyle/>
        <a:p>
          <a:endParaRPr lang="zh-CN" altLang="en-US"/>
        </a:p>
      </dgm:t>
    </dgm:pt>
    <dgm:pt modelId="{27174115-FD95-4E62-B33A-C2D8FA744ED4}">
      <dgm:prSet phldrT="[文本]" phldr="0"/>
      <dgm:spPr/>
      <dgm:t>
        <a:bodyPr/>
        <a:lstStyle/>
        <a:p>
          <a:r>
            <a:rPr lang="en-US" altLang="zh-CN" dirty="0"/>
            <a:t>Sprint</a:t>
          </a:r>
          <a:endParaRPr lang="zh-CN" altLang="en-US" dirty="0"/>
        </a:p>
      </dgm:t>
    </dgm:pt>
    <dgm:pt modelId="{0272BAA0-E293-418B-8CB7-BCBF7D92DA3B}" type="parTrans" cxnId="{ACF9B48E-162D-4BC9-AF57-38300A3F6243}">
      <dgm:prSet/>
      <dgm:spPr/>
      <dgm:t>
        <a:bodyPr/>
        <a:lstStyle/>
        <a:p>
          <a:endParaRPr lang="zh-CN" altLang="en-US"/>
        </a:p>
      </dgm:t>
    </dgm:pt>
    <dgm:pt modelId="{5BFB1068-2037-493F-A484-A25F7039D8BA}" type="sibTrans" cxnId="{ACF9B48E-162D-4BC9-AF57-38300A3F6243}">
      <dgm:prSet/>
      <dgm:spPr/>
      <dgm:t>
        <a:bodyPr/>
        <a:lstStyle/>
        <a:p>
          <a:endParaRPr lang="zh-CN" altLang="en-US"/>
        </a:p>
      </dgm:t>
    </dgm:pt>
    <dgm:pt modelId="{54A42531-F6CF-4017-96EB-95C8615A3294}">
      <dgm:prSet phldrT="[文本]"/>
      <dgm:spPr/>
      <dgm:t>
        <a:bodyPr/>
        <a:lstStyle/>
        <a:p>
          <a:r>
            <a:rPr lang="zh-CN" altLang="en-US" dirty="0"/>
            <a:t>冲刺</a:t>
          </a:r>
        </a:p>
      </dgm:t>
    </dgm:pt>
    <dgm:pt modelId="{925C0D60-EDFF-4DAA-8C9A-450B1DE40C85}" type="parTrans" cxnId="{BC60CE86-214B-4263-B72A-3154B9B94234}">
      <dgm:prSet/>
      <dgm:spPr/>
      <dgm:t>
        <a:bodyPr/>
        <a:lstStyle/>
        <a:p>
          <a:endParaRPr lang="zh-CN" altLang="en-US"/>
        </a:p>
      </dgm:t>
    </dgm:pt>
    <dgm:pt modelId="{096C92D1-D232-4365-9EF8-408E540F7561}" type="sibTrans" cxnId="{BC60CE86-214B-4263-B72A-3154B9B94234}">
      <dgm:prSet/>
      <dgm:spPr/>
      <dgm:t>
        <a:bodyPr/>
        <a:lstStyle/>
        <a:p>
          <a:endParaRPr lang="zh-CN" altLang="en-US"/>
        </a:p>
      </dgm:t>
    </dgm:pt>
    <dgm:pt modelId="{44B57C55-2B17-4C87-A444-485482BB1579}">
      <dgm:prSet phldrT="[文本]"/>
      <dgm:spPr/>
      <dgm:t>
        <a:bodyPr/>
        <a:lstStyle/>
        <a:p>
          <a:r>
            <a:rPr lang="en-US" altLang="zh-CN" dirty="0"/>
            <a:t>Spring Planning</a:t>
          </a:r>
          <a:endParaRPr lang="zh-CN" altLang="en-US" dirty="0"/>
        </a:p>
      </dgm:t>
    </dgm:pt>
    <dgm:pt modelId="{F287AE56-46E9-4E3A-8FC6-3EB1D2BB58A3}" type="parTrans" cxnId="{062FB0AC-1D74-4DDE-841C-3D9B3F3991A3}">
      <dgm:prSet/>
      <dgm:spPr/>
      <dgm:t>
        <a:bodyPr/>
        <a:lstStyle/>
        <a:p>
          <a:endParaRPr lang="zh-CN" altLang="en-US"/>
        </a:p>
      </dgm:t>
    </dgm:pt>
    <dgm:pt modelId="{13DE7946-9FB2-49CB-9BF7-8401DBD6EDF4}" type="sibTrans" cxnId="{062FB0AC-1D74-4DDE-841C-3D9B3F3991A3}">
      <dgm:prSet/>
      <dgm:spPr/>
      <dgm:t>
        <a:bodyPr/>
        <a:lstStyle/>
        <a:p>
          <a:endParaRPr lang="zh-CN" altLang="en-US"/>
        </a:p>
      </dgm:t>
    </dgm:pt>
    <dgm:pt modelId="{A7F2DD4B-9069-431A-96B2-D35103A66940}">
      <dgm:prSet phldrT="[文本]"/>
      <dgm:spPr/>
      <dgm:t>
        <a:bodyPr/>
        <a:lstStyle/>
        <a:p>
          <a:r>
            <a:rPr lang="zh-CN" altLang="en-US" dirty="0"/>
            <a:t>规划</a:t>
          </a:r>
        </a:p>
      </dgm:t>
    </dgm:pt>
    <dgm:pt modelId="{9E6FADB4-0E10-48E4-A448-80AC9138B5F3}" type="parTrans" cxnId="{25C09A10-1142-4521-886A-B8416008464A}">
      <dgm:prSet/>
      <dgm:spPr/>
      <dgm:t>
        <a:bodyPr/>
        <a:lstStyle/>
        <a:p>
          <a:endParaRPr lang="zh-CN" altLang="en-US"/>
        </a:p>
      </dgm:t>
    </dgm:pt>
    <dgm:pt modelId="{6411CDAA-A48D-44F5-83F1-9229675A04EF}" type="sibTrans" cxnId="{25C09A10-1142-4521-886A-B8416008464A}">
      <dgm:prSet/>
      <dgm:spPr/>
      <dgm:t>
        <a:bodyPr/>
        <a:lstStyle/>
        <a:p>
          <a:endParaRPr lang="zh-CN" altLang="en-US"/>
        </a:p>
      </dgm:t>
    </dgm:pt>
    <dgm:pt modelId="{F7A46958-C503-4AAE-A847-4641297F8D89}">
      <dgm:prSet phldrT="[文本]"/>
      <dgm:spPr/>
      <dgm:t>
        <a:bodyPr/>
        <a:lstStyle/>
        <a:p>
          <a:r>
            <a:rPr lang="en-US" altLang="zh-CN" dirty="0"/>
            <a:t>Daily Scrum</a:t>
          </a:r>
          <a:endParaRPr lang="zh-CN" altLang="en-US" dirty="0"/>
        </a:p>
      </dgm:t>
    </dgm:pt>
    <dgm:pt modelId="{D8A7B5A7-A843-4F1C-979F-141322ADF43B}" type="parTrans" cxnId="{CF1FAF76-0A52-49AA-B793-BBB61493A4AC}">
      <dgm:prSet/>
      <dgm:spPr/>
      <dgm:t>
        <a:bodyPr/>
        <a:lstStyle/>
        <a:p>
          <a:endParaRPr lang="zh-CN" altLang="en-US"/>
        </a:p>
      </dgm:t>
    </dgm:pt>
    <dgm:pt modelId="{7A562CAC-600C-478B-BFD7-FD93B3815C03}" type="sibTrans" cxnId="{CF1FAF76-0A52-49AA-B793-BBB61493A4AC}">
      <dgm:prSet/>
      <dgm:spPr/>
      <dgm:t>
        <a:bodyPr/>
        <a:lstStyle/>
        <a:p>
          <a:endParaRPr lang="zh-CN" altLang="en-US"/>
        </a:p>
      </dgm:t>
    </dgm:pt>
    <dgm:pt modelId="{7BEB3467-3C35-4A0E-A004-15FC82181F10}">
      <dgm:prSet phldrT="[文本]"/>
      <dgm:spPr/>
      <dgm:t>
        <a:bodyPr/>
        <a:lstStyle/>
        <a:p>
          <a:r>
            <a:rPr lang="zh-CN" altLang="en-US" dirty="0"/>
            <a:t>每日站会</a:t>
          </a:r>
        </a:p>
      </dgm:t>
    </dgm:pt>
    <dgm:pt modelId="{05BA3D8D-35FF-4536-9334-4A8F8A93BA8F}" type="parTrans" cxnId="{0A6E8ED2-1FD6-4D46-886C-ED38DE32E94A}">
      <dgm:prSet/>
      <dgm:spPr/>
      <dgm:t>
        <a:bodyPr/>
        <a:lstStyle/>
        <a:p>
          <a:endParaRPr lang="zh-CN" altLang="en-US"/>
        </a:p>
      </dgm:t>
    </dgm:pt>
    <dgm:pt modelId="{D43588C1-6611-4485-9E73-E693916771F7}" type="sibTrans" cxnId="{0A6E8ED2-1FD6-4D46-886C-ED38DE32E94A}">
      <dgm:prSet/>
      <dgm:spPr/>
      <dgm:t>
        <a:bodyPr/>
        <a:lstStyle/>
        <a:p>
          <a:endParaRPr lang="zh-CN" altLang="en-US"/>
        </a:p>
      </dgm:t>
    </dgm:pt>
    <dgm:pt modelId="{2A0230E0-88F0-4F81-BAF8-58E270957BCA}">
      <dgm:prSet phldrT="[文本]"/>
      <dgm:spPr/>
      <dgm:t>
        <a:bodyPr/>
        <a:lstStyle/>
        <a:p>
          <a:r>
            <a:rPr lang="en-US" altLang="zh-CN" dirty="0"/>
            <a:t>Review</a:t>
          </a:r>
          <a:endParaRPr lang="zh-CN" altLang="en-US" dirty="0"/>
        </a:p>
      </dgm:t>
    </dgm:pt>
    <dgm:pt modelId="{F392463D-EF57-40EC-B67C-C427D234A650}" type="parTrans" cxnId="{22B89D49-9562-441A-A3C0-200200FF53F9}">
      <dgm:prSet/>
      <dgm:spPr/>
      <dgm:t>
        <a:bodyPr/>
        <a:lstStyle/>
        <a:p>
          <a:endParaRPr lang="zh-CN" altLang="en-US"/>
        </a:p>
      </dgm:t>
    </dgm:pt>
    <dgm:pt modelId="{1230CFE9-5BEE-4C51-993B-44F31F0578A1}" type="sibTrans" cxnId="{22B89D49-9562-441A-A3C0-200200FF53F9}">
      <dgm:prSet/>
      <dgm:spPr/>
      <dgm:t>
        <a:bodyPr/>
        <a:lstStyle/>
        <a:p>
          <a:endParaRPr lang="zh-CN" altLang="en-US"/>
        </a:p>
      </dgm:t>
    </dgm:pt>
    <dgm:pt modelId="{8E71BD4B-776B-47D4-AA46-165AA34C906F}">
      <dgm:prSet phldrT="[文本]"/>
      <dgm:spPr/>
      <dgm:t>
        <a:bodyPr/>
        <a:lstStyle/>
        <a:p>
          <a:r>
            <a:rPr lang="zh-CN" altLang="en-US" dirty="0"/>
            <a:t>回顾</a:t>
          </a:r>
        </a:p>
      </dgm:t>
    </dgm:pt>
    <dgm:pt modelId="{C925A356-4720-4E67-B167-949855C276AA}" type="parTrans" cxnId="{DC7B6575-D619-40D3-A5CF-88DD0C7AFCE6}">
      <dgm:prSet/>
      <dgm:spPr/>
      <dgm:t>
        <a:bodyPr/>
        <a:lstStyle/>
        <a:p>
          <a:endParaRPr lang="zh-CN" altLang="en-US"/>
        </a:p>
      </dgm:t>
    </dgm:pt>
    <dgm:pt modelId="{2314D5BD-917B-47AB-9FDE-9F9C4C6931B5}" type="sibTrans" cxnId="{DC7B6575-D619-40D3-A5CF-88DD0C7AFCE6}">
      <dgm:prSet/>
      <dgm:spPr/>
      <dgm:t>
        <a:bodyPr/>
        <a:lstStyle/>
        <a:p>
          <a:endParaRPr lang="zh-CN" altLang="en-US"/>
        </a:p>
      </dgm:t>
    </dgm:pt>
    <dgm:pt modelId="{39015ED6-41D0-4554-9CAD-7105BDB878C4}">
      <dgm:prSet phldrT="[文本]"/>
      <dgm:spPr/>
      <dgm:t>
        <a:bodyPr/>
        <a:lstStyle/>
        <a:p>
          <a:r>
            <a:rPr lang="en-US" altLang="zh-CN" dirty="0"/>
            <a:t>Retrospective</a:t>
          </a:r>
          <a:endParaRPr lang="zh-CN" altLang="en-US" dirty="0"/>
        </a:p>
      </dgm:t>
    </dgm:pt>
    <dgm:pt modelId="{6DCD1CAC-583A-4100-9B98-DB6842F3CDB7}" type="parTrans" cxnId="{AE292B29-323D-49C7-99AD-047EF273DC3B}">
      <dgm:prSet/>
      <dgm:spPr/>
      <dgm:t>
        <a:bodyPr/>
        <a:lstStyle/>
        <a:p>
          <a:endParaRPr lang="zh-CN" altLang="en-US"/>
        </a:p>
      </dgm:t>
    </dgm:pt>
    <dgm:pt modelId="{5F328325-9871-47CB-977A-F457C8CDB2CA}" type="sibTrans" cxnId="{AE292B29-323D-49C7-99AD-047EF273DC3B}">
      <dgm:prSet/>
      <dgm:spPr/>
      <dgm:t>
        <a:bodyPr/>
        <a:lstStyle/>
        <a:p>
          <a:endParaRPr lang="zh-CN" altLang="en-US"/>
        </a:p>
      </dgm:t>
    </dgm:pt>
    <dgm:pt modelId="{456063A0-C6C6-447E-84DB-3526F269FD58}">
      <dgm:prSet phldrT="[文本]"/>
      <dgm:spPr/>
      <dgm:t>
        <a:bodyPr/>
        <a:lstStyle/>
        <a:p>
          <a:r>
            <a:rPr lang="zh-CN" altLang="en-US" dirty="0"/>
            <a:t>评审</a:t>
          </a:r>
        </a:p>
      </dgm:t>
    </dgm:pt>
    <dgm:pt modelId="{49298535-35D2-4D69-AA6D-45D615C7DADB}" type="parTrans" cxnId="{5BA08229-F1AD-4AF5-A3FA-A8269B63959C}">
      <dgm:prSet/>
      <dgm:spPr/>
      <dgm:t>
        <a:bodyPr/>
        <a:lstStyle/>
        <a:p>
          <a:endParaRPr lang="zh-CN" altLang="en-US"/>
        </a:p>
      </dgm:t>
    </dgm:pt>
    <dgm:pt modelId="{9EC5BF2E-09EC-4648-B356-2173EF72710F}" type="sibTrans" cxnId="{5BA08229-F1AD-4AF5-A3FA-A8269B63959C}">
      <dgm:prSet/>
      <dgm:spPr/>
      <dgm:t>
        <a:bodyPr/>
        <a:lstStyle/>
        <a:p>
          <a:endParaRPr lang="zh-CN" altLang="en-US"/>
        </a:p>
      </dgm:t>
    </dgm:pt>
    <dgm:pt modelId="{7E98DD0F-2D96-4F62-B946-5235C76F447F}" type="pres">
      <dgm:prSet presAssocID="{2A8570DF-D6EB-4605-92EC-111A78DD04C8}" presName="Name0" presStyleCnt="0">
        <dgm:presLayoutVars>
          <dgm:chMax val="5"/>
          <dgm:chPref val="5"/>
          <dgm:dir/>
          <dgm:animLvl val="lvl"/>
        </dgm:presLayoutVars>
      </dgm:prSet>
      <dgm:spPr/>
    </dgm:pt>
    <dgm:pt modelId="{094F4DF1-37BB-4ECD-9418-D07081488686}" type="pres">
      <dgm:prSet presAssocID="{27174115-FD95-4E62-B33A-C2D8FA744ED4}" presName="parentText1" presStyleLbl="node1" presStyleIdx="0" presStyleCnt="5">
        <dgm:presLayoutVars>
          <dgm:chMax/>
          <dgm:chPref val="3"/>
          <dgm:bulletEnabled val="1"/>
        </dgm:presLayoutVars>
      </dgm:prSet>
      <dgm:spPr/>
    </dgm:pt>
    <dgm:pt modelId="{E86EC7DA-1671-4DAB-B8CD-684A0A10D28B}" type="pres">
      <dgm:prSet presAssocID="{27174115-FD95-4E62-B33A-C2D8FA744ED4}" presName="childText1" presStyleLbl="solidAlignAcc1" presStyleIdx="0" presStyleCnt="5">
        <dgm:presLayoutVars>
          <dgm:chMax val="0"/>
          <dgm:chPref val="0"/>
          <dgm:bulletEnabled val="1"/>
        </dgm:presLayoutVars>
      </dgm:prSet>
      <dgm:spPr/>
    </dgm:pt>
    <dgm:pt modelId="{3377E146-BBE8-4251-922A-3A142A5DB22A}" type="pres">
      <dgm:prSet presAssocID="{44B57C55-2B17-4C87-A444-485482BB1579}" presName="parentText2" presStyleLbl="node1" presStyleIdx="1" presStyleCnt="5">
        <dgm:presLayoutVars>
          <dgm:chMax/>
          <dgm:chPref val="3"/>
          <dgm:bulletEnabled val="1"/>
        </dgm:presLayoutVars>
      </dgm:prSet>
      <dgm:spPr/>
    </dgm:pt>
    <dgm:pt modelId="{3F0F4678-4480-4F65-812F-7188E8E3BA27}" type="pres">
      <dgm:prSet presAssocID="{44B57C55-2B17-4C87-A444-485482BB1579}" presName="childText2" presStyleLbl="solidAlignAcc1" presStyleIdx="1" presStyleCnt="5">
        <dgm:presLayoutVars>
          <dgm:chMax val="0"/>
          <dgm:chPref val="0"/>
          <dgm:bulletEnabled val="1"/>
        </dgm:presLayoutVars>
      </dgm:prSet>
      <dgm:spPr/>
    </dgm:pt>
    <dgm:pt modelId="{962DE86B-57FB-4E57-B9E2-1CDD9869201D}" type="pres">
      <dgm:prSet presAssocID="{F7A46958-C503-4AAE-A847-4641297F8D89}" presName="parentText3" presStyleLbl="node1" presStyleIdx="2" presStyleCnt="5">
        <dgm:presLayoutVars>
          <dgm:chMax/>
          <dgm:chPref val="3"/>
          <dgm:bulletEnabled val="1"/>
        </dgm:presLayoutVars>
      </dgm:prSet>
      <dgm:spPr/>
    </dgm:pt>
    <dgm:pt modelId="{A2FE8EDA-D970-4B0B-BEE7-3C260734EB3F}" type="pres">
      <dgm:prSet presAssocID="{F7A46958-C503-4AAE-A847-4641297F8D89}" presName="childText3" presStyleLbl="solidAlignAcc1" presStyleIdx="2" presStyleCnt="5">
        <dgm:presLayoutVars>
          <dgm:chMax val="0"/>
          <dgm:chPref val="0"/>
          <dgm:bulletEnabled val="1"/>
        </dgm:presLayoutVars>
      </dgm:prSet>
      <dgm:spPr/>
    </dgm:pt>
    <dgm:pt modelId="{C0E91409-81B0-4028-907D-5327B5143ADB}" type="pres">
      <dgm:prSet presAssocID="{2A0230E0-88F0-4F81-BAF8-58E270957BCA}" presName="parentText4" presStyleLbl="node1" presStyleIdx="3" presStyleCnt="5">
        <dgm:presLayoutVars>
          <dgm:chMax/>
          <dgm:chPref val="3"/>
          <dgm:bulletEnabled val="1"/>
        </dgm:presLayoutVars>
      </dgm:prSet>
      <dgm:spPr/>
    </dgm:pt>
    <dgm:pt modelId="{2B2584B2-DDE4-43C5-AC13-F191D54BFA19}" type="pres">
      <dgm:prSet presAssocID="{2A0230E0-88F0-4F81-BAF8-58E270957BCA}" presName="childText4" presStyleLbl="solidAlignAcc1" presStyleIdx="3" presStyleCnt="5">
        <dgm:presLayoutVars>
          <dgm:chMax val="0"/>
          <dgm:chPref val="0"/>
          <dgm:bulletEnabled val="1"/>
        </dgm:presLayoutVars>
      </dgm:prSet>
      <dgm:spPr/>
    </dgm:pt>
    <dgm:pt modelId="{C2F78D87-5BAB-4238-BA32-642972FEF7AA}" type="pres">
      <dgm:prSet presAssocID="{39015ED6-41D0-4554-9CAD-7105BDB878C4}" presName="parentText5" presStyleLbl="node1" presStyleIdx="4" presStyleCnt="5">
        <dgm:presLayoutVars>
          <dgm:chMax/>
          <dgm:chPref val="3"/>
          <dgm:bulletEnabled val="1"/>
        </dgm:presLayoutVars>
      </dgm:prSet>
      <dgm:spPr/>
    </dgm:pt>
    <dgm:pt modelId="{5E52CB30-E02C-40CD-B263-64B93A59E37F}" type="pres">
      <dgm:prSet presAssocID="{39015ED6-41D0-4554-9CAD-7105BDB878C4}" presName="childText5" presStyleLbl="solidAlignAcc1" presStyleIdx="4" presStyleCnt="5">
        <dgm:presLayoutVars>
          <dgm:chMax val="0"/>
          <dgm:chPref val="0"/>
          <dgm:bulletEnabled val="1"/>
        </dgm:presLayoutVars>
      </dgm:prSet>
      <dgm:spPr/>
    </dgm:pt>
  </dgm:ptLst>
  <dgm:cxnLst>
    <dgm:cxn modelId="{A66BED05-8A46-43B2-8A0D-338A0EC4C718}" type="presOf" srcId="{F7A46958-C503-4AAE-A847-4641297F8D89}" destId="{962DE86B-57FB-4E57-B9E2-1CDD9869201D}" srcOrd="0" destOrd="0" presId="urn:microsoft.com/office/officeart/2009/3/layout/IncreasingArrowsProcess"/>
    <dgm:cxn modelId="{25C09A10-1142-4521-886A-B8416008464A}" srcId="{44B57C55-2B17-4C87-A444-485482BB1579}" destId="{A7F2DD4B-9069-431A-96B2-D35103A66940}" srcOrd="0" destOrd="0" parTransId="{9E6FADB4-0E10-48E4-A448-80AC9138B5F3}" sibTransId="{6411CDAA-A48D-44F5-83F1-9229675A04EF}"/>
    <dgm:cxn modelId="{A32E7711-D049-4311-918A-483A71EC6FFC}" type="presOf" srcId="{A7F2DD4B-9069-431A-96B2-D35103A66940}" destId="{3F0F4678-4480-4F65-812F-7188E8E3BA27}" srcOrd="0" destOrd="0" presId="urn:microsoft.com/office/officeart/2009/3/layout/IncreasingArrowsProcess"/>
    <dgm:cxn modelId="{550B8113-A838-4639-A3FB-B533024EDA3F}" type="presOf" srcId="{2A8570DF-D6EB-4605-92EC-111A78DD04C8}" destId="{7E98DD0F-2D96-4F62-B946-5235C76F447F}" srcOrd="0" destOrd="0" presId="urn:microsoft.com/office/officeart/2009/3/layout/IncreasingArrowsProcess"/>
    <dgm:cxn modelId="{60852A27-AC1B-4706-A529-244E8DF4F374}" type="presOf" srcId="{456063A0-C6C6-447E-84DB-3526F269FD58}" destId="{2B2584B2-DDE4-43C5-AC13-F191D54BFA19}" srcOrd="0" destOrd="0" presId="urn:microsoft.com/office/officeart/2009/3/layout/IncreasingArrowsProcess"/>
    <dgm:cxn modelId="{E0530229-B731-4F27-A3D4-98B8289B7B7C}" type="presOf" srcId="{54A42531-F6CF-4017-96EB-95C8615A3294}" destId="{E86EC7DA-1671-4DAB-B8CD-684A0A10D28B}" srcOrd="0" destOrd="0" presId="urn:microsoft.com/office/officeart/2009/3/layout/IncreasingArrowsProcess"/>
    <dgm:cxn modelId="{AE292B29-323D-49C7-99AD-047EF273DC3B}" srcId="{2A8570DF-D6EB-4605-92EC-111A78DD04C8}" destId="{39015ED6-41D0-4554-9CAD-7105BDB878C4}" srcOrd="4" destOrd="0" parTransId="{6DCD1CAC-583A-4100-9B98-DB6842F3CDB7}" sibTransId="{5F328325-9871-47CB-977A-F457C8CDB2CA}"/>
    <dgm:cxn modelId="{5BA08229-F1AD-4AF5-A3FA-A8269B63959C}" srcId="{2A0230E0-88F0-4F81-BAF8-58E270957BCA}" destId="{456063A0-C6C6-447E-84DB-3526F269FD58}" srcOrd="0" destOrd="0" parTransId="{49298535-35D2-4D69-AA6D-45D615C7DADB}" sibTransId="{9EC5BF2E-09EC-4648-B356-2173EF72710F}"/>
    <dgm:cxn modelId="{B4D02142-953A-49C0-B1E4-09C9369F6EF3}" type="presOf" srcId="{8E71BD4B-776B-47D4-AA46-165AA34C906F}" destId="{5E52CB30-E02C-40CD-B263-64B93A59E37F}" srcOrd="0" destOrd="0" presId="urn:microsoft.com/office/officeart/2009/3/layout/IncreasingArrowsProcess"/>
    <dgm:cxn modelId="{22B89D49-9562-441A-A3C0-200200FF53F9}" srcId="{2A8570DF-D6EB-4605-92EC-111A78DD04C8}" destId="{2A0230E0-88F0-4F81-BAF8-58E270957BCA}" srcOrd="3" destOrd="0" parTransId="{F392463D-EF57-40EC-B67C-C427D234A650}" sibTransId="{1230CFE9-5BEE-4C51-993B-44F31F0578A1}"/>
    <dgm:cxn modelId="{DC7B6575-D619-40D3-A5CF-88DD0C7AFCE6}" srcId="{39015ED6-41D0-4554-9CAD-7105BDB878C4}" destId="{8E71BD4B-776B-47D4-AA46-165AA34C906F}" srcOrd="0" destOrd="0" parTransId="{C925A356-4720-4E67-B167-949855C276AA}" sibTransId="{2314D5BD-917B-47AB-9FDE-9F9C4C6931B5}"/>
    <dgm:cxn modelId="{CF1FAF76-0A52-49AA-B793-BBB61493A4AC}" srcId="{2A8570DF-D6EB-4605-92EC-111A78DD04C8}" destId="{F7A46958-C503-4AAE-A847-4641297F8D89}" srcOrd="2" destOrd="0" parTransId="{D8A7B5A7-A843-4F1C-979F-141322ADF43B}" sibTransId="{7A562CAC-600C-478B-BFD7-FD93B3815C03}"/>
    <dgm:cxn modelId="{42F8BC58-3FE0-410C-A9C8-F5AA09461B07}" type="presOf" srcId="{27174115-FD95-4E62-B33A-C2D8FA744ED4}" destId="{094F4DF1-37BB-4ECD-9418-D07081488686}" srcOrd="0" destOrd="0" presId="urn:microsoft.com/office/officeart/2009/3/layout/IncreasingArrowsProcess"/>
    <dgm:cxn modelId="{25C27684-A316-41AC-A75C-48D86CFF029B}" type="presOf" srcId="{2A0230E0-88F0-4F81-BAF8-58E270957BCA}" destId="{C0E91409-81B0-4028-907D-5327B5143ADB}" srcOrd="0" destOrd="0" presId="urn:microsoft.com/office/officeart/2009/3/layout/IncreasingArrowsProcess"/>
    <dgm:cxn modelId="{BC60CE86-214B-4263-B72A-3154B9B94234}" srcId="{27174115-FD95-4E62-B33A-C2D8FA744ED4}" destId="{54A42531-F6CF-4017-96EB-95C8615A3294}" srcOrd="0" destOrd="0" parTransId="{925C0D60-EDFF-4DAA-8C9A-450B1DE40C85}" sibTransId="{096C92D1-D232-4365-9EF8-408E540F7561}"/>
    <dgm:cxn modelId="{ACF9B48E-162D-4BC9-AF57-38300A3F6243}" srcId="{2A8570DF-D6EB-4605-92EC-111A78DD04C8}" destId="{27174115-FD95-4E62-B33A-C2D8FA744ED4}" srcOrd="0" destOrd="0" parTransId="{0272BAA0-E293-418B-8CB7-BCBF7D92DA3B}" sibTransId="{5BFB1068-2037-493F-A484-A25F7039D8BA}"/>
    <dgm:cxn modelId="{05FA468F-6FC3-44D1-B820-A2B22E3BD8DF}" type="presOf" srcId="{39015ED6-41D0-4554-9CAD-7105BDB878C4}" destId="{C2F78D87-5BAB-4238-BA32-642972FEF7AA}" srcOrd="0" destOrd="0" presId="urn:microsoft.com/office/officeart/2009/3/layout/IncreasingArrowsProcess"/>
    <dgm:cxn modelId="{3E34AA92-BB1E-4B6A-B2F3-5D134A67B9E8}" type="presOf" srcId="{44B57C55-2B17-4C87-A444-485482BB1579}" destId="{3377E146-BBE8-4251-922A-3A142A5DB22A}" srcOrd="0" destOrd="0" presId="urn:microsoft.com/office/officeart/2009/3/layout/IncreasingArrowsProcess"/>
    <dgm:cxn modelId="{6C82C39C-88EE-448F-A4C0-36F6F9A23AC9}" type="presOf" srcId="{7BEB3467-3C35-4A0E-A004-15FC82181F10}" destId="{A2FE8EDA-D970-4B0B-BEE7-3C260734EB3F}" srcOrd="0" destOrd="0" presId="urn:microsoft.com/office/officeart/2009/3/layout/IncreasingArrowsProcess"/>
    <dgm:cxn modelId="{062FB0AC-1D74-4DDE-841C-3D9B3F3991A3}" srcId="{2A8570DF-D6EB-4605-92EC-111A78DD04C8}" destId="{44B57C55-2B17-4C87-A444-485482BB1579}" srcOrd="1" destOrd="0" parTransId="{F287AE56-46E9-4E3A-8FC6-3EB1D2BB58A3}" sibTransId="{13DE7946-9FB2-49CB-9BF7-8401DBD6EDF4}"/>
    <dgm:cxn modelId="{0A6E8ED2-1FD6-4D46-886C-ED38DE32E94A}" srcId="{F7A46958-C503-4AAE-A847-4641297F8D89}" destId="{7BEB3467-3C35-4A0E-A004-15FC82181F10}" srcOrd="0" destOrd="0" parTransId="{05BA3D8D-35FF-4536-9334-4A8F8A93BA8F}" sibTransId="{D43588C1-6611-4485-9E73-E693916771F7}"/>
    <dgm:cxn modelId="{A955FB5D-190D-464D-AAC4-85485535903A}" type="presParOf" srcId="{7E98DD0F-2D96-4F62-B946-5235C76F447F}" destId="{094F4DF1-37BB-4ECD-9418-D07081488686}" srcOrd="0" destOrd="0" presId="urn:microsoft.com/office/officeart/2009/3/layout/IncreasingArrowsProcess"/>
    <dgm:cxn modelId="{EB8AAE4C-EB0B-49A6-AC2C-838B300104AF}" type="presParOf" srcId="{7E98DD0F-2D96-4F62-B946-5235C76F447F}" destId="{E86EC7DA-1671-4DAB-B8CD-684A0A10D28B}" srcOrd="1" destOrd="0" presId="urn:microsoft.com/office/officeart/2009/3/layout/IncreasingArrowsProcess"/>
    <dgm:cxn modelId="{2B4D0CD2-FAB0-4749-A215-6B28E53632D0}" type="presParOf" srcId="{7E98DD0F-2D96-4F62-B946-5235C76F447F}" destId="{3377E146-BBE8-4251-922A-3A142A5DB22A}" srcOrd="2" destOrd="0" presId="urn:microsoft.com/office/officeart/2009/3/layout/IncreasingArrowsProcess"/>
    <dgm:cxn modelId="{11F85046-68CC-477F-839F-D0B59DD95964}" type="presParOf" srcId="{7E98DD0F-2D96-4F62-B946-5235C76F447F}" destId="{3F0F4678-4480-4F65-812F-7188E8E3BA27}" srcOrd="3" destOrd="0" presId="urn:microsoft.com/office/officeart/2009/3/layout/IncreasingArrowsProcess"/>
    <dgm:cxn modelId="{8F9C801A-2F3B-4A9F-96E7-18C7FC53A204}" type="presParOf" srcId="{7E98DD0F-2D96-4F62-B946-5235C76F447F}" destId="{962DE86B-57FB-4E57-B9E2-1CDD9869201D}" srcOrd="4" destOrd="0" presId="urn:microsoft.com/office/officeart/2009/3/layout/IncreasingArrowsProcess"/>
    <dgm:cxn modelId="{7CBD9D99-89D7-4ACF-B05F-8F15C9A3EF59}" type="presParOf" srcId="{7E98DD0F-2D96-4F62-B946-5235C76F447F}" destId="{A2FE8EDA-D970-4B0B-BEE7-3C260734EB3F}" srcOrd="5" destOrd="0" presId="urn:microsoft.com/office/officeart/2009/3/layout/IncreasingArrowsProcess"/>
    <dgm:cxn modelId="{072321A2-A90F-4764-AE18-EC5485AFDFB7}" type="presParOf" srcId="{7E98DD0F-2D96-4F62-B946-5235C76F447F}" destId="{C0E91409-81B0-4028-907D-5327B5143ADB}" srcOrd="6" destOrd="0" presId="urn:microsoft.com/office/officeart/2009/3/layout/IncreasingArrowsProcess"/>
    <dgm:cxn modelId="{D0F7A523-68E5-4C2A-8FA7-CB55714F95FC}" type="presParOf" srcId="{7E98DD0F-2D96-4F62-B946-5235C76F447F}" destId="{2B2584B2-DDE4-43C5-AC13-F191D54BFA19}" srcOrd="7" destOrd="0" presId="urn:microsoft.com/office/officeart/2009/3/layout/IncreasingArrowsProcess"/>
    <dgm:cxn modelId="{71EC015C-B832-4515-ADA0-31294DD52490}" type="presParOf" srcId="{7E98DD0F-2D96-4F62-B946-5235C76F447F}" destId="{C2F78D87-5BAB-4238-BA32-642972FEF7AA}" srcOrd="8" destOrd="0" presId="urn:microsoft.com/office/officeart/2009/3/layout/IncreasingArrowsProcess"/>
    <dgm:cxn modelId="{80FF57AF-6FCD-4D97-9366-B300556969B6}" type="presParOf" srcId="{7E98DD0F-2D96-4F62-B946-5235C76F447F}" destId="{5E52CB30-E02C-40CD-B263-64B93A59E37F}" srcOrd="9" destOrd="0" presId="urn:microsoft.com/office/officeart/2009/3/layout/IncreasingArrows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64630D51-AF33-446F-BBFA-44FD96D55F14}" type="doc">
      <dgm:prSet loTypeId="urn:microsoft.com/office/officeart/2005/8/layout/list1" loCatId="list" qsTypeId="urn:microsoft.com/office/officeart/2005/8/quickstyle/simple1" qsCatId="simple" csTypeId="urn:microsoft.com/office/officeart/2005/8/colors/colorful5" csCatId="colorful" phldr="1"/>
      <dgm:spPr/>
      <dgm:t>
        <a:bodyPr/>
        <a:lstStyle/>
        <a:p>
          <a:endParaRPr lang="zh-CN" altLang="en-US"/>
        </a:p>
      </dgm:t>
    </dgm:pt>
    <dgm:pt modelId="{95ED1A9E-E38D-42B2-9D0A-5BE954589F12}">
      <dgm:prSet phldrT="[文本]"/>
      <dgm:spPr/>
      <dgm:t>
        <a:bodyPr/>
        <a:lstStyle/>
        <a:p>
          <a:r>
            <a:rPr lang="en-US" altLang="zh-CN" dirty="0"/>
            <a:t>Product Backlog </a:t>
          </a:r>
          <a:r>
            <a:rPr lang="zh-CN" altLang="en-US" dirty="0"/>
            <a:t>产品待办事项 </a:t>
          </a:r>
        </a:p>
      </dgm:t>
    </dgm:pt>
    <dgm:pt modelId="{35B26F15-481E-4980-8B11-9EE0F478DD59}" type="parTrans" cxnId="{D79B505B-9D89-4968-8277-F0D430410105}">
      <dgm:prSet/>
      <dgm:spPr/>
      <dgm:t>
        <a:bodyPr/>
        <a:lstStyle/>
        <a:p>
          <a:endParaRPr lang="zh-CN" altLang="en-US"/>
        </a:p>
      </dgm:t>
    </dgm:pt>
    <dgm:pt modelId="{A94150D4-C492-46EB-B1AC-9F736396AA0D}" type="sibTrans" cxnId="{D79B505B-9D89-4968-8277-F0D430410105}">
      <dgm:prSet/>
      <dgm:spPr/>
      <dgm:t>
        <a:bodyPr/>
        <a:lstStyle/>
        <a:p>
          <a:endParaRPr lang="zh-CN" altLang="en-US"/>
        </a:p>
      </dgm:t>
    </dgm:pt>
    <dgm:pt modelId="{CFB0D99E-28ED-4902-8D61-7ACF91349FF3}">
      <dgm:prSet phldrT="[文本]"/>
      <dgm:spPr/>
      <dgm:t>
        <a:bodyPr/>
        <a:lstStyle/>
        <a:p>
          <a:r>
            <a:rPr lang="en-US" altLang="zh-CN" dirty="0"/>
            <a:t>Sprint Backlog </a:t>
          </a:r>
          <a:r>
            <a:rPr lang="zh-CN" altLang="en-US" dirty="0"/>
            <a:t>冲刺待办事项</a:t>
          </a:r>
        </a:p>
      </dgm:t>
    </dgm:pt>
    <dgm:pt modelId="{99722672-1784-4400-81B7-D0DF21E97805}" type="parTrans" cxnId="{E1AF4824-10A9-4F9E-8664-538DE83A0D90}">
      <dgm:prSet/>
      <dgm:spPr/>
      <dgm:t>
        <a:bodyPr/>
        <a:lstStyle/>
        <a:p>
          <a:endParaRPr lang="zh-CN" altLang="en-US"/>
        </a:p>
      </dgm:t>
    </dgm:pt>
    <dgm:pt modelId="{F3F17E05-AEAE-4D48-8949-759579CCD152}" type="sibTrans" cxnId="{E1AF4824-10A9-4F9E-8664-538DE83A0D90}">
      <dgm:prSet/>
      <dgm:spPr/>
      <dgm:t>
        <a:bodyPr/>
        <a:lstStyle/>
        <a:p>
          <a:endParaRPr lang="zh-CN" altLang="en-US"/>
        </a:p>
      </dgm:t>
    </dgm:pt>
    <dgm:pt modelId="{0BE932A6-6974-4FF5-9D55-B28BE60115AD}">
      <dgm:prSet phldrT="[文本]"/>
      <dgm:spPr/>
      <dgm:t>
        <a:bodyPr/>
        <a:lstStyle/>
        <a:p>
          <a:r>
            <a:rPr lang="en-US" altLang="zh-CN" dirty="0"/>
            <a:t>Increment </a:t>
          </a:r>
          <a:r>
            <a:rPr lang="zh-CN" altLang="en-US" dirty="0"/>
            <a:t>增量</a:t>
          </a:r>
        </a:p>
      </dgm:t>
    </dgm:pt>
    <dgm:pt modelId="{17D82F36-9F94-4776-98C5-AE3B3F0F3E6C}" type="parTrans" cxnId="{A392CC0F-611C-4D9E-BCC9-4711500668CE}">
      <dgm:prSet/>
      <dgm:spPr/>
      <dgm:t>
        <a:bodyPr/>
        <a:lstStyle/>
        <a:p>
          <a:endParaRPr lang="zh-CN" altLang="en-US"/>
        </a:p>
      </dgm:t>
    </dgm:pt>
    <dgm:pt modelId="{AB964673-9E14-4EF3-BC35-34F63573595B}" type="sibTrans" cxnId="{A392CC0F-611C-4D9E-BCC9-4711500668CE}">
      <dgm:prSet/>
      <dgm:spPr/>
      <dgm:t>
        <a:bodyPr/>
        <a:lstStyle/>
        <a:p>
          <a:endParaRPr lang="zh-CN" altLang="en-US"/>
        </a:p>
      </dgm:t>
    </dgm:pt>
    <dgm:pt modelId="{BF7DEF04-E53A-4D1E-B708-6263A9D0922B}" type="pres">
      <dgm:prSet presAssocID="{64630D51-AF33-446F-BBFA-44FD96D55F14}" presName="linear" presStyleCnt="0">
        <dgm:presLayoutVars>
          <dgm:dir/>
          <dgm:animLvl val="lvl"/>
          <dgm:resizeHandles val="exact"/>
        </dgm:presLayoutVars>
      </dgm:prSet>
      <dgm:spPr/>
    </dgm:pt>
    <dgm:pt modelId="{133C7E76-CA13-46C5-BA9B-7ABE7C2B1D04}" type="pres">
      <dgm:prSet presAssocID="{95ED1A9E-E38D-42B2-9D0A-5BE954589F12}" presName="parentLin" presStyleCnt="0"/>
      <dgm:spPr/>
    </dgm:pt>
    <dgm:pt modelId="{158E9AAA-CAE5-4792-A1B4-83A90D5C332B}" type="pres">
      <dgm:prSet presAssocID="{95ED1A9E-E38D-42B2-9D0A-5BE954589F12}" presName="parentLeftMargin" presStyleLbl="node1" presStyleIdx="0" presStyleCnt="3"/>
      <dgm:spPr/>
    </dgm:pt>
    <dgm:pt modelId="{DD02235A-25BF-4B29-9162-A7F92081A1E0}" type="pres">
      <dgm:prSet presAssocID="{95ED1A9E-E38D-42B2-9D0A-5BE954589F12}" presName="parentText" presStyleLbl="node1" presStyleIdx="0" presStyleCnt="3">
        <dgm:presLayoutVars>
          <dgm:chMax val="0"/>
          <dgm:bulletEnabled val="1"/>
        </dgm:presLayoutVars>
      </dgm:prSet>
      <dgm:spPr/>
    </dgm:pt>
    <dgm:pt modelId="{72CCA6E7-20A2-40F6-A12E-792EF63775BB}" type="pres">
      <dgm:prSet presAssocID="{95ED1A9E-E38D-42B2-9D0A-5BE954589F12}" presName="negativeSpace" presStyleCnt="0"/>
      <dgm:spPr/>
    </dgm:pt>
    <dgm:pt modelId="{1DA210CE-E0B8-452A-AD79-866B094362ED}" type="pres">
      <dgm:prSet presAssocID="{95ED1A9E-E38D-42B2-9D0A-5BE954589F12}" presName="childText" presStyleLbl="conFgAcc1" presStyleIdx="0" presStyleCnt="3">
        <dgm:presLayoutVars>
          <dgm:bulletEnabled val="1"/>
        </dgm:presLayoutVars>
      </dgm:prSet>
      <dgm:spPr/>
    </dgm:pt>
    <dgm:pt modelId="{A89CF975-5116-4783-8481-4F237334A9D5}" type="pres">
      <dgm:prSet presAssocID="{A94150D4-C492-46EB-B1AC-9F736396AA0D}" presName="spaceBetweenRectangles" presStyleCnt="0"/>
      <dgm:spPr/>
    </dgm:pt>
    <dgm:pt modelId="{D1ABF7A7-8BA0-42E8-AC70-1C622A0A9CA8}" type="pres">
      <dgm:prSet presAssocID="{CFB0D99E-28ED-4902-8D61-7ACF91349FF3}" presName="parentLin" presStyleCnt="0"/>
      <dgm:spPr/>
    </dgm:pt>
    <dgm:pt modelId="{5381098F-BFAA-4B00-8A31-9A99AF189B1A}" type="pres">
      <dgm:prSet presAssocID="{CFB0D99E-28ED-4902-8D61-7ACF91349FF3}" presName="parentLeftMargin" presStyleLbl="node1" presStyleIdx="0" presStyleCnt="3"/>
      <dgm:spPr/>
    </dgm:pt>
    <dgm:pt modelId="{FD40A4DF-7C4E-41CE-A7B9-B01921CDC790}" type="pres">
      <dgm:prSet presAssocID="{CFB0D99E-28ED-4902-8D61-7ACF91349FF3}" presName="parentText" presStyleLbl="node1" presStyleIdx="1" presStyleCnt="3">
        <dgm:presLayoutVars>
          <dgm:chMax val="0"/>
          <dgm:bulletEnabled val="1"/>
        </dgm:presLayoutVars>
      </dgm:prSet>
      <dgm:spPr/>
    </dgm:pt>
    <dgm:pt modelId="{ED6ED8EE-B2DC-49A8-9696-985A956FCB62}" type="pres">
      <dgm:prSet presAssocID="{CFB0D99E-28ED-4902-8D61-7ACF91349FF3}" presName="negativeSpace" presStyleCnt="0"/>
      <dgm:spPr/>
    </dgm:pt>
    <dgm:pt modelId="{F7F664A6-DE14-4ED8-B93A-D4F9738CC253}" type="pres">
      <dgm:prSet presAssocID="{CFB0D99E-28ED-4902-8D61-7ACF91349FF3}" presName="childText" presStyleLbl="conFgAcc1" presStyleIdx="1" presStyleCnt="3">
        <dgm:presLayoutVars>
          <dgm:bulletEnabled val="1"/>
        </dgm:presLayoutVars>
      </dgm:prSet>
      <dgm:spPr/>
    </dgm:pt>
    <dgm:pt modelId="{38047EAB-5916-4A4C-813C-B59708DC6726}" type="pres">
      <dgm:prSet presAssocID="{F3F17E05-AEAE-4D48-8949-759579CCD152}" presName="spaceBetweenRectangles" presStyleCnt="0"/>
      <dgm:spPr/>
    </dgm:pt>
    <dgm:pt modelId="{2F719F66-0E83-44FA-B32C-C022CB3BDAA5}" type="pres">
      <dgm:prSet presAssocID="{0BE932A6-6974-4FF5-9D55-B28BE60115AD}" presName="parentLin" presStyleCnt="0"/>
      <dgm:spPr/>
    </dgm:pt>
    <dgm:pt modelId="{0EB91F7C-FC75-4C8F-9F36-3E93C8F0ED6B}" type="pres">
      <dgm:prSet presAssocID="{0BE932A6-6974-4FF5-9D55-B28BE60115AD}" presName="parentLeftMargin" presStyleLbl="node1" presStyleIdx="1" presStyleCnt="3"/>
      <dgm:spPr/>
    </dgm:pt>
    <dgm:pt modelId="{0CC10CEA-1E00-49BD-A38F-CC6B008709AD}" type="pres">
      <dgm:prSet presAssocID="{0BE932A6-6974-4FF5-9D55-B28BE60115AD}" presName="parentText" presStyleLbl="node1" presStyleIdx="2" presStyleCnt="3">
        <dgm:presLayoutVars>
          <dgm:chMax val="0"/>
          <dgm:bulletEnabled val="1"/>
        </dgm:presLayoutVars>
      </dgm:prSet>
      <dgm:spPr/>
    </dgm:pt>
    <dgm:pt modelId="{7759B597-5578-4712-9DDF-4B04DD2D17E4}" type="pres">
      <dgm:prSet presAssocID="{0BE932A6-6974-4FF5-9D55-B28BE60115AD}" presName="negativeSpace" presStyleCnt="0"/>
      <dgm:spPr/>
    </dgm:pt>
    <dgm:pt modelId="{44DB4402-D2FD-4BD6-9786-F158A4EC5712}" type="pres">
      <dgm:prSet presAssocID="{0BE932A6-6974-4FF5-9D55-B28BE60115AD}" presName="childText" presStyleLbl="conFgAcc1" presStyleIdx="2" presStyleCnt="3">
        <dgm:presLayoutVars>
          <dgm:bulletEnabled val="1"/>
        </dgm:presLayoutVars>
      </dgm:prSet>
      <dgm:spPr/>
    </dgm:pt>
  </dgm:ptLst>
  <dgm:cxnLst>
    <dgm:cxn modelId="{A392CC0F-611C-4D9E-BCC9-4711500668CE}" srcId="{64630D51-AF33-446F-BBFA-44FD96D55F14}" destId="{0BE932A6-6974-4FF5-9D55-B28BE60115AD}" srcOrd="2" destOrd="0" parTransId="{17D82F36-9F94-4776-98C5-AE3B3F0F3E6C}" sibTransId="{AB964673-9E14-4EF3-BC35-34F63573595B}"/>
    <dgm:cxn modelId="{6D9B2516-A53A-4E3A-98A9-B70FC9DFE0DE}" type="presOf" srcId="{95ED1A9E-E38D-42B2-9D0A-5BE954589F12}" destId="{DD02235A-25BF-4B29-9162-A7F92081A1E0}" srcOrd="1" destOrd="0" presId="urn:microsoft.com/office/officeart/2005/8/layout/list1"/>
    <dgm:cxn modelId="{E1AF4824-10A9-4F9E-8664-538DE83A0D90}" srcId="{64630D51-AF33-446F-BBFA-44FD96D55F14}" destId="{CFB0D99E-28ED-4902-8D61-7ACF91349FF3}" srcOrd="1" destOrd="0" parTransId="{99722672-1784-4400-81B7-D0DF21E97805}" sibTransId="{F3F17E05-AEAE-4D48-8949-759579CCD152}"/>
    <dgm:cxn modelId="{4F30693C-97FA-4E2E-8849-FCE0E7656406}" type="presOf" srcId="{CFB0D99E-28ED-4902-8D61-7ACF91349FF3}" destId="{5381098F-BFAA-4B00-8A31-9A99AF189B1A}" srcOrd="0" destOrd="0" presId="urn:microsoft.com/office/officeart/2005/8/layout/list1"/>
    <dgm:cxn modelId="{D79B505B-9D89-4968-8277-F0D430410105}" srcId="{64630D51-AF33-446F-BBFA-44FD96D55F14}" destId="{95ED1A9E-E38D-42B2-9D0A-5BE954589F12}" srcOrd="0" destOrd="0" parTransId="{35B26F15-481E-4980-8B11-9EE0F478DD59}" sibTransId="{A94150D4-C492-46EB-B1AC-9F736396AA0D}"/>
    <dgm:cxn modelId="{2AD73E6F-AAF9-419E-A3EF-16F3DBFB3742}" type="presOf" srcId="{64630D51-AF33-446F-BBFA-44FD96D55F14}" destId="{BF7DEF04-E53A-4D1E-B708-6263A9D0922B}" srcOrd="0" destOrd="0" presId="urn:microsoft.com/office/officeart/2005/8/layout/list1"/>
    <dgm:cxn modelId="{9F3B7772-5B46-422C-9E98-62E1E6E3FFA7}" type="presOf" srcId="{0BE932A6-6974-4FF5-9D55-B28BE60115AD}" destId="{0CC10CEA-1E00-49BD-A38F-CC6B008709AD}" srcOrd="1" destOrd="0" presId="urn:microsoft.com/office/officeart/2005/8/layout/list1"/>
    <dgm:cxn modelId="{3E34D486-DEE0-4198-B40A-8C983BC6A74C}" type="presOf" srcId="{0BE932A6-6974-4FF5-9D55-B28BE60115AD}" destId="{0EB91F7C-FC75-4C8F-9F36-3E93C8F0ED6B}" srcOrd="0" destOrd="0" presId="urn:microsoft.com/office/officeart/2005/8/layout/list1"/>
    <dgm:cxn modelId="{B4CE748C-BAE0-4CAD-BDB5-4A40C7EB835D}" type="presOf" srcId="{95ED1A9E-E38D-42B2-9D0A-5BE954589F12}" destId="{158E9AAA-CAE5-4792-A1B4-83A90D5C332B}" srcOrd="0" destOrd="0" presId="urn:microsoft.com/office/officeart/2005/8/layout/list1"/>
    <dgm:cxn modelId="{496B24FD-810F-44B5-8D66-A954D811A0DE}" type="presOf" srcId="{CFB0D99E-28ED-4902-8D61-7ACF91349FF3}" destId="{FD40A4DF-7C4E-41CE-A7B9-B01921CDC790}" srcOrd="1" destOrd="0" presId="urn:microsoft.com/office/officeart/2005/8/layout/list1"/>
    <dgm:cxn modelId="{AFA20D32-C055-4AA5-92F4-5F59FD0D33CF}" type="presParOf" srcId="{BF7DEF04-E53A-4D1E-B708-6263A9D0922B}" destId="{133C7E76-CA13-46C5-BA9B-7ABE7C2B1D04}" srcOrd="0" destOrd="0" presId="urn:microsoft.com/office/officeart/2005/8/layout/list1"/>
    <dgm:cxn modelId="{926A2C36-7271-4F4B-A69B-EA097EF58824}" type="presParOf" srcId="{133C7E76-CA13-46C5-BA9B-7ABE7C2B1D04}" destId="{158E9AAA-CAE5-4792-A1B4-83A90D5C332B}" srcOrd="0" destOrd="0" presId="urn:microsoft.com/office/officeart/2005/8/layout/list1"/>
    <dgm:cxn modelId="{D8D06147-FEDF-4DEA-83B5-80BC423CC111}" type="presParOf" srcId="{133C7E76-CA13-46C5-BA9B-7ABE7C2B1D04}" destId="{DD02235A-25BF-4B29-9162-A7F92081A1E0}" srcOrd="1" destOrd="0" presId="urn:microsoft.com/office/officeart/2005/8/layout/list1"/>
    <dgm:cxn modelId="{48635821-F49C-43A6-8CFC-B1AFBB899B27}" type="presParOf" srcId="{BF7DEF04-E53A-4D1E-B708-6263A9D0922B}" destId="{72CCA6E7-20A2-40F6-A12E-792EF63775BB}" srcOrd="1" destOrd="0" presId="urn:microsoft.com/office/officeart/2005/8/layout/list1"/>
    <dgm:cxn modelId="{485F3352-A239-47C3-844D-4794C06F2297}" type="presParOf" srcId="{BF7DEF04-E53A-4D1E-B708-6263A9D0922B}" destId="{1DA210CE-E0B8-452A-AD79-866B094362ED}" srcOrd="2" destOrd="0" presId="urn:microsoft.com/office/officeart/2005/8/layout/list1"/>
    <dgm:cxn modelId="{BD10CFB5-A4D6-4CDF-9717-7CE1E8AF1987}" type="presParOf" srcId="{BF7DEF04-E53A-4D1E-B708-6263A9D0922B}" destId="{A89CF975-5116-4783-8481-4F237334A9D5}" srcOrd="3" destOrd="0" presId="urn:microsoft.com/office/officeart/2005/8/layout/list1"/>
    <dgm:cxn modelId="{975A22F9-F3C9-4272-AF55-B11782E937C2}" type="presParOf" srcId="{BF7DEF04-E53A-4D1E-B708-6263A9D0922B}" destId="{D1ABF7A7-8BA0-42E8-AC70-1C622A0A9CA8}" srcOrd="4" destOrd="0" presId="urn:microsoft.com/office/officeart/2005/8/layout/list1"/>
    <dgm:cxn modelId="{9083D8F1-540D-4755-8C89-E5D35112C269}" type="presParOf" srcId="{D1ABF7A7-8BA0-42E8-AC70-1C622A0A9CA8}" destId="{5381098F-BFAA-4B00-8A31-9A99AF189B1A}" srcOrd="0" destOrd="0" presId="urn:microsoft.com/office/officeart/2005/8/layout/list1"/>
    <dgm:cxn modelId="{378A66BB-409D-4C25-AC4D-AC06894ED348}" type="presParOf" srcId="{D1ABF7A7-8BA0-42E8-AC70-1C622A0A9CA8}" destId="{FD40A4DF-7C4E-41CE-A7B9-B01921CDC790}" srcOrd="1" destOrd="0" presId="urn:microsoft.com/office/officeart/2005/8/layout/list1"/>
    <dgm:cxn modelId="{7063B6DA-FB36-450F-B4DD-54A1D0225FFB}" type="presParOf" srcId="{BF7DEF04-E53A-4D1E-B708-6263A9D0922B}" destId="{ED6ED8EE-B2DC-49A8-9696-985A956FCB62}" srcOrd="5" destOrd="0" presId="urn:microsoft.com/office/officeart/2005/8/layout/list1"/>
    <dgm:cxn modelId="{AC87EC03-8921-43CC-8DD1-2833102E46D2}" type="presParOf" srcId="{BF7DEF04-E53A-4D1E-B708-6263A9D0922B}" destId="{F7F664A6-DE14-4ED8-B93A-D4F9738CC253}" srcOrd="6" destOrd="0" presId="urn:microsoft.com/office/officeart/2005/8/layout/list1"/>
    <dgm:cxn modelId="{5D181AF2-715C-4B1A-887A-FACA3F308380}" type="presParOf" srcId="{BF7DEF04-E53A-4D1E-B708-6263A9D0922B}" destId="{38047EAB-5916-4A4C-813C-B59708DC6726}" srcOrd="7" destOrd="0" presId="urn:microsoft.com/office/officeart/2005/8/layout/list1"/>
    <dgm:cxn modelId="{53B53813-268D-4382-ACB8-7E56E84E9442}" type="presParOf" srcId="{BF7DEF04-E53A-4D1E-B708-6263A9D0922B}" destId="{2F719F66-0E83-44FA-B32C-C022CB3BDAA5}" srcOrd="8" destOrd="0" presId="urn:microsoft.com/office/officeart/2005/8/layout/list1"/>
    <dgm:cxn modelId="{263096C2-0BEE-413E-A365-E3F02543B7D8}" type="presParOf" srcId="{2F719F66-0E83-44FA-B32C-C022CB3BDAA5}" destId="{0EB91F7C-FC75-4C8F-9F36-3E93C8F0ED6B}" srcOrd="0" destOrd="0" presId="urn:microsoft.com/office/officeart/2005/8/layout/list1"/>
    <dgm:cxn modelId="{313F1B2B-58DC-4D2D-9052-789D118263EE}" type="presParOf" srcId="{2F719F66-0E83-44FA-B32C-C022CB3BDAA5}" destId="{0CC10CEA-1E00-49BD-A38F-CC6B008709AD}" srcOrd="1" destOrd="0" presId="urn:microsoft.com/office/officeart/2005/8/layout/list1"/>
    <dgm:cxn modelId="{9172D2DA-F153-4E4A-814F-2851227F641E}" type="presParOf" srcId="{BF7DEF04-E53A-4D1E-B708-6263A9D0922B}" destId="{7759B597-5578-4712-9DDF-4B04DD2D17E4}" srcOrd="9" destOrd="0" presId="urn:microsoft.com/office/officeart/2005/8/layout/list1"/>
    <dgm:cxn modelId="{09177B8A-B8D1-4D3C-BCBC-D6703F20D2A2}" type="presParOf" srcId="{BF7DEF04-E53A-4D1E-B708-6263A9D0922B}" destId="{44DB4402-D2FD-4BD6-9786-F158A4EC5712}" srcOrd="10"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B15A947D-FB95-42D4-8983-CC973A333386}" type="doc">
      <dgm:prSet loTypeId="urn:microsoft.com/office/officeart/2005/8/layout/pyramid1" loCatId="pyramid" qsTypeId="urn:microsoft.com/office/officeart/2005/8/quickstyle/simple1" qsCatId="simple" csTypeId="urn:microsoft.com/office/officeart/2005/8/colors/colorful4" csCatId="colorful" phldr="1"/>
      <dgm:spPr/>
      <dgm:t>
        <a:bodyPr/>
        <a:lstStyle/>
        <a:p>
          <a:endParaRPr lang="zh-CN" altLang="en-US"/>
        </a:p>
      </dgm:t>
    </dgm:pt>
    <dgm:pt modelId="{C375B018-F1AF-428A-B76F-062D56F817CE}">
      <dgm:prSet phldrT="[文本]" phldr="0"/>
      <dgm:spPr/>
      <dgm:t>
        <a:bodyPr/>
        <a:lstStyle/>
        <a:p>
          <a:r>
            <a:rPr lang="zh-CN" altLang="en-US" dirty="0"/>
            <a:t>自我实现</a:t>
          </a:r>
        </a:p>
      </dgm:t>
    </dgm:pt>
    <dgm:pt modelId="{A22C3948-A156-47C1-9BD3-11CDDF4022FA}" type="parTrans" cxnId="{72BED893-CA83-4B66-9093-4AF30AC81240}">
      <dgm:prSet/>
      <dgm:spPr/>
      <dgm:t>
        <a:bodyPr/>
        <a:lstStyle/>
        <a:p>
          <a:endParaRPr lang="zh-CN" altLang="en-US"/>
        </a:p>
      </dgm:t>
    </dgm:pt>
    <dgm:pt modelId="{84ABE469-796B-4D53-B408-5D573D0D0C05}" type="sibTrans" cxnId="{72BED893-CA83-4B66-9093-4AF30AC81240}">
      <dgm:prSet/>
      <dgm:spPr/>
      <dgm:t>
        <a:bodyPr/>
        <a:lstStyle/>
        <a:p>
          <a:endParaRPr lang="zh-CN" altLang="en-US"/>
        </a:p>
      </dgm:t>
    </dgm:pt>
    <dgm:pt modelId="{D3E09607-E16E-40DE-B347-3141481171A2}">
      <dgm:prSet phldrT="[文本]"/>
      <dgm:spPr/>
      <dgm:t>
        <a:bodyPr/>
        <a:lstStyle/>
        <a:p>
          <a:r>
            <a:rPr lang="zh-CN" altLang="en-US" dirty="0"/>
            <a:t>自尊</a:t>
          </a:r>
        </a:p>
      </dgm:t>
    </dgm:pt>
    <dgm:pt modelId="{424A0A61-E6F6-47F6-9065-0E2339DE18D9}" type="parTrans" cxnId="{BC439408-2BD3-4CA0-8645-9E00A88CF042}">
      <dgm:prSet/>
      <dgm:spPr/>
      <dgm:t>
        <a:bodyPr/>
        <a:lstStyle/>
        <a:p>
          <a:endParaRPr lang="zh-CN" altLang="en-US"/>
        </a:p>
      </dgm:t>
    </dgm:pt>
    <dgm:pt modelId="{CB0361BF-3E2F-4C9C-B4E7-3CB028961CF3}" type="sibTrans" cxnId="{BC439408-2BD3-4CA0-8645-9E00A88CF042}">
      <dgm:prSet/>
      <dgm:spPr/>
      <dgm:t>
        <a:bodyPr/>
        <a:lstStyle/>
        <a:p>
          <a:endParaRPr lang="zh-CN" altLang="en-US"/>
        </a:p>
      </dgm:t>
    </dgm:pt>
    <dgm:pt modelId="{F8B1F041-A910-4B57-B9F6-332BC3910B3E}">
      <dgm:prSet phldrT="[文本]"/>
      <dgm:spPr/>
      <dgm:t>
        <a:bodyPr/>
        <a:lstStyle/>
        <a:p>
          <a:r>
            <a:rPr lang="zh-CN" altLang="en-US" dirty="0"/>
            <a:t>社会交往</a:t>
          </a:r>
        </a:p>
      </dgm:t>
    </dgm:pt>
    <dgm:pt modelId="{A5880B14-8BBC-4A68-9CC7-3B884E97FB99}" type="parTrans" cxnId="{FB39353C-4523-4E23-B662-E3EBC2C29903}">
      <dgm:prSet/>
      <dgm:spPr/>
      <dgm:t>
        <a:bodyPr/>
        <a:lstStyle/>
        <a:p>
          <a:endParaRPr lang="zh-CN" altLang="en-US"/>
        </a:p>
      </dgm:t>
    </dgm:pt>
    <dgm:pt modelId="{382261E2-ED80-414D-8A74-5EF189A15DA6}" type="sibTrans" cxnId="{FB39353C-4523-4E23-B662-E3EBC2C29903}">
      <dgm:prSet/>
      <dgm:spPr/>
      <dgm:t>
        <a:bodyPr/>
        <a:lstStyle/>
        <a:p>
          <a:endParaRPr lang="zh-CN" altLang="en-US"/>
        </a:p>
      </dgm:t>
    </dgm:pt>
    <dgm:pt modelId="{FC256E7C-95BF-48E8-8B97-8BFE068B8E12}">
      <dgm:prSet phldrT="[文本]"/>
      <dgm:spPr/>
      <dgm:t>
        <a:bodyPr/>
        <a:lstStyle/>
        <a:p>
          <a:r>
            <a:rPr lang="zh-CN" altLang="en-US" dirty="0"/>
            <a:t>生理</a:t>
          </a:r>
        </a:p>
      </dgm:t>
    </dgm:pt>
    <dgm:pt modelId="{AA98D051-1600-4B6D-9C6E-DC7CA7A645FE}" type="parTrans" cxnId="{282C9CD9-A772-4DB9-B5BF-37C3F8F0F88F}">
      <dgm:prSet/>
      <dgm:spPr/>
      <dgm:t>
        <a:bodyPr/>
        <a:lstStyle/>
        <a:p>
          <a:endParaRPr lang="zh-CN" altLang="en-US"/>
        </a:p>
      </dgm:t>
    </dgm:pt>
    <dgm:pt modelId="{370EDE43-808A-4ECA-9913-D6729A54A07B}" type="sibTrans" cxnId="{282C9CD9-A772-4DB9-B5BF-37C3F8F0F88F}">
      <dgm:prSet/>
      <dgm:spPr/>
      <dgm:t>
        <a:bodyPr/>
        <a:lstStyle/>
        <a:p>
          <a:endParaRPr lang="zh-CN" altLang="en-US"/>
        </a:p>
      </dgm:t>
    </dgm:pt>
    <dgm:pt modelId="{5EE006FA-8454-4DDE-9F27-873DD486CE5A}">
      <dgm:prSet phldrT="[文本]"/>
      <dgm:spPr/>
      <dgm:t>
        <a:bodyPr/>
        <a:lstStyle/>
        <a:p>
          <a:r>
            <a:rPr lang="zh-CN" altLang="en-US" dirty="0"/>
            <a:t>安全</a:t>
          </a:r>
        </a:p>
      </dgm:t>
    </dgm:pt>
    <dgm:pt modelId="{9AD0A352-4983-44B1-A2F0-D5C2004825B8}" type="parTrans" cxnId="{5D9AAB25-DF04-4864-9E13-56604F78D28D}">
      <dgm:prSet/>
      <dgm:spPr/>
      <dgm:t>
        <a:bodyPr/>
        <a:lstStyle/>
        <a:p>
          <a:endParaRPr lang="zh-CN" altLang="en-US"/>
        </a:p>
      </dgm:t>
    </dgm:pt>
    <dgm:pt modelId="{451FE425-7D27-435B-B88C-DAFB10AE3EE8}" type="sibTrans" cxnId="{5D9AAB25-DF04-4864-9E13-56604F78D28D}">
      <dgm:prSet/>
      <dgm:spPr/>
      <dgm:t>
        <a:bodyPr/>
        <a:lstStyle/>
        <a:p>
          <a:endParaRPr lang="zh-CN" altLang="en-US"/>
        </a:p>
      </dgm:t>
    </dgm:pt>
    <dgm:pt modelId="{C8042BAB-60F4-43F0-A09B-8BABA9F67ACE}" type="pres">
      <dgm:prSet presAssocID="{B15A947D-FB95-42D4-8983-CC973A333386}" presName="Name0" presStyleCnt="0">
        <dgm:presLayoutVars>
          <dgm:dir/>
          <dgm:animLvl val="lvl"/>
          <dgm:resizeHandles val="exact"/>
        </dgm:presLayoutVars>
      </dgm:prSet>
      <dgm:spPr/>
    </dgm:pt>
    <dgm:pt modelId="{E5835DF1-32F9-4BE1-AB4A-28CA303730CA}" type="pres">
      <dgm:prSet presAssocID="{C375B018-F1AF-428A-B76F-062D56F817CE}" presName="Name8" presStyleCnt="0"/>
      <dgm:spPr/>
    </dgm:pt>
    <dgm:pt modelId="{44321236-7E97-488C-9025-7B1510750C97}" type="pres">
      <dgm:prSet presAssocID="{C375B018-F1AF-428A-B76F-062D56F817CE}" presName="level" presStyleLbl="node1" presStyleIdx="0" presStyleCnt="5">
        <dgm:presLayoutVars>
          <dgm:chMax val="1"/>
          <dgm:bulletEnabled val="1"/>
        </dgm:presLayoutVars>
      </dgm:prSet>
      <dgm:spPr/>
    </dgm:pt>
    <dgm:pt modelId="{58972435-7CDC-4141-ABF6-38421A5BB8B5}" type="pres">
      <dgm:prSet presAssocID="{C375B018-F1AF-428A-B76F-062D56F817CE}" presName="levelTx" presStyleLbl="revTx" presStyleIdx="0" presStyleCnt="0">
        <dgm:presLayoutVars>
          <dgm:chMax val="1"/>
          <dgm:bulletEnabled val="1"/>
        </dgm:presLayoutVars>
      </dgm:prSet>
      <dgm:spPr/>
    </dgm:pt>
    <dgm:pt modelId="{2CCBD2ED-0460-4033-A52E-CBFE6FD68B11}" type="pres">
      <dgm:prSet presAssocID="{D3E09607-E16E-40DE-B347-3141481171A2}" presName="Name8" presStyleCnt="0"/>
      <dgm:spPr/>
    </dgm:pt>
    <dgm:pt modelId="{2F299D70-5224-4C9C-9CB1-AFD882711B69}" type="pres">
      <dgm:prSet presAssocID="{D3E09607-E16E-40DE-B347-3141481171A2}" presName="level" presStyleLbl="node1" presStyleIdx="1" presStyleCnt="5">
        <dgm:presLayoutVars>
          <dgm:chMax val="1"/>
          <dgm:bulletEnabled val="1"/>
        </dgm:presLayoutVars>
      </dgm:prSet>
      <dgm:spPr/>
    </dgm:pt>
    <dgm:pt modelId="{9715F03A-45B5-43EC-A6D6-2B34988299E5}" type="pres">
      <dgm:prSet presAssocID="{D3E09607-E16E-40DE-B347-3141481171A2}" presName="levelTx" presStyleLbl="revTx" presStyleIdx="0" presStyleCnt="0">
        <dgm:presLayoutVars>
          <dgm:chMax val="1"/>
          <dgm:bulletEnabled val="1"/>
        </dgm:presLayoutVars>
      </dgm:prSet>
      <dgm:spPr/>
    </dgm:pt>
    <dgm:pt modelId="{00A5EBB5-55F8-4A54-B1F6-1A8DF9EC1D8A}" type="pres">
      <dgm:prSet presAssocID="{F8B1F041-A910-4B57-B9F6-332BC3910B3E}" presName="Name8" presStyleCnt="0"/>
      <dgm:spPr/>
    </dgm:pt>
    <dgm:pt modelId="{76D34559-A530-45C2-A0B6-720AD4C0207E}" type="pres">
      <dgm:prSet presAssocID="{F8B1F041-A910-4B57-B9F6-332BC3910B3E}" presName="level" presStyleLbl="node1" presStyleIdx="2" presStyleCnt="5">
        <dgm:presLayoutVars>
          <dgm:chMax val="1"/>
          <dgm:bulletEnabled val="1"/>
        </dgm:presLayoutVars>
      </dgm:prSet>
      <dgm:spPr/>
    </dgm:pt>
    <dgm:pt modelId="{50BF56CD-A2AD-4F81-AF53-4F016C96E080}" type="pres">
      <dgm:prSet presAssocID="{F8B1F041-A910-4B57-B9F6-332BC3910B3E}" presName="levelTx" presStyleLbl="revTx" presStyleIdx="0" presStyleCnt="0">
        <dgm:presLayoutVars>
          <dgm:chMax val="1"/>
          <dgm:bulletEnabled val="1"/>
        </dgm:presLayoutVars>
      </dgm:prSet>
      <dgm:spPr/>
    </dgm:pt>
    <dgm:pt modelId="{0AB00CFD-CFE7-427F-912D-A85FDED66C52}" type="pres">
      <dgm:prSet presAssocID="{5EE006FA-8454-4DDE-9F27-873DD486CE5A}" presName="Name8" presStyleCnt="0"/>
      <dgm:spPr/>
    </dgm:pt>
    <dgm:pt modelId="{8F6F6EB1-74EE-4946-86A7-A5F9FCDABEE5}" type="pres">
      <dgm:prSet presAssocID="{5EE006FA-8454-4DDE-9F27-873DD486CE5A}" presName="level" presStyleLbl="node1" presStyleIdx="3" presStyleCnt="5">
        <dgm:presLayoutVars>
          <dgm:chMax val="1"/>
          <dgm:bulletEnabled val="1"/>
        </dgm:presLayoutVars>
      </dgm:prSet>
      <dgm:spPr/>
    </dgm:pt>
    <dgm:pt modelId="{96828562-C1EE-45E4-B018-5A466DAD0F7F}" type="pres">
      <dgm:prSet presAssocID="{5EE006FA-8454-4DDE-9F27-873DD486CE5A}" presName="levelTx" presStyleLbl="revTx" presStyleIdx="0" presStyleCnt="0">
        <dgm:presLayoutVars>
          <dgm:chMax val="1"/>
          <dgm:bulletEnabled val="1"/>
        </dgm:presLayoutVars>
      </dgm:prSet>
      <dgm:spPr/>
    </dgm:pt>
    <dgm:pt modelId="{4DCE7DBD-5467-4CF4-9EAB-B5C940D66910}" type="pres">
      <dgm:prSet presAssocID="{FC256E7C-95BF-48E8-8B97-8BFE068B8E12}" presName="Name8" presStyleCnt="0"/>
      <dgm:spPr/>
    </dgm:pt>
    <dgm:pt modelId="{50DFD313-CB4A-4B94-8CDD-8D2917A17D7E}" type="pres">
      <dgm:prSet presAssocID="{FC256E7C-95BF-48E8-8B97-8BFE068B8E12}" presName="level" presStyleLbl="node1" presStyleIdx="4" presStyleCnt="5">
        <dgm:presLayoutVars>
          <dgm:chMax val="1"/>
          <dgm:bulletEnabled val="1"/>
        </dgm:presLayoutVars>
      </dgm:prSet>
      <dgm:spPr/>
    </dgm:pt>
    <dgm:pt modelId="{0A12BD7C-1EA8-45E1-8EE0-30E61446098F}" type="pres">
      <dgm:prSet presAssocID="{FC256E7C-95BF-48E8-8B97-8BFE068B8E12}" presName="levelTx" presStyleLbl="revTx" presStyleIdx="0" presStyleCnt="0">
        <dgm:presLayoutVars>
          <dgm:chMax val="1"/>
          <dgm:bulletEnabled val="1"/>
        </dgm:presLayoutVars>
      </dgm:prSet>
      <dgm:spPr/>
    </dgm:pt>
  </dgm:ptLst>
  <dgm:cxnLst>
    <dgm:cxn modelId="{BC439408-2BD3-4CA0-8645-9E00A88CF042}" srcId="{B15A947D-FB95-42D4-8983-CC973A333386}" destId="{D3E09607-E16E-40DE-B347-3141481171A2}" srcOrd="1" destOrd="0" parTransId="{424A0A61-E6F6-47F6-9065-0E2339DE18D9}" sibTransId="{CB0361BF-3E2F-4C9C-B4E7-3CB028961CF3}"/>
    <dgm:cxn modelId="{AE3E1D0C-04B5-481D-97CD-382001B6CE98}" type="presOf" srcId="{D3E09607-E16E-40DE-B347-3141481171A2}" destId="{2F299D70-5224-4C9C-9CB1-AFD882711B69}" srcOrd="0" destOrd="0" presId="urn:microsoft.com/office/officeart/2005/8/layout/pyramid1"/>
    <dgm:cxn modelId="{0F62281D-AA74-4857-928E-B314E6C70906}" type="presOf" srcId="{C375B018-F1AF-428A-B76F-062D56F817CE}" destId="{44321236-7E97-488C-9025-7B1510750C97}" srcOrd="0" destOrd="0" presId="urn:microsoft.com/office/officeart/2005/8/layout/pyramid1"/>
    <dgm:cxn modelId="{46E1631F-C668-456C-BB6E-0C641602ABB6}" type="presOf" srcId="{C375B018-F1AF-428A-B76F-062D56F817CE}" destId="{58972435-7CDC-4141-ABF6-38421A5BB8B5}" srcOrd="1" destOrd="0" presId="urn:microsoft.com/office/officeart/2005/8/layout/pyramid1"/>
    <dgm:cxn modelId="{9D488721-23BF-46D7-9C6D-E34F21B8B26E}" type="presOf" srcId="{F8B1F041-A910-4B57-B9F6-332BC3910B3E}" destId="{50BF56CD-A2AD-4F81-AF53-4F016C96E080}" srcOrd="1" destOrd="0" presId="urn:microsoft.com/office/officeart/2005/8/layout/pyramid1"/>
    <dgm:cxn modelId="{5D9AAB25-DF04-4864-9E13-56604F78D28D}" srcId="{B15A947D-FB95-42D4-8983-CC973A333386}" destId="{5EE006FA-8454-4DDE-9F27-873DD486CE5A}" srcOrd="3" destOrd="0" parTransId="{9AD0A352-4983-44B1-A2F0-D5C2004825B8}" sibTransId="{451FE425-7D27-435B-B88C-DAFB10AE3EE8}"/>
    <dgm:cxn modelId="{717B2935-38AD-42F9-A619-3FAD9940C0B5}" type="presOf" srcId="{5EE006FA-8454-4DDE-9F27-873DD486CE5A}" destId="{96828562-C1EE-45E4-B018-5A466DAD0F7F}" srcOrd="1" destOrd="0" presId="urn:microsoft.com/office/officeart/2005/8/layout/pyramid1"/>
    <dgm:cxn modelId="{0038A136-FA5D-4725-AF4D-41AFE58E72E8}" type="presOf" srcId="{5EE006FA-8454-4DDE-9F27-873DD486CE5A}" destId="{8F6F6EB1-74EE-4946-86A7-A5F9FCDABEE5}" srcOrd="0" destOrd="0" presId="urn:microsoft.com/office/officeart/2005/8/layout/pyramid1"/>
    <dgm:cxn modelId="{FB39353C-4523-4E23-B662-E3EBC2C29903}" srcId="{B15A947D-FB95-42D4-8983-CC973A333386}" destId="{F8B1F041-A910-4B57-B9F6-332BC3910B3E}" srcOrd="2" destOrd="0" parTransId="{A5880B14-8BBC-4A68-9CC7-3B884E97FB99}" sibTransId="{382261E2-ED80-414D-8A74-5EF189A15DA6}"/>
    <dgm:cxn modelId="{28773D46-6F8D-4823-977D-9EC0B9D7CEDA}" type="presOf" srcId="{FC256E7C-95BF-48E8-8B97-8BFE068B8E12}" destId="{50DFD313-CB4A-4B94-8CDD-8D2917A17D7E}" srcOrd="0" destOrd="0" presId="urn:microsoft.com/office/officeart/2005/8/layout/pyramid1"/>
    <dgm:cxn modelId="{72BED893-CA83-4B66-9093-4AF30AC81240}" srcId="{B15A947D-FB95-42D4-8983-CC973A333386}" destId="{C375B018-F1AF-428A-B76F-062D56F817CE}" srcOrd="0" destOrd="0" parTransId="{A22C3948-A156-47C1-9BD3-11CDDF4022FA}" sibTransId="{84ABE469-796B-4D53-B408-5D573D0D0C05}"/>
    <dgm:cxn modelId="{74A89F95-4CAB-40A1-9BFC-C3FA0378BA43}" type="presOf" srcId="{D3E09607-E16E-40DE-B347-3141481171A2}" destId="{9715F03A-45B5-43EC-A6D6-2B34988299E5}" srcOrd="1" destOrd="0" presId="urn:microsoft.com/office/officeart/2005/8/layout/pyramid1"/>
    <dgm:cxn modelId="{EC3C9BB7-EC85-4B25-BFA2-766349963312}" type="presOf" srcId="{FC256E7C-95BF-48E8-8B97-8BFE068B8E12}" destId="{0A12BD7C-1EA8-45E1-8EE0-30E61446098F}" srcOrd="1" destOrd="0" presId="urn:microsoft.com/office/officeart/2005/8/layout/pyramid1"/>
    <dgm:cxn modelId="{8C97F4C5-5AC8-4B92-83BA-D742F7959096}" type="presOf" srcId="{F8B1F041-A910-4B57-B9F6-332BC3910B3E}" destId="{76D34559-A530-45C2-A0B6-720AD4C0207E}" srcOrd="0" destOrd="0" presId="urn:microsoft.com/office/officeart/2005/8/layout/pyramid1"/>
    <dgm:cxn modelId="{282C9CD9-A772-4DB9-B5BF-37C3F8F0F88F}" srcId="{B15A947D-FB95-42D4-8983-CC973A333386}" destId="{FC256E7C-95BF-48E8-8B97-8BFE068B8E12}" srcOrd="4" destOrd="0" parTransId="{AA98D051-1600-4B6D-9C6E-DC7CA7A645FE}" sibTransId="{370EDE43-808A-4ECA-9913-D6729A54A07B}"/>
    <dgm:cxn modelId="{4FF948F7-B2B5-48A1-B5F5-B52E65CDD35B}" type="presOf" srcId="{B15A947D-FB95-42D4-8983-CC973A333386}" destId="{C8042BAB-60F4-43F0-A09B-8BABA9F67ACE}" srcOrd="0" destOrd="0" presId="urn:microsoft.com/office/officeart/2005/8/layout/pyramid1"/>
    <dgm:cxn modelId="{91086788-A296-44CB-ADC6-1D50F817DE03}" type="presParOf" srcId="{C8042BAB-60F4-43F0-A09B-8BABA9F67ACE}" destId="{E5835DF1-32F9-4BE1-AB4A-28CA303730CA}" srcOrd="0" destOrd="0" presId="urn:microsoft.com/office/officeart/2005/8/layout/pyramid1"/>
    <dgm:cxn modelId="{FD077357-3D00-4020-BBCD-F02294DE24AF}" type="presParOf" srcId="{E5835DF1-32F9-4BE1-AB4A-28CA303730CA}" destId="{44321236-7E97-488C-9025-7B1510750C97}" srcOrd="0" destOrd="0" presId="urn:microsoft.com/office/officeart/2005/8/layout/pyramid1"/>
    <dgm:cxn modelId="{45DEA2D5-D4D0-4AE0-AF07-D59A90BCF7D8}" type="presParOf" srcId="{E5835DF1-32F9-4BE1-AB4A-28CA303730CA}" destId="{58972435-7CDC-4141-ABF6-38421A5BB8B5}" srcOrd="1" destOrd="0" presId="urn:microsoft.com/office/officeart/2005/8/layout/pyramid1"/>
    <dgm:cxn modelId="{43EC1F5F-BED3-4699-8BB1-4F567878DECE}" type="presParOf" srcId="{C8042BAB-60F4-43F0-A09B-8BABA9F67ACE}" destId="{2CCBD2ED-0460-4033-A52E-CBFE6FD68B11}" srcOrd="1" destOrd="0" presId="urn:microsoft.com/office/officeart/2005/8/layout/pyramid1"/>
    <dgm:cxn modelId="{A3E72B10-FAA4-4910-B87C-44A7980F9717}" type="presParOf" srcId="{2CCBD2ED-0460-4033-A52E-CBFE6FD68B11}" destId="{2F299D70-5224-4C9C-9CB1-AFD882711B69}" srcOrd="0" destOrd="0" presId="urn:microsoft.com/office/officeart/2005/8/layout/pyramid1"/>
    <dgm:cxn modelId="{25BC898E-CFF3-452F-AEE7-2EEABA3BFBBD}" type="presParOf" srcId="{2CCBD2ED-0460-4033-A52E-CBFE6FD68B11}" destId="{9715F03A-45B5-43EC-A6D6-2B34988299E5}" srcOrd="1" destOrd="0" presId="urn:microsoft.com/office/officeart/2005/8/layout/pyramid1"/>
    <dgm:cxn modelId="{F18DEAF8-1774-4D01-9FFA-455520C4D34D}" type="presParOf" srcId="{C8042BAB-60F4-43F0-A09B-8BABA9F67ACE}" destId="{00A5EBB5-55F8-4A54-B1F6-1A8DF9EC1D8A}" srcOrd="2" destOrd="0" presId="urn:microsoft.com/office/officeart/2005/8/layout/pyramid1"/>
    <dgm:cxn modelId="{7B8D9004-C631-4E73-9A17-E56699BDD351}" type="presParOf" srcId="{00A5EBB5-55F8-4A54-B1F6-1A8DF9EC1D8A}" destId="{76D34559-A530-45C2-A0B6-720AD4C0207E}" srcOrd="0" destOrd="0" presId="urn:microsoft.com/office/officeart/2005/8/layout/pyramid1"/>
    <dgm:cxn modelId="{E439476F-F676-453C-9727-59E3971EC697}" type="presParOf" srcId="{00A5EBB5-55F8-4A54-B1F6-1A8DF9EC1D8A}" destId="{50BF56CD-A2AD-4F81-AF53-4F016C96E080}" srcOrd="1" destOrd="0" presId="urn:microsoft.com/office/officeart/2005/8/layout/pyramid1"/>
    <dgm:cxn modelId="{1A693B34-18B0-4C51-8D89-A58931C24F1A}" type="presParOf" srcId="{C8042BAB-60F4-43F0-A09B-8BABA9F67ACE}" destId="{0AB00CFD-CFE7-427F-912D-A85FDED66C52}" srcOrd="3" destOrd="0" presId="urn:microsoft.com/office/officeart/2005/8/layout/pyramid1"/>
    <dgm:cxn modelId="{10D4B1F1-8215-45CD-9758-1250856CFF6B}" type="presParOf" srcId="{0AB00CFD-CFE7-427F-912D-A85FDED66C52}" destId="{8F6F6EB1-74EE-4946-86A7-A5F9FCDABEE5}" srcOrd="0" destOrd="0" presId="urn:microsoft.com/office/officeart/2005/8/layout/pyramid1"/>
    <dgm:cxn modelId="{9511A730-D596-4241-82E8-E24A301AB80C}" type="presParOf" srcId="{0AB00CFD-CFE7-427F-912D-A85FDED66C52}" destId="{96828562-C1EE-45E4-B018-5A466DAD0F7F}" srcOrd="1" destOrd="0" presId="urn:microsoft.com/office/officeart/2005/8/layout/pyramid1"/>
    <dgm:cxn modelId="{B3FEFDEC-0765-4766-B1D1-33F7D5A067D0}" type="presParOf" srcId="{C8042BAB-60F4-43F0-A09B-8BABA9F67ACE}" destId="{4DCE7DBD-5467-4CF4-9EAB-B5C940D66910}" srcOrd="4" destOrd="0" presId="urn:microsoft.com/office/officeart/2005/8/layout/pyramid1"/>
    <dgm:cxn modelId="{F01AC76D-5E94-4E92-B114-112E500C013A}" type="presParOf" srcId="{4DCE7DBD-5467-4CF4-9EAB-B5C940D66910}" destId="{50DFD313-CB4A-4B94-8CDD-8D2917A17D7E}" srcOrd="0" destOrd="0" presId="urn:microsoft.com/office/officeart/2005/8/layout/pyramid1"/>
    <dgm:cxn modelId="{06A3F380-0C7B-4D99-81CA-099340016C36}" type="presParOf" srcId="{4DCE7DBD-5467-4CF4-9EAB-B5C940D66910}" destId="{0A12BD7C-1EA8-45E1-8EE0-30E61446098F}" srcOrd="1" destOrd="0" presId="urn:microsoft.com/office/officeart/2005/8/layout/pyramid1"/>
  </dgm:cxnLst>
  <dgm:bg>
    <a:effect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63718C7F-952B-43D8-B236-C1CA17DC4DEA}" type="doc">
      <dgm:prSet loTypeId="urn:microsoft.com/office/officeart/2008/layout/RadialCluster" loCatId="cycle" qsTypeId="urn:microsoft.com/office/officeart/2005/8/quickstyle/simple1" qsCatId="simple" csTypeId="urn:microsoft.com/office/officeart/2005/8/colors/colorful5" csCatId="colorful" phldr="1"/>
      <dgm:spPr/>
      <dgm:t>
        <a:bodyPr/>
        <a:lstStyle/>
        <a:p>
          <a:endParaRPr lang="zh-CN" altLang="en-US"/>
        </a:p>
      </dgm:t>
    </dgm:pt>
    <dgm:pt modelId="{6FC8360C-7E51-4DAB-89B2-04BC7ADAC253}">
      <dgm:prSet phldrT="[文本]"/>
      <dgm:spPr>
        <a:solidFill>
          <a:schemeClr val="accent2"/>
        </a:solidFill>
      </dgm:spPr>
      <dgm:t>
        <a:bodyPr/>
        <a:lstStyle/>
        <a:p>
          <a:r>
            <a:rPr lang="zh-CN" altLang="en-US" dirty="0"/>
            <a:t>三要素</a:t>
          </a:r>
        </a:p>
      </dgm:t>
    </dgm:pt>
    <dgm:pt modelId="{DC36D7DE-CEAA-402F-B6D4-7528890B4F16}" type="parTrans" cxnId="{E151F5F8-988E-4631-A6D4-D653EB71213B}">
      <dgm:prSet/>
      <dgm:spPr/>
      <dgm:t>
        <a:bodyPr/>
        <a:lstStyle/>
        <a:p>
          <a:endParaRPr lang="zh-CN" altLang="en-US"/>
        </a:p>
      </dgm:t>
    </dgm:pt>
    <dgm:pt modelId="{05E96745-9085-415A-8CDD-7F1561D7DC43}" type="sibTrans" cxnId="{E151F5F8-988E-4631-A6D4-D653EB71213B}">
      <dgm:prSet/>
      <dgm:spPr/>
      <dgm:t>
        <a:bodyPr/>
        <a:lstStyle/>
        <a:p>
          <a:endParaRPr lang="zh-CN" altLang="en-US"/>
        </a:p>
      </dgm:t>
    </dgm:pt>
    <dgm:pt modelId="{827350E3-7C6A-4FB3-A7A5-6C2E4715A8E4}">
      <dgm:prSet phldrT="[文本]"/>
      <dgm:spPr/>
      <dgm:t>
        <a:bodyPr/>
        <a:lstStyle/>
        <a:p>
          <a:r>
            <a:rPr lang="zh-CN" altLang="en-US" dirty="0"/>
            <a:t>风险事件</a:t>
          </a:r>
        </a:p>
      </dgm:t>
    </dgm:pt>
    <dgm:pt modelId="{4138DF3B-EF2F-4337-9C4E-6928ED341584}" type="parTrans" cxnId="{9DAEBF8C-5F3C-41A9-8D83-8BBBE6CE299B}">
      <dgm:prSet/>
      <dgm:spPr/>
      <dgm:t>
        <a:bodyPr/>
        <a:lstStyle/>
        <a:p>
          <a:endParaRPr lang="zh-CN" altLang="en-US"/>
        </a:p>
      </dgm:t>
    </dgm:pt>
    <dgm:pt modelId="{EEEF473E-5984-4FA3-9523-1B08AB1ABE18}" type="sibTrans" cxnId="{9DAEBF8C-5F3C-41A9-8D83-8BBBE6CE299B}">
      <dgm:prSet/>
      <dgm:spPr/>
      <dgm:t>
        <a:bodyPr/>
        <a:lstStyle/>
        <a:p>
          <a:endParaRPr lang="zh-CN" altLang="en-US"/>
        </a:p>
      </dgm:t>
    </dgm:pt>
    <dgm:pt modelId="{BEA91E73-DE4B-4FF0-AE83-04F204EFE305}">
      <dgm:prSet phldrT="[文本]"/>
      <dgm:spPr/>
      <dgm:t>
        <a:bodyPr/>
        <a:lstStyle/>
        <a:p>
          <a:r>
            <a:rPr lang="zh-CN" altLang="en-US"/>
            <a:t>事件影响</a:t>
          </a:r>
          <a:endParaRPr lang="zh-CN" altLang="en-US" dirty="0"/>
        </a:p>
      </dgm:t>
    </dgm:pt>
    <dgm:pt modelId="{E73A7361-8B1B-4816-8D90-E3F68E536BE4}" type="parTrans" cxnId="{001F7EB0-905B-468B-8BBF-15804CD346E0}">
      <dgm:prSet/>
      <dgm:spPr/>
      <dgm:t>
        <a:bodyPr/>
        <a:lstStyle/>
        <a:p>
          <a:endParaRPr lang="zh-CN" altLang="en-US"/>
        </a:p>
      </dgm:t>
    </dgm:pt>
    <dgm:pt modelId="{DDA6C6FC-36C0-49E4-8DED-FB1BBC0B8394}" type="sibTrans" cxnId="{001F7EB0-905B-468B-8BBF-15804CD346E0}">
      <dgm:prSet/>
      <dgm:spPr/>
      <dgm:t>
        <a:bodyPr/>
        <a:lstStyle/>
        <a:p>
          <a:endParaRPr lang="zh-CN" altLang="en-US"/>
        </a:p>
      </dgm:t>
    </dgm:pt>
    <dgm:pt modelId="{DBBFE259-F8F9-4A3E-8807-4287E2AE625F}">
      <dgm:prSet phldrT="[文本]"/>
      <dgm:spPr/>
      <dgm:t>
        <a:bodyPr/>
        <a:lstStyle/>
        <a:p>
          <a:r>
            <a:rPr lang="zh-CN" altLang="en-US"/>
            <a:t>事件概率</a:t>
          </a:r>
          <a:endParaRPr lang="zh-CN" altLang="en-US" dirty="0"/>
        </a:p>
      </dgm:t>
    </dgm:pt>
    <dgm:pt modelId="{B25AF6E7-C6B6-478C-9979-6098E52ACFBE}" type="parTrans" cxnId="{0FC09938-8AA1-4A84-B7FA-4BFD2507C5F6}">
      <dgm:prSet/>
      <dgm:spPr/>
      <dgm:t>
        <a:bodyPr/>
        <a:lstStyle/>
        <a:p>
          <a:endParaRPr lang="zh-CN" altLang="en-US"/>
        </a:p>
      </dgm:t>
    </dgm:pt>
    <dgm:pt modelId="{8CEAD9E3-C60E-47A7-9033-D3328C0046D6}" type="sibTrans" cxnId="{0FC09938-8AA1-4A84-B7FA-4BFD2507C5F6}">
      <dgm:prSet/>
      <dgm:spPr/>
      <dgm:t>
        <a:bodyPr/>
        <a:lstStyle/>
        <a:p>
          <a:endParaRPr lang="zh-CN" altLang="en-US"/>
        </a:p>
      </dgm:t>
    </dgm:pt>
    <dgm:pt modelId="{007DD5EE-625A-45A9-A4C8-677BE6F5DE40}" type="pres">
      <dgm:prSet presAssocID="{63718C7F-952B-43D8-B236-C1CA17DC4DEA}" presName="Name0" presStyleCnt="0">
        <dgm:presLayoutVars>
          <dgm:chMax val="1"/>
          <dgm:chPref val="1"/>
          <dgm:dir/>
          <dgm:animOne val="branch"/>
          <dgm:animLvl val="lvl"/>
        </dgm:presLayoutVars>
      </dgm:prSet>
      <dgm:spPr/>
    </dgm:pt>
    <dgm:pt modelId="{41B71BF1-B249-465F-B120-9885501DEA83}" type="pres">
      <dgm:prSet presAssocID="{6FC8360C-7E51-4DAB-89B2-04BC7ADAC253}" presName="singleCycle" presStyleCnt="0"/>
      <dgm:spPr/>
    </dgm:pt>
    <dgm:pt modelId="{56A9159D-38C1-4756-A832-CEDDEB14E691}" type="pres">
      <dgm:prSet presAssocID="{6FC8360C-7E51-4DAB-89B2-04BC7ADAC253}" presName="singleCenter" presStyleLbl="node1" presStyleIdx="0" presStyleCnt="4" custScaleX="114017">
        <dgm:presLayoutVars>
          <dgm:chMax val="7"/>
          <dgm:chPref val="7"/>
        </dgm:presLayoutVars>
      </dgm:prSet>
      <dgm:spPr/>
    </dgm:pt>
    <dgm:pt modelId="{E036DDC7-86A9-4942-86FB-0BD5462B5B84}" type="pres">
      <dgm:prSet presAssocID="{4138DF3B-EF2F-4337-9C4E-6928ED341584}" presName="Name56" presStyleLbl="parChTrans1D2" presStyleIdx="0" presStyleCnt="3"/>
      <dgm:spPr/>
    </dgm:pt>
    <dgm:pt modelId="{4AADCF43-3232-40F4-97EF-08E0483DDA09}" type="pres">
      <dgm:prSet presAssocID="{827350E3-7C6A-4FB3-A7A5-6C2E4715A8E4}" presName="text0" presStyleLbl="node1" presStyleIdx="1" presStyleCnt="4" custScaleX="190063">
        <dgm:presLayoutVars>
          <dgm:bulletEnabled val="1"/>
        </dgm:presLayoutVars>
      </dgm:prSet>
      <dgm:spPr/>
    </dgm:pt>
    <dgm:pt modelId="{67336EBA-D51C-4A59-8645-56330AC30058}" type="pres">
      <dgm:prSet presAssocID="{E73A7361-8B1B-4816-8D90-E3F68E536BE4}" presName="Name56" presStyleLbl="parChTrans1D2" presStyleIdx="1" presStyleCnt="3"/>
      <dgm:spPr/>
    </dgm:pt>
    <dgm:pt modelId="{CF0164DC-E322-40FD-9B12-21763D0605E5}" type="pres">
      <dgm:prSet presAssocID="{BEA91E73-DE4B-4FF0-AE83-04F204EFE305}" presName="text0" presStyleLbl="node1" presStyleIdx="2" presStyleCnt="4" custScaleX="166067">
        <dgm:presLayoutVars>
          <dgm:bulletEnabled val="1"/>
        </dgm:presLayoutVars>
      </dgm:prSet>
      <dgm:spPr/>
    </dgm:pt>
    <dgm:pt modelId="{29F38271-CCB7-4FD1-AC5B-FE0118D83BDF}" type="pres">
      <dgm:prSet presAssocID="{B25AF6E7-C6B6-478C-9979-6098E52ACFBE}" presName="Name56" presStyleLbl="parChTrans1D2" presStyleIdx="2" presStyleCnt="3"/>
      <dgm:spPr/>
    </dgm:pt>
    <dgm:pt modelId="{CF146E54-6BB3-4FBC-8ADD-0B6ECF04AED9}" type="pres">
      <dgm:prSet presAssocID="{DBBFE259-F8F9-4A3E-8807-4287E2AE625F}" presName="text0" presStyleLbl="node1" presStyleIdx="3" presStyleCnt="4" custScaleX="165646">
        <dgm:presLayoutVars>
          <dgm:bulletEnabled val="1"/>
        </dgm:presLayoutVars>
      </dgm:prSet>
      <dgm:spPr/>
    </dgm:pt>
  </dgm:ptLst>
  <dgm:cxnLst>
    <dgm:cxn modelId="{0FC09938-8AA1-4A84-B7FA-4BFD2507C5F6}" srcId="{6FC8360C-7E51-4DAB-89B2-04BC7ADAC253}" destId="{DBBFE259-F8F9-4A3E-8807-4287E2AE625F}" srcOrd="2" destOrd="0" parTransId="{B25AF6E7-C6B6-478C-9979-6098E52ACFBE}" sibTransId="{8CEAD9E3-C60E-47A7-9033-D3328C0046D6}"/>
    <dgm:cxn modelId="{9FA2DD42-DF0E-4359-9342-71DC3BDCAEF9}" type="presOf" srcId="{B25AF6E7-C6B6-478C-9979-6098E52ACFBE}" destId="{29F38271-CCB7-4FD1-AC5B-FE0118D83BDF}" srcOrd="0" destOrd="0" presId="urn:microsoft.com/office/officeart/2008/layout/RadialCluster"/>
    <dgm:cxn modelId="{86FE334D-5C4A-4D79-8C1B-34D06224251A}" type="presOf" srcId="{6FC8360C-7E51-4DAB-89B2-04BC7ADAC253}" destId="{56A9159D-38C1-4756-A832-CEDDEB14E691}" srcOrd="0" destOrd="0" presId="urn:microsoft.com/office/officeart/2008/layout/RadialCluster"/>
    <dgm:cxn modelId="{9DAEBF8C-5F3C-41A9-8D83-8BBBE6CE299B}" srcId="{6FC8360C-7E51-4DAB-89B2-04BC7ADAC253}" destId="{827350E3-7C6A-4FB3-A7A5-6C2E4715A8E4}" srcOrd="0" destOrd="0" parTransId="{4138DF3B-EF2F-4337-9C4E-6928ED341584}" sibTransId="{EEEF473E-5984-4FA3-9523-1B08AB1ABE18}"/>
    <dgm:cxn modelId="{36B18EAE-A424-4777-81A5-8D1A7C9CD4C4}" type="presOf" srcId="{DBBFE259-F8F9-4A3E-8807-4287E2AE625F}" destId="{CF146E54-6BB3-4FBC-8ADD-0B6ECF04AED9}" srcOrd="0" destOrd="0" presId="urn:microsoft.com/office/officeart/2008/layout/RadialCluster"/>
    <dgm:cxn modelId="{001F7EB0-905B-468B-8BBF-15804CD346E0}" srcId="{6FC8360C-7E51-4DAB-89B2-04BC7ADAC253}" destId="{BEA91E73-DE4B-4FF0-AE83-04F204EFE305}" srcOrd="1" destOrd="0" parTransId="{E73A7361-8B1B-4816-8D90-E3F68E536BE4}" sibTransId="{DDA6C6FC-36C0-49E4-8DED-FB1BBC0B8394}"/>
    <dgm:cxn modelId="{F77779C8-FA55-403E-A037-259AFAA354C8}" type="presOf" srcId="{827350E3-7C6A-4FB3-A7A5-6C2E4715A8E4}" destId="{4AADCF43-3232-40F4-97EF-08E0483DDA09}" srcOrd="0" destOrd="0" presId="urn:microsoft.com/office/officeart/2008/layout/RadialCluster"/>
    <dgm:cxn modelId="{7BA9D4CC-DAF2-4F07-8483-AAEA2CEE4468}" type="presOf" srcId="{63718C7F-952B-43D8-B236-C1CA17DC4DEA}" destId="{007DD5EE-625A-45A9-A4C8-677BE6F5DE40}" srcOrd="0" destOrd="0" presId="urn:microsoft.com/office/officeart/2008/layout/RadialCluster"/>
    <dgm:cxn modelId="{2F94B1D3-3ECA-48A1-B885-B0C81B617DF5}" type="presOf" srcId="{4138DF3B-EF2F-4337-9C4E-6928ED341584}" destId="{E036DDC7-86A9-4942-86FB-0BD5462B5B84}" srcOrd="0" destOrd="0" presId="urn:microsoft.com/office/officeart/2008/layout/RadialCluster"/>
    <dgm:cxn modelId="{D7F705DE-B19C-420C-927E-462161A7C7C0}" type="presOf" srcId="{E73A7361-8B1B-4816-8D90-E3F68E536BE4}" destId="{67336EBA-D51C-4A59-8645-56330AC30058}" srcOrd="0" destOrd="0" presId="urn:microsoft.com/office/officeart/2008/layout/RadialCluster"/>
    <dgm:cxn modelId="{C04DF1F4-55A5-4E7B-9AB3-82165F54EE90}" type="presOf" srcId="{BEA91E73-DE4B-4FF0-AE83-04F204EFE305}" destId="{CF0164DC-E322-40FD-9B12-21763D0605E5}" srcOrd="0" destOrd="0" presId="urn:microsoft.com/office/officeart/2008/layout/RadialCluster"/>
    <dgm:cxn modelId="{E151F5F8-988E-4631-A6D4-D653EB71213B}" srcId="{63718C7F-952B-43D8-B236-C1CA17DC4DEA}" destId="{6FC8360C-7E51-4DAB-89B2-04BC7ADAC253}" srcOrd="0" destOrd="0" parTransId="{DC36D7DE-CEAA-402F-B6D4-7528890B4F16}" sibTransId="{05E96745-9085-415A-8CDD-7F1561D7DC43}"/>
    <dgm:cxn modelId="{7DFE56A7-0CC5-4E3F-81D0-AA73D29BD910}" type="presParOf" srcId="{007DD5EE-625A-45A9-A4C8-677BE6F5DE40}" destId="{41B71BF1-B249-465F-B120-9885501DEA83}" srcOrd="0" destOrd="0" presId="urn:microsoft.com/office/officeart/2008/layout/RadialCluster"/>
    <dgm:cxn modelId="{58D08A0B-92CC-41DE-803F-C59DEE8BABE2}" type="presParOf" srcId="{41B71BF1-B249-465F-B120-9885501DEA83}" destId="{56A9159D-38C1-4756-A832-CEDDEB14E691}" srcOrd="0" destOrd="0" presId="urn:microsoft.com/office/officeart/2008/layout/RadialCluster"/>
    <dgm:cxn modelId="{32EE635C-174F-4BCC-A98C-5724A1511D5C}" type="presParOf" srcId="{41B71BF1-B249-465F-B120-9885501DEA83}" destId="{E036DDC7-86A9-4942-86FB-0BD5462B5B84}" srcOrd="1" destOrd="0" presId="urn:microsoft.com/office/officeart/2008/layout/RadialCluster"/>
    <dgm:cxn modelId="{AB058D19-E31F-456E-BBDD-B5985D782157}" type="presParOf" srcId="{41B71BF1-B249-465F-B120-9885501DEA83}" destId="{4AADCF43-3232-40F4-97EF-08E0483DDA09}" srcOrd="2" destOrd="0" presId="urn:microsoft.com/office/officeart/2008/layout/RadialCluster"/>
    <dgm:cxn modelId="{80B0139C-A025-4D2B-88FE-36C6E2284339}" type="presParOf" srcId="{41B71BF1-B249-465F-B120-9885501DEA83}" destId="{67336EBA-D51C-4A59-8645-56330AC30058}" srcOrd="3" destOrd="0" presId="urn:microsoft.com/office/officeart/2008/layout/RadialCluster"/>
    <dgm:cxn modelId="{512D6268-4594-452C-9A00-9CC0CA78FE59}" type="presParOf" srcId="{41B71BF1-B249-465F-B120-9885501DEA83}" destId="{CF0164DC-E322-40FD-9B12-21763D0605E5}" srcOrd="4" destOrd="0" presId="urn:microsoft.com/office/officeart/2008/layout/RadialCluster"/>
    <dgm:cxn modelId="{C3C25C35-F89D-44C8-BDBB-4639F8278519}" type="presParOf" srcId="{41B71BF1-B249-465F-B120-9885501DEA83}" destId="{29F38271-CCB7-4FD1-AC5B-FE0118D83BDF}" srcOrd="5" destOrd="0" presId="urn:microsoft.com/office/officeart/2008/layout/RadialCluster"/>
    <dgm:cxn modelId="{69C69CAD-BB54-4892-ABF3-9D0CD31A7F07}" type="presParOf" srcId="{41B71BF1-B249-465F-B120-9885501DEA83}" destId="{CF146E54-6BB3-4FBC-8ADD-0B6ECF04AED9}" srcOrd="6" destOrd="0" presId="urn:microsoft.com/office/officeart/2008/layout/RadialCluster"/>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BAACCFAB-3586-4C89-82F5-30CA64F870D8}" type="doc">
      <dgm:prSet loTypeId="urn:microsoft.com/office/officeart/2005/8/layout/hList6" loCatId="list" qsTypeId="urn:microsoft.com/office/officeart/2005/8/quickstyle/simple1" qsCatId="simple" csTypeId="urn:microsoft.com/office/officeart/2005/8/colors/colorful4" csCatId="colorful" phldr="1"/>
      <dgm:spPr/>
      <dgm:t>
        <a:bodyPr/>
        <a:lstStyle/>
        <a:p>
          <a:endParaRPr lang="zh-CN" altLang="en-US"/>
        </a:p>
      </dgm:t>
    </dgm:pt>
    <dgm:pt modelId="{8A8A65F4-3297-48D4-BA56-5E009D932CE9}">
      <dgm:prSet phldrT="[Text]" custT="1"/>
      <dgm:spPr/>
      <dgm:t>
        <a:bodyPr/>
        <a:lstStyle/>
        <a:p>
          <a:r>
            <a:rPr lang="zh-CN" altLang="en-US" sz="2000" baseline="0" dirty="0">
              <a:latin typeface="Montserrat" panose="00000500000000000000" pitchFamily="2" charset="0"/>
              <a:ea typeface="微软雅黑 Light" panose="020B0502040204020203" pitchFamily="34" charset="-122"/>
            </a:rPr>
            <a:t>总价合同</a:t>
          </a:r>
        </a:p>
      </dgm:t>
    </dgm:pt>
    <dgm:pt modelId="{334A39A2-FF71-4BDD-9616-86C39CE7B69C}" type="parTrans" cxnId="{EA1E26A0-B55A-483C-93D6-CE65C1AE042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03D3FB13-FD44-4B83-8171-008A3801D643}" type="sibTrans" cxnId="{EA1E26A0-B55A-483C-93D6-CE65C1AE042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446430FD-F2F4-476B-98F5-9A925A78FC3A}">
      <dgm:prSet phldrT="[Text]" custT="1"/>
      <dgm:spPr/>
      <dgm:t>
        <a:bodyPr/>
        <a:lstStyle/>
        <a:p>
          <a:r>
            <a:rPr lang="zh-CN" sz="2000" baseline="0" dirty="0">
              <a:latin typeface="Montserrat" panose="00000500000000000000" pitchFamily="2" charset="0"/>
              <a:ea typeface="微软雅黑 Light" panose="020B0502040204020203" pitchFamily="34" charset="-122"/>
            </a:rPr>
            <a:t>工料合同</a:t>
          </a:r>
          <a:r>
            <a:rPr lang="en-US" sz="2000" baseline="0" dirty="0">
              <a:latin typeface="Montserrat" panose="00000500000000000000" pitchFamily="2" charset="0"/>
              <a:ea typeface="微软雅黑 Light" panose="020B0502040204020203" pitchFamily="34" charset="-122"/>
            </a:rPr>
            <a:t> (T&amp;M)</a:t>
          </a:r>
          <a:endParaRPr lang="zh-CN" altLang="en-US" sz="2000" baseline="0" dirty="0">
            <a:latin typeface="Montserrat" panose="00000500000000000000" pitchFamily="2" charset="0"/>
            <a:ea typeface="微软雅黑 Light" panose="020B0502040204020203" pitchFamily="34" charset="-122"/>
          </a:endParaRPr>
        </a:p>
      </dgm:t>
    </dgm:pt>
    <dgm:pt modelId="{02E8D32E-D7F0-4144-AD3E-2C1C18F83F1A}" type="parTrans" cxnId="{31AF39F6-3C31-4C06-8BE6-D647A8EC59D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7D0852B4-8680-47AF-BD9B-F9EB79E56F9F}" type="sibTrans" cxnId="{31AF39F6-3C31-4C06-8BE6-D647A8EC59D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57EC28DB-B8CC-4FA6-BFA0-D285A16E219A}">
      <dgm:prSet phldrT="[Text]" custT="1"/>
      <dgm:spPr/>
      <dgm:t>
        <a:bodyPr/>
        <a:lstStyle/>
        <a:p>
          <a:r>
            <a:rPr lang="zh-CN" altLang="en-US" sz="2000" baseline="0">
              <a:latin typeface="Montserrat" panose="00000500000000000000" pitchFamily="2" charset="0"/>
              <a:ea typeface="微软雅黑 Light" panose="020B0502040204020203" pitchFamily="34" charset="-122"/>
            </a:rPr>
            <a:t>成本补偿合同</a:t>
          </a:r>
          <a:endParaRPr lang="zh-CN" altLang="en-US" sz="2000" baseline="0" dirty="0">
            <a:latin typeface="Montserrat" panose="00000500000000000000" pitchFamily="2" charset="0"/>
            <a:ea typeface="微软雅黑 Light" panose="020B0502040204020203" pitchFamily="34" charset="-122"/>
          </a:endParaRPr>
        </a:p>
      </dgm:t>
    </dgm:pt>
    <dgm:pt modelId="{DE13C03E-0559-4483-8BD4-D101362B01A6}" type="parTrans" cxnId="{85AC08F9-1B3C-4FB9-817F-DF515D14E8D8}">
      <dgm:prSet/>
      <dgm:spPr/>
      <dgm:t>
        <a:bodyPr/>
        <a:lstStyle/>
        <a:p>
          <a:endParaRPr lang="zh-CN" altLang="en-US"/>
        </a:p>
      </dgm:t>
    </dgm:pt>
    <dgm:pt modelId="{B6F603EF-FD68-4E5B-911D-CF2D65B4A795}" type="sibTrans" cxnId="{85AC08F9-1B3C-4FB9-817F-DF515D14E8D8}">
      <dgm:prSet/>
      <dgm:spPr/>
      <dgm:t>
        <a:bodyPr/>
        <a:lstStyle/>
        <a:p>
          <a:endParaRPr lang="zh-CN" altLang="en-US"/>
        </a:p>
      </dgm:t>
    </dgm:pt>
    <dgm:pt modelId="{4A310EC1-FE5F-4F20-9E01-29ACD37F6A17}" type="pres">
      <dgm:prSet presAssocID="{BAACCFAB-3586-4C89-82F5-30CA64F870D8}" presName="Name0" presStyleCnt="0">
        <dgm:presLayoutVars>
          <dgm:dir/>
          <dgm:resizeHandles val="exact"/>
        </dgm:presLayoutVars>
      </dgm:prSet>
      <dgm:spPr/>
    </dgm:pt>
    <dgm:pt modelId="{AA1DEA56-CC33-43BE-8735-4441E7C69179}" type="pres">
      <dgm:prSet presAssocID="{8A8A65F4-3297-48D4-BA56-5E009D932CE9}" presName="node" presStyleLbl="node1" presStyleIdx="0" presStyleCnt="3">
        <dgm:presLayoutVars>
          <dgm:bulletEnabled val="1"/>
        </dgm:presLayoutVars>
      </dgm:prSet>
      <dgm:spPr/>
    </dgm:pt>
    <dgm:pt modelId="{C1C59A16-AED7-4FAB-8FAC-6F8EC110EF93}" type="pres">
      <dgm:prSet presAssocID="{03D3FB13-FD44-4B83-8171-008A3801D643}" presName="sibTrans" presStyleCnt="0"/>
      <dgm:spPr/>
    </dgm:pt>
    <dgm:pt modelId="{CC23A85F-B3C2-4016-B27B-80BB483ECD01}" type="pres">
      <dgm:prSet presAssocID="{57EC28DB-B8CC-4FA6-BFA0-D285A16E219A}" presName="node" presStyleLbl="node1" presStyleIdx="1" presStyleCnt="3">
        <dgm:presLayoutVars>
          <dgm:bulletEnabled val="1"/>
        </dgm:presLayoutVars>
      </dgm:prSet>
      <dgm:spPr/>
    </dgm:pt>
    <dgm:pt modelId="{1E12A7E7-692A-4FDF-B7FB-97F34CFEFF4D}" type="pres">
      <dgm:prSet presAssocID="{B6F603EF-FD68-4E5B-911D-CF2D65B4A795}" presName="sibTrans" presStyleCnt="0"/>
      <dgm:spPr/>
    </dgm:pt>
    <dgm:pt modelId="{16BA34B7-974C-4F6C-94BC-484155B2C518}" type="pres">
      <dgm:prSet presAssocID="{446430FD-F2F4-476B-98F5-9A925A78FC3A}" presName="node" presStyleLbl="node1" presStyleIdx="2" presStyleCnt="3">
        <dgm:presLayoutVars>
          <dgm:bulletEnabled val="1"/>
        </dgm:presLayoutVars>
      </dgm:prSet>
      <dgm:spPr/>
    </dgm:pt>
  </dgm:ptLst>
  <dgm:cxnLst>
    <dgm:cxn modelId="{60C3DF45-C853-4813-AD15-7DB3C26D687D}" type="presOf" srcId="{57EC28DB-B8CC-4FA6-BFA0-D285A16E219A}" destId="{CC23A85F-B3C2-4016-B27B-80BB483ECD01}" srcOrd="0" destOrd="0" presId="urn:microsoft.com/office/officeart/2005/8/layout/hList6"/>
    <dgm:cxn modelId="{F3E6E699-0927-489E-92C4-80B6E4AA6199}" type="presOf" srcId="{BAACCFAB-3586-4C89-82F5-30CA64F870D8}" destId="{4A310EC1-FE5F-4F20-9E01-29ACD37F6A17}" srcOrd="0" destOrd="0" presId="urn:microsoft.com/office/officeart/2005/8/layout/hList6"/>
    <dgm:cxn modelId="{EA1E26A0-B55A-483C-93D6-CE65C1AE0420}" srcId="{BAACCFAB-3586-4C89-82F5-30CA64F870D8}" destId="{8A8A65F4-3297-48D4-BA56-5E009D932CE9}" srcOrd="0" destOrd="0" parTransId="{334A39A2-FF71-4BDD-9616-86C39CE7B69C}" sibTransId="{03D3FB13-FD44-4B83-8171-008A3801D643}"/>
    <dgm:cxn modelId="{56FA3BB1-9135-448C-95D7-9E55A572A619}" type="presOf" srcId="{446430FD-F2F4-476B-98F5-9A925A78FC3A}" destId="{16BA34B7-974C-4F6C-94BC-484155B2C518}" srcOrd="0" destOrd="0" presId="urn:microsoft.com/office/officeart/2005/8/layout/hList6"/>
    <dgm:cxn modelId="{97B3D9F1-38B7-4163-A4F8-5AA1E9B42352}" type="presOf" srcId="{8A8A65F4-3297-48D4-BA56-5E009D932CE9}" destId="{AA1DEA56-CC33-43BE-8735-4441E7C69179}" srcOrd="0" destOrd="0" presId="urn:microsoft.com/office/officeart/2005/8/layout/hList6"/>
    <dgm:cxn modelId="{31AF39F6-3C31-4C06-8BE6-D647A8EC59D0}" srcId="{BAACCFAB-3586-4C89-82F5-30CA64F870D8}" destId="{446430FD-F2F4-476B-98F5-9A925A78FC3A}" srcOrd="2" destOrd="0" parTransId="{02E8D32E-D7F0-4144-AD3E-2C1C18F83F1A}" sibTransId="{7D0852B4-8680-47AF-BD9B-F9EB79E56F9F}"/>
    <dgm:cxn modelId="{85AC08F9-1B3C-4FB9-817F-DF515D14E8D8}" srcId="{BAACCFAB-3586-4C89-82F5-30CA64F870D8}" destId="{57EC28DB-B8CC-4FA6-BFA0-D285A16E219A}" srcOrd="1" destOrd="0" parTransId="{DE13C03E-0559-4483-8BD4-D101362B01A6}" sibTransId="{B6F603EF-FD68-4E5B-911D-CF2D65B4A795}"/>
    <dgm:cxn modelId="{EE942C26-C297-4C23-9332-0DD0B13092A4}" type="presParOf" srcId="{4A310EC1-FE5F-4F20-9E01-29ACD37F6A17}" destId="{AA1DEA56-CC33-43BE-8735-4441E7C69179}" srcOrd="0" destOrd="0" presId="urn:microsoft.com/office/officeart/2005/8/layout/hList6"/>
    <dgm:cxn modelId="{74A6A0AA-7F28-4B4A-A3BD-B65A2D721E9C}" type="presParOf" srcId="{4A310EC1-FE5F-4F20-9E01-29ACD37F6A17}" destId="{C1C59A16-AED7-4FAB-8FAC-6F8EC110EF93}" srcOrd="1" destOrd="0" presId="urn:microsoft.com/office/officeart/2005/8/layout/hList6"/>
    <dgm:cxn modelId="{F16028D6-E6F6-4545-A577-C4789A65C1D0}" type="presParOf" srcId="{4A310EC1-FE5F-4F20-9E01-29ACD37F6A17}" destId="{CC23A85F-B3C2-4016-B27B-80BB483ECD01}" srcOrd="2" destOrd="0" presId="urn:microsoft.com/office/officeart/2005/8/layout/hList6"/>
    <dgm:cxn modelId="{E976A187-E42B-4E3F-A655-61A59CD8A1C6}" type="presParOf" srcId="{4A310EC1-FE5F-4F20-9E01-29ACD37F6A17}" destId="{1E12A7E7-692A-4FDF-B7FB-97F34CFEFF4D}" srcOrd="3" destOrd="0" presId="urn:microsoft.com/office/officeart/2005/8/layout/hList6"/>
    <dgm:cxn modelId="{3D51D667-9852-4F9A-9C93-2282D0F97544}" type="presParOf" srcId="{4A310EC1-FE5F-4F20-9E01-29ACD37F6A17}" destId="{16BA34B7-974C-4F6C-94BC-484155B2C518}" srcOrd="4" destOrd="0" presId="urn:microsoft.com/office/officeart/2005/8/layout/hList6"/>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r>
            <a:rPr lang="en-US" altLang="zh-CN" dirty="0"/>
            <a:t>Time</a:t>
          </a:r>
          <a:endParaRPr lang="zh-CN" altLang="en-US" dirty="0"/>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r>
            <a:rPr lang="en-US" altLang="zh-CN" dirty="0"/>
            <a:t>Cost</a:t>
          </a:r>
          <a:endParaRPr lang="zh-CN" altLang="en-US" dirty="0"/>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01512CD1-0C27-4A7D-BDBF-37445F9866A6}" type="doc">
      <dgm:prSet loTypeId="urn:microsoft.com/office/officeart/2008/layout/AscendingPictureAccentProcess" loCatId="picture" qsTypeId="urn:microsoft.com/office/officeart/2005/8/quickstyle/simple1" qsCatId="simple" csTypeId="urn:microsoft.com/office/officeart/2005/8/colors/colorful5" csCatId="colorful" phldr="1"/>
      <dgm:spPr/>
    </dgm:pt>
    <dgm:pt modelId="{BEA28C3D-C999-4D2B-ACEF-BB6386790377}">
      <dgm:prSet phldrT="[文本]"/>
      <dgm:spPr/>
      <dgm:t>
        <a:bodyPr/>
        <a:lstStyle/>
        <a:p>
          <a:r>
            <a:rPr lang="zh-CN" altLang="en-US" dirty="0"/>
            <a:t>项目验收</a:t>
          </a:r>
        </a:p>
      </dgm:t>
    </dgm:pt>
    <dgm:pt modelId="{199F9488-57BA-4C00-8B7F-0AA21C5F5E4D}" type="parTrans" cxnId="{0BEA772C-5276-4402-A1FD-6AFF7F367CEC}">
      <dgm:prSet/>
      <dgm:spPr/>
      <dgm:t>
        <a:bodyPr/>
        <a:lstStyle/>
        <a:p>
          <a:endParaRPr lang="zh-CN" altLang="en-US"/>
        </a:p>
      </dgm:t>
    </dgm:pt>
    <dgm:pt modelId="{D45716AA-7F7E-4E47-9883-4CE4E6D02F3F}" type="sibTrans" cxnId="{0BEA772C-5276-4402-A1FD-6AFF7F367CEC}">
      <dgm:prSet/>
      <dgm:spPr/>
      <dgm:t>
        <a:bodyPr/>
        <a:lstStyle/>
        <a:p>
          <a:endParaRPr lang="zh-CN" altLang="en-US"/>
        </a:p>
      </dgm:t>
    </dgm:pt>
    <dgm:pt modelId="{4628FF22-A938-4E1F-A998-8F0ECD4082C0}">
      <dgm:prSet phldrT="[文本]"/>
      <dgm:spPr/>
      <dgm:t>
        <a:bodyPr/>
        <a:lstStyle/>
        <a:p>
          <a:r>
            <a:rPr lang="zh-CN" altLang="en-US" dirty="0"/>
            <a:t>合同终止</a:t>
          </a:r>
        </a:p>
      </dgm:t>
    </dgm:pt>
    <dgm:pt modelId="{FF1F14AC-D6DE-4439-9747-0392D6D1E2BB}" type="parTrans" cxnId="{A5CE13A3-8DD9-4DAC-9EF6-A5044BB96565}">
      <dgm:prSet/>
      <dgm:spPr/>
      <dgm:t>
        <a:bodyPr/>
        <a:lstStyle/>
        <a:p>
          <a:endParaRPr lang="zh-CN" altLang="en-US"/>
        </a:p>
      </dgm:t>
    </dgm:pt>
    <dgm:pt modelId="{A3AE1904-6BA6-40EA-AEC5-E26C366DEF9D}" type="sibTrans" cxnId="{A5CE13A3-8DD9-4DAC-9EF6-A5044BB96565}">
      <dgm:prSet/>
      <dgm:spPr/>
      <dgm:t>
        <a:bodyPr/>
        <a:lstStyle/>
        <a:p>
          <a:endParaRPr lang="zh-CN" altLang="en-US"/>
        </a:p>
      </dgm:t>
    </dgm:pt>
    <dgm:pt modelId="{39C81503-D47E-4820-A49E-75471A80276C}">
      <dgm:prSet phldrT="[文本]"/>
      <dgm:spPr/>
      <dgm:t>
        <a:bodyPr/>
        <a:lstStyle/>
        <a:p>
          <a:r>
            <a:rPr lang="zh-CN" altLang="en-US" dirty="0"/>
            <a:t>项目最后评审</a:t>
          </a:r>
        </a:p>
      </dgm:t>
    </dgm:pt>
    <dgm:pt modelId="{1D701A97-F5E5-4936-B59B-93BBF8D811C2}" type="parTrans" cxnId="{8A4FC1FC-E363-4C13-B074-42490557B45F}">
      <dgm:prSet/>
      <dgm:spPr/>
      <dgm:t>
        <a:bodyPr/>
        <a:lstStyle/>
        <a:p>
          <a:endParaRPr lang="zh-CN" altLang="en-US"/>
        </a:p>
      </dgm:t>
    </dgm:pt>
    <dgm:pt modelId="{5F82DC52-A1B8-484A-B26D-C3C606035339}" type="sibTrans" cxnId="{8A4FC1FC-E363-4C13-B074-42490557B45F}">
      <dgm:prSet/>
      <dgm:spPr/>
      <dgm:t>
        <a:bodyPr/>
        <a:lstStyle/>
        <a:p>
          <a:endParaRPr lang="zh-CN" altLang="en-US"/>
        </a:p>
      </dgm:t>
    </dgm:pt>
    <dgm:pt modelId="{45A51376-644B-46CD-93CC-FF61A033D948}">
      <dgm:prSet phldrT="[文本]"/>
      <dgm:spPr/>
      <dgm:t>
        <a:bodyPr/>
        <a:lstStyle/>
        <a:p>
          <a:r>
            <a:rPr lang="zh-CN" altLang="en-US" dirty="0"/>
            <a:t>项目总结报告</a:t>
          </a:r>
        </a:p>
      </dgm:t>
    </dgm:pt>
    <dgm:pt modelId="{6C86E0C1-52D2-4E7A-AA89-00BFD1D3432E}" type="parTrans" cxnId="{946A6002-6B3F-487C-B8DB-B08B97BDD1EF}">
      <dgm:prSet/>
      <dgm:spPr/>
      <dgm:t>
        <a:bodyPr/>
        <a:lstStyle/>
        <a:p>
          <a:endParaRPr lang="zh-CN" altLang="en-US"/>
        </a:p>
      </dgm:t>
    </dgm:pt>
    <dgm:pt modelId="{9D1832CB-100D-4EF8-8345-4292109EC15F}" type="sibTrans" cxnId="{946A6002-6B3F-487C-B8DB-B08B97BDD1EF}">
      <dgm:prSet/>
      <dgm:spPr/>
      <dgm:t>
        <a:bodyPr/>
        <a:lstStyle/>
        <a:p>
          <a:endParaRPr lang="zh-CN" altLang="en-US"/>
        </a:p>
      </dgm:t>
    </dgm:pt>
    <dgm:pt modelId="{61233899-0404-423C-8881-37D9A9640AB0}" type="pres">
      <dgm:prSet presAssocID="{01512CD1-0C27-4A7D-BDBF-37445F9866A6}" presName="Name0" presStyleCnt="0">
        <dgm:presLayoutVars>
          <dgm:chMax val="7"/>
          <dgm:chPref val="7"/>
          <dgm:dir/>
        </dgm:presLayoutVars>
      </dgm:prSet>
      <dgm:spPr/>
    </dgm:pt>
    <dgm:pt modelId="{7FBF205D-9977-4197-B218-6546F80E8725}" type="pres">
      <dgm:prSet presAssocID="{01512CD1-0C27-4A7D-BDBF-37445F9866A6}" presName="dot1" presStyleLbl="alignNode1" presStyleIdx="0" presStyleCnt="13"/>
      <dgm:spPr/>
    </dgm:pt>
    <dgm:pt modelId="{1E288050-D3C1-43B7-A40C-33CA4EAF871D}" type="pres">
      <dgm:prSet presAssocID="{01512CD1-0C27-4A7D-BDBF-37445F9866A6}" presName="dot2" presStyleLbl="alignNode1" presStyleIdx="1" presStyleCnt="13"/>
      <dgm:spPr/>
    </dgm:pt>
    <dgm:pt modelId="{70650512-A9F8-4507-8DAA-B360DB4B8446}" type="pres">
      <dgm:prSet presAssocID="{01512CD1-0C27-4A7D-BDBF-37445F9866A6}" presName="dot3" presStyleLbl="alignNode1" presStyleIdx="2" presStyleCnt="13"/>
      <dgm:spPr/>
    </dgm:pt>
    <dgm:pt modelId="{D88E4492-38BE-4A53-B47D-620257A76880}" type="pres">
      <dgm:prSet presAssocID="{01512CD1-0C27-4A7D-BDBF-37445F9866A6}" presName="dot4" presStyleLbl="alignNode1" presStyleIdx="3" presStyleCnt="13"/>
      <dgm:spPr/>
    </dgm:pt>
    <dgm:pt modelId="{27D1C86B-3030-4A29-BCB3-9F7FB7F4A81C}" type="pres">
      <dgm:prSet presAssocID="{01512CD1-0C27-4A7D-BDBF-37445F9866A6}" presName="dot5" presStyleLbl="alignNode1" presStyleIdx="4" presStyleCnt="13"/>
      <dgm:spPr/>
    </dgm:pt>
    <dgm:pt modelId="{5C44CD02-1B5B-407F-BA68-36A5C5225080}" type="pres">
      <dgm:prSet presAssocID="{01512CD1-0C27-4A7D-BDBF-37445F9866A6}" presName="dot6" presStyleLbl="alignNode1" presStyleIdx="5" presStyleCnt="13"/>
      <dgm:spPr/>
    </dgm:pt>
    <dgm:pt modelId="{DCB553B9-2D29-463B-885B-2AB3654FC5DC}" type="pres">
      <dgm:prSet presAssocID="{01512CD1-0C27-4A7D-BDBF-37445F9866A6}" presName="dotArrow1" presStyleLbl="alignNode1" presStyleIdx="6" presStyleCnt="13"/>
      <dgm:spPr/>
    </dgm:pt>
    <dgm:pt modelId="{E03DEB45-4767-484B-B07F-8035D4FF8144}" type="pres">
      <dgm:prSet presAssocID="{01512CD1-0C27-4A7D-BDBF-37445F9866A6}" presName="dotArrow2" presStyleLbl="alignNode1" presStyleIdx="7" presStyleCnt="13"/>
      <dgm:spPr/>
    </dgm:pt>
    <dgm:pt modelId="{E4587F2D-8A77-4784-A432-D531B1A31BD4}" type="pres">
      <dgm:prSet presAssocID="{01512CD1-0C27-4A7D-BDBF-37445F9866A6}" presName="dotArrow3" presStyleLbl="alignNode1" presStyleIdx="8" presStyleCnt="13"/>
      <dgm:spPr/>
    </dgm:pt>
    <dgm:pt modelId="{8F7AA7A6-BE78-4C47-96D0-A9778FD08B06}" type="pres">
      <dgm:prSet presAssocID="{01512CD1-0C27-4A7D-BDBF-37445F9866A6}" presName="dotArrow4" presStyleLbl="alignNode1" presStyleIdx="9" presStyleCnt="13"/>
      <dgm:spPr/>
    </dgm:pt>
    <dgm:pt modelId="{6787A4BE-5EB2-474E-9C43-8D94334B42F9}" type="pres">
      <dgm:prSet presAssocID="{01512CD1-0C27-4A7D-BDBF-37445F9866A6}" presName="dotArrow5" presStyleLbl="alignNode1" presStyleIdx="10" presStyleCnt="13"/>
      <dgm:spPr/>
    </dgm:pt>
    <dgm:pt modelId="{80BEC77D-3080-4C6D-9B8C-C10A40531F9D}" type="pres">
      <dgm:prSet presAssocID="{01512CD1-0C27-4A7D-BDBF-37445F9866A6}" presName="dotArrow6" presStyleLbl="alignNode1" presStyleIdx="11" presStyleCnt="13"/>
      <dgm:spPr/>
    </dgm:pt>
    <dgm:pt modelId="{24B063D7-86FA-4070-B7D4-32507B925161}" type="pres">
      <dgm:prSet presAssocID="{01512CD1-0C27-4A7D-BDBF-37445F9866A6}" presName="dotArrow7" presStyleLbl="alignNode1" presStyleIdx="12" presStyleCnt="13"/>
      <dgm:spPr/>
    </dgm:pt>
    <dgm:pt modelId="{D21F8134-CC38-4E63-8BBC-848694C9088E}" type="pres">
      <dgm:prSet presAssocID="{BEA28C3D-C999-4D2B-ACEF-BB6386790377}" presName="parTx1" presStyleLbl="node1" presStyleIdx="0" presStyleCnt="4"/>
      <dgm:spPr/>
    </dgm:pt>
    <dgm:pt modelId="{8CACBBF8-B01E-43D0-A6EB-B1C375AD5B1D}" type="pres">
      <dgm:prSet presAssocID="{D45716AA-7F7E-4E47-9883-4CE4E6D02F3F}" presName="picture1" presStyleCnt="0"/>
      <dgm:spPr/>
    </dgm:pt>
    <dgm:pt modelId="{FEE3AF7A-A9B6-49E6-B161-ACE803504278}" type="pres">
      <dgm:prSet presAssocID="{D45716AA-7F7E-4E47-9883-4CE4E6D02F3F}" presName="imageRepeatNode" presStyleLbl="fgImgPlace1" presStyleIdx="0" presStyleCnt="4"/>
      <dgm:spPr/>
    </dgm:pt>
    <dgm:pt modelId="{AC366577-85F8-4446-BF40-16D146BD8EDA}" type="pres">
      <dgm:prSet presAssocID="{4628FF22-A938-4E1F-A998-8F0ECD4082C0}" presName="parTx2" presStyleLbl="node1" presStyleIdx="1" presStyleCnt="4"/>
      <dgm:spPr/>
    </dgm:pt>
    <dgm:pt modelId="{DC5A6A50-2307-4A3A-AD6C-BE41B2C7CC5F}" type="pres">
      <dgm:prSet presAssocID="{A3AE1904-6BA6-40EA-AEC5-E26C366DEF9D}" presName="picture2" presStyleCnt="0"/>
      <dgm:spPr/>
    </dgm:pt>
    <dgm:pt modelId="{F4F6C737-765C-4321-A1C5-C8099FFECEF0}" type="pres">
      <dgm:prSet presAssocID="{A3AE1904-6BA6-40EA-AEC5-E26C366DEF9D}" presName="imageRepeatNode" presStyleLbl="fgImgPlace1" presStyleIdx="1" presStyleCnt="4"/>
      <dgm:spPr/>
    </dgm:pt>
    <dgm:pt modelId="{FE7EC5B8-832C-4FA6-94AE-814683D00B05}" type="pres">
      <dgm:prSet presAssocID="{39C81503-D47E-4820-A49E-75471A80276C}" presName="parTx3" presStyleLbl="node1" presStyleIdx="2" presStyleCnt="4"/>
      <dgm:spPr/>
    </dgm:pt>
    <dgm:pt modelId="{C684E5E1-9D8D-4CD6-B313-36C95FD59288}" type="pres">
      <dgm:prSet presAssocID="{5F82DC52-A1B8-484A-B26D-C3C606035339}" presName="picture3" presStyleCnt="0"/>
      <dgm:spPr/>
    </dgm:pt>
    <dgm:pt modelId="{B5BB9956-3C30-4A7A-A1E1-C16D4B177626}" type="pres">
      <dgm:prSet presAssocID="{5F82DC52-A1B8-484A-B26D-C3C606035339}" presName="imageRepeatNode" presStyleLbl="fgImgPlace1" presStyleIdx="2" presStyleCnt="4"/>
      <dgm:spPr/>
    </dgm:pt>
    <dgm:pt modelId="{6CFDDF2C-90A3-4F81-8F4D-27DD03C2C285}" type="pres">
      <dgm:prSet presAssocID="{45A51376-644B-46CD-93CC-FF61A033D948}" presName="parTx4" presStyleLbl="node1" presStyleIdx="3" presStyleCnt="4" custScaleX="99988"/>
      <dgm:spPr/>
    </dgm:pt>
    <dgm:pt modelId="{509EFC82-59D4-4618-940F-41EDBB45C4B1}" type="pres">
      <dgm:prSet presAssocID="{9D1832CB-100D-4EF8-8345-4292109EC15F}" presName="picture4" presStyleCnt="0"/>
      <dgm:spPr/>
    </dgm:pt>
    <dgm:pt modelId="{75EE274E-6437-449B-ABCA-AF8787CF15E9}" type="pres">
      <dgm:prSet presAssocID="{9D1832CB-100D-4EF8-8345-4292109EC15F}" presName="imageRepeatNode" presStyleLbl="fgImgPlace1" presStyleIdx="3" presStyleCnt="4"/>
      <dgm:spPr/>
    </dgm:pt>
  </dgm:ptLst>
  <dgm:cxnLst>
    <dgm:cxn modelId="{946A6002-6B3F-487C-B8DB-B08B97BDD1EF}" srcId="{01512CD1-0C27-4A7D-BDBF-37445F9866A6}" destId="{45A51376-644B-46CD-93CC-FF61A033D948}" srcOrd="3" destOrd="0" parTransId="{6C86E0C1-52D2-4E7A-AA89-00BFD1D3432E}" sibTransId="{9D1832CB-100D-4EF8-8345-4292109EC15F}"/>
    <dgm:cxn modelId="{0BEA772C-5276-4402-A1FD-6AFF7F367CEC}" srcId="{01512CD1-0C27-4A7D-BDBF-37445F9866A6}" destId="{BEA28C3D-C999-4D2B-ACEF-BB6386790377}" srcOrd="0" destOrd="0" parTransId="{199F9488-57BA-4C00-8B7F-0AA21C5F5E4D}" sibTransId="{D45716AA-7F7E-4E47-9883-4CE4E6D02F3F}"/>
    <dgm:cxn modelId="{2C918B30-2711-458B-9B5A-5CF7E890BF37}" type="presOf" srcId="{D45716AA-7F7E-4E47-9883-4CE4E6D02F3F}" destId="{FEE3AF7A-A9B6-49E6-B161-ACE803504278}" srcOrd="0" destOrd="0" presId="urn:microsoft.com/office/officeart/2008/layout/AscendingPictureAccentProcess"/>
    <dgm:cxn modelId="{93232434-6E87-405E-B1E5-B1EF49A01BAE}" type="presOf" srcId="{BEA28C3D-C999-4D2B-ACEF-BB6386790377}" destId="{D21F8134-CC38-4E63-8BBC-848694C9088E}" srcOrd="0" destOrd="0" presId="urn:microsoft.com/office/officeart/2008/layout/AscendingPictureAccentProcess"/>
    <dgm:cxn modelId="{9A287841-EA9F-47C3-8A4A-128F7752225B}" type="presOf" srcId="{4628FF22-A938-4E1F-A998-8F0ECD4082C0}" destId="{AC366577-85F8-4446-BF40-16D146BD8EDA}" srcOrd="0" destOrd="0" presId="urn:microsoft.com/office/officeart/2008/layout/AscendingPictureAccentProcess"/>
    <dgm:cxn modelId="{628BC156-FB41-4BBE-937B-E0586C80D8F5}" type="presOf" srcId="{01512CD1-0C27-4A7D-BDBF-37445F9866A6}" destId="{61233899-0404-423C-8881-37D9A9640AB0}" srcOrd="0" destOrd="0" presId="urn:microsoft.com/office/officeart/2008/layout/AscendingPictureAccentProcess"/>
    <dgm:cxn modelId="{BBCC697A-60D7-4F26-B247-0B3C50C0A0B9}" type="presOf" srcId="{A3AE1904-6BA6-40EA-AEC5-E26C366DEF9D}" destId="{F4F6C737-765C-4321-A1C5-C8099FFECEF0}" srcOrd="0" destOrd="0" presId="urn:microsoft.com/office/officeart/2008/layout/AscendingPictureAccentProcess"/>
    <dgm:cxn modelId="{744E7A85-7491-483E-9E56-E1DE77C0F085}" type="presOf" srcId="{45A51376-644B-46CD-93CC-FF61A033D948}" destId="{6CFDDF2C-90A3-4F81-8F4D-27DD03C2C285}" srcOrd="0" destOrd="0" presId="urn:microsoft.com/office/officeart/2008/layout/AscendingPictureAccentProcess"/>
    <dgm:cxn modelId="{A5CE13A3-8DD9-4DAC-9EF6-A5044BB96565}" srcId="{01512CD1-0C27-4A7D-BDBF-37445F9866A6}" destId="{4628FF22-A938-4E1F-A998-8F0ECD4082C0}" srcOrd="1" destOrd="0" parTransId="{FF1F14AC-D6DE-4439-9747-0392D6D1E2BB}" sibTransId="{A3AE1904-6BA6-40EA-AEC5-E26C366DEF9D}"/>
    <dgm:cxn modelId="{BC10BDA7-318F-4F47-BAC8-006EA47FF79D}" type="presOf" srcId="{5F82DC52-A1B8-484A-B26D-C3C606035339}" destId="{B5BB9956-3C30-4A7A-A1E1-C16D4B177626}" srcOrd="0" destOrd="0" presId="urn:microsoft.com/office/officeart/2008/layout/AscendingPictureAccentProcess"/>
    <dgm:cxn modelId="{55ABE5AA-B993-4C80-AE71-44F2C843AB7E}" type="presOf" srcId="{9D1832CB-100D-4EF8-8345-4292109EC15F}" destId="{75EE274E-6437-449B-ABCA-AF8787CF15E9}" srcOrd="0" destOrd="0" presId="urn:microsoft.com/office/officeart/2008/layout/AscendingPictureAccentProcess"/>
    <dgm:cxn modelId="{AF3744F9-4602-419F-ABC1-8F21BB7B416F}" type="presOf" srcId="{39C81503-D47E-4820-A49E-75471A80276C}" destId="{FE7EC5B8-832C-4FA6-94AE-814683D00B05}" srcOrd="0" destOrd="0" presId="urn:microsoft.com/office/officeart/2008/layout/AscendingPictureAccentProcess"/>
    <dgm:cxn modelId="{8A4FC1FC-E363-4C13-B074-42490557B45F}" srcId="{01512CD1-0C27-4A7D-BDBF-37445F9866A6}" destId="{39C81503-D47E-4820-A49E-75471A80276C}" srcOrd="2" destOrd="0" parTransId="{1D701A97-F5E5-4936-B59B-93BBF8D811C2}" sibTransId="{5F82DC52-A1B8-484A-B26D-C3C606035339}"/>
    <dgm:cxn modelId="{D455048A-0191-407A-BBDD-6DCEA5C1EACE}" type="presParOf" srcId="{61233899-0404-423C-8881-37D9A9640AB0}" destId="{7FBF205D-9977-4197-B218-6546F80E8725}" srcOrd="0" destOrd="0" presId="urn:microsoft.com/office/officeart/2008/layout/AscendingPictureAccentProcess"/>
    <dgm:cxn modelId="{1E3B69ED-BD04-4E63-A7A8-255792483C9E}" type="presParOf" srcId="{61233899-0404-423C-8881-37D9A9640AB0}" destId="{1E288050-D3C1-43B7-A40C-33CA4EAF871D}" srcOrd="1" destOrd="0" presId="urn:microsoft.com/office/officeart/2008/layout/AscendingPictureAccentProcess"/>
    <dgm:cxn modelId="{B7AF14BE-C3BD-434D-9A8A-BD99EF882191}" type="presParOf" srcId="{61233899-0404-423C-8881-37D9A9640AB0}" destId="{70650512-A9F8-4507-8DAA-B360DB4B8446}" srcOrd="2" destOrd="0" presId="urn:microsoft.com/office/officeart/2008/layout/AscendingPictureAccentProcess"/>
    <dgm:cxn modelId="{DACD38B1-DB3A-4337-8D43-2589CB1F1BFD}" type="presParOf" srcId="{61233899-0404-423C-8881-37D9A9640AB0}" destId="{D88E4492-38BE-4A53-B47D-620257A76880}" srcOrd="3" destOrd="0" presId="urn:microsoft.com/office/officeart/2008/layout/AscendingPictureAccentProcess"/>
    <dgm:cxn modelId="{C543BFA0-6286-4831-BA0A-CC8D0BBC6299}" type="presParOf" srcId="{61233899-0404-423C-8881-37D9A9640AB0}" destId="{27D1C86B-3030-4A29-BCB3-9F7FB7F4A81C}" srcOrd="4" destOrd="0" presId="urn:microsoft.com/office/officeart/2008/layout/AscendingPictureAccentProcess"/>
    <dgm:cxn modelId="{373EB663-7D54-418B-91CC-BCF5EECA987F}" type="presParOf" srcId="{61233899-0404-423C-8881-37D9A9640AB0}" destId="{5C44CD02-1B5B-407F-BA68-36A5C5225080}" srcOrd="5" destOrd="0" presId="urn:microsoft.com/office/officeart/2008/layout/AscendingPictureAccentProcess"/>
    <dgm:cxn modelId="{4EC7043C-4C73-47EB-A891-0B24F0A98E29}" type="presParOf" srcId="{61233899-0404-423C-8881-37D9A9640AB0}" destId="{DCB553B9-2D29-463B-885B-2AB3654FC5DC}" srcOrd="6" destOrd="0" presId="urn:microsoft.com/office/officeart/2008/layout/AscendingPictureAccentProcess"/>
    <dgm:cxn modelId="{72280ED0-D2A4-4173-8FE8-70139DDFD6B0}" type="presParOf" srcId="{61233899-0404-423C-8881-37D9A9640AB0}" destId="{E03DEB45-4767-484B-B07F-8035D4FF8144}" srcOrd="7" destOrd="0" presId="urn:microsoft.com/office/officeart/2008/layout/AscendingPictureAccentProcess"/>
    <dgm:cxn modelId="{2ED49F6A-165F-4C12-8A40-6DDE83B42C65}" type="presParOf" srcId="{61233899-0404-423C-8881-37D9A9640AB0}" destId="{E4587F2D-8A77-4784-A432-D531B1A31BD4}" srcOrd="8" destOrd="0" presId="urn:microsoft.com/office/officeart/2008/layout/AscendingPictureAccentProcess"/>
    <dgm:cxn modelId="{42BADE2B-9234-4B3A-8478-6F5950B461F4}" type="presParOf" srcId="{61233899-0404-423C-8881-37D9A9640AB0}" destId="{8F7AA7A6-BE78-4C47-96D0-A9778FD08B06}" srcOrd="9" destOrd="0" presId="urn:microsoft.com/office/officeart/2008/layout/AscendingPictureAccentProcess"/>
    <dgm:cxn modelId="{4A5B156C-1147-416D-B26C-42BA2AF583B7}" type="presParOf" srcId="{61233899-0404-423C-8881-37D9A9640AB0}" destId="{6787A4BE-5EB2-474E-9C43-8D94334B42F9}" srcOrd="10" destOrd="0" presId="urn:microsoft.com/office/officeart/2008/layout/AscendingPictureAccentProcess"/>
    <dgm:cxn modelId="{A7D4E7F7-E3B1-46BD-B011-6219F85C24B9}" type="presParOf" srcId="{61233899-0404-423C-8881-37D9A9640AB0}" destId="{80BEC77D-3080-4C6D-9B8C-C10A40531F9D}" srcOrd="11" destOrd="0" presId="urn:microsoft.com/office/officeart/2008/layout/AscendingPictureAccentProcess"/>
    <dgm:cxn modelId="{F45B4C73-5270-4C9C-AE2E-6E3EA18EA05E}" type="presParOf" srcId="{61233899-0404-423C-8881-37D9A9640AB0}" destId="{24B063D7-86FA-4070-B7D4-32507B925161}" srcOrd="12" destOrd="0" presId="urn:microsoft.com/office/officeart/2008/layout/AscendingPictureAccentProcess"/>
    <dgm:cxn modelId="{7FDCDECD-0CE6-48CB-8D19-7676CD4F21BA}" type="presParOf" srcId="{61233899-0404-423C-8881-37D9A9640AB0}" destId="{D21F8134-CC38-4E63-8BBC-848694C9088E}" srcOrd="13" destOrd="0" presId="urn:microsoft.com/office/officeart/2008/layout/AscendingPictureAccentProcess"/>
    <dgm:cxn modelId="{76E08A51-582F-47DB-AD38-7A929D102801}" type="presParOf" srcId="{61233899-0404-423C-8881-37D9A9640AB0}" destId="{8CACBBF8-B01E-43D0-A6EB-B1C375AD5B1D}" srcOrd="14" destOrd="0" presId="urn:microsoft.com/office/officeart/2008/layout/AscendingPictureAccentProcess"/>
    <dgm:cxn modelId="{69EC03CF-6FFA-45C2-8D78-BAAE5204E4AB}" type="presParOf" srcId="{8CACBBF8-B01E-43D0-A6EB-B1C375AD5B1D}" destId="{FEE3AF7A-A9B6-49E6-B161-ACE803504278}" srcOrd="0" destOrd="0" presId="urn:microsoft.com/office/officeart/2008/layout/AscendingPictureAccentProcess"/>
    <dgm:cxn modelId="{8F17DCF3-7BB6-4A5E-B31F-CA4A8ECD3204}" type="presParOf" srcId="{61233899-0404-423C-8881-37D9A9640AB0}" destId="{AC366577-85F8-4446-BF40-16D146BD8EDA}" srcOrd="15" destOrd="0" presId="urn:microsoft.com/office/officeart/2008/layout/AscendingPictureAccentProcess"/>
    <dgm:cxn modelId="{8CA7A085-BDF0-460F-9601-63DBEEFF3A69}" type="presParOf" srcId="{61233899-0404-423C-8881-37D9A9640AB0}" destId="{DC5A6A50-2307-4A3A-AD6C-BE41B2C7CC5F}" srcOrd="16" destOrd="0" presId="urn:microsoft.com/office/officeart/2008/layout/AscendingPictureAccentProcess"/>
    <dgm:cxn modelId="{A5295E68-F6A3-4A80-99F0-CDD47017B200}" type="presParOf" srcId="{DC5A6A50-2307-4A3A-AD6C-BE41B2C7CC5F}" destId="{F4F6C737-765C-4321-A1C5-C8099FFECEF0}" srcOrd="0" destOrd="0" presId="urn:microsoft.com/office/officeart/2008/layout/AscendingPictureAccentProcess"/>
    <dgm:cxn modelId="{45E3E106-33D8-4E79-BC87-E298EB6769C2}" type="presParOf" srcId="{61233899-0404-423C-8881-37D9A9640AB0}" destId="{FE7EC5B8-832C-4FA6-94AE-814683D00B05}" srcOrd="17" destOrd="0" presId="urn:microsoft.com/office/officeart/2008/layout/AscendingPictureAccentProcess"/>
    <dgm:cxn modelId="{0987450A-4C58-41D2-BF48-61ED59CBE70A}" type="presParOf" srcId="{61233899-0404-423C-8881-37D9A9640AB0}" destId="{C684E5E1-9D8D-4CD6-B313-36C95FD59288}" srcOrd="18" destOrd="0" presId="urn:microsoft.com/office/officeart/2008/layout/AscendingPictureAccentProcess"/>
    <dgm:cxn modelId="{0FD6FEC4-6C63-45EB-99C6-6225B5E58E77}" type="presParOf" srcId="{C684E5E1-9D8D-4CD6-B313-36C95FD59288}" destId="{B5BB9956-3C30-4A7A-A1E1-C16D4B177626}" srcOrd="0" destOrd="0" presId="urn:microsoft.com/office/officeart/2008/layout/AscendingPictureAccentProcess"/>
    <dgm:cxn modelId="{7453A153-10CC-4861-A57E-8DAF6E892FE7}" type="presParOf" srcId="{61233899-0404-423C-8881-37D9A9640AB0}" destId="{6CFDDF2C-90A3-4F81-8F4D-27DD03C2C285}" srcOrd="19" destOrd="0" presId="urn:microsoft.com/office/officeart/2008/layout/AscendingPictureAccentProcess"/>
    <dgm:cxn modelId="{214A8E04-F39F-4BCF-94DB-40225B5145C3}" type="presParOf" srcId="{61233899-0404-423C-8881-37D9A9640AB0}" destId="{509EFC82-59D4-4618-940F-41EDBB45C4B1}" srcOrd="20" destOrd="0" presId="urn:microsoft.com/office/officeart/2008/layout/AscendingPictureAccentProcess"/>
    <dgm:cxn modelId="{C6B4DE5F-E2BE-4E48-BB02-1AF141DC7A5C}" type="presParOf" srcId="{509EFC82-59D4-4618-940F-41EDBB45C4B1}" destId="{75EE274E-6437-449B-ABCA-AF8787CF15E9}" srcOrd="0" destOrd="0" presId="urn:microsoft.com/office/officeart/2008/layout/AscendingPictureAccentProces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EC8AA7D-EF4E-4DA8-9550-E2EA63F97D35}">
      <dsp:nvSpPr>
        <dsp:cNvPr id="0" name=""/>
        <dsp:cNvSpPr/>
      </dsp:nvSpPr>
      <dsp:spPr>
        <a:xfrm>
          <a:off x="-5342809" y="-818195"/>
          <a:ext cx="6361948" cy="6361948"/>
        </a:xfrm>
        <a:prstGeom prst="blockArc">
          <a:avLst>
            <a:gd name="adj1" fmla="val 18900000"/>
            <a:gd name="adj2" fmla="val 2700000"/>
            <a:gd name="adj3" fmla="val 340"/>
          </a:avLst>
        </a:pr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79D66B1-924F-4156-A795-F5AD9EBCE56B}">
      <dsp:nvSpPr>
        <dsp:cNvPr id="0" name=""/>
        <dsp:cNvSpPr/>
      </dsp:nvSpPr>
      <dsp:spPr>
        <a:xfrm>
          <a:off x="379984" y="248847"/>
          <a:ext cx="5698723" cy="497506"/>
        </a:xfrm>
        <a:prstGeom prst="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94896" tIns="40640" rIns="40640" bIns="40640" numCol="1" spcCol="1270" anchor="ctr" anchorCtr="0">
          <a:noAutofit/>
        </a:bodyPr>
        <a:lstStyle/>
        <a:p>
          <a:pPr marL="0" lvl="0" indent="0" algn="l" defTabSz="711200">
            <a:lnSpc>
              <a:spcPct val="90000"/>
            </a:lnSpc>
            <a:spcBef>
              <a:spcPct val="0"/>
            </a:spcBef>
            <a:spcAft>
              <a:spcPct val="35000"/>
            </a:spcAft>
            <a:buNone/>
          </a:pPr>
          <a:r>
            <a:rPr lang="zh-CN" altLang="en-US" sz="1600" kern="1200" dirty="0">
              <a:latin typeface="微软雅黑 Light" panose="020B0502040204020203" pitchFamily="34" charset="-122"/>
              <a:ea typeface="微软雅黑 Light" panose="020B0502040204020203" pitchFamily="34" charset="-122"/>
            </a:rPr>
            <a:t>目标性 </a:t>
          </a:r>
          <a:r>
            <a:rPr lang="en-US" altLang="zh-CN" sz="1600" kern="1200" dirty="0">
              <a:latin typeface="微软雅黑 Light" panose="020B0502040204020203" pitchFamily="34" charset="-122"/>
              <a:ea typeface="微软雅黑 Light" panose="020B0502040204020203" pitchFamily="34" charset="-122"/>
            </a:rPr>
            <a:t>Target</a:t>
          </a:r>
          <a:endParaRPr lang="zh-CN" altLang="en-US" sz="1600" kern="1200" dirty="0"/>
        </a:p>
      </dsp:txBody>
      <dsp:txXfrm>
        <a:off x="379984" y="248847"/>
        <a:ext cx="5698723" cy="497506"/>
      </dsp:txXfrm>
    </dsp:sp>
    <dsp:sp modelId="{A5D8DC03-AC76-4F8B-9095-82230B702966}">
      <dsp:nvSpPr>
        <dsp:cNvPr id="0" name=""/>
        <dsp:cNvSpPr/>
      </dsp:nvSpPr>
      <dsp:spPr>
        <a:xfrm>
          <a:off x="69043" y="186659"/>
          <a:ext cx="621883" cy="621883"/>
        </a:xfrm>
        <a:prstGeom prst="ellipse">
          <a:avLst/>
        </a:prstGeom>
        <a:solidFill>
          <a:schemeClr val="lt1">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8D79543D-0D4F-4D1C-9E04-9B163A8C7FF2}">
      <dsp:nvSpPr>
        <dsp:cNvPr id="0" name=""/>
        <dsp:cNvSpPr/>
      </dsp:nvSpPr>
      <dsp:spPr>
        <a:xfrm>
          <a:off x="789218" y="995013"/>
          <a:ext cx="5289490" cy="497506"/>
        </a:xfrm>
        <a:prstGeom prst="rect">
          <a:avLst/>
        </a:prstGeom>
        <a:solidFill>
          <a:schemeClr val="accent5">
            <a:hueOff val="-1351709"/>
            <a:satOff val="-3484"/>
            <a:lumOff val="-235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94896" tIns="40640" rIns="40640" bIns="40640" numCol="1" spcCol="1270" anchor="ctr" anchorCtr="0">
          <a:noAutofit/>
        </a:bodyPr>
        <a:lstStyle/>
        <a:p>
          <a:pPr marL="0" lvl="0" indent="0" algn="l" defTabSz="711200">
            <a:lnSpc>
              <a:spcPct val="90000"/>
            </a:lnSpc>
            <a:spcBef>
              <a:spcPct val="0"/>
            </a:spcBef>
            <a:spcAft>
              <a:spcPct val="35000"/>
            </a:spcAft>
            <a:buNone/>
          </a:pPr>
          <a:r>
            <a:rPr lang="zh-CN" altLang="en-US" sz="1600" kern="1200" dirty="0">
              <a:latin typeface="微软雅黑 Light" panose="020B0502040204020203" pitchFamily="34" charset="-122"/>
              <a:ea typeface="微软雅黑 Light" panose="020B0502040204020203" pitchFamily="34" charset="-122"/>
            </a:rPr>
            <a:t>相关性 </a:t>
          </a:r>
          <a:r>
            <a:rPr lang="en-US" altLang="zh-CN" sz="1600" kern="1200" dirty="0">
              <a:latin typeface="微软雅黑 Light" panose="020B0502040204020203" pitchFamily="34" charset="-122"/>
              <a:ea typeface="微软雅黑 Light" panose="020B0502040204020203" pitchFamily="34" charset="-122"/>
            </a:rPr>
            <a:t>Relevant</a:t>
          </a:r>
          <a:endParaRPr lang="zh-CN" altLang="en-US" sz="1600" kern="1200" dirty="0"/>
        </a:p>
      </dsp:txBody>
      <dsp:txXfrm>
        <a:off x="789218" y="995013"/>
        <a:ext cx="5289490" cy="497506"/>
      </dsp:txXfrm>
    </dsp:sp>
    <dsp:sp modelId="{A694E9F5-D20F-4CE0-AAEF-A8AF7BCB9440}">
      <dsp:nvSpPr>
        <dsp:cNvPr id="0" name=""/>
        <dsp:cNvSpPr/>
      </dsp:nvSpPr>
      <dsp:spPr>
        <a:xfrm>
          <a:off x="478276" y="932824"/>
          <a:ext cx="621883" cy="621883"/>
        </a:xfrm>
        <a:prstGeom prst="ellipse">
          <a:avLst/>
        </a:prstGeom>
        <a:solidFill>
          <a:schemeClr val="lt1">
            <a:hueOff val="0"/>
            <a:satOff val="0"/>
            <a:lumOff val="0"/>
            <a:alphaOff val="0"/>
          </a:schemeClr>
        </a:solidFill>
        <a:ln w="12700" cap="flat" cmpd="sng" algn="ctr">
          <a:solidFill>
            <a:schemeClr val="accent5">
              <a:hueOff val="-1351709"/>
              <a:satOff val="-3484"/>
              <a:lumOff val="-2353"/>
              <a:alphaOff val="0"/>
            </a:schemeClr>
          </a:solidFill>
          <a:prstDash val="solid"/>
          <a:miter lim="800000"/>
        </a:ln>
        <a:effectLst/>
      </dsp:spPr>
      <dsp:style>
        <a:lnRef idx="2">
          <a:scrgbClr r="0" g="0" b="0"/>
        </a:lnRef>
        <a:fillRef idx="1">
          <a:scrgbClr r="0" g="0" b="0"/>
        </a:fillRef>
        <a:effectRef idx="0">
          <a:scrgbClr r="0" g="0" b="0"/>
        </a:effectRef>
        <a:fontRef idx="minor"/>
      </dsp:style>
    </dsp:sp>
    <dsp:sp modelId="{59B95563-7B5B-4225-831A-29E1EEB39012}">
      <dsp:nvSpPr>
        <dsp:cNvPr id="0" name=""/>
        <dsp:cNvSpPr/>
      </dsp:nvSpPr>
      <dsp:spPr>
        <a:xfrm>
          <a:off x="976350" y="1741178"/>
          <a:ext cx="5102358" cy="497506"/>
        </a:xfrm>
        <a:prstGeom prst="rect">
          <a:avLst/>
        </a:prstGeom>
        <a:solidFill>
          <a:schemeClr val="accent5">
            <a:hueOff val="-2703417"/>
            <a:satOff val="-6968"/>
            <a:lumOff val="-470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94896" tIns="40640" rIns="40640" bIns="40640" numCol="1" spcCol="1270" anchor="ctr" anchorCtr="0">
          <a:noAutofit/>
        </a:bodyPr>
        <a:lstStyle/>
        <a:p>
          <a:pPr marL="0" lvl="0" indent="0" algn="l" defTabSz="711200">
            <a:lnSpc>
              <a:spcPct val="90000"/>
            </a:lnSpc>
            <a:spcBef>
              <a:spcPct val="0"/>
            </a:spcBef>
            <a:spcAft>
              <a:spcPct val="35000"/>
            </a:spcAft>
            <a:buNone/>
          </a:pPr>
          <a:r>
            <a:rPr lang="zh-CN" altLang="en-US" sz="1600" kern="1200" dirty="0">
              <a:latin typeface="微软雅黑 Light" panose="020B0502040204020203" pitchFamily="34" charset="-122"/>
              <a:ea typeface="微软雅黑 Light" panose="020B0502040204020203" pitchFamily="34" charset="-122"/>
            </a:rPr>
            <a:t>临时性 </a:t>
          </a:r>
          <a:r>
            <a:rPr lang="en-US" altLang="zh-CN" sz="1600" kern="1200" dirty="0">
              <a:latin typeface="微软雅黑 Light" panose="020B0502040204020203" pitchFamily="34" charset="-122"/>
              <a:ea typeface="微软雅黑 Light" panose="020B0502040204020203" pitchFamily="34" charset="-122"/>
            </a:rPr>
            <a:t>Temporary</a:t>
          </a:r>
          <a:endParaRPr lang="zh-CN" altLang="en-US" sz="1600" kern="1200" dirty="0"/>
        </a:p>
      </dsp:txBody>
      <dsp:txXfrm>
        <a:off x="976350" y="1741178"/>
        <a:ext cx="5102358" cy="497506"/>
      </dsp:txXfrm>
    </dsp:sp>
    <dsp:sp modelId="{206E9F62-904C-4E09-965F-8F6A1D50CE99}">
      <dsp:nvSpPr>
        <dsp:cNvPr id="0" name=""/>
        <dsp:cNvSpPr/>
      </dsp:nvSpPr>
      <dsp:spPr>
        <a:xfrm>
          <a:off x="665408" y="1678990"/>
          <a:ext cx="621883" cy="621883"/>
        </a:xfrm>
        <a:prstGeom prst="ellipse">
          <a:avLst/>
        </a:prstGeom>
        <a:solidFill>
          <a:schemeClr val="lt1">
            <a:hueOff val="0"/>
            <a:satOff val="0"/>
            <a:lumOff val="0"/>
            <a:alphaOff val="0"/>
          </a:schemeClr>
        </a:solidFill>
        <a:ln w="12700" cap="flat" cmpd="sng" algn="ctr">
          <a:solidFill>
            <a:schemeClr val="accent5">
              <a:hueOff val="-2703417"/>
              <a:satOff val="-6968"/>
              <a:lumOff val="-4706"/>
              <a:alphaOff val="0"/>
            </a:schemeClr>
          </a:solidFill>
          <a:prstDash val="solid"/>
          <a:miter lim="800000"/>
        </a:ln>
        <a:effectLst/>
      </dsp:spPr>
      <dsp:style>
        <a:lnRef idx="2">
          <a:scrgbClr r="0" g="0" b="0"/>
        </a:lnRef>
        <a:fillRef idx="1">
          <a:scrgbClr r="0" g="0" b="0"/>
        </a:fillRef>
        <a:effectRef idx="0">
          <a:scrgbClr r="0" g="0" b="0"/>
        </a:effectRef>
        <a:fontRef idx="minor"/>
      </dsp:style>
    </dsp:sp>
    <dsp:sp modelId="{6361ADEE-DDC8-4B92-A22E-8B90489C3496}">
      <dsp:nvSpPr>
        <dsp:cNvPr id="0" name=""/>
        <dsp:cNvSpPr/>
      </dsp:nvSpPr>
      <dsp:spPr>
        <a:xfrm>
          <a:off x="976350" y="2486871"/>
          <a:ext cx="5102358" cy="497506"/>
        </a:xfrm>
        <a:prstGeom prst="rect">
          <a:avLst/>
        </a:prstGeom>
        <a:solidFill>
          <a:schemeClr val="accent5">
            <a:hueOff val="-4055126"/>
            <a:satOff val="-10451"/>
            <a:lumOff val="-7059"/>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94896" tIns="40640" rIns="40640" bIns="40640" numCol="1" spcCol="1270" anchor="ctr" anchorCtr="0">
          <a:noAutofit/>
        </a:bodyPr>
        <a:lstStyle/>
        <a:p>
          <a:pPr marL="0" lvl="0" indent="0" algn="l" defTabSz="711200">
            <a:lnSpc>
              <a:spcPct val="90000"/>
            </a:lnSpc>
            <a:spcBef>
              <a:spcPct val="0"/>
            </a:spcBef>
            <a:spcAft>
              <a:spcPct val="35000"/>
            </a:spcAft>
            <a:buNone/>
          </a:pPr>
          <a:r>
            <a:rPr lang="zh-CN" altLang="en-US" sz="1600" kern="1200" dirty="0">
              <a:latin typeface="微软雅黑 Light" panose="020B0502040204020203" pitchFamily="34" charset="-122"/>
              <a:ea typeface="微软雅黑 Light" panose="020B0502040204020203" pitchFamily="34" charset="-122"/>
            </a:rPr>
            <a:t>独特性 </a:t>
          </a:r>
          <a:r>
            <a:rPr lang="en-US" altLang="zh-CN" sz="1600" kern="1200" dirty="0">
              <a:latin typeface="微软雅黑 Light" panose="020B0502040204020203" pitchFamily="34" charset="-122"/>
              <a:ea typeface="微软雅黑 Light" panose="020B0502040204020203" pitchFamily="34" charset="-122"/>
            </a:rPr>
            <a:t>Unique</a:t>
          </a:r>
          <a:endParaRPr lang="zh-CN" altLang="en-US" sz="1600" kern="1200" dirty="0">
            <a:latin typeface="黑体" panose="02010609060101010101" pitchFamily="49" charset="-122"/>
            <a:ea typeface="黑体" panose="02010609060101010101" pitchFamily="49" charset="-122"/>
          </a:endParaRPr>
        </a:p>
      </dsp:txBody>
      <dsp:txXfrm>
        <a:off x="976350" y="2486871"/>
        <a:ext cx="5102358" cy="497506"/>
      </dsp:txXfrm>
    </dsp:sp>
    <dsp:sp modelId="{2701C0E2-42F7-4EF8-915B-95DB5DB722B2}">
      <dsp:nvSpPr>
        <dsp:cNvPr id="0" name=""/>
        <dsp:cNvSpPr/>
      </dsp:nvSpPr>
      <dsp:spPr>
        <a:xfrm>
          <a:off x="665408" y="2424683"/>
          <a:ext cx="621883" cy="621883"/>
        </a:xfrm>
        <a:prstGeom prst="ellipse">
          <a:avLst/>
        </a:prstGeom>
        <a:solidFill>
          <a:schemeClr val="lt1">
            <a:hueOff val="0"/>
            <a:satOff val="0"/>
            <a:lumOff val="0"/>
            <a:alphaOff val="0"/>
          </a:schemeClr>
        </a:solidFill>
        <a:ln w="12700" cap="flat" cmpd="sng" algn="ctr">
          <a:solidFill>
            <a:schemeClr val="accent5">
              <a:hueOff val="-4055126"/>
              <a:satOff val="-10451"/>
              <a:lumOff val="-7059"/>
              <a:alphaOff val="0"/>
            </a:schemeClr>
          </a:solidFill>
          <a:prstDash val="solid"/>
          <a:miter lim="800000"/>
        </a:ln>
        <a:effectLst/>
      </dsp:spPr>
      <dsp:style>
        <a:lnRef idx="2">
          <a:scrgbClr r="0" g="0" b="0"/>
        </a:lnRef>
        <a:fillRef idx="1">
          <a:scrgbClr r="0" g="0" b="0"/>
        </a:fillRef>
        <a:effectRef idx="0">
          <a:scrgbClr r="0" g="0" b="0"/>
        </a:effectRef>
        <a:fontRef idx="minor"/>
      </dsp:style>
    </dsp:sp>
    <dsp:sp modelId="{BD20C5DB-CD08-4AEF-87F2-098846C6D817}">
      <dsp:nvSpPr>
        <dsp:cNvPr id="0" name=""/>
        <dsp:cNvSpPr/>
      </dsp:nvSpPr>
      <dsp:spPr>
        <a:xfrm>
          <a:off x="789218" y="3233037"/>
          <a:ext cx="5289490" cy="497506"/>
        </a:xfrm>
        <a:prstGeom prst="rect">
          <a:avLst/>
        </a:prstGeom>
        <a:solidFill>
          <a:schemeClr val="accent5">
            <a:hueOff val="-5406834"/>
            <a:satOff val="-13935"/>
            <a:lumOff val="-941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94896" tIns="40640" rIns="40640" bIns="40640" numCol="1" spcCol="1270" anchor="ctr" anchorCtr="0">
          <a:noAutofit/>
        </a:bodyPr>
        <a:lstStyle/>
        <a:p>
          <a:pPr marL="0" lvl="0" indent="0" algn="l" defTabSz="711200">
            <a:lnSpc>
              <a:spcPct val="90000"/>
            </a:lnSpc>
            <a:spcBef>
              <a:spcPct val="0"/>
            </a:spcBef>
            <a:spcAft>
              <a:spcPct val="35000"/>
            </a:spcAft>
            <a:buNone/>
          </a:pPr>
          <a:r>
            <a:rPr lang="zh-CN" altLang="en-US" sz="1600" kern="1200" dirty="0">
              <a:latin typeface="微软雅黑 Light" panose="020B0502040204020203" pitchFamily="34" charset="-122"/>
              <a:ea typeface="微软雅黑 Light" panose="020B0502040204020203" pitchFamily="34" charset="-122"/>
            </a:rPr>
            <a:t>资源约束性 </a:t>
          </a:r>
          <a:r>
            <a:rPr lang="en-US" altLang="zh-CN" sz="1600" kern="1200" dirty="0">
              <a:latin typeface="微软雅黑 Light" panose="020B0502040204020203" pitchFamily="34" charset="-122"/>
              <a:ea typeface="微软雅黑 Light" panose="020B0502040204020203" pitchFamily="34" charset="-122"/>
            </a:rPr>
            <a:t>Constrain</a:t>
          </a:r>
          <a:endParaRPr lang="zh-CN" altLang="en-US" sz="1600" kern="1200" dirty="0">
            <a:latin typeface="黑体" panose="02010609060101010101" pitchFamily="49" charset="-122"/>
            <a:ea typeface="黑体" panose="02010609060101010101" pitchFamily="49" charset="-122"/>
          </a:endParaRPr>
        </a:p>
      </dsp:txBody>
      <dsp:txXfrm>
        <a:off x="789218" y="3233037"/>
        <a:ext cx="5289490" cy="497506"/>
      </dsp:txXfrm>
    </dsp:sp>
    <dsp:sp modelId="{B0C54EBB-8ADF-4962-BF7D-1A4063195482}">
      <dsp:nvSpPr>
        <dsp:cNvPr id="0" name=""/>
        <dsp:cNvSpPr/>
      </dsp:nvSpPr>
      <dsp:spPr>
        <a:xfrm>
          <a:off x="478276" y="3170848"/>
          <a:ext cx="621883" cy="621883"/>
        </a:xfrm>
        <a:prstGeom prst="ellipse">
          <a:avLst/>
        </a:prstGeom>
        <a:solidFill>
          <a:schemeClr val="lt1">
            <a:hueOff val="0"/>
            <a:satOff val="0"/>
            <a:lumOff val="0"/>
            <a:alphaOff val="0"/>
          </a:schemeClr>
        </a:solidFill>
        <a:ln w="12700" cap="flat" cmpd="sng" algn="ctr">
          <a:solidFill>
            <a:schemeClr val="accent5">
              <a:hueOff val="-5406834"/>
              <a:satOff val="-13935"/>
              <a:lumOff val="-9412"/>
              <a:alphaOff val="0"/>
            </a:schemeClr>
          </a:solidFill>
          <a:prstDash val="solid"/>
          <a:miter lim="800000"/>
        </a:ln>
        <a:effectLst/>
      </dsp:spPr>
      <dsp:style>
        <a:lnRef idx="2">
          <a:scrgbClr r="0" g="0" b="0"/>
        </a:lnRef>
        <a:fillRef idx="1">
          <a:scrgbClr r="0" g="0" b="0"/>
        </a:fillRef>
        <a:effectRef idx="0">
          <a:scrgbClr r="0" g="0" b="0"/>
        </a:effectRef>
        <a:fontRef idx="minor"/>
      </dsp:style>
    </dsp:sp>
    <dsp:sp modelId="{126B5754-9BAB-4335-8048-CAA059B4AA0E}">
      <dsp:nvSpPr>
        <dsp:cNvPr id="0" name=""/>
        <dsp:cNvSpPr/>
      </dsp:nvSpPr>
      <dsp:spPr>
        <a:xfrm>
          <a:off x="379984" y="3979202"/>
          <a:ext cx="5698723" cy="497506"/>
        </a:xfrm>
        <a:prstGeom prst="rect">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94896" tIns="40640" rIns="40640" bIns="40640" numCol="1" spcCol="1270" anchor="ctr" anchorCtr="0">
          <a:noAutofit/>
        </a:bodyPr>
        <a:lstStyle/>
        <a:p>
          <a:pPr marL="0" lvl="0" indent="0" algn="l" defTabSz="711200">
            <a:lnSpc>
              <a:spcPct val="90000"/>
            </a:lnSpc>
            <a:spcBef>
              <a:spcPct val="0"/>
            </a:spcBef>
            <a:spcAft>
              <a:spcPct val="35000"/>
            </a:spcAft>
            <a:buNone/>
          </a:pPr>
          <a:r>
            <a:rPr lang="zh-CN" altLang="en-US" sz="1600" kern="1200" dirty="0">
              <a:latin typeface="微软雅黑 Light" panose="020B0502040204020203" pitchFamily="34" charset="-122"/>
              <a:ea typeface="微软雅黑 Light" panose="020B0502040204020203" pitchFamily="34" charset="-122"/>
            </a:rPr>
            <a:t>不确定性 </a:t>
          </a:r>
          <a:r>
            <a:rPr lang="en-US" altLang="zh-CN" sz="1600" kern="1200" dirty="0">
              <a:latin typeface="微软雅黑 Light" panose="020B0502040204020203" pitchFamily="34" charset="-122"/>
              <a:ea typeface="微软雅黑 Light" panose="020B0502040204020203" pitchFamily="34" charset="-122"/>
            </a:rPr>
            <a:t>Uncertainty</a:t>
          </a:r>
          <a:endParaRPr lang="zh-CN" altLang="en-US" sz="1600" kern="1200" dirty="0">
            <a:latin typeface="黑体" pitchFamily="49" charset="-122"/>
            <a:ea typeface="黑体" pitchFamily="49" charset="-122"/>
          </a:endParaRPr>
        </a:p>
      </dsp:txBody>
      <dsp:txXfrm>
        <a:off x="379984" y="3979202"/>
        <a:ext cx="5698723" cy="497506"/>
      </dsp:txXfrm>
    </dsp:sp>
    <dsp:sp modelId="{C2EDE2D4-FAE3-405D-AAC7-232D5860DC6B}">
      <dsp:nvSpPr>
        <dsp:cNvPr id="0" name=""/>
        <dsp:cNvSpPr/>
      </dsp:nvSpPr>
      <dsp:spPr>
        <a:xfrm>
          <a:off x="69043" y="3917014"/>
          <a:ext cx="621883" cy="621883"/>
        </a:xfrm>
        <a:prstGeom prst="ellipse">
          <a:avLst/>
        </a:prstGeom>
        <a:solidFill>
          <a:schemeClr val="lt1">
            <a:hueOff val="0"/>
            <a:satOff val="0"/>
            <a:lumOff val="0"/>
            <a:alphaOff val="0"/>
          </a:schemeClr>
        </a:solid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dirty="0"/>
            <a:t>范围</a:t>
          </a:r>
          <a:endParaRPr lang="en-US" altLang="zh-CN" sz="2200" kern="1200" dirty="0"/>
        </a:p>
        <a:p>
          <a:pPr marL="0" lvl="0" indent="0" algn="ctr" defTabSz="977900">
            <a:lnSpc>
              <a:spcPct val="100000"/>
            </a:lnSpc>
            <a:spcBef>
              <a:spcPct val="0"/>
            </a:spcBef>
            <a:spcAft>
              <a:spcPts val="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dirty="0"/>
            <a:t>时间</a:t>
          </a:r>
          <a:endParaRPr lang="en-US" altLang="zh-CN" sz="2200" kern="1200" dirty="0"/>
        </a:p>
        <a:p>
          <a:pPr marL="0" lvl="0" indent="0" algn="ctr" defTabSz="977900">
            <a:lnSpc>
              <a:spcPct val="100000"/>
            </a:lnSpc>
            <a:spcBef>
              <a:spcPct val="0"/>
            </a:spcBef>
            <a:spcAft>
              <a:spcPts val="0"/>
            </a:spcAft>
            <a:buNone/>
          </a:pPr>
          <a:r>
            <a:rPr lang="en-US" altLang="zh-CN" sz="2200" kern="1200" dirty="0"/>
            <a:t>Time</a:t>
          </a:r>
          <a:endParaRPr lang="zh-CN" altLang="en-US" sz="2200" kern="1200" dirty="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dirty="0"/>
            <a:t>成本</a:t>
          </a:r>
          <a:endParaRPr lang="en-US" altLang="zh-CN" sz="2200" kern="1200" dirty="0"/>
        </a:p>
        <a:p>
          <a:pPr marL="0" lvl="0" indent="0" algn="ctr" defTabSz="977900">
            <a:lnSpc>
              <a:spcPct val="100000"/>
            </a:lnSpc>
            <a:spcBef>
              <a:spcPct val="0"/>
            </a:spcBef>
            <a:spcAft>
              <a:spcPts val="0"/>
            </a:spcAft>
            <a:buNone/>
          </a:pPr>
          <a:r>
            <a:rPr lang="en-US" altLang="zh-CN" sz="2200" kern="1200" dirty="0"/>
            <a:t>Cost</a:t>
          </a:r>
          <a:endParaRPr lang="zh-CN" altLang="en-US" sz="2200" kern="1200" dirty="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64B45C3-0AF6-47BB-9A22-CE67FAB0AA3E}">
      <dsp:nvSpPr>
        <dsp:cNvPr id="0" name=""/>
        <dsp:cNvSpPr/>
      </dsp:nvSpPr>
      <dsp:spPr>
        <a:xfrm>
          <a:off x="4725999" y="1749632"/>
          <a:ext cx="1080001" cy="1080001"/>
        </a:xfrm>
        <a:prstGeom prst="ellipse">
          <a:avLst/>
        </a:prstGeom>
        <a:solidFill>
          <a:schemeClr val="accent2"/>
        </a:soli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kern="1200" dirty="0"/>
            <a:t>Why</a:t>
          </a:r>
          <a:endParaRPr lang="zh-CN" altLang="en-US" sz="1600" kern="1200" dirty="0"/>
        </a:p>
      </dsp:txBody>
      <dsp:txXfrm>
        <a:off x="4884161" y="1907794"/>
        <a:ext cx="763677" cy="763677"/>
      </dsp:txXfrm>
    </dsp:sp>
    <dsp:sp modelId="{975E2179-5B44-4C7C-8365-360AE9BC57CE}">
      <dsp:nvSpPr>
        <dsp:cNvPr id="0" name=""/>
        <dsp:cNvSpPr/>
      </dsp:nvSpPr>
      <dsp:spPr>
        <a:xfrm rot="16200000">
          <a:off x="5039187" y="1511965"/>
          <a:ext cx="453624" cy="21708"/>
        </a:xfrm>
        <a:custGeom>
          <a:avLst/>
          <a:gdLst/>
          <a:ahLst/>
          <a:cxnLst/>
          <a:rect l="0" t="0" r="0" b="0"/>
          <a:pathLst>
            <a:path>
              <a:moveTo>
                <a:pt x="0" y="10854"/>
              </a:moveTo>
              <a:lnTo>
                <a:pt x="453624" y="10854"/>
              </a:lnTo>
            </a:path>
          </a:pathLst>
        </a:custGeom>
        <a:noFill/>
        <a:ln w="6350" cap="flat" cmpd="sng" algn="ctr">
          <a:solidFill>
            <a:schemeClr val="accent5">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5254659" y="1511479"/>
        <a:ext cx="22681" cy="22681"/>
      </dsp:txXfrm>
    </dsp:sp>
    <dsp:sp modelId="{97A1FBD0-355A-40F0-A5B5-0CB7D9F517E7}">
      <dsp:nvSpPr>
        <dsp:cNvPr id="0" name=""/>
        <dsp:cNvSpPr/>
      </dsp:nvSpPr>
      <dsp:spPr>
        <a:xfrm>
          <a:off x="4630891" y="504002"/>
          <a:ext cx="1270216" cy="792005"/>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更加灵活</a:t>
          </a:r>
        </a:p>
      </dsp:txBody>
      <dsp:txXfrm>
        <a:off x="4816910" y="619988"/>
        <a:ext cx="898178" cy="560033"/>
      </dsp:txXfrm>
    </dsp:sp>
    <dsp:sp modelId="{6F0F21AE-4F5E-4AF8-B30B-6A1BD7B4CC6B}">
      <dsp:nvSpPr>
        <dsp:cNvPr id="0" name=""/>
        <dsp:cNvSpPr/>
      </dsp:nvSpPr>
      <dsp:spPr>
        <a:xfrm>
          <a:off x="5806000" y="2278778"/>
          <a:ext cx="477144" cy="21708"/>
        </a:xfrm>
        <a:custGeom>
          <a:avLst/>
          <a:gdLst/>
          <a:ahLst/>
          <a:cxnLst/>
          <a:rect l="0" t="0" r="0" b="0"/>
          <a:pathLst>
            <a:path>
              <a:moveTo>
                <a:pt x="0" y="10854"/>
              </a:moveTo>
              <a:lnTo>
                <a:pt x="477144" y="10854"/>
              </a:lnTo>
            </a:path>
          </a:pathLst>
        </a:custGeom>
        <a:noFill/>
        <a:ln w="6350" cap="flat" cmpd="sng" algn="ctr">
          <a:solidFill>
            <a:schemeClr val="accent5">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6032644" y="2277704"/>
        <a:ext cx="23857" cy="23857"/>
      </dsp:txXfrm>
    </dsp:sp>
    <dsp:sp modelId="{590766A8-5808-4CA5-BBD8-D66F69DB632D}">
      <dsp:nvSpPr>
        <dsp:cNvPr id="0" name=""/>
        <dsp:cNvSpPr/>
      </dsp:nvSpPr>
      <dsp:spPr>
        <a:xfrm>
          <a:off x="6283145" y="1893630"/>
          <a:ext cx="1270216" cy="792005"/>
        </a:xfrm>
        <a:prstGeom prst="ellipse">
          <a:avLst/>
        </a:prstGeom>
        <a:gradFill rotWithShape="0">
          <a:gsLst>
            <a:gs pos="0">
              <a:schemeClr val="accent4">
                <a:hueOff val="3266964"/>
                <a:satOff val="-13592"/>
                <a:lumOff val="3203"/>
                <a:alphaOff val="0"/>
                <a:satMod val="103000"/>
                <a:lumMod val="102000"/>
                <a:tint val="94000"/>
              </a:schemeClr>
            </a:gs>
            <a:gs pos="50000">
              <a:schemeClr val="accent4">
                <a:hueOff val="3266964"/>
                <a:satOff val="-13592"/>
                <a:lumOff val="3203"/>
                <a:alphaOff val="0"/>
                <a:satMod val="110000"/>
                <a:lumMod val="100000"/>
                <a:shade val="100000"/>
              </a:schemeClr>
            </a:gs>
            <a:gs pos="100000">
              <a:schemeClr val="accent4">
                <a:hueOff val="3266964"/>
                <a:satOff val="-13592"/>
                <a:lumOff val="3203"/>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快速交付</a:t>
          </a:r>
        </a:p>
      </dsp:txBody>
      <dsp:txXfrm>
        <a:off x="6469164" y="2009616"/>
        <a:ext cx="898178" cy="560033"/>
      </dsp:txXfrm>
    </dsp:sp>
    <dsp:sp modelId="{EE77998E-46B7-4462-AF32-3B24A8CD2A18}">
      <dsp:nvSpPr>
        <dsp:cNvPr id="0" name=""/>
        <dsp:cNvSpPr/>
      </dsp:nvSpPr>
      <dsp:spPr>
        <a:xfrm rot="5400000">
          <a:off x="5024813" y="3059966"/>
          <a:ext cx="482373" cy="21708"/>
        </a:xfrm>
        <a:custGeom>
          <a:avLst/>
          <a:gdLst/>
          <a:ahLst/>
          <a:cxnLst/>
          <a:rect l="0" t="0" r="0" b="0"/>
          <a:pathLst>
            <a:path>
              <a:moveTo>
                <a:pt x="0" y="10854"/>
              </a:moveTo>
              <a:lnTo>
                <a:pt x="482373" y="10854"/>
              </a:lnTo>
            </a:path>
          </a:pathLst>
        </a:custGeom>
        <a:noFill/>
        <a:ln w="6350" cap="flat" cmpd="sng" algn="ctr">
          <a:solidFill>
            <a:schemeClr val="accent5">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5253940" y="3058761"/>
        <a:ext cx="24118" cy="24118"/>
      </dsp:txXfrm>
    </dsp:sp>
    <dsp:sp modelId="{3961F623-076B-4CC9-BB2C-A128E1E293BD}">
      <dsp:nvSpPr>
        <dsp:cNvPr id="0" name=""/>
        <dsp:cNvSpPr/>
      </dsp:nvSpPr>
      <dsp:spPr>
        <a:xfrm>
          <a:off x="4630891" y="3312007"/>
          <a:ext cx="1270216" cy="792005"/>
        </a:xfrm>
        <a:prstGeom prst="ellipse">
          <a:avLst/>
        </a:prstGeom>
        <a:gradFill rotWithShape="0">
          <a:gsLst>
            <a:gs pos="0">
              <a:schemeClr val="accent4">
                <a:hueOff val="6533927"/>
                <a:satOff val="-27185"/>
                <a:lumOff val="6405"/>
                <a:alphaOff val="0"/>
                <a:satMod val="103000"/>
                <a:lumMod val="102000"/>
                <a:tint val="94000"/>
              </a:schemeClr>
            </a:gs>
            <a:gs pos="50000">
              <a:schemeClr val="accent4">
                <a:hueOff val="6533927"/>
                <a:satOff val="-27185"/>
                <a:lumOff val="6405"/>
                <a:alphaOff val="0"/>
                <a:satMod val="110000"/>
                <a:lumMod val="100000"/>
                <a:shade val="100000"/>
              </a:schemeClr>
            </a:gs>
            <a:gs pos="100000">
              <a:schemeClr val="accent4">
                <a:hueOff val="6533927"/>
                <a:satOff val="-27185"/>
                <a:lumOff val="6405"/>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持续改进</a:t>
          </a:r>
        </a:p>
      </dsp:txBody>
      <dsp:txXfrm>
        <a:off x="4816910" y="3427993"/>
        <a:ext cx="898178" cy="560033"/>
      </dsp:txXfrm>
    </dsp:sp>
    <dsp:sp modelId="{F5A83192-EC13-45DF-8F80-0F453486ADA6}">
      <dsp:nvSpPr>
        <dsp:cNvPr id="0" name=""/>
        <dsp:cNvSpPr/>
      </dsp:nvSpPr>
      <dsp:spPr>
        <a:xfrm rot="10800000">
          <a:off x="4248854" y="2278778"/>
          <a:ext cx="477144" cy="21708"/>
        </a:xfrm>
        <a:custGeom>
          <a:avLst/>
          <a:gdLst/>
          <a:ahLst/>
          <a:cxnLst/>
          <a:rect l="0" t="0" r="0" b="0"/>
          <a:pathLst>
            <a:path>
              <a:moveTo>
                <a:pt x="0" y="10854"/>
              </a:moveTo>
              <a:lnTo>
                <a:pt x="477144" y="10854"/>
              </a:lnTo>
            </a:path>
          </a:pathLst>
        </a:custGeom>
        <a:noFill/>
        <a:ln w="6350" cap="flat" cmpd="sng" algn="ctr">
          <a:solidFill>
            <a:schemeClr val="accent5">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rot="10800000">
        <a:off x="4475498" y="2277704"/>
        <a:ext cx="23857" cy="23857"/>
      </dsp:txXfrm>
    </dsp:sp>
    <dsp:sp modelId="{666E3B4D-4F33-4F33-A864-E84BB2C5C61B}">
      <dsp:nvSpPr>
        <dsp:cNvPr id="0" name=""/>
        <dsp:cNvSpPr/>
      </dsp:nvSpPr>
      <dsp:spPr>
        <a:xfrm>
          <a:off x="2978637" y="1893630"/>
          <a:ext cx="1270216" cy="792005"/>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更低风险</a:t>
          </a:r>
        </a:p>
      </dsp:txBody>
      <dsp:txXfrm>
        <a:off x="3164656" y="2009616"/>
        <a:ext cx="898178" cy="560033"/>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FADCE9A-F623-4A8D-9AE7-8DD25E7A76D8}">
      <dsp:nvSpPr>
        <dsp:cNvPr id="0" name=""/>
        <dsp:cNvSpPr/>
      </dsp:nvSpPr>
      <dsp:spPr>
        <a:xfrm>
          <a:off x="2637" y="2194430"/>
          <a:ext cx="2346973" cy="938789"/>
        </a:xfrm>
        <a:prstGeom prst="chevron">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项目建议</a:t>
          </a:r>
        </a:p>
      </dsp:txBody>
      <dsp:txXfrm>
        <a:off x="472032" y="2194430"/>
        <a:ext cx="1408184" cy="938789"/>
      </dsp:txXfrm>
    </dsp:sp>
    <dsp:sp modelId="{7A3D29DB-D217-4EDB-96A3-52B1BB0C6283}">
      <dsp:nvSpPr>
        <dsp:cNvPr id="0" name=""/>
        <dsp:cNvSpPr/>
      </dsp:nvSpPr>
      <dsp:spPr>
        <a:xfrm>
          <a:off x="2114912" y="2194430"/>
          <a:ext cx="2346973" cy="938789"/>
        </a:xfrm>
        <a:prstGeom prst="chevron">
          <a:avLst/>
        </a:prstGeom>
        <a:solidFill>
          <a:schemeClr val="accent5">
            <a:hueOff val="-1689636"/>
            <a:satOff val="-4355"/>
            <a:lumOff val="-2941"/>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项目可行性分析</a:t>
          </a:r>
        </a:p>
      </dsp:txBody>
      <dsp:txXfrm>
        <a:off x="2584307" y="2194430"/>
        <a:ext cx="1408184" cy="938789"/>
      </dsp:txXfrm>
    </dsp:sp>
    <dsp:sp modelId="{4B334B34-EF96-49E0-B66E-133BD48100CA}">
      <dsp:nvSpPr>
        <dsp:cNvPr id="0" name=""/>
        <dsp:cNvSpPr/>
      </dsp:nvSpPr>
      <dsp:spPr>
        <a:xfrm>
          <a:off x="4227188" y="2194430"/>
          <a:ext cx="2346973" cy="938789"/>
        </a:xfrm>
        <a:prstGeom prst="chevron">
          <a:avLst/>
        </a:prstGeom>
        <a:solidFill>
          <a:schemeClr val="accent5">
            <a:hueOff val="-3379271"/>
            <a:satOff val="-8710"/>
            <a:lumOff val="-588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项目审批</a:t>
          </a:r>
        </a:p>
      </dsp:txBody>
      <dsp:txXfrm>
        <a:off x="4696583" y="2194430"/>
        <a:ext cx="1408184" cy="938789"/>
      </dsp:txXfrm>
    </dsp:sp>
    <dsp:sp modelId="{5BAD45FD-29D7-48E3-8439-87C6F2A3A98B}">
      <dsp:nvSpPr>
        <dsp:cNvPr id="0" name=""/>
        <dsp:cNvSpPr/>
      </dsp:nvSpPr>
      <dsp:spPr>
        <a:xfrm>
          <a:off x="6339464" y="2194430"/>
          <a:ext cx="2346973" cy="938789"/>
        </a:xfrm>
        <a:prstGeom prst="chevron">
          <a:avLst/>
        </a:prstGeom>
        <a:solidFill>
          <a:schemeClr val="accent5">
            <a:hueOff val="-5068907"/>
            <a:satOff val="-13064"/>
            <a:lumOff val="-882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项目招投标</a:t>
          </a:r>
        </a:p>
      </dsp:txBody>
      <dsp:txXfrm>
        <a:off x="6808859" y="2194430"/>
        <a:ext cx="1408184" cy="938789"/>
      </dsp:txXfrm>
    </dsp:sp>
    <dsp:sp modelId="{C1A69100-C77D-4BF6-A329-8693DB5210CB}">
      <dsp:nvSpPr>
        <dsp:cNvPr id="0" name=""/>
        <dsp:cNvSpPr/>
      </dsp:nvSpPr>
      <dsp:spPr>
        <a:xfrm>
          <a:off x="8451739" y="2194430"/>
          <a:ext cx="2346973" cy="938789"/>
        </a:xfrm>
        <a:prstGeom prst="chevron">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项目合同谈判和签到</a:t>
          </a:r>
        </a:p>
      </dsp:txBody>
      <dsp:txXfrm>
        <a:off x="8921134" y="2194430"/>
        <a:ext cx="1408184" cy="938789"/>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96581BA-45EF-4CB9-A1A8-9CFB4998A264}">
      <dsp:nvSpPr>
        <dsp:cNvPr id="0" name=""/>
        <dsp:cNvSpPr/>
      </dsp:nvSpPr>
      <dsp:spPr>
        <a:xfrm>
          <a:off x="1619999" y="1205152"/>
          <a:ext cx="1080001" cy="1080001"/>
        </a:xfrm>
        <a:prstGeom prst="ellipse">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zh-CN" altLang="en-US" sz="1600" kern="1200" dirty="0"/>
            <a:t>价值观</a:t>
          </a:r>
          <a:endParaRPr lang="en-US" altLang="zh-CN" sz="1600" kern="1200" dirty="0"/>
        </a:p>
        <a:p>
          <a:pPr marL="0" lvl="0" indent="0" algn="ctr" defTabSz="711200">
            <a:lnSpc>
              <a:spcPct val="100000"/>
            </a:lnSpc>
            <a:spcBef>
              <a:spcPct val="0"/>
            </a:spcBef>
            <a:spcAft>
              <a:spcPts val="0"/>
            </a:spcAft>
            <a:buNone/>
          </a:pPr>
          <a:r>
            <a:rPr lang="en-US" altLang="zh-CN" sz="1600" kern="1200" dirty="0"/>
            <a:t>Values</a:t>
          </a:r>
          <a:endParaRPr lang="zh-CN" altLang="en-US" sz="1600" kern="1200" dirty="0"/>
        </a:p>
      </dsp:txBody>
      <dsp:txXfrm>
        <a:off x="1778161" y="1363314"/>
        <a:ext cx="763677" cy="763677"/>
      </dsp:txXfrm>
    </dsp:sp>
    <dsp:sp modelId="{2697905C-40A9-4D8E-AE89-88ADE6C34F0A}">
      <dsp:nvSpPr>
        <dsp:cNvPr id="0" name=""/>
        <dsp:cNvSpPr/>
      </dsp:nvSpPr>
      <dsp:spPr>
        <a:xfrm rot="16200000">
          <a:off x="2029012" y="1054130"/>
          <a:ext cx="261974" cy="40070"/>
        </a:xfrm>
        <a:custGeom>
          <a:avLst/>
          <a:gdLst/>
          <a:ahLst/>
          <a:cxnLst/>
          <a:rect l="0" t="0" r="0" b="0"/>
          <a:pathLst>
            <a:path>
              <a:moveTo>
                <a:pt x="0" y="20035"/>
              </a:moveTo>
              <a:lnTo>
                <a:pt x="261974" y="20035"/>
              </a:lnTo>
            </a:path>
          </a:pathLst>
        </a:custGeom>
        <a:noFill/>
        <a:ln w="1270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zh-CN" altLang="en-US" sz="500" kern="1200"/>
        </a:p>
      </dsp:txBody>
      <dsp:txXfrm>
        <a:off x="2153450" y="1067615"/>
        <a:ext cx="13098" cy="13098"/>
      </dsp:txXfrm>
    </dsp:sp>
    <dsp:sp modelId="{A768ED12-DF85-403F-B898-D6729C70787D}">
      <dsp:nvSpPr>
        <dsp:cNvPr id="0" name=""/>
        <dsp:cNvSpPr/>
      </dsp:nvSpPr>
      <dsp:spPr>
        <a:xfrm>
          <a:off x="1709998" y="43174"/>
          <a:ext cx="900002" cy="900002"/>
        </a:xfrm>
        <a:prstGeom prst="ellipse">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承诺</a:t>
          </a:r>
        </a:p>
      </dsp:txBody>
      <dsp:txXfrm>
        <a:off x="1841800" y="174976"/>
        <a:ext cx="636398" cy="636398"/>
      </dsp:txXfrm>
    </dsp:sp>
    <dsp:sp modelId="{B58731E0-DBD1-435A-ADD7-B425A898B445}">
      <dsp:nvSpPr>
        <dsp:cNvPr id="0" name=""/>
        <dsp:cNvSpPr/>
      </dsp:nvSpPr>
      <dsp:spPr>
        <a:xfrm rot="20520000">
          <a:off x="2667160" y="1517771"/>
          <a:ext cx="261974" cy="40070"/>
        </a:xfrm>
        <a:custGeom>
          <a:avLst/>
          <a:gdLst/>
          <a:ahLst/>
          <a:cxnLst/>
          <a:rect l="0" t="0" r="0" b="0"/>
          <a:pathLst>
            <a:path>
              <a:moveTo>
                <a:pt x="0" y="20035"/>
              </a:moveTo>
              <a:lnTo>
                <a:pt x="261974" y="20035"/>
              </a:lnTo>
            </a:path>
          </a:pathLst>
        </a:custGeom>
        <a:noFill/>
        <a:ln w="1270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zh-CN" altLang="en-US" sz="500" kern="1200"/>
        </a:p>
      </dsp:txBody>
      <dsp:txXfrm>
        <a:off x="2791598" y="1531257"/>
        <a:ext cx="13098" cy="13098"/>
      </dsp:txXfrm>
    </dsp:sp>
    <dsp:sp modelId="{A3CECE51-0A63-4775-BBDE-4FA68841EC20}">
      <dsp:nvSpPr>
        <dsp:cNvPr id="0" name=""/>
        <dsp:cNvSpPr/>
      </dsp:nvSpPr>
      <dsp:spPr>
        <a:xfrm>
          <a:off x="2900699" y="908269"/>
          <a:ext cx="900002" cy="900002"/>
        </a:xfrm>
        <a:prstGeom prst="ellipse">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专注</a:t>
          </a:r>
        </a:p>
      </dsp:txBody>
      <dsp:txXfrm>
        <a:off x="3032501" y="1040071"/>
        <a:ext cx="636398" cy="636398"/>
      </dsp:txXfrm>
    </dsp:sp>
    <dsp:sp modelId="{C763681C-8D89-4BC9-887B-1CD1363C9AA1}">
      <dsp:nvSpPr>
        <dsp:cNvPr id="0" name=""/>
        <dsp:cNvSpPr/>
      </dsp:nvSpPr>
      <dsp:spPr>
        <a:xfrm rot="3240000">
          <a:off x="2423409" y="2267958"/>
          <a:ext cx="261974" cy="40070"/>
        </a:xfrm>
        <a:custGeom>
          <a:avLst/>
          <a:gdLst/>
          <a:ahLst/>
          <a:cxnLst/>
          <a:rect l="0" t="0" r="0" b="0"/>
          <a:pathLst>
            <a:path>
              <a:moveTo>
                <a:pt x="0" y="20035"/>
              </a:moveTo>
              <a:lnTo>
                <a:pt x="261974" y="20035"/>
              </a:lnTo>
            </a:path>
          </a:pathLst>
        </a:custGeom>
        <a:noFill/>
        <a:ln w="1270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zh-CN" altLang="en-US" sz="500" kern="1200"/>
        </a:p>
      </dsp:txBody>
      <dsp:txXfrm>
        <a:off x="2547847" y="2281444"/>
        <a:ext cx="13098" cy="13098"/>
      </dsp:txXfrm>
    </dsp:sp>
    <dsp:sp modelId="{7C396246-E3D5-44E8-B402-F252989E77DB}">
      <dsp:nvSpPr>
        <dsp:cNvPr id="0" name=""/>
        <dsp:cNvSpPr/>
      </dsp:nvSpPr>
      <dsp:spPr>
        <a:xfrm>
          <a:off x="2445891" y="2308022"/>
          <a:ext cx="900002" cy="900002"/>
        </a:xfrm>
        <a:prstGeom prst="ellipse">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开放</a:t>
          </a:r>
        </a:p>
      </dsp:txBody>
      <dsp:txXfrm>
        <a:off x="2577693" y="2439824"/>
        <a:ext cx="636398" cy="636398"/>
      </dsp:txXfrm>
    </dsp:sp>
    <dsp:sp modelId="{979B44D0-1574-46A1-BD25-F046F787F5A7}">
      <dsp:nvSpPr>
        <dsp:cNvPr id="0" name=""/>
        <dsp:cNvSpPr/>
      </dsp:nvSpPr>
      <dsp:spPr>
        <a:xfrm rot="7560000">
          <a:off x="1634615" y="2267958"/>
          <a:ext cx="261974" cy="40070"/>
        </a:xfrm>
        <a:custGeom>
          <a:avLst/>
          <a:gdLst/>
          <a:ahLst/>
          <a:cxnLst/>
          <a:rect l="0" t="0" r="0" b="0"/>
          <a:pathLst>
            <a:path>
              <a:moveTo>
                <a:pt x="0" y="20035"/>
              </a:moveTo>
              <a:lnTo>
                <a:pt x="261974" y="20035"/>
              </a:lnTo>
            </a:path>
          </a:pathLst>
        </a:custGeom>
        <a:noFill/>
        <a:ln w="1270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zh-CN" altLang="en-US" sz="500" kern="1200"/>
        </a:p>
      </dsp:txBody>
      <dsp:txXfrm rot="10800000">
        <a:off x="1759053" y="2281444"/>
        <a:ext cx="13098" cy="13098"/>
      </dsp:txXfrm>
    </dsp:sp>
    <dsp:sp modelId="{E45FD601-8F42-45A7-A248-D87DB5F9943A}">
      <dsp:nvSpPr>
        <dsp:cNvPr id="0" name=""/>
        <dsp:cNvSpPr/>
      </dsp:nvSpPr>
      <dsp:spPr>
        <a:xfrm>
          <a:off x="974105" y="2308022"/>
          <a:ext cx="900002" cy="900002"/>
        </a:xfrm>
        <a:prstGeom prst="ellipse">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尊重</a:t>
          </a:r>
        </a:p>
      </dsp:txBody>
      <dsp:txXfrm>
        <a:off x="1105907" y="2439824"/>
        <a:ext cx="636398" cy="636398"/>
      </dsp:txXfrm>
    </dsp:sp>
    <dsp:sp modelId="{B74C3A2B-0533-446F-AE56-FFBBBC35155B}">
      <dsp:nvSpPr>
        <dsp:cNvPr id="0" name=""/>
        <dsp:cNvSpPr/>
      </dsp:nvSpPr>
      <dsp:spPr>
        <a:xfrm rot="11880000">
          <a:off x="1390865" y="1517771"/>
          <a:ext cx="261974" cy="40070"/>
        </a:xfrm>
        <a:custGeom>
          <a:avLst/>
          <a:gdLst/>
          <a:ahLst/>
          <a:cxnLst/>
          <a:rect l="0" t="0" r="0" b="0"/>
          <a:pathLst>
            <a:path>
              <a:moveTo>
                <a:pt x="0" y="20035"/>
              </a:moveTo>
              <a:lnTo>
                <a:pt x="261974" y="20035"/>
              </a:lnTo>
            </a:path>
          </a:pathLst>
        </a:custGeom>
        <a:noFill/>
        <a:ln w="1270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zh-CN" altLang="en-US" sz="500" kern="1200"/>
        </a:p>
      </dsp:txBody>
      <dsp:txXfrm rot="10800000">
        <a:off x="1515303" y="1531257"/>
        <a:ext cx="13098" cy="13098"/>
      </dsp:txXfrm>
    </dsp:sp>
    <dsp:sp modelId="{0ECE6D9B-1A91-4A29-82E7-FADB2EE4F6DC}">
      <dsp:nvSpPr>
        <dsp:cNvPr id="0" name=""/>
        <dsp:cNvSpPr/>
      </dsp:nvSpPr>
      <dsp:spPr>
        <a:xfrm>
          <a:off x="519297" y="908269"/>
          <a:ext cx="900002" cy="900002"/>
        </a:xfrm>
        <a:prstGeom prst="ellipse">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勇气</a:t>
          </a:r>
        </a:p>
      </dsp:txBody>
      <dsp:txXfrm>
        <a:off x="651099" y="1040071"/>
        <a:ext cx="636398" cy="636398"/>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96581BA-45EF-4CB9-A1A8-9CFB4998A264}">
      <dsp:nvSpPr>
        <dsp:cNvPr id="0" name=""/>
        <dsp:cNvSpPr/>
      </dsp:nvSpPr>
      <dsp:spPr>
        <a:xfrm>
          <a:off x="1619997" y="1441185"/>
          <a:ext cx="1080004" cy="1080004"/>
        </a:xfrm>
        <a:prstGeom prst="ellipse">
          <a:avLst/>
        </a:prstGeom>
        <a:solidFill>
          <a:schemeClr val="accent2"/>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1066800">
            <a:lnSpc>
              <a:spcPct val="90000"/>
            </a:lnSpc>
            <a:spcBef>
              <a:spcPct val="0"/>
            </a:spcBef>
            <a:spcAft>
              <a:spcPct val="35000"/>
            </a:spcAft>
            <a:buNone/>
          </a:pPr>
          <a:r>
            <a:rPr lang="zh-CN" altLang="en-US" sz="2400" kern="1200" dirty="0"/>
            <a:t>理念</a:t>
          </a:r>
        </a:p>
      </dsp:txBody>
      <dsp:txXfrm>
        <a:off x="1778160" y="1599348"/>
        <a:ext cx="763678" cy="763678"/>
      </dsp:txXfrm>
    </dsp:sp>
    <dsp:sp modelId="{2697905C-40A9-4D8E-AE89-88ADE6C34F0A}">
      <dsp:nvSpPr>
        <dsp:cNvPr id="0" name=""/>
        <dsp:cNvSpPr/>
      </dsp:nvSpPr>
      <dsp:spPr>
        <a:xfrm rot="16200000">
          <a:off x="1943827" y="1202252"/>
          <a:ext cx="432345" cy="45520"/>
        </a:xfrm>
        <a:custGeom>
          <a:avLst/>
          <a:gdLst/>
          <a:ahLst/>
          <a:cxnLst/>
          <a:rect l="0" t="0" r="0" b="0"/>
          <a:pathLst>
            <a:path>
              <a:moveTo>
                <a:pt x="0" y="22760"/>
              </a:moveTo>
              <a:lnTo>
                <a:pt x="432345" y="2276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zh-CN" altLang="en-US" sz="500" kern="1200"/>
        </a:p>
      </dsp:txBody>
      <dsp:txXfrm>
        <a:off x="2149191" y="1214204"/>
        <a:ext cx="21617" cy="21617"/>
      </dsp:txXfrm>
    </dsp:sp>
    <dsp:sp modelId="{A768ED12-DF85-403F-B898-D6729C70787D}">
      <dsp:nvSpPr>
        <dsp:cNvPr id="0" name=""/>
        <dsp:cNvSpPr/>
      </dsp:nvSpPr>
      <dsp:spPr>
        <a:xfrm>
          <a:off x="1709997" y="108834"/>
          <a:ext cx="900005" cy="900005"/>
        </a:xfrm>
        <a:prstGeom prst="ellipse">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透明</a:t>
          </a:r>
        </a:p>
      </dsp:txBody>
      <dsp:txXfrm>
        <a:off x="1841800" y="240637"/>
        <a:ext cx="636399" cy="636399"/>
      </dsp:txXfrm>
    </dsp:sp>
    <dsp:sp modelId="{B58731E0-DBD1-435A-ADD7-B425A898B445}">
      <dsp:nvSpPr>
        <dsp:cNvPr id="0" name=""/>
        <dsp:cNvSpPr/>
      </dsp:nvSpPr>
      <dsp:spPr>
        <a:xfrm rot="1800000">
          <a:off x="2598693" y="2336514"/>
          <a:ext cx="432345" cy="45520"/>
        </a:xfrm>
        <a:custGeom>
          <a:avLst/>
          <a:gdLst/>
          <a:ahLst/>
          <a:cxnLst/>
          <a:rect l="0" t="0" r="0" b="0"/>
          <a:pathLst>
            <a:path>
              <a:moveTo>
                <a:pt x="0" y="22760"/>
              </a:moveTo>
              <a:lnTo>
                <a:pt x="432345" y="2276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zh-CN" altLang="en-US" sz="500" kern="1200"/>
        </a:p>
      </dsp:txBody>
      <dsp:txXfrm>
        <a:off x="2804057" y="2348466"/>
        <a:ext cx="21617" cy="21617"/>
      </dsp:txXfrm>
    </dsp:sp>
    <dsp:sp modelId="{A3CECE51-0A63-4775-BBDE-4FA68841EC20}">
      <dsp:nvSpPr>
        <dsp:cNvPr id="0" name=""/>
        <dsp:cNvSpPr/>
      </dsp:nvSpPr>
      <dsp:spPr>
        <a:xfrm>
          <a:off x="2941788" y="2242359"/>
          <a:ext cx="900005" cy="900005"/>
        </a:xfrm>
        <a:prstGeom prst="ellipse">
          <a:avLst/>
        </a:prstGeom>
        <a:solidFill>
          <a:schemeClr val="accent5">
            <a:hueOff val="-3379271"/>
            <a:satOff val="-8710"/>
            <a:lumOff val="-5883"/>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监视</a:t>
          </a:r>
        </a:p>
      </dsp:txBody>
      <dsp:txXfrm>
        <a:off x="3073591" y="2374162"/>
        <a:ext cx="636399" cy="636399"/>
      </dsp:txXfrm>
    </dsp:sp>
    <dsp:sp modelId="{B74C3A2B-0533-446F-AE56-FFBBBC35155B}">
      <dsp:nvSpPr>
        <dsp:cNvPr id="0" name=""/>
        <dsp:cNvSpPr/>
      </dsp:nvSpPr>
      <dsp:spPr>
        <a:xfrm rot="9000000">
          <a:off x="1288960" y="2336514"/>
          <a:ext cx="432345" cy="45520"/>
        </a:xfrm>
        <a:custGeom>
          <a:avLst/>
          <a:gdLst/>
          <a:ahLst/>
          <a:cxnLst/>
          <a:rect l="0" t="0" r="0" b="0"/>
          <a:pathLst>
            <a:path>
              <a:moveTo>
                <a:pt x="0" y="22760"/>
              </a:moveTo>
              <a:lnTo>
                <a:pt x="432345" y="2276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zh-CN" altLang="en-US" sz="500" kern="1200"/>
        </a:p>
      </dsp:txBody>
      <dsp:txXfrm rot="10800000">
        <a:off x="1494324" y="2348466"/>
        <a:ext cx="21617" cy="21617"/>
      </dsp:txXfrm>
    </dsp:sp>
    <dsp:sp modelId="{0ECE6D9B-1A91-4A29-82E7-FADB2EE4F6DC}">
      <dsp:nvSpPr>
        <dsp:cNvPr id="0" name=""/>
        <dsp:cNvSpPr/>
      </dsp:nvSpPr>
      <dsp:spPr>
        <a:xfrm>
          <a:off x="478205" y="2242359"/>
          <a:ext cx="900005" cy="900005"/>
        </a:xfrm>
        <a:prstGeom prst="ellipse">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适应</a:t>
          </a:r>
        </a:p>
      </dsp:txBody>
      <dsp:txXfrm>
        <a:off x="610008" y="2374162"/>
        <a:ext cx="636399" cy="636399"/>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CC79863-28B7-4641-A9CA-CA81A5866EAD}">
      <dsp:nvSpPr>
        <dsp:cNvPr id="0" name=""/>
        <dsp:cNvSpPr/>
      </dsp:nvSpPr>
      <dsp:spPr>
        <a:xfrm>
          <a:off x="4320540" y="1779439"/>
          <a:ext cx="3056813" cy="530521"/>
        </a:xfrm>
        <a:custGeom>
          <a:avLst/>
          <a:gdLst/>
          <a:ahLst/>
          <a:cxnLst/>
          <a:rect l="0" t="0" r="0" b="0"/>
          <a:pathLst>
            <a:path>
              <a:moveTo>
                <a:pt x="0" y="0"/>
              </a:moveTo>
              <a:lnTo>
                <a:pt x="0" y="265260"/>
              </a:lnTo>
              <a:lnTo>
                <a:pt x="3056813" y="265260"/>
              </a:lnTo>
              <a:lnTo>
                <a:pt x="3056813" y="530521"/>
              </a:lnTo>
            </a:path>
          </a:pathLst>
        </a:custGeom>
        <a:noFill/>
        <a:ln w="1270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91147C7-2FCD-4627-B9AE-9C0A7122E164}">
      <dsp:nvSpPr>
        <dsp:cNvPr id="0" name=""/>
        <dsp:cNvSpPr/>
      </dsp:nvSpPr>
      <dsp:spPr>
        <a:xfrm>
          <a:off x="4274820" y="1779439"/>
          <a:ext cx="91440" cy="530521"/>
        </a:xfrm>
        <a:custGeom>
          <a:avLst/>
          <a:gdLst/>
          <a:ahLst/>
          <a:cxnLst/>
          <a:rect l="0" t="0" r="0" b="0"/>
          <a:pathLst>
            <a:path>
              <a:moveTo>
                <a:pt x="45720" y="0"/>
              </a:moveTo>
              <a:lnTo>
                <a:pt x="45720" y="530521"/>
              </a:lnTo>
            </a:path>
          </a:pathLst>
        </a:custGeom>
        <a:noFill/>
        <a:ln w="1270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7AD3EA0-D08B-44E0-90FF-941318A849A9}">
      <dsp:nvSpPr>
        <dsp:cNvPr id="0" name=""/>
        <dsp:cNvSpPr/>
      </dsp:nvSpPr>
      <dsp:spPr>
        <a:xfrm>
          <a:off x="1263726" y="1779439"/>
          <a:ext cx="3056813" cy="530521"/>
        </a:xfrm>
        <a:custGeom>
          <a:avLst/>
          <a:gdLst/>
          <a:ahLst/>
          <a:cxnLst/>
          <a:rect l="0" t="0" r="0" b="0"/>
          <a:pathLst>
            <a:path>
              <a:moveTo>
                <a:pt x="3056813" y="0"/>
              </a:moveTo>
              <a:lnTo>
                <a:pt x="3056813" y="265260"/>
              </a:lnTo>
              <a:lnTo>
                <a:pt x="0" y="265260"/>
              </a:lnTo>
              <a:lnTo>
                <a:pt x="0" y="530521"/>
              </a:lnTo>
            </a:path>
          </a:pathLst>
        </a:custGeom>
        <a:noFill/>
        <a:ln w="1270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D9CCFF9-BD17-4D75-86B1-78E586639F4F}">
      <dsp:nvSpPr>
        <dsp:cNvPr id="0" name=""/>
        <dsp:cNvSpPr/>
      </dsp:nvSpPr>
      <dsp:spPr>
        <a:xfrm>
          <a:off x="3057393" y="879435"/>
          <a:ext cx="2526292" cy="900004"/>
        </a:xfrm>
        <a:prstGeom prst="rect">
          <a:avLst/>
        </a:prstGeom>
        <a:solidFill>
          <a:schemeClr val="accent2"/>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100000"/>
            </a:lnSpc>
            <a:spcBef>
              <a:spcPct val="0"/>
            </a:spcBef>
            <a:spcAft>
              <a:spcPts val="0"/>
            </a:spcAft>
            <a:buNone/>
          </a:pPr>
          <a:r>
            <a:rPr lang="en-US" altLang="zh-CN" sz="1800" kern="1200" dirty="0"/>
            <a:t>Scrum Team</a:t>
          </a:r>
        </a:p>
        <a:p>
          <a:pPr marL="0" lvl="0" indent="0" algn="ctr" defTabSz="800100">
            <a:lnSpc>
              <a:spcPct val="100000"/>
            </a:lnSpc>
            <a:spcBef>
              <a:spcPct val="0"/>
            </a:spcBef>
            <a:spcAft>
              <a:spcPts val="0"/>
            </a:spcAft>
            <a:buNone/>
          </a:pPr>
          <a:r>
            <a:rPr lang="zh-CN" altLang="en-US" sz="1800" kern="1200" dirty="0"/>
            <a:t>团队</a:t>
          </a:r>
        </a:p>
      </dsp:txBody>
      <dsp:txXfrm>
        <a:off x="3057393" y="879435"/>
        <a:ext cx="2526292" cy="900004"/>
      </dsp:txXfrm>
    </dsp:sp>
    <dsp:sp modelId="{E1B194E7-E9A2-4E57-9BB7-20DBBFCA2C24}">
      <dsp:nvSpPr>
        <dsp:cNvPr id="0" name=""/>
        <dsp:cNvSpPr/>
      </dsp:nvSpPr>
      <dsp:spPr>
        <a:xfrm>
          <a:off x="580" y="2309960"/>
          <a:ext cx="2526292" cy="900004"/>
        </a:xfrm>
        <a:prstGeom prst="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100000"/>
            </a:lnSpc>
            <a:spcBef>
              <a:spcPct val="0"/>
            </a:spcBef>
            <a:spcAft>
              <a:spcPts val="0"/>
            </a:spcAft>
            <a:buNone/>
          </a:pPr>
          <a:r>
            <a:rPr lang="en-US" altLang="zh-CN" sz="1800" kern="1200" dirty="0"/>
            <a:t>Developer</a:t>
          </a:r>
        </a:p>
        <a:p>
          <a:pPr marL="0" lvl="0" indent="0" algn="ctr" defTabSz="800100">
            <a:lnSpc>
              <a:spcPct val="100000"/>
            </a:lnSpc>
            <a:spcBef>
              <a:spcPct val="0"/>
            </a:spcBef>
            <a:spcAft>
              <a:spcPts val="0"/>
            </a:spcAft>
            <a:buNone/>
          </a:pPr>
          <a:r>
            <a:rPr lang="zh-CN" altLang="en-US" sz="1800" kern="1200" dirty="0"/>
            <a:t>开发者</a:t>
          </a:r>
        </a:p>
      </dsp:txBody>
      <dsp:txXfrm>
        <a:off x="580" y="2309960"/>
        <a:ext cx="2526292" cy="900004"/>
      </dsp:txXfrm>
    </dsp:sp>
    <dsp:sp modelId="{3BD3742E-89D8-4278-B047-2E690CF46C27}">
      <dsp:nvSpPr>
        <dsp:cNvPr id="0" name=""/>
        <dsp:cNvSpPr/>
      </dsp:nvSpPr>
      <dsp:spPr>
        <a:xfrm>
          <a:off x="3057393" y="2309960"/>
          <a:ext cx="2526292" cy="900004"/>
        </a:xfrm>
        <a:prstGeom prst="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100000"/>
            </a:lnSpc>
            <a:spcBef>
              <a:spcPct val="0"/>
            </a:spcBef>
            <a:spcAft>
              <a:spcPts val="0"/>
            </a:spcAft>
            <a:buNone/>
          </a:pPr>
          <a:r>
            <a:rPr lang="en-US" altLang="zh-CN" sz="1800" kern="1200" dirty="0"/>
            <a:t>Product Owner</a:t>
          </a:r>
        </a:p>
        <a:p>
          <a:pPr marL="0" lvl="0" indent="0" algn="ctr" defTabSz="800100">
            <a:lnSpc>
              <a:spcPct val="100000"/>
            </a:lnSpc>
            <a:spcBef>
              <a:spcPct val="0"/>
            </a:spcBef>
            <a:spcAft>
              <a:spcPts val="0"/>
            </a:spcAft>
            <a:buNone/>
          </a:pPr>
          <a:r>
            <a:rPr lang="zh-CN" altLang="en-US" sz="1800" kern="1200" dirty="0"/>
            <a:t>产品负责人</a:t>
          </a:r>
        </a:p>
      </dsp:txBody>
      <dsp:txXfrm>
        <a:off x="3057393" y="2309960"/>
        <a:ext cx="2526292" cy="900004"/>
      </dsp:txXfrm>
    </dsp:sp>
    <dsp:sp modelId="{E24E934A-6782-4A44-B105-7B83B7DB5B47}">
      <dsp:nvSpPr>
        <dsp:cNvPr id="0" name=""/>
        <dsp:cNvSpPr/>
      </dsp:nvSpPr>
      <dsp:spPr>
        <a:xfrm>
          <a:off x="6114207" y="2309960"/>
          <a:ext cx="2526292" cy="900004"/>
        </a:xfrm>
        <a:prstGeom prst="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100000"/>
            </a:lnSpc>
            <a:spcBef>
              <a:spcPct val="0"/>
            </a:spcBef>
            <a:spcAft>
              <a:spcPts val="0"/>
            </a:spcAft>
            <a:buNone/>
          </a:pPr>
          <a:r>
            <a:rPr lang="en-US" altLang="zh-CN" sz="1800" kern="1200" dirty="0"/>
            <a:t>Scrum Master</a:t>
          </a:r>
        </a:p>
        <a:p>
          <a:pPr marL="0" lvl="0" indent="0" algn="ctr" defTabSz="800100">
            <a:lnSpc>
              <a:spcPct val="100000"/>
            </a:lnSpc>
            <a:spcBef>
              <a:spcPct val="0"/>
            </a:spcBef>
            <a:spcAft>
              <a:spcPts val="0"/>
            </a:spcAft>
            <a:buNone/>
          </a:pPr>
          <a:r>
            <a:rPr lang="zh-CN" altLang="en-US" sz="1800" kern="1200" dirty="0"/>
            <a:t>敏捷教练</a:t>
          </a:r>
        </a:p>
      </dsp:txBody>
      <dsp:txXfrm>
        <a:off x="6114207" y="2309960"/>
        <a:ext cx="2526292" cy="900004"/>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94F4DF1-37BB-4ECD-9418-D07081488686}">
      <dsp:nvSpPr>
        <dsp:cNvPr id="0" name=""/>
        <dsp:cNvSpPr/>
      </dsp:nvSpPr>
      <dsp:spPr>
        <a:xfrm>
          <a:off x="842595" y="51954"/>
          <a:ext cx="6955889" cy="1011581"/>
        </a:xfrm>
        <a:prstGeom prst="rightArrow">
          <a:avLst>
            <a:gd name="adj1" fmla="val 50000"/>
            <a:gd name="adj2" fmla="val 5000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254000" bIns="160589" numCol="1" spcCol="1270" anchor="ctr" anchorCtr="0">
          <a:noAutofit/>
        </a:bodyPr>
        <a:lstStyle/>
        <a:p>
          <a:pPr marL="0" lvl="0" indent="0" algn="l" defTabSz="622300">
            <a:lnSpc>
              <a:spcPct val="90000"/>
            </a:lnSpc>
            <a:spcBef>
              <a:spcPct val="0"/>
            </a:spcBef>
            <a:spcAft>
              <a:spcPct val="35000"/>
            </a:spcAft>
            <a:buNone/>
          </a:pPr>
          <a:r>
            <a:rPr lang="en-US" altLang="zh-CN" sz="1400" kern="1200" dirty="0"/>
            <a:t>Sprint</a:t>
          </a:r>
          <a:endParaRPr lang="zh-CN" altLang="en-US" sz="1400" kern="1200" dirty="0"/>
        </a:p>
      </dsp:txBody>
      <dsp:txXfrm>
        <a:off x="842595" y="304849"/>
        <a:ext cx="6702994" cy="505791"/>
      </dsp:txXfrm>
    </dsp:sp>
    <dsp:sp modelId="{E86EC7DA-1671-4DAB-B8CD-684A0A10D28B}">
      <dsp:nvSpPr>
        <dsp:cNvPr id="0" name=""/>
        <dsp:cNvSpPr/>
      </dsp:nvSpPr>
      <dsp:spPr>
        <a:xfrm>
          <a:off x="842595" y="830724"/>
          <a:ext cx="1285587" cy="1857425"/>
        </a:xfrm>
        <a:prstGeom prst="rect">
          <a:avLst/>
        </a:prstGeom>
        <a:solidFill>
          <a:schemeClr val="lt1">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zh-CN" altLang="en-US" sz="1400" kern="1200" dirty="0"/>
            <a:t>冲刺</a:t>
          </a:r>
        </a:p>
      </dsp:txBody>
      <dsp:txXfrm>
        <a:off x="842595" y="830724"/>
        <a:ext cx="1285587" cy="1857425"/>
      </dsp:txXfrm>
    </dsp:sp>
    <dsp:sp modelId="{3377E146-BBE8-4251-922A-3A142A5DB22A}">
      <dsp:nvSpPr>
        <dsp:cNvPr id="0" name=""/>
        <dsp:cNvSpPr/>
      </dsp:nvSpPr>
      <dsp:spPr>
        <a:xfrm>
          <a:off x="2128043" y="389278"/>
          <a:ext cx="5670441" cy="1011581"/>
        </a:xfrm>
        <a:prstGeom prst="rightArrow">
          <a:avLst>
            <a:gd name="adj1" fmla="val 50000"/>
            <a:gd name="adj2" fmla="val 50000"/>
          </a:avLst>
        </a:prstGeom>
        <a:solidFill>
          <a:schemeClr val="accent5">
            <a:hueOff val="-1689636"/>
            <a:satOff val="-4355"/>
            <a:lumOff val="-2941"/>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254000" bIns="160589" numCol="1" spcCol="1270" anchor="ctr" anchorCtr="0">
          <a:noAutofit/>
        </a:bodyPr>
        <a:lstStyle/>
        <a:p>
          <a:pPr marL="0" lvl="0" indent="0" algn="l" defTabSz="622300">
            <a:lnSpc>
              <a:spcPct val="90000"/>
            </a:lnSpc>
            <a:spcBef>
              <a:spcPct val="0"/>
            </a:spcBef>
            <a:spcAft>
              <a:spcPct val="35000"/>
            </a:spcAft>
            <a:buNone/>
          </a:pPr>
          <a:r>
            <a:rPr lang="en-US" altLang="zh-CN" sz="1400" kern="1200" dirty="0"/>
            <a:t>Spring Planning</a:t>
          </a:r>
          <a:endParaRPr lang="zh-CN" altLang="en-US" sz="1400" kern="1200" dirty="0"/>
        </a:p>
      </dsp:txBody>
      <dsp:txXfrm>
        <a:off x="2128043" y="642173"/>
        <a:ext cx="5417546" cy="505791"/>
      </dsp:txXfrm>
    </dsp:sp>
    <dsp:sp modelId="{3F0F4678-4480-4F65-812F-7188E8E3BA27}">
      <dsp:nvSpPr>
        <dsp:cNvPr id="0" name=""/>
        <dsp:cNvSpPr/>
      </dsp:nvSpPr>
      <dsp:spPr>
        <a:xfrm>
          <a:off x="2128043" y="1168048"/>
          <a:ext cx="1285587" cy="1857425"/>
        </a:xfrm>
        <a:prstGeom prst="rect">
          <a:avLst/>
        </a:prstGeom>
        <a:solidFill>
          <a:schemeClr val="lt1">
            <a:hueOff val="0"/>
            <a:satOff val="0"/>
            <a:lumOff val="0"/>
            <a:alphaOff val="0"/>
          </a:schemeClr>
        </a:solidFill>
        <a:ln w="12700" cap="flat" cmpd="sng" algn="ctr">
          <a:solidFill>
            <a:schemeClr val="accent5">
              <a:hueOff val="-1689636"/>
              <a:satOff val="-4355"/>
              <a:lumOff val="-2941"/>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zh-CN" altLang="en-US" sz="1400" kern="1200" dirty="0"/>
            <a:t>规划</a:t>
          </a:r>
        </a:p>
      </dsp:txBody>
      <dsp:txXfrm>
        <a:off x="2128043" y="1168048"/>
        <a:ext cx="1285587" cy="1857425"/>
      </dsp:txXfrm>
    </dsp:sp>
    <dsp:sp modelId="{962DE86B-57FB-4E57-B9E2-1CDD9869201D}">
      <dsp:nvSpPr>
        <dsp:cNvPr id="0" name=""/>
        <dsp:cNvSpPr/>
      </dsp:nvSpPr>
      <dsp:spPr>
        <a:xfrm>
          <a:off x="3413491" y="726602"/>
          <a:ext cx="4384993" cy="1011581"/>
        </a:xfrm>
        <a:prstGeom prst="rightArrow">
          <a:avLst>
            <a:gd name="adj1" fmla="val 50000"/>
            <a:gd name="adj2" fmla="val 50000"/>
          </a:avLst>
        </a:prstGeom>
        <a:solidFill>
          <a:schemeClr val="accent5">
            <a:hueOff val="-3379271"/>
            <a:satOff val="-8710"/>
            <a:lumOff val="-588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254000" bIns="160589" numCol="1" spcCol="1270" anchor="ctr" anchorCtr="0">
          <a:noAutofit/>
        </a:bodyPr>
        <a:lstStyle/>
        <a:p>
          <a:pPr marL="0" lvl="0" indent="0" algn="l" defTabSz="622300">
            <a:lnSpc>
              <a:spcPct val="90000"/>
            </a:lnSpc>
            <a:spcBef>
              <a:spcPct val="0"/>
            </a:spcBef>
            <a:spcAft>
              <a:spcPct val="35000"/>
            </a:spcAft>
            <a:buNone/>
          </a:pPr>
          <a:r>
            <a:rPr lang="en-US" altLang="zh-CN" sz="1400" kern="1200" dirty="0"/>
            <a:t>Daily Scrum</a:t>
          </a:r>
          <a:endParaRPr lang="zh-CN" altLang="en-US" sz="1400" kern="1200" dirty="0"/>
        </a:p>
      </dsp:txBody>
      <dsp:txXfrm>
        <a:off x="3413491" y="979497"/>
        <a:ext cx="4132098" cy="505791"/>
      </dsp:txXfrm>
    </dsp:sp>
    <dsp:sp modelId="{A2FE8EDA-D970-4B0B-BEE7-3C260734EB3F}">
      <dsp:nvSpPr>
        <dsp:cNvPr id="0" name=""/>
        <dsp:cNvSpPr/>
      </dsp:nvSpPr>
      <dsp:spPr>
        <a:xfrm>
          <a:off x="3413491" y="1505371"/>
          <a:ext cx="1285587" cy="1857425"/>
        </a:xfrm>
        <a:prstGeom prst="rect">
          <a:avLst/>
        </a:prstGeom>
        <a:solidFill>
          <a:schemeClr val="lt1">
            <a:hueOff val="0"/>
            <a:satOff val="0"/>
            <a:lumOff val="0"/>
            <a:alphaOff val="0"/>
          </a:schemeClr>
        </a:solidFill>
        <a:ln w="12700" cap="flat" cmpd="sng" algn="ctr">
          <a:solidFill>
            <a:schemeClr val="accent5">
              <a:hueOff val="-3379271"/>
              <a:satOff val="-8710"/>
              <a:lumOff val="-5883"/>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zh-CN" altLang="en-US" sz="1400" kern="1200" dirty="0"/>
            <a:t>每日站会</a:t>
          </a:r>
        </a:p>
      </dsp:txBody>
      <dsp:txXfrm>
        <a:off x="3413491" y="1505371"/>
        <a:ext cx="1285587" cy="1857425"/>
      </dsp:txXfrm>
    </dsp:sp>
    <dsp:sp modelId="{C0E91409-81B0-4028-907D-5327B5143ADB}">
      <dsp:nvSpPr>
        <dsp:cNvPr id="0" name=""/>
        <dsp:cNvSpPr/>
      </dsp:nvSpPr>
      <dsp:spPr>
        <a:xfrm>
          <a:off x="4699636" y="1063926"/>
          <a:ext cx="3098848" cy="1011581"/>
        </a:xfrm>
        <a:prstGeom prst="rightArrow">
          <a:avLst>
            <a:gd name="adj1" fmla="val 50000"/>
            <a:gd name="adj2" fmla="val 50000"/>
          </a:avLst>
        </a:prstGeom>
        <a:solidFill>
          <a:schemeClr val="accent5">
            <a:hueOff val="-5068907"/>
            <a:satOff val="-13064"/>
            <a:lumOff val="-882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254000" bIns="160589" numCol="1" spcCol="1270" anchor="ctr" anchorCtr="0">
          <a:noAutofit/>
        </a:bodyPr>
        <a:lstStyle/>
        <a:p>
          <a:pPr marL="0" lvl="0" indent="0" algn="l" defTabSz="622300">
            <a:lnSpc>
              <a:spcPct val="90000"/>
            </a:lnSpc>
            <a:spcBef>
              <a:spcPct val="0"/>
            </a:spcBef>
            <a:spcAft>
              <a:spcPct val="35000"/>
            </a:spcAft>
            <a:buNone/>
          </a:pPr>
          <a:r>
            <a:rPr lang="en-US" altLang="zh-CN" sz="1400" kern="1200" dirty="0"/>
            <a:t>Review</a:t>
          </a:r>
          <a:endParaRPr lang="zh-CN" altLang="en-US" sz="1400" kern="1200" dirty="0"/>
        </a:p>
      </dsp:txBody>
      <dsp:txXfrm>
        <a:off x="4699636" y="1316821"/>
        <a:ext cx="2845953" cy="505791"/>
      </dsp:txXfrm>
    </dsp:sp>
    <dsp:sp modelId="{2B2584B2-DDE4-43C5-AC13-F191D54BFA19}">
      <dsp:nvSpPr>
        <dsp:cNvPr id="0" name=""/>
        <dsp:cNvSpPr/>
      </dsp:nvSpPr>
      <dsp:spPr>
        <a:xfrm>
          <a:off x="4699636" y="1842695"/>
          <a:ext cx="1285587" cy="1857425"/>
        </a:xfrm>
        <a:prstGeom prst="rect">
          <a:avLst/>
        </a:prstGeom>
        <a:solidFill>
          <a:schemeClr val="lt1">
            <a:hueOff val="0"/>
            <a:satOff val="0"/>
            <a:lumOff val="0"/>
            <a:alphaOff val="0"/>
          </a:schemeClr>
        </a:solidFill>
        <a:ln w="12700" cap="flat" cmpd="sng" algn="ctr">
          <a:solidFill>
            <a:schemeClr val="accent5">
              <a:hueOff val="-5068907"/>
              <a:satOff val="-13064"/>
              <a:lumOff val="-8824"/>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zh-CN" altLang="en-US" sz="1400" kern="1200" dirty="0"/>
            <a:t>评审</a:t>
          </a:r>
        </a:p>
      </dsp:txBody>
      <dsp:txXfrm>
        <a:off x="4699636" y="1842695"/>
        <a:ext cx="1285587" cy="1857425"/>
      </dsp:txXfrm>
    </dsp:sp>
    <dsp:sp modelId="{C2F78D87-5BAB-4238-BA32-642972FEF7AA}">
      <dsp:nvSpPr>
        <dsp:cNvPr id="0" name=""/>
        <dsp:cNvSpPr/>
      </dsp:nvSpPr>
      <dsp:spPr>
        <a:xfrm>
          <a:off x="5985084" y="1401249"/>
          <a:ext cx="1813400" cy="1011581"/>
        </a:xfrm>
        <a:prstGeom prst="rightArrow">
          <a:avLst>
            <a:gd name="adj1" fmla="val 50000"/>
            <a:gd name="adj2" fmla="val 50000"/>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254000" bIns="160589" numCol="1" spcCol="1270" anchor="ctr" anchorCtr="0">
          <a:noAutofit/>
        </a:bodyPr>
        <a:lstStyle/>
        <a:p>
          <a:pPr marL="0" lvl="0" indent="0" algn="l" defTabSz="622300">
            <a:lnSpc>
              <a:spcPct val="90000"/>
            </a:lnSpc>
            <a:spcBef>
              <a:spcPct val="0"/>
            </a:spcBef>
            <a:spcAft>
              <a:spcPct val="35000"/>
            </a:spcAft>
            <a:buNone/>
          </a:pPr>
          <a:r>
            <a:rPr lang="en-US" altLang="zh-CN" sz="1400" kern="1200" dirty="0"/>
            <a:t>Retrospective</a:t>
          </a:r>
          <a:endParaRPr lang="zh-CN" altLang="en-US" sz="1400" kern="1200" dirty="0"/>
        </a:p>
      </dsp:txBody>
      <dsp:txXfrm>
        <a:off x="5985084" y="1654144"/>
        <a:ext cx="1560505" cy="505791"/>
      </dsp:txXfrm>
    </dsp:sp>
    <dsp:sp modelId="{5E52CB30-E02C-40CD-B263-64B93A59E37F}">
      <dsp:nvSpPr>
        <dsp:cNvPr id="0" name=""/>
        <dsp:cNvSpPr/>
      </dsp:nvSpPr>
      <dsp:spPr>
        <a:xfrm>
          <a:off x="5985084" y="2180019"/>
          <a:ext cx="1285587" cy="1857425"/>
        </a:xfrm>
        <a:prstGeom prst="rect">
          <a:avLst/>
        </a:prstGeom>
        <a:solidFill>
          <a:schemeClr val="lt1">
            <a:hueOff val="0"/>
            <a:satOff val="0"/>
            <a:lumOff val="0"/>
            <a:alphaOff val="0"/>
          </a:schemeClr>
        </a:solid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zh-CN" altLang="en-US" sz="1400" kern="1200" dirty="0"/>
            <a:t>回顾</a:t>
          </a:r>
        </a:p>
      </dsp:txBody>
      <dsp:txXfrm>
        <a:off x="5985084" y="2180019"/>
        <a:ext cx="1285587" cy="1857425"/>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DA210CE-E0B8-452A-AD79-866B094362ED}">
      <dsp:nvSpPr>
        <dsp:cNvPr id="0" name=""/>
        <dsp:cNvSpPr/>
      </dsp:nvSpPr>
      <dsp:spPr>
        <a:xfrm>
          <a:off x="0" y="889560"/>
          <a:ext cx="5400000" cy="453600"/>
        </a:xfrm>
        <a:prstGeom prst="rect">
          <a:avLst/>
        </a:prstGeom>
        <a:solidFill>
          <a:schemeClr val="lt1">
            <a:alpha val="90000"/>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DD02235A-25BF-4B29-9162-A7F92081A1E0}">
      <dsp:nvSpPr>
        <dsp:cNvPr id="0" name=""/>
        <dsp:cNvSpPr/>
      </dsp:nvSpPr>
      <dsp:spPr>
        <a:xfrm>
          <a:off x="270000" y="623879"/>
          <a:ext cx="3780000" cy="531360"/>
        </a:xfrm>
        <a:prstGeom prst="round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90000"/>
            </a:lnSpc>
            <a:spcBef>
              <a:spcPct val="0"/>
            </a:spcBef>
            <a:spcAft>
              <a:spcPct val="35000"/>
            </a:spcAft>
            <a:buNone/>
          </a:pPr>
          <a:r>
            <a:rPr lang="en-US" altLang="zh-CN" sz="1800" kern="1200" dirty="0"/>
            <a:t>Product Backlog </a:t>
          </a:r>
          <a:r>
            <a:rPr lang="zh-CN" altLang="en-US" sz="1800" kern="1200" dirty="0"/>
            <a:t>产品待办事项 </a:t>
          </a:r>
        </a:p>
      </dsp:txBody>
      <dsp:txXfrm>
        <a:off x="295939" y="649818"/>
        <a:ext cx="3728122" cy="479482"/>
      </dsp:txXfrm>
    </dsp:sp>
    <dsp:sp modelId="{F7F664A6-DE14-4ED8-B93A-D4F9738CC253}">
      <dsp:nvSpPr>
        <dsp:cNvPr id="0" name=""/>
        <dsp:cNvSpPr/>
      </dsp:nvSpPr>
      <dsp:spPr>
        <a:xfrm>
          <a:off x="0" y="1706040"/>
          <a:ext cx="5400000" cy="453600"/>
        </a:xfrm>
        <a:prstGeom prst="rect">
          <a:avLst/>
        </a:prstGeom>
        <a:solidFill>
          <a:schemeClr val="lt1">
            <a:alpha val="90000"/>
            <a:hueOff val="0"/>
            <a:satOff val="0"/>
            <a:lumOff val="0"/>
            <a:alphaOff val="0"/>
          </a:schemeClr>
        </a:solidFill>
        <a:ln w="12700" cap="flat" cmpd="sng" algn="ctr">
          <a:solidFill>
            <a:schemeClr val="accent5">
              <a:hueOff val="-3379271"/>
              <a:satOff val="-8710"/>
              <a:lumOff val="-5883"/>
              <a:alphaOff val="0"/>
            </a:schemeClr>
          </a:solidFill>
          <a:prstDash val="solid"/>
          <a:miter lim="800000"/>
        </a:ln>
        <a:effectLst/>
      </dsp:spPr>
      <dsp:style>
        <a:lnRef idx="2">
          <a:scrgbClr r="0" g="0" b="0"/>
        </a:lnRef>
        <a:fillRef idx="1">
          <a:scrgbClr r="0" g="0" b="0"/>
        </a:fillRef>
        <a:effectRef idx="0">
          <a:scrgbClr r="0" g="0" b="0"/>
        </a:effectRef>
        <a:fontRef idx="minor"/>
      </dsp:style>
    </dsp:sp>
    <dsp:sp modelId="{FD40A4DF-7C4E-41CE-A7B9-B01921CDC790}">
      <dsp:nvSpPr>
        <dsp:cNvPr id="0" name=""/>
        <dsp:cNvSpPr/>
      </dsp:nvSpPr>
      <dsp:spPr>
        <a:xfrm>
          <a:off x="270000" y="1440360"/>
          <a:ext cx="3780000" cy="531360"/>
        </a:xfrm>
        <a:prstGeom prst="roundRect">
          <a:avLst/>
        </a:prstGeom>
        <a:solidFill>
          <a:schemeClr val="accent5">
            <a:hueOff val="-3379271"/>
            <a:satOff val="-8710"/>
            <a:lumOff val="-588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90000"/>
            </a:lnSpc>
            <a:spcBef>
              <a:spcPct val="0"/>
            </a:spcBef>
            <a:spcAft>
              <a:spcPct val="35000"/>
            </a:spcAft>
            <a:buNone/>
          </a:pPr>
          <a:r>
            <a:rPr lang="en-US" altLang="zh-CN" sz="1800" kern="1200" dirty="0"/>
            <a:t>Sprint Backlog </a:t>
          </a:r>
          <a:r>
            <a:rPr lang="zh-CN" altLang="en-US" sz="1800" kern="1200" dirty="0"/>
            <a:t>冲刺待办事项</a:t>
          </a:r>
        </a:p>
      </dsp:txBody>
      <dsp:txXfrm>
        <a:off x="295939" y="1466299"/>
        <a:ext cx="3728122" cy="479482"/>
      </dsp:txXfrm>
    </dsp:sp>
    <dsp:sp modelId="{44DB4402-D2FD-4BD6-9786-F158A4EC5712}">
      <dsp:nvSpPr>
        <dsp:cNvPr id="0" name=""/>
        <dsp:cNvSpPr/>
      </dsp:nvSpPr>
      <dsp:spPr>
        <a:xfrm>
          <a:off x="0" y="2522519"/>
          <a:ext cx="5400000" cy="453600"/>
        </a:xfrm>
        <a:prstGeom prst="rect">
          <a:avLst/>
        </a:prstGeom>
        <a:solidFill>
          <a:schemeClr val="lt1">
            <a:alpha val="90000"/>
            <a:hueOff val="0"/>
            <a:satOff val="0"/>
            <a:lumOff val="0"/>
            <a:alphaOff val="0"/>
          </a:schemeClr>
        </a:solid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dsp:style>
    </dsp:sp>
    <dsp:sp modelId="{0CC10CEA-1E00-49BD-A38F-CC6B008709AD}">
      <dsp:nvSpPr>
        <dsp:cNvPr id="0" name=""/>
        <dsp:cNvSpPr/>
      </dsp:nvSpPr>
      <dsp:spPr>
        <a:xfrm>
          <a:off x="270000" y="2256840"/>
          <a:ext cx="3780000" cy="531360"/>
        </a:xfrm>
        <a:prstGeom prst="roundRect">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90000"/>
            </a:lnSpc>
            <a:spcBef>
              <a:spcPct val="0"/>
            </a:spcBef>
            <a:spcAft>
              <a:spcPct val="35000"/>
            </a:spcAft>
            <a:buNone/>
          </a:pPr>
          <a:r>
            <a:rPr lang="en-US" altLang="zh-CN" sz="1800" kern="1200" dirty="0"/>
            <a:t>Increment </a:t>
          </a:r>
          <a:r>
            <a:rPr lang="zh-CN" altLang="en-US" sz="1800" kern="1200" dirty="0"/>
            <a:t>增量</a:t>
          </a:r>
        </a:p>
      </dsp:txBody>
      <dsp:txXfrm>
        <a:off x="295939" y="2282779"/>
        <a:ext cx="3728122" cy="479482"/>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4321236-7E97-488C-9025-7B1510750C97}">
      <dsp:nvSpPr>
        <dsp:cNvPr id="0" name=""/>
        <dsp:cNvSpPr/>
      </dsp:nvSpPr>
      <dsp:spPr>
        <a:xfrm>
          <a:off x="2160000" y="0"/>
          <a:ext cx="1080000" cy="720000"/>
        </a:xfrm>
        <a:prstGeom prst="trapezoid">
          <a:avLst>
            <a:gd name="adj" fmla="val 75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自我实现</a:t>
          </a:r>
        </a:p>
      </dsp:txBody>
      <dsp:txXfrm>
        <a:off x="2160000" y="0"/>
        <a:ext cx="1080000" cy="720000"/>
      </dsp:txXfrm>
    </dsp:sp>
    <dsp:sp modelId="{2F299D70-5224-4C9C-9CB1-AFD882711B69}">
      <dsp:nvSpPr>
        <dsp:cNvPr id="0" name=""/>
        <dsp:cNvSpPr/>
      </dsp:nvSpPr>
      <dsp:spPr>
        <a:xfrm>
          <a:off x="1620000" y="720000"/>
          <a:ext cx="2160000" cy="720000"/>
        </a:xfrm>
        <a:prstGeom prst="trapezoid">
          <a:avLst>
            <a:gd name="adj" fmla="val 75000"/>
          </a:avLst>
        </a:prstGeom>
        <a:solidFill>
          <a:schemeClr val="accent4">
            <a:hueOff val="2450223"/>
            <a:satOff val="-10194"/>
            <a:lumOff val="240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自尊</a:t>
          </a:r>
        </a:p>
      </dsp:txBody>
      <dsp:txXfrm>
        <a:off x="1998000" y="720000"/>
        <a:ext cx="1404000" cy="720000"/>
      </dsp:txXfrm>
    </dsp:sp>
    <dsp:sp modelId="{76D34559-A530-45C2-A0B6-720AD4C0207E}">
      <dsp:nvSpPr>
        <dsp:cNvPr id="0" name=""/>
        <dsp:cNvSpPr/>
      </dsp:nvSpPr>
      <dsp:spPr>
        <a:xfrm>
          <a:off x="1080000" y="1440000"/>
          <a:ext cx="3240000" cy="720000"/>
        </a:xfrm>
        <a:prstGeom prst="trapezoid">
          <a:avLst>
            <a:gd name="adj" fmla="val 75000"/>
          </a:avLst>
        </a:prstGeom>
        <a:solidFill>
          <a:schemeClr val="accent4">
            <a:hueOff val="4900445"/>
            <a:satOff val="-20388"/>
            <a:lumOff val="480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社会交往</a:t>
          </a:r>
        </a:p>
      </dsp:txBody>
      <dsp:txXfrm>
        <a:off x="1646999" y="1440000"/>
        <a:ext cx="2106000" cy="720000"/>
      </dsp:txXfrm>
    </dsp:sp>
    <dsp:sp modelId="{8F6F6EB1-74EE-4946-86A7-A5F9FCDABEE5}">
      <dsp:nvSpPr>
        <dsp:cNvPr id="0" name=""/>
        <dsp:cNvSpPr/>
      </dsp:nvSpPr>
      <dsp:spPr>
        <a:xfrm>
          <a:off x="540000" y="2160000"/>
          <a:ext cx="4320000" cy="720000"/>
        </a:xfrm>
        <a:prstGeom prst="trapezoid">
          <a:avLst>
            <a:gd name="adj" fmla="val 75000"/>
          </a:avLst>
        </a:prstGeom>
        <a:solidFill>
          <a:schemeClr val="accent4">
            <a:hueOff val="7350668"/>
            <a:satOff val="-30583"/>
            <a:lumOff val="720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安全</a:t>
          </a:r>
        </a:p>
      </dsp:txBody>
      <dsp:txXfrm>
        <a:off x="1295999" y="2160000"/>
        <a:ext cx="2808000" cy="720000"/>
      </dsp:txXfrm>
    </dsp:sp>
    <dsp:sp modelId="{50DFD313-CB4A-4B94-8CDD-8D2917A17D7E}">
      <dsp:nvSpPr>
        <dsp:cNvPr id="0" name=""/>
        <dsp:cNvSpPr/>
      </dsp:nvSpPr>
      <dsp:spPr>
        <a:xfrm>
          <a:off x="0" y="2880000"/>
          <a:ext cx="5400000" cy="720000"/>
        </a:xfrm>
        <a:prstGeom prst="trapezoid">
          <a:avLst>
            <a:gd name="adj" fmla="val 75000"/>
          </a:avLst>
        </a:prstGeom>
        <a:solidFill>
          <a:schemeClr val="accent4">
            <a:hueOff val="9800891"/>
            <a:satOff val="-40777"/>
            <a:lumOff val="960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生理</a:t>
          </a:r>
        </a:p>
      </dsp:txBody>
      <dsp:txXfrm>
        <a:off x="944999" y="2880000"/>
        <a:ext cx="3510000" cy="720000"/>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6A9159D-38C1-4756-A832-CEDDEB14E691}">
      <dsp:nvSpPr>
        <dsp:cNvPr id="0" name=""/>
        <dsp:cNvSpPr/>
      </dsp:nvSpPr>
      <dsp:spPr>
        <a:xfrm>
          <a:off x="3167010" y="1470933"/>
          <a:ext cx="1081464" cy="948511"/>
        </a:xfrm>
        <a:prstGeom prst="roundRect">
          <a:avLst/>
        </a:prstGeom>
        <a:solidFill>
          <a:schemeClr val="accent2"/>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5880" tIns="55880" rIns="55880" bIns="55880" numCol="1" spcCol="1270" anchor="ctr" anchorCtr="0">
          <a:noAutofit/>
        </a:bodyPr>
        <a:lstStyle/>
        <a:p>
          <a:pPr marL="0" lvl="0" indent="0" algn="ctr" defTabSz="977900">
            <a:lnSpc>
              <a:spcPct val="90000"/>
            </a:lnSpc>
            <a:spcBef>
              <a:spcPct val="0"/>
            </a:spcBef>
            <a:spcAft>
              <a:spcPct val="35000"/>
            </a:spcAft>
            <a:buNone/>
          </a:pPr>
          <a:r>
            <a:rPr lang="zh-CN" altLang="en-US" sz="2200" kern="1200" dirty="0"/>
            <a:t>三要素</a:t>
          </a:r>
        </a:p>
      </dsp:txBody>
      <dsp:txXfrm>
        <a:off x="3213312" y="1517235"/>
        <a:ext cx="988860" cy="855907"/>
      </dsp:txXfrm>
    </dsp:sp>
    <dsp:sp modelId="{E036DDC7-86A9-4942-86FB-0BD5462B5B84}">
      <dsp:nvSpPr>
        <dsp:cNvPr id="0" name=""/>
        <dsp:cNvSpPr/>
      </dsp:nvSpPr>
      <dsp:spPr>
        <a:xfrm rot="16200000">
          <a:off x="3375072" y="1138263"/>
          <a:ext cx="665341" cy="0"/>
        </a:xfrm>
        <a:custGeom>
          <a:avLst/>
          <a:gdLst/>
          <a:ahLst/>
          <a:cxnLst/>
          <a:rect l="0" t="0" r="0" b="0"/>
          <a:pathLst>
            <a:path>
              <a:moveTo>
                <a:pt x="0" y="0"/>
              </a:moveTo>
              <a:lnTo>
                <a:pt x="665341"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AADCF43-3232-40F4-97EF-08E0483DDA09}">
      <dsp:nvSpPr>
        <dsp:cNvPr id="0" name=""/>
        <dsp:cNvSpPr/>
      </dsp:nvSpPr>
      <dsp:spPr>
        <a:xfrm>
          <a:off x="3103815" y="170089"/>
          <a:ext cx="1207855" cy="635502"/>
        </a:xfrm>
        <a:prstGeom prst="roundRect">
          <a:avLst/>
        </a:prstGeom>
        <a:solidFill>
          <a:schemeClr val="accent5">
            <a:hueOff val="-2252848"/>
            <a:satOff val="-5806"/>
            <a:lumOff val="-392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0800" tIns="50800" rIns="50800" bIns="508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风险事件</a:t>
          </a:r>
        </a:p>
      </dsp:txBody>
      <dsp:txXfrm>
        <a:off x="3134838" y="201112"/>
        <a:ext cx="1145809" cy="573456"/>
      </dsp:txXfrm>
    </dsp:sp>
    <dsp:sp modelId="{67336EBA-D51C-4A59-8645-56330AC30058}">
      <dsp:nvSpPr>
        <dsp:cNvPr id="0" name=""/>
        <dsp:cNvSpPr/>
      </dsp:nvSpPr>
      <dsp:spPr>
        <a:xfrm rot="1800000">
          <a:off x="4233493" y="2313294"/>
          <a:ext cx="223652" cy="0"/>
        </a:xfrm>
        <a:custGeom>
          <a:avLst/>
          <a:gdLst/>
          <a:ahLst/>
          <a:cxnLst/>
          <a:rect l="0" t="0" r="0" b="0"/>
          <a:pathLst>
            <a:path>
              <a:moveTo>
                <a:pt x="0" y="0"/>
              </a:moveTo>
              <a:lnTo>
                <a:pt x="223652"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F0164DC-E322-40FD-9B12-21763D0605E5}">
      <dsp:nvSpPr>
        <dsp:cNvPr id="0" name=""/>
        <dsp:cNvSpPr/>
      </dsp:nvSpPr>
      <dsp:spPr>
        <a:xfrm>
          <a:off x="4442163" y="2356112"/>
          <a:ext cx="1055360" cy="635502"/>
        </a:xfrm>
        <a:prstGeom prst="roundRect">
          <a:avLst/>
        </a:prstGeom>
        <a:solidFill>
          <a:schemeClr val="accent5">
            <a:hueOff val="-4505695"/>
            <a:satOff val="-11613"/>
            <a:lumOff val="-784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43180" rIns="43180" bIns="43180" numCol="1" spcCol="1270" anchor="ctr" anchorCtr="0">
          <a:noAutofit/>
        </a:bodyPr>
        <a:lstStyle/>
        <a:p>
          <a:pPr marL="0" lvl="0" indent="0" algn="ctr" defTabSz="755650">
            <a:lnSpc>
              <a:spcPct val="90000"/>
            </a:lnSpc>
            <a:spcBef>
              <a:spcPct val="0"/>
            </a:spcBef>
            <a:spcAft>
              <a:spcPct val="35000"/>
            </a:spcAft>
            <a:buNone/>
          </a:pPr>
          <a:r>
            <a:rPr lang="zh-CN" altLang="en-US" sz="1700" kern="1200"/>
            <a:t>事件影响</a:t>
          </a:r>
          <a:endParaRPr lang="zh-CN" altLang="en-US" sz="1700" kern="1200" dirty="0"/>
        </a:p>
      </dsp:txBody>
      <dsp:txXfrm>
        <a:off x="4473186" y="2387135"/>
        <a:ext cx="993314" cy="573456"/>
      </dsp:txXfrm>
    </dsp:sp>
    <dsp:sp modelId="{29F38271-CCB7-4FD1-AC5B-FE0118D83BDF}">
      <dsp:nvSpPr>
        <dsp:cNvPr id="0" name=""/>
        <dsp:cNvSpPr/>
      </dsp:nvSpPr>
      <dsp:spPr>
        <a:xfrm rot="9000000">
          <a:off x="2956899" y="2313680"/>
          <a:ext cx="225196" cy="0"/>
        </a:xfrm>
        <a:custGeom>
          <a:avLst/>
          <a:gdLst/>
          <a:ahLst/>
          <a:cxnLst/>
          <a:rect l="0" t="0" r="0" b="0"/>
          <a:pathLst>
            <a:path>
              <a:moveTo>
                <a:pt x="0" y="0"/>
              </a:moveTo>
              <a:lnTo>
                <a:pt x="225196"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F146E54-6BB3-4FBC-8ADD-0B6ECF04AED9}">
      <dsp:nvSpPr>
        <dsp:cNvPr id="0" name=""/>
        <dsp:cNvSpPr/>
      </dsp:nvSpPr>
      <dsp:spPr>
        <a:xfrm>
          <a:off x="1919299" y="2356112"/>
          <a:ext cx="1052684" cy="635502"/>
        </a:xfrm>
        <a:prstGeom prst="roundRect">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43180" rIns="43180" bIns="43180" numCol="1" spcCol="1270" anchor="ctr" anchorCtr="0">
          <a:noAutofit/>
        </a:bodyPr>
        <a:lstStyle/>
        <a:p>
          <a:pPr marL="0" lvl="0" indent="0" algn="ctr" defTabSz="755650">
            <a:lnSpc>
              <a:spcPct val="90000"/>
            </a:lnSpc>
            <a:spcBef>
              <a:spcPct val="0"/>
            </a:spcBef>
            <a:spcAft>
              <a:spcPct val="35000"/>
            </a:spcAft>
            <a:buNone/>
          </a:pPr>
          <a:r>
            <a:rPr lang="zh-CN" altLang="en-US" sz="1700" kern="1200"/>
            <a:t>事件概率</a:t>
          </a:r>
          <a:endParaRPr lang="zh-CN" altLang="en-US" sz="1700" kern="1200" dirty="0"/>
        </a:p>
      </dsp:txBody>
      <dsp:txXfrm>
        <a:off x="1950322" y="2387135"/>
        <a:ext cx="990638" cy="573456"/>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A1DEA56-CC33-43BE-8735-4441E7C69179}">
      <dsp:nvSpPr>
        <dsp:cNvPr id="0" name=""/>
        <dsp:cNvSpPr/>
      </dsp:nvSpPr>
      <dsp:spPr>
        <a:xfrm rot="16200000">
          <a:off x="-796279" y="797029"/>
          <a:ext cx="3544168" cy="1950109"/>
        </a:xfrm>
        <a:prstGeom prst="flowChartManualOperation">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altLang="en-US" sz="2000" kern="1200" baseline="0" dirty="0">
              <a:latin typeface="Montserrat" panose="00000500000000000000" pitchFamily="2" charset="0"/>
              <a:ea typeface="微软雅黑 Light" panose="020B0502040204020203" pitchFamily="34" charset="-122"/>
            </a:rPr>
            <a:t>总价合同</a:t>
          </a:r>
        </a:p>
      </dsp:txBody>
      <dsp:txXfrm rot="5400000">
        <a:off x="750" y="708834"/>
        <a:ext cx="1950109" cy="2126500"/>
      </dsp:txXfrm>
    </dsp:sp>
    <dsp:sp modelId="{CC23A85F-B3C2-4016-B27B-80BB483ECD01}">
      <dsp:nvSpPr>
        <dsp:cNvPr id="0" name=""/>
        <dsp:cNvSpPr/>
      </dsp:nvSpPr>
      <dsp:spPr>
        <a:xfrm rot="16200000">
          <a:off x="1300088" y="797029"/>
          <a:ext cx="3544168" cy="1950109"/>
        </a:xfrm>
        <a:prstGeom prst="flowChartManualOperation">
          <a:avLst/>
        </a:prstGeom>
        <a:solidFill>
          <a:schemeClr val="accent4">
            <a:hueOff val="4900445"/>
            <a:satOff val="-20388"/>
            <a:lumOff val="480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altLang="en-US" sz="2000" kern="1200" baseline="0">
              <a:latin typeface="Montserrat" panose="00000500000000000000" pitchFamily="2" charset="0"/>
              <a:ea typeface="微软雅黑 Light" panose="020B0502040204020203" pitchFamily="34" charset="-122"/>
            </a:rPr>
            <a:t>成本补偿合同</a:t>
          </a:r>
          <a:endParaRPr lang="zh-CN" altLang="en-US" sz="2000" kern="1200" baseline="0" dirty="0">
            <a:latin typeface="Montserrat" panose="00000500000000000000" pitchFamily="2" charset="0"/>
            <a:ea typeface="微软雅黑 Light" panose="020B0502040204020203" pitchFamily="34" charset="-122"/>
          </a:endParaRPr>
        </a:p>
      </dsp:txBody>
      <dsp:txXfrm rot="5400000">
        <a:off x="2097117" y="708834"/>
        <a:ext cx="1950109" cy="2126500"/>
      </dsp:txXfrm>
    </dsp:sp>
    <dsp:sp modelId="{16BA34B7-974C-4F6C-94BC-484155B2C518}">
      <dsp:nvSpPr>
        <dsp:cNvPr id="0" name=""/>
        <dsp:cNvSpPr/>
      </dsp:nvSpPr>
      <dsp:spPr>
        <a:xfrm rot="16200000">
          <a:off x="3396455" y="797029"/>
          <a:ext cx="3544168" cy="1950109"/>
        </a:xfrm>
        <a:prstGeom prst="flowChartManualOperation">
          <a:avLst/>
        </a:prstGeom>
        <a:solidFill>
          <a:schemeClr val="accent4">
            <a:hueOff val="9800891"/>
            <a:satOff val="-40777"/>
            <a:lumOff val="960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sz="2000" kern="1200" baseline="0" dirty="0">
              <a:latin typeface="Montserrat" panose="00000500000000000000" pitchFamily="2" charset="0"/>
              <a:ea typeface="微软雅黑 Light" panose="020B0502040204020203" pitchFamily="34" charset="-122"/>
            </a:rPr>
            <a:t>工料合同</a:t>
          </a:r>
          <a:r>
            <a:rPr lang="en-US" sz="2000" kern="1200" baseline="0" dirty="0">
              <a:latin typeface="Montserrat" panose="00000500000000000000" pitchFamily="2" charset="0"/>
              <a:ea typeface="微软雅黑 Light" panose="020B0502040204020203" pitchFamily="34" charset="-122"/>
            </a:rPr>
            <a:t> (T&amp;M)</a:t>
          </a:r>
          <a:endParaRPr lang="zh-CN" altLang="en-US" sz="2000" kern="1200" baseline="0" dirty="0">
            <a:latin typeface="Montserrat" panose="00000500000000000000" pitchFamily="2" charset="0"/>
            <a:ea typeface="微软雅黑 Light" panose="020B0502040204020203" pitchFamily="34" charset="-122"/>
          </a:endParaRPr>
        </a:p>
      </dsp:txBody>
      <dsp:txXfrm rot="5400000">
        <a:off x="4193484" y="708834"/>
        <a:ext cx="1950109" cy="2126500"/>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dirty="0"/>
            <a:t>Time</a:t>
          </a:r>
          <a:endParaRPr lang="zh-CN" altLang="en-US" sz="2200" kern="1200" dirty="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dirty="0"/>
            <a:t>Cost</a:t>
          </a:r>
          <a:endParaRPr lang="zh-CN" altLang="en-US" sz="2200" kern="1200" dirty="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FBF205D-9977-4197-B218-6546F80E8725}">
      <dsp:nvSpPr>
        <dsp:cNvPr id="0" name=""/>
        <dsp:cNvSpPr/>
      </dsp:nvSpPr>
      <dsp:spPr>
        <a:xfrm>
          <a:off x="1951954" y="3992413"/>
          <a:ext cx="101856" cy="101856"/>
        </a:xfrm>
        <a:prstGeom prst="ellipse">
          <a:avLst/>
        </a:prstGeom>
        <a:solidFill>
          <a:schemeClr val="accent5">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E288050-D3C1-43B7-A40C-33CA4EAF871D}">
      <dsp:nvSpPr>
        <dsp:cNvPr id="0" name=""/>
        <dsp:cNvSpPr/>
      </dsp:nvSpPr>
      <dsp:spPr>
        <a:xfrm>
          <a:off x="1725065" y="4095870"/>
          <a:ext cx="101856" cy="101856"/>
        </a:xfrm>
        <a:prstGeom prst="ellipse">
          <a:avLst/>
        </a:prstGeom>
        <a:solidFill>
          <a:schemeClr val="accent5">
            <a:hueOff val="-563212"/>
            <a:satOff val="-1452"/>
            <a:lumOff val="-980"/>
            <a:alphaOff val="0"/>
          </a:schemeClr>
        </a:solidFill>
        <a:ln w="12700" cap="flat" cmpd="sng" algn="ctr">
          <a:solidFill>
            <a:schemeClr val="accent5">
              <a:hueOff val="-563212"/>
              <a:satOff val="-1452"/>
              <a:lumOff val="-98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0650512-A9F8-4507-8DAA-B360DB4B8446}">
      <dsp:nvSpPr>
        <dsp:cNvPr id="0" name=""/>
        <dsp:cNvSpPr/>
      </dsp:nvSpPr>
      <dsp:spPr>
        <a:xfrm>
          <a:off x="1491466" y="4181042"/>
          <a:ext cx="101856" cy="101856"/>
        </a:xfrm>
        <a:prstGeom prst="ellipse">
          <a:avLst/>
        </a:prstGeom>
        <a:solidFill>
          <a:schemeClr val="accent5">
            <a:hueOff val="-1126424"/>
            <a:satOff val="-2903"/>
            <a:lumOff val="-1961"/>
            <a:alphaOff val="0"/>
          </a:schemeClr>
        </a:solidFill>
        <a:ln w="12700" cap="flat" cmpd="sng" algn="ctr">
          <a:solidFill>
            <a:schemeClr val="accent5">
              <a:hueOff val="-1126424"/>
              <a:satOff val="-2903"/>
              <a:lumOff val="-1961"/>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88E4492-38BE-4A53-B47D-620257A76880}">
      <dsp:nvSpPr>
        <dsp:cNvPr id="0" name=""/>
        <dsp:cNvSpPr/>
      </dsp:nvSpPr>
      <dsp:spPr>
        <a:xfrm>
          <a:off x="1251159" y="4247447"/>
          <a:ext cx="101856" cy="101856"/>
        </a:xfrm>
        <a:prstGeom prst="ellipse">
          <a:avLst/>
        </a:prstGeom>
        <a:solidFill>
          <a:schemeClr val="accent5">
            <a:hueOff val="-1689636"/>
            <a:satOff val="-4355"/>
            <a:lumOff val="-2941"/>
            <a:alphaOff val="0"/>
          </a:schemeClr>
        </a:solidFill>
        <a:ln w="12700" cap="flat" cmpd="sng" algn="ctr">
          <a:solidFill>
            <a:schemeClr val="accent5">
              <a:hueOff val="-1689636"/>
              <a:satOff val="-4355"/>
              <a:lumOff val="-2941"/>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7D1C86B-3030-4A29-BCB3-9F7FB7F4A81C}">
      <dsp:nvSpPr>
        <dsp:cNvPr id="0" name=""/>
        <dsp:cNvSpPr/>
      </dsp:nvSpPr>
      <dsp:spPr>
        <a:xfrm>
          <a:off x="3012601" y="3128183"/>
          <a:ext cx="101856" cy="101856"/>
        </a:xfrm>
        <a:prstGeom prst="ellipse">
          <a:avLst/>
        </a:prstGeom>
        <a:solidFill>
          <a:schemeClr val="accent5">
            <a:hueOff val="-2252848"/>
            <a:satOff val="-5806"/>
            <a:lumOff val="-3922"/>
            <a:alphaOff val="0"/>
          </a:schemeClr>
        </a:solidFill>
        <a:ln w="12700" cap="flat" cmpd="sng" algn="ctr">
          <a:solidFill>
            <a:schemeClr val="accent5">
              <a:hueOff val="-2252848"/>
              <a:satOff val="-5806"/>
              <a:lumOff val="-3922"/>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C44CD02-1B5B-407F-BA68-36A5C5225080}">
      <dsp:nvSpPr>
        <dsp:cNvPr id="0" name=""/>
        <dsp:cNvSpPr/>
      </dsp:nvSpPr>
      <dsp:spPr>
        <a:xfrm>
          <a:off x="3617639" y="1860228"/>
          <a:ext cx="101856" cy="101856"/>
        </a:xfrm>
        <a:prstGeom prst="ellipse">
          <a:avLst/>
        </a:prstGeom>
        <a:solidFill>
          <a:schemeClr val="accent5">
            <a:hueOff val="-2816059"/>
            <a:satOff val="-7258"/>
            <a:lumOff val="-4902"/>
            <a:alphaOff val="0"/>
          </a:schemeClr>
        </a:solidFill>
        <a:ln w="12700" cap="flat" cmpd="sng" algn="ctr">
          <a:solidFill>
            <a:schemeClr val="accent5">
              <a:hueOff val="-2816059"/>
              <a:satOff val="-7258"/>
              <a:lumOff val="-4902"/>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CB553B9-2D29-463B-885B-2AB3654FC5DC}">
      <dsp:nvSpPr>
        <dsp:cNvPr id="0" name=""/>
        <dsp:cNvSpPr/>
      </dsp:nvSpPr>
      <dsp:spPr>
        <a:xfrm>
          <a:off x="3454181" y="278051"/>
          <a:ext cx="101856" cy="101856"/>
        </a:xfrm>
        <a:prstGeom prst="ellipse">
          <a:avLst/>
        </a:prstGeom>
        <a:solidFill>
          <a:schemeClr val="accent5">
            <a:hueOff val="-3379271"/>
            <a:satOff val="-8710"/>
            <a:lumOff val="-5883"/>
            <a:alphaOff val="0"/>
          </a:schemeClr>
        </a:solidFill>
        <a:ln w="12700" cap="flat" cmpd="sng" algn="ctr">
          <a:solidFill>
            <a:schemeClr val="accent5">
              <a:hueOff val="-3379271"/>
              <a:satOff val="-8710"/>
              <a:lumOff val="-5883"/>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03DEB45-4767-484B-B07F-8035D4FF8144}">
      <dsp:nvSpPr>
        <dsp:cNvPr id="0" name=""/>
        <dsp:cNvSpPr/>
      </dsp:nvSpPr>
      <dsp:spPr>
        <a:xfrm>
          <a:off x="3599342" y="175075"/>
          <a:ext cx="101856" cy="101856"/>
        </a:xfrm>
        <a:prstGeom prst="ellipse">
          <a:avLst/>
        </a:prstGeom>
        <a:solidFill>
          <a:schemeClr val="accent5">
            <a:hueOff val="-3942483"/>
            <a:satOff val="-10161"/>
            <a:lumOff val="-6863"/>
            <a:alphaOff val="0"/>
          </a:schemeClr>
        </a:solidFill>
        <a:ln w="12700" cap="flat" cmpd="sng" algn="ctr">
          <a:solidFill>
            <a:schemeClr val="accent5">
              <a:hueOff val="-3942483"/>
              <a:satOff val="-10161"/>
              <a:lumOff val="-6863"/>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4587F2D-8A77-4784-A432-D531B1A31BD4}">
      <dsp:nvSpPr>
        <dsp:cNvPr id="0" name=""/>
        <dsp:cNvSpPr/>
      </dsp:nvSpPr>
      <dsp:spPr>
        <a:xfrm>
          <a:off x="3744502" y="72098"/>
          <a:ext cx="101856" cy="101856"/>
        </a:xfrm>
        <a:prstGeom prst="ellipse">
          <a:avLst/>
        </a:prstGeom>
        <a:solidFill>
          <a:schemeClr val="accent5">
            <a:hueOff val="-4505695"/>
            <a:satOff val="-11613"/>
            <a:lumOff val="-7843"/>
            <a:alphaOff val="0"/>
          </a:schemeClr>
        </a:solidFill>
        <a:ln w="12700" cap="flat" cmpd="sng" algn="ctr">
          <a:solidFill>
            <a:schemeClr val="accent5">
              <a:hueOff val="-4505695"/>
              <a:satOff val="-11613"/>
              <a:lumOff val="-7843"/>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F7AA7A6-BE78-4C47-96D0-A9778FD08B06}">
      <dsp:nvSpPr>
        <dsp:cNvPr id="0" name=""/>
        <dsp:cNvSpPr/>
      </dsp:nvSpPr>
      <dsp:spPr>
        <a:xfrm>
          <a:off x="3889662" y="175075"/>
          <a:ext cx="101856" cy="101856"/>
        </a:xfrm>
        <a:prstGeom prst="ellipse">
          <a:avLst/>
        </a:prstGeom>
        <a:solidFill>
          <a:schemeClr val="accent5">
            <a:hueOff val="-5068907"/>
            <a:satOff val="-13064"/>
            <a:lumOff val="-8824"/>
            <a:alphaOff val="0"/>
          </a:schemeClr>
        </a:solidFill>
        <a:ln w="12700" cap="flat" cmpd="sng" algn="ctr">
          <a:solidFill>
            <a:schemeClr val="accent5">
              <a:hueOff val="-5068907"/>
              <a:satOff val="-13064"/>
              <a:lumOff val="-8824"/>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787A4BE-5EB2-474E-9C43-8D94334B42F9}">
      <dsp:nvSpPr>
        <dsp:cNvPr id="0" name=""/>
        <dsp:cNvSpPr/>
      </dsp:nvSpPr>
      <dsp:spPr>
        <a:xfrm>
          <a:off x="4035433" y="278051"/>
          <a:ext cx="101856" cy="101856"/>
        </a:xfrm>
        <a:prstGeom prst="ellipse">
          <a:avLst/>
        </a:prstGeom>
        <a:solidFill>
          <a:schemeClr val="accent5">
            <a:hueOff val="-5632119"/>
            <a:satOff val="-14516"/>
            <a:lumOff val="-9804"/>
            <a:alphaOff val="0"/>
          </a:schemeClr>
        </a:solidFill>
        <a:ln w="12700" cap="flat" cmpd="sng" algn="ctr">
          <a:solidFill>
            <a:schemeClr val="accent5">
              <a:hueOff val="-5632119"/>
              <a:satOff val="-14516"/>
              <a:lumOff val="-9804"/>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0BEC77D-3080-4C6D-9B8C-C10A40531F9D}">
      <dsp:nvSpPr>
        <dsp:cNvPr id="0" name=""/>
        <dsp:cNvSpPr/>
      </dsp:nvSpPr>
      <dsp:spPr>
        <a:xfrm>
          <a:off x="3744502" y="289600"/>
          <a:ext cx="101856" cy="101856"/>
        </a:xfrm>
        <a:prstGeom prst="ellipse">
          <a:avLst/>
        </a:prstGeom>
        <a:solidFill>
          <a:schemeClr val="accent5">
            <a:hueOff val="-6195331"/>
            <a:satOff val="-15967"/>
            <a:lumOff val="-10785"/>
            <a:alphaOff val="0"/>
          </a:schemeClr>
        </a:solidFill>
        <a:ln w="12700" cap="flat" cmpd="sng" algn="ctr">
          <a:solidFill>
            <a:schemeClr val="accent5">
              <a:hueOff val="-6195331"/>
              <a:satOff val="-15967"/>
              <a:lumOff val="-10785"/>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4B063D7-86FA-4070-B7D4-32507B925161}">
      <dsp:nvSpPr>
        <dsp:cNvPr id="0" name=""/>
        <dsp:cNvSpPr/>
      </dsp:nvSpPr>
      <dsp:spPr>
        <a:xfrm>
          <a:off x="3744502" y="507101"/>
          <a:ext cx="101856" cy="101856"/>
        </a:xfrm>
        <a:prstGeom prst="ellipse">
          <a:avLst/>
        </a:prstGeom>
        <a:solidFill>
          <a:schemeClr val="accent5">
            <a:hueOff val="-6758543"/>
            <a:satOff val="-17419"/>
            <a:lumOff val="-11765"/>
            <a:alphaOff val="0"/>
          </a:schemeClr>
        </a:solid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21F8134-CC38-4E63-8BBC-848694C9088E}">
      <dsp:nvSpPr>
        <dsp:cNvPr id="0" name=""/>
        <dsp:cNvSpPr/>
      </dsp:nvSpPr>
      <dsp:spPr>
        <a:xfrm>
          <a:off x="670212" y="4451878"/>
          <a:ext cx="2192653" cy="588023"/>
        </a:xfrm>
        <a:prstGeom prst="round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4112" tIns="72390" rIns="72390" bIns="72390" numCol="1" spcCol="1270" anchor="ctr" anchorCtr="0">
          <a:noAutofit/>
        </a:bodyPr>
        <a:lstStyle/>
        <a:p>
          <a:pPr marL="0" lvl="0" indent="0" algn="l" defTabSz="844550">
            <a:lnSpc>
              <a:spcPct val="90000"/>
            </a:lnSpc>
            <a:spcBef>
              <a:spcPct val="0"/>
            </a:spcBef>
            <a:spcAft>
              <a:spcPct val="35000"/>
            </a:spcAft>
            <a:buNone/>
          </a:pPr>
          <a:r>
            <a:rPr lang="zh-CN" altLang="en-US" sz="1900" kern="1200" dirty="0"/>
            <a:t>项目验收</a:t>
          </a:r>
        </a:p>
      </dsp:txBody>
      <dsp:txXfrm>
        <a:off x="698917" y="4480583"/>
        <a:ext cx="2135243" cy="530613"/>
      </dsp:txXfrm>
    </dsp:sp>
    <dsp:sp modelId="{FEE3AF7A-A9B6-49E6-B161-ACE803504278}">
      <dsp:nvSpPr>
        <dsp:cNvPr id="0" name=""/>
        <dsp:cNvSpPr/>
      </dsp:nvSpPr>
      <dsp:spPr>
        <a:xfrm>
          <a:off x="62429" y="3875163"/>
          <a:ext cx="1016732" cy="1016769"/>
        </a:xfrm>
        <a:prstGeom prst="ellipse">
          <a:avLst/>
        </a:prstGeom>
        <a:solidFill>
          <a:schemeClr val="accent5">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AC366577-85F8-4446-BF40-16D146BD8EDA}">
      <dsp:nvSpPr>
        <dsp:cNvPr id="0" name=""/>
        <dsp:cNvSpPr/>
      </dsp:nvSpPr>
      <dsp:spPr>
        <a:xfrm>
          <a:off x="2638416" y="3742111"/>
          <a:ext cx="2192653" cy="588023"/>
        </a:xfrm>
        <a:prstGeom prst="roundRect">
          <a:avLst/>
        </a:prstGeom>
        <a:solidFill>
          <a:schemeClr val="accent5">
            <a:hueOff val="-2252848"/>
            <a:satOff val="-5806"/>
            <a:lumOff val="-392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4112" tIns="72390" rIns="72390" bIns="72390" numCol="1" spcCol="1270" anchor="ctr" anchorCtr="0">
          <a:noAutofit/>
        </a:bodyPr>
        <a:lstStyle/>
        <a:p>
          <a:pPr marL="0" lvl="0" indent="0" algn="l" defTabSz="844550">
            <a:lnSpc>
              <a:spcPct val="90000"/>
            </a:lnSpc>
            <a:spcBef>
              <a:spcPct val="0"/>
            </a:spcBef>
            <a:spcAft>
              <a:spcPct val="35000"/>
            </a:spcAft>
            <a:buNone/>
          </a:pPr>
          <a:r>
            <a:rPr lang="zh-CN" altLang="en-US" sz="1900" kern="1200" dirty="0"/>
            <a:t>合同终止</a:t>
          </a:r>
        </a:p>
      </dsp:txBody>
      <dsp:txXfrm>
        <a:off x="2667121" y="3770816"/>
        <a:ext cx="2135243" cy="530613"/>
      </dsp:txXfrm>
    </dsp:sp>
    <dsp:sp modelId="{F4F6C737-765C-4321-A1C5-C8099FFECEF0}">
      <dsp:nvSpPr>
        <dsp:cNvPr id="0" name=""/>
        <dsp:cNvSpPr/>
      </dsp:nvSpPr>
      <dsp:spPr>
        <a:xfrm>
          <a:off x="2030633" y="3165397"/>
          <a:ext cx="1016732" cy="1016769"/>
        </a:xfrm>
        <a:prstGeom prst="ellipse">
          <a:avLst/>
        </a:prstGeom>
        <a:solidFill>
          <a:schemeClr val="accent5">
            <a:tint val="50000"/>
            <a:hueOff val="-2243214"/>
            <a:satOff val="-7649"/>
            <a:lumOff val="-127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FE7EC5B8-832C-4FA6-94AE-814683D00B05}">
      <dsp:nvSpPr>
        <dsp:cNvPr id="0" name=""/>
        <dsp:cNvSpPr/>
      </dsp:nvSpPr>
      <dsp:spPr>
        <a:xfrm>
          <a:off x="3476443" y="2622847"/>
          <a:ext cx="2192653" cy="588023"/>
        </a:xfrm>
        <a:prstGeom prst="roundRect">
          <a:avLst/>
        </a:prstGeom>
        <a:solidFill>
          <a:schemeClr val="accent5">
            <a:hueOff val="-4505695"/>
            <a:satOff val="-11613"/>
            <a:lumOff val="-784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4112" tIns="72390" rIns="72390" bIns="72390" numCol="1" spcCol="1270" anchor="ctr" anchorCtr="0">
          <a:noAutofit/>
        </a:bodyPr>
        <a:lstStyle/>
        <a:p>
          <a:pPr marL="0" lvl="0" indent="0" algn="l" defTabSz="844550">
            <a:lnSpc>
              <a:spcPct val="90000"/>
            </a:lnSpc>
            <a:spcBef>
              <a:spcPct val="0"/>
            </a:spcBef>
            <a:spcAft>
              <a:spcPct val="35000"/>
            </a:spcAft>
            <a:buNone/>
          </a:pPr>
          <a:r>
            <a:rPr lang="zh-CN" altLang="en-US" sz="1900" kern="1200" dirty="0"/>
            <a:t>项目最后评审</a:t>
          </a:r>
        </a:p>
      </dsp:txBody>
      <dsp:txXfrm>
        <a:off x="3505148" y="2651552"/>
        <a:ext cx="2135243" cy="530613"/>
      </dsp:txXfrm>
    </dsp:sp>
    <dsp:sp modelId="{B5BB9956-3C30-4A7A-A1E1-C16D4B177626}">
      <dsp:nvSpPr>
        <dsp:cNvPr id="0" name=""/>
        <dsp:cNvSpPr/>
      </dsp:nvSpPr>
      <dsp:spPr>
        <a:xfrm>
          <a:off x="2868660" y="2046132"/>
          <a:ext cx="1016732" cy="1016769"/>
        </a:xfrm>
        <a:prstGeom prst="ellipse">
          <a:avLst/>
        </a:prstGeom>
        <a:solidFill>
          <a:schemeClr val="accent5">
            <a:tint val="50000"/>
            <a:hueOff val="-4486427"/>
            <a:satOff val="-15298"/>
            <a:lumOff val="-2549"/>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6CFDDF2C-90A3-4F81-8F4D-27DD03C2C285}">
      <dsp:nvSpPr>
        <dsp:cNvPr id="0" name=""/>
        <dsp:cNvSpPr/>
      </dsp:nvSpPr>
      <dsp:spPr>
        <a:xfrm>
          <a:off x="3844355" y="1289449"/>
          <a:ext cx="2192390" cy="588023"/>
        </a:xfrm>
        <a:prstGeom prst="roundRect">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4112" tIns="72390" rIns="72390" bIns="72390" numCol="1" spcCol="1270" anchor="ctr" anchorCtr="0">
          <a:noAutofit/>
        </a:bodyPr>
        <a:lstStyle/>
        <a:p>
          <a:pPr marL="0" lvl="0" indent="0" algn="l" defTabSz="844550">
            <a:lnSpc>
              <a:spcPct val="90000"/>
            </a:lnSpc>
            <a:spcBef>
              <a:spcPct val="0"/>
            </a:spcBef>
            <a:spcAft>
              <a:spcPct val="35000"/>
            </a:spcAft>
            <a:buNone/>
          </a:pPr>
          <a:r>
            <a:rPr lang="zh-CN" altLang="en-US" sz="1900" kern="1200" dirty="0"/>
            <a:t>项目总结报告</a:t>
          </a:r>
        </a:p>
      </dsp:txBody>
      <dsp:txXfrm>
        <a:off x="3873060" y="1318154"/>
        <a:ext cx="2134980" cy="530613"/>
      </dsp:txXfrm>
    </dsp:sp>
    <dsp:sp modelId="{75EE274E-6437-449B-ABCA-AF8787CF15E9}">
      <dsp:nvSpPr>
        <dsp:cNvPr id="0" name=""/>
        <dsp:cNvSpPr/>
      </dsp:nvSpPr>
      <dsp:spPr>
        <a:xfrm>
          <a:off x="3236441" y="712734"/>
          <a:ext cx="1016732" cy="1016769"/>
        </a:xfrm>
        <a:prstGeom prst="ellipse">
          <a:avLst/>
        </a:prstGeom>
        <a:solidFill>
          <a:schemeClr val="accent5">
            <a:tint val="50000"/>
            <a:hueOff val="-6729641"/>
            <a:satOff val="-22947"/>
            <a:lumOff val="-382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layout2.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radial1">
  <dgm:title val=""/>
  <dgm:desc val=""/>
  <dgm:catLst>
    <dgm:cat type="relationship" pri="22000"/>
    <dgm:cat type="cycle" pri="10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cycle">
    <dgm:varLst>
      <dgm:chMax val="1"/>
      <dgm:dir/>
      <dgm:animLvl val="ctr"/>
      <dgm:resizeHandles val="exact"/>
    </dgm:varLst>
    <dgm:choose name="Name0">
      <dgm:if name="Name1" func="var" arg="dir" op="equ" val="norm">
        <dgm:choose name="Name2">
          <dgm:if name="Name3" axis="ch ch" ptType="node node" st="1 1" cnt="1 0" func="cnt" op="lte" val="1">
            <dgm:alg type="cycle">
              <dgm:param type="stAng" val="90"/>
              <dgm:param type="spanAng" val="360"/>
              <dgm:param type="ctrShpMap" val="fNode"/>
            </dgm:alg>
          </dgm:if>
          <dgm:else name="Name4">
            <dgm:alg type="cycle">
              <dgm:param type="stAng" val="0"/>
              <dgm:param type="spanAng" val="360"/>
              <dgm:param type="ctrShpMap" val="fNode"/>
            </dgm:alg>
          </dgm:else>
        </dgm:choose>
      </dgm:if>
      <dgm:else name="Name5">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node" refType="w" refFor="ch" refForName="centerShape" op="equ"/>
      <dgm:constr type="sp" refType="w" refFor="ch" refForName="node" fact="0.3"/>
      <dgm:constr type="sibSp" refType="w" refFor="ch" refForName="node" fact="0.3"/>
      <dgm:constr type="primFontSz" for="ch" forName="centerShape" val="65"/>
      <dgm:constr type="primFontSz" for="des" forName="node" op="equ" val="65"/>
      <dgm:constr type="primFontSz" for="des" forName="connTx" val="55"/>
      <dgm:constr type="primFontSz" for="des" forName="connTx" refType="primFontSz" refFor="ch" refForName="centerShape" op="lte" fact="0.8"/>
    </dgm:constrLst>
    <dgm:ruleLst/>
    <dgm:forEach name="Name6"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forEach name="Name7" axis="ch">
        <dgm:forEach name="Name8" axis="self" ptType="parTrans">
          <dgm:layoutNode name="Name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connDist"/>
              <dgm:constr type="userA" for="ch" refType="connDist"/>
              <dgm:constr type="w" val="1"/>
              <dgm:constr type="h" val="5"/>
              <dgm:constr type="begPad"/>
              <dgm:constr type="endPad"/>
            </dgm:constrLst>
            <dgm:ruleLst/>
            <dgm:layoutNode name="connTx">
              <dgm:alg type="tx">
                <dgm:param type="autoTxRot" val="grav"/>
              </dgm:alg>
              <dgm:shape xmlns:r="http://schemas.openxmlformats.org/officeDocument/2006/relationships" type="rect" r:blip="" hideGeom="1">
                <dgm:adjLst/>
              </dgm:shape>
              <dgm:presOf axis="self"/>
              <dgm:constrLst>
                <dgm:constr type="userA"/>
                <dgm:constr type="w" refType="userA" fact="0.05"/>
                <dgm:constr type="h" refType="userA" fact="0.05"/>
                <dgm:constr type="lMarg" val="1"/>
                <dgm:constr type="rMarg" val="1"/>
                <dgm:constr type="tMarg"/>
                <dgm:constr type="bMarg"/>
              </dgm:constrLst>
              <dgm:ruleLst>
                <dgm:rule type="w" val="NaN" fact="0.8" max="NaN"/>
                <dgm:rule type="h" val="NaN" fact="1" max="NaN"/>
                <dgm:rule type="primFontSz" val="5" fact="NaN" max="NaN"/>
              </dgm:ruleLst>
            </dgm:layoutNode>
          </dgm:layoutNode>
        </dgm:forEach>
        <dgm:forEach name="Name10"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forEach>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layout5.xml><?xml version="1.0" encoding="utf-8"?>
<dgm:layoutDef xmlns:dgm="http://schemas.openxmlformats.org/drawingml/2006/diagram" xmlns:a="http://schemas.openxmlformats.org/drawingml/2006/main" uniqueId="urn:microsoft.com/office/officeart/2005/8/layout/radial1">
  <dgm:title val=""/>
  <dgm:desc val=""/>
  <dgm:catLst>
    <dgm:cat type="relationship" pri="22000"/>
    <dgm:cat type="cycle" pri="10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cycle">
    <dgm:varLst>
      <dgm:chMax val="1"/>
      <dgm:dir/>
      <dgm:animLvl val="ctr"/>
      <dgm:resizeHandles val="exact"/>
    </dgm:varLst>
    <dgm:choose name="Name0">
      <dgm:if name="Name1" func="var" arg="dir" op="equ" val="norm">
        <dgm:choose name="Name2">
          <dgm:if name="Name3" axis="ch ch" ptType="node node" st="1 1" cnt="1 0" func="cnt" op="lte" val="1">
            <dgm:alg type="cycle">
              <dgm:param type="stAng" val="90"/>
              <dgm:param type="spanAng" val="360"/>
              <dgm:param type="ctrShpMap" val="fNode"/>
            </dgm:alg>
          </dgm:if>
          <dgm:else name="Name4">
            <dgm:alg type="cycle">
              <dgm:param type="stAng" val="0"/>
              <dgm:param type="spanAng" val="360"/>
              <dgm:param type="ctrShpMap" val="fNode"/>
            </dgm:alg>
          </dgm:else>
        </dgm:choose>
      </dgm:if>
      <dgm:else name="Name5">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node" refType="w" refFor="ch" refForName="centerShape" op="equ"/>
      <dgm:constr type="sp" refType="w" refFor="ch" refForName="node" fact="0.3"/>
      <dgm:constr type="sibSp" refType="w" refFor="ch" refForName="node" fact="0.3"/>
      <dgm:constr type="primFontSz" for="ch" forName="centerShape" val="65"/>
      <dgm:constr type="primFontSz" for="des" forName="node" op="equ" val="65"/>
      <dgm:constr type="primFontSz" for="des" forName="connTx" val="55"/>
      <dgm:constr type="primFontSz" for="des" forName="connTx" refType="primFontSz" refFor="ch" refForName="centerShape" op="lte" fact="0.8"/>
    </dgm:constrLst>
    <dgm:ruleLst/>
    <dgm:forEach name="Name6"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forEach name="Name7" axis="ch">
        <dgm:forEach name="Name8" axis="self" ptType="parTrans">
          <dgm:layoutNode name="Name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connDist"/>
              <dgm:constr type="userA" for="ch" refType="connDist"/>
              <dgm:constr type="w" val="1"/>
              <dgm:constr type="h" val="5"/>
              <dgm:constr type="begPad"/>
              <dgm:constr type="endPad"/>
            </dgm:constrLst>
            <dgm:ruleLst/>
            <dgm:layoutNode name="connTx">
              <dgm:alg type="tx">
                <dgm:param type="autoTxRot" val="grav"/>
              </dgm:alg>
              <dgm:shape xmlns:r="http://schemas.openxmlformats.org/officeDocument/2006/relationships" type="rect" r:blip="" hideGeom="1">
                <dgm:adjLst/>
              </dgm:shape>
              <dgm:presOf axis="self"/>
              <dgm:constrLst>
                <dgm:constr type="userA"/>
                <dgm:constr type="w" refType="userA" fact="0.05"/>
                <dgm:constr type="h" refType="userA" fact="0.05"/>
                <dgm:constr type="lMarg" val="1"/>
                <dgm:constr type="rMarg" val="1"/>
                <dgm:constr type="tMarg"/>
                <dgm:constr type="bMarg"/>
              </dgm:constrLst>
              <dgm:ruleLst>
                <dgm:rule type="w" val="NaN" fact="0.8" max="NaN"/>
                <dgm:rule type="h" val="NaN" fact="1" max="NaN"/>
                <dgm:rule type="primFontSz" val="5" fact="NaN" max="NaN"/>
              </dgm:ruleLst>
            </dgm:layoutNode>
          </dgm:layoutNode>
        </dgm:forEach>
        <dgm:forEach name="Name10"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forEach>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radial1">
  <dgm:title val=""/>
  <dgm:desc val=""/>
  <dgm:catLst>
    <dgm:cat type="relationship" pri="22000"/>
    <dgm:cat type="cycle" pri="10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cycle">
    <dgm:varLst>
      <dgm:chMax val="1"/>
      <dgm:dir/>
      <dgm:animLvl val="ctr"/>
      <dgm:resizeHandles val="exact"/>
    </dgm:varLst>
    <dgm:choose name="Name0">
      <dgm:if name="Name1" func="var" arg="dir" op="equ" val="norm">
        <dgm:choose name="Name2">
          <dgm:if name="Name3" axis="ch ch" ptType="node node" st="1 1" cnt="1 0" func="cnt" op="lte" val="1">
            <dgm:alg type="cycle">
              <dgm:param type="stAng" val="90"/>
              <dgm:param type="spanAng" val="360"/>
              <dgm:param type="ctrShpMap" val="fNode"/>
            </dgm:alg>
          </dgm:if>
          <dgm:else name="Name4">
            <dgm:alg type="cycle">
              <dgm:param type="stAng" val="0"/>
              <dgm:param type="spanAng" val="360"/>
              <dgm:param type="ctrShpMap" val="fNode"/>
            </dgm:alg>
          </dgm:else>
        </dgm:choose>
      </dgm:if>
      <dgm:else name="Name5">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node" refType="w" refFor="ch" refForName="centerShape" op="equ"/>
      <dgm:constr type="sp" refType="w" refFor="ch" refForName="node" fact="0.3"/>
      <dgm:constr type="sibSp" refType="w" refFor="ch" refForName="node" fact="0.3"/>
      <dgm:constr type="primFontSz" for="ch" forName="centerShape" val="65"/>
      <dgm:constr type="primFontSz" for="des" forName="node" op="equ" val="65"/>
      <dgm:constr type="primFontSz" for="des" forName="connTx" val="55"/>
      <dgm:constr type="primFontSz" for="des" forName="connTx" refType="primFontSz" refFor="ch" refForName="centerShape" op="lte" fact="0.8"/>
    </dgm:constrLst>
    <dgm:ruleLst/>
    <dgm:forEach name="Name6"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forEach name="Name7" axis="ch">
        <dgm:forEach name="Name8" axis="self" ptType="parTrans">
          <dgm:layoutNode name="Name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connDist"/>
              <dgm:constr type="userA" for="ch" refType="connDist"/>
              <dgm:constr type="w" val="1"/>
              <dgm:constr type="h" val="5"/>
              <dgm:constr type="begPad"/>
              <dgm:constr type="endPad"/>
            </dgm:constrLst>
            <dgm:ruleLst/>
            <dgm:layoutNode name="connTx">
              <dgm:alg type="tx">
                <dgm:param type="autoTxRot" val="grav"/>
              </dgm:alg>
              <dgm:shape xmlns:r="http://schemas.openxmlformats.org/officeDocument/2006/relationships" type="rect" r:blip="" hideGeom="1">
                <dgm:adjLst/>
              </dgm:shape>
              <dgm:presOf axis="self"/>
              <dgm:constrLst>
                <dgm:constr type="userA"/>
                <dgm:constr type="w" refType="userA" fact="0.05"/>
                <dgm:constr type="h" refType="userA" fact="0.05"/>
                <dgm:constr type="lMarg" val="1"/>
                <dgm:constr type="rMarg" val="1"/>
                <dgm:constr type="tMarg"/>
                <dgm:constr type="bMarg"/>
              </dgm:constrLst>
              <dgm:ruleLst>
                <dgm:rule type="w" val="NaN" fact="0.8" max="NaN"/>
                <dgm:rule type="h" val="NaN" fact="1" max="NaN"/>
                <dgm:rule type="primFontSz" val="5" fact="NaN" max="NaN"/>
              </dgm:ruleLst>
            </dgm:layoutNode>
          </dgm:layoutNode>
        </dgm:forEach>
        <dgm:forEach name="Name10"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forEach>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9/3/layout/IncreasingArrowsProcess">
  <dgm:title val=""/>
  <dgm:desc val=""/>
  <dgm:catLst>
    <dgm:cat type="process" pri="55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2" destOrd="0"/>
        <dgm:cxn modelId="32" srcId="30" destId="31" srcOrd="0" destOrd="0"/>
      </dgm:cxnLst>
      <dgm:bg/>
      <dgm:whole/>
    </dgm:dataModel>
  </dgm:sampData>
  <dgm:styleData>
    <dgm:dataModel>
      <dgm:ptLst>
        <dgm:pt modelId="0" type="doc"/>
        <dgm:pt modelId="10">
          <dgm:prSet phldr="1"/>
        </dgm:pt>
        <dgm:pt modelId="11">
          <dgm:prSet phldr="1"/>
        </dgm:pt>
        <dgm:pt modelId="20">
          <dgm:prSet phldr="1"/>
        </dgm:pt>
        <dgm:pt modelId="21">
          <dgm:prSet phldr="1"/>
        </dgm:pt>
      </dgm:ptLst>
      <dgm:cxnLst>
        <dgm:cxn modelId="40" srcId="0" destId="10" srcOrd="0" destOrd="0"/>
        <dgm:cxn modelId="12" srcId="10" destId="11" srcOrd="0" destOrd="0"/>
        <dgm:cxn modelId="50" srcId="0" destId="20" srcOrd="1" destOrd="0"/>
        <dgm:cxn modelId="22" srcId="20" destId="21" srcOrd="0" destOrd="0"/>
      </dgm:cxnLst>
      <dgm:bg/>
      <dgm:whole/>
    </dgm:dataModel>
  </dgm:styleData>
  <dgm:clr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2" destOrd="0"/>
        <dgm:cxn modelId="32" srcId="30" destId="31" srcOrd="0" destOrd="0"/>
      </dgm:cxnLst>
      <dgm:bg/>
      <dgm:whole/>
    </dgm:dataModel>
  </dgm:clrData>
  <dgm:layoutNode name="Name0">
    <dgm:varLst>
      <dgm:chMax val="5"/>
      <dgm:chPref val="5"/>
      <dgm:dir/>
      <dgm:animLvl val="lvl"/>
    </dgm:varLst>
    <dgm:shape xmlns:r="http://schemas.openxmlformats.org/officeDocument/2006/relationships" r:blip="">
      <dgm:adjLst/>
    </dgm:shape>
    <dgm:choose name="Name1">
      <dgm:if name="Name2" axis="ch" ptType="node" func="cnt" op="equ" val="1">
        <dgm:choose name="Name3">
          <dgm:if name="Name4" axis="ch ch" ptType="node node" func="cnt" op="equ" val="0">
            <dgm:alg type="composite">
              <dgm:param type="ar" val="6.8662"/>
            </dgm:alg>
            <dgm:choose name="Name5">
              <dgm:if name="Name6" func="var" arg="dir" op="equ" val="norm">
                <dgm:constrLst>
                  <dgm:constr type="primFontSz" for="des" forName="parentText1" val="65"/>
                  <dgm:constr type="l" for="ch" forName="parentText1" refType="w" fact="0"/>
                  <dgm:constr type="t" for="ch" forName="parentText1" refType="h" fact="0"/>
                  <dgm:constr type="w" for="ch" forName="parentText1" refType="w"/>
                  <dgm:constr type="h" for="ch" forName="parentText1" refType="h"/>
                </dgm:constrLst>
              </dgm:if>
              <dgm:else name="Name7">
                <dgm:constrLst>
                  <dgm:constr type="primFontSz" for="des" forName="parentText1" val="65"/>
                  <dgm:constr type="l" for="ch" forName="parentText1" refType="w" fact="0"/>
                  <dgm:constr type="t" for="ch" forName="parentText1" refType="h" fact="0"/>
                  <dgm:constr type="w" for="ch" forName="parentText1" refType="w"/>
                  <dgm:constr type="h" for="ch" forName="parentText1" refType="h"/>
                </dgm:constrLst>
              </dgm:else>
            </dgm:choose>
          </dgm:if>
          <dgm:else name="Name8">
            <dgm:alg type="composite">
              <dgm:param type="ar" val="1.9864"/>
            </dgm:alg>
            <dgm:choose name="Name9">
              <dgm:if name="Name10" func="var" arg="dir" op="equ" val="norm">
                <dgm:constrLst>
                  <dgm:constr type="primFontSz" for="des" forName="childText1" val="65"/>
                  <dgm:constr type="primFontSz" for="des" forName="parentText1" val="65"/>
                  <dgm:constr type="primFontSz" for="des" forName="childText1" refType="primFontSz" refFor="des" refForName="parentText1" op="lte"/>
                  <dgm:constr type="l" for="ch" forName="parentText1" refType="w" fact="0"/>
                  <dgm:constr type="t" for="ch" forName="parentText1" refType="h" fact="0"/>
                  <dgm:constr type="w" for="ch" forName="parentText1" refType="w"/>
                  <dgm:constr type="h" for="ch" forName="parentText1" refType="h" fact="0.2893"/>
                  <dgm:constr type="l" for="ch" forName="childText1" refType="w" fact="0"/>
                  <dgm:constr type="t" for="ch" forName="childText1" refType="h" fact="0.224"/>
                  <dgm:constr type="w" for="ch" forName="childText1" refType="w" fact="0.9241"/>
                  <dgm:constr type="h" for="ch" forName="childText1" refType="h" fact="0.776"/>
                </dgm:constrLst>
              </dgm:if>
              <dgm:else name="Name11">
                <dgm:constrLst>
                  <dgm:constr type="primFontSz" for="des" forName="childText1" val="65"/>
                  <dgm:constr type="primFontSz" for="des" forName="parentText1" val="65"/>
                  <dgm:constr type="primFontSz" for="des" forName="childText1" refType="primFontSz" refFor="des" refForName="parentText1" op="lte"/>
                  <dgm:constr type="l" for="ch" forName="parentText1" refType="w" fact="0"/>
                  <dgm:constr type="t" for="ch" forName="parentText1" refType="h" fact="0"/>
                  <dgm:constr type="w" for="ch" forName="parentText1" refType="w"/>
                  <dgm:constr type="h" for="ch" forName="parentText1" refType="h" fact="0.2893"/>
                  <dgm:constr type="l" for="ch" forName="childText1" refType="w" fact="0.076"/>
                  <dgm:constr type="t" for="ch" forName="childText1" refType="h" fact="0.224"/>
                  <dgm:constr type="w" for="ch" forName="childText1" refType="w" fact="0.9241"/>
                  <dgm:constr type="h" for="ch" forName="childText1" refType="h" fact="0.776"/>
                </dgm:constrLst>
              </dgm:else>
            </dgm:choose>
          </dgm:else>
        </dgm:choose>
      </dgm:if>
      <dgm:if name="Name12" axis="ch" ptType="node" func="cnt" op="equ" val="2">
        <dgm:choose name="Name13">
          <dgm:if name="Name14" axis="ch ch" ptType="node node" func="cnt" op="equ" val="0">
            <dgm:alg type="composite">
              <dgm:param type="ar" val="5.1498"/>
            </dgm:alg>
            <dgm:choose name="Name15">
              <dgm:if name="Name16" func="var" arg="dir" op="equ" val="norm">
                <dgm:constrLst>
                  <dgm:constr type="primFontSz" for="des" forName="parentText1" val="65"/>
                  <dgm:constr type="primFontSz" for="des" forName="parentText2" refType="primFontSz" refFor="des" refForName="parentText1" op="equ"/>
                  <dgm:constr type="l" for="ch" forName="parentText1" refType="w" fact="0"/>
                  <dgm:constr type="t" for="ch" forName="parentText1" refType="h" fact="0"/>
                  <dgm:constr type="w" for="ch" forName="parentText1" refType="w"/>
                  <dgm:constr type="h" for="ch" forName="parentText1" refType="h" fact="0.7501"/>
                  <dgm:constr type="l" for="ch" forName="parentText2" refType="w" fact="0.462"/>
                  <dgm:constr type="t" for="ch" forName="parentText2" refType="h" fact="0.2499"/>
                  <dgm:constr type="w" for="ch" forName="parentText2" refType="w" fact="0.538"/>
                  <dgm:constr type="h" for="ch" forName="parentText2" refType="h" fact="0.7501"/>
                </dgm:constrLst>
              </dgm:if>
              <dgm:else name="Name17">
                <dgm:constrLst>
                  <dgm:constr type="primFontSz" for="des" forName="parentText1" val="65"/>
                  <dgm:constr type="primFontSz" for="des" forName="parentText2" refType="primFontSz" refFor="des" refForName="parentText1" op="equ"/>
                  <dgm:constr type="l" for="ch" forName="parentText1" refType="w" fact="0"/>
                  <dgm:constr type="t" for="ch" forName="parentText1" refType="h" fact="0"/>
                  <dgm:constr type="w" for="ch" forName="parentText1" refType="w"/>
                  <dgm:constr type="h" for="ch" forName="parentText1" refType="h" fact="0.7501"/>
                  <dgm:constr type="l" for="ch" forName="parentText2" refType="w" fact="0"/>
                  <dgm:constr type="t" for="ch" forName="parentText2" refType="h" fact="0.2499"/>
                  <dgm:constr type="w" for="ch" forName="parentText2" refType="w" fact="0.538"/>
                  <dgm:constr type="h" for="ch" forName="parentText2" refType="h" fact="0.7501"/>
                </dgm:constrLst>
              </dgm:else>
            </dgm:choose>
          </dgm:if>
          <dgm:else name="Name18">
            <dgm:alg type="composite">
              <dgm:param type="ar" val="2.0563"/>
            </dgm:alg>
            <dgm:choose name="Name19">
              <dgm:if name="Name20" func="var" arg="dir" op="equ" val="norm">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parentText2" refType="primFontSz" refFor="des" refForName="parentText1" op="equ"/>
                  <dgm:constr type="primFontSz" for="des" forName="childText2" refType="primFontSz" refFor="des" refForName="childText1" op="equ"/>
                  <dgm:constr type="l" for="ch" forName="parentText1" refType="w" fact="0"/>
                  <dgm:constr type="t" for="ch" forName="parentText1" refType="h" fact="0"/>
                  <dgm:constr type="w" for="ch" forName="parentText1" refType="w"/>
                  <dgm:constr type="h" for="ch" forName="parentText1" refType="h" fact="0.2995"/>
                  <dgm:constr type="l" for="ch" forName="parentText2" refType="w" fact="0.462"/>
                  <dgm:constr type="t" for="ch" forName="parentText2" refType="h" fact="0.0998"/>
                  <dgm:constr type="w" for="ch" forName="parentText2" refType="w" fact="0.538"/>
                  <dgm:constr type="h" for="ch" forName="parentText2" refType="h" fact="0.2995"/>
                  <dgm:constr type="l" for="ch" forName="childText1" refType="w" fact="0"/>
                  <dgm:constr type="t" for="ch" forName="childText1" refType="h" fact="0.2317"/>
                  <dgm:constr type="w" for="ch" forName="childText1" refType="w" fact="0.462"/>
                  <dgm:constr type="h" for="ch" forName="childText1" refType="h" fact="0.6685"/>
                  <dgm:constr type="l" for="ch" forName="childText2" refType="w" fact="0.462"/>
                  <dgm:constr type="t" for="ch" forName="childText2" refType="h" fact="0.3315"/>
                  <dgm:constr type="w" for="ch" forName="childText2" refType="w" fact="0.462"/>
                  <dgm:constr type="h" for="ch" forName="childText2" refType="h" fact="0.6685"/>
                </dgm:constrLst>
              </dgm:if>
              <dgm:else name="Name21">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parentText2" refType="primFontSz" refFor="des" refForName="parentText1" op="equ"/>
                  <dgm:constr type="primFontSz" for="des" forName="childText2" refType="primFontSz" refFor="des" refForName="childText1" op="equ"/>
                  <dgm:constr type="l" for="ch" forName="parentText1" refType="w" fact="0"/>
                  <dgm:constr type="t" for="ch" forName="parentText1" refType="h" fact="0"/>
                  <dgm:constr type="w" for="ch" forName="parentText1" refType="w"/>
                  <dgm:constr type="h" for="ch" forName="parentText1" refType="h" fact="0.2995"/>
                  <dgm:constr type="l" for="ch" forName="parentText2" refType="w" fact="0"/>
                  <dgm:constr type="t" for="ch" forName="parentText2" refType="h" fact="0.0998"/>
                  <dgm:constr type="w" for="ch" forName="parentText2" refType="w" fact="0.538"/>
                  <dgm:constr type="h" for="ch" forName="parentText2" refType="h" fact="0.2995"/>
                  <dgm:constr type="l" for="ch" forName="childText1" refType="w" fact="0.538"/>
                  <dgm:constr type="t" for="ch" forName="childText1" refType="h" fact="0.2317"/>
                  <dgm:constr type="w" for="ch" forName="childText1" refType="w" fact="0.462"/>
                  <dgm:constr type="h" for="ch" forName="childText1" refType="h" fact="0.6685"/>
                  <dgm:constr type="l" for="ch" forName="childText2" refType="w" fact="0.076"/>
                  <dgm:constr type="t" for="ch" forName="childText2" refType="h" fact="0.3315"/>
                  <dgm:constr type="w" for="ch" forName="childText2" refType="w" fact="0.462"/>
                  <dgm:constr type="h" for="ch" forName="childText2" refType="h" fact="0.6685"/>
                </dgm:constrLst>
              </dgm:else>
            </dgm:choose>
          </dgm:else>
        </dgm:choose>
      </dgm:if>
      <dgm:if name="Name22" axis="ch" ptType="node" func="cnt" op="equ" val="3">
        <dgm:choose name="Name23">
          <dgm:if name="Name24" axis="ch ch" ptType="node node" func="cnt" op="equ" val="0">
            <dgm:alg type="composite">
              <dgm:param type="ar" val="4.1198"/>
            </dgm:alg>
            <dgm:choose name="Name25">
              <dgm:if name="Name26" func="var" arg="dir" op="equ" val="norm">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l" for="ch" forName="parentText1" refType="w" fact="0"/>
                  <dgm:constr type="t" for="ch" forName="parentText1" refType="h" fact="0"/>
                  <dgm:constr type="w" for="ch" forName="parentText1" refType="w"/>
                  <dgm:constr type="h" for="ch" forName="parentText1" refType="h" fact="0.6"/>
                  <dgm:constr type="l" for="ch" forName="parentText2" refType="w" fact="0.308"/>
                  <dgm:constr type="t" for="ch" forName="parentText2" refType="h" fact="0.2"/>
                  <dgm:constr type="w" for="ch" forName="parentText2" refType="w" fact="0.692"/>
                  <dgm:constr type="h" for="ch" forName="parentText2" refType="h" fact="0.6"/>
                  <dgm:constr type="l" for="ch" forName="parentText3" refType="w" fact="0.616"/>
                  <dgm:constr type="t" for="ch" forName="parentText3" refType="h" fact="0.4"/>
                  <dgm:constr type="w" for="ch" forName="parentText3" refType="w" fact="0.384"/>
                  <dgm:constr type="h" for="ch" forName="parentText3" refType="h" fact="0.6"/>
                </dgm:constrLst>
              </dgm:if>
              <dgm:else name="Name27">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l" for="ch" forName="parentText1" refType="w" fact="0"/>
                  <dgm:constr type="t" for="ch" forName="parentText1" refType="h" fact="0"/>
                  <dgm:constr type="w" for="ch" forName="parentText1" refType="w"/>
                  <dgm:constr type="h" for="ch" forName="parentText1" refType="h" fact="0.6"/>
                  <dgm:constr type="l" for="ch" forName="parentText2" refType="w" fact="0"/>
                  <dgm:constr type="t" for="ch" forName="parentText2" refType="h" fact="0.2"/>
                  <dgm:constr type="w" for="ch" forName="parentText2" refType="w" fact="0.692"/>
                  <dgm:constr type="h" for="ch" forName="parentText2" refType="h" fact="0.6"/>
                  <dgm:constr type="l" for="ch" forName="parentText3" refType="w" fact="0"/>
                  <dgm:constr type="t" for="ch" forName="parentText3" refType="h" fact="0.4"/>
                  <dgm:constr type="w" for="ch" forName="parentText3" refType="w" fact="0.384"/>
                  <dgm:constr type="h" for="ch" forName="parentText3" refType="h" fact="0.6"/>
                </dgm:constrLst>
              </dgm:else>
            </dgm:choose>
          </dgm:if>
          <dgm:else name="Name28">
            <dgm:alg type="composite">
              <dgm:param type="ar" val="2.0702"/>
            </dgm:alg>
            <dgm:choose name="Name29">
              <dgm:if name="Name30" func="var" arg="dir" op="equ" val="norm">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parentText2" refType="primFontSz" refFor="des" refForName="parentText1" op="equ"/>
                  <dgm:constr type="primFontSz" for="des" forName="parentText3"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l" for="ch" forName="childText1" refType="w" fact="0"/>
                  <dgm:constr type="t" for="ch" forName="childText1" refType="h" fact="0.2325"/>
                  <dgm:constr type="w" for="ch" forName="childText1" refType="w" fact="0.308"/>
                  <dgm:constr type="h" for="ch" forName="childText1" refType="h" fact="0.5808"/>
                  <dgm:constr type="l" for="ch" forName="childText2" refType="w" fact="0.308"/>
                  <dgm:constr type="t" for="ch" forName="childText2" refType="h" fact="0.333"/>
                  <dgm:constr type="w" for="ch" forName="childText2" refType="w" fact="0.308"/>
                  <dgm:constr type="h" for="ch" forName="childText2" refType="h" fact="0.5808"/>
                  <dgm:constr type="l" for="ch" forName="childText3" refType="w" fact="0.616"/>
                  <dgm:constr type="t" for="ch" forName="childText3" refType="h" fact="0.4335"/>
                  <dgm:constr type="w" for="ch" forName="childText3" refType="w" fact="0.308"/>
                  <dgm:constr type="h" for="ch" forName="childText3" refType="h" fact="0.5723"/>
                  <dgm:constr type="l" for="ch" forName="parentText1" refType="w" fact="0"/>
                  <dgm:constr type="t" for="ch" forName="parentText1" refType="h" fact="0"/>
                  <dgm:constr type="w" for="ch" forName="parentText1" refType="w"/>
                  <dgm:constr type="h" for="ch" forName="parentText1" refType="h" fact="0.3015"/>
                  <dgm:constr type="l" for="ch" forName="parentText2" refType="w" fact="0.308"/>
                  <dgm:constr type="t" for="ch" forName="parentText2" refType="h" fact="0.1005"/>
                  <dgm:constr type="w" for="ch" forName="parentText2" refType="w" fact="0.692"/>
                  <dgm:constr type="h" for="ch" forName="parentText2" refType="h" fact="0.3015"/>
                  <dgm:constr type="l" for="ch" forName="parentText3" refType="w" fact="0.616"/>
                  <dgm:constr type="t" for="ch" forName="parentText3" refType="h" fact="0.201"/>
                  <dgm:constr type="w" for="ch" forName="parentText3" refType="w" fact="0.384"/>
                  <dgm:constr type="h" for="ch" forName="parentText3" refType="h" fact="0.3015"/>
                </dgm:constrLst>
              </dgm:if>
              <dgm:else name="Name31">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parentText2" refType="primFontSz" refFor="des" refForName="parentText1" op="equ"/>
                  <dgm:constr type="primFontSz" for="des" forName="parentText3"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l" for="ch" forName="childText1" refType="w" fact="0.692"/>
                  <dgm:constr type="t" for="ch" forName="childText1" refType="h" fact="0.2325"/>
                  <dgm:constr type="w" for="ch" forName="childText1" refType="w" fact="0.308"/>
                  <dgm:constr type="h" for="ch" forName="childText1" refType="h" fact="0.5808"/>
                  <dgm:constr type="l" for="ch" forName="childText2" refType="w" fact="0.384"/>
                  <dgm:constr type="t" for="ch" forName="childText2" refType="h" fact="0.333"/>
                  <dgm:constr type="w" for="ch" forName="childText2" refType="w" fact="0.308"/>
                  <dgm:constr type="h" for="ch" forName="childText2" refType="h" fact="0.5808"/>
                  <dgm:constr type="l" for="ch" forName="childText3" refType="w" fact="0.076"/>
                  <dgm:constr type="t" for="ch" forName="childText3" refType="h" fact="0.4335"/>
                  <dgm:constr type="w" for="ch" forName="childText3" refType="w" fact="0.308"/>
                  <dgm:constr type="h" for="ch" forName="childText3" refType="h" fact="0.5723"/>
                  <dgm:constr type="l" for="ch" forName="parentText1" refType="w" fact="0"/>
                  <dgm:constr type="t" for="ch" forName="parentText1" refType="h" fact="0"/>
                  <dgm:constr type="w" for="ch" forName="parentText1" refType="w"/>
                  <dgm:constr type="h" for="ch" forName="parentText1" refType="h" fact="0.3015"/>
                  <dgm:constr type="l" for="ch" forName="parentText2" refType="w" fact="0"/>
                  <dgm:constr type="t" for="ch" forName="parentText2" refType="h" fact="0.1005"/>
                  <dgm:constr type="w" for="ch" forName="parentText2" refType="w" fact="0.692"/>
                  <dgm:constr type="h" for="ch" forName="parentText2" refType="h" fact="0.3015"/>
                  <dgm:constr type="l" for="ch" forName="parentText3" refType="w" fact="0"/>
                  <dgm:constr type="t" for="ch" forName="parentText3" refType="h" fact="0.201"/>
                  <dgm:constr type="w" for="ch" forName="parentText3" refType="w" fact="0.384"/>
                  <dgm:constr type="h" for="ch" forName="parentText3" refType="h" fact="0.3015"/>
                </dgm:constrLst>
              </dgm:else>
            </dgm:choose>
          </dgm:else>
        </dgm:choose>
      </dgm:if>
      <dgm:if name="Name32" axis="ch" ptType="node" func="cnt" op="equ" val="4">
        <dgm:choose name="Name33">
          <dgm:if name="Name34" axis="ch ch" ptType="node node" func="cnt" op="equ" val="0">
            <dgm:alg type="composite">
              <dgm:param type="ar" val="3.435"/>
            </dgm:alg>
            <dgm:choose name="Name35">
              <dgm:if name="Name36" func="var" arg="dir" op="equ" val="norm">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l" for="ch" forName="parentText1" refType="w" fact="0"/>
                  <dgm:constr type="t" for="ch" forName="parentText1" refType="h" fact="0"/>
                  <dgm:constr type="w" for="ch" forName="parentText1" refType="w"/>
                  <dgm:constr type="h" for="ch" forName="parentText1" refType="h" fact="0.5001"/>
                  <dgm:constr type="l" for="ch" forName="parentText2" refType="w" fact="0.2305"/>
                  <dgm:constr type="t" for="ch" forName="parentText2" refType="h" fact="0.1666"/>
                  <dgm:constr type="w" for="ch" forName="parentText2" refType="w" fact="0.7695"/>
                  <dgm:constr type="h" for="ch" forName="parentText2" refType="h" fact="0.5001"/>
                  <dgm:constr type="l" for="ch" forName="parentText3" refType="w" fact="0.461"/>
                  <dgm:constr type="t" for="ch" forName="parentText3" refType="h" fact="0.3333"/>
                  <dgm:constr type="w" for="ch" forName="parentText3" refType="w" fact="0.539"/>
                  <dgm:constr type="h" for="ch" forName="parentText3" refType="h" fact="0.5001"/>
                  <dgm:constr type="l" for="ch" forName="parentText4" refType="w" fact="0.6915"/>
                  <dgm:constr type="t" for="ch" forName="parentText4" refType="h" fact="0.4999"/>
                  <dgm:constr type="w" for="ch" forName="parentText4" refType="w" fact="0.3085"/>
                  <dgm:constr type="h" for="ch" forName="parentText4" refType="h" fact="0.5001"/>
                </dgm:constrLst>
              </dgm:if>
              <dgm:else name="Name37">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l" for="ch" forName="parentText1" refType="w" fact="0"/>
                  <dgm:constr type="t" for="ch" forName="parentText1" refType="h" fact="0"/>
                  <dgm:constr type="w" for="ch" forName="parentText1" refType="w"/>
                  <dgm:constr type="h" for="ch" forName="parentText1" refType="h" fact="0.5001"/>
                  <dgm:constr type="l" for="ch" forName="parentText2" refType="w" fact="0"/>
                  <dgm:constr type="t" for="ch" forName="parentText2" refType="h" fact="0.1666"/>
                  <dgm:constr type="w" for="ch" forName="parentText2" refType="w" fact="0.7695"/>
                  <dgm:constr type="h" for="ch" forName="parentText2" refType="h" fact="0.5001"/>
                  <dgm:constr type="l" for="ch" forName="parentText3" refType="w" fact="0"/>
                  <dgm:constr type="t" for="ch" forName="parentText3" refType="h" fact="0.3333"/>
                  <dgm:constr type="w" for="ch" forName="parentText3" refType="w" fact="0.539"/>
                  <dgm:constr type="h" for="ch" forName="parentText3" refType="h" fact="0.5001"/>
                  <dgm:constr type="l" for="ch" forName="parentText4" refType="w" fact="0"/>
                  <dgm:constr type="t" for="ch" forName="parentText4" refType="h" fact="0.4999"/>
                  <dgm:constr type="w" for="ch" forName="parentText4" refType="w" fact="0.3085"/>
                  <dgm:constr type="h" for="ch" forName="parentText4" refType="h" fact="0.5001"/>
                </dgm:constrLst>
              </dgm:else>
            </dgm:choose>
          </dgm:if>
          <dgm:else name="Name38">
            <dgm:alg type="composite">
              <dgm:param type="ar" val="1.9377"/>
            </dgm:alg>
            <dgm:choose name="Name39">
              <dgm:if name="Name40" func="var" arg="dir" op="equ" val="norm">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4"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4"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childText4" refType="primFontSz" refFor="des" refForName="parentText3" op="lte"/>
                  <dgm:constr type="primFontSz" for="des" forName="childText1" refType="primFontSz" refFor="des" refForName="parentText4" op="lte"/>
                  <dgm:constr type="primFontSz" for="des" forName="childText2" refType="primFontSz" refFor="des" refForName="parentText4" op="lte"/>
                  <dgm:constr type="primFontSz" for="des" forName="childText3" refType="primFontSz" refFor="des" refForName="parentText4" op="lte"/>
                  <dgm:constr type="primFontSz" for="des" forName="childText4" refType="primFontSz" refFor="des" refForName="parentText4" op="lte"/>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primFontSz" for="des" forName="childText4" refType="primFontSz" refFor="des" refForName="childText1" op="equ"/>
                  <dgm:constr type="l" for="ch" forName="childText1" refType="w" fact="0"/>
                  <dgm:constr type="t" for="ch" forName="childText1" refType="h" fact="0.218"/>
                  <dgm:constr type="w" for="ch" forName="childText1" refType="w" fact="0.2305"/>
                  <dgm:constr type="h" for="ch" forName="childText1" refType="h" fact="0.5218"/>
                  <dgm:constr type="l" for="ch" forName="childText2" refType="w" fact="0.2305"/>
                  <dgm:constr type="t" for="ch" forName="childText2" refType="h" fact="0.312"/>
                  <dgm:constr type="w" for="ch" forName="childText2" refType="w" fact="0.2305"/>
                  <dgm:constr type="h" for="ch" forName="childText2" refType="h" fact="0.5085"/>
                  <dgm:constr type="l" for="ch" forName="childText3" refType="w" fact="0.461"/>
                  <dgm:constr type="t" for="ch" forName="childText3" refType="h" fact="0.406"/>
                  <dgm:constr type="w" for="ch" forName="childText3" refType="w" fact="0.2305"/>
                  <dgm:constr type="h" for="ch" forName="childText3" refType="h" fact="0.5119"/>
                  <dgm:constr type="l" for="ch" forName="childText4" refType="w" fact="0.6915"/>
                  <dgm:constr type="t" for="ch" forName="childText4" refType="h" fact="0.5"/>
                  <dgm:constr type="w" for="ch" forName="childText4" refType="w" fact="0.2326"/>
                  <dgm:constr type="h" for="ch" forName="childText4" refType="h" fact="0.5179"/>
                  <dgm:constr type="l" for="ch" forName="parentText1" refType="w" fact="0"/>
                  <dgm:constr type="t" for="ch" forName="parentText1" refType="h" fact="0"/>
                  <dgm:constr type="w" for="ch" forName="parentText1" refType="w"/>
                  <dgm:constr type="h" for="ch" forName="parentText1" refType="h" fact="0.2821"/>
                  <dgm:constr type="l" for="ch" forName="parentText2" refType="w" fact="0.2305"/>
                  <dgm:constr type="t" for="ch" forName="parentText2" refType="h" fact="0.094"/>
                  <dgm:constr type="w" for="ch" forName="parentText2" refType="w" fact="0.7695"/>
                  <dgm:constr type="h" for="ch" forName="parentText2" refType="h" fact="0.2821"/>
                  <dgm:constr type="l" for="ch" forName="parentText3" refType="w" fact="0.461"/>
                  <dgm:constr type="t" for="ch" forName="parentText3" refType="h" fact="0.188"/>
                  <dgm:constr type="w" for="ch" forName="parentText3" refType="w" fact="0.539"/>
                  <dgm:constr type="h" for="ch" forName="parentText3" refType="h" fact="0.2821"/>
                  <dgm:constr type="l" for="ch" forName="parentText4" refType="w" fact="0.6915"/>
                  <dgm:constr type="t" for="ch" forName="parentText4" refType="h" fact="0.282"/>
                  <dgm:constr type="w" for="ch" forName="parentText4" refType="w" fact="0.3085"/>
                  <dgm:constr type="h" for="ch" forName="parentText4" refType="h" fact="0.2821"/>
                </dgm:constrLst>
              </dgm:if>
              <dgm:else name="Name41">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4"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4"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childText4" refType="primFontSz" refFor="des" refForName="parentText3" op="lte"/>
                  <dgm:constr type="primFontSz" for="des" forName="childText1" refType="primFontSz" refFor="des" refForName="parentText4" op="lte"/>
                  <dgm:constr type="primFontSz" for="des" forName="childText2" refType="primFontSz" refFor="des" refForName="parentText4" op="lte"/>
                  <dgm:constr type="primFontSz" for="des" forName="childText3" refType="primFontSz" refFor="des" refForName="parentText4" op="lte"/>
                  <dgm:constr type="primFontSz" for="des" forName="childText4" refType="primFontSz" refFor="des" refForName="parentText4" op="lte"/>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primFontSz" for="des" forName="childText4" refType="primFontSz" refFor="des" refForName="childText1" op="equ"/>
                  <dgm:constr type="l" for="ch" forName="childText1" refType="w" fact="0.7695"/>
                  <dgm:constr type="t" for="ch" forName="childText1" refType="h" fact="0.218"/>
                  <dgm:constr type="w" for="ch" forName="childText1" refType="w" fact="0.2305"/>
                  <dgm:constr type="h" for="ch" forName="childText1" refType="h" fact="0.5218"/>
                  <dgm:constr type="l" for="ch" forName="childText2" refType="w" fact="0.539"/>
                  <dgm:constr type="t" for="ch" forName="childText2" refType="h" fact="0.312"/>
                  <dgm:constr type="w" for="ch" forName="childText2" refType="w" fact="0.2305"/>
                  <dgm:constr type="h" for="ch" forName="childText2" refType="h" fact="0.5085"/>
                  <dgm:constr type="l" for="ch" forName="childText3" refType="w" fact="0.3085"/>
                  <dgm:constr type="t" for="ch" forName="childText3" refType="h" fact="0.406"/>
                  <dgm:constr type="w" for="ch" forName="childText3" refType="w" fact="0.2305"/>
                  <dgm:constr type="h" for="ch" forName="childText3" refType="h" fact="0.5119"/>
                  <dgm:constr type="l" for="ch" forName="childText4" refType="w" fact="0.076"/>
                  <dgm:constr type="t" for="ch" forName="childText4" refType="h" fact="0.5"/>
                  <dgm:constr type="w" for="ch" forName="childText4" refType="w" fact="0.2346"/>
                  <dgm:constr type="h" for="ch" forName="childText4" refType="h" fact="0.5179"/>
                  <dgm:constr type="l" for="ch" forName="parentText1" refType="w" fact="0"/>
                  <dgm:constr type="t" for="ch" forName="parentText1" refType="h" fact="0"/>
                  <dgm:constr type="w" for="ch" forName="parentText1" refType="w"/>
                  <dgm:constr type="h" for="ch" forName="parentText1" refType="h" fact="0.2821"/>
                  <dgm:constr type="l" for="ch" forName="parentText2" refType="w" fact="0"/>
                  <dgm:constr type="t" for="ch" forName="parentText2" refType="h" fact="0.094"/>
                  <dgm:constr type="w" for="ch" forName="parentText2" refType="w" fact="0.7695"/>
                  <dgm:constr type="h" for="ch" forName="parentText2" refType="h" fact="0.2821"/>
                  <dgm:constr type="l" for="ch" forName="parentText3" refType="w" fact="0"/>
                  <dgm:constr type="t" for="ch" forName="parentText3" refType="h" fact="0.188"/>
                  <dgm:constr type="w" for="ch" forName="parentText3" refType="w" fact="0.539"/>
                  <dgm:constr type="h" for="ch" forName="parentText3" refType="h" fact="0.2821"/>
                  <dgm:constr type="l" for="ch" forName="parentText4" refType="w" fact="0"/>
                  <dgm:constr type="t" for="ch" forName="parentText4" refType="h" fact="0.282"/>
                  <dgm:constr type="w" for="ch" forName="parentText4" refType="w" fact="0.3085"/>
                  <dgm:constr type="h" for="ch" forName="parentText4" refType="h" fact="0.2821"/>
                </dgm:constrLst>
              </dgm:else>
            </dgm:choose>
          </dgm:else>
        </dgm:choose>
      </dgm:if>
      <dgm:else name="Name42">
        <dgm:choose name="Name43">
          <dgm:if name="Name44" axis="ch ch" ptType="node node" func="cnt" op="equ" val="0">
            <dgm:alg type="composite">
              <dgm:param type="ar" val="2.9463"/>
            </dgm:alg>
            <dgm:choose name="Name45">
              <dgm:if name="Name46" func="var" arg="dir" op="equ" val="norm">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parentText5" refType="primFontSz" refFor="des" refForName="parentText1" op="equ"/>
                  <dgm:constr type="l" for="ch" forName="parentText1" refType="w" fact="0"/>
                  <dgm:constr type="t" for="ch" forName="parentText1" refType="h" fact="0"/>
                  <dgm:constr type="w" for="ch" forName="parentText1" refType="w"/>
                  <dgm:constr type="h" for="ch" forName="parentText1" refType="h" fact="0.4285"/>
                  <dgm:constr type="l" for="ch" forName="parentText2" refType="w" fact="0.1848"/>
                  <dgm:constr type="t" for="ch" forName="parentText2" refType="h" fact="0.1429"/>
                  <dgm:constr type="w" for="ch" forName="parentText2" refType="w" fact="0.8152"/>
                  <dgm:constr type="h" for="ch" forName="parentText2" refType="h" fact="0.4285"/>
                  <dgm:constr type="l" for="ch" forName="parentText3" refType="w" fact="0.3696"/>
                  <dgm:constr type="t" for="ch" forName="parentText3" refType="h" fact="0.2858"/>
                  <dgm:constr type="w" for="ch" forName="parentText3" refType="w" fact="0.6304"/>
                  <dgm:constr type="h" for="ch" forName="parentText3" refType="h" fact="0.4285"/>
                  <dgm:constr type="l" for="ch" forName="parentText4" refType="w" fact="0.5545"/>
                  <dgm:constr type="t" for="ch" forName="parentText4" refType="h" fact="0.4286"/>
                  <dgm:constr type="w" for="ch" forName="parentText4" refType="w" fact="0.4455"/>
                  <dgm:constr type="h" for="ch" forName="parentText4" refType="h" fact="0.4285"/>
                  <dgm:constr type="l" for="ch" forName="parentText5" refType="w" fact="0.7393"/>
                  <dgm:constr type="t" for="ch" forName="parentText5" refType="h" fact="0.5715"/>
                  <dgm:constr type="w" for="ch" forName="parentText5" refType="w" fact="0.2607"/>
                  <dgm:constr type="h" for="ch" forName="parentText5" refType="h" fact="0.4285"/>
                </dgm:constrLst>
              </dgm:if>
              <dgm:else name="Name47">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parentText5" refType="primFontSz" refFor="des" refForName="parentText1" op="equ"/>
                  <dgm:constr type="l" for="ch" forName="parentText1" refType="w" fact="0"/>
                  <dgm:constr type="t" for="ch" forName="parentText1" refType="h" fact="0"/>
                  <dgm:constr type="w" for="ch" forName="parentText1" refType="w"/>
                  <dgm:constr type="h" for="ch" forName="parentText1" refType="h" fact="0.4285"/>
                  <dgm:constr type="l" for="ch" forName="parentText2" refType="w" fact="0"/>
                  <dgm:constr type="t" for="ch" forName="parentText2" refType="h" fact="0.1429"/>
                  <dgm:constr type="w" for="ch" forName="parentText2" refType="w" fact="0.8152"/>
                  <dgm:constr type="h" for="ch" forName="parentText2" refType="h" fact="0.4285"/>
                  <dgm:constr type="l" for="ch" forName="parentText3" refType="w" fact="0"/>
                  <dgm:constr type="t" for="ch" forName="parentText3" refType="h" fact="0.2858"/>
                  <dgm:constr type="w" for="ch" forName="parentText3" refType="w" fact="0.6304"/>
                  <dgm:constr type="h" for="ch" forName="parentText3" refType="h" fact="0.4285"/>
                  <dgm:constr type="l" for="ch" forName="parentText4" refType="w" fact="0"/>
                  <dgm:constr type="t" for="ch" forName="parentText4" refType="h" fact="0.4286"/>
                  <dgm:constr type="w" for="ch" forName="parentText4" refType="w" fact="0.4455"/>
                  <dgm:constr type="h" for="ch" forName="parentText4" refType="h" fact="0.4285"/>
                  <dgm:constr type="l" for="ch" forName="parentText5" refType="w" fact="0"/>
                  <dgm:constr type="t" for="ch" forName="parentText5" refType="h" fact="0.5715"/>
                  <dgm:constr type="w" for="ch" forName="parentText5" refType="w" fact="0.2607"/>
                  <dgm:constr type="h" for="ch" forName="parentText5" refType="h" fact="0.4285"/>
                </dgm:constrLst>
              </dgm:else>
            </dgm:choose>
          </dgm:if>
          <dgm:else name="Name48">
            <dgm:alg type="composite">
              <dgm:param type="ar" val="1.7837"/>
            </dgm:alg>
            <dgm:choose name="Name49">
              <dgm:if name="Name50" func="var" arg="dir" op="equ" val="norm">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4" refType="primFontSz" refFor="des" refForName="parentText1" op="lte"/>
                  <dgm:constr type="primFontSz" for="des" forName="childText5"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4" refType="primFontSz" refFor="des" refForName="parentText2" op="lte"/>
                  <dgm:constr type="primFontSz" for="des" forName="childText5"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childText4" refType="primFontSz" refFor="des" refForName="parentText3" op="lte"/>
                  <dgm:constr type="primFontSz" for="des" forName="childText5" refType="primFontSz" refFor="des" refForName="parentText3" op="lte"/>
                  <dgm:constr type="primFontSz" for="des" forName="childText1" refType="primFontSz" refFor="des" refForName="parentText4" op="lte"/>
                  <dgm:constr type="primFontSz" for="des" forName="childText2" refType="primFontSz" refFor="des" refForName="parentText4" op="lte"/>
                  <dgm:constr type="primFontSz" for="des" forName="childText3" refType="primFontSz" refFor="des" refForName="parentText4" op="lte"/>
                  <dgm:constr type="primFontSz" for="des" forName="childText4" refType="primFontSz" refFor="des" refForName="parentText4" op="lte"/>
                  <dgm:constr type="primFontSz" for="des" forName="childText5" refType="primFontSz" refFor="des" refForName="parentText4" op="lte"/>
                  <dgm:constr type="primFontSz" for="des" forName="childText1" refType="primFontSz" refFor="des" refForName="parentText5" op="lte"/>
                  <dgm:constr type="primFontSz" for="des" forName="childText2" refType="primFontSz" refFor="des" refForName="parentText5" op="lte"/>
                  <dgm:constr type="primFontSz" for="des" forName="childText3" refType="primFontSz" refFor="des" refForName="parentText5" op="lte"/>
                  <dgm:constr type="primFontSz" for="des" forName="childText4" refType="primFontSz" refFor="des" refForName="parentText5" op="lte"/>
                  <dgm:constr type="primFontSz" for="des" forName="childText5" refType="primFontSz" refFor="des" refForName="parentText5" op="lte"/>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parentText5"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primFontSz" for="des" forName="childText4" refType="primFontSz" refFor="des" refForName="childText1" op="equ"/>
                  <dgm:constr type="primFontSz" for="des" forName="childText5" refType="primFontSz" refFor="des" refForName="childText1" op="equ"/>
                  <dgm:constr type="l" for="ch" forName="childText1" refType="w" fact="0"/>
                  <dgm:constr type="t" for="ch" forName="childText1" refType="h" fact="0.1997"/>
                  <dgm:constr type="w" for="ch" forName="childText1" refType="w" fact="0.18482"/>
                  <dgm:constr type="h" for="ch" forName="childText1" refType="h" fact="0.4763"/>
                  <dgm:constr type="l" for="ch" forName="childText2" refType="w" fact="0.1848"/>
                  <dgm:constr type="t" for="ch" forName="childText2" refType="h" fact="0.2862"/>
                  <dgm:constr type="w" for="ch" forName="childText2" refType="w" fact="0.18482"/>
                  <dgm:constr type="h" for="ch" forName="childText2" refType="h" fact="0.4763"/>
                  <dgm:constr type="l" for="ch" forName="childText3" refType="w" fact="0.3696"/>
                  <dgm:constr type="t" for="ch" forName="childText3" refType="h" fact="0.3727"/>
                  <dgm:constr type="w" for="ch" forName="childText3" refType="w" fact="0.18482"/>
                  <dgm:constr type="h" for="ch" forName="childText3" refType="h" fact="0.4763"/>
                  <dgm:constr type="l" for="ch" forName="childText4" refType="w" fact="0.5545"/>
                  <dgm:constr type="t" for="ch" forName="childText4" refType="h" fact="0.4592"/>
                  <dgm:constr type="w" for="ch" forName="childText4" refType="w" fact="0.18482"/>
                  <dgm:constr type="h" for="ch" forName="childText4" refType="h" fact="0.4763"/>
                  <dgm:constr type="l" for="ch" forName="childText5" refType="w" fact="0.7393"/>
                  <dgm:constr type="t" for="ch" forName="childText5" refType="h" fact="0.5457"/>
                  <dgm:constr type="w" for="ch" forName="childText5" refType="w" fact="0.18482"/>
                  <dgm:constr type="h" for="ch" forName="childText5" refType="h" fact="0.4763"/>
                  <dgm:constr type="l" for="ch" forName="parentText1" refType="w" fact="0"/>
                  <dgm:constr type="t" for="ch" forName="parentText1" refType="h" fact="0"/>
                  <dgm:constr type="w" for="ch" forName="parentText1" refType="w"/>
                  <dgm:constr type="h" for="ch" forName="parentText1" refType="h" fact="0.2594"/>
                  <dgm:constr type="l" for="ch" forName="parentText2" refType="w" fact="0.1848"/>
                  <dgm:constr type="t" for="ch" forName="parentText2" refType="h" fact="0.0865"/>
                  <dgm:constr type="w" for="ch" forName="parentText2" refType="w" fact="0.8152"/>
                  <dgm:constr type="h" for="ch" forName="parentText2" refType="h" fact="0.2594"/>
                  <dgm:constr type="l" for="ch" forName="parentText3" refType="w" fact="0.3696"/>
                  <dgm:constr type="t" for="ch" forName="parentText3" refType="h" fact="0.173"/>
                  <dgm:constr type="w" for="ch" forName="parentText3" refType="w" fact="0.6304"/>
                  <dgm:constr type="h" for="ch" forName="parentText3" refType="h" fact="0.2594"/>
                  <dgm:constr type="l" for="ch" forName="parentText4" refType="w" fact="0.5545"/>
                  <dgm:constr type="t" for="ch" forName="parentText4" refType="h" fact="0.2595"/>
                  <dgm:constr type="w" for="ch" forName="parentText4" refType="w" fact="0.4455"/>
                  <dgm:constr type="h" for="ch" forName="parentText4" refType="h" fact="0.2594"/>
                  <dgm:constr type="l" for="ch" forName="parentText5" refType="w" fact="0.7393"/>
                  <dgm:constr type="t" for="ch" forName="parentText5" refType="h" fact="0.346"/>
                  <dgm:constr type="w" for="ch" forName="parentText5" refType="w" fact="0.2607"/>
                  <dgm:constr type="h" for="ch" forName="parentText5" refType="h" fact="0.2594"/>
                </dgm:constrLst>
              </dgm:if>
              <dgm:else name="Name51">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4" refType="primFontSz" refFor="des" refForName="parentText1" op="lte"/>
                  <dgm:constr type="primFontSz" for="des" forName="childText5"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4" refType="primFontSz" refFor="des" refForName="parentText2" op="lte"/>
                  <dgm:constr type="primFontSz" for="des" forName="childText5"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childText4" refType="primFontSz" refFor="des" refForName="parentText3" op="lte"/>
                  <dgm:constr type="primFontSz" for="des" forName="childText5" refType="primFontSz" refFor="des" refForName="parentText3" op="lte"/>
                  <dgm:constr type="primFontSz" for="des" forName="childText1" refType="primFontSz" refFor="des" refForName="parentText4" op="lte"/>
                  <dgm:constr type="primFontSz" for="des" forName="childText2" refType="primFontSz" refFor="des" refForName="parentText4" op="lte"/>
                  <dgm:constr type="primFontSz" for="des" forName="childText3" refType="primFontSz" refFor="des" refForName="parentText4" op="lte"/>
                  <dgm:constr type="primFontSz" for="des" forName="childText4" refType="primFontSz" refFor="des" refForName="parentText4" op="lte"/>
                  <dgm:constr type="primFontSz" for="des" forName="childText5" refType="primFontSz" refFor="des" refForName="parentText4" op="lte"/>
                  <dgm:constr type="primFontSz" for="des" forName="childText1" refType="primFontSz" refFor="des" refForName="parentText5" op="lte"/>
                  <dgm:constr type="primFontSz" for="des" forName="childText2" refType="primFontSz" refFor="des" refForName="parentText5" op="lte"/>
                  <dgm:constr type="primFontSz" for="des" forName="childText3" refType="primFontSz" refFor="des" refForName="parentText5" op="lte"/>
                  <dgm:constr type="primFontSz" for="des" forName="childText4" refType="primFontSz" refFor="des" refForName="parentText5" op="lte"/>
                  <dgm:constr type="primFontSz" for="des" forName="childText5" refType="primFontSz" refFor="des" refForName="parentText5" op="lte"/>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parentText5"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primFontSz" for="des" forName="childText4" refType="primFontSz" refFor="des" refForName="childText1" op="equ"/>
                  <dgm:constr type="primFontSz" for="des" forName="childText5" refType="primFontSz" refFor="des" refForName="childText1" op="equ"/>
                  <dgm:constr type="l" for="ch" forName="childText1" refType="w" fact="0.81518"/>
                  <dgm:constr type="t" for="ch" forName="childText1" refType="h" fact="0.1997"/>
                  <dgm:constr type="w" for="ch" forName="childText1" refType="w" fact="0.18482"/>
                  <dgm:constr type="h" for="ch" forName="childText1" refType="h" fact="0.4763"/>
                  <dgm:constr type="l" for="ch" forName="childText2" refType="w" fact="0.63036"/>
                  <dgm:constr type="t" for="ch" forName="childText2" refType="h" fact="0.2862"/>
                  <dgm:constr type="w" for="ch" forName="childText2" refType="w" fact="0.18482"/>
                  <dgm:constr type="h" for="ch" forName="childText2" refType="h" fact="0.4763"/>
                  <dgm:constr type="l" for="ch" forName="childText3" refType="w" fact="0.44554"/>
                  <dgm:constr type="t" for="ch" forName="childText3" refType="h" fact="0.3727"/>
                  <dgm:constr type="w" for="ch" forName="childText3" refType="w" fact="0.18482"/>
                  <dgm:constr type="h" for="ch" forName="childText3" refType="h" fact="0.4763"/>
                  <dgm:constr type="l" for="ch" forName="childText4" refType="w" fact="0.26072"/>
                  <dgm:constr type="t" for="ch" forName="childText4" refType="h" fact="0.4592"/>
                  <dgm:constr type="w" for="ch" forName="childText4" refType="w" fact="0.18482"/>
                  <dgm:constr type="h" for="ch" forName="childText4" refType="h" fact="0.4763"/>
                  <dgm:constr type="l" for="ch" forName="childText5" refType="w" fact="0.0759"/>
                  <dgm:constr type="t" for="ch" forName="childText5" refType="h" fact="0.5457"/>
                  <dgm:constr type="w" for="ch" forName="childText5" refType="w" fact="0.18482"/>
                  <dgm:constr type="h" for="ch" forName="childText5" refType="h" fact="0.4763"/>
                  <dgm:constr type="l" for="ch" forName="parentText1" refType="w" fact="0"/>
                  <dgm:constr type="t" for="ch" forName="parentText1" refType="h" fact="0"/>
                  <dgm:constr type="w" for="ch" forName="parentText1" refType="w"/>
                  <dgm:constr type="h" for="ch" forName="parentText1" refType="h" fact="0.2594"/>
                  <dgm:constr type="l" for="ch" forName="parentText2" refType="w" fact="0"/>
                  <dgm:constr type="t" for="ch" forName="parentText2" refType="h" fact="0.0865"/>
                  <dgm:constr type="w" for="ch" forName="parentText2" refType="w" fact="0.8152"/>
                  <dgm:constr type="h" for="ch" forName="parentText2" refType="h" fact="0.2594"/>
                  <dgm:constr type="l" for="ch" forName="parentText3" refType="w" fact="0"/>
                  <dgm:constr type="t" for="ch" forName="parentText3" refType="h" fact="0.173"/>
                  <dgm:constr type="w" for="ch" forName="parentText3" refType="w" fact="0.6304"/>
                  <dgm:constr type="h" for="ch" forName="parentText3" refType="h" fact="0.2594"/>
                  <dgm:constr type="l" for="ch" forName="parentText4" refType="w" fact="0"/>
                  <dgm:constr type="t" for="ch" forName="parentText4" refType="h" fact="0.2595"/>
                  <dgm:constr type="w" for="ch" forName="parentText4" refType="w" fact="0.4455"/>
                  <dgm:constr type="h" for="ch" forName="parentText4" refType="h" fact="0.2594"/>
                  <dgm:constr type="l" for="ch" forName="parentText5" refType="w" fact="0"/>
                  <dgm:constr type="t" for="ch" forName="parentText5" refType="h" fact="0.346"/>
                  <dgm:constr type="w" for="ch" forName="parentText5" refType="w" fact="0.2607"/>
                  <dgm:constr type="h" for="ch" forName="parentText5" refType="h" fact="0.2594"/>
                </dgm:constrLst>
              </dgm:else>
            </dgm:choose>
          </dgm:else>
        </dgm:choose>
      </dgm:else>
    </dgm:choose>
    <dgm:forEach name="Name52" axis="ch" ptType="node" cnt="1">
      <dgm:layoutNode name="parentText1" styleLbl="node1">
        <dgm:varLst>
          <dgm:chMax/>
          <dgm:chPref val="3"/>
          <dgm:bulletEnabled val="1"/>
        </dgm:varLst>
        <dgm:choose name="Name53">
          <dgm:if name="Name54" func="var" arg="dir" op="equ" val="norm">
            <dgm:alg type="tx">
              <dgm:param type="parTxLTRAlign" val="l"/>
            </dgm:alg>
            <dgm:shape xmlns:r="http://schemas.openxmlformats.org/officeDocument/2006/relationships" type="rightArrow" r:blip="">
              <dgm:adjLst>
                <dgm:adj idx="1" val="0.5"/>
                <dgm:adj idx="2" val="0.5"/>
              </dgm:adjLst>
            </dgm:shape>
            <dgm:constrLst>
              <dgm:constr type="lMarg" refType="primFontSz" fact="0.3"/>
              <dgm:constr type="rMarg" val="20"/>
              <dgm:constr type="tMarg" refType="primFontSz" fact="0.3"/>
              <dgm:constr type="bMarg" refType="h" fact="0.45"/>
            </dgm:constrLst>
          </dgm:if>
          <dgm:else name="Name55">
            <dgm:alg type="tx">
              <dgm:param type="parTxLTRAlign" val="r"/>
            </dgm:alg>
            <dgm:shape xmlns:r="http://schemas.openxmlformats.org/officeDocument/2006/relationships" type="leftArrow" r:blip="">
              <dgm:adjLst>
                <dgm:adj idx="1" val="0.5"/>
                <dgm:adj idx="2" val="0.5"/>
              </dgm:adjLst>
            </dgm:shape>
            <dgm:constrLst>
              <dgm:constr type="lMarg" val="20"/>
              <dgm:constr type="rMarg" refType="primFontSz" fact="0.3"/>
              <dgm:constr type="tMarg" refType="primFontSz" fact="0.3"/>
              <dgm:constr type="bMarg" refType="h" fact="0.45"/>
            </dgm:constrLst>
          </dgm:else>
        </dgm:choose>
        <dgm:presOf axis="self" ptType="node"/>
        <dgm:ruleLst>
          <dgm:rule type="primFontSz" val="5" fact="NaN" max="NaN"/>
        </dgm:ruleLst>
      </dgm:layoutNode>
      <dgm:choose name="Name56">
        <dgm:if name="Name57" axis="ch" ptType="node" func="cnt" op="gte" val="1">
          <dgm:layoutNode name="childText1" styleLbl="solidAlignAcc1">
            <dgm:varLst>
              <dgm:chMax val="0"/>
              <dgm:chPref val="0"/>
              <dgm:bulletEnabled val="1"/>
            </dgm:varLst>
            <dgm:alg type="tx">
              <dgm:param type="txAnchorVert" val="t"/>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8"/>
      </dgm:choose>
    </dgm:forEach>
    <dgm:forEach name="Name59" axis="ch" ptType="node" st="2" cnt="1">
      <dgm:layoutNode name="parentText2" styleLbl="node1">
        <dgm:varLst>
          <dgm:chMax/>
          <dgm:chPref val="3"/>
          <dgm:bulletEnabled val="1"/>
        </dgm:varLst>
        <dgm:choose name="Name60">
          <dgm:if name="Name61" func="var" arg="dir" op="equ" val="norm">
            <dgm:alg type="tx">
              <dgm:param type="parTxLTRAlign" val="l"/>
            </dgm:alg>
            <dgm:shape xmlns:r="http://schemas.openxmlformats.org/officeDocument/2006/relationships" type="rightArrow" r:blip="">
              <dgm:adjLst>
                <dgm:adj idx="1" val="0.5"/>
                <dgm:adj idx="2" val="0.5"/>
              </dgm:adjLst>
            </dgm:shape>
            <dgm:constrLst>
              <dgm:constr type="lMarg" refType="primFontSz" fact="0.3"/>
              <dgm:constr type="rMarg" val="20"/>
              <dgm:constr type="tMarg" refType="primFontSz" fact="0.3"/>
              <dgm:constr type="bMarg" refType="h" fact="0.45"/>
            </dgm:constrLst>
          </dgm:if>
          <dgm:else name="Name62">
            <dgm:alg type="tx">
              <dgm:param type="parTxLTRAlign" val="r"/>
            </dgm:alg>
            <dgm:shape xmlns:r="http://schemas.openxmlformats.org/officeDocument/2006/relationships" type="leftArrow" r:blip="">
              <dgm:adjLst>
                <dgm:adj idx="1" val="0.5"/>
                <dgm:adj idx="2" val="0.5"/>
              </dgm:adjLst>
            </dgm:shape>
            <dgm:constrLst>
              <dgm:constr type="lMarg" val="20"/>
              <dgm:constr type="rMarg" refType="primFontSz" fact="0.3"/>
              <dgm:constr type="tMarg" refType="primFontSz" fact="0.3"/>
              <dgm:constr type="bMarg" refType="h" fact="0.45"/>
            </dgm:constrLst>
          </dgm:else>
        </dgm:choose>
        <dgm:presOf axis="self" ptType="node"/>
        <dgm:ruleLst>
          <dgm:rule type="primFontSz" val="5" fact="NaN" max="NaN"/>
        </dgm:ruleLst>
      </dgm:layoutNode>
      <dgm:choose name="Name63">
        <dgm:if name="Name64" axis="ch" ptType="node" func="cnt" op="gte" val="1">
          <dgm:layoutNode name="childText2" styleLbl="solidAlignAcc1">
            <dgm:varLst>
              <dgm:chMax val="0"/>
              <dgm:chPref val="0"/>
              <dgm:bulletEnabled val="1"/>
            </dgm:varLst>
            <dgm:alg type="tx">
              <dgm:param type="txAnchorVert" val="t"/>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5"/>
      </dgm:choose>
    </dgm:forEach>
    <dgm:forEach name="Name66" axis="ch" ptType="node" st="3" cnt="1">
      <dgm:layoutNode name="parentText3" styleLbl="node1">
        <dgm:varLst>
          <dgm:chMax/>
          <dgm:chPref val="3"/>
          <dgm:bulletEnabled val="1"/>
        </dgm:varLst>
        <dgm:choose name="Name67">
          <dgm:if name="Name68" func="var" arg="dir" op="equ" val="norm">
            <dgm:alg type="tx">
              <dgm:param type="parTxLTRAlign" val="l"/>
            </dgm:alg>
            <dgm:shape xmlns:r="http://schemas.openxmlformats.org/officeDocument/2006/relationships" type="rightArrow" r:blip="">
              <dgm:adjLst>
                <dgm:adj idx="1" val="0.5"/>
                <dgm:adj idx="2" val="0.5"/>
              </dgm:adjLst>
            </dgm:shape>
            <dgm:constrLst>
              <dgm:constr type="lMarg" refType="primFontSz" fact="0.3"/>
              <dgm:constr type="rMarg" val="20"/>
              <dgm:constr type="tMarg" refType="primFontSz" fact="0.3"/>
              <dgm:constr type="bMarg" refType="h" fact="0.45"/>
            </dgm:constrLst>
          </dgm:if>
          <dgm:else name="Name69">
            <dgm:alg type="tx">
              <dgm:param type="parTxLTRAlign" val="r"/>
            </dgm:alg>
            <dgm:shape xmlns:r="http://schemas.openxmlformats.org/officeDocument/2006/relationships" type="leftArrow" r:blip="">
              <dgm:adjLst>
                <dgm:adj idx="1" val="0.5"/>
                <dgm:adj idx="2" val="0.5"/>
              </dgm:adjLst>
            </dgm:shape>
            <dgm:constrLst>
              <dgm:constr type="lMarg" val="20"/>
              <dgm:constr type="rMarg" refType="primFontSz" fact="0.3"/>
              <dgm:constr type="tMarg" refType="primFontSz" fact="0.3"/>
              <dgm:constr type="bMarg" refType="h" fact="0.45"/>
            </dgm:constrLst>
          </dgm:else>
        </dgm:choose>
        <dgm:presOf axis="self" ptType="node"/>
        <dgm:ruleLst>
          <dgm:rule type="primFontSz" val="5" fact="NaN" max="NaN"/>
        </dgm:ruleLst>
      </dgm:layoutNode>
      <dgm:choose name="Name70">
        <dgm:if name="Name71" axis="ch" ptType="node" func="cnt" op="gte" val="1">
          <dgm:layoutNode name="childText3" styleLbl="solidAlignAcc1">
            <dgm:varLst>
              <dgm:chMax val="0"/>
              <dgm:chPref val="0"/>
              <dgm:bulletEnabled val="1"/>
            </dgm:varLst>
            <dgm:alg type="tx">
              <dgm:param type="txAnchorVert" val="t"/>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forEach>
    <dgm:forEach name="Name73" axis="ch" ptType="node" st="4" cnt="1">
      <dgm:layoutNode name="parentText4" styleLbl="node1">
        <dgm:varLst>
          <dgm:chMax/>
          <dgm:chPref val="3"/>
          <dgm:bulletEnabled val="1"/>
        </dgm:varLst>
        <dgm:choose name="Name74">
          <dgm:if name="Name75" func="var" arg="dir" op="equ" val="norm">
            <dgm:alg type="tx">
              <dgm:param type="parTxLTRAlign" val="l"/>
            </dgm:alg>
            <dgm:shape xmlns:r="http://schemas.openxmlformats.org/officeDocument/2006/relationships" type="rightArrow" r:blip="">
              <dgm:adjLst>
                <dgm:adj idx="1" val="0.5"/>
                <dgm:adj idx="2" val="0.5"/>
              </dgm:adjLst>
            </dgm:shape>
            <dgm:constrLst>
              <dgm:constr type="lMarg" refType="primFontSz" fact="0.3"/>
              <dgm:constr type="rMarg" val="20"/>
              <dgm:constr type="tMarg" refType="primFontSz" fact="0.3"/>
              <dgm:constr type="bMarg" refType="h" fact="0.45"/>
            </dgm:constrLst>
          </dgm:if>
          <dgm:else name="Name76">
            <dgm:alg type="tx">
              <dgm:param type="parTxLTRAlign" val="r"/>
            </dgm:alg>
            <dgm:shape xmlns:r="http://schemas.openxmlformats.org/officeDocument/2006/relationships" type="leftArrow" r:blip="">
              <dgm:adjLst>
                <dgm:adj idx="1" val="0.5"/>
                <dgm:adj idx="2" val="0.5"/>
              </dgm:adjLst>
            </dgm:shape>
            <dgm:constrLst>
              <dgm:constr type="lMarg" val="20"/>
              <dgm:constr type="rMarg" refType="primFontSz" fact="0.3"/>
              <dgm:constr type="tMarg" refType="primFontSz" fact="0.3"/>
              <dgm:constr type="bMarg" refType="h" fact="0.45"/>
            </dgm:constrLst>
          </dgm:else>
        </dgm:choose>
        <dgm:presOf axis="self" ptType="node"/>
        <dgm:ruleLst>
          <dgm:rule type="primFontSz" val="5" fact="NaN" max="NaN"/>
        </dgm:ruleLst>
      </dgm:layoutNode>
      <dgm:choose name="Name77">
        <dgm:if name="Name78" axis="ch" ptType="node" func="cnt" op="gte" val="1">
          <dgm:layoutNode name="childText4" styleLbl="solidAlignAcc1">
            <dgm:varLst>
              <dgm:chMax val="0"/>
              <dgm:chPref val="0"/>
              <dgm:bulletEnabled val="1"/>
            </dgm:varLst>
            <dgm:alg type="tx">
              <dgm:param type="txAnchorVert" val="t"/>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9"/>
      </dgm:choose>
    </dgm:forEach>
    <dgm:forEach name="Name80" axis="ch" ptType="node" st="5" cnt="1">
      <dgm:layoutNode name="parentText5" styleLbl="node1">
        <dgm:varLst>
          <dgm:chMax/>
          <dgm:chPref val="3"/>
          <dgm:bulletEnabled val="1"/>
        </dgm:varLst>
        <dgm:choose name="Name81">
          <dgm:if name="Name82" func="var" arg="dir" op="equ" val="norm">
            <dgm:alg type="tx">
              <dgm:param type="parTxLTRAlign" val="l"/>
            </dgm:alg>
            <dgm:shape xmlns:r="http://schemas.openxmlformats.org/officeDocument/2006/relationships" type="rightArrow" r:blip="">
              <dgm:adjLst>
                <dgm:adj idx="1" val="0.5"/>
                <dgm:adj idx="2" val="0.5"/>
              </dgm:adjLst>
            </dgm:shape>
            <dgm:constrLst>
              <dgm:constr type="lMarg" refType="primFontSz" fact="0.3"/>
              <dgm:constr type="rMarg" val="20"/>
              <dgm:constr type="tMarg" refType="primFontSz" fact="0.3"/>
              <dgm:constr type="bMarg" refType="h" fact="0.45"/>
            </dgm:constrLst>
          </dgm:if>
          <dgm:else name="Name83">
            <dgm:alg type="tx">
              <dgm:param type="parTxLTRAlign" val="r"/>
            </dgm:alg>
            <dgm:shape xmlns:r="http://schemas.openxmlformats.org/officeDocument/2006/relationships" type="leftArrow" r:blip="">
              <dgm:adjLst>
                <dgm:adj idx="1" val="0.5"/>
                <dgm:adj idx="2" val="0.5"/>
              </dgm:adjLst>
            </dgm:shape>
            <dgm:constrLst>
              <dgm:constr type="lMarg" val="20"/>
              <dgm:constr type="rMarg" refType="primFontSz" fact="0.3"/>
              <dgm:constr type="tMarg" refType="primFontSz" fact="0.3"/>
              <dgm:constr type="bMarg" refType="h" fact="0.45"/>
            </dgm:constrLst>
          </dgm:else>
        </dgm:choose>
        <dgm:presOf axis="self" ptType="node"/>
        <dgm:ruleLst>
          <dgm:rule type="primFontSz" val="5" fact="NaN" max="NaN"/>
        </dgm:ruleLst>
      </dgm:layoutNode>
      <dgm:choose name="Name84">
        <dgm:if name="Name85" axis="ch" ptType="node" func="cnt" op="gte" val="1">
          <dgm:layoutNode name="childText5" styleLbl="solidAlignAcc1">
            <dgm:varLst>
              <dgm:chMax val="0"/>
              <dgm:chPref val="0"/>
              <dgm:bulletEnabled val="1"/>
            </dgm:varLst>
            <dgm:alg type="tx">
              <dgm:param type="txAnchorVert" val="t"/>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6"/>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pyramid1">
  <dgm:title val=""/>
  <dgm:desc val=""/>
  <dgm:catLst>
    <dgm:cat type="pyramid" pri="1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pyra">
          <dgm:param type="linDir" val="fromB"/>
          <dgm:param type="txDir" val="fromT"/>
          <dgm:param type="pyraAcctPos" val="aft"/>
          <dgm:param type="pyraAcctTxMar" val="step"/>
          <dgm:param type="pyraAcctBkgdNode" val="acctBkgd"/>
          <dgm:param type="pyraAcctTxNode" val="acctTx"/>
          <dgm:param type="pyraLvlNode" val="level"/>
        </dgm:alg>
      </dgm:if>
      <dgm:else name="Name3">
        <dgm:alg type="pyra">
          <dgm:param type="linDir" val="fromB"/>
          <dgm:param type="txDir" val="fromT"/>
          <dgm:param type="pyraAcctPos" val="bef"/>
          <dgm:param type="pyraAcctTxMar" val="step"/>
          <dgm:param type="pyraAcctBkgdNode" val="acctBkgd"/>
          <dgm:param type="pyraAcctTxNode" val="acctTx"/>
          <dgm:param type="pyraLvlNode" val="level"/>
        </dgm:alg>
      </dgm:else>
    </dgm:choose>
    <dgm:shape xmlns:r="http://schemas.openxmlformats.org/officeDocument/2006/relationships" r:blip="">
      <dgm:adjLst/>
    </dgm:shape>
    <dgm:presOf/>
    <dgm:choose name="Name4">
      <dgm:if name="Name5" axis="root des" ptType="all node" func="maxDepth" op="gte" val="2">
        <dgm:constrLst>
          <dgm:constr type="primFontSz" for="des" forName="levelTx" op="equ"/>
          <dgm:constr type="secFontSz" for="des" forName="acctTx" op="equ"/>
          <dgm:constr type="pyraAcctRatio" val="0.32"/>
        </dgm:constrLst>
      </dgm:if>
      <dgm:else name="Name6">
        <dgm:constrLst>
          <dgm:constr type="primFontSz" for="des" forName="levelTx" op="equ"/>
          <dgm:constr type="secFontSz" for="des" forName="acctTx" op="equ"/>
          <dgm:constr type="pyraAcctRatio"/>
        </dgm:constrLst>
      </dgm:else>
    </dgm:choose>
    <dgm:ruleLst/>
    <dgm:forEach name="Name7" axis="ch" ptType="node">
      <dgm:layoutNode name="Name8">
        <dgm:alg type="composite">
          <dgm:param type="horzAlign" val="none"/>
        </dgm:alg>
        <dgm:shape xmlns:r="http://schemas.openxmlformats.org/officeDocument/2006/relationships" r:blip="">
          <dgm:adjLst/>
        </dgm:shape>
        <dgm:presOf/>
        <dgm:choose name="Name9">
          <dgm:if name="Name10" axis="self" ptType="node" func="pos" op="equ" val="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dgm:constr type="h" for="ch" forName="levelTx" refType="h" refFor="ch" refForName="level"/>
            </dgm:constrLst>
          </dgm:if>
          <dgm:else name="Name1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fact="0.65"/>
              <dgm:constr type="h" for="ch" forName="levelTx" refType="h" refFor="ch" refForName="level"/>
            </dgm:constrLst>
          </dgm:else>
        </dgm:choose>
        <dgm:ruleLst/>
        <dgm:choose name="Name12">
          <dgm:if name="Name13" axis="ch" ptType="node" func="cnt" op="gte" val="1">
            <dgm:layoutNode name="acctBkgd" styleLbl="alignAcc1">
              <dgm:alg type="sp"/>
              <dgm:shape xmlns:r="http://schemas.openxmlformats.org/officeDocument/2006/relationships" type="nonIsoscelesTrapezoid" r:blip="">
                <dgm:adjLst/>
              </dgm:shape>
              <dgm:presOf axis="des" ptType="node"/>
              <dgm:constrLst/>
              <dgm:ruleLst/>
            </dgm:layoutNode>
            <dgm:layoutNode name="acctTx" styleLbl="alignAcc1">
              <dgm:varLst>
                <dgm:bulletEnabled val="1"/>
              </dgm:varLst>
              <dgm:alg type="tx">
                <dgm:param type="stBulletLvl" val="1"/>
                <dgm:param type="txAnchorVertCh" val="mid"/>
              </dgm:alg>
              <dgm:shape xmlns:r="http://schemas.openxmlformats.org/officeDocument/2006/relationships" type="nonIsoscelesTrapezoid" r:blip="" hideGeom="1">
                <dgm:adjLst/>
              </dgm:shape>
              <dgm:presOf axis="des" ptType="node"/>
              <dgm:constrLst>
                <dgm:constr type="secFontSz" val="65"/>
                <dgm:constr type="primFontSz" refType="secFontSz"/>
                <dgm:constr type="tMarg" refType="secFontSz" fact="0.3"/>
                <dgm:constr type="bMarg" refType="secFontSz" fact="0.3"/>
                <dgm:constr type="lMarg" refType="secFontSz" fact="0.3"/>
                <dgm:constr type="rMarg" refType="secFontSz" fact="0.3"/>
              </dgm:constrLst>
              <dgm:ruleLst>
                <dgm:rule type="secFontSz" val="5" fact="NaN" max="NaN"/>
              </dgm:ruleLst>
            </dgm:layoutNode>
          </dgm:if>
          <dgm:else name="Name14"/>
        </dgm:choose>
        <dgm:layoutNode name="level">
          <dgm:varLst>
            <dgm:chMax val="1"/>
            <dgm:bulletEnabled val="1"/>
          </dgm:varLst>
          <dgm:alg type="sp"/>
          <dgm:shape xmlns:r="http://schemas.openxmlformats.org/officeDocument/2006/relationships" type="trapezoid" r:blip="">
            <dgm:adjLst/>
          </dgm:shape>
          <dgm:presOf axis="self"/>
          <dgm:constrLst>
            <dgm:constr type="h" val="500"/>
            <dgm:constr type="w" val="1"/>
          </dgm:constrLst>
          <dgm:ruleLst/>
        </dgm:layoutNode>
        <dgm:layoutNode name="levelTx" styleLbl="revTx">
          <dgm:varLst>
            <dgm:chMax val="1"/>
            <dgm:bulletEnabled val="1"/>
          </dgm:varLst>
          <dgm:alg type="tx"/>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layoutNode>
    </dgm:forEach>
  </dgm:layoutNode>
</dgm:layoutDef>
</file>

<file path=ppt/diagrams/layout11.xml><?xml version="1.0" encoding="utf-8"?>
<dgm:layoutDef xmlns:dgm="http://schemas.openxmlformats.org/drawingml/2006/diagram" xmlns:a="http://schemas.openxmlformats.org/drawingml/2006/main" uniqueId="urn:microsoft.com/office/officeart/2008/layout/RadialCluster">
  <dgm:title val=""/>
  <dgm:desc val=""/>
  <dgm:catLst>
    <dgm:cat type="relationship" pri="19500"/>
    <dgm:cat type="cycle" pri="150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useDef="1">
    <dgm:dataModel>
      <dgm:ptLst/>
      <dgm:bg/>
      <dgm:whole/>
    </dgm:dataModel>
  </dgm:styleData>
  <dgm:clrData useDef="1">
    <dgm:dataModel>
      <dgm:ptLst/>
      <dgm:bg/>
      <dgm:whole/>
    </dgm:dataModel>
  </dgm:clrData>
  <dgm:layoutNode name="Name0">
    <dgm:varLst>
      <dgm:chMax val="1"/>
      <dgm:chPref val="1"/>
      <dgm:dir/>
      <dgm:animOne val="branch"/>
      <dgm:animLvl val="lvl"/>
    </dgm:varLst>
    <dgm:alg type="composite">
      <dgm:param type="ar" val="1.00"/>
    </dgm:alg>
    <dgm:shape xmlns:r="http://schemas.openxmlformats.org/officeDocument/2006/relationships" r:blip="">
      <dgm:adjLst/>
    </dgm:shape>
    <dgm:choose name="Name1">
      <dgm:if name="Name2" func="var" arg="dir" op="equ" val="norm">
        <dgm:choose name="Name3">
          <dgm:if name="Name4" axis="ch ch" ptType="node node" cnt="1 0" func="cnt" op="equ" val="1">
            <dgm:constrLst>
              <dgm:constr type="l" for="ch" forName="textCenter"/>
              <dgm:constr type="ctrY" for="ch" forName="textCenter" refType="h" fact="0.5"/>
              <dgm:constr type="w" for="ch" forName="textCenter" refType="w" fact="0.32"/>
              <dgm:constr type="h" for="ch" forName="textCenter" refType="w" refFor="ch" refForName="textCenter"/>
              <dgm:constr type="r" for="ch" forName="cycle_1" refType="w"/>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5" axis="ch ch" ptType="node node" cnt="1 0"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6" axis="ch ch" ptType="node node" cnt="1 0" func="cnt" op="equ" val="3">
            <dgm:choose name="Name7">
              <dgm:if name="Name8" axis="ch ch ch" ptType="node node node" st="1 2 0" cnt="1 1 0" func="cnt" op="equ" val="1">
                <dgm:choose name="Name9">
                  <dgm:if name="Name10"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12">
                <dgm:choose name="Name13">
                  <dgm:if name="Name14"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5">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16" axis="ch ch" ptType="node node" cnt="1 0"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r" for="ch" forName="cycle_2" refType="w"/>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l" for="ch" forName="cycle_4"/>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17" axis="ch ch" ptType="node node" cnt="1 0"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24"/>
              <dgm:constr type="w" for="ch" forName="cycle_2" refType="w" fact="0.33"/>
              <dgm:constr type="h" for="ch" forName="cycle_2" refType="w" refFor="ch" refForName="cycle_2"/>
              <dgm:constr type="r" for="ch" forName="cycle_3" refType="w" fact="0.89"/>
              <dgm:constr type="b" for="ch" forName="cycle_3" refType="h"/>
              <dgm:constr type="w" for="ch" forName="cycle_3" refType="w" fact="0.33"/>
              <dgm:constr type="h" for="ch" forName="cycle_3" refType="w" refFor="ch" refForName="cycle_3"/>
              <dgm:constr type="l" for="ch" forName="cycle_4" refType="w" fact="0.11"/>
              <dgm:constr type="b" for="ch" forName="cycle_4" refType="h"/>
              <dgm:constr type="w" for="ch" forName="cycle_4" refType="w" fact="0.33"/>
              <dgm:constr type="h" for="ch" forName="cycle_4" refType="w" refFor="ch" refForName="cycle_4"/>
              <dgm:constr type="l" for="ch" forName="cycle_5"/>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18" axis="ch ch" ptType="node node" cnt="1 0"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17"/>
              <dgm:constr type="w" for="ch" forName="cycle_2" refType="w" fact="0.33"/>
              <dgm:constr type="h" for="ch" forName="cycle_2" refType="w" refFor="ch" refForName="cycle_2"/>
              <dgm:constr type="r" for="ch" forName="cycle_3" refType="w"/>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l" for="ch" forName="cycle_5"/>
              <dgm:constr type="b" for="ch" forName="cycle_5" refType="h" fact="0.83"/>
              <dgm:constr type="w" for="ch" forName="cycle_5" refType="w" fact="0.33"/>
              <dgm:constr type="h" for="ch" forName="cycle_5" refType="w" refFor="ch" refForName="cycle_5"/>
              <dgm:constr type="l" for="ch" forName="cycle_6"/>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19">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r" for="ch" forName="cycle_2" refType="w" fact="0.938"/>
              <dgm:constr type="t" for="ch" forName="cycle_2" refType="h" fact="0.141"/>
              <dgm:constr type="w" for="ch" forName="cycle_2" refType="w" fact="0.263"/>
              <dgm:constr type="h" for="ch" forName="cycle_2" refType="w" refFor="ch" refForName="cycle_2"/>
              <dgm:constr type="r" for="ch" forName="cycle_3" refType="w"/>
              <dgm:constr type="b" for="ch" forName="cycle_3" refType="h" fact="0.74"/>
              <dgm:constr type="w" for="ch" forName="cycle_3" refType="w" fact="0.263"/>
              <dgm:constr type="h" for="ch" forName="cycle_3" refType="w" refFor="ch" refForName="cycle_3"/>
              <dgm:constr type="r" for="ch" forName="cycle_4" refType="w" fact="0.8"/>
              <dgm:constr type="b" for="ch" forName="cycle_4" refType="h"/>
              <dgm:constr type="w" for="ch" forName="cycle_4" refType="w" fact="0.263"/>
              <dgm:constr type="h" for="ch" forName="cycle_4" refType="w" refFor="ch" refForName="cycle_4"/>
              <dgm:constr type="l" for="ch" forName="cycle_5" refType="w" fact="0.2"/>
              <dgm:constr type="b" for="ch" forName="cycle_5" refType="h"/>
              <dgm:constr type="w" for="ch" forName="cycle_5" refType="w" fact="0.263"/>
              <dgm:constr type="h" for="ch" forName="cycle_5" refType="w" refFor="ch" refForName="cycle_5"/>
              <dgm:constr type="l" for="ch" forName="cycle_6"/>
              <dgm:constr type="b" for="ch" forName="cycle_6" refType="h" fact="0.74"/>
              <dgm:constr type="w" for="ch" forName="cycle_6" refType="w" fact="0.263"/>
              <dgm:constr type="h" for="ch" forName="cycle_6" refType="w" refFor="ch" refForName="cycle_6"/>
              <dgm:constr type="l" for="ch" forName="cycle_7" refType="w" fact="0.062"/>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if>
      <dgm:else name="Name20">
        <dgm:choose name="Name21">
          <dgm:if name="Name22" axis="ch ch" ptType="node node" func="cnt" op="equ" val="1">
            <dgm:constrLst>
              <dgm:constr type="r" for="ch" forName="textCenter" refType="w"/>
              <dgm:constr type="ctrY" for="ch" forName="textCenter" refType="h" fact="0.5"/>
              <dgm:constr type="w" for="ch" forName="textCenter" refType="w" fact="0.32"/>
              <dgm:constr type="h" for="ch" forName="textCenter" refType="w" refFor="ch" refForName="textCenter"/>
              <dgm:constr type="l" for="ch" forName="cycle_1"/>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23" axis="ch ch" ptType="node node"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24" axis="ch ch" ptType="node node" func="cnt" op="equ" val="3">
            <dgm:choose name="Name25">
              <dgm:if name="Name26" axis="ch ch ch" ptType="node node node" st="1 2 0" cnt="1 1 0" func="cnt" op="equ" val="1">
                <dgm:choose name="Name27">
                  <dgm:if name="Name28"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29">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30">
                <dgm:choose name="Name31">
                  <dgm:if name="Name32"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33">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34" axis="ch ch" ptType="node node"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l" for="ch" forName="cycle_2"/>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r" for="ch" forName="cycle_4" refType="w"/>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35" axis="ch ch" ptType="node node"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24"/>
              <dgm:constr type="w" for="ch" forName="cycle_2" refType="w" fact="0.33"/>
              <dgm:constr type="h" for="ch" forName="cycle_2" refType="w" refFor="ch" refForName="cycle_2"/>
              <dgm:constr type="l" for="ch" forName="cycle_3" refType="w" fact="0.11"/>
              <dgm:constr type="b" for="ch" forName="cycle_3" refType="h"/>
              <dgm:constr type="w" for="ch" forName="cycle_3" refType="w" fact="0.33"/>
              <dgm:constr type="h" for="ch" forName="cycle_3" refType="w" refFor="ch" refForName="cycle_3"/>
              <dgm:constr type="r" for="ch" forName="cycle_4" refType="w" fact="0.89"/>
              <dgm:constr type="b" for="ch" forName="cycle_4" refType="h"/>
              <dgm:constr type="w" for="ch" forName="cycle_4" refType="w" fact="0.33"/>
              <dgm:constr type="h" for="ch" forName="cycle_4" refType="w" refFor="ch" refForName="cycle_4"/>
              <dgm:constr type="r" for="ch" forName="cycle_5" refType="w"/>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36" axis="ch ch" ptType="node node"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17"/>
              <dgm:constr type="w" for="ch" forName="cycle_2" refType="w" fact="0.33"/>
              <dgm:constr type="h" for="ch" forName="cycle_2" refType="w" refFor="ch" refForName="cycle_2"/>
              <dgm:constr type="l" for="ch" forName="cycle_3"/>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r" for="ch" forName="cycle_5" refType="w"/>
              <dgm:constr type="b" for="ch" forName="cycle_5" refType="h" fact="0.83"/>
              <dgm:constr type="w" for="ch" forName="cycle_5" refType="w" fact="0.33"/>
              <dgm:constr type="h" for="ch" forName="cycle_5" refType="w" refFor="ch" refForName="cycle_5"/>
              <dgm:constr type="r" for="ch" forName="cycle_6" refType="w"/>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37">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l" for="ch" forName="cycle_2" refType="w" fact="0.062"/>
              <dgm:constr type="t" for="ch" forName="cycle_2" refType="h" fact="0.141"/>
              <dgm:constr type="w" for="ch" forName="cycle_2" refType="w" fact="0.263"/>
              <dgm:constr type="h" for="ch" forName="cycle_2" refType="w" refFor="ch" refForName="cycle_2"/>
              <dgm:constr type="l" for="ch" forName="cycle_3"/>
              <dgm:constr type="b" for="ch" forName="cycle_3" refType="h" fact="0.74"/>
              <dgm:constr type="w" for="ch" forName="cycle_3" refType="w" fact="0.263"/>
              <dgm:constr type="h" for="ch" forName="cycle_3" refType="w" refFor="ch" refForName="cycle_3"/>
              <dgm:constr type="l" for="ch" forName="cycle_4" refType="w" fact="0.2"/>
              <dgm:constr type="b" for="ch" forName="cycle_4" refType="h"/>
              <dgm:constr type="w" for="ch" forName="cycle_4" refType="w" fact="0.263"/>
              <dgm:constr type="h" for="ch" forName="cycle_4" refType="w" refFor="ch" refForName="cycle_4"/>
              <dgm:constr type="r" for="ch" forName="cycle_5" refType="w" fact="0.8"/>
              <dgm:constr type="b" for="ch" forName="cycle_5" refType="h"/>
              <dgm:constr type="w" for="ch" forName="cycle_5" refType="w" fact="0.263"/>
              <dgm:constr type="h" for="ch" forName="cycle_5" refType="w" refFor="ch" refForName="cycle_5"/>
              <dgm:constr type="r" for="ch" forName="cycle_6" refType="w"/>
              <dgm:constr type="b" for="ch" forName="cycle_6" refType="h" fact="0.74"/>
              <dgm:constr type="w" for="ch" forName="cycle_6" refType="w" fact="0.263"/>
              <dgm:constr type="h" for="ch" forName="cycle_6" refType="w" refFor="ch" refForName="cycle_6"/>
              <dgm:constr type="r" for="ch" forName="cycle_7" refType="w" fact="0.938"/>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else>
    </dgm:choose>
    <dgm:forEach name="Name38" axis="ch" ptType="node" cnt="1">
      <dgm:choose name="Name39">
        <dgm:if name="Name40" axis="des" func="maxDepth" op="lte" val="1">
          <dgm:layoutNode name="singleCycle">
            <dgm:choose name="Name41">
              <dgm:if name="Name42" axis="ch" ptType="node" func="cnt" op="equ" val="1">
                <dgm:choose name="Name43">
                  <dgm:if name="Name44" func="var" arg="dir" op="equ" val="norm">
                    <dgm:alg type="cycle">
                      <dgm:param type="stAng" val="90"/>
                      <dgm:param type="ctrShpMap" val="fNode"/>
                    </dgm:alg>
                  </dgm:if>
                  <dgm:else name="Name45">
                    <dgm:alg type="cycle">
                      <dgm:param type="stAng" val="-90"/>
                      <dgm:param type="spanAng" val="-360"/>
                      <dgm:param type="ctrShpMap" val="fNode"/>
                    </dgm:alg>
                  </dgm:else>
                </dgm:choose>
              </dgm:if>
              <dgm:else name="Name46">
                <dgm:choose name="Name47">
                  <dgm:if name="Name48" func="var" arg="dir" op="equ" val="norm">
                    <dgm:alg type="cycle">
                      <dgm:param type="ctrShpMap" val="fNode"/>
                    </dgm:alg>
                  </dgm:if>
                  <dgm:else name="Name49">
                    <dgm:alg type="cycle">
                      <dgm:param type="spanAng" val="-360"/>
                      <dgm:param type="ctrShpMap" val="fNode"/>
                    </dgm:alg>
                  </dgm:else>
                </dgm:choose>
              </dgm:else>
            </dgm:choose>
            <dgm:shape xmlns:r="http://schemas.openxmlformats.org/officeDocument/2006/relationships" r:blip="">
              <dgm:adjLst/>
            </dgm:shape>
            <dgm:presOf/>
            <dgm:choose name="Name50">
              <dgm:if name="Name51" axis="ch" ptType="node" func="cnt" op="equ" val="0">
                <dgm:constrLst>
                  <dgm:constr type="w" for="ch" forName="singleCenter" refType="w"/>
                  <dgm:constr type="h" for="ch" forName="singleCenter" refType="w" refFor="ch" refForName="singleCenter"/>
                </dgm:constrLst>
              </dgm:if>
              <dgm:if name="Name52" axis="ch" ptType="node" func="cnt" op="equ" val="1">
                <dgm:constrLst>
                  <dgm:constr type="w" for="ch" forName="singleCenter" refType="w" fact="0.5"/>
                  <dgm:constr type="h" for="ch" forName="singleCenter" refType="w" refFor="ch" refForName="singleCenter"/>
                  <dgm:constr type="userS" for="ch" ptType="node" refType="w" refFor="ch" refForName="singleCenter" fact="0.67"/>
                </dgm:constrLst>
              </dgm:if>
              <dgm:else name="Name53">
                <dgm:constrLst>
                  <dgm:constr type="w" for="ch" forName="singleCenter" refType="w" fact="0.3"/>
                  <dgm:constr type="h" for="ch" forName="singleCenter" refType="w" refFor="ch" refForName="singleCenter"/>
                  <dgm:constr type="userS" for="ch" ptType="node" refType="w" refFor="ch" refForName="singleCenter" fact="0.67"/>
                </dgm:constrLst>
              </dgm:else>
            </dgm:choose>
            <dgm:layoutNode name="singleCenter" styleLbl="node1">
              <dgm:varLst>
                <dgm:chMax val="7"/>
                <dgm:chPref val="7"/>
              </dgm:varLst>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54" axis="ch" cnt="21">
              <dgm:forEach name="Name55" axis="self" ptType="parTrans">
                <dgm:layoutNode name="Name5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57" axis="self" ptType="node">
                <dgm:layoutNode name="text0"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layoutNode>
        </dgm:if>
        <dgm:else name="Name58">
          <dgm:layoutNode name="textCenter" styleLbl="node1">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choose name="Name59">
            <dgm:if name="Name60" axis="ch" ptType="node" func="cnt" op="gte" val="1">
              <dgm:layoutNode name="cycle_1">
                <dgm:choose name="Name61">
                  <dgm:if name="Name62" func="var" arg="dir" op="equ" val="norm">
                    <dgm:choose name="Name63">
                      <dgm:if name="Name64" axis="ch" ptType="node" func="cnt" op="equ" val="1">
                        <dgm:choose name="Name65">
                          <dgm:if name="Name66" axis="ch ch" ptType="node node" st="1 1" cnt="1 0" func="cnt" op="equ" val="1">
                            <dgm:alg type="cycle">
                              <dgm:param type="ctrShpMap" val="fNode"/>
                              <dgm:param type="stAng" val="90"/>
                            </dgm:alg>
                          </dgm:if>
                          <dgm:if name="Name67" axis="ch ch" ptType="node node" st="1 1" cnt="1 0" func="cnt" op="equ" val="2">
                            <dgm:alg type="cycle">
                              <dgm:param type="ctrShpMap" val="fNode"/>
                              <dgm:param type="stAng" val="45"/>
                              <dgm:param type="spanAng" val="90"/>
                            </dgm:alg>
                          </dgm:if>
                          <dgm:else name="Name68">
                            <dgm:alg type="cycle">
                              <dgm:param type="ctrShpMap" val="fNode"/>
                              <dgm:param type="stAng" val="0"/>
                              <dgm:param type="spanAng" val="180"/>
                            </dgm:alg>
                          </dgm:else>
                        </dgm:choose>
                      </dgm:if>
                      <dgm:if name="Name69" axis="ch" ptType="node" func="cnt" op="equ" val="2">
                        <dgm:choose name="Name70">
                          <dgm:if name="Name71" axis="ch ch" ptType="node node" st="1 1" cnt="1 0" func="cnt" op="equ" val="1">
                            <dgm:alg type="cycle">
                              <dgm:param type="ctrShpMap" val="fNode"/>
                              <dgm:param type="stAng" val="0"/>
                            </dgm:alg>
                          </dgm:if>
                          <dgm:if name="Name72" axis="ch ch" ptType="node node" st="1 1" cnt="1 0" func="cnt" op="equ" val="2">
                            <dgm:alg type="cycle">
                              <dgm:param type="ctrShpMap" val="fNode"/>
                              <dgm:param type="stAng" val="315"/>
                              <dgm:param type="spanAng" val="90"/>
                            </dgm:alg>
                          </dgm:if>
                          <dgm:else name="Name73">
                            <dgm:alg type="cycle">
                              <dgm:param type="ctrShpMap" val="fNode"/>
                              <dgm:param type="stAng" val="270"/>
                              <dgm:param type="spanAng" val="180"/>
                            </dgm:alg>
                          </dgm:else>
                        </dgm:choose>
                      </dgm:if>
                      <dgm:if name="Name74" axis="ch" ptType="node" func="cnt" op="equ" val="3">
                        <dgm:choose name="Name75">
                          <dgm:if name="Name76" axis="ch ch" ptType="node node" st="1 1" cnt="1 0" func="cnt" op="equ" val="1">
                            <dgm:alg type="cycle">
                              <dgm:param type="ctrShpMap" val="fNode"/>
                              <dgm:param type="stAng" val="0"/>
                            </dgm:alg>
                          </dgm:if>
                          <dgm:if name="Name77" axis="ch ch" ptType="node node" st="1 1" cnt="1 0" func="cnt" op="equ" val="2">
                            <dgm:alg type="cycle">
                              <dgm:param type="ctrShpMap" val="fNode"/>
                              <dgm:param type="stAng" val="315"/>
                              <dgm:param type="spanAng" val="90"/>
                            </dgm:alg>
                          </dgm:if>
                          <dgm:else name="Name78">
                            <dgm:alg type="cycle">
                              <dgm:param type="ctrShpMap" val="fNode"/>
                              <dgm:param type="stAng" val="270"/>
                              <dgm:param type="spanAng" val="180"/>
                            </dgm:alg>
                          </dgm:else>
                        </dgm:choose>
                      </dgm:if>
                      <dgm:if name="Name79" axis="ch" ptType="node" func="cnt" op="equ" val="4">
                        <dgm:choose name="Name80">
                          <dgm:if name="Name81" axis="ch ch" ptType="node node" st="1 1" cnt="1 0" func="cnt" op="equ" val="1">
                            <dgm:alg type="cycle">
                              <dgm:param type="ctrShpMap" val="fNode"/>
                              <dgm:param type="stAng" val="0"/>
                            </dgm:alg>
                          </dgm:if>
                          <dgm:if name="Name82" axis="ch ch" ptType="node node" st="1 1" cnt="1 0" func="cnt" op="equ" val="2">
                            <dgm:alg type="cycle">
                              <dgm:param type="ctrShpMap" val="fNode"/>
                              <dgm:param type="stAng" val="315"/>
                              <dgm:param type="spanAng" val="90"/>
                            </dgm:alg>
                          </dgm:if>
                          <dgm:else name="Name83">
                            <dgm:alg type="cycle">
                              <dgm:param type="ctrShpMap" val="fNode"/>
                              <dgm:param type="stAng" val="292.5"/>
                              <dgm:param type="spanAng" val="135"/>
                            </dgm:alg>
                          </dgm:else>
                        </dgm:choose>
                      </dgm:if>
                      <dgm:if name="Name84" axis="ch" ptType="node" func="cnt" op="equ" val="5">
                        <dgm:choose name="Name85">
                          <dgm:if name="Name86" axis="ch ch" ptType="node node" st="1 1" cnt="1 0" func="cnt" op="equ" val="1">
                            <dgm:alg type="cycle">
                              <dgm:param type="ctrShpMap" val="fNode"/>
                              <dgm:param type="stAng" val="0"/>
                            </dgm:alg>
                          </dgm:if>
                          <dgm:if name="Name87" axis="ch ch" ptType="node node" st="1 1" cnt="1 0" func="cnt" op="equ" val="2">
                            <dgm:alg type="cycle">
                              <dgm:param type="ctrShpMap" val="fNode"/>
                              <dgm:param type="stAng" val="315"/>
                              <dgm:param type="spanAng" val="90"/>
                            </dgm:alg>
                          </dgm:if>
                          <dgm:else name="Name88">
                            <dgm:alg type="cycle">
                              <dgm:param type="ctrShpMap" val="fNode"/>
                              <dgm:param type="stAng" val="0"/>
                              <dgm:param type="spanAng" val="360"/>
                            </dgm:alg>
                          </dgm:else>
                        </dgm:choose>
                      </dgm:if>
                      <dgm:if name="Name89" axis="ch" ptType="node" func="cnt" op="equ" val="6">
                        <dgm:choose name="Name90">
                          <dgm:if name="Name91" axis="ch ch" ptType="node node" st="1 1" cnt="1 0" func="cnt" op="equ" val="1">
                            <dgm:alg type="cycle">
                              <dgm:param type="ctrShpMap" val="fNode"/>
                              <dgm:param type="stAng" val="0"/>
                            </dgm:alg>
                          </dgm:if>
                          <dgm:if name="Name92" axis="ch ch" ptType="node node" st="1 1" cnt="1 0" func="cnt" op="equ" val="2">
                            <dgm:alg type="cycle">
                              <dgm:param type="ctrShpMap" val="fNode"/>
                              <dgm:param type="stAng" val="315"/>
                              <dgm:param type="spanAng" val="90"/>
                            </dgm:alg>
                          </dgm:if>
                          <dgm:else name="Name93">
                            <dgm:alg type="cycle">
                              <dgm:param type="ctrShpMap" val="fNode"/>
                              <dgm:param type="stAng" val="0"/>
                              <dgm:param type="spanAng" val="360"/>
                            </dgm:alg>
                          </dgm:else>
                        </dgm:choose>
                      </dgm:if>
                      <dgm:if name="Name94" axis="ch" ptType="node" func="cnt" op="gte" val="7">
                        <dgm:choose name="Name95">
                          <dgm:if name="Name96" axis="ch ch" ptType="node node" st="1 1" cnt="1 0" func="cnt" op="equ" val="1">
                            <dgm:alg type="cycle">
                              <dgm:param type="ctrShpMap" val="fNode"/>
                              <dgm:param type="stAng" val="0"/>
                            </dgm:alg>
                          </dgm:if>
                          <dgm:if name="Name97" axis="ch ch" ptType="node node" st="1 1" cnt="1 0" func="cnt" op="equ" val="2">
                            <dgm:alg type="cycle">
                              <dgm:param type="ctrShpMap" val="fNode"/>
                              <dgm:param type="stAng" val="315"/>
                              <dgm:param type="spanAng" val="90"/>
                            </dgm:alg>
                          </dgm:if>
                          <dgm:else name="Name98">
                            <dgm:alg type="cycle">
                              <dgm:param type="ctrShpMap" val="fNode"/>
                              <dgm:param type="stAng" val="0"/>
                              <dgm:param type="spanAng" val="360"/>
                            </dgm:alg>
                          </dgm:else>
                        </dgm:choose>
                      </dgm:if>
                      <dgm:else name="Name99"/>
                    </dgm:choose>
                  </dgm:if>
                  <dgm:else name="Name100">
                    <dgm:choose name="Name101">
                      <dgm:if name="Name102" axis="ch" ptType="node" func="cnt" op="equ" val="1">
                        <dgm:choose name="Name103">
                          <dgm:if name="Name104" axis="ch ch" ptType="node node" st="1 1" cnt="1 0" func="cnt" op="equ" val="1">
                            <dgm:alg type="cycle">
                              <dgm:param type="ctrShpMap" val="fNode"/>
                              <dgm:param type="stAng" val="270"/>
                            </dgm:alg>
                          </dgm:if>
                          <dgm:if name="Name105" axis="ch ch" ptType="node node" st="1 1" cnt="1 0" func="cnt" op="equ" val="2">
                            <dgm:alg type="cycle">
                              <dgm:param type="ctrShpMap" val="fNode"/>
                              <dgm:param type="stAng" val="315"/>
                              <dgm:param type="spanAng" val="-90"/>
                            </dgm:alg>
                          </dgm:if>
                          <dgm:else name="Name106">
                            <dgm:alg type="cycle">
                              <dgm:param type="ctrShpMap" val="fNode"/>
                              <dgm:param type="stAng" val="0"/>
                              <dgm:param type="spanAng" val="-180"/>
                            </dgm:alg>
                          </dgm:else>
                        </dgm:choose>
                      </dgm:if>
                      <dgm:if name="Name107" axis="ch" ptType="node" func="cnt" op="equ" val="2">
                        <dgm:choose name="Name108">
                          <dgm:if name="Name109" axis="ch ch" ptType="node node" st="1 1" cnt="1 0" func="cnt" op="equ" val="1">
                            <dgm:alg type="cycle">
                              <dgm:param type="ctrShpMap" val="fNode"/>
                              <dgm:param type="stAng" val="0"/>
                            </dgm:alg>
                          </dgm:if>
                          <dgm:if name="Name110" axis="ch ch" ptType="node node" st="1 1" cnt="1 0" func="cnt" op="equ" val="2">
                            <dgm:alg type="cycle">
                              <dgm:param type="ctrShpMap" val="fNode"/>
                              <dgm:param type="stAng" val="45"/>
                              <dgm:param type="spanAng" val="-90"/>
                            </dgm:alg>
                          </dgm:if>
                          <dgm:else name="Name111">
                            <dgm:alg type="cycle">
                              <dgm:param type="ctrShpMap" val="fNode"/>
                              <dgm:param type="stAng" val="90"/>
                              <dgm:param type="spanAng" val="-180"/>
                            </dgm:alg>
                          </dgm:else>
                        </dgm:choose>
                      </dgm:if>
                      <dgm:if name="Name112" axis="ch" ptType="node" func="cnt" op="equ" val="3">
                        <dgm:choose name="Name113">
                          <dgm:if name="Name114" axis="ch ch" ptType="node node" st="1 1" cnt="1 0" func="cnt" op="equ" val="1">
                            <dgm:alg type="cycle">
                              <dgm:param type="ctrShpMap" val="fNode"/>
                              <dgm:param type="stAng" val="0"/>
                            </dgm:alg>
                          </dgm:if>
                          <dgm:if name="Name115" axis="ch ch" ptType="node node" st="1 1" cnt="1 0" func="cnt" op="equ" val="2">
                            <dgm:alg type="cycle">
                              <dgm:param type="ctrShpMap" val="fNode"/>
                              <dgm:param type="stAng" val="45"/>
                              <dgm:param type="spanAng" val="-90"/>
                            </dgm:alg>
                          </dgm:if>
                          <dgm:else name="Name116">
                            <dgm:alg type="cycle">
                              <dgm:param type="ctrShpMap" val="fNode"/>
                              <dgm:param type="stAng" val="90"/>
                              <dgm:param type="spanAng" val="-180"/>
                            </dgm:alg>
                          </dgm:else>
                        </dgm:choose>
                      </dgm:if>
                      <dgm:if name="Name117" axis="ch" ptType="node" func="cnt" op="equ" val="4">
                        <dgm:choose name="Name118">
                          <dgm:if name="Name119" axis="ch ch" ptType="node node" st="1 1" cnt="1 0" func="cnt" op="equ" val="1">
                            <dgm:alg type="cycle">
                              <dgm:param type="ctrShpMap" val="fNode"/>
                              <dgm:param type="stAng" val="0"/>
                            </dgm:alg>
                          </dgm:if>
                          <dgm:if name="Name120" axis="ch ch" ptType="node node" st="1 1" cnt="1 0" func="cnt" op="equ" val="2">
                            <dgm:alg type="cycle">
                              <dgm:param type="ctrShpMap" val="fNode"/>
                              <dgm:param type="stAng" val="45"/>
                              <dgm:param type="spanAng" val="-90"/>
                            </dgm:alg>
                          </dgm:if>
                          <dgm:else name="Name121">
                            <dgm:alg type="cycle">
                              <dgm:param type="ctrShpMap" val="fNode"/>
                              <dgm:param type="stAng" val="67.5"/>
                              <dgm:param type="spanAng" val="-135"/>
                            </dgm:alg>
                          </dgm:else>
                        </dgm:choose>
                      </dgm:if>
                      <dgm:if name="Name122" axis="ch" ptType="node" func="cnt" op="equ" val="5">
                        <dgm:choose name="Name123">
                          <dgm:if name="Name124" axis="ch ch" ptType="node node" st="1 1" cnt="1 0" func="cnt" op="equ" val="1">
                            <dgm:alg type="cycle">
                              <dgm:param type="ctrShpMap" val="fNode"/>
                              <dgm:param type="stAng" val="0"/>
                            </dgm:alg>
                          </dgm:if>
                          <dgm:if name="Name125" axis="ch ch" ptType="node node" st="1 1" cnt="1 0" func="cnt" op="equ" val="2">
                            <dgm:alg type="cycle">
                              <dgm:param type="ctrShpMap" val="fNode"/>
                              <dgm:param type="stAng" val="45"/>
                              <dgm:param type="spanAng" val="-90"/>
                            </dgm:alg>
                          </dgm:if>
                          <dgm:else name="Name126">
                            <dgm:alg type="cycle">
                              <dgm:param type="ctrShpMap" val="fNode"/>
                              <dgm:param type="stAng" val="0"/>
                              <dgm:param type="spanAng" val="-360"/>
                            </dgm:alg>
                          </dgm:else>
                        </dgm:choose>
                      </dgm:if>
                      <dgm:if name="Name127" axis="ch" ptType="node" func="cnt" op="equ" val="6">
                        <dgm:choose name="Name128">
                          <dgm:if name="Name129" axis="ch ch" ptType="node node" st="1 1" cnt="1 0" func="cnt" op="equ" val="1">
                            <dgm:alg type="cycle">
                              <dgm:param type="ctrShpMap" val="fNode"/>
                              <dgm:param type="stAng" val="0"/>
                            </dgm:alg>
                          </dgm:if>
                          <dgm:if name="Name130" axis="ch ch" ptType="node node" st="1 1" cnt="1 0" func="cnt" op="equ" val="2">
                            <dgm:alg type="cycle">
                              <dgm:param type="ctrShpMap" val="fNode"/>
                              <dgm:param type="stAng" val="45"/>
                              <dgm:param type="spanAng" val="-90"/>
                            </dgm:alg>
                          </dgm:if>
                          <dgm:else name="Name131">
                            <dgm:alg type="cycle">
                              <dgm:param type="ctrShpMap" val="fNode"/>
                              <dgm:param type="stAng" val="0"/>
                              <dgm:param type="spanAng" val="-360"/>
                            </dgm:alg>
                          </dgm:else>
                        </dgm:choose>
                      </dgm:if>
                      <dgm:if name="Name132" axis="ch" ptType="node" func="cnt" op="gte" val="7">
                        <dgm:choose name="Name133">
                          <dgm:if name="Name134" axis="ch ch" ptType="node node" st="1 1" cnt="1 0" func="cnt" op="equ" val="1">
                            <dgm:alg type="cycle">
                              <dgm:param type="ctrShpMap" val="fNode"/>
                              <dgm:param type="stAng" val="0"/>
                            </dgm:alg>
                          </dgm:if>
                          <dgm:if name="Name135" axis="ch ch" ptType="node node" st="1 1" cnt="1 0" func="cnt" op="equ" val="2">
                            <dgm:alg type="cycle">
                              <dgm:param type="ctrShpMap" val="fNode"/>
                              <dgm:param type="stAng" val="45"/>
                              <dgm:param type="spanAng" val="-90"/>
                            </dgm:alg>
                          </dgm:if>
                          <dgm:else name="Name136">
                            <dgm:alg type="cycle">
                              <dgm:param type="ctrShpMap" val="fNode"/>
                              <dgm:param type="stAng" val="0"/>
                              <dgm:param type="spanAng" val="-360"/>
                            </dgm:alg>
                          </dgm:else>
                        </dgm:choose>
                      </dgm:if>
                      <dgm:else name="Name137"/>
                    </dgm:choose>
                  </dgm:else>
                </dgm:choose>
                <dgm:shape xmlns:r="http://schemas.openxmlformats.org/officeDocument/2006/relationships" r:blip="">
                  <dgm:adjLst/>
                </dgm:shape>
                <dgm:presOf/>
                <dgm:constrLst>
                  <dgm:constr type="sp" refType="w" fact="0.1"/>
                  <dgm:constr type="sibSp" refType="w" fact="0.1"/>
                </dgm:constrLst>
                <dgm:forEach name="Name138" axis="ch" ptType="node" cnt="1">
                  <dgm:layoutNode name="childCenter1"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139" axis="ch">
                    <dgm:forEach name="Name140" axis="self" ptType="parTrans">
                      <dgm:layoutNode name="Name141">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142" axis="self" ptType="node">
                      <dgm:layoutNode name="text1"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143" axis="ch" ptType="parTrans" cnt="1">
                <dgm:layoutNode name="Name144">
                  <dgm:alg type="conn">
                    <dgm:param type="dim" val="1D"/>
                    <dgm:param type="begPts" val="auto"/>
                    <dgm:param type="endPts" val="auto"/>
                    <dgm:param type="endSty" val="noArr"/>
                    <dgm:param type="srcNode" val="textCenter"/>
                    <dgm:param type="dstNode" val="childCenter1"/>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145"/>
          </dgm:choose>
          <dgm:choose name="Name146">
            <dgm:if name="Name147" axis="ch" ptType="node" func="cnt" op="gte" val="2">
              <dgm:layoutNode name="cycle_2">
                <dgm:choose name="Name148">
                  <dgm:if name="Name149" func="var" arg="dir" op="equ" val="norm">
                    <dgm:choose name="Name150">
                      <dgm:if name="Name151" axis="ch" ptType="node" func="cnt" op="equ" val="2">
                        <dgm:choose name="Name152">
                          <dgm:if name="Name153" axis="ch ch" ptType="node node" st="2 1" cnt="1 0" func="cnt" op="equ" val="1">
                            <dgm:alg type="cycle">
                              <dgm:param type="ctrShpMap" val="fNode"/>
                              <dgm:param type="stAng" val="180"/>
                            </dgm:alg>
                          </dgm:if>
                          <dgm:if name="Name154" axis="ch ch" ptType="node node" st="2 1" cnt="1 0" func="cnt" op="equ" val="2">
                            <dgm:alg type="cycle">
                              <dgm:param type="ctrShpMap" val="fNode"/>
                              <dgm:param type="stAng" val="135"/>
                              <dgm:param type="spanAng" val="90"/>
                            </dgm:alg>
                          </dgm:if>
                          <dgm:else name="Name155">
                            <dgm:alg type="cycle">
                              <dgm:param type="ctrShpMap" val="fNode"/>
                              <dgm:param type="stAng" val="90"/>
                              <dgm:param type="spanAng" val="180"/>
                            </dgm:alg>
                          </dgm:else>
                        </dgm:choose>
                      </dgm:if>
                      <dgm:if name="Name156" axis="ch" ptType="node" func="cnt" op="equ" val="3">
                        <dgm:choose name="Name157">
                          <dgm:if name="Name158" axis="ch ch" ptType="node node" st="2 1" cnt="1 0" func="cnt" op="equ" val="1">
                            <dgm:alg type="cycle">
                              <dgm:param type="ctrShpMap" val="fNode"/>
                              <dgm:param type="stAng" val="120"/>
                              <dgm:param type="horzAlign" val="r"/>
                              <dgm:param type="vertAlign" val="b"/>
                            </dgm:alg>
                          </dgm:if>
                          <dgm:if name="Name159" axis="ch ch" ptType="node node" st="2 1" cnt="1 0" func="cnt" op="equ" val="2">
                            <dgm:alg type="cycle">
                              <dgm:param type="ctrShpMap" val="fNode"/>
                              <dgm:param type="stAng" val="75"/>
                              <dgm:param type="spanAng" val="90"/>
                              <dgm:param type="horzAlign" val="r"/>
                              <dgm:param type="vertAlign" val="b"/>
                            </dgm:alg>
                          </dgm:if>
                          <dgm:else name="Name160">
                            <dgm:alg type="cycle">
                              <dgm:param type="ctrShpMap" val="fNode"/>
                              <dgm:param type="stAng" val="30"/>
                              <dgm:param type="spanAng" val="180"/>
                            </dgm:alg>
                          </dgm:else>
                        </dgm:choose>
                      </dgm:if>
                      <dgm:if name="Name161" axis="ch" ptType="node" func="cnt" op="equ" val="4">
                        <dgm:choose name="Name162">
                          <dgm:if name="Name163" axis="ch ch" ptType="node node" st="2 1" cnt="1 0" func="cnt" op="equ" val="1">
                            <dgm:alg type="cycle">
                              <dgm:param type="ctrShpMap" val="fNode"/>
                              <dgm:param type="stAng" val="90"/>
                            </dgm:alg>
                          </dgm:if>
                          <dgm:if name="Name164" axis="ch ch" ptType="node node" st="2 1" cnt="1 0" func="cnt" op="equ" val="2">
                            <dgm:alg type="cycle">
                              <dgm:param type="ctrShpMap" val="fNode"/>
                              <dgm:param type="stAng" val="45"/>
                              <dgm:param type="spanAng" val="90"/>
                            </dgm:alg>
                          </dgm:if>
                          <dgm:else name="Name165">
                            <dgm:alg type="cycle">
                              <dgm:param type="ctrShpMap" val="fNode"/>
                              <dgm:param type="stAng" val="22.5"/>
                              <dgm:param type="spanAng" val="135"/>
                            </dgm:alg>
                          </dgm:else>
                        </dgm:choose>
                      </dgm:if>
                      <dgm:if name="Name166" axis="ch" ptType="node" func="cnt" op="equ" val="5">
                        <dgm:choose name="Name167">
                          <dgm:if name="Name168" axis="ch ch" ptType="node node" st="2 1" cnt="1 0" func="cnt" op="equ" val="1">
                            <dgm:alg type="cycle">
                              <dgm:param type="ctrShpMap" val="fNode"/>
                              <dgm:param type="stAng" val="72"/>
                            </dgm:alg>
                          </dgm:if>
                          <dgm:if name="Name169" axis="ch ch" ptType="node node" st="2 1" cnt="1 0" func="cnt" op="equ" val="2">
                            <dgm:alg type="cycle">
                              <dgm:param type="ctrShpMap" val="fNode"/>
                              <dgm:param type="stAng" val="27"/>
                              <dgm:param type="spanAng" val="90"/>
                            </dgm:alg>
                          </dgm:if>
                          <dgm:else name="Name170">
                            <dgm:alg type="cycle">
                              <dgm:param type="ctrShpMap" val="fNode"/>
                              <dgm:param type="stAng" val="0"/>
                              <dgm:param type="spanAng" val="360"/>
                            </dgm:alg>
                          </dgm:else>
                        </dgm:choose>
                      </dgm:if>
                      <dgm:if name="Name171" axis="ch" ptType="node" func="cnt" op="equ" val="6">
                        <dgm:choose name="Name172">
                          <dgm:if name="Name173" axis="ch ch" ptType="node node" st="2 1" cnt="1 0" func="cnt" op="equ" val="1">
                            <dgm:alg type="cycle">
                              <dgm:param type="ctrShpMap" val="fNode"/>
                              <dgm:param type="stAng" val="60"/>
                            </dgm:alg>
                          </dgm:if>
                          <dgm:if name="Name174" axis="ch ch" ptType="node node" st="2 1" cnt="1 0" func="cnt" op="equ" val="2">
                            <dgm:alg type="cycle">
                              <dgm:param type="ctrShpMap" val="fNode"/>
                              <dgm:param type="stAng" val="15"/>
                              <dgm:param type="spanAng" val="90"/>
                            </dgm:alg>
                          </dgm:if>
                          <dgm:else name="Name175">
                            <dgm:alg type="cycle">
                              <dgm:param type="ctrShpMap" val="fNode"/>
                              <dgm:param type="stAng" val="0"/>
                              <dgm:param type="spanAng" val="360"/>
                            </dgm:alg>
                          </dgm:else>
                        </dgm:choose>
                      </dgm:if>
                      <dgm:if name="Name176" axis="ch" ptType="node" func="cnt" op="gte" val="7">
                        <dgm:choose name="Name177">
                          <dgm:if name="Name178" axis="ch ch" ptType="node node" st="2 1" cnt="1 0" func="cnt" op="equ" val="1">
                            <dgm:alg type="cycle">
                              <dgm:param type="ctrShpMap" val="fNode"/>
                              <dgm:param type="stAng" val="51"/>
                            </dgm:alg>
                          </dgm:if>
                          <dgm:if name="Name179" axis="ch ch" ptType="node node" st="2 1" cnt="1 0" func="cnt" op="equ" val="2">
                            <dgm:alg type="cycle">
                              <dgm:param type="ctrShpMap" val="fNode"/>
                              <dgm:param type="stAng" val="6"/>
                              <dgm:param type="spanAng" val="90"/>
                            </dgm:alg>
                          </dgm:if>
                          <dgm:else name="Name180">
                            <dgm:alg type="cycle">
                              <dgm:param type="ctrShpMap" val="fNode"/>
                              <dgm:param type="stAng" val="0"/>
                              <dgm:param type="spanAng" val="360"/>
                            </dgm:alg>
                          </dgm:else>
                        </dgm:choose>
                      </dgm:if>
                      <dgm:else name="Name181"/>
                    </dgm:choose>
                  </dgm:if>
                  <dgm:else name="Name182">
                    <dgm:choose name="Name183">
                      <dgm:if name="Name184" axis="ch" ptType="node" func="cnt" op="equ" val="2">
                        <dgm:choose name="Name185">
                          <dgm:if name="Name186" axis="ch ch" ptType="node node" st="2 1" cnt="1 0" func="cnt" op="equ" val="1">
                            <dgm:alg type="cycle">
                              <dgm:param type="ctrShpMap" val="fNode"/>
                              <dgm:param type="stAng" val="180"/>
                            </dgm:alg>
                          </dgm:if>
                          <dgm:if name="Name187" axis="ch ch" ptType="node node" st="2 1" cnt="1 0" func="cnt" op="equ" val="2">
                            <dgm:alg type="cycle">
                              <dgm:param type="ctrShpMap" val="fNode"/>
                              <dgm:param type="stAng" val="225"/>
                              <dgm:param type="spanAng" val="-90"/>
                            </dgm:alg>
                          </dgm:if>
                          <dgm:else name="Name188">
                            <dgm:alg type="cycle">
                              <dgm:param type="ctrShpMap" val="fNode"/>
                              <dgm:param type="stAng" val="270"/>
                              <dgm:param type="spanAng" val="-180"/>
                            </dgm:alg>
                          </dgm:else>
                        </dgm:choose>
                      </dgm:if>
                      <dgm:if name="Name189" axis="ch" ptType="node" func="cnt" op="equ" val="3">
                        <dgm:choose name="Name190">
                          <dgm:if name="Name191" axis="ch ch" ptType="node node" st="2 1" cnt="1 0" func="cnt" op="equ" val="1">
                            <dgm:alg type="cycle">
                              <dgm:param type="ctrShpMap" val="fNode"/>
                              <dgm:param type="stAng" val="240"/>
                              <dgm:param type="horzAlign" val="l"/>
                              <dgm:param type="vertAlign" val="b"/>
                            </dgm:alg>
                          </dgm:if>
                          <dgm:if name="Name192" axis="ch ch" ptType="node node" st="2 1" cnt="1 0" func="cnt" op="equ" val="2">
                            <dgm:alg type="cycle">
                              <dgm:param type="ctrShpMap" val="fNode"/>
                              <dgm:param type="stAng" val="285"/>
                              <dgm:param type="spanAng" val="-90"/>
                              <dgm:param type="horzAlign" val="l"/>
                              <dgm:param type="vertAlign" val="b"/>
                            </dgm:alg>
                          </dgm:if>
                          <dgm:else name="Name193">
                            <dgm:alg type="cycle">
                              <dgm:param type="ctrShpMap" val="fNode"/>
                              <dgm:param type="stAng" val="330"/>
                              <dgm:param type="spanAng" val="-180"/>
                            </dgm:alg>
                          </dgm:else>
                        </dgm:choose>
                      </dgm:if>
                      <dgm:if name="Name194" axis="ch" ptType="node" func="cnt" op="equ" val="4">
                        <dgm:choose name="Name195">
                          <dgm:if name="Name196" axis="ch ch" ptType="node node" st="2 1" cnt="1 0" func="cnt" op="equ" val="1">
                            <dgm:alg type="cycle">
                              <dgm:param type="ctrShpMap" val="fNode"/>
                              <dgm:param type="stAng" val="270"/>
                            </dgm:alg>
                          </dgm:if>
                          <dgm:if name="Name197" axis="ch ch" ptType="node node" st="2 1" cnt="1 0" func="cnt" op="equ" val="2">
                            <dgm:alg type="cycle">
                              <dgm:param type="ctrShpMap" val="fNode"/>
                              <dgm:param type="stAng" val="315"/>
                              <dgm:param type="spanAng" val="-90"/>
                            </dgm:alg>
                          </dgm:if>
                          <dgm:else name="Name198">
                            <dgm:alg type="cycle">
                              <dgm:param type="ctrShpMap" val="fNode"/>
                              <dgm:param type="stAng" val="337.5"/>
                              <dgm:param type="spanAng" val="-135"/>
                            </dgm:alg>
                          </dgm:else>
                        </dgm:choose>
                      </dgm:if>
                      <dgm:if name="Name199" axis="ch" ptType="node" func="cnt" op="equ" val="5">
                        <dgm:choose name="Name200">
                          <dgm:if name="Name201" axis="ch ch" ptType="node node" st="2 1" cnt="1 0" func="cnt" op="equ" val="1">
                            <dgm:alg type="cycle">
                              <dgm:param type="ctrShpMap" val="fNode"/>
                              <dgm:param type="stAng" val="288"/>
                            </dgm:alg>
                          </dgm:if>
                          <dgm:if name="Name202" axis="ch ch" ptType="node node" st="2 1" cnt="1 0" func="cnt" op="equ" val="2">
                            <dgm:alg type="cycle">
                              <dgm:param type="ctrShpMap" val="fNode"/>
                              <dgm:param type="stAng" val="333"/>
                              <dgm:param type="spanAng" val="-90"/>
                            </dgm:alg>
                          </dgm:if>
                          <dgm:else name="Name203">
                            <dgm:alg type="cycle">
                              <dgm:param type="ctrShpMap" val="fNode"/>
                              <dgm:param type="stAng" val="0"/>
                              <dgm:param type="spanAng" val="-360"/>
                            </dgm:alg>
                          </dgm:else>
                        </dgm:choose>
                      </dgm:if>
                      <dgm:if name="Name204" axis="ch" ptType="node" func="cnt" op="equ" val="6">
                        <dgm:choose name="Name205">
                          <dgm:if name="Name206" axis="ch ch" ptType="node node" st="2 1" cnt="1 0" func="cnt" op="equ" val="1">
                            <dgm:alg type="cycle">
                              <dgm:param type="ctrShpMap" val="fNode"/>
                              <dgm:param type="stAng" val="300"/>
                            </dgm:alg>
                          </dgm:if>
                          <dgm:if name="Name207" axis="ch ch" ptType="node node" st="2 1" cnt="1 0" func="cnt" op="equ" val="2">
                            <dgm:alg type="cycle">
                              <dgm:param type="ctrShpMap" val="fNode"/>
                              <dgm:param type="stAng" val="345"/>
                              <dgm:param type="spanAng" val="-90"/>
                            </dgm:alg>
                          </dgm:if>
                          <dgm:else name="Name208">
                            <dgm:alg type="cycle">
                              <dgm:param type="ctrShpMap" val="fNode"/>
                              <dgm:param type="stAng" val="0"/>
                              <dgm:param type="spanAng" val="-360"/>
                            </dgm:alg>
                          </dgm:else>
                        </dgm:choose>
                      </dgm:if>
                      <dgm:if name="Name209" axis="ch" ptType="node" func="cnt" op="gte" val="7">
                        <dgm:choose name="Name210">
                          <dgm:if name="Name211" axis="ch ch" ptType="node node" st="2 1" cnt="1 0" func="cnt" op="equ" val="1">
                            <dgm:alg type="cycle">
                              <dgm:param type="ctrShpMap" val="fNode"/>
                              <dgm:param type="stAng" val="308"/>
                            </dgm:alg>
                          </dgm:if>
                          <dgm:if name="Name212" axis="ch ch" ptType="node node" st="2 1" cnt="1 0" func="cnt" op="equ" val="2">
                            <dgm:alg type="cycle">
                              <dgm:param type="ctrShpMap" val="fNode"/>
                              <dgm:param type="stAng" val="353"/>
                              <dgm:param type="spanAng" val="-90"/>
                            </dgm:alg>
                          </dgm:if>
                          <dgm:else name="Name213">
                            <dgm:alg type="cycle">
                              <dgm:param type="ctrShpMap" val="fNode"/>
                              <dgm:param type="stAng" val="0"/>
                              <dgm:param type="spanAng" val="-360"/>
                            </dgm:alg>
                          </dgm:else>
                        </dgm:choose>
                      </dgm:if>
                      <dgm:else name="Name214"/>
                    </dgm:choose>
                  </dgm:else>
                </dgm:choose>
                <dgm:shape xmlns:r="http://schemas.openxmlformats.org/officeDocument/2006/relationships" r:blip="">
                  <dgm:adjLst/>
                </dgm:shape>
                <dgm:presOf/>
                <dgm:constrLst>
                  <dgm:constr type="sp" refType="w" fact="0.1"/>
                  <dgm:constr type="sibSp" refType="w" fact="0.1"/>
                </dgm:constrLst>
                <dgm:forEach name="Name215" axis="ch" ptType="node" st="2" cnt="1">
                  <dgm:layoutNode name="childCenter2"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16" axis="ch">
                    <dgm:forEach name="Name217" axis="self" ptType="parTrans">
                      <dgm:layoutNode name="Name218">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19" axis="self" ptType="node">
                      <dgm:layoutNode name="text2"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20" axis="ch" ptType="parTrans" st="2" cnt="1">
                <dgm:layoutNode name="Name221">
                  <dgm:alg type="conn">
                    <dgm:param type="dim" val="1D"/>
                    <dgm:param type="begPts" val="auto"/>
                    <dgm:param type="endPts" val="auto"/>
                    <dgm:param type="endSty" val="noArr"/>
                    <dgm:param type="srcNode" val="textCenter"/>
                    <dgm:param type="dstNode" val="childCenter2"/>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22"/>
          </dgm:choose>
          <dgm:choose name="Name223">
            <dgm:if name="Name224" axis="ch" ptType="node" func="cnt" op="gte" val="3">
              <dgm:layoutNode name="cycle_3">
                <dgm:choose name="Name225">
                  <dgm:if name="Name226" func="var" arg="dir" op="equ" val="norm">
                    <dgm:choose name="Name227">
                      <dgm:if name="Name228" axis="ch" ptType="node" func="cnt" op="equ" val="3">
                        <dgm:choose name="Name229">
                          <dgm:if name="Name230" axis="ch ch" ptType="node node" st="3 1" cnt="1 0" func="cnt" op="equ" val="1">
                            <dgm:alg type="cycle">
                              <dgm:param type="ctrShpMap" val="fNode"/>
                              <dgm:param type="stAng" val="240"/>
                              <dgm:param type="horzAlign" val="l"/>
                              <dgm:param type="vertAlign" val="b"/>
                            </dgm:alg>
                          </dgm:if>
                          <dgm:if name="Name231" axis="ch ch" ptType="node node" st="3 1" cnt="1 0" func="cnt" op="equ" val="2">
                            <dgm:alg type="cycle">
                              <dgm:param type="ctrShpMap" val="fNode"/>
                              <dgm:param type="stAng" val="195"/>
                              <dgm:param type="spanAng" val="90"/>
                              <dgm:param type="horzAlign" val="l"/>
                              <dgm:param type="vertAlign" val="b"/>
                            </dgm:alg>
                          </dgm:if>
                          <dgm:else name="Name232">
                            <dgm:alg type="cycle">
                              <dgm:param type="ctrShpMap" val="fNode"/>
                              <dgm:param type="stAng" val="150"/>
                              <dgm:param type="spanAng" val="180"/>
                            </dgm:alg>
                          </dgm:else>
                        </dgm:choose>
                      </dgm:if>
                      <dgm:if name="Name233" axis="ch" ptType="node" func="cnt" op="equ" val="4">
                        <dgm:choose name="Name234">
                          <dgm:if name="Name235" axis="ch ch" ptType="node node" st="3 1" cnt="1 0" func="cnt" op="equ" val="1">
                            <dgm:alg type="cycle">
                              <dgm:param type="ctrShpMap" val="fNode"/>
                              <dgm:param type="stAng" val="180"/>
                            </dgm:alg>
                          </dgm:if>
                          <dgm:if name="Name236" axis="ch ch" ptType="node node" st="3 1" cnt="1 0" func="cnt" op="equ" val="2">
                            <dgm:alg type="cycle">
                              <dgm:param type="ctrShpMap" val="fNode"/>
                              <dgm:param type="stAng" val="135"/>
                              <dgm:param type="spanAng" val="90"/>
                            </dgm:alg>
                          </dgm:if>
                          <dgm:else name="Name237">
                            <dgm:alg type="cycle">
                              <dgm:param type="ctrShpMap" val="fNode"/>
                              <dgm:param type="stAng" val="112.5"/>
                              <dgm:param type="spanAng" val="135"/>
                            </dgm:alg>
                          </dgm:else>
                        </dgm:choose>
                      </dgm:if>
                      <dgm:if name="Name238" axis="ch" ptType="node" func="cnt" op="equ" val="5">
                        <dgm:choose name="Name239">
                          <dgm:if name="Name240" axis="ch ch" ptType="node node" st="3 1" cnt="1 0" func="cnt" op="equ" val="1">
                            <dgm:alg type="cycle">
                              <dgm:param type="ctrShpMap" val="fNode"/>
                              <dgm:param type="stAng" val="144"/>
                            </dgm:alg>
                          </dgm:if>
                          <dgm:if name="Name241" axis="ch ch" ptType="node node" st="3 1" cnt="1 0" func="cnt" op="equ" val="2">
                            <dgm:alg type="cycle">
                              <dgm:param type="ctrShpMap" val="fNode"/>
                              <dgm:param type="stAng" val="99"/>
                              <dgm:param type="spanAng" val="90"/>
                            </dgm:alg>
                          </dgm:if>
                          <dgm:else name="Name242">
                            <dgm:alg type="cycle">
                              <dgm:param type="ctrShpMap" val="fNode"/>
                              <dgm:param type="stAng" val="0"/>
                              <dgm:param type="spanAng" val="360"/>
                            </dgm:alg>
                          </dgm:else>
                        </dgm:choose>
                      </dgm:if>
                      <dgm:if name="Name243" axis="ch" ptType="node" func="cnt" op="equ" val="6">
                        <dgm:choose name="Name244">
                          <dgm:if name="Name245" axis="ch ch" ptType="node node" st="3 1" cnt="1 0" func="cnt" op="equ" val="1">
                            <dgm:alg type="cycle">
                              <dgm:param type="ctrShpMap" val="fNode"/>
                              <dgm:param type="stAng" val="120"/>
                            </dgm:alg>
                          </dgm:if>
                          <dgm:if name="Name246" axis="ch ch" ptType="node node" st="3 1" cnt="1 0" func="cnt" op="equ" val="2">
                            <dgm:alg type="cycle">
                              <dgm:param type="ctrShpMap" val="fNode"/>
                              <dgm:param type="stAng" val="75"/>
                              <dgm:param type="spanAng" val="90"/>
                            </dgm:alg>
                          </dgm:if>
                          <dgm:else name="Name247">
                            <dgm:alg type="cycle">
                              <dgm:param type="ctrShpMap" val="fNode"/>
                              <dgm:param type="stAng" val="0"/>
                              <dgm:param type="spanAng" val="360"/>
                            </dgm:alg>
                          </dgm:else>
                        </dgm:choose>
                      </dgm:if>
                      <dgm:if name="Name248" axis="ch" ptType="node" func="cnt" op="gte" val="7">
                        <dgm:choose name="Name249">
                          <dgm:if name="Name250" axis="ch ch" ptType="node node" st="3 1" cnt="1 0" func="cnt" op="equ" val="1">
                            <dgm:alg type="cycle">
                              <dgm:param type="ctrShpMap" val="fNode"/>
                              <dgm:param type="stAng" val="102"/>
                            </dgm:alg>
                          </dgm:if>
                          <dgm:if name="Name251" axis="ch ch" ptType="node node" st="3 1" cnt="1 0" func="cnt" op="equ" val="2">
                            <dgm:alg type="cycle">
                              <dgm:param type="ctrShpMap" val="fNode"/>
                              <dgm:param type="stAng" val="57"/>
                              <dgm:param type="spanAng" val="90"/>
                            </dgm:alg>
                          </dgm:if>
                          <dgm:else name="Name252">
                            <dgm:alg type="cycle">
                              <dgm:param type="ctrShpMap" val="fNode"/>
                              <dgm:param type="stAng" val="0"/>
                              <dgm:param type="spanAng" val="360"/>
                            </dgm:alg>
                          </dgm:else>
                        </dgm:choose>
                      </dgm:if>
                      <dgm:else name="Name253"/>
                    </dgm:choose>
                  </dgm:if>
                  <dgm:else name="Name254">
                    <dgm:choose name="Name255">
                      <dgm:if name="Name256" axis="ch" ptType="node" func="cnt" op="equ" val="3">
                        <dgm:choose name="Name257">
                          <dgm:if name="Name258" axis="ch ch" ptType="node node" st="3 1" cnt="1 0" func="cnt" op="equ" val="1">
                            <dgm:alg type="cycle">
                              <dgm:param type="ctrShpMap" val="fNode"/>
                              <dgm:param type="stAng" val="120"/>
                              <dgm:param type="horzAlign" val="r"/>
                              <dgm:param type="vertAlign" val="b"/>
                            </dgm:alg>
                          </dgm:if>
                          <dgm:if name="Name259" axis="ch ch" ptType="node node" st="3 1" cnt="1 0" func="cnt" op="equ" val="2">
                            <dgm:alg type="cycle">
                              <dgm:param type="ctrShpMap" val="fNode"/>
                              <dgm:param type="stAng" val="165"/>
                              <dgm:param type="spanAng" val="-90"/>
                              <dgm:param type="horzAlign" val="r"/>
                              <dgm:param type="vertAlign" val="b"/>
                            </dgm:alg>
                          </dgm:if>
                          <dgm:else name="Name260">
                            <dgm:alg type="cycle">
                              <dgm:param type="ctrShpMap" val="fNode"/>
                              <dgm:param type="stAng" val="210"/>
                              <dgm:param type="spanAng" val="-180"/>
                            </dgm:alg>
                          </dgm:else>
                        </dgm:choose>
                      </dgm:if>
                      <dgm:if name="Name261" axis="ch" ptType="node" func="cnt" op="equ" val="4">
                        <dgm:choose name="Name262">
                          <dgm:if name="Name263" axis="ch ch" ptType="node node" st="3 1" cnt="1 0" func="cnt" op="equ" val="1">
                            <dgm:alg type="cycle">
                              <dgm:param type="ctrShpMap" val="fNode"/>
                              <dgm:param type="stAng" val="180"/>
                            </dgm:alg>
                          </dgm:if>
                          <dgm:if name="Name264" axis="ch ch" ptType="node node" st="3 1" cnt="1 0" func="cnt" op="equ" val="2">
                            <dgm:alg type="cycle">
                              <dgm:param type="ctrShpMap" val="fNode"/>
                              <dgm:param type="stAng" val="225"/>
                              <dgm:param type="spanAng" val="-90"/>
                            </dgm:alg>
                          </dgm:if>
                          <dgm:else name="Name265">
                            <dgm:alg type="cycle">
                              <dgm:param type="ctrShpMap" val="fNode"/>
                              <dgm:param type="stAng" val="247.5"/>
                              <dgm:param type="spanAng" val="-135"/>
                            </dgm:alg>
                          </dgm:else>
                        </dgm:choose>
                      </dgm:if>
                      <dgm:if name="Name266" axis="ch" ptType="node" func="cnt" op="equ" val="5">
                        <dgm:choose name="Name267">
                          <dgm:if name="Name268" axis="ch ch" ptType="node node" st="3 1" cnt="1 0" func="cnt" op="equ" val="1">
                            <dgm:alg type="cycle">
                              <dgm:param type="ctrShpMap" val="fNode"/>
                              <dgm:param type="stAng" val="216"/>
                            </dgm:alg>
                          </dgm:if>
                          <dgm:if name="Name269" axis="ch ch" ptType="node node" st="3 1" cnt="1 0" func="cnt" op="equ" val="2">
                            <dgm:alg type="cycle">
                              <dgm:param type="ctrShpMap" val="fNode"/>
                              <dgm:param type="stAng" val="261"/>
                              <dgm:param type="spanAng" val="-90"/>
                            </dgm:alg>
                          </dgm:if>
                          <dgm:else name="Name270">
                            <dgm:alg type="cycle">
                              <dgm:param type="ctrShpMap" val="fNode"/>
                              <dgm:param type="stAng" val="0"/>
                              <dgm:param type="spanAng" val="-360"/>
                            </dgm:alg>
                          </dgm:else>
                        </dgm:choose>
                      </dgm:if>
                      <dgm:if name="Name271" axis="ch" ptType="node" func="cnt" op="equ" val="6">
                        <dgm:choose name="Name272">
                          <dgm:if name="Name273" axis="ch ch" ptType="node node" st="3 1" cnt="1 0" func="cnt" op="equ" val="1">
                            <dgm:alg type="cycle">
                              <dgm:param type="ctrShpMap" val="fNode"/>
                              <dgm:param type="stAng" val="240"/>
                            </dgm:alg>
                          </dgm:if>
                          <dgm:if name="Name274" axis="ch ch" ptType="node node" st="3 1" cnt="1 0" func="cnt" op="equ" val="2">
                            <dgm:alg type="cycle">
                              <dgm:param type="ctrShpMap" val="fNode"/>
                              <dgm:param type="stAng" val="285"/>
                              <dgm:param type="spanAng" val="-90"/>
                            </dgm:alg>
                          </dgm:if>
                          <dgm:else name="Name275">
                            <dgm:alg type="cycle">
                              <dgm:param type="ctrShpMap" val="fNode"/>
                              <dgm:param type="stAng" val="0"/>
                              <dgm:param type="spanAng" val="-360"/>
                            </dgm:alg>
                          </dgm:else>
                        </dgm:choose>
                      </dgm:if>
                      <dgm:if name="Name276" axis="ch" ptType="node" func="cnt" op="gte" val="7">
                        <dgm:choose name="Name277">
                          <dgm:if name="Name278" axis="ch ch" ptType="node node" st="3 1" cnt="1 0" func="cnt" op="equ" val="1">
                            <dgm:alg type="cycle">
                              <dgm:param type="ctrShpMap" val="fNode"/>
                              <dgm:param type="stAng" val="257"/>
                            </dgm:alg>
                          </dgm:if>
                          <dgm:if name="Name279" axis="ch ch" ptType="node node" st="3 1" cnt="1 0" func="cnt" op="equ" val="2">
                            <dgm:alg type="cycle">
                              <dgm:param type="ctrShpMap" val="fNode"/>
                              <dgm:param type="stAng" val="302"/>
                              <dgm:param type="spanAng" val="-90"/>
                            </dgm:alg>
                          </dgm:if>
                          <dgm:else name="Name280">
                            <dgm:alg type="cycle">
                              <dgm:param type="ctrShpMap" val="fNode"/>
                              <dgm:param type="stAng" val="0"/>
                              <dgm:param type="spanAng" val="-360"/>
                            </dgm:alg>
                          </dgm:else>
                        </dgm:choose>
                      </dgm:if>
                      <dgm:else name="Name281"/>
                    </dgm:choose>
                  </dgm:else>
                </dgm:choose>
                <dgm:shape xmlns:r="http://schemas.openxmlformats.org/officeDocument/2006/relationships" r:blip="">
                  <dgm:adjLst/>
                </dgm:shape>
                <dgm:presOf/>
                <dgm:constrLst>
                  <dgm:constr type="sp" refType="w" fact="0.1"/>
                  <dgm:constr type="sibSp" refType="w" fact="0.1"/>
                </dgm:constrLst>
                <dgm:forEach name="Name282" axis="ch" ptType="node" st="3" cnt="1">
                  <dgm:layoutNode name="childCenter3"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83" axis="ch">
                    <dgm:forEach name="Name284" axis="self" ptType="parTrans">
                      <dgm:layoutNode name="Name285">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86" axis="self" ptType="node">
                      <dgm:layoutNode name="text3"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87" axis="ch" ptType="parTrans" st="3" cnt="1">
                <dgm:layoutNode name="Name288">
                  <dgm:alg type="conn">
                    <dgm:param type="dim" val="1D"/>
                    <dgm:param type="begPts" val="auto"/>
                    <dgm:param type="endPts" val="auto"/>
                    <dgm:param type="endSty" val="noArr"/>
                    <dgm:param type="srcNode" val="textCenter"/>
                    <dgm:param type="dstNode" val="childCenter3"/>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89"/>
          </dgm:choose>
          <dgm:choose name="Name290">
            <dgm:if name="Name291" axis="ch" ptType="node" func="cnt" op="gte" val="4">
              <dgm:layoutNode name="cycle_4">
                <dgm:choose name="Name292">
                  <dgm:if name="Name293" func="var" arg="dir" op="equ" val="norm">
                    <dgm:choose name="Name294">
                      <dgm:if name="Name295" axis="ch" ptType="node" func="cnt" op="equ" val="4">
                        <dgm:choose name="Name296">
                          <dgm:if name="Name297" axis="ch ch" ptType="node node" st="4 1" cnt="1 0" func="cnt" op="equ" val="1">
                            <dgm:alg type="cycle">
                              <dgm:param type="ctrShpMap" val="fNode"/>
                              <dgm:param type="stAng" val="270"/>
                            </dgm:alg>
                          </dgm:if>
                          <dgm:if name="Name298" axis="ch ch" ptType="node node" st="4 1" cnt="1 0" func="cnt" op="equ" val="2">
                            <dgm:alg type="cycle">
                              <dgm:param type="ctrShpMap" val="fNode"/>
                              <dgm:param type="stAng" val="225"/>
                              <dgm:param type="spanAng" val="90"/>
                            </dgm:alg>
                          </dgm:if>
                          <dgm:else name="Name299">
                            <dgm:alg type="cycle">
                              <dgm:param type="ctrShpMap" val="fNode"/>
                              <dgm:param type="stAng" val="202.5"/>
                              <dgm:param type="spanAng" val="135"/>
                            </dgm:alg>
                          </dgm:else>
                        </dgm:choose>
                      </dgm:if>
                      <dgm:if name="Name300" axis="ch" ptType="node" func="cnt" op="equ" val="5">
                        <dgm:choose name="Name301">
                          <dgm:if name="Name302" axis="ch ch" ptType="node node" st="4 1" cnt="1 0" func="cnt" op="equ" val="1">
                            <dgm:alg type="cycle">
                              <dgm:param type="ctrShpMap" val="fNode"/>
                              <dgm:param type="stAng" val="216"/>
                            </dgm:alg>
                          </dgm:if>
                          <dgm:if name="Name303" axis="ch ch" ptType="node node" st="4 1" cnt="1 0" func="cnt" op="equ" val="2">
                            <dgm:alg type="cycle">
                              <dgm:param type="ctrShpMap" val="fNode"/>
                              <dgm:param type="stAng" val="171"/>
                              <dgm:param type="spanAng" val="90"/>
                            </dgm:alg>
                          </dgm:if>
                          <dgm:else name="Name304">
                            <dgm:alg type="cycle">
                              <dgm:param type="ctrShpMap" val="fNode"/>
                              <dgm:param type="stAng" val="0"/>
                              <dgm:param type="spanAng" val="360"/>
                            </dgm:alg>
                          </dgm:else>
                        </dgm:choose>
                      </dgm:if>
                      <dgm:if name="Name305" axis="ch" ptType="node" func="cnt" op="equ" val="6">
                        <dgm:choose name="Name306">
                          <dgm:if name="Name307" axis="ch ch" ptType="node node" st="4 1" cnt="1 0" func="cnt" op="equ" val="1">
                            <dgm:alg type="cycle">
                              <dgm:param type="ctrShpMap" val="fNode"/>
                              <dgm:param type="stAng" val="180"/>
                            </dgm:alg>
                          </dgm:if>
                          <dgm:if name="Name308" axis="ch ch" ptType="node node" st="4 1" cnt="1 0" func="cnt" op="equ" val="2">
                            <dgm:alg type="cycle">
                              <dgm:param type="ctrShpMap" val="fNode"/>
                              <dgm:param type="stAng" val="135"/>
                              <dgm:param type="spanAng" val="90"/>
                            </dgm:alg>
                          </dgm:if>
                          <dgm:else name="Name309">
                            <dgm:alg type="cycle">
                              <dgm:param type="ctrShpMap" val="fNode"/>
                              <dgm:param type="stAng" val="0"/>
                              <dgm:param type="spanAng" val="360"/>
                            </dgm:alg>
                          </dgm:else>
                        </dgm:choose>
                      </dgm:if>
                      <dgm:if name="Name310" axis="ch" ptType="node" func="cnt" op="gte" val="7">
                        <dgm:choose name="Name311">
                          <dgm:if name="Name312" axis="ch ch" ptType="node node" st="4 1" cnt="1 0" func="cnt" op="equ" val="1">
                            <dgm:alg type="cycle">
                              <dgm:param type="ctrShpMap" val="fNode"/>
                              <dgm:param type="stAng" val="154"/>
                            </dgm:alg>
                          </dgm:if>
                          <dgm:if name="Name313" axis="ch ch" ptType="node node" st="4 1" cnt="1 0" func="cnt" op="equ" val="2">
                            <dgm:alg type="cycle">
                              <dgm:param type="ctrShpMap" val="fNode"/>
                              <dgm:param type="stAng" val="109"/>
                              <dgm:param type="spanAng" val="90"/>
                            </dgm:alg>
                          </dgm:if>
                          <dgm:else name="Name314">
                            <dgm:alg type="cycle">
                              <dgm:param type="ctrShpMap" val="fNode"/>
                              <dgm:param type="stAng" val="0"/>
                              <dgm:param type="spanAng" val="360"/>
                            </dgm:alg>
                          </dgm:else>
                        </dgm:choose>
                      </dgm:if>
                      <dgm:else name="Name315"/>
                    </dgm:choose>
                  </dgm:if>
                  <dgm:else name="Name316">
                    <dgm:choose name="Name317">
                      <dgm:if name="Name318" axis="ch" ptType="node" func="cnt" op="equ" val="4">
                        <dgm:choose name="Name319">
                          <dgm:if name="Name320" axis="ch ch" ptType="node node" st="4 1" cnt="1 0" func="cnt" op="equ" val="1">
                            <dgm:alg type="cycle">
                              <dgm:param type="ctrShpMap" val="fNode"/>
                              <dgm:param type="stAng" val="90"/>
                            </dgm:alg>
                          </dgm:if>
                          <dgm:if name="Name321" axis="ch ch" ptType="node node" st="4 1" cnt="1 0" func="cnt" op="equ" val="2">
                            <dgm:alg type="cycle">
                              <dgm:param type="ctrShpMap" val="fNode"/>
                              <dgm:param type="stAng" val="135"/>
                              <dgm:param type="spanAng" val="-90"/>
                            </dgm:alg>
                          </dgm:if>
                          <dgm:else name="Name322">
                            <dgm:alg type="cycle">
                              <dgm:param type="ctrShpMap" val="fNode"/>
                              <dgm:param type="stAng" val="157.5"/>
                              <dgm:param type="spanAng" val="-135"/>
                            </dgm:alg>
                          </dgm:else>
                        </dgm:choose>
                      </dgm:if>
                      <dgm:if name="Name323" axis="ch" ptType="node" func="cnt" op="equ" val="5">
                        <dgm:choose name="Name324">
                          <dgm:if name="Name325" axis="ch ch" ptType="node node" st="4 1" cnt="1 0" func="cnt" op="equ" val="1">
                            <dgm:alg type="cycle">
                              <dgm:param type="ctrShpMap" val="fNode"/>
                              <dgm:param type="stAng" val="144"/>
                            </dgm:alg>
                          </dgm:if>
                          <dgm:if name="Name326" axis="ch ch" ptType="node node" st="4 1" cnt="1 0" func="cnt" op="equ" val="2">
                            <dgm:alg type="cycle">
                              <dgm:param type="ctrShpMap" val="fNode"/>
                              <dgm:param type="stAng" val="189"/>
                              <dgm:param type="spanAng" val="-90"/>
                            </dgm:alg>
                          </dgm:if>
                          <dgm:else name="Name327">
                            <dgm:alg type="cycle">
                              <dgm:param type="ctrShpMap" val="fNode"/>
                              <dgm:param type="stAng" val="0"/>
                              <dgm:param type="spanAng" val="-360"/>
                            </dgm:alg>
                          </dgm:else>
                        </dgm:choose>
                      </dgm:if>
                      <dgm:if name="Name328" axis="ch" ptType="node" func="cnt" op="equ" val="6">
                        <dgm:choose name="Name329">
                          <dgm:if name="Name330" axis="ch ch" ptType="node node" st="4 1" cnt="1 0" func="cnt" op="equ" val="1">
                            <dgm:alg type="cycle">
                              <dgm:param type="ctrShpMap" val="fNode"/>
                              <dgm:param type="stAng" val="180"/>
                            </dgm:alg>
                          </dgm:if>
                          <dgm:if name="Name331" axis="ch ch" ptType="node node" st="4 1" cnt="1 0" func="cnt" op="equ" val="2">
                            <dgm:alg type="cycle">
                              <dgm:param type="ctrShpMap" val="fNode"/>
                              <dgm:param type="stAng" val="225"/>
                              <dgm:param type="spanAng" val="-90"/>
                            </dgm:alg>
                          </dgm:if>
                          <dgm:else name="Name332">
                            <dgm:alg type="cycle">
                              <dgm:param type="ctrShpMap" val="fNode"/>
                              <dgm:param type="stAng" val="0"/>
                              <dgm:param type="spanAng" val="-360"/>
                            </dgm:alg>
                          </dgm:else>
                        </dgm:choose>
                      </dgm:if>
                      <dgm:if name="Name333" axis="ch" ptType="node" func="cnt" op="gte" val="7">
                        <dgm:choose name="Name334">
                          <dgm:if name="Name335" axis="ch ch" ptType="node node" st="4 1" cnt="1 0" func="cnt" op="equ" val="1">
                            <dgm:alg type="cycle">
                              <dgm:param type="ctrShpMap" val="fNode"/>
                              <dgm:param type="stAng" val="205"/>
                            </dgm:alg>
                          </dgm:if>
                          <dgm:if name="Name336" axis="ch ch" ptType="node node" st="4 1" cnt="1 0" func="cnt" op="equ" val="2">
                            <dgm:alg type="cycle">
                              <dgm:param type="ctrShpMap" val="fNode"/>
                              <dgm:param type="stAng" val="250"/>
                              <dgm:param type="spanAng" val="-90"/>
                            </dgm:alg>
                          </dgm:if>
                          <dgm:else name="Name337">
                            <dgm:alg type="cycle">
                              <dgm:param type="ctrShpMap" val="fNode"/>
                              <dgm:param type="stAng" val="0"/>
                              <dgm:param type="spanAng" val="-360"/>
                            </dgm:alg>
                          </dgm:else>
                        </dgm:choose>
                      </dgm:if>
                      <dgm:else name="Name338"/>
                    </dgm:choose>
                  </dgm:else>
                </dgm:choose>
                <dgm:shape xmlns:r="http://schemas.openxmlformats.org/officeDocument/2006/relationships" r:blip="">
                  <dgm:adjLst/>
                </dgm:shape>
                <dgm:presOf/>
                <dgm:constrLst>
                  <dgm:constr type="sp" refType="w" fact="0.1"/>
                  <dgm:constr type="sibSp" refType="w" fact="0.1"/>
                </dgm:constrLst>
                <dgm:forEach name="Name339" axis="ch" ptType="node" st="4" cnt="1">
                  <dgm:layoutNode name="childCenter4"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40" axis="ch">
                    <dgm:forEach name="Name341" axis="self" ptType="parTrans">
                      <dgm:layoutNode name="Name342">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43" axis="self" ptType="node">
                      <dgm:layoutNode name="text4"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44" axis="ch" ptType="parTrans" st="4" cnt="1">
                <dgm:layoutNode name="Name345">
                  <dgm:alg type="conn">
                    <dgm:param type="dim" val="1D"/>
                    <dgm:param type="begPts" val="auto"/>
                    <dgm:param type="endPts" val="auto"/>
                    <dgm:param type="endSty" val="noArr"/>
                    <dgm:param type="srcNode" val="textCenter"/>
                    <dgm:param type="dstNode" val="childCenter4"/>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46"/>
          </dgm:choose>
          <dgm:choose name="Name347">
            <dgm:if name="Name348" axis="ch" ptType="node" func="cnt" op="gte" val="5">
              <dgm:layoutNode name="cycle_5">
                <dgm:choose name="Name349">
                  <dgm:if name="Name350" func="var" arg="dir" op="equ" val="norm">
                    <dgm:choose name="Name351">
                      <dgm:if name="Name352" axis="ch" ptType="node" func="cnt" op="equ" val="5">
                        <dgm:choose name="Name353">
                          <dgm:if name="Name354" axis="ch ch" ptType="node node" st="5 1" cnt="1 0" func="cnt" op="equ" val="1">
                            <dgm:alg type="cycle">
                              <dgm:param type="ctrShpMap" val="fNode"/>
                              <dgm:param type="stAng" val="288"/>
                            </dgm:alg>
                          </dgm:if>
                          <dgm:if name="Name355" axis="ch ch" ptType="node node" st="5 1" cnt="1 0" func="cnt" op="equ" val="2">
                            <dgm:alg type="cycle">
                              <dgm:param type="ctrShpMap" val="fNode"/>
                              <dgm:param type="stAng" val="243"/>
                              <dgm:param type="spanAng" val="90"/>
                            </dgm:alg>
                          </dgm:if>
                          <dgm:else name="Name356">
                            <dgm:alg type="cycle">
                              <dgm:param type="ctrShpMap" val="fNode"/>
                              <dgm:param type="stAng" val="0"/>
                              <dgm:param type="spanAng" val="360"/>
                            </dgm:alg>
                          </dgm:else>
                        </dgm:choose>
                      </dgm:if>
                      <dgm:if name="Name357" axis="ch" ptType="node" func="cnt" op="equ" val="6">
                        <dgm:choose name="Name358">
                          <dgm:if name="Name359" axis="ch ch" ptType="node node" st="5 1" cnt="1 0" func="cnt" op="equ" val="1">
                            <dgm:alg type="cycle">
                              <dgm:param type="ctrShpMap" val="fNode"/>
                              <dgm:param type="stAng" val="240"/>
                            </dgm:alg>
                          </dgm:if>
                          <dgm:if name="Name360" axis="ch ch" ptType="node node" st="5 1" cnt="1 0" func="cnt" op="equ" val="2">
                            <dgm:alg type="cycle">
                              <dgm:param type="ctrShpMap" val="fNode"/>
                              <dgm:param type="stAng" val="195"/>
                              <dgm:param type="spanAng" val="90"/>
                            </dgm:alg>
                          </dgm:if>
                          <dgm:else name="Name361">
                            <dgm:alg type="cycle">
                              <dgm:param type="ctrShpMap" val="fNode"/>
                              <dgm:param type="stAng" val="0"/>
                              <dgm:param type="spanAng" val="360"/>
                            </dgm:alg>
                          </dgm:else>
                        </dgm:choose>
                      </dgm:if>
                      <dgm:if name="Name362" axis="ch" ptType="node" func="cnt" op="gte" val="7">
                        <dgm:choose name="Name363">
                          <dgm:if name="Name364" axis="ch ch" ptType="node node" st="5 1" cnt="1 0" func="cnt" op="equ" val="1">
                            <dgm:alg type="cycle">
                              <dgm:param type="ctrShpMap" val="fNode"/>
                              <dgm:param type="stAng" val="205"/>
                            </dgm:alg>
                          </dgm:if>
                          <dgm:if name="Name365" axis="ch ch" ptType="node node" st="5 1" cnt="1 0" func="cnt" op="equ" val="2">
                            <dgm:alg type="cycle">
                              <dgm:param type="ctrShpMap" val="fNode"/>
                              <dgm:param type="stAng" val="160"/>
                              <dgm:param type="spanAng" val="90"/>
                            </dgm:alg>
                          </dgm:if>
                          <dgm:else name="Name366">
                            <dgm:alg type="cycle">
                              <dgm:param type="ctrShpMap" val="fNode"/>
                              <dgm:param type="stAng" val="0"/>
                              <dgm:param type="spanAng" val="360"/>
                            </dgm:alg>
                          </dgm:else>
                        </dgm:choose>
                      </dgm:if>
                      <dgm:else name="Name367"/>
                    </dgm:choose>
                  </dgm:if>
                  <dgm:else name="Name368">
                    <dgm:choose name="Name369">
                      <dgm:if name="Name370" axis="ch" ptType="node" func="cnt" op="equ" val="5">
                        <dgm:choose name="Name371">
                          <dgm:if name="Name372" axis="ch ch" ptType="node node" st="5 1" cnt="1 0" func="cnt" op="equ" val="1">
                            <dgm:alg type="cycle">
                              <dgm:param type="ctrShpMap" val="fNode"/>
                              <dgm:param type="stAng" val="72"/>
                            </dgm:alg>
                          </dgm:if>
                          <dgm:if name="Name373" axis="ch ch" ptType="node node" st="5 1" cnt="1 0" func="cnt" op="equ" val="2">
                            <dgm:alg type="cycle">
                              <dgm:param type="ctrShpMap" val="fNode"/>
                              <dgm:param type="stAng" val="117"/>
                              <dgm:param type="spanAng" val="-90"/>
                            </dgm:alg>
                          </dgm:if>
                          <dgm:else name="Name374">
                            <dgm:alg type="cycle">
                              <dgm:param type="ctrShpMap" val="fNode"/>
                              <dgm:param type="stAng" val="0"/>
                              <dgm:param type="spanAng" val="-360"/>
                            </dgm:alg>
                          </dgm:else>
                        </dgm:choose>
                      </dgm:if>
                      <dgm:if name="Name375" axis="ch" ptType="node" func="cnt" op="equ" val="6">
                        <dgm:choose name="Name376">
                          <dgm:if name="Name377" axis="ch ch" ptType="node node" st="5 1" cnt="1 0" func="cnt" op="equ" val="1">
                            <dgm:alg type="cycle">
                              <dgm:param type="ctrShpMap" val="fNode"/>
                              <dgm:param type="stAng" val="120"/>
                            </dgm:alg>
                          </dgm:if>
                          <dgm:if name="Name378" axis="ch ch" ptType="node node" st="5 1" cnt="1 0" func="cnt" op="equ" val="2">
                            <dgm:alg type="cycle">
                              <dgm:param type="ctrShpMap" val="fNode"/>
                              <dgm:param type="stAng" val="165"/>
                              <dgm:param type="spanAng" val="-90"/>
                            </dgm:alg>
                          </dgm:if>
                          <dgm:else name="Name379">
                            <dgm:alg type="cycle">
                              <dgm:param type="ctrShpMap" val="fNode"/>
                              <dgm:param type="stAng" val="0"/>
                              <dgm:param type="spanAng" val="-360"/>
                            </dgm:alg>
                          </dgm:else>
                        </dgm:choose>
                      </dgm:if>
                      <dgm:if name="Name380" axis="ch" ptType="node" func="cnt" op="gte" val="7">
                        <dgm:choose name="Name381">
                          <dgm:if name="Name382" axis="ch ch" ptType="node node" st="5 1" cnt="1 0" func="cnt" op="equ" val="1">
                            <dgm:alg type="cycle">
                              <dgm:param type="ctrShpMap" val="fNode"/>
                              <dgm:param type="stAng" val="154"/>
                            </dgm:alg>
                          </dgm:if>
                          <dgm:if name="Name383" axis="ch ch" ptType="node node" st="5 1" cnt="1 0" func="cnt" op="equ" val="2">
                            <dgm:alg type="cycle">
                              <dgm:param type="ctrShpMap" val="fNode"/>
                              <dgm:param type="stAng" val="199"/>
                              <dgm:param type="spanAng" val="-90"/>
                            </dgm:alg>
                          </dgm:if>
                          <dgm:else name="Name384">
                            <dgm:alg type="cycle">
                              <dgm:param type="ctrShpMap" val="fNode"/>
                              <dgm:param type="stAng" val="0"/>
                              <dgm:param type="spanAng" val="-360"/>
                            </dgm:alg>
                          </dgm:else>
                        </dgm:choose>
                      </dgm:if>
                      <dgm:else name="Name385"/>
                    </dgm:choose>
                  </dgm:else>
                </dgm:choose>
                <dgm:shape xmlns:r="http://schemas.openxmlformats.org/officeDocument/2006/relationships" r:blip="">
                  <dgm:adjLst/>
                </dgm:shape>
                <dgm:presOf/>
                <dgm:constrLst>
                  <dgm:constr type="sp" refType="w" fact="0.1"/>
                  <dgm:constr type="sibSp" refType="w" fact="0.1"/>
                </dgm:constrLst>
                <dgm:forEach name="Name386" axis="ch" ptType="node" st="5" cnt="1">
                  <dgm:layoutNode name="childCenter5"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87" axis="ch">
                    <dgm:forEach name="Name388" axis="self" ptType="parTrans">
                      <dgm:layoutNode name="Name38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90" axis="self" ptType="node">
                      <dgm:layoutNode name="text5"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91" axis="ch" ptType="parTrans" st="5" cnt="1">
                <dgm:layoutNode name="Name392">
                  <dgm:alg type="conn">
                    <dgm:param type="dim" val="1D"/>
                    <dgm:param type="begPts" val="auto"/>
                    <dgm:param type="endPts" val="auto"/>
                    <dgm:param type="endSty" val="noArr"/>
                    <dgm:param type="srcNode" val="textCenter"/>
                    <dgm:param type="dstNode" val="childCenter5"/>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93"/>
          </dgm:choose>
          <dgm:choose name="Name394">
            <dgm:if name="Name395" axis="ch" ptType="node" func="cnt" op="gte" val="6">
              <dgm:layoutNode name="cycle_6">
                <dgm:choose name="Name396">
                  <dgm:if name="Name397" func="var" arg="dir" op="equ" val="norm">
                    <dgm:choose name="Name398">
                      <dgm:if name="Name399" axis="ch" ptType="node" func="cnt" op="equ" val="6">
                        <dgm:choose name="Name400">
                          <dgm:if name="Name401" axis="ch ch" ptType="node node" st="6 1" cnt="1 0" func="cnt" op="equ" val="1">
                            <dgm:alg type="cycle">
                              <dgm:param type="ctrShpMap" val="fNode"/>
                              <dgm:param type="stAng" val="300"/>
                            </dgm:alg>
                          </dgm:if>
                          <dgm:if name="Name402" axis="ch ch" ptType="node node" st="6 1" cnt="1 0" func="cnt" op="equ" val="2">
                            <dgm:alg type="cycle">
                              <dgm:param type="ctrShpMap" val="fNode"/>
                              <dgm:param type="stAng" val="255"/>
                              <dgm:param type="spanAng" val="90"/>
                            </dgm:alg>
                          </dgm:if>
                          <dgm:else name="Name403">
                            <dgm:alg type="cycle">
                              <dgm:param type="ctrShpMap" val="fNode"/>
                              <dgm:param type="stAng" val="0"/>
                              <dgm:param type="spanAng" val="360"/>
                            </dgm:alg>
                          </dgm:else>
                        </dgm:choose>
                      </dgm:if>
                      <dgm:if name="Name404" axis="ch" ptType="node" func="cnt" op="gte" val="7">
                        <dgm:choose name="Name405">
                          <dgm:if name="Name406" axis="ch ch" ptType="node node" st="6 1" cnt="1 0" func="cnt" op="equ" val="1">
                            <dgm:alg type="cycle">
                              <dgm:param type="ctrShpMap" val="fNode"/>
                              <dgm:param type="stAng" val="257"/>
                            </dgm:alg>
                          </dgm:if>
                          <dgm:if name="Name407" axis="ch ch" ptType="node node" st="6 1" cnt="1 0" func="cnt" op="equ" val="2">
                            <dgm:alg type="cycle">
                              <dgm:param type="ctrShpMap" val="fNode"/>
                              <dgm:param type="stAng" val="212"/>
                              <dgm:param type="spanAng" val="90"/>
                            </dgm:alg>
                          </dgm:if>
                          <dgm:else name="Name408">
                            <dgm:alg type="cycle">
                              <dgm:param type="ctrShpMap" val="fNode"/>
                              <dgm:param type="stAng" val="0"/>
                              <dgm:param type="spanAng" val="360"/>
                            </dgm:alg>
                          </dgm:else>
                        </dgm:choose>
                      </dgm:if>
                      <dgm:else name="Name409"/>
                    </dgm:choose>
                  </dgm:if>
                  <dgm:else name="Name410">
                    <dgm:choose name="Name411">
                      <dgm:if name="Name412" axis="ch" ptType="node" func="cnt" op="equ" val="6">
                        <dgm:choose name="Name413">
                          <dgm:if name="Name414" axis="ch ch" ptType="node node" st="6 1" cnt="1 0" func="cnt" op="equ" val="1">
                            <dgm:alg type="cycle">
                              <dgm:param type="ctrShpMap" val="fNode"/>
                              <dgm:param type="stAng" val="60"/>
                            </dgm:alg>
                          </dgm:if>
                          <dgm:if name="Name415" axis="ch ch" ptType="node node" st="6 1" cnt="1 0" func="cnt" op="equ" val="2">
                            <dgm:alg type="cycle">
                              <dgm:param type="ctrShpMap" val="fNode"/>
                              <dgm:param type="stAng" val="105"/>
                              <dgm:param type="spanAng" val="-90"/>
                            </dgm:alg>
                          </dgm:if>
                          <dgm:else name="Name416">
                            <dgm:alg type="cycle">
                              <dgm:param type="ctrShpMap" val="fNode"/>
                              <dgm:param type="stAng" val="0"/>
                              <dgm:param type="spanAng" val="-360"/>
                            </dgm:alg>
                          </dgm:else>
                        </dgm:choose>
                      </dgm:if>
                      <dgm:if name="Name417" axis="ch" ptType="node" func="cnt" op="gte" val="7">
                        <dgm:choose name="Name418">
                          <dgm:if name="Name419" axis="ch ch" ptType="node node" st="6 1" cnt="1 0" func="cnt" op="equ" val="1">
                            <dgm:alg type="cycle">
                              <dgm:param type="ctrShpMap" val="fNode"/>
                              <dgm:param type="stAng" val="102"/>
                            </dgm:alg>
                          </dgm:if>
                          <dgm:if name="Name420" axis="ch ch" ptType="node node" st="6 1" cnt="1 0" func="cnt" op="equ" val="2">
                            <dgm:alg type="cycle">
                              <dgm:param type="ctrShpMap" val="fNode"/>
                              <dgm:param type="stAng" val="147"/>
                              <dgm:param type="spanAng" val="-90"/>
                            </dgm:alg>
                          </dgm:if>
                          <dgm:else name="Name421">
                            <dgm:alg type="cycle">
                              <dgm:param type="ctrShpMap" val="fNode"/>
                              <dgm:param type="stAng" val="0"/>
                              <dgm:param type="spanAng" val="-360"/>
                            </dgm:alg>
                          </dgm:else>
                        </dgm:choose>
                      </dgm:if>
                      <dgm:else name="Name422"/>
                    </dgm:choose>
                  </dgm:else>
                </dgm:choose>
                <dgm:shape xmlns:r="http://schemas.openxmlformats.org/officeDocument/2006/relationships" r:blip="">
                  <dgm:adjLst/>
                </dgm:shape>
                <dgm:presOf/>
                <dgm:constrLst>
                  <dgm:constr type="sp" refType="w" fact="0.1"/>
                  <dgm:constr type="sibSp" refType="w" fact="0.1"/>
                </dgm:constrLst>
                <dgm:forEach name="Name423" axis="ch" ptType="node" st="6" cnt="1">
                  <dgm:layoutNode name="childCenter6"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24" axis="ch">
                    <dgm:forEach name="Name425" axis="self" ptType="parTrans">
                      <dgm:layoutNode name="Name42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27" axis="self" ptType="node">
                      <dgm:layoutNode name="text6"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28" axis="ch" ptType="parTrans" st="6" cnt="1">
                <dgm:layoutNode name="Name429">
                  <dgm:alg type="conn">
                    <dgm:param type="dim" val="1D"/>
                    <dgm:param type="begPts" val="auto"/>
                    <dgm:param type="endPts" val="auto"/>
                    <dgm:param type="endSty" val="noArr"/>
                    <dgm:param type="srcNode" val="textCenter"/>
                    <dgm:param type="dstNode" val="childCenter6"/>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30"/>
          </dgm:choose>
          <dgm:choose name="Name431">
            <dgm:if name="Name432" axis="ch" ptType="node" func="cnt" op="gte" val="7">
              <dgm:layoutNode name="cycle_7">
                <dgm:choose name="Name433">
                  <dgm:if name="Name434" func="var" arg="dir" op="equ" val="norm">
                    <dgm:choose name="Name435">
                      <dgm:if name="Name436" axis="ch" ptType="node" func="cnt" op="gte" val="7">
                        <dgm:choose name="Name437">
                          <dgm:if name="Name438" axis="ch ch" ptType="node node" st="7 1" cnt="1 0" func="cnt" op="equ" val="1">
                            <dgm:alg type="cycle">
                              <dgm:param type="ctrShpMap" val="fNode"/>
                              <dgm:param type="stAng" val="308"/>
                            </dgm:alg>
                          </dgm:if>
                          <dgm:if name="Name439" axis="ch ch" ptType="node node" st="7 1" cnt="1 0" func="cnt" op="equ" val="2">
                            <dgm:alg type="cycle">
                              <dgm:param type="ctrShpMap" val="fNode"/>
                              <dgm:param type="stAng" val="263"/>
                              <dgm:param type="spanAng" val="90"/>
                            </dgm:alg>
                          </dgm:if>
                          <dgm:else name="Name440">
                            <dgm:alg type="cycle">
                              <dgm:param type="ctrShpMap" val="fNode"/>
                              <dgm:param type="stAng" val="0"/>
                              <dgm:param type="spanAng" val="360"/>
                            </dgm:alg>
                          </dgm:else>
                        </dgm:choose>
                      </dgm:if>
                      <dgm:else name="Name441"/>
                    </dgm:choose>
                  </dgm:if>
                  <dgm:else name="Name442">
                    <dgm:choose name="Name443">
                      <dgm:if name="Name444" axis="ch" ptType="node" func="cnt" op="gte" val="7">
                        <dgm:choose name="Name445">
                          <dgm:if name="Name446" axis="ch ch" ptType="node node" st="7 1" cnt="1 0" func="cnt" op="equ" val="1">
                            <dgm:alg type="cycle">
                              <dgm:param type="ctrShpMap" val="fNode"/>
                              <dgm:param type="stAng" val="51"/>
                            </dgm:alg>
                          </dgm:if>
                          <dgm:if name="Name447" axis="ch ch" ptType="node node" st="7 1" cnt="1 0" func="cnt" op="equ" val="2">
                            <dgm:alg type="cycle">
                              <dgm:param type="ctrShpMap" val="fNode"/>
                              <dgm:param type="stAng" val="96"/>
                              <dgm:param type="spanAng" val="-90"/>
                            </dgm:alg>
                          </dgm:if>
                          <dgm:else name="Name448">
                            <dgm:alg type="cycle">
                              <dgm:param type="ctrShpMap" val="fNode"/>
                              <dgm:param type="stAng" val="0"/>
                              <dgm:param type="spanAng" val="-360"/>
                            </dgm:alg>
                          </dgm:else>
                        </dgm:choose>
                      </dgm:if>
                      <dgm:else name="Name449"/>
                    </dgm:choose>
                  </dgm:else>
                </dgm:choose>
                <dgm:shape xmlns:r="http://schemas.openxmlformats.org/officeDocument/2006/relationships" r:blip="">
                  <dgm:adjLst/>
                </dgm:shape>
                <dgm:presOf/>
                <dgm:constrLst>
                  <dgm:constr type="sp" refType="w" fact="0.1"/>
                  <dgm:constr type="sibSp" refType="w" fact="0.1"/>
                </dgm:constrLst>
                <dgm:forEach name="Name450" axis="ch" ptType="node" st="7" cnt="1">
                  <dgm:layoutNode name="childCenter7"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51" axis="ch">
                    <dgm:forEach name="Name452" axis="self" ptType="parTrans">
                      <dgm:layoutNode name="Name453">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54" axis="self" ptType="node">
                      <dgm:layoutNode name="text7"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55" axis="ch" ptType="parTrans" st="7" cnt="1">
                <dgm:layoutNode name="Name456">
                  <dgm:alg type="conn">
                    <dgm:param type="dim" val="1D"/>
                    <dgm:param type="begPts" val="auto"/>
                    <dgm:param type="endPts" val="auto"/>
                    <dgm:param type="endSty" val="noArr"/>
                    <dgm:param type="srcNode" val="textCenter"/>
                    <dgm:param type="dstNode" val="childCenter7"/>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5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hList6">
  <dgm:title val=""/>
  <dgm:desc val=""/>
  <dgm:catLst>
    <dgm:cat type="list" pri="18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ptType="node" refType="h"/>
      <dgm:constr type="w" for="ch" ptType="node" refType="w"/>
      <dgm:constr type="primFontSz" for="ch" ptType="node" op="equ"/>
      <dgm:constr type="w" for="ch" forName="sibTrans" refType="w" fact="0.075"/>
    </dgm:constrLst>
    <dgm:ruleLst/>
    <dgm:forEach name="nodesForEach" axis="ch" ptType="node">
      <dgm:layoutNode name="node">
        <dgm:varLst>
          <dgm:bulletEnabled val="1"/>
        </dgm:varLst>
        <dgm:alg type="tx"/>
        <dgm:choose name="Name4">
          <dgm:if name="Name5" func="var" arg="dir" op="equ" val="norm">
            <dgm:shape xmlns:r="http://schemas.openxmlformats.org/officeDocument/2006/relationships" rot="-90" type="flowChartManualOperation" r:blip="">
              <dgm:adjLst/>
            </dgm:shape>
          </dgm:if>
          <dgm:else name="Name6">
            <dgm:shape xmlns:r="http://schemas.openxmlformats.org/officeDocument/2006/relationships" rot="90" type="flowChartManualOperation" r:blip="">
              <dgm:adjLst/>
            </dgm:shape>
          </dgm:else>
        </dgm:choose>
        <dgm:presOf axis="desOrSelf" ptType="node"/>
        <dgm:constrLst>
          <dgm:constr type="primFontSz" val="65"/>
          <dgm:constr type="tMarg"/>
          <dgm:constr type="bMarg"/>
          <dgm:constr type="lMarg" refType="primFontSz" fact="0.5"/>
          <dgm:constr type="rMarg" refType="lMarg"/>
        </dgm:constrLst>
        <dgm:ruleLst>
          <dgm:rule type="primFontSz" val="5" fact="NaN" max="NaN"/>
        </dgm:ruleLst>
      </dgm:layoutNode>
      <dgm:forEach name="sibTransForEach"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13.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14.xml><?xml version="1.0" encoding="utf-8"?>
<dgm:layoutDef xmlns:dgm="http://schemas.openxmlformats.org/drawingml/2006/diagram" xmlns:a="http://schemas.openxmlformats.org/drawingml/2006/main" uniqueId="urn:microsoft.com/office/officeart/2008/layout/AscendingPictureAccentProcess">
  <dgm:title val=""/>
  <dgm:desc val=""/>
  <dgm:catLst>
    <dgm:cat type="process" pri="22500"/>
    <dgm:cat type="picture" pri="16000"/>
    <dgm:cat type="pictureconvert" pri="16000"/>
  </dgm:catLst>
  <dgm:samp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shape xmlns:r="http://schemas.openxmlformats.org/officeDocument/2006/relationships" r:blip="">
      <dgm:adjLst/>
    </dgm:shape>
    <dgm:choose name="Name1">
      <dgm:if name="Name2" axis="ch" ptType="node" func="cnt" op="equ" val="1">
        <dgm:choose name="Name3">
          <dgm:if name="Name4" func="var" arg="dir" op="equ" val="norm">
            <dgm:choose name="Name5">
              <dgm:if name="Name6" axis="des" func="maxDepth" op="gt" val="1">
                <dgm:alg type="composite">
                  <dgm:param type="ar" val="2.7"/>
                </dgm:alg>
                <dgm:constrLst>
                  <dgm:constr type="primFontSz" for="ch" forName="parTx1" op="equ" val="65"/>
                  <dgm:constr type="primFontSz" for="ch" forName="desTx1" op="equ" val="65"/>
                  <dgm:constr type="userD" refType="w" fact="0.0247"/>
                  <dgm:constr type="l" for="ch" forName="parTx1" refType="w" fact="0.2711"/>
                  <dgm:constr type="t" for="ch" forName="parTx1" refType="h" fact="0.9603"/>
                  <dgm:constr type="w" for="ch" forName="parTx1" refType="w" fact="0.5325"/>
                  <dgm:constr type="h" for="ch" forName="parTx1" refType="h" fact="0.3856"/>
                  <dgm:constr type="ctrX" for="ch" forName="picture1" refType="w" fact="0.2469"/>
                  <dgm:constr type="ctrY" for="ch" forName="picture1" refType="h" fact="0.9"/>
                  <dgm:constr type="w" for="ch" forName="picture1" refType="w" fact="0.2469"/>
                  <dgm:constr type="h" for="ch" forName="picture1" refType="h" fact="0.6667"/>
                  <dgm:constr type="l" for="ch" forName="desTx1" refType="r" refFor="ch" refForName="parTx1"/>
                  <dgm:constr type="r" for="ch" forName="desTx1" refType="w"/>
                  <dgm:constr type="t" for="ch" forName="desTx1" refType="t" refFor="ch" refForName="parTx1"/>
                  <dgm:constr type="h" for="ch" forName="desTx1" refType="h" refFor="ch" refForName="parTx1"/>
                </dgm:constrLst>
              </dgm:if>
              <dgm:else name="Name7">
                <dgm:alg type="composite">
                  <dgm:param type="ar" val="2"/>
                </dgm:alg>
                <dgm:constrLst>
                  <dgm:constr type="primFontSz" for="ch" forName="parTx1" op="equ" val="65"/>
                  <dgm:constr type="userD" refType="w" fact="0.0333"/>
                  <dgm:constr type="l" for="ch" forName="parTx1" refType="w" fact="0.366"/>
                  <dgm:constr type="t" for="ch" forName="parTx1" refType="h" fact="0.7113"/>
                  <dgm:constr type="w" for="ch" forName="parTx1" refType="w" fact="0.7189"/>
                  <dgm:constr type="h" for="ch" forName="parTx1" refType="h" fact="0.3856"/>
                  <dgm:constr type="ctrX" for="ch" forName="picture1" refType="w" fact="0.3333"/>
                  <dgm:constr type="ctrY" for="ch" forName="picture1" refType="h" fact="0.6667"/>
                  <dgm:constr type="w" for="ch" forName="picture1" refType="w" fact="0.3333"/>
                  <dgm:constr type="h" for="ch" forName="picture1" refType="h" fact="0.6667"/>
                </dgm:constrLst>
              </dgm:else>
            </dgm:choose>
          </dgm:if>
          <dgm:else name="Name8">
            <dgm:choose name="Name9">
              <dgm:if name="Name10" axis="des" func="maxDepth" op="gt" val="1">
                <dgm:alg type="composite">
                  <dgm:param type="ar" val="2.7"/>
                </dgm:alg>
                <dgm:constrLst>
                  <dgm:constr type="primFontSz" for="ch" forName="parTx1" op="equ" val="65"/>
                  <dgm:constr type="primFontSz" for="ch" forName="desTx1" op="equ" val="65"/>
                  <dgm:constr type="userD" refType="w" fact="0.0247"/>
                  <dgm:constr type="r" for="ch" forName="parTx1" refType="w" fact="0.7289"/>
                  <dgm:constr type="t" for="ch" forName="parTx1" refType="h" fact="0.9603"/>
                  <dgm:constr type="w" for="ch" forName="parTx1" refType="w" fact="0.5325"/>
                  <dgm:constr type="h" for="ch" forName="parTx1" refType="h" fact="0.3856"/>
                  <dgm:constr type="ctrX" for="ch" forName="picture1" refType="w" fact="0.7531"/>
                  <dgm:constr type="ctrY" for="ch" forName="picture1" refType="h" fact="0.9"/>
                  <dgm:constr type="w" for="ch" forName="picture1" refType="w" fact="0.2469"/>
                  <dgm:constr type="h" for="ch" forName="picture1" refType="h" fact="0.6667"/>
                  <dgm:constr type="r" for="ch" forName="desTx1" refType="l" refFor="ch" refForName="parTx1"/>
                  <dgm:constr type="l" for="ch" forName="desTx1"/>
                  <dgm:constr type="t" for="ch" forName="desTx1" refType="t" refFor="ch" refForName="parTx1"/>
                  <dgm:constr type="h" for="ch" forName="desTx1" refType="h" refFor="ch" refForName="parTx1"/>
                </dgm:constrLst>
              </dgm:if>
              <dgm:else name="Name11">
                <dgm:alg type="composite">
                  <dgm:param type="ar" val="2"/>
                </dgm:alg>
                <dgm:constrLst>
                  <dgm:constr type="primFontSz" for="ch" forName="parTx1" op="equ" val="65"/>
                  <dgm:constr type="userD" refType="w" fact="0.0333"/>
                  <dgm:constr type="r" for="ch" forName="parTx1" refType="w" fact="0.634"/>
                  <dgm:constr type="t" for="ch" forName="parTx1" refType="h" fact="0.7113"/>
                  <dgm:constr type="w" for="ch" forName="parTx1" refType="w" fact="0.7189"/>
                  <dgm:constr type="h" for="ch" forName="parTx1" refType="h" fact="0.3856"/>
                  <dgm:constr type="ctrX" for="ch" forName="picture1" refType="w" fact="0.6667"/>
                  <dgm:constr type="ctrY" for="ch" forName="picture1" refType="h" fact="0.6667"/>
                  <dgm:constr type="w" for="ch" forName="picture1" refType="w" fact="0.3333"/>
                  <dgm:constr type="h" for="ch" forName="picture1" refType="h" fact="0.6667"/>
                </dgm:constrLst>
              </dgm:else>
            </dgm:choose>
          </dgm:else>
        </dgm:choose>
      </dgm:if>
      <dgm:if name="Name12" axis="ch" ptType="node" func="cnt" op="equ" val="2">
        <dgm:choose name="Name13">
          <dgm:if name="Name14" func="var" arg="dir" op="equ" val="norm">
            <dgm:choose name="Name15">
              <dgm:if name="Name16" axis="des" func="maxDepth" op="gt" val="1">
                <dgm:alg type="composite">
                  <dgm:param type="ar" val="2"/>
                </dgm:alg>
                <dgm:constrLst>
                  <dgm:constr type="primFontSz" for="ch" forName="parTx1" op="equ" val="65"/>
                  <dgm:constr type="primFontSz" for="ch" forName="parTx2" refType="primFontSz" refFor="ch" refForName="parTx1" op="equ"/>
                  <dgm:constr type="primFontSz" for="ch" forName="desTx1" op="equ" val="65"/>
                  <dgm:constr type="primFontSz" for="ch" forName="desTx2" refType="primFontSz" refFor="ch" refForName="desTx1" op="equ"/>
                  <dgm:constr type="userD" refType="w" fact="0.0188"/>
                  <dgm:constr type="ctrX" for="ch" forName="dot1" refType="w" fact="0.3221"/>
                  <dgm:constr type="ctrY" for="ch" forName="dot1" refType="h" fact="0.5911"/>
                  <dgm:constr type="w" for="ch" forName="dot1" refType="userD"/>
                  <dgm:constr type="h" for="ch" forName="dot1" refType="userD"/>
                  <dgm:constr type="ctrX" for="ch" forName="dot2" refType="w" fact="0.3056"/>
                  <dgm:constr type="ctrY" for="ch" forName="dot2" refType="h" fact="0.644"/>
                  <dgm:constr type="w" for="ch" forName="dot2" refType="userD"/>
                  <dgm:constr type="h" for="ch" forName="dot2" refType="userD"/>
                  <dgm:constr type="ctrX" for="ch" forName="dot3" refType="w" fact="0.2859"/>
                  <dgm:constr type="ctrY" for="ch" forName="dot3" refType="h" fact="0.6898"/>
                  <dgm:constr type="w" for="ch" forName="dot3" refType="userD"/>
                  <dgm:constr type="h" for="ch" forName="dot3" refType="userD"/>
                  <dgm:constr type="ctrX" for="ch" forName="dotArrow1" refType="w" fact="0.3095"/>
                  <dgm:constr type="ctrY" for="ch" forName="dotArrow1" refType="h" fact="0.0587"/>
                  <dgm:constr type="w" for="ch" forName="dotArrow1" refType="userD"/>
                  <dgm:constr type="h" for="ch" forName="dotArrow1" refType="userD"/>
                  <dgm:constr type="ctrX" for="ch" forName="dotArrow2" refType="w" fact="0.3346"/>
                  <dgm:constr type="ctrY" for="ch" forName="dotArrow2" refType="h" fact="0.0287"/>
                  <dgm:constr type="w" for="ch" forName="dotArrow2" refType="userD"/>
                  <dgm:constr type="h" for="ch" forName="dotArrow2" refType="userD"/>
                  <dgm:constr type="ctrX" for="ch" forName="dotArrow3" refType="w" fact="0.3597"/>
                  <dgm:constr type="ctrY" for="ch" forName="dotArrow3" refType="h" fact="-0.0013"/>
                  <dgm:constr type="w" for="ch" forName="dotArrow3" refType="userD"/>
                  <dgm:constr type="h" for="ch" forName="dotArrow3" refType="userD"/>
                  <dgm:constr type="ctrX" for="ch" forName="dotArrow4" refType="w" fact="0.3848"/>
                  <dgm:constr type="ctrY" for="ch" forName="dotArrow4" refType="h" fact="0.0287"/>
                  <dgm:constr type="w" for="ch" forName="dotArrow4" refType="userD"/>
                  <dgm:constr type="h" for="ch" forName="dotArrow4" refType="userD"/>
                  <dgm:constr type="ctrX" for="ch" forName="dotArrow5" refType="w" fact="0.41"/>
                  <dgm:constr type="ctrY" for="ch" forName="dotArrow5" refType="h" fact="0.0587"/>
                  <dgm:constr type="w" for="ch" forName="dotArrow5" refType="userD"/>
                  <dgm:constr type="h" for="ch" forName="dotArrow5" refType="userD"/>
                  <dgm:constr type="ctrX" for="ch" forName="dotArrow6" refType="w" fact="0.3597"/>
                  <dgm:constr type="ctrY" for="ch" forName="dotArrow6" refType="h" fact="0.062"/>
                  <dgm:constr type="w" for="ch" forName="dotArrow6" refType="userD"/>
                  <dgm:constr type="h" for="ch" forName="dotArrow6" refType="userD"/>
                  <dgm:constr type="ctrX" for="ch" forName="dotArrow7" refType="w" fact="0.3597"/>
                  <dgm:constr type="ctrY" for="ch" forName="dotArrow7" refType="h" fact="0.1253"/>
                  <dgm:constr type="w" for="ch" forName="dotArrow7" refType="userD"/>
                  <dgm:constr type="h" for="ch" forName="dotArrow7" refType="userD"/>
                  <dgm:constr type="l" for="ch" forName="parTx1" refType="w" fact="0.197"/>
                  <dgm:constr type="t" for="ch" forName="parTx1" refType="h" fact="0.8169"/>
                  <dgm:constr type="w" for="ch" forName="parTx1" refType="w" fact="0.4064"/>
                  <dgm:constr type="h" for="ch" forName="parTx1" refType="h" fact="0.218"/>
                  <dgm:constr type="ctrX" for="ch" forName="picture1" refType="w" fact="0.1785"/>
                  <dgm:constr type="ctrY" for="ch" forName="picture1" refType="h" fact="0.7834"/>
                  <dgm:constr type="w" for="ch" forName="picture1" refType="w" fact="0.1884"/>
                  <dgm:constr type="h" for="ch" forName="picture1" refType="h" fact="0.3768"/>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3688"/>
                  <dgm:constr type="t" for="ch" forName="parTx2" refType="h" fact="0.3905"/>
                  <dgm:constr type="w" for="ch" forName="parTx2" refType="w" fact="0.4064"/>
                  <dgm:constr type="h" for="ch" forName="parTx2" refType="h" fact="0.218"/>
                  <dgm:constr type="ctrX" for="ch" forName="picture2" refType="w" fact="0.3503"/>
                  <dgm:constr type="ctrY" for="ch" forName="picture2" refType="h" fact="0.357"/>
                  <dgm:constr type="w" for="ch" forName="picture2" refType="w" fact="0.1884"/>
                  <dgm:constr type="h" for="ch" forName="picture2" refType="h" fact="0.3768"/>
                  <dgm:constr type="l" for="ch" forName="desTx2" refType="r" refFor="ch" refForName="parTx2"/>
                  <dgm:constr type="r" for="ch" forName="desTx2" refType="w"/>
                  <dgm:constr type="t" for="ch" forName="desTx2" refType="t" refFor="ch" refForName="parTx2"/>
                  <dgm:constr type="h" for="ch" forName="desTx2" refType="h" refFor="ch" refForName="parTx2"/>
                </dgm:constrLst>
              </dgm:if>
              <dgm:else name="Name17">
                <dgm:alg type="composite">
                  <dgm:param type="ar" val="1.5073"/>
                </dgm:alg>
                <dgm:constrLst>
                  <dgm:constr type="primFontSz" for="ch" forName="parTx1" op="equ" val="65"/>
                  <dgm:constr type="primFontSz" for="ch" forName="parTx2" refType="primFontSz" refFor="ch" refForName="parTx1" op="equ"/>
                  <dgm:constr type="userD" refType="w" fact="0.025"/>
                  <dgm:constr type="ctrX" for="ch" forName="dot1" refType="w" fact="0.4274"/>
                  <dgm:constr type="ctrY" for="ch" forName="dot1" refType="h" fact="0.5911"/>
                  <dgm:constr type="w" for="ch" forName="dot1" refType="userD"/>
                  <dgm:constr type="h" for="ch" forName="dot1" refType="userD"/>
                  <dgm:constr type="ctrX" for="ch" forName="dot2" refType="w" fact="0.4055"/>
                  <dgm:constr type="ctrY" for="ch" forName="dot2" refType="h" fact="0.644"/>
                  <dgm:constr type="w" for="ch" forName="dot2" refType="userD"/>
                  <dgm:constr type="h" for="ch" forName="dot2" refType="userD"/>
                  <dgm:constr type="ctrX" for="ch" forName="dot3" refType="w" fact="0.3794"/>
                  <dgm:constr type="ctrY" for="ch" forName="dot3" refType="h" fact="0.6898"/>
                  <dgm:constr type="w" for="ch" forName="dot3" refType="userD"/>
                  <dgm:constr type="h" for="ch" forName="dot3" refType="userD"/>
                  <dgm:constr type="ctrX" for="ch" forName="dotArrow1" refType="w" fact="0.4106"/>
                  <dgm:constr type="ctrY" for="ch" forName="dotArrow1" refType="h" fact="0.0587"/>
                  <dgm:constr type="w" for="ch" forName="dotArrow1" refType="userD"/>
                  <dgm:constr type="h" for="ch" forName="dotArrow1" refType="userD"/>
                  <dgm:constr type="ctrX" for="ch" forName="dotArrow2" refType="w" fact="0.444"/>
                  <dgm:constr type="ctrY" for="ch" forName="dotArrow2" refType="h" fact="0.0287"/>
                  <dgm:constr type="w" for="ch" forName="dotArrow2" refType="userD"/>
                  <dgm:constr type="h" for="ch" forName="dotArrow2" refType="userD"/>
                  <dgm:constr type="ctrX" for="ch" forName="dotArrow3" refType="w" fact="0.4773"/>
                  <dgm:constr type="ctrY" for="ch" forName="dotArrow3" refType="h" fact="-0.0013"/>
                  <dgm:constr type="w" for="ch" forName="dotArrow3" refType="userD"/>
                  <dgm:constr type="h" for="ch" forName="dotArrow3" refType="userD"/>
                  <dgm:constr type="ctrX" for="ch" forName="dotArrow4" refType="w" fact="0.5106"/>
                  <dgm:constr type="ctrY" for="ch" forName="dotArrow4" refType="h" fact="0.0287"/>
                  <dgm:constr type="w" for="ch" forName="dotArrow4" refType="userD"/>
                  <dgm:constr type="h" for="ch" forName="dotArrow4" refType="userD"/>
                  <dgm:constr type="ctrX" for="ch" forName="dotArrow5" refType="w" fact="0.544"/>
                  <dgm:constr type="ctrY" for="ch" forName="dotArrow5" refType="h" fact="0.0587"/>
                  <dgm:constr type="w" for="ch" forName="dotArrow5" refType="userD"/>
                  <dgm:constr type="h" for="ch" forName="dotArrow5" refType="userD"/>
                  <dgm:constr type="ctrX" for="ch" forName="dotArrow6" refType="w" fact="0.4773"/>
                  <dgm:constr type="ctrY" for="ch" forName="dotArrow6" refType="h" fact="0.062"/>
                  <dgm:constr type="w" for="ch" forName="dotArrow6" refType="userD"/>
                  <dgm:constr type="h" for="ch" forName="dotArrow6" refType="userD"/>
                  <dgm:constr type="ctrX" for="ch" forName="dotArrow7" refType="w" fact="0.4773"/>
                  <dgm:constr type="ctrY" for="ch" forName="dotArrow7" refType="h" fact="0.1253"/>
                  <dgm:constr type="w" for="ch" forName="dotArrow7" refType="userD"/>
                  <dgm:constr type="h" for="ch" forName="dotArrow7" refType="userD"/>
                  <dgm:constr type="l" for="ch" forName="parTx1" refType="w" fact="0.2614"/>
                  <dgm:constr type="t" for="ch" forName="parTx1" refType="h" fact="0.8086"/>
                  <dgm:constr type="w" for="ch" forName="parTx1" refType="w" fact="0.5392"/>
                  <dgm:constr type="h" for="ch" forName="parTx1" refType="h" fact="0.218"/>
                  <dgm:constr type="ctrX" for="ch" forName="picture1" refType="w" fact="0.2369"/>
                  <dgm:constr type="ctrY" for="ch" forName="picture1" refType="h" fact="0.7834"/>
                  <dgm:constr type="w" for="ch" forName="picture1" refType="w" fact="0.25"/>
                  <dgm:constr type="h" for="ch" forName="picture1" refType="h" fact="0.3768"/>
                  <dgm:constr type="l" for="ch" forName="parTx2" refType="w" fact="0.4893"/>
                  <dgm:constr type="t" for="ch" forName="parTx2" refType="h" fact="0.3822"/>
                  <dgm:constr type="w" for="ch" forName="parTx2" refType="w" fact="0.5392"/>
                  <dgm:constr type="h" for="ch" forName="parTx2" refType="h" fact="0.218"/>
                  <dgm:constr type="ctrX" for="ch" forName="picture2" refType="w" fact="0.4648"/>
                  <dgm:constr type="ctrY" for="ch" forName="picture2" refType="h" fact="0.357"/>
                  <dgm:constr type="w" for="ch" forName="picture2" refType="w" fact="0.25"/>
                  <dgm:constr type="h" for="ch" forName="picture2" refType="h" fact="0.3768"/>
                </dgm:constrLst>
              </dgm:else>
            </dgm:choose>
          </dgm:if>
          <dgm:else name="Name18">
            <dgm:choose name="Name19">
              <dgm:if name="Name20" axis="des" func="maxDepth" op="gt" val="1">
                <dgm:alg type="composite">
                  <dgm:param type="ar" val="2"/>
                </dgm:alg>
                <dgm:constrLst>
                  <dgm:constr type="primFontSz" for="ch" forName="parTx1" op="equ" val="65"/>
                  <dgm:constr type="primFontSz" for="ch" forName="parTx2" refType="primFontSz" refFor="ch" refForName="parTx1" op="equ"/>
                  <dgm:constr type="primFontSz" for="ch" forName="desTx1" op="equ" val="65"/>
                  <dgm:constr type="primFontSz" for="ch" forName="desTx2" refType="primFontSz" refFor="ch" refForName="desTx1" op="equ"/>
                  <dgm:constr type="userD" refType="w" fact="0.0188"/>
                  <dgm:constr type="ctrX" for="ch" forName="dot1" refType="w" fact="0.6779"/>
                  <dgm:constr type="ctrY" for="ch" forName="dot1" refType="h" fact="0.5911"/>
                  <dgm:constr type="w" for="ch" forName="dot1" refType="userD"/>
                  <dgm:constr type="h" for="ch" forName="dot1" refType="userD"/>
                  <dgm:constr type="ctrX" for="ch" forName="dot2" refType="w" fact="0.6944"/>
                  <dgm:constr type="ctrY" for="ch" forName="dot2" refType="h" fact="0.644"/>
                  <dgm:constr type="w" for="ch" forName="dot2" refType="userD"/>
                  <dgm:constr type="h" for="ch" forName="dot2" refType="userD"/>
                  <dgm:constr type="ctrX" for="ch" forName="dot3" refType="w" fact="0.7141"/>
                  <dgm:constr type="ctrY" for="ch" forName="dot3" refType="h" fact="0.6898"/>
                  <dgm:constr type="w" for="ch" forName="dot3" refType="userD"/>
                  <dgm:constr type="h" for="ch" forName="dot3" refType="userD"/>
                  <dgm:constr type="ctrX" for="ch" forName="dotArrow1" refType="w" fact="0.6905"/>
                  <dgm:constr type="ctrY" for="ch" forName="dotArrow1" refType="h" fact="0.0587"/>
                  <dgm:constr type="w" for="ch" forName="dotArrow1" refType="userD"/>
                  <dgm:constr type="h" for="ch" forName="dotArrow1" refType="userD"/>
                  <dgm:constr type="ctrX" for="ch" forName="dotArrow2" refType="w" fact="0.6654"/>
                  <dgm:constr type="ctrY" for="ch" forName="dotArrow2" refType="h" fact="0.0287"/>
                  <dgm:constr type="w" for="ch" forName="dotArrow2" refType="userD"/>
                  <dgm:constr type="h" for="ch" forName="dotArrow2" refType="userD"/>
                  <dgm:constr type="ctrX" for="ch" forName="dotArrow3" refType="w" fact="0.6403"/>
                  <dgm:constr type="ctrY" for="ch" forName="dotArrow3" refType="h" fact="-0.0013"/>
                  <dgm:constr type="w" for="ch" forName="dotArrow3" refType="userD"/>
                  <dgm:constr type="h" for="ch" forName="dotArrow3" refType="userD"/>
                  <dgm:constr type="ctrX" for="ch" forName="dotArrow4" refType="w" fact="0.6152"/>
                  <dgm:constr type="ctrY" for="ch" forName="dotArrow4" refType="h" fact="0.0287"/>
                  <dgm:constr type="w" for="ch" forName="dotArrow4" refType="userD"/>
                  <dgm:constr type="h" for="ch" forName="dotArrow4" refType="userD"/>
                  <dgm:constr type="ctrX" for="ch" forName="dotArrow5" refType="w" fact="0.59"/>
                  <dgm:constr type="ctrY" for="ch" forName="dotArrow5" refType="h" fact="0.0587"/>
                  <dgm:constr type="w" for="ch" forName="dotArrow5" refType="userD"/>
                  <dgm:constr type="h" for="ch" forName="dotArrow5" refType="userD"/>
                  <dgm:constr type="ctrX" for="ch" forName="dotArrow6" refType="w" fact="0.6403"/>
                  <dgm:constr type="ctrY" for="ch" forName="dotArrow6" refType="h" fact="0.062"/>
                  <dgm:constr type="w" for="ch" forName="dotArrow6" refType="userD"/>
                  <dgm:constr type="h" for="ch" forName="dotArrow6" refType="userD"/>
                  <dgm:constr type="ctrX" for="ch" forName="dotArrow7" refType="w" fact="0.6403"/>
                  <dgm:constr type="ctrY" for="ch" forName="dotArrow7" refType="h" fact="0.1253"/>
                  <dgm:constr type="w" for="ch" forName="dotArrow7" refType="userD"/>
                  <dgm:constr type="h" for="ch" forName="dotArrow7" refType="userD"/>
                  <dgm:constr type="r" for="ch" forName="parTx1" refType="w" fact="0.803"/>
                  <dgm:constr type="t" for="ch" forName="parTx1" refType="h" fact="0.8169"/>
                  <dgm:constr type="w" for="ch" forName="parTx1" refType="w" fact="0.4064"/>
                  <dgm:constr type="h" for="ch" forName="parTx1" refType="h" fact="0.218"/>
                  <dgm:constr type="ctrX" for="ch" forName="picture1" refType="w" fact="0.8215"/>
                  <dgm:constr type="ctrY" for="ch" forName="picture1" refType="h" fact="0.7834"/>
                  <dgm:constr type="w" for="ch" forName="picture1" refType="w" fact="0.1884"/>
                  <dgm:constr type="h" for="ch" forName="picture1" refType="h" fact="0.3768"/>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6312"/>
                  <dgm:constr type="t" for="ch" forName="parTx2" refType="h" fact="0.3905"/>
                  <dgm:constr type="w" for="ch" forName="parTx2" refType="w" fact="0.4064"/>
                  <dgm:constr type="h" for="ch" forName="parTx2" refType="h" fact="0.218"/>
                  <dgm:constr type="ctrX" for="ch" forName="picture2" refType="w" fact="0.6497"/>
                  <dgm:constr type="ctrY" for="ch" forName="picture2" refType="h" fact="0.357"/>
                  <dgm:constr type="w" for="ch" forName="picture2" refType="w" fact="0.1884"/>
                  <dgm:constr type="h" for="ch" forName="picture2" refType="h" fact="0.3768"/>
                  <dgm:constr type="r" for="ch" forName="desTx2" refType="l" refFor="ch" refForName="parTx2"/>
                  <dgm:constr type="l" for="ch" forName="desTx2"/>
                  <dgm:constr type="t" for="ch" forName="desTx2" refType="t" refFor="ch" refForName="parTx2"/>
                  <dgm:constr type="h" for="ch" forName="desTx2" refType="h" refFor="ch" refForName="parTx2"/>
                </dgm:constrLst>
              </dgm:if>
              <dgm:else name="Name21">
                <dgm:alg type="composite">
                  <dgm:param type="ar" val="1.5073"/>
                </dgm:alg>
                <dgm:constrLst>
                  <dgm:constr type="primFontSz" for="ch" forName="parTx1" op="equ" val="65"/>
                  <dgm:constr type="primFontSz" for="ch" forName="parTx2" refType="primFontSz" refFor="ch" refForName="parTx1" op="equ"/>
                  <dgm:constr type="userD" refType="w" fact="0.025"/>
                  <dgm:constr type="ctrX" for="ch" forName="dot1" refType="w" fact="0.5726"/>
                  <dgm:constr type="ctrY" for="ch" forName="dot1" refType="h" fact="0.5911"/>
                  <dgm:constr type="w" for="ch" forName="dot1" refType="userD"/>
                  <dgm:constr type="h" for="ch" forName="dot1" refType="userD"/>
                  <dgm:constr type="ctrX" for="ch" forName="dot2" refType="w" fact="0.5945"/>
                  <dgm:constr type="ctrY" for="ch" forName="dot2" refType="h" fact="0.644"/>
                  <dgm:constr type="w" for="ch" forName="dot2" refType="userD"/>
                  <dgm:constr type="h" for="ch" forName="dot2" refType="userD"/>
                  <dgm:constr type="ctrX" for="ch" forName="dot3" refType="w" fact="0.6206"/>
                  <dgm:constr type="ctrY" for="ch" forName="dot3" refType="h" fact="0.6898"/>
                  <dgm:constr type="w" for="ch" forName="dot3" refType="userD"/>
                  <dgm:constr type="h" for="ch" forName="dot3" refType="userD"/>
                  <dgm:constr type="ctrX" for="ch" forName="dotArrow1" refType="w" fact="0.5894"/>
                  <dgm:constr type="ctrY" for="ch" forName="dotArrow1" refType="h" fact="0.0587"/>
                  <dgm:constr type="w" for="ch" forName="dotArrow1" refType="userD"/>
                  <dgm:constr type="h" for="ch" forName="dotArrow1" refType="userD"/>
                  <dgm:constr type="ctrX" for="ch" forName="dotArrow2" refType="w" fact="0.556"/>
                  <dgm:constr type="ctrY" for="ch" forName="dotArrow2" refType="h" fact="0.0287"/>
                  <dgm:constr type="w" for="ch" forName="dotArrow2" refType="userD"/>
                  <dgm:constr type="h" for="ch" forName="dotArrow2" refType="userD"/>
                  <dgm:constr type="ctrX" for="ch" forName="dotArrow3" refType="w" fact="0.5227"/>
                  <dgm:constr type="ctrY" for="ch" forName="dotArrow3" refType="h" fact="-0.0013"/>
                  <dgm:constr type="w" for="ch" forName="dotArrow3" refType="userD"/>
                  <dgm:constr type="h" for="ch" forName="dotArrow3" refType="userD"/>
                  <dgm:constr type="ctrX" for="ch" forName="dotArrow4" refType="w" fact="0.4894"/>
                  <dgm:constr type="ctrY" for="ch" forName="dotArrow4" refType="h" fact="0.0287"/>
                  <dgm:constr type="w" for="ch" forName="dotArrow4" refType="userD"/>
                  <dgm:constr type="h" for="ch" forName="dotArrow4" refType="userD"/>
                  <dgm:constr type="ctrX" for="ch" forName="dotArrow5" refType="w" fact="0.456"/>
                  <dgm:constr type="ctrY" for="ch" forName="dotArrow5" refType="h" fact="0.0587"/>
                  <dgm:constr type="w" for="ch" forName="dotArrow5" refType="userD"/>
                  <dgm:constr type="h" for="ch" forName="dotArrow5" refType="userD"/>
                  <dgm:constr type="ctrX" for="ch" forName="dotArrow6" refType="w" fact="0.5227"/>
                  <dgm:constr type="ctrY" for="ch" forName="dotArrow6" refType="h" fact="0.062"/>
                  <dgm:constr type="w" for="ch" forName="dotArrow6" refType="userD"/>
                  <dgm:constr type="h" for="ch" forName="dotArrow6" refType="userD"/>
                  <dgm:constr type="ctrX" for="ch" forName="dotArrow7" refType="w" fact="0.5227"/>
                  <dgm:constr type="ctrY" for="ch" forName="dotArrow7" refType="h" fact="0.1253"/>
                  <dgm:constr type="w" for="ch" forName="dotArrow7" refType="userD"/>
                  <dgm:constr type="h" for="ch" forName="dotArrow7" refType="userD"/>
                  <dgm:constr type="r" for="ch" forName="parTx1" refType="w" fact="0.7386"/>
                  <dgm:constr type="t" for="ch" forName="parTx1" refType="h" fact="0.8086"/>
                  <dgm:constr type="w" for="ch" forName="parTx1" refType="w" fact="0.5392"/>
                  <dgm:constr type="h" for="ch" forName="parTx1" refType="h" fact="0.218"/>
                  <dgm:constr type="ctrX" for="ch" forName="picture1" refType="w" fact="0.7631"/>
                  <dgm:constr type="ctrY" for="ch" forName="picture1" refType="h" fact="0.7834"/>
                  <dgm:constr type="w" for="ch" forName="picture1" refType="w" fact="0.25"/>
                  <dgm:constr type="h" for="ch" forName="picture1" refType="h" fact="0.3768"/>
                  <dgm:constr type="r" for="ch" forName="parTx2" refType="w" fact="0.5107"/>
                  <dgm:constr type="t" for="ch" forName="parTx2" refType="h" fact="0.3822"/>
                  <dgm:constr type="w" for="ch" forName="parTx2" refType="w" fact="0.5392"/>
                  <dgm:constr type="h" for="ch" forName="parTx2" refType="h" fact="0.218"/>
                  <dgm:constr type="ctrX" for="ch" forName="picture2" refType="w" fact="0.5352"/>
                  <dgm:constr type="ctrY" for="ch" forName="picture2" refType="h" fact="0.357"/>
                  <dgm:constr type="w" for="ch" forName="picture2" refType="w" fact="0.25"/>
                  <dgm:constr type="h" for="ch" forName="picture2" refType="h" fact="0.3768"/>
                </dgm:constrLst>
              </dgm:else>
            </dgm:choose>
          </dgm:else>
        </dgm:choose>
      </dgm:if>
      <dgm:if name="Name22" axis="ch" ptType="node" func="cnt" op="equ" val="3">
        <dgm:choose name="Name23">
          <dgm:if name="Name24" func="var" arg="dir" op="equ" val="norm">
            <dgm:choose name="Name25">
              <dgm:if name="Name26" axis="des" func="maxDepth" op="gt" val="1">
                <dgm:alg type="composite">
                  <dgm:param type="ar" val="1.7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userD" refType="w" fact="0.0162"/>
                  <dgm:constr type="ctrX" for="ch" forName="dot1" refType="w" fact="0.2981"/>
                  <dgm:constr type="ctrY" for="ch" forName="dot1" refType="h" fact="0.763"/>
                  <dgm:constr type="w" for="ch" forName="dot1" refType="userD"/>
                  <dgm:constr type="h" for="ch" forName="dot1" refType="userD"/>
                  <dgm:constr type="ctrX" for="ch" forName="dot2" refType="w" fact="0.2676"/>
                  <dgm:constr type="ctrY" for="ch" forName="dot2" refType="h" fact="0.7887"/>
                  <dgm:constr type="w" for="ch" forName="dot2" refType="userD"/>
                  <dgm:constr type="h" for="ch" forName="dot2" refType="userD"/>
                  <dgm:constr type="ctrX" for="ch" forName="dot3" refType="w" fact="0.2357"/>
                  <dgm:constr type="ctrY" for="ch" forName="dot3" refType="h" fact="0.809"/>
                  <dgm:constr type="w" for="ch" forName="dot3" refType="userD"/>
                  <dgm:constr type="h" for="ch" forName="dot3" refType="userD"/>
                  <dgm:constr type="ctrX" for="ch" forName="dot4" refType="w" fact="0.4445"/>
                  <dgm:constr type="ctrY" for="ch" forName="dot4" refType="h" fact="0.4655"/>
                  <dgm:constr type="w" for="ch" forName="dot4" refType="userD"/>
                  <dgm:constr type="h" for="ch" forName="dot4" refType="userD"/>
                  <dgm:constr type="ctrX" for="ch" forName="dot5" refType="w" fact="0.4323"/>
                  <dgm:constr type="ctrY" for="ch" forName="dot5" refType="h" fact="0.5178"/>
                  <dgm:constr type="w" for="ch" forName="dot5" refType="userD"/>
                  <dgm:constr type="h" for="ch" forName="dot5" refType="userD"/>
                  <dgm:constr type="ctrX" for="ch" forName="dotArrow1" refType="w" fact="0.4236"/>
                  <dgm:constr type="ctrY" for="ch" forName="dotArrow1" refType="h" fact="0.0718"/>
                  <dgm:constr type="w" for="ch" forName="dotArrow1" refType="userD"/>
                  <dgm:constr type="h" for="ch" forName="dotArrow1" refType="userD"/>
                  <dgm:constr type="ctrX" for="ch" forName="dotArrow2" refType="w" fact="0.446"/>
                  <dgm:constr type="ctrY" for="ch" forName="dotArrow2" refType="h" fact="0.0468"/>
                  <dgm:constr type="w" for="ch" forName="dotArrow2" refType="userD"/>
                  <dgm:constr type="h" for="ch" forName="dotArrow2" refType="userD"/>
                  <dgm:constr type="ctrX" for="ch" forName="dotArrow3" refType="w" fact="0.4685"/>
                  <dgm:constr type="ctrY" for="ch" forName="dotArrow3" refType="h" fact="0.0218"/>
                  <dgm:constr type="w" for="ch" forName="dotArrow3" refType="userD"/>
                  <dgm:constr type="h" for="ch" forName="dotArrow3" refType="userD"/>
                  <dgm:constr type="ctrX" for="ch" forName="dotArrow4" refType="w" fact="0.491"/>
                  <dgm:constr type="ctrY" for="ch" forName="dotArrow4" refType="h" fact="0.0468"/>
                  <dgm:constr type="w" for="ch" forName="dotArrow4" refType="userD"/>
                  <dgm:constr type="h" for="ch" forName="dotArrow4" refType="userD"/>
                  <dgm:constr type="ctrX" for="ch" forName="dotArrow5" refType="w" fact="0.5135"/>
                  <dgm:constr type="ctrY" for="ch" forName="dotArrow5" refType="h" fact="0.0718"/>
                  <dgm:constr type="w" for="ch" forName="dotArrow5" refType="userD"/>
                  <dgm:constr type="h" for="ch" forName="dotArrow5" refType="userD"/>
                  <dgm:constr type="ctrX" for="ch" forName="dotArrow6" refType="w" fact="0.4685"/>
                  <dgm:constr type="ctrY" for="ch" forName="dotArrow6" refType="h" fact="0.0745"/>
                  <dgm:constr type="w" for="ch" forName="dotArrow6" refType="userD"/>
                  <dgm:constr type="h" for="ch" forName="dotArrow6" refType="userD"/>
                  <dgm:constr type="ctrX" for="ch" forName="dotArrow7" refType="w" fact="0.4685"/>
                  <dgm:constr type="ctrY" for="ch" forName="dotArrow7" refType="h" fact="0.1273"/>
                  <dgm:constr type="w" for="ch" forName="dotArrow7" refType="userD"/>
                  <dgm:constr type="h" for="ch" forName="dotArrow7" refType="userD"/>
                  <dgm:constr type="l" for="ch" forName="parTx1" refType="w" fact="0.1487"/>
                  <dgm:constr type="t" for="ch" forName="parTx1" refType="h" fact="0.8596"/>
                  <dgm:constr type="w" for="ch" forName="parTx1" refType="w" fact="0.3491"/>
                  <dgm:constr type="h" for="ch" forName="parTx1" refType="h" fact="0.1638"/>
                  <dgm:constr type="ctrX" for="ch" forName="picture1" refType="w" fact="0.1328"/>
                  <dgm:constr type="ctrY" for="ch" forName="picture1" refType="h" fact="0.8361"/>
                  <dgm:constr type="w" for="ch" forName="picture1" refType="w" fact="0.1618"/>
                  <dgm:constr type="h" for="ch" forName="picture1" refType="h" fact="0.2832"/>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3732"/>
                  <dgm:constr type="t" for="ch" forName="parTx2" refType="h" fact="0.6469"/>
                  <dgm:constr type="w" for="ch" forName="parTx2" refType="w" fact="0.3491"/>
                  <dgm:constr type="h" for="ch" forName="parTx2" refType="h" fact="0.1638"/>
                  <dgm:constr type="ctrX" for="ch" forName="picture2" refType="w" fact="0.3573"/>
                  <dgm:constr type="ctrY" for="ch" forName="picture2" refType="h" fact="0.6234"/>
                  <dgm:constr type="w" for="ch" forName="picture2" refType="w" fact="0.1618"/>
                  <dgm:constr type="h" for="ch" forName="picture2" refType="h" fact="0.2832"/>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4763"/>
                  <dgm:constr type="t" for="ch" forName="parTx3" refType="h" fact="0.3243"/>
                  <dgm:constr type="w" for="ch" forName="parTx3" refType="w" fact="0.3491"/>
                  <dgm:constr type="h" for="ch" forName="parTx3" refType="h" fact="0.1638"/>
                  <dgm:constr type="ctrX" for="ch" forName="picture3" refType="w" fact="0.4604"/>
                  <dgm:constr type="ctrY" for="ch" forName="picture3" refType="h" fact="0.3008"/>
                  <dgm:constr type="w" for="ch" forName="picture3" refType="w" fact="0.1618"/>
                  <dgm:constr type="h" for="ch" forName="picture3" refType="h" fact="0.2832"/>
                  <dgm:constr type="l" for="ch" forName="desTx3" refType="r" refFor="ch" refForName="parTx3"/>
                  <dgm:constr type="r" for="ch" forName="desTx3" refType="w"/>
                  <dgm:constr type="t" for="ch" forName="desTx3" refType="t" refFor="ch" refForName="parTx3"/>
                  <dgm:constr type="h" for="ch" forName="desTx3" refType="h" refFor="ch" refForName="parTx3"/>
                </dgm:constrLst>
              </dgm:if>
              <dgm:else name="Name27">
                <dgm:alg type="composite">
                  <dgm:param type="ar" val="1.4161"/>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userD" refType="w" fact="0.02"/>
                  <dgm:constr type="ctrX" for="ch" forName="dot1" refType="w" fact="0.3684"/>
                  <dgm:constr type="ctrY" for="ch" forName="dot1" refType="h" fact="0.763"/>
                  <dgm:constr type="w" for="ch" forName="dot1" refType="userD"/>
                  <dgm:constr type="h" for="ch" forName="dot1" refType="userD"/>
                  <dgm:constr type="ctrX" for="ch" forName="dot2" refType="w" fact="0.3307"/>
                  <dgm:constr type="ctrY" for="ch" forName="dot2" refType="h" fact="0.7887"/>
                  <dgm:constr type="w" for="ch" forName="dot2" refType="userD"/>
                  <dgm:constr type="h" for="ch" forName="dot2" refType="userD"/>
                  <dgm:constr type="ctrX" for="ch" forName="dot3" refType="w" fact="0.2912"/>
                  <dgm:constr type="ctrY" for="ch" forName="dot3" refType="h" fact="0.809"/>
                  <dgm:constr type="w" for="ch" forName="dot3" refType="userD"/>
                  <dgm:constr type="h" for="ch" forName="dot3" refType="userD"/>
                  <dgm:constr type="ctrX" for="ch" forName="dot4" refType="w" fact="0.5494"/>
                  <dgm:constr type="ctrY" for="ch" forName="dot4" refType="h" fact="0.4655"/>
                  <dgm:constr type="w" for="ch" forName="dot4" refType="userD"/>
                  <dgm:constr type="h" for="ch" forName="dot4" refType="userD"/>
                  <dgm:constr type="ctrX" for="ch" forName="dot5" refType="w" fact="0.5342"/>
                  <dgm:constr type="ctrY" for="ch" forName="dot5" refType="h" fact="0.5178"/>
                  <dgm:constr type="w" for="ch" forName="dot5" refType="userD"/>
                  <dgm:constr type="h" for="ch" forName="dot5" refType="userD"/>
                  <dgm:constr type="ctrX" for="ch" forName="dotArrow1" refType="w" fact="0.5234"/>
                  <dgm:constr type="ctrY" for="ch" forName="dotArrow1" refType="h" fact="0.0718"/>
                  <dgm:constr type="w" for="ch" forName="dotArrow1" refType="userD"/>
                  <dgm:constr type="h" for="ch" forName="dotArrow1" refType="userD"/>
                  <dgm:constr type="ctrX" for="ch" forName="dotArrow2" refType="w" fact="0.5512"/>
                  <dgm:constr type="ctrY" for="ch" forName="dotArrow2" refType="h" fact="0.0468"/>
                  <dgm:constr type="w" for="ch" forName="dotArrow2" refType="userD"/>
                  <dgm:constr type="h" for="ch" forName="dotArrow2" refType="userD"/>
                  <dgm:constr type="ctrX" for="ch" forName="dotArrow3" refType="w" fact="0.579"/>
                  <dgm:constr type="ctrY" for="ch" forName="dotArrow3" refType="h" fact="0.0218"/>
                  <dgm:constr type="w" for="ch" forName="dotArrow3" refType="userD"/>
                  <dgm:constr type="h" for="ch" forName="dotArrow3" refType="userD"/>
                  <dgm:constr type="ctrX" for="ch" forName="dotArrow4" refType="w" fact="0.6068"/>
                  <dgm:constr type="ctrY" for="ch" forName="dotArrow4" refType="h" fact="0.0468"/>
                  <dgm:constr type="w" for="ch" forName="dotArrow4" refType="userD"/>
                  <dgm:constr type="h" for="ch" forName="dotArrow4" refType="userD"/>
                  <dgm:constr type="ctrX" for="ch" forName="dotArrow5" refType="w" fact="0.6346"/>
                  <dgm:constr type="ctrY" for="ch" forName="dotArrow5" refType="h" fact="0.0718"/>
                  <dgm:constr type="w" for="ch" forName="dotArrow5" refType="userD"/>
                  <dgm:constr type="h" for="ch" forName="dotArrow5" refType="userD"/>
                  <dgm:constr type="ctrX" for="ch" forName="dotArrow6" refType="w" fact="0.579"/>
                  <dgm:constr type="ctrY" for="ch" forName="dotArrow6" refType="h" fact="0.0745"/>
                  <dgm:constr type="w" for="ch" forName="dotArrow6" refType="userD"/>
                  <dgm:constr type="h" for="ch" forName="dotArrow6" refType="userD"/>
                  <dgm:constr type="ctrX" for="ch" forName="dotArrow7" refType="w" fact="0.579"/>
                  <dgm:constr type="ctrY" for="ch" forName="dotArrow7" refType="h" fact="0.1273"/>
                  <dgm:constr type="w" for="ch" forName="dotArrow7" refType="userD"/>
                  <dgm:constr type="h" for="ch" forName="dotArrow7" refType="userD"/>
                  <dgm:constr type="l" for="ch" forName="parTx1" refType="w" fact="0.1837"/>
                  <dgm:constr type="t" for="ch" forName="parTx1" refType="h" fact="0.8551"/>
                  <dgm:constr type="w" for="ch" forName="parTx1" refType="w" fact="0.4314"/>
                  <dgm:constr type="h" for="ch" forName="parTx1" refType="h" fact="0.1638"/>
                  <dgm:constr type="ctrX" for="ch" forName="picture1" refType="w" fact="0.1641"/>
                  <dgm:constr type="ctrY" for="ch" forName="picture1" refType="h" fact="0.8361"/>
                  <dgm:constr type="w" for="ch" forName="picture1" refType="w" fact="0.2"/>
                  <dgm:constr type="h" for="ch" forName="picture1" refType="h" fact="0.2832"/>
                  <dgm:constr type="l" for="ch" forName="parTx2" refType="w" fact="0.4612"/>
                  <dgm:constr type="t" for="ch" forName="parTx2" refType="h" fact="0.6424"/>
                  <dgm:constr type="w" for="ch" forName="parTx2" refType="w" fact="0.4314"/>
                  <dgm:constr type="h" for="ch" forName="parTx2" refType="h" fact="0.1638"/>
                  <dgm:constr type="ctrX" for="ch" forName="picture2" refType="w" fact="0.4416"/>
                  <dgm:constr type="ctrY" for="ch" forName="picture2" refType="h" fact="0.6234"/>
                  <dgm:constr type="w" for="ch" forName="picture2" refType="w" fact="0.2"/>
                  <dgm:constr type="h" for="ch" forName="picture2" refType="h" fact="0.2832"/>
                  <dgm:constr type="l" for="ch" forName="parTx3" refType="w" fact="0.5886"/>
                  <dgm:constr type="t" for="ch" forName="parTx3" refType="h" fact="0.3198"/>
                  <dgm:constr type="w" for="ch" forName="parTx3" refType="w" fact="0.4314"/>
                  <dgm:constr type="h" for="ch" forName="parTx3" refType="h" fact="0.1638"/>
                  <dgm:constr type="ctrX" for="ch" forName="picture3" refType="w" fact="0.569"/>
                  <dgm:constr type="ctrY" for="ch" forName="picture3" refType="h" fact="0.3008"/>
                  <dgm:constr type="w" for="ch" forName="picture3" refType="w" fact="0.2"/>
                  <dgm:constr type="h" for="ch" forName="picture3" refType="h" fact="0.2832"/>
                </dgm:constrLst>
              </dgm:else>
            </dgm:choose>
          </dgm:if>
          <dgm:else name="Name28">
            <dgm:choose name="Name29">
              <dgm:if name="Name30" axis="des" func="maxDepth" op="gt" val="1">
                <dgm:alg type="composite">
                  <dgm:param type="ar" val="1.7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userD" refType="w" fact="0.0162"/>
                  <dgm:constr type="ctrX" for="ch" forName="dot1" refType="w" fact="0.7019"/>
                  <dgm:constr type="ctrY" for="ch" forName="dot1" refType="h" fact="0.763"/>
                  <dgm:constr type="w" for="ch" forName="dot1" refType="userD"/>
                  <dgm:constr type="h" for="ch" forName="dot1" refType="userD"/>
                  <dgm:constr type="ctrX" for="ch" forName="dot2" refType="w" fact="0.7324"/>
                  <dgm:constr type="ctrY" for="ch" forName="dot2" refType="h" fact="0.7887"/>
                  <dgm:constr type="w" for="ch" forName="dot2" refType="userD"/>
                  <dgm:constr type="h" for="ch" forName="dot2" refType="userD"/>
                  <dgm:constr type="ctrX" for="ch" forName="dot3" refType="w" fact="0.7643"/>
                  <dgm:constr type="ctrY" for="ch" forName="dot3" refType="h" fact="0.809"/>
                  <dgm:constr type="w" for="ch" forName="dot3" refType="userD"/>
                  <dgm:constr type="h" for="ch" forName="dot3" refType="userD"/>
                  <dgm:constr type="ctrX" for="ch" forName="dot4" refType="w" fact="0.5555"/>
                  <dgm:constr type="ctrY" for="ch" forName="dot4" refType="h" fact="0.4655"/>
                  <dgm:constr type="w" for="ch" forName="dot4" refType="userD"/>
                  <dgm:constr type="h" for="ch" forName="dot4" refType="userD"/>
                  <dgm:constr type="ctrX" for="ch" forName="dot5" refType="w" fact="0.5677"/>
                  <dgm:constr type="ctrY" for="ch" forName="dot5" refType="h" fact="0.5178"/>
                  <dgm:constr type="w" for="ch" forName="dot5" refType="userD"/>
                  <dgm:constr type="h" for="ch" forName="dot5" refType="userD"/>
                  <dgm:constr type="ctrX" for="ch" forName="dotArrow1" refType="w" fact="0.5764"/>
                  <dgm:constr type="ctrY" for="ch" forName="dotArrow1" refType="h" fact="0.0718"/>
                  <dgm:constr type="w" for="ch" forName="dotArrow1" refType="userD"/>
                  <dgm:constr type="h" for="ch" forName="dotArrow1" refType="userD"/>
                  <dgm:constr type="ctrX" for="ch" forName="dotArrow2" refType="w" fact="0.554"/>
                  <dgm:constr type="ctrY" for="ch" forName="dotArrow2" refType="h" fact="0.0468"/>
                  <dgm:constr type="w" for="ch" forName="dotArrow2" refType="userD"/>
                  <dgm:constr type="h" for="ch" forName="dotArrow2" refType="userD"/>
                  <dgm:constr type="ctrX" for="ch" forName="dotArrow3" refType="w" fact="0.5315"/>
                  <dgm:constr type="ctrY" for="ch" forName="dotArrow3" refType="h" fact="0.0218"/>
                  <dgm:constr type="w" for="ch" forName="dotArrow3" refType="userD"/>
                  <dgm:constr type="h" for="ch" forName="dotArrow3" refType="userD"/>
                  <dgm:constr type="ctrX" for="ch" forName="dotArrow4" refType="w" fact="0.509"/>
                  <dgm:constr type="ctrY" for="ch" forName="dotArrow4" refType="h" fact="0.0468"/>
                  <dgm:constr type="w" for="ch" forName="dotArrow4" refType="userD"/>
                  <dgm:constr type="h" for="ch" forName="dotArrow4" refType="userD"/>
                  <dgm:constr type="ctrX" for="ch" forName="dotArrow5" refType="w" fact="0.4865"/>
                  <dgm:constr type="ctrY" for="ch" forName="dotArrow5" refType="h" fact="0.0718"/>
                  <dgm:constr type="w" for="ch" forName="dotArrow5" refType="userD"/>
                  <dgm:constr type="h" for="ch" forName="dotArrow5" refType="userD"/>
                  <dgm:constr type="ctrX" for="ch" forName="dotArrow6" refType="w" fact="0.5315"/>
                  <dgm:constr type="ctrY" for="ch" forName="dotArrow6" refType="h" fact="0.0745"/>
                  <dgm:constr type="w" for="ch" forName="dotArrow6" refType="userD"/>
                  <dgm:constr type="h" for="ch" forName="dotArrow6" refType="userD"/>
                  <dgm:constr type="ctrX" for="ch" forName="dotArrow7" refType="w" fact="0.5315"/>
                  <dgm:constr type="ctrY" for="ch" forName="dotArrow7" refType="h" fact="0.1273"/>
                  <dgm:constr type="w" for="ch" forName="dotArrow7" refType="userD"/>
                  <dgm:constr type="h" for="ch" forName="dotArrow7" refType="userD"/>
                  <dgm:constr type="r" for="ch" forName="parTx1" refType="w" fact="0.8513"/>
                  <dgm:constr type="t" for="ch" forName="parTx1" refType="h" fact="0.8596"/>
                  <dgm:constr type="w" for="ch" forName="parTx1" refType="w" fact="0.3491"/>
                  <dgm:constr type="h" for="ch" forName="parTx1" refType="h" fact="0.1638"/>
                  <dgm:constr type="ctrX" for="ch" forName="picture1" refType="w" fact="0.8672"/>
                  <dgm:constr type="ctrY" for="ch" forName="picture1" refType="h" fact="0.8361"/>
                  <dgm:constr type="w" for="ch" forName="picture1" refType="w" fact="0.1618"/>
                  <dgm:constr type="h" for="ch" forName="picture1" refType="h" fact="0.2832"/>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6268"/>
                  <dgm:constr type="t" for="ch" forName="parTx2" refType="h" fact="0.6469"/>
                  <dgm:constr type="w" for="ch" forName="parTx2" refType="w" fact="0.3491"/>
                  <dgm:constr type="h" for="ch" forName="parTx2" refType="h" fact="0.1638"/>
                  <dgm:constr type="ctrX" for="ch" forName="picture2" refType="w" fact="0.6427"/>
                  <dgm:constr type="ctrY" for="ch" forName="picture2" refType="h" fact="0.6234"/>
                  <dgm:constr type="w" for="ch" forName="picture2" refType="w" fact="0.1618"/>
                  <dgm:constr type="h" for="ch" forName="picture2" refType="h" fact="0.2832"/>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5237"/>
                  <dgm:constr type="t" for="ch" forName="parTx3" refType="h" fact="0.3243"/>
                  <dgm:constr type="w" for="ch" forName="parTx3" refType="w" fact="0.3491"/>
                  <dgm:constr type="h" for="ch" forName="parTx3" refType="h" fact="0.1638"/>
                  <dgm:constr type="ctrX" for="ch" forName="picture3" refType="w" fact="0.5396"/>
                  <dgm:constr type="ctrY" for="ch" forName="picture3" refType="h" fact="0.3008"/>
                  <dgm:constr type="w" for="ch" forName="picture3" refType="w" fact="0.1618"/>
                  <dgm:constr type="h" for="ch" forName="picture3" refType="h" fact="0.2832"/>
                  <dgm:constr type="r" for="ch" forName="desTx3" refType="l" refFor="ch" refForName="parTx3"/>
                  <dgm:constr type="l" for="ch" forName="desTx3"/>
                  <dgm:constr type="t" for="ch" forName="desTx3" refType="t" refFor="ch" refForName="parTx3"/>
                  <dgm:constr type="h" for="ch" forName="desTx3" refType="h" refFor="ch" refForName="parTx3"/>
                </dgm:constrLst>
              </dgm:if>
              <dgm:else name="Name31">
                <dgm:alg type="composite">
                  <dgm:param type="ar" val="1.4161"/>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userD" refType="w" fact="0.02"/>
                  <dgm:constr type="ctrX" for="ch" forName="dot1" refType="w" fact="0.6316"/>
                  <dgm:constr type="ctrY" for="ch" forName="dot1" refType="h" fact="0.763"/>
                  <dgm:constr type="w" for="ch" forName="dot1" refType="userD"/>
                  <dgm:constr type="h" for="ch" forName="dot1" refType="userD"/>
                  <dgm:constr type="ctrX" for="ch" forName="dot2" refType="w" fact="0.6693"/>
                  <dgm:constr type="ctrY" for="ch" forName="dot2" refType="h" fact="0.7887"/>
                  <dgm:constr type="w" for="ch" forName="dot2" refType="userD"/>
                  <dgm:constr type="h" for="ch" forName="dot2" refType="userD"/>
                  <dgm:constr type="ctrX" for="ch" forName="dot3" refType="w" fact="0.7088"/>
                  <dgm:constr type="ctrY" for="ch" forName="dot3" refType="h" fact="0.809"/>
                  <dgm:constr type="w" for="ch" forName="dot3" refType="userD"/>
                  <dgm:constr type="h" for="ch" forName="dot3" refType="userD"/>
                  <dgm:constr type="ctrX" for="ch" forName="dot4" refType="w" fact="0.4506"/>
                  <dgm:constr type="ctrY" for="ch" forName="dot4" refType="h" fact="0.4655"/>
                  <dgm:constr type="w" for="ch" forName="dot4" refType="userD"/>
                  <dgm:constr type="h" for="ch" forName="dot4" refType="userD"/>
                  <dgm:constr type="ctrX" for="ch" forName="dot5" refType="w" fact="0.4658"/>
                  <dgm:constr type="ctrY" for="ch" forName="dot5" refType="h" fact="0.5178"/>
                  <dgm:constr type="w" for="ch" forName="dot5" refType="userD"/>
                  <dgm:constr type="h" for="ch" forName="dot5" refType="userD"/>
                  <dgm:constr type="ctrX" for="ch" forName="dotArrow1" refType="w" fact="0.4766"/>
                  <dgm:constr type="ctrY" for="ch" forName="dotArrow1" refType="h" fact="0.0718"/>
                  <dgm:constr type="w" for="ch" forName="dotArrow1" refType="userD"/>
                  <dgm:constr type="h" for="ch" forName="dotArrow1" refType="userD"/>
                  <dgm:constr type="ctrX" for="ch" forName="dotArrow2" refType="w" fact="0.4488"/>
                  <dgm:constr type="ctrY" for="ch" forName="dotArrow2" refType="h" fact="0.0468"/>
                  <dgm:constr type="w" for="ch" forName="dotArrow2" refType="userD"/>
                  <dgm:constr type="h" for="ch" forName="dotArrow2" refType="userD"/>
                  <dgm:constr type="ctrX" for="ch" forName="dotArrow3" refType="w" fact="0.421"/>
                  <dgm:constr type="ctrY" for="ch" forName="dotArrow3" refType="h" fact="0.0218"/>
                  <dgm:constr type="w" for="ch" forName="dotArrow3" refType="userD"/>
                  <dgm:constr type="h" for="ch" forName="dotArrow3" refType="userD"/>
                  <dgm:constr type="ctrX" for="ch" forName="dotArrow4" refType="w" fact="0.3932"/>
                  <dgm:constr type="ctrY" for="ch" forName="dotArrow4" refType="h" fact="0.0468"/>
                  <dgm:constr type="w" for="ch" forName="dotArrow4" refType="userD"/>
                  <dgm:constr type="h" for="ch" forName="dotArrow4" refType="userD"/>
                  <dgm:constr type="ctrX" for="ch" forName="dotArrow5" refType="w" fact="0.3654"/>
                  <dgm:constr type="ctrY" for="ch" forName="dotArrow5" refType="h" fact="0.0718"/>
                  <dgm:constr type="w" for="ch" forName="dotArrow5" refType="userD"/>
                  <dgm:constr type="h" for="ch" forName="dotArrow5" refType="userD"/>
                  <dgm:constr type="ctrX" for="ch" forName="dotArrow6" refType="w" fact="0.421"/>
                  <dgm:constr type="ctrY" for="ch" forName="dotArrow6" refType="h" fact="0.0745"/>
                  <dgm:constr type="w" for="ch" forName="dotArrow6" refType="userD"/>
                  <dgm:constr type="h" for="ch" forName="dotArrow6" refType="userD"/>
                  <dgm:constr type="ctrX" for="ch" forName="dotArrow7" refType="w" fact="0.421"/>
                  <dgm:constr type="ctrY" for="ch" forName="dotArrow7" refType="h" fact="0.1273"/>
                  <dgm:constr type="w" for="ch" forName="dotArrow7" refType="userD"/>
                  <dgm:constr type="h" for="ch" forName="dotArrow7" refType="userD"/>
                  <dgm:constr type="r" for="ch" forName="parTx1" refType="w" fact="0.8163"/>
                  <dgm:constr type="t" for="ch" forName="parTx1" refType="h" fact="0.8551"/>
                  <dgm:constr type="w" for="ch" forName="parTx1" refType="w" fact="0.4314"/>
                  <dgm:constr type="h" for="ch" forName="parTx1" refType="h" fact="0.1638"/>
                  <dgm:constr type="ctrX" for="ch" forName="picture1" refType="w" fact="0.8359"/>
                  <dgm:constr type="ctrY" for="ch" forName="picture1" refType="h" fact="0.8361"/>
                  <dgm:constr type="w" for="ch" forName="picture1" refType="w" fact="0.2"/>
                  <dgm:constr type="h" for="ch" forName="picture1" refType="h" fact="0.2832"/>
                  <dgm:constr type="r" for="ch" forName="parTx2" refType="w" fact="0.5388"/>
                  <dgm:constr type="t" for="ch" forName="parTx2" refType="h" fact="0.6424"/>
                  <dgm:constr type="w" for="ch" forName="parTx2" refType="w" fact="0.4314"/>
                  <dgm:constr type="h" for="ch" forName="parTx2" refType="h" fact="0.1638"/>
                  <dgm:constr type="ctrX" for="ch" forName="picture2" refType="w" fact="0.5584"/>
                  <dgm:constr type="ctrY" for="ch" forName="picture2" refType="h" fact="0.6234"/>
                  <dgm:constr type="w" for="ch" forName="picture2" refType="w" fact="0.2"/>
                  <dgm:constr type="h" for="ch" forName="picture2" refType="h" fact="0.2832"/>
                  <dgm:constr type="r" for="ch" forName="parTx3" refType="w" fact="0.4114"/>
                  <dgm:constr type="t" for="ch" forName="parTx3" refType="h" fact="0.3198"/>
                  <dgm:constr type="w" for="ch" forName="parTx3" refType="w" fact="0.4314"/>
                  <dgm:constr type="h" for="ch" forName="parTx3" refType="h" fact="0.1638"/>
                  <dgm:constr type="ctrX" for="ch" forName="picture3" refType="w" fact="0.431"/>
                  <dgm:constr type="ctrY" for="ch" forName="picture3" refType="h" fact="0.3008"/>
                  <dgm:constr type="w" for="ch" forName="picture3" refType="w" fact="0.2"/>
                  <dgm:constr type="h" for="ch" forName="picture3" refType="h" fact="0.2832"/>
                </dgm:constrLst>
              </dgm:else>
            </dgm:choose>
          </dgm:else>
        </dgm:choose>
      </dgm:if>
      <dgm:if name="Name32" axis="ch" ptType="node" func="cnt" op="equ" val="4">
        <dgm:choose name="Name33">
          <dgm:if name="Name34" func="var" arg="dir" op="equ" val="norm">
            <dgm:choose name="Name35">
              <dgm:if name="Name36" axis="des" func="maxDepth" op="gt" val="1">
                <dgm:alg type="composite">
                  <dgm:param type="ar" val="1.5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userD" refType="w" fact="0.0136"/>
                  <dgm:constr type="ctrX" for="ch" forName="dot1" refType="w" fact="0.3253"/>
                  <dgm:constr type="ctrY" for="ch" forName="dot1" refType="h" fact="0.8215"/>
                  <dgm:constr type="w" for="ch" forName="dot1" refType="userD"/>
                  <dgm:constr type="h" for="ch" forName="dot1" refType="userD"/>
                  <dgm:constr type="ctrX" for="ch" forName="dot2" refType="w" fact="0.2949"/>
                  <dgm:constr type="ctrY" for="ch" forName="dot2" refType="h" fact="0.843"/>
                  <dgm:constr type="w" for="ch" forName="dot2" refType="userD"/>
                  <dgm:constr type="h" for="ch" forName="dot2" refType="userD"/>
                  <dgm:constr type="ctrX" for="ch" forName="dot3" refType="w" fact="0.2635"/>
                  <dgm:constr type="ctrY" for="ch" forName="dot3" refType="h" fact="0.8607"/>
                  <dgm:constr type="w" for="ch" forName="dot3" refType="userD"/>
                  <dgm:constr type="h" for="ch" forName="dot3" refType="userD"/>
                  <dgm:constr type="ctrX" for="ch" forName="dot4" refType="w" fact="0.2313"/>
                  <dgm:constr type="ctrY" for="ch" forName="dot4" refType="h" fact="0.8745"/>
                  <dgm:constr type="w" for="ch" forName="dot4" refType="userD"/>
                  <dgm:constr type="h" for="ch" forName="dot4" refType="userD"/>
                  <dgm:constr type="ctrX" for="ch" forName="dot5" refType="w" fact="0.4675"/>
                  <dgm:constr type="ctrY" for="ch" forName="dot5" refType="h" fact="0.6419"/>
                  <dgm:constr type="w" for="ch" forName="dot5" refType="userD"/>
                  <dgm:constr type="h" for="ch" forName="dot5" refType="userD"/>
                  <dgm:constr type="ctrX" for="ch" forName="dot6" refType="w" fact="0.5486"/>
                  <dgm:constr type="ctrY" for="ch" forName="dot6" refType="h" fact="0.3784"/>
                  <dgm:constr type="w" for="ch" forName="dot6" refType="userD"/>
                  <dgm:constr type="h" for="ch" forName="dot6" refType="userD"/>
                  <dgm:constr type="ctrX" for="ch" forName="dotArrow1" refType="w" fact="0.5267"/>
                  <dgm:constr type="ctrY" for="ch" forName="dotArrow1" refType="h" fact="0.0496"/>
                  <dgm:constr type="w" for="ch" forName="dotArrow1" refType="userD"/>
                  <dgm:constr type="h" for="ch" forName="dotArrow1" refType="userD"/>
                  <dgm:constr type="ctrX" for="ch" forName="dotArrow2" refType="w" fact="0.5462"/>
                  <dgm:constr type="ctrY" for="ch" forName="dotArrow2" refType="h" fact="0.0282"/>
                  <dgm:constr type="w" for="ch" forName="dotArrow2" refType="userD"/>
                  <dgm:constr type="h" for="ch" forName="dotArrow2" refType="userD"/>
                  <dgm:constr type="ctrX" for="ch" forName="dotArrow3" refType="w" fact="0.5657"/>
                  <dgm:constr type="ctrY" for="ch" forName="dotArrow3" refType="h" fact="0.0068"/>
                  <dgm:constr type="w" for="ch" forName="dotArrow3" refType="userD"/>
                  <dgm:constr type="h" for="ch" forName="dotArrow3" refType="userD"/>
                  <dgm:constr type="ctrX" for="ch" forName="dotArrow4" refType="w" fact="0.5851"/>
                  <dgm:constr type="ctrY" for="ch" forName="dotArrow4" refType="h" fact="0.0282"/>
                  <dgm:constr type="w" for="ch" forName="dotArrow4" refType="userD"/>
                  <dgm:constr type="h" for="ch" forName="dotArrow4" refType="userD"/>
                  <dgm:constr type="ctrX" for="ch" forName="dotArrow5" refType="w" fact="0.6046"/>
                  <dgm:constr type="ctrY" for="ch" forName="dotArrow5" refType="h" fact="0.0496"/>
                  <dgm:constr type="w" for="ch" forName="dotArrow5" refType="userD"/>
                  <dgm:constr type="h" for="ch" forName="dotArrow5" refType="userD"/>
                  <dgm:constr type="ctrX" for="ch" forName="dotArrow6" refType="w" fact="0.5657"/>
                  <dgm:constr type="ctrY" for="ch" forName="dotArrow6" refType="h" fact="0.052"/>
                  <dgm:constr type="w" for="ch" forName="dotArrow6" refType="userD"/>
                  <dgm:constr type="h" for="ch" forName="dotArrow6" refType="userD"/>
                  <dgm:constr type="ctrX" for="ch" forName="dotArrow7" refType="w" fact="0.5657"/>
                  <dgm:constr type="ctrY" for="ch" forName="dotArrow7" refType="h" fact="0.0972"/>
                  <dgm:constr type="w" for="ch" forName="dotArrow7" refType="userD"/>
                  <dgm:constr type="h" for="ch" forName="dotArrow7" refType="userD"/>
                  <dgm:constr type="l" for="ch" forName="parTx1" refType="w" fact="0.1466"/>
                  <dgm:constr type="t" for="ch" forName="parTx1" refType="h" fact="0.9095"/>
                  <dgm:constr type="w" for="ch" forName="parTx1" refType="w" fact="0.294"/>
                  <dgm:constr type="h" for="ch" forName="parTx1" refType="h" fact="0.1222"/>
                  <dgm:constr type="ctrX" for="ch" forName="picture1" refType="w" fact="0.1333"/>
                  <dgm:constr type="ctrY" for="ch" forName="picture1" refType="h" fact="0.8922"/>
                  <dgm:constr type="w" for="ch" forName="picture1" refType="w" fact="0.1363"/>
                  <dgm:constr type="h" for="ch" forName="picture1" refType="h" fact="0.2113"/>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4105"/>
                  <dgm:constr type="t" for="ch" forName="parTx2" refType="h" fact="0.762"/>
                  <dgm:constr type="w" for="ch" forName="parTx2" refType="w" fact="0.294"/>
                  <dgm:constr type="h" for="ch" forName="parTx2" refType="h" fact="0.1222"/>
                  <dgm:constr type="ctrX" for="ch" forName="picture2" refType="w" fact="0.3972"/>
                  <dgm:constr type="ctrY" for="ch" forName="picture2" refType="h" fact="0.7447"/>
                  <dgm:constr type="w" for="ch" forName="picture2" refType="w" fact="0.1363"/>
                  <dgm:constr type="h" for="ch" forName="picture2" refType="h" fact="0.2113"/>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5229"/>
                  <dgm:constr type="t" for="ch" forName="parTx3" refType="h" fact="0.5294"/>
                  <dgm:constr type="w" for="ch" forName="parTx3" refType="w" fact="0.294"/>
                  <dgm:constr type="h" for="ch" forName="parTx3" refType="h" fact="0.1222"/>
                  <dgm:constr type="ctrX" for="ch" forName="picture3" refType="w" fact="0.5095"/>
                  <dgm:constr type="ctrY" for="ch" forName="picture3" refType="h" fact="0.5121"/>
                  <dgm:constr type="w" for="ch" forName="picture3" refType="w" fact="0.1363"/>
                  <dgm:constr type="h" for="ch" forName="picture3" refType="h" fact="0.2113"/>
                  <dgm:constr type="l" for="ch" forName="desTx3" refType="r" refFor="ch" refForName="parTx3"/>
                  <dgm:constr type="r" for="ch" forName="desTx3" refType="w"/>
                  <dgm:constr type="t" for="ch" forName="desTx3" refType="t" refFor="ch" refForName="parTx3"/>
                  <dgm:constr type="h" for="ch" forName="desTx3" refType="h" refFor="ch" refForName="parTx3"/>
                  <dgm:constr type="l" for="ch" forName="parTx4" refType="w" fact="0.5722"/>
                  <dgm:constr type="t" for="ch" forName="parTx4" refType="h" fact="0.2523"/>
                  <dgm:constr type="w" for="ch" forName="parTx4" refType="w" fact="0.294"/>
                  <dgm:constr type="h" for="ch" forName="parTx4" refType="h" fact="0.1222"/>
                  <dgm:constr type="ctrX" for="ch" forName="picture4" refType="w" fact="0.5588"/>
                  <dgm:constr type="ctrY" for="ch" forName="picture4" refType="h" fact="0.235"/>
                  <dgm:constr type="w" for="ch" forName="picture4" refType="w" fact="0.1363"/>
                  <dgm:constr type="h" for="ch" forName="picture4" refType="h" fact="0.2113"/>
                  <dgm:constr type="l" for="ch" forName="desTx4" refType="r" refFor="ch" refForName="parTx4"/>
                  <dgm:constr type="r" for="ch" forName="desTx4" refType="w"/>
                  <dgm:constr type="t" for="ch" forName="desTx4" refType="t" refFor="ch" refForName="parTx4"/>
                  <dgm:constr type="h" for="ch" forName="desTx4" refType="h" refFor="ch" refForName="parTx4"/>
                </dgm:constrLst>
              </dgm:if>
              <dgm:else name="Name37">
                <dgm:alg type="composite">
                  <dgm:param type="ar" val="1.267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userD" refType="w" fact="0.0167"/>
                  <dgm:constr type="ctrX" for="ch" forName="dot1" refType="w" fact="0.3978"/>
                  <dgm:constr type="ctrY" for="ch" forName="dot1" refType="h" fact="0.8215"/>
                  <dgm:constr type="w" for="ch" forName="dot1" refType="userD"/>
                  <dgm:constr type="h" for="ch" forName="dot1" refType="userD"/>
                  <dgm:constr type="ctrX" for="ch" forName="dot2" refType="w" fact="0.3606"/>
                  <dgm:constr type="ctrY" for="ch" forName="dot2" refType="h" fact="0.843"/>
                  <dgm:constr type="w" for="ch" forName="dot2" refType="userD"/>
                  <dgm:constr type="h" for="ch" forName="dot2" refType="userD"/>
                  <dgm:constr type="ctrX" for="ch" forName="dot3" refType="w" fact="0.3223"/>
                  <dgm:constr type="ctrY" for="ch" forName="dot3" refType="h" fact="0.8607"/>
                  <dgm:constr type="w" for="ch" forName="dot3" refType="userD"/>
                  <dgm:constr type="h" for="ch" forName="dot3" refType="userD"/>
                  <dgm:constr type="ctrX" for="ch" forName="dot4" refType="w" fact="0.2829"/>
                  <dgm:constr type="ctrY" for="ch" forName="dot4" refType="h" fact="0.8745"/>
                  <dgm:constr type="w" for="ch" forName="dot4" refType="userD"/>
                  <dgm:constr type="h" for="ch" forName="dot4" refType="userD"/>
                  <dgm:constr type="ctrX" for="ch" forName="dot5" refType="w" fact="0.5717"/>
                  <dgm:constr type="ctrY" for="ch" forName="dot5" refType="h" fact="0.6419"/>
                  <dgm:constr type="w" for="ch" forName="dot5" refType="userD"/>
                  <dgm:constr type="h" for="ch" forName="dot5" refType="userD"/>
                  <dgm:constr type="ctrX" for="ch" forName="dot6" refType="w" fact="0.6709"/>
                  <dgm:constr type="ctrY" for="ch" forName="dot6" refType="h" fact="0.3784"/>
                  <dgm:constr type="w" for="ch" forName="dot6" refType="userD"/>
                  <dgm:constr type="h" for="ch" forName="dot6" refType="userD"/>
                  <dgm:constr type="ctrX" for="ch" forName="dotArrow1" refType="w" fact="0.6441"/>
                  <dgm:constr type="ctrY" for="ch" forName="dotArrow1" refType="h" fact="0.0496"/>
                  <dgm:constr type="w" for="ch" forName="dotArrow1" refType="userD"/>
                  <dgm:constr type="h" for="ch" forName="dotArrow1" refType="userD"/>
                  <dgm:constr type="ctrX" for="ch" forName="dotArrow2" refType="w" fact="0.6679"/>
                  <dgm:constr type="ctrY" for="ch" forName="dotArrow2" refType="h" fact="0.0282"/>
                  <dgm:constr type="w" for="ch" forName="dotArrow2" refType="userD"/>
                  <dgm:constr type="h" for="ch" forName="dotArrow2" refType="userD"/>
                  <dgm:constr type="ctrX" for="ch" forName="dotArrow3" refType="w" fact="0.6917"/>
                  <dgm:constr type="ctrY" for="ch" forName="dotArrow3" refType="h" fact="0.0068"/>
                  <dgm:constr type="w" for="ch" forName="dotArrow3" refType="userD"/>
                  <dgm:constr type="h" for="ch" forName="dotArrow3" refType="userD"/>
                  <dgm:constr type="ctrX" for="ch" forName="dotArrow4" refType="w" fact="0.7155"/>
                  <dgm:constr type="ctrY" for="ch" forName="dotArrow4" refType="h" fact="0.0282"/>
                  <dgm:constr type="w" for="ch" forName="dotArrow4" refType="userD"/>
                  <dgm:constr type="h" for="ch" forName="dotArrow4" refType="userD"/>
                  <dgm:constr type="ctrX" for="ch" forName="dotArrow5" refType="w" fact="0.7394"/>
                  <dgm:constr type="ctrY" for="ch" forName="dotArrow5" refType="h" fact="0.0496"/>
                  <dgm:constr type="w" for="ch" forName="dotArrow5" refType="userD"/>
                  <dgm:constr type="h" for="ch" forName="dotArrow5" refType="userD"/>
                  <dgm:constr type="ctrX" for="ch" forName="dotArrow6" refType="w" fact="0.6917"/>
                  <dgm:constr type="ctrY" for="ch" forName="dotArrow6" refType="h" fact="0.052"/>
                  <dgm:constr type="w" for="ch" forName="dotArrow6" refType="userD"/>
                  <dgm:constr type="h" for="ch" forName="dotArrow6" refType="userD"/>
                  <dgm:constr type="ctrX" for="ch" forName="dotArrow7" refType="w" fact="0.6917"/>
                  <dgm:constr type="ctrY" for="ch" forName="dotArrow7" refType="h" fact="0.0972"/>
                  <dgm:constr type="w" for="ch" forName="dotArrow7" refType="userD"/>
                  <dgm:constr type="h" for="ch" forName="dotArrow7" refType="userD"/>
                  <dgm:constr type="l" for="ch" forName="parTx1" refType="w" fact="0.1793"/>
                  <dgm:constr type="t" for="ch" forName="parTx1" refType="h" fact="0.9064"/>
                  <dgm:constr type="w" for="ch" forName="parTx1" refType="w" fact="0.3595"/>
                  <dgm:constr type="h" for="ch" forName="parTx1" refType="h" fact="0.1222"/>
                  <dgm:constr type="ctrX" for="ch" forName="picture1" refType="w" fact="0.163"/>
                  <dgm:constr type="ctrY" for="ch" forName="picture1" refType="h" fact="0.8922"/>
                  <dgm:constr type="w" for="ch" forName="picture1" refType="w" fact="0.1667"/>
                  <dgm:constr type="h" for="ch" forName="picture1" refType="h" fact="0.2113"/>
                  <dgm:constr type="l" for="ch" forName="parTx2" refType="w" fact="0.502"/>
                  <dgm:constr type="t" for="ch" forName="parTx2" refType="h" fact="0.7589"/>
                  <dgm:constr type="w" for="ch" forName="parTx2" refType="w" fact="0.3595"/>
                  <dgm:constr type="h" for="ch" forName="parTx2" refType="h" fact="0.1222"/>
                  <dgm:constr type="ctrX" for="ch" forName="picture2" refType="w" fact="0.4857"/>
                  <dgm:constr type="ctrY" for="ch" forName="picture2" refType="h" fact="0.7447"/>
                  <dgm:constr type="w" for="ch" forName="picture2" refType="w" fact="0.1667"/>
                  <dgm:constr type="h" for="ch" forName="picture2" refType="h" fact="0.2113"/>
                  <dgm:constr type="l" for="ch" forName="parTx3" refType="w" fact="0.6394"/>
                  <dgm:constr type="t" for="ch" forName="parTx3" refType="h" fact="0.5263"/>
                  <dgm:constr type="w" for="ch" forName="parTx3" refType="w" fact="0.3595"/>
                  <dgm:constr type="h" for="ch" forName="parTx3" refType="h" fact="0.1222"/>
                  <dgm:constr type="ctrX" for="ch" forName="picture3" refType="w" fact="0.6231"/>
                  <dgm:constr type="ctrY" for="ch" forName="picture3" refType="h" fact="0.5121"/>
                  <dgm:constr type="w" for="ch" forName="picture3" refType="w" fact="0.1667"/>
                  <dgm:constr type="h" for="ch" forName="picture3" refType="h" fact="0.2113"/>
                  <dgm:constr type="l" for="ch" forName="parTx4" refType="w" fact="0.6997"/>
                  <dgm:constr type="t" for="ch" forName="parTx4" refType="h" fact="0.2492"/>
                  <dgm:constr type="w" for="ch" forName="parTx4" refType="w" fact="0.3595"/>
                  <dgm:constr type="h" for="ch" forName="parTx4" refType="h" fact="0.1222"/>
                  <dgm:constr type="ctrX" for="ch" forName="picture4" refType="w" fact="0.6834"/>
                  <dgm:constr type="ctrY" for="ch" forName="picture4" refType="h" fact="0.235"/>
                  <dgm:constr type="w" for="ch" forName="picture4" refType="w" fact="0.1667"/>
                  <dgm:constr type="h" for="ch" forName="picture4" refType="h" fact="0.2113"/>
                </dgm:constrLst>
              </dgm:else>
            </dgm:choose>
          </dgm:if>
          <dgm:else name="Name38">
            <dgm:choose name="Name39">
              <dgm:if name="Name40" axis="des" func="maxDepth" op="gt" val="1">
                <dgm:alg type="composite">
                  <dgm:param type="ar" val="1.5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userD" refType="w" fact="0.0136"/>
                  <dgm:constr type="ctrX" for="ch" forName="dot1" refType="w" fact="0.6747"/>
                  <dgm:constr type="ctrY" for="ch" forName="dot1" refType="h" fact="0.8215"/>
                  <dgm:constr type="w" for="ch" forName="dot1" refType="userD"/>
                  <dgm:constr type="h" for="ch" forName="dot1" refType="userD"/>
                  <dgm:constr type="ctrX" for="ch" forName="dot2" refType="w" fact="0.7051"/>
                  <dgm:constr type="ctrY" for="ch" forName="dot2" refType="h" fact="0.843"/>
                  <dgm:constr type="w" for="ch" forName="dot2" refType="userD"/>
                  <dgm:constr type="h" for="ch" forName="dot2" refType="userD"/>
                  <dgm:constr type="ctrX" for="ch" forName="dot3" refType="w" fact="0.7365"/>
                  <dgm:constr type="ctrY" for="ch" forName="dot3" refType="h" fact="0.8607"/>
                  <dgm:constr type="w" for="ch" forName="dot3" refType="userD"/>
                  <dgm:constr type="h" for="ch" forName="dot3" refType="userD"/>
                  <dgm:constr type="ctrX" for="ch" forName="dot4" refType="w" fact="0.7687"/>
                  <dgm:constr type="ctrY" for="ch" forName="dot4" refType="h" fact="0.8745"/>
                  <dgm:constr type="w" for="ch" forName="dot4" refType="userD"/>
                  <dgm:constr type="h" for="ch" forName="dot4" refType="userD"/>
                  <dgm:constr type="ctrX" for="ch" forName="dot5" refType="w" fact="0.5325"/>
                  <dgm:constr type="ctrY" for="ch" forName="dot5" refType="h" fact="0.6419"/>
                  <dgm:constr type="w" for="ch" forName="dot5" refType="userD"/>
                  <dgm:constr type="h" for="ch" forName="dot5" refType="userD"/>
                  <dgm:constr type="ctrX" for="ch" forName="dot6" refType="w" fact="0.4514"/>
                  <dgm:constr type="ctrY" for="ch" forName="dot6" refType="h" fact="0.3784"/>
                  <dgm:constr type="w" for="ch" forName="dot6" refType="userD"/>
                  <dgm:constr type="h" for="ch" forName="dot6" refType="userD"/>
                  <dgm:constr type="ctrX" for="ch" forName="dotArrow1" refType="w" fact="0.4733"/>
                  <dgm:constr type="ctrY" for="ch" forName="dotArrow1" refType="h" fact="0.0496"/>
                  <dgm:constr type="w" for="ch" forName="dotArrow1" refType="userD"/>
                  <dgm:constr type="h" for="ch" forName="dotArrow1" refType="userD"/>
                  <dgm:constr type="ctrX" for="ch" forName="dotArrow2" refType="w" fact="0.4538"/>
                  <dgm:constr type="ctrY" for="ch" forName="dotArrow2" refType="h" fact="0.0282"/>
                  <dgm:constr type="w" for="ch" forName="dotArrow2" refType="userD"/>
                  <dgm:constr type="h" for="ch" forName="dotArrow2" refType="userD"/>
                  <dgm:constr type="ctrX" for="ch" forName="dotArrow3" refType="w" fact="0.4343"/>
                  <dgm:constr type="ctrY" for="ch" forName="dotArrow3" refType="h" fact="0.0068"/>
                  <dgm:constr type="w" for="ch" forName="dotArrow3" refType="userD"/>
                  <dgm:constr type="h" for="ch" forName="dotArrow3" refType="userD"/>
                  <dgm:constr type="ctrX" for="ch" forName="dotArrow4" refType="w" fact="0.4149"/>
                  <dgm:constr type="ctrY" for="ch" forName="dotArrow4" refType="h" fact="0.0282"/>
                  <dgm:constr type="w" for="ch" forName="dotArrow4" refType="userD"/>
                  <dgm:constr type="h" for="ch" forName="dotArrow4" refType="userD"/>
                  <dgm:constr type="ctrX" for="ch" forName="dotArrow5" refType="w" fact="0.3954"/>
                  <dgm:constr type="ctrY" for="ch" forName="dotArrow5" refType="h" fact="0.0496"/>
                  <dgm:constr type="w" for="ch" forName="dotArrow5" refType="userD"/>
                  <dgm:constr type="h" for="ch" forName="dotArrow5" refType="userD"/>
                  <dgm:constr type="ctrX" for="ch" forName="dotArrow6" refType="w" fact="0.4343"/>
                  <dgm:constr type="ctrY" for="ch" forName="dotArrow6" refType="h" fact="0.052"/>
                  <dgm:constr type="w" for="ch" forName="dotArrow6" refType="userD"/>
                  <dgm:constr type="h" for="ch" forName="dotArrow6" refType="userD"/>
                  <dgm:constr type="ctrX" for="ch" forName="dotArrow7" refType="w" fact="0.4343"/>
                  <dgm:constr type="ctrY" for="ch" forName="dotArrow7" refType="h" fact="0.0972"/>
                  <dgm:constr type="w" for="ch" forName="dotArrow7" refType="userD"/>
                  <dgm:constr type="h" for="ch" forName="dotArrow7" refType="userD"/>
                  <dgm:constr type="r" for="ch" forName="parTx1" refType="w" fact="0.8534"/>
                  <dgm:constr type="t" for="ch" forName="parTx1" refType="h" fact="0.9095"/>
                  <dgm:constr type="w" for="ch" forName="parTx1" refType="w" fact="0.294"/>
                  <dgm:constr type="h" for="ch" forName="parTx1" refType="h" fact="0.1222"/>
                  <dgm:constr type="ctrX" for="ch" forName="picture1" refType="w" fact="0.8667"/>
                  <dgm:constr type="ctrY" for="ch" forName="picture1" refType="h" fact="0.8922"/>
                  <dgm:constr type="w" for="ch" forName="picture1" refType="w" fact="0.1363"/>
                  <dgm:constr type="h" for="ch" forName="picture1" refType="h" fact="0.2113"/>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5895"/>
                  <dgm:constr type="t" for="ch" forName="parTx2" refType="h" fact="0.762"/>
                  <dgm:constr type="w" for="ch" forName="parTx2" refType="w" fact="0.294"/>
                  <dgm:constr type="h" for="ch" forName="parTx2" refType="h" fact="0.1222"/>
                  <dgm:constr type="ctrX" for="ch" forName="picture2" refType="w" fact="0.6028"/>
                  <dgm:constr type="ctrY" for="ch" forName="picture2" refType="h" fact="0.7447"/>
                  <dgm:constr type="w" for="ch" forName="picture2" refType="w" fact="0.1363"/>
                  <dgm:constr type="h" for="ch" forName="picture2" refType="h" fact="0.2113"/>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4771"/>
                  <dgm:constr type="t" for="ch" forName="parTx3" refType="h" fact="0.5294"/>
                  <dgm:constr type="w" for="ch" forName="parTx3" refType="w" fact="0.294"/>
                  <dgm:constr type="h" for="ch" forName="parTx3" refType="h" fact="0.1222"/>
                  <dgm:constr type="ctrX" for="ch" forName="picture3" refType="w" fact="0.4905"/>
                  <dgm:constr type="ctrY" for="ch" forName="picture3" refType="h" fact="0.5121"/>
                  <dgm:constr type="w" for="ch" forName="picture3" refType="w" fact="0.1363"/>
                  <dgm:constr type="h" for="ch" forName="picture3" refType="h" fact="0.2113"/>
                  <dgm:constr type="r" for="ch" forName="desTx3" refType="l" refFor="ch" refForName="parTx3"/>
                  <dgm:constr type="l" for="ch" forName="desTx3"/>
                  <dgm:constr type="t" for="ch" forName="desTx3" refType="t" refFor="ch" refForName="parTx3"/>
                  <dgm:constr type="h" for="ch" forName="desTx3" refType="h" refFor="ch" refForName="parTx3"/>
                  <dgm:constr type="r" for="ch" forName="parTx4" refType="w" fact="0.4278"/>
                  <dgm:constr type="t" for="ch" forName="parTx4" refType="h" fact="0.2523"/>
                  <dgm:constr type="w" for="ch" forName="parTx4" refType="w" fact="0.294"/>
                  <dgm:constr type="h" for="ch" forName="parTx4" refType="h" fact="0.1222"/>
                  <dgm:constr type="ctrX" for="ch" forName="picture4" refType="w" fact="0.4412"/>
                  <dgm:constr type="ctrY" for="ch" forName="picture4" refType="h" fact="0.235"/>
                  <dgm:constr type="w" for="ch" forName="picture4" refType="w" fact="0.1363"/>
                  <dgm:constr type="h" for="ch" forName="picture4" refType="h" fact="0.2113"/>
                  <dgm:constr type="r" for="ch" forName="desTx4" refType="l" refFor="ch" refForName="parTx4"/>
                  <dgm:constr type="l" for="ch" forName="desTx4"/>
                  <dgm:constr type="t" for="ch" forName="desTx4" refType="t" refFor="ch" refForName="parTx4"/>
                  <dgm:constr type="h" for="ch" forName="desTx4" refType="h" refFor="ch" refForName="parTx4"/>
                </dgm:constrLst>
              </dgm:if>
              <dgm:else name="Name41">
                <dgm:alg type="composite">
                  <dgm:param type="ar" val="1.267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userD" refType="w" fact="0.0167"/>
                  <dgm:constr type="ctrX" for="ch" forName="dot1" refType="w" fact="0.6022"/>
                  <dgm:constr type="ctrY" for="ch" forName="dot1" refType="h" fact="0.8215"/>
                  <dgm:constr type="w" for="ch" forName="dot1" refType="userD"/>
                  <dgm:constr type="h" for="ch" forName="dot1" refType="userD"/>
                  <dgm:constr type="ctrX" for="ch" forName="dot2" refType="w" fact="0.6394"/>
                  <dgm:constr type="ctrY" for="ch" forName="dot2" refType="h" fact="0.843"/>
                  <dgm:constr type="w" for="ch" forName="dot2" refType="userD"/>
                  <dgm:constr type="h" for="ch" forName="dot2" refType="userD"/>
                  <dgm:constr type="ctrX" for="ch" forName="dot3" refType="w" fact="0.6777"/>
                  <dgm:constr type="ctrY" for="ch" forName="dot3" refType="h" fact="0.8607"/>
                  <dgm:constr type="w" for="ch" forName="dot3" refType="userD"/>
                  <dgm:constr type="h" for="ch" forName="dot3" refType="userD"/>
                  <dgm:constr type="ctrX" for="ch" forName="dot4" refType="w" fact="0.7171"/>
                  <dgm:constr type="ctrY" for="ch" forName="dot4" refType="h" fact="0.8745"/>
                  <dgm:constr type="w" for="ch" forName="dot4" refType="userD"/>
                  <dgm:constr type="h" for="ch" forName="dot4" refType="userD"/>
                  <dgm:constr type="ctrX" for="ch" forName="dot5" refType="w" fact="0.4283"/>
                  <dgm:constr type="ctrY" for="ch" forName="dot5" refType="h" fact="0.6419"/>
                  <dgm:constr type="w" for="ch" forName="dot5" refType="userD"/>
                  <dgm:constr type="h" for="ch" forName="dot5" refType="userD"/>
                  <dgm:constr type="ctrX" for="ch" forName="dot6" refType="w" fact="0.3291"/>
                  <dgm:constr type="ctrY" for="ch" forName="dot6" refType="h" fact="0.3784"/>
                  <dgm:constr type="w" for="ch" forName="dot6" refType="userD"/>
                  <dgm:constr type="h" for="ch" forName="dot6" refType="userD"/>
                  <dgm:constr type="ctrX" for="ch" forName="dotArrow1" refType="w" fact="0.3559"/>
                  <dgm:constr type="ctrY" for="ch" forName="dotArrow1" refType="h" fact="0.0496"/>
                  <dgm:constr type="w" for="ch" forName="dotArrow1" refType="userD"/>
                  <dgm:constr type="h" for="ch" forName="dotArrow1" refType="userD"/>
                  <dgm:constr type="ctrX" for="ch" forName="dotArrow2" refType="w" fact="0.3321"/>
                  <dgm:constr type="ctrY" for="ch" forName="dotArrow2" refType="h" fact="0.0282"/>
                  <dgm:constr type="w" for="ch" forName="dotArrow2" refType="userD"/>
                  <dgm:constr type="h" for="ch" forName="dotArrow2" refType="userD"/>
                  <dgm:constr type="ctrX" for="ch" forName="dotArrow3" refType="w" fact="0.3083"/>
                  <dgm:constr type="ctrY" for="ch" forName="dotArrow3" refType="h" fact="0.0068"/>
                  <dgm:constr type="w" for="ch" forName="dotArrow3" refType="userD"/>
                  <dgm:constr type="h" for="ch" forName="dotArrow3" refType="userD"/>
                  <dgm:constr type="ctrX" for="ch" forName="dotArrow4" refType="w" fact="0.2845"/>
                  <dgm:constr type="ctrY" for="ch" forName="dotArrow4" refType="h" fact="0.0282"/>
                  <dgm:constr type="w" for="ch" forName="dotArrow4" refType="userD"/>
                  <dgm:constr type="h" for="ch" forName="dotArrow4" refType="userD"/>
                  <dgm:constr type="ctrX" for="ch" forName="dotArrow5" refType="w" fact="0.2606"/>
                  <dgm:constr type="ctrY" for="ch" forName="dotArrow5" refType="h" fact="0.0496"/>
                  <dgm:constr type="w" for="ch" forName="dotArrow5" refType="userD"/>
                  <dgm:constr type="h" for="ch" forName="dotArrow5" refType="userD"/>
                  <dgm:constr type="ctrX" for="ch" forName="dotArrow6" refType="w" fact="0.3083"/>
                  <dgm:constr type="ctrY" for="ch" forName="dotArrow6" refType="h" fact="0.052"/>
                  <dgm:constr type="w" for="ch" forName="dotArrow6" refType="userD"/>
                  <dgm:constr type="h" for="ch" forName="dotArrow6" refType="userD"/>
                  <dgm:constr type="ctrX" for="ch" forName="dotArrow7" refType="w" fact="0.3083"/>
                  <dgm:constr type="ctrY" for="ch" forName="dotArrow7" refType="h" fact="0.0972"/>
                  <dgm:constr type="w" for="ch" forName="dotArrow7" refType="userD"/>
                  <dgm:constr type="h" for="ch" forName="dotArrow7" refType="userD"/>
                  <dgm:constr type="r" for="ch" forName="parTx1" refType="w" fact="0.8207"/>
                  <dgm:constr type="t" for="ch" forName="parTx1" refType="h" fact="0.9064"/>
                  <dgm:constr type="w" for="ch" forName="parTx1" refType="w" fact="0.3595"/>
                  <dgm:constr type="h" for="ch" forName="parTx1" refType="h" fact="0.1222"/>
                  <dgm:constr type="ctrX" for="ch" forName="picture1" refType="w" fact="0.837"/>
                  <dgm:constr type="ctrY" for="ch" forName="picture1" refType="h" fact="0.8922"/>
                  <dgm:constr type="w" for="ch" forName="picture1" refType="w" fact="0.1667"/>
                  <dgm:constr type="h" for="ch" forName="picture1" refType="h" fact="0.2113"/>
                  <dgm:constr type="r" for="ch" forName="parTx2" refType="w" fact="0.498"/>
                  <dgm:constr type="t" for="ch" forName="parTx2" refType="h" fact="0.7589"/>
                  <dgm:constr type="w" for="ch" forName="parTx2" refType="w" fact="0.3595"/>
                  <dgm:constr type="h" for="ch" forName="parTx2" refType="h" fact="0.1222"/>
                  <dgm:constr type="ctrX" for="ch" forName="picture2" refType="w" fact="0.5143"/>
                  <dgm:constr type="ctrY" for="ch" forName="picture2" refType="h" fact="0.7447"/>
                  <dgm:constr type="w" for="ch" forName="picture2" refType="w" fact="0.1667"/>
                  <dgm:constr type="h" for="ch" forName="picture2" refType="h" fact="0.2113"/>
                  <dgm:constr type="r" for="ch" forName="parTx3" refType="w" fact="0.3606"/>
                  <dgm:constr type="t" for="ch" forName="parTx3" refType="h" fact="0.5263"/>
                  <dgm:constr type="w" for="ch" forName="parTx3" refType="w" fact="0.3595"/>
                  <dgm:constr type="h" for="ch" forName="parTx3" refType="h" fact="0.1222"/>
                  <dgm:constr type="ctrX" for="ch" forName="picture3" refType="w" fact="0.3769"/>
                  <dgm:constr type="ctrY" for="ch" forName="picture3" refType="h" fact="0.5121"/>
                  <dgm:constr type="w" for="ch" forName="picture3" refType="w" fact="0.1667"/>
                  <dgm:constr type="h" for="ch" forName="picture3" refType="h" fact="0.2113"/>
                  <dgm:constr type="r" for="ch" forName="parTx4" refType="w" fact="0.3003"/>
                  <dgm:constr type="t" for="ch" forName="parTx4" refType="h" fact="0.2492"/>
                  <dgm:constr type="w" for="ch" forName="parTx4" refType="w" fact="0.3595"/>
                  <dgm:constr type="h" for="ch" forName="parTx4" refType="h" fact="0.1222"/>
                  <dgm:constr type="ctrX" for="ch" forName="picture4" refType="w" fact="0.3166"/>
                  <dgm:constr type="ctrY" for="ch" forName="picture4" refType="h" fact="0.235"/>
                  <dgm:constr type="w" for="ch" forName="picture4" refType="w" fact="0.1667"/>
                  <dgm:constr type="h" for="ch" forName="picture4" refType="h" fact="0.2113"/>
                </dgm:constrLst>
              </dgm:else>
            </dgm:choose>
          </dgm:else>
        </dgm:choose>
      </dgm:if>
      <dgm:if name="Name42" axis="ch" ptType="node" func="cnt" op="equ" val="5">
        <dgm:choose name="Name43">
          <dgm:if name="Name44" func="var" arg="dir" op="equ" val="norm">
            <dgm:choose name="Name45">
              <dgm:if name="Name46" axis="des" func="maxDepth" op="gt" val="1">
                <dgm:alg type="composite">
                  <dgm:param type="ar" val="1.41"/>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userD" refType="w" fact="0.0118"/>
                  <dgm:constr type="ctrX" for="ch" forName="dot1" refType="w" fact="0.3263"/>
                  <dgm:constr type="ctrY" for="ch" forName="dot1" refType="h" fact="0.8674"/>
                  <dgm:constr type="w" for="ch" forName="dot1" refType="userD"/>
                  <dgm:constr type="h" for="ch" forName="dot1" refType="userD"/>
                  <dgm:constr type="ctrX" for="ch" forName="dot2" refType="w" fact="0.3001"/>
                  <dgm:constr type="ctrY" for="ch" forName="dot2" refType="h" fact="0.8824"/>
                  <dgm:constr type="w" for="ch" forName="dot2" refType="userD"/>
                  <dgm:constr type="h" for="ch" forName="dot2" refType="userD"/>
                  <dgm:constr type="ctrX" for="ch" forName="dot3" refType="w" fact="0.2733"/>
                  <dgm:constr type="ctrY" for="ch" forName="dot3" refType="h" fact="0.8948"/>
                  <dgm:constr type="w" for="ch" forName="dot3" refType="userD"/>
                  <dgm:constr type="h" for="ch" forName="dot3" refType="userD"/>
                  <dgm:constr type="ctrX" for="ch" forName="dot4" refType="w" fact="0.2462"/>
                  <dgm:constr type="ctrY" for="ch" forName="dot4" refType="h" fact="0.9044"/>
                  <dgm:constr type="w" for="ch" forName="dot4" refType="userD"/>
                  <dgm:constr type="h" for="ch" forName="dot4" refType="userD"/>
                  <dgm:constr type="ctrX" for="ch" forName="dot5" refType="w" fact="0.4691"/>
                  <dgm:constr type="ctrY" for="ch" forName="dot5" refType="h" fact="0.7222"/>
                  <dgm:constr type="w" for="ch" forName="dot5" refType="userD"/>
                  <dgm:constr type="h" for="ch" forName="dot5" refType="userD"/>
                  <dgm:constr type="ctrX" for="ch" forName="dot6" refType="w" fact="0.4484"/>
                  <dgm:constr type="ctrY" for="ch" forName="dot6" refType="h" fact="0.7518"/>
                  <dgm:constr type="w" for="ch" forName="dot6" refType="userD"/>
                  <dgm:constr type="h" for="ch" forName="dot6" refType="userD"/>
                  <dgm:constr type="ctrX" for="ch" forName="dot7" refType="w" fact="0.5549"/>
                  <dgm:constr type="ctrY" for="ch" forName="dot7" refType="h" fact="0.5422"/>
                  <dgm:constr type="w" for="ch" forName="dot7" refType="userD"/>
                  <dgm:constr type="h" for="ch" forName="dot7" refType="userD"/>
                  <dgm:constr type="ctrX" for="ch" forName="dot8" refType="w" fact="0.601"/>
                  <dgm:constr type="ctrY" for="ch" forName="dot8" refType="h" fact="0.3229"/>
                  <dgm:constr type="w" for="ch" forName="dot8" refType="userD"/>
                  <dgm:constr type="h" for="ch" forName="dot8" refType="userD"/>
                  <dgm:constr type="ctrX" for="ch" forName="dotArrow1" refType="w" fact="0.5779"/>
                  <dgm:constr type="ctrY" for="ch" forName="dotArrow1" refType="h" fact="0.0635"/>
                  <dgm:constr type="w" for="ch" forName="dotArrow1" refType="userD"/>
                  <dgm:constr type="h" for="ch" forName="dotArrow1" refType="userD"/>
                  <dgm:constr type="ctrX" for="ch" forName="dotArrow2" refType="w" fact="0.5951"/>
                  <dgm:constr type="ctrY" for="ch" forName="dotArrow2" refType="h" fact="0.0448"/>
                  <dgm:constr type="w" for="ch" forName="dotArrow2" refType="userD"/>
                  <dgm:constr type="h" for="ch" forName="dotArrow2" refType="userD"/>
                  <dgm:constr type="ctrX" for="ch" forName="dotArrow3" refType="w" fact="0.6123"/>
                  <dgm:constr type="ctrY" for="ch" forName="dotArrow3" refType="h" fact="0.026"/>
                  <dgm:constr type="w" for="ch" forName="dotArrow3" refType="userD"/>
                  <dgm:constr type="h" for="ch" forName="dotArrow3" refType="userD"/>
                  <dgm:constr type="ctrX" for="ch" forName="dotArrow4" refType="w" fact="0.6295"/>
                  <dgm:constr type="ctrY" for="ch" forName="dotArrow4" refType="h" fact="0.0448"/>
                  <dgm:constr type="w" for="ch" forName="dotArrow4" refType="userD"/>
                  <dgm:constr type="h" for="ch" forName="dotArrow4" refType="userD"/>
                  <dgm:constr type="ctrX" for="ch" forName="dotArrow5" refType="w" fact="0.6467"/>
                  <dgm:constr type="ctrY" for="ch" forName="dotArrow5" refType="h" fact="0.0635"/>
                  <dgm:constr type="w" for="ch" forName="dotArrow5" refType="userD"/>
                  <dgm:constr type="h" for="ch" forName="dotArrow5" refType="userD"/>
                  <dgm:constr type="ctrX" for="ch" forName="dotArrow6" refType="w" fact="0.6123"/>
                  <dgm:constr type="ctrY" for="ch" forName="dotArrow6" refType="h" fact="0.0656"/>
                  <dgm:constr type="w" for="ch" forName="dotArrow6" refType="userD"/>
                  <dgm:constr type="h" for="ch" forName="dotArrow6" refType="userD"/>
                  <dgm:constr type="ctrX" for="ch" forName="dotArrow7" refType="w" fact="0.6123"/>
                  <dgm:constr type="ctrY" for="ch" forName="dotArrow7" refType="h" fact="0.1052"/>
                  <dgm:constr type="w" for="ch" forName="dotArrow7" refType="userD"/>
                  <dgm:constr type="h" for="ch" forName="dotArrow7" refType="userD"/>
                  <dgm:constr type="l" for="ch" forName="parTx1" refType="w" fact="0.1746"/>
                  <dgm:constr type="t" for="ch" forName="parTx1" refType="h" fact="0.9304"/>
                  <dgm:constr type="w" for="ch" forName="parTx1" refType="w" fact="0.2544"/>
                  <dgm:constr type="h" for="ch" forName="parTx1" refType="h" fact="0.0962"/>
                  <dgm:constr type="ctrX" for="ch" forName="picture1" refType="w" fact="0.1631"/>
                  <dgm:constr type="ctrY" for="ch" forName="picture1" refType="h" fact="0.9169"/>
                  <dgm:constr type="w" for="ch" forName="picture1" refType="w" fact="0.118"/>
                  <dgm:constr type="h" for="ch" forName="picture1" refType="h" fact="0.1663"/>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3982"/>
                  <dgm:constr type="t" for="ch" forName="parTx2" refType="h" fact="0.8167"/>
                  <dgm:constr type="w" for="ch" forName="parTx2" refType="w" fact="0.2544"/>
                  <dgm:constr type="h" for="ch" forName="parTx2" refType="h" fact="0.0962"/>
                  <dgm:constr type="ctrX" for="ch" forName="picture2" refType="w" fact="0.3866"/>
                  <dgm:constr type="ctrY" for="ch" forName="picture2" refType="h" fact="0.8032"/>
                  <dgm:constr type="w" for="ch" forName="picture2" refType="w" fact="0.118"/>
                  <dgm:constr type="h" for="ch" forName="picture2" refType="h" fact="0.1663"/>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5194"/>
                  <dgm:constr type="t" for="ch" forName="parTx3" refType="h" fact="0.6524"/>
                  <dgm:constr type="w" for="ch" forName="parTx3" refType="w" fact="0.2544"/>
                  <dgm:constr type="h" for="ch" forName="parTx3" refType="h" fact="0.0962"/>
                  <dgm:constr type="ctrX" for="ch" forName="picture3" refType="w" fact="0.5078"/>
                  <dgm:constr type="ctrY" for="ch" forName="picture3" refType="h" fact="0.6389"/>
                  <dgm:constr type="w" for="ch" forName="picture3" refType="w" fact="0.118"/>
                  <dgm:constr type="h" for="ch" forName="picture3" refType="h" fact="0.1663"/>
                  <dgm:constr type="l" for="ch" forName="desTx3" refType="r" refFor="ch" refForName="parTx3"/>
                  <dgm:constr type="r" for="ch" forName="desTx3" refType="w"/>
                  <dgm:constr type="t" for="ch" forName="desTx3" refType="t" refFor="ch" refForName="parTx3"/>
                  <dgm:constr type="h" for="ch" forName="desTx3" refType="h" refFor="ch" refForName="parTx3"/>
                  <dgm:constr type="l" for="ch" forName="parTx4" refType="w" fact="0.5827"/>
                  <dgm:constr type="t" for="ch" forName="parTx4" refType="h" fact="0.4412"/>
                  <dgm:constr type="w" for="ch" forName="parTx4" refType="w" fact="0.2544"/>
                  <dgm:constr type="h" for="ch" forName="parTx4" refType="h" fact="0.0962"/>
                  <dgm:constr type="ctrX" for="ch" forName="picture4" refType="w" fact="0.5712"/>
                  <dgm:constr type="ctrY" for="ch" forName="picture4" refType="h" fact="0.4277"/>
                  <dgm:constr type="w" for="ch" forName="picture4" refType="w" fact="0.118"/>
                  <dgm:constr type="h" for="ch" forName="picture4" refType="h" fact="0.1663"/>
                  <dgm:constr type="l" for="ch" forName="desTx4" refType="r" refFor="ch" refForName="parTx4"/>
                  <dgm:constr type="r" for="ch" forName="desTx4" refType="w"/>
                  <dgm:constr type="t" for="ch" forName="desTx4" refType="t" refFor="ch" refForName="parTx4"/>
                  <dgm:constr type="h" for="ch" forName="desTx4" refType="h" refFor="ch" refForName="parTx4"/>
                  <dgm:constr type="l" for="ch" forName="parTx5" refType="w" fact="0.618"/>
                  <dgm:constr type="t" for="ch" forName="parTx5" refType="h" fact="0.2262"/>
                  <dgm:constr type="w" for="ch" forName="parTx5" refType="w" fact="0.2544"/>
                  <dgm:constr type="h" for="ch" forName="parTx5" refType="h" fact="0.0962"/>
                  <dgm:constr type="ctrX" for="ch" forName="picture5" refType="w" fact="0.6064"/>
                  <dgm:constr type="ctrY" for="ch" forName="picture5" refType="h" fact="0.2127"/>
                  <dgm:constr type="w" for="ch" forName="picture5" refType="w" fact="0.118"/>
                  <dgm:constr type="h" for="ch" forName="picture5" refType="h" fact="0.1663"/>
                  <dgm:constr type="l" for="ch" forName="desTx5" refType="r" refFor="ch" refForName="parTx5"/>
                  <dgm:constr type="r" for="ch" forName="desTx5" refType="w"/>
                  <dgm:constr type="t" for="ch" forName="desTx5" refType="t" refFor="ch" refForName="parTx5"/>
                  <dgm:constr type="h" for="ch" forName="desTx5" refType="h" refFor="ch" refForName="parTx5"/>
                </dgm:constrLst>
              </dgm:if>
              <dgm:else name="Name47">
                <dgm:alg type="composite">
                  <dgm:param type="ar" val="1.164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userD" refType="w" fact="0.0143"/>
                  <dgm:constr type="ctrX" for="ch" forName="dot1" refType="w" fact="0.3951"/>
                  <dgm:constr type="ctrY" for="ch" forName="dot1" refType="h" fact="0.8674"/>
                  <dgm:constr type="w" for="ch" forName="dot1" refType="userD"/>
                  <dgm:constr type="h" for="ch" forName="dot1" refType="userD"/>
                  <dgm:constr type="ctrX" for="ch" forName="dot2" refType="w" fact="0.3634"/>
                  <dgm:constr type="ctrY" for="ch" forName="dot2" refType="h" fact="0.8824"/>
                  <dgm:constr type="w" for="ch" forName="dot2" refType="userD"/>
                  <dgm:constr type="h" for="ch" forName="dot2" refType="userD"/>
                  <dgm:constr type="ctrX" for="ch" forName="dot3" refType="w" fact="0.331"/>
                  <dgm:constr type="ctrY" for="ch" forName="dot3" refType="h" fact="0.8948"/>
                  <dgm:constr type="w" for="ch" forName="dot3" refType="userD"/>
                  <dgm:constr type="h" for="ch" forName="dot3" refType="userD"/>
                  <dgm:constr type="ctrX" for="ch" forName="dot4" refType="w" fact="0.2981"/>
                  <dgm:constr type="ctrY" for="ch" forName="dot4" refType="h" fact="0.9044"/>
                  <dgm:constr type="w" for="ch" forName="dot4" refType="userD"/>
                  <dgm:constr type="h" for="ch" forName="dot4" refType="userD"/>
                  <dgm:constr type="ctrX" for="ch" forName="dot5" refType="w" fact="0.5681"/>
                  <dgm:constr type="ctrY" for="ch" forName="dot5" refType="h" fact="0.7222"/>
                  <dgm:constr type="w" for="ch" forName="dot5" refType="userD"/>
                  <dgm:constr type="h" for="ch" forName="dot5" refType="userD"/>
                  <dgm:constr type="ctrX" for="ch" forName="dot6" refType="w" fact="0.543"/>
                  <dgm:constr type="ctrY" for="ch" forName="dot6" refType="h" fact="0.7518"/>
                  <dgm:constr type="w" for="ch" forName="dot6" refType="userD"/>
                  <dgm:constr type="h" for="ch" forName="dot6" refType="userD"/>
                  <dgm:constr type="ctrX" for="ch" forName="dot7" refType="w" fact="0.672"/>
                  <dgm:constr type="ctrY" for="ch" forName="dot7" refType="h" fact="0.5422"/>
                  <dgm:constr type="w" for="ch" forName="dot7" refType="userD"/>
                  <dgm:constr type="h" for="ch" forName="dot7" refType="userD"/>
                  <dgm:constr type="ctrX" for="ch" forName="dot8" refType="w" fact="0.7278"/>
                  <dgm:constr type="ctrY" for="ch" forName="dot8" refType="h" fact="0.3229"/>
                  <dgm:constr type="w" for="ch" forName="dot8" refType="userD"/>
                  <dgm:constr type="h" for="ch" forName="dot8" refType="userD"/>
                  <dgm:constr type="ctrX" for="ch" forName="dotArrow1" refType="w" fact="0.6999"/>
                  <dgm:constr type="ctrY" for="ch" forName="dotArrow1" refType="h" fact="0.0635"/>
                  <dgm:constr type="w" for="ch" forName="dotArrow1" refType="userD"/>
                  <dgm:constr type="h" for="ch" forName="dotArrow1" refType="userD"/>
                  <dgm:constr type="ctrX" for="ch" forName="dotArrow2" refType="w" fact="0.7207"/>
                  <dgm:constr type="ctrY" for="ch" forName="dotArrow2" refType="h" fact="0.0448"/>
                  <dgm:constr type="w" for="ch" forName="dotArrow2" refType="userD"/>
                  <dgm:constr type="h" for="ch" forName="dotArrow2" refType="userD"/>
                  <dgm:constr type="ctrX" for="ch" forName="dotArrow3" refType="w" fact="0.7415"/>
                  <dgm:constr type="ctrY" for="ch" forName="dotArrow3" refType="h" fact="0.026"/>
                  <dgm:constr type="w" for="ch" forName="dotArrow3" refType="userD"/>
                  <dgm:constr type="h" for="ch" forName="dotArrow3" refType="userD"/>
                  <dgm:constr type="ctrX" for="ch" forName="dotArrow4" refType="w" fact="0.7624"/>
                  <dgm:constr type="ctrY" for="ch" forName="dotArrow4" refType="h" fact="0.0448"/>
                  <dgm:constr type="w" for="ch" forName="dotArrow4" refType="userD"/>
                  <dgm:constr type="h" for="ch" forName="dotArrow4" refType="userD"/>
                  <dgm:constr type="ctrX" for="ch" forName="dotArrow5" refType="w" fact="0.7832"/>
                  <dgm:constr type="ctrY" for="ch" forName="dotArrow5" refType="h" fact="0.0635"/>
                  <dgm:constr type="w" for="ch" forName="dotArrow5" refType="userD"/>
                  <dgm:constr type="h" for="ch" forName="dotArrow5" refType="userD"/>
                  <dgm:constr type="ctrX" for="ch" forName="dotArrow6" refType="w" fact="0.7415"/>
                  <dgm:constr type="ctrY" for="ch" forName="dotArrow6" refType="h" fact="0.0656"/>
                  <dgm:constr type="w" for="ch" forName="dotArrow6" refType="userD"/>
                  <dgm:constr type="h" for="ch" forName="dotArrow6" refType="userD"/>
                  <dgm:constr type="ctrX" for="ch" forName="dotArrow7" refType="w" fact="0.7415"/>
                  <dgm:constr type="ctrY" for="ch" forName="dotArrow7" refType="h" fact="0.1052"/>
                  <dgm:constr type="w" for="ch" forName="dotArrow7" refType="userD"/>
                  <dgm:constr type="h" for="ch" forName="dotArrow7" refType="userD"/>
                  <dgm:constr type="l" for="ch" forName="parTx1" refType="w" fact="0.2115"/>
                  <dgm:constr type="t" for="ch" forName="parTx1" refType="h" fact="0.928"/>
                  <dgm:constr type="w" for="ch" forName="parTx1" refType="w" fact="0.3081"/>
                  <dgm:constr type="h" for="ch" forName="parTx1" refType="h" fact="0.0962"/>
                  <dgm:constr type="ctrX" for="ch" forName="picture1" refType="w" fact="0.1975"/>
                  <dgm:constr type="ctrY" for="ch" forName="picture1" refType="h" fact="0.9169"/>
                  <dgm:constr type="w" for="ch" forName="picture1" refType="w" fact="0.1429"/>
                  <dgm:constr type="h" for="ch" forName="picture1" refType="h" fact="0.1663"/>
                  <dgm:constr type="l" for="ch" forName="parTx2" refType="w" fact="0.4822"/>
                  <dgm:constr type="t" for="ch" forName="parTx2" refType="h" fact="0.8143"/>
                  <dgm:constr type="w" for="ch" forName="parTx2" refType="w" fact="0.3081"/>
                  <dgm:constr type="h" for="ch" forName="parTx2" refType="h" fact="0.0962"/>
                  <dgm:constr type="ctrX" for="ch" forName="picture2" refType="w" fact="0.4682"/>
                  <dgm:constr type="ctrY" for="ch" forName="picture2" refType="h" fact="0.8032"/>
                  <dgm:constr type="w" for="ch" forName="picture2" refType="w" fact="0.1429"/>
                  <dgm:constr type="h" for="ch" forName="picture2" refType="h" fact="0.1663"/>
                  <dgm:constr type="l" for="ch" forName="parTx3" refType="w" fact="0.629"/>
                  <dgm:constr type="t" for="ch" forName="parTx3" refType="h" fact="0.65"/>
                  <dgm:constr type="w" for="ch" forName="parTx3" refType="w" fact="0.3081"/>
                  <dgm:constr type="h" for="ch" forName="parTx3" refType="h" fact="0.0962"/>
                  <dgm:constr type="ctrX" for="ch" forName="picture3" refType="w" fact="0.615"/>
                  <dgm:constr type="ctrY" for="ch" forName="picture3" refType="h" fact="0.6389"/>
                  <dgm:constr type="w" for="ch" forName="picture3" refType="w" fact="0.1429"/>
                  <dgm:constr type="h" for="ch" forName="picture3" refType="h" fact="0.1663"/>
                  <dgm:constr type="l" for="ch" forName="parTx4" refType="w" fact="0.7057"/>
                  <dgm:constr type="t" for="ch" forName="parTx4" refType="h" fact="0.4388"/>
                  <dgm:constr type="w" for="ch" forName="parTx4" refType="w" fact="0.3081"/>
                  <dgm:constr type="h" for="ch" forName="parTx4" refType="h" fact="0.0962"/>
                  <dgm:constr type="ctrX" for="ch" forName="picture4" refType="w" fact="0.6917"/>
                  <dgm:constr type="ctrY" for="ch" forName="picture4" refType="h" fact="0.4277"/>
                  <dgm:constr type="w" for="ch" forName="picture4" refType="w" fact="0.1429"/>
                  <dgm:constr type="h" for="ch" forName="picture4" refType="h" fact="0.1663"/>
                  <dgm:constr type="l" for="ch" forName="parTx5" refType="w" fact="0.7484"/>
                  <dgm:constr type="t" for="ch" forName="parTx5" refType="h" fact="0.2238"/>
                  <dgm:constr type="w" for="ch" forName="parTx5" refType="w" fact="0.3081"/>
                  <dgm:constr type="h" for="ch" forName="parTx5" refType="h" fact="0.0962"/>
                  <dgm:constr type="ctrX" for="ch" forName="picture5" refType="w" fact="0.7344"/>
                  <dgm:constr type="ctrY" for="ch" forName="picture5" refType="h" fact="0.2127"/>
                  <dgm:constr type="w" for="ch" forName="picture5" refType="w" fact="0.1429"/>
                  <dgm:constr type="h" for="ch" forName="picture5" refType="h" fact="0.1663"/>
                </dgm:constrLst>
              </dgm:else>
            </dgm:choose>
          </dgm:if>
          <dgm:else name="Name48">
            <dgm:choose name="Name49">
              <dgm:if name="Name50" axis="des" func="maxDepth" op="gt" val="1">
                <dgm:alg type="composite">
                  <dgm:param type="ar" val="1.41"/>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userD" refType="w" fact="0.0118"/>
                  <dgm:constr type="ctrX" for="ch" forName="dot1" refType="w" fact="0.6737"/>
                  <dgm:constr type="ctrY" for="ch" forName="dot1" refType="h" fact="0.8674"/>
                  <dgm:constr type="w" for="ch" forName="dot1" refType="userD"/>
                  <dgm:constr type="h" for="ch" forName="dot1" refType="userD"/>
                  <dgm:constr type="ctrX" for="ch" forName="dot2" refType="w" fact="0.6999"/>
                  <dgm:constr type="ctrY" for="ch" forName="dot2" refType="h" fact="0.8824"/>
                  <dgm:constr type="w" for="ch" forName="dot2" refType="userD"/>
                  <dgm:constr type="h" for="ch" forName="dot2" refType="userD"/>
                  <dgm:constr type="ctrX" for="ch" forName="dot3" refType="w" fact="0.7267"/>
                  <dgm:constr type="ctrY" for="ch" forName="dot3" refType="h" fact="0.8948"/>
                  <dgm:constr type="w" for="ch" forName="dot3" refType="userD"/>
                  <dgm:constr type="h" for="ch" forName="dot3" refType="userD"/>
                  <dgm:constr type="ctrX" for="ch" forName="dot4" refType="w" fact="0.7538"/>
                  <dgm:constr type="ctrY" for="ch" forName="dot4" refType="h" fact="0.9044"/>
                  <dgm:constr type="w" for="ch" forName="dot4" refType="userD"/>
                  <dgm:constr type="h" for="ch" forName="dot4" refType="userD"/>
                  <dgm:constr type="ctrX" for="ch" forName="dot5" refType="w" fact="0.5309"/>
                  <dgm:constr type="ctrY" for="ch" forName="dot5" refType="h" fact="0.7222"/>
                  <dgm:constr type="w" for="ch" forName="dot5" refType="userD"/>
                  <dgm:constr type="h" for="ch" forName="dot5" refType="userD"/>
                  <dgm:constr type="ctrX" for="ch" forName="dot6" refType="w" fact="0.5516"/>
                  <dgm:constr type="ctrY" for="ch" forName="dot6" refType="h" fact="0.7518"/>
                  <dgm:constr type="w" for="ch" forName="dot6" refType="userD"/>
                  <dgm:constr type="h" for="ch" forName="dot6" refType="userD"/>
                  <dgm:constr type="ctrX" for="ch" forName="dot7" refType="w" fact="0.4451"/>
                  <dgm:constr type="ctrY" for="ch" forName="dot7" refType="h" fact="0.5422"/>
                  <dgm:constr type="w" for="ch" forName="dot7" refType="userD"/>
                  <dgm:constr type="h" for="ch" forName="dot7" refType="userD"/>
                  <dgm:constr type="ctrX" for="ch" forName="dot8" refType="w" fact="0.399"/>
                  <dgm:constr type="ctrY" for="ch" forName="dot8" refType="h" fact="0.3229"/>
                  <dgm:constr type="w" for="ch" forName="dot8" refType="userD"/>
                  <dgm:constr type="h" for="ch" forName="dot8" refType="userD"/>
                  <dgm:constr type="ctrX" for="ch" forName="dotArrow1" refType="w" fact="0.4221"/>
                  <dgm:constr type="ctrY" for="ch" forName="dotArrow1" refType="h" fact="0.0635"/>
                  <dgm:constr type="w" for="ch" forName="dotArrow1" refType="userD"/>
                  <dgm:constr type="h" for="ch" forName="dotArrow1" refType="userD"/>
                  <dgm:constr type="ctrX" for="ch" forName="dotArrow2" refType="w" fact="0.4049"/>
                  <dgm:constr type="ctrY" for="ch" forName="dotArrow2" refType="h" fact="0.0448"/>
                  <dgm:constr type="w" for="ch" forName="dotArrow2" refType="userD"/>
                  <dgm:constr type="h" for="ch" forName="dotArrow2" refType="userD"/>
                  <dgm:constr type="ctrX" for="ch" forName="dotArrow3" refType="w" fact="0.3877"/>
                  <dgm:constr type="ctrY" for="ch" forName="dotArrow3" refType="h" fact="0.026"/>
                  <dgm:constr type="w" for="ch" forName="dotArrow3" refType="userD"/>
                  <dgm:constr type="h" for="ch" forName="dotArrow3" refType="userD"/>
                  <dgm:constr type="ctrX" for="ch" forName="dotArrow4" refType="w" fact="0.3705"/>
                  <dgm:constr type="ctrY" for="ch" forName="dotArrow4" refType="h" fact="0.0448"/>
                  <dgm:constr type="w" for="ch" forName="dotArrow4" refType="userD"/>
                  <dgm:constr type="h" for="ch" forName="dotArrow4" refType="userD"/>
                  <dgm:constr type="ctrX" for="ch" forName="dotArrow5" refType="w" fact="0.3533"/>
                  <dgm:constr type="ctrY" for="ch" forName="dotArrow5" refType="h" fact="0.0635"/>
                  <dgm:constr type="w" for="ch" forName="dotArrow5" refType="userD"/>
                  <dgm:constr type="h" for="ch" forName="dotArrow5" refType="userD"/>
                  <dgm:constr type="ctrX" for="ch" forName="dotArrow6" refType="w" fact="0.3877"/>
                  <dgm:constr type="ctrY" for="ch" forName="dotArrow6" refType="h" fact="0.0656"/>
                  <dgm:constr type="w" for="ch" forName="dotArrow6" refType="userD"/>
                  <dgm:constr type="h" for="ch" forName="dotArrow6" refType="userD"/>
                  <dgm:constr type="ctrX" for="ch" forName="dotArrow7" refType="w" fact="0.3877"/>
                  <dgm:constr type="ctrY" for="ch" forName="dotArrow7" refType="h" fact="0.1052"/>
                  <dgm:constr type="w" for="ch" forName="dotArrow7" refType="userD"/>
                  <dgm:constr type="h" for="ch" forName="dotArrow7" refType="userD"/>
                  <dgm:constr type="r" for="ch" forName="parTx1" refType="w" fact="0.8254"/>
                  <dgm:constr type="t" for="ch" forName="parTx1" refType="h" fact="0.9304"/>
                  <dgm:constr type="w" for="ch" forName="parTx1" refType="w" fact="0.2544"/>
                  <dgm:constr type="h" for="ch" forName="parTx1" refType="h" fact="0.0962"/>
                  <dgm:constr type="ctrX" for="ch" forName="picture1" refType="w" fact="0.8369"/>
                  <dgm:constr type="ctrY" for="ch" forName="picture1" refType="h" fact="0.9169"/>
                  <dgm:constr type="w" for="ch" forName="picture1" refType="w" fact="0.118"/>
                  <dgm:constr type="h" for="ch" forName="picture1" refType="h" fact="0.1663"/>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6018"/>
                  <dgm:constr type="t" for="ch" forName="parTx2" refType="h" fact="0.8167"/>
                  <dgm:constr type="w" for="ch" forName="parTx2" refType="w" fact="0.2544"/>
                  <dgm:constr type="h" for="ch" forName="parTx2" refType="h" fact="0.0962"/>
                  <dgm:constr type="ctrX" for="ch" forName="picture2" refType="w" fact="0.6134"/>
                  <dgm:constr type="ctrY" for="ch" forName="picture2" refType="h" fact="0.8032"/>
                  <dgm:constr type="w" for="ch" forName="picture2" refType="w" fact="0.118"/>
                  <dgm:constr type="h" for="ch" forName="picture2" refType="h" fact="0.1663"/>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4806"/>
                  <dgm:constr type="t" for="ch" forName="parTx3" refType="h" fact="0.6524"/>
                  <dgm:constr type="w" for="ch" forName="parTx3" refType="w" fact="0.2544"/>
                  <dgm:constr type="h" for="ch" forName="parTx3" refType="h" fact="0.0962"/>
                  <dgm:constr type="ctrX" for="ch" forName="picture3" refType="w" fact="0.4922"/>
                  <dgm:constr type="ctrY" for="ch" forName="picture3" refType="h" fact="0.6389"/>
                  <dgm:constr type="w" for="ch" forName="picture3" refType="w" fact="0.118"/>
                  <dgm:constr type="h" for="ch" forName="picture3" refType="h" fact="0.1663"/>
                  <dgm:constr type="r" for="ch" forName="desTx3" refType="l" refFor="ch" refForName="parTx3"/>
                  <dgm:constr type="l" for="ch" forName="desTx3"/>
                  <dgm:constr type="t" for="ch" forName="desTx3" refType="t" refFor="ch" refForName="parTx3"/>
                  <dgm:constr type="h" for="ch" forName="desTx3" refType="h" refFor="ch" refForName="parTx3"/>
                  <dgm:constr type="r" for="ch" forName="parTx4" refType="w" fact="0.4173"/>
                  <dgm:constr type="t" for="ch" forName="parTx4" refType="h" fact="0.4412"/>
                  <dgm:constr type="w" for="ch" forName="parTx4" refType="w" fact="0.2544"/>
                  <dgm:constr type="h" for="ch" forName="parTx4" refType="h" fact="0.0962"/>
                  <dgm:constr type="ctrX" for="ch" forName="picture4" refType="w" fact="0.4288"/>
                  <dgm:constr type="ctrY" for="ch" forName="picture4" refType="h" fact="0.4277"/>
                  <dgm:constr type="w" for="ch" forName="picture4" refType="w" fact="0.118"/>
                  <dgm:constr type="h" for="ch" forName="picture4" refType="h" fact="0.1663"/>
                  <dgm:constr type="r" for="ch" forName="desTx4" refType="l" refFor="ch" refForName="parTx4"/>
                  <dgm:constr type="l" for="ch" forName="desTx4"/>
                  <dgm:constr type="t" for="ch" forName="desTx4" refType="t" refFor="ch" refForName="parTx4"/>
                  <dgm:constr type="h" for="ch" forName="desTx4" refType="h" refFor="ch" refForName="parTx4"/>
                  <dgm:constr type="r" for="ch" forName="parTx5" refType="w" fact="0.382"/>
                  <dgm:constr type="t" for="ch" forName="parTx5" refType="h" fact="0.2262"/>
                  <dgm:constr type="w" for="ch" forName="parTx5" refType="w" fact="0.2544"/>
                  <dgm:constr type="h" for="ch" forName="parTx5" refType="h" fact="0.0962"/>
                  <dgm:constr type="ctrX" for="ch" forName="picture5" refType="w" fact="0.3936"/>
                  <dgm:constr type="ctrY" for="ch" forName="picture5" refType="h" fact="0.2127"/>
                  <dgm:constr type="w" for="ch" forName="picture5" refType="w" fact="0.118"/>
                  <dgm:constr type="h" for="ch" forName="picture5" refType="h" fact="0.1663"/>
                  <dgm:constr type="r" for="ch" forName="desTx5" refType="l" refFor="ch" refForName="parTx5"/>
                  <dgm:constr type="l" for="ch" forName="desTx5"/>
                  <dgm:constr type="t" for="ch" forName="desTx5" refType="t" refFor="ch" refForName="parTx5"/>
                  <dgm:constr type="h" for="ch" forName="desTx5" refType="h" refFor="ch" refForName="parTx5"/>
                </dgm:constrLst>
              </dgm:if>
              <dgm:else name="Name51">
                <dgm:alg type="composite">
                  <dgm:param type="ar" val="1.164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userD" refType="w" fact="0.0143"/>
                  <dgm:constr type="ctrX" for="ch" forName="dot1" refType="w" fact="0.6049"/>
                  <dgm:constr type="ctrY" for="ch" forName="dot1" refType="h" fact="0.8674"/>
                  <dgm:constr type="w" for="ch" forName="dot1" refType="userD"/>
                  <dgm:constr type="h" for="ch" forName="dot1" refType="userD"/>
                  <dgm:constr type="ctrX" for="ch" forName="dot2" refType="w" fact="0.6366"/>
                  <dgm:constr type="ctrY" for="ch" forName="dot2" refType="h" fact="0.8824"/>
                  <dgm:constr type="w" for="ch" forName="dot2" refType="userD"/>
                  <dgm:constr type="h" for="ch" forName="dot2" refType="userD"/>
                  <dgm:constr type="ctrX" for="ch" forName="dot3" refType="w" fact="0.669"/>
                  <dgm:constr type="ctrY" for="ch" forName="dot3" refType="h" fact="0.8948"/>
                  <dgm:constr type="w" for="ch" forName="dot3" refType="userD"/>
                  <dgm:constr type="h" for="ch" forName="dot3" refType="userD"/>
                  <dgm:constr type="ctrX" for="ch" forName="dot4" refType="w" fact="0.7019"/>
                  <dgm:constr type="ctrY" for="ch" forName="dot4" refType="h" fact="0.9044"/>
                  <dgm:constr type="w" for="ch" forName="dot4" refType="userD"/>
                  <dgm:constr type="h" for="ch" forName="dot4" refType="userD"/>
                  <dgm:constr type="ctrX" for="ch" forName="dot5" refType="w" fact="0.4319"/>
                  <dgm:constr type="ctrY" for="ch" forName="dot5" refType="h" fact="0.7222"/>
                  <dgm:constr type="w" for="ch" forName="dot5" refType="userD"/>
                  <dgm:constr type="h" for="ch" forName="dot5" refType="userD"/>
                  <dgm:constr type="ctrX" for="ch" forName="dot6" refType="w" fact="0.457"/>
                  <dgm:constr type="ctrY" for="ch" forName="dot6" refType="h" fact="0.7518"/>
                  <dgm:constr type="w" for="ch" forName="dot6" refType="userD"/>
                  <dgm:constr type="h" for="ch" forName="dot6" refType="userD"/>
                  <dgm:constr type="ctrX" for="ch" forName="dot7" refType="w" fact="0.328"/>
                  <dgm:constr type="ctrY" for="ch" forName="dot7" refType="h" fact="0.5422"/>
                  <dgm:constr type="w" for="ch" forName="dot7" refType="userD"/>
                  <dgm:constr type="h" for="ch" forName="dot7" refType="userD"/>
                  <dgm:constr type="ctrX" for="ch" forName="dot8" refType="w" fact="0.2722"/>
                  <dgm:constr type="ctrY" for="ch" forName="dot8" refType="h" fact="0.3229"/>
                  <dgm:constr type="w" for="ch" forName="dot8" refType="userD"/>
                  <dgm:constr type="h" for="ch" forName="dot8" refType="userD"/>
                  <dgm:constr type="ctrX" for="ch" forName="dotArrow1" refType="w" fact="0.3001"/>
                  <dgm:constr type="ctrY" for="ch" forName="dotArrow1" refType="h" fact="0.0635"/>
                  <dgm:constr type="w" for="ch" forName="dotArrow1" refType="userD"/>
                  <dgm:constr type="h" for="ch" forName="dotArrow1" refType="userD"/>
                  <dgm:constr type="ctrX" for="ch" forName="dotArrow2" refType="w" fact="0.2793"/>
                  <dgm:constr type="ctrY" for="ch" forName="dotArrow2" refType="h" fact="0.0448"/>
                  <dgm:constr type="w" for="ch" forName="dotArrow2" refType="userD"/>
                  <dgm:constr type="h" for="ch" forName="dotArrow2" refType="userD"/>
                  <dgm:constr type="ctrX" for="ch" forName="dotArrow3" refType="w" fact="0.2585"/>
                  <dgm:constr type="ctrY" for="ch" forName="dotArrow3" refType="h" fact="0.026"/>
                  <dgm:constr type="w" for="ch" forName="dotArrow3" refType="userD"/>
                  <dgm:constr type="h" for="ch" forName="dotArrow3" refType="userD"/>
                  <dgm:constr type="ctrX" for="ch" forName="dotArrow4" refType="w" fact="0.2376"/>
                  <dgm:constr type="ctrY" for="ch" forName="dotArrow4" refType="h" fact="0.0448"/>
                  <dgm:constr type="w" for="ch" forName="dotArrow4" refType="userD"/>
                  <dgm:constr type="h" for="ch" forName="dotArrow4" refType="userD"/>
                  <dgm:constr type="ctrX" for="ch" forName="dotArrow5" refType="w" fact="0.2168"/>
                  <dgm:constr type="ctrY" for="ch" forName="dotArrow5" refType="h" fact="0.0635"/>
                  <dgm:constr type="w" for="ch" forName="dotArrow5" refType="userD"/>
                  <dgm:constr type="h" for="ch" forName="dotArrow5" refType="userD"/>
                  <dgm:constr type="ctrX" for="ch" forName="dotArrow6" refType="w" fact="0.2585"/>
                  <dgm:constr type="ctrY" for="ch" forName="dotArrow6" refType="h" fact="0.0656"/>
                  <dgm:constr type="w" for="ch" forName="dotArrow6" refType="userD"/>
                  <dgm:constr type="h" for="ch" forName="dotArrow6" refType="userD"/>
                  <dgm:constr type="ctrX" for="ch" forName="dotArrow7" refType="w" fact="0.2585"/>
                  <dgm:constr type="ctrY" for="ch" forName="dotArrow7" refType="h" fact="0.1052"/>
                  <dgm:constr type="w" for="ch" forName="dotArrow7" refType="userD"/>
                  <dgm:constr type="h" for="ch" forName="dotArrow7" refType="userD"/>
                  <dgm:constr type="r" for="ch" forName="parTx1" refType="w" fact="0.7885"/>
                  <dgm:constr type="t" for="ch" forName="parTx1" refType="h" fact="0.928"/>
                  <dgm:constr type="w" for="ch" forName="parTx1" refType="w" fact="0.3081"/>
                  <dgm:constr type="h" for="ch" forName="parTx1" refType="h" fact="0.0962"/>
                  <dgm:constr type="ctrX" for="ch" forName="picture1" refType="w" fact="0.8025"/>
                  <dgm:constr type="ctrY" for="ch" forName="picture1" refType="h" fact="0.9169"/>
                  <dgm:constr type="w" for="ch" forName="picture1" refType="w" fact="0.1429"/>
                  <dgm:constr type="h" for="ch" forName="picture1" refType="h" fact="0.1663"/>
                  <dgm:constr type="r" for="ch" forName="parTx2" refType="w" fact="0.5178"/>
                  <dgm:constr type="t" for="ch" forName="parTx2" refType="h" fact="0.8143"/>
                  <dgm:constr type="w" for="ch" forName="parTx2" refType="w" fact="0.3081"/>
                  <dgm:constr type="h" for="ch" forName="parTx2" refType="h" fact="0.0962"/>
                  <dgm:constr type="ctrX" for="ch" forName="picture2" refType="w" fact="0.5318"/>
                  <dgm:constr type="ctrY" for="ch" forName="picture2" refType="h" fact="0.8032"/>
                  <dgm:constr type="w" for="ch" forName="picture2" refType="w" fact="0.1429"/>
                  <dgm:constr type="h" for="ch" forName="picture2" refType="h" fact="0.1663"/>
                  <dgm:constr type="r" for="ch" forName="parTx3" refType="w" fact="0.371"/>
                  <dgm:constr type="t" for="ch" forName="parTx3" refType="h" fact="0.65"/>
                  <dgm:constr type="w" for="ch" forName="parTx3" refType="w" fact="0.3081"/>
                  <dgm:constr type="h" for="ch" forName="parTx3" refType="h" fact="0.0962"/>
                  <dgm:constr type="ctrX" for="ch" forName="picture3" refType="w" fact="0.385"/>
                  <dgm:constr type="ctrY" for="ch" forName="picture3" refType="h" fact="0.6389"/>
                  <dgm:constr type="w" for="ch" forName="picture3" refType="w" fact="0.1429"/>
                  <dgm:constr type="h" for="ch" forName="picture3" refType="h" fact="0.1663"/>
                  <dgm:constr type="r" for="ch" forName="parTx4" refType="w" fact="0.2943"/>
                  <dgm:constr type="t" for="ch" forName="parTx4" refType="h" fact="0.4388"/>
                  <dgm:constr type="w" for="ch" forName="parTx4" refType="w" fact="0.3081"/>
                  <dgm:constr type="h" for="ch" forName="parTx4" refType="h" fact="0.0962"/>
                  <dgm:constr type="ctrX" for="ch" forName="picture4" refType="w" fact="0.3083"/>
                  <dgm:constr type="ctrY" for="ch" forName="picture4" refType="h" fact="0.4277"/>
                  <dgm:constr type="w" for="ch" forName="picture4" refType="w" fact="0.1429"/>
                  <dgm:constr type="h" for="ch" forName="picture4" refType="h" fact="0.1663"/>
                  <dgm:constr type="r" for="ch" forName="parTx5" refType="w" fact="0.2516"/>
                  <dgm:constr type="t" for="ch" forName="parTx5" refType="h" fact="0.2238"/>
                  <dgm:constr type="w" for="ch" forName="parTx5" refType="w" fact="0.3081"/>
                  <dgm:constr type="h" for="ch" forName="parTx5" refType="h" fact="0.0962"/>
                  <dgm:constr type="ctrX" for="ch" forName="picture5" refType="w" fact="0.2656"/>
                  <dgm:constr type="ctrY" for="ch" forName="picture5" refType="h" fact="0.2127"/>
                  <dgm:constr type="w" for="ch" forName="picture5" refType="w" fact="0.1429"/>
                  <dgm:constr type="h" for="ch" forName="picture5" refType="h" fact="0.1663"/>
                </dgm:constrLst>
              </dgm:else>
            </dgm:choose>
          </dgm:else>
        </dgm:choose>
      </dgm:if>
      <dgm:if name="Name52" axis="ch" ptType="node" func="cnt" op="equ" val="6">
        <dgm:choose name="Name53">
          <dgm:if name="Name54" func="var" arg="dir" op="equ" val="norm">
            <dgm:choose name="Name55">
              <dgm:if name="Name56" axis="des" func="maxDepth" op="gt" val="1">
                <dgm:alg type="composite">
                  <dgm:param type="ar" val="1.3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primFontSz" for="ch" forName="desTx6" refType="primFontSz" refFor="ch" refForName="desTx1" op="equ"/>
                  <dgm:constr type="userD" refType="w" fact="0.0105"/>
                  <dgm:constr type="ctrX" for="ch" forName="dot1" refType="w" fact="0.3608"/>
                  <dgm:constr type="ctrY" for="ch" forName="dot1" refType="h" fact="0.8839"/>
                  <dgm:constr type="w" for="ch" forName="dot1" refType="userD"/>
                  <dgm:constr type="h" for="ch" forName="dot1" refType="userD"/>
                  <dgm:constr type="ctrX" for="ch" forName="dot2" refType="w" fact="0.3384"/>
                  <dgm:constr type="ctrY" for="ch" forName="dot2" refType="h" fact="0.8967"/>
                  <dgm:constr type="w" for="ch" forName="dot2" refType="userD"/>
                  <dgm:constr type="h" for="ch" forName="dot2" refType="userD"/>
                  <dgm:constr type="ctrX" for="ch" forName="dot3" refType="w" fact="0.3155"/>
                  <dgm:constr type="ctrY" for="ch" forName="dot3" refType="h" fact="0.9076"/>
                  <dgm:constr type="w" for="ch" forName="dot3" refType="userD"/>
                  <dgm:constr type="h" for="ch" forName="dot3" refType="userD"/>
                  <dgm:constr type="ctrX" for="ch" forName="dot4" refType="w" fact="0.2923"/>
                  <dgm:constr type="ctrY" for="ch" forName="dot4" refType="h" fact="0.9165"/>
                  <dgm:constr type="w" for="ch" forName="dot4" refType="userD"/>
                  <dgm:constr type="h" for="ch" forName="dot4" refType="userD"/>
                  <dgm:constr type="ctrX" for="ch" forName="dot5" refType="w" fact="0.2688"/>
                  <dgm:constr type="ctrY" for="ch" forName="dot5" refType="h" fact="0.9234"/>
                  <dgm:constr type="w" for="ch" forName="dot5" refType="userD"/>
                  <dgm:constr type="h" for="ch" forName="dot5" refType="userD"/>
                  <dgm:constr type="ctrX" for="ch" forName="dot6" refType="w" fact="0.4883"/>
                  <dgm:constr type="ctrY" for="ch" forName="dot6" refType="h" fact="0.764"/>
                  <dgm:constr type="w" for="ch" forName="dot6" refType="userD"/>
                  <dgm:constr type="h" for="ch" forName="dot6" refType="userD"/>
                  <dgm:constr type="ctrX" for="ch" forName="dot7" refType="w" fact="0.4695"/>
                  <dgm:constr type="ctrY" for="ch" forName="dot7" refType="h" fact="0.7878"/>
                  <dgm:constr type="w" for="ch" forName="dot7" refType="userD"/>
                  <dgm:constr type="h" for="ch" forName="dot7" refType="userD"/>
                  <dgm:constr type="ctrX" for="ch" forName="dot8" refType="w" fact="0.5696"/>
                  <dgm:constr type="ctrY" for="ch" forName="dot8" refType="h" fact="0.6227"/>
                  <dgm:constr type="w" for="ch" forName="dot8" refType="userD"/>
                  <dgm:constr type="h" for="ch" forName="dot8" refType="userD"/>
                  <dgm:constr type="ctrX" for="ch" forName="dot9" refType="w" fact="0.6247"/>
                  <dgm:constr type="ctrY" for="ch" forName="dot9" refType="h" fact="0.4556"/>
                  <dgm:constr type="w" for="ch" forName="dot9" refType="userD"/>
                  <dgm:constr type="h" for="ch" forName="dot9" refType="userD"/>
                  <dgm:constr type="ctrX" for="ch" forName="dot10" refType="w" fact="0.6509"/>
                  <dgm:constr type="ctrY" for="ch" forName="dot10" refType="h" fact="0.2816"/>
                  <dgm:constr type="w" for="ch" forName="dot10" refType="userD"/>
                  <dgm:constr type="h" for="ch" forName="dot10" refType="userD"/>
                  <dgm:constr type="ctrX" for="ch" forName="dotArrow1" refType="w" fact="0.6281"/>
                  <dgm:constr type="ctrY" for="ch" forName="dotArrow1" refType="h" fact="0.0748"/>
                  <dgm:constr type="w" for="ch" forName="dotArrow1" refType="userD"/>
                  <dgm:constr type="h" for="ch" forName="dotArrow1" refType="userD"/>
                  <dgm:constr type="ctrX" for="ch" forName="dotArrow2" refType="w" fact="0.6437"/>
                  <dgm:constr type="ctrY" for="ch" forName="dotArrow2" refType="h" fact="0.0581"/>
                  <dgm:constr type="w" for="ch" forName="dotArrow2" refType="userD"/>
                  <dgm:constr type="h" for="ch" forName="dotArrow2" refType="userD"/>
                  <dgm:constr type="ctrX" for="ch" forName="dotArrow3" refType="w" fact="0.6593"/>
                  <dgm:constr type="ctrY" for="ch" forName="dotArrow3" refType="h" fact="0.0414"/>
                  <dgm:constr type="w" for="ch" forName="dotArrow3" refType="userD"/>
                  <dgm:constr type="h" for="ch" forName="dotArrow3" refType="userD"/>
                  <dgm:constr type="ctrX" for="ch" forName="dotArrow4" refType="w" fact="0.675"/>
                  <dgm:constr type="ctrY" for="ch" forName="dotArrow4" refType="h" fact="0.0581"/>
                  <dgm:constr type="w" for="ch" forName="dotArrow4" refType="userD"/>
                  <dgm:constr type="h" for="ch" forName="dotArrow4" refType="userD"/>
                  <dgm:constr type="ctrX" for="ch" forName="dotArrow5" refType="w" fact="0.6906"/>
                  <dgm:constr type="ctrY" for="ch" forName="dotArrow5" refType="h" fact="0.0748"/>
                  <dgm:constr type="w" for="ch" forName="dotArrow5" refType="userD"/>
                  <dgm:constr type="h" for="ch" forName="dotArrow5" refType="userD"/>
                  <dgm:constr type="ctrX" for="ch" forName="dotArrow6" refType="w" fact="0.6593"/>
                  <dgm:constr type="ctrY" for="ch" forName="dotArrow6" refType="h" fact="0.0766"/>
                  <dgm:constr type="w" for="ch" forName="dotArrow6" refType="userD"/>
                  <dgm:constr type="h" for="ch" forName="dotArrow6" refType="userD"/>
                  <dgm:constr type="ctrX" for="ch" forName="dotArrow7" refType="w" fact="0.6593"/>
                  <dgm:constr type="ctrY" for="ch" forName="dotArrow7" refType="h" fact="0.1118"/>
                  <dgm:constr type="w" for="ch" forName="dotArrow7" refType="userD"/>
                  <dgm:constr type="h" for="ch" forName="dotArrow7" refType="userD"/>
                  <dgm:constr type="l" for="ch" forName="parTx1" refType="w" fact="0.2091"/>
                  <dgm:constr type="t" for="ch" forName="parTx1" refType="h" fact="0.9433"/>
                  <dgm:constr type="w" for="ch" forName="parTx1" refType="w" fact="0.2275"/>
                  <dgm:constr type="h" for="ch" forName="parTx1" refType="h" fact="0.0811"/>
                  <dgm:constr type="ctrX" for="ch" forName="picture1" refType="w" fact="0.1988"/>
                  <dgm:constr type="ctrY" for="ch" forName="picture1" refType="h" fact="0.9322"/>
                  <dgm:constr type="w" for="ch" forName="picture1" refType="w" fact="0.1055"/>
                  <dgm:constr type="h" for="ch" forName="picture1" refType="h" fact="0.1403"/>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4273"/>
                  <dgm:constr type="t" for="ch" forName="parTx2" refType="h" fact="0.8468"/>
                  <dgm:constr type="w" for="ch" forName="parTx2" refType="w" fact="0.2275"/>
                  <dgm:constr type="h" for="ch" forName="parTx2" refType="h" fact="0.0811"/>
                  <dgm:constr type="ctrX" for="ch" forName="picture2" refType="w" fact="0.4169"/>
                  <dgm:constr type="ctrY" for="ch" forName="picture2" refType="h" fact="0.8357"/>
                  <dgm:constr type="w" for="ch" forName="picture2" refType="w" fact="0.1055"/>
                  <dgm:constr type="h" for="ch" forName="picture2" refType="h" fact="0.1403"/>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5349"/>
                  <dgm:constr type="t" for="ch" forName="parTx3" refType="h" fact="0.7023"/>
                  <dgm:constr type="w" for="ch" forName="parTx3" refType="w" fact="0.2275"/>
                  <dgm:constr type="h" for="ch" forName="parTx3" refType="h" fact="0.0811"/>
                  <dgm:constr type="ctrX" for="ch" forName="picture3" refType="w" fact="0.5245"/>
                  <dgm:constr type="ctrY" for="ch" forName="picture3" refType="h" fact="0.6912"/>
                  <dgm:constr type="w" for="ch" forName="picture3" refType="w" fact="0.1055"/>
                  <dgm:constr type="h" for="ch" forName="picture3" refType="h" fact="0.1403"/>
                  <dgm:constr type="l" for="ch" forName="desTx3" refType="r" refFor="ch" refForName="parTx3"/>
                  <dgm:constr type="r" for="ch" forName="desTx3" refType="w"/>
                  <dgm:constr type="t" for="ch" forName="desTx3" refType="t" refFor="ch" refForName="parTx3"/>
                  <dgm:constr type="h" for="ch" forName="desTx3" refType="h" refFor="ch" refForName="parTx3"/>
                  <dgm:constr type="l" for="ch" forName="parTx4" refType="w" fact="0.5998"/>
                  <dgm:constr type="t" for="ch" forName="parTx4" refType="h" fact="0.5441"/>
                  <dgm:constr type="w" for="ch" forName="parTx4" refType="w" fact="0.2275"/>
                  <dgm:constr type="h" for="ch" forName="parTx4" refType="h" fact="0.0811"/>
                  <dgm:constr type="ctrX" for="ch" forName="picture4" refType="w" fact="0.5894"/>
                  <dgm:constr type="ctrY" for="ch" forName="picture4" refType="h" fact="0.533"/>
                  <dgm:constr type="w" for="ch" forName="picture4" refType="w" fact="0.1055"/>
                  <dgm:constr type="h" for="ch" forName="picture4" refType="h" fact="0.1403"/>
                  <dgm:constr type="l" for="ch" forName="desTx4" refType="r" refFor="ch" refForName="parTx4"/>
                  <dgm:constr type="r" for="ch" forName="desTx4" refType="w"/>
                  <dgm:constr type="t" for="ch" forName="desTx4" refType="t" refFor="ch" refForName="parTx4"/>
                  <dgm:constr type="h" for="ch" forName="desTx4" refType="h" refFor="ch" refForName="parTx4"/>
                  <dgm:constr type="l" for="ch" forName="parTx5" refType="w" fact="0.6416"/>
                  <dgm:constr type="t" for="ch" forName="parTx5" refType="h" fact="0.3737"/>
                  <dgm:constr type="w" for="ch" forName="parTx5" refType="w" fact="0.2275"/>
                  <dgm:constr type="h" for="ch" forName="parTx5" refType="h" fact="0.0811"/>
                  <dgm:constr type="ctrX" for="ch" forName="picture5" refType="w" fact="0.6313"/>
                  <dgm:constr type="ctrY" for="ch" forName="picture5" refType="h" fact="0.3626"/>
                  <dgm:constr type="w" for="ch" forName="picture5" refType="w" fact="0.1055"/>
                  <dgm:constr type="h" for="ch" forName="picture5" refType="h" fact="0.1403"/>
                  <dgm:constr type="l" for="ch" forName="desTx5" refType="r" refFor="ch" refForName="parTx5"/>
                  <dgm:constr type="r" for="ch" forName="desTx5" refType="w"/>
                  <dgm:constr type="t" for="ch" forName="desTx5" refType="t" refFor="ch" refForName="parTx5"/>
                  <dgm:constr type="h" for="ch" forName="desTx5" refType="h" refFor="ch" refForName="parTx5"/>
                  <dgm:constr type="l" for="ch" forName="parTx6" refType="w" fact="0.6644"/>
                  <dgm:constr type="t" for="ch" forName="parTx6" refType="h" fact="0.2061"/>
                  <dgm:constr type="w" for="ch" forName="parTx6" refType="w" fact="0.2275"/>
                  <dgm:constr type="h" for="ch" forName="parTx6" refType="h" fact="0.0811"/>
                  <dgm:constr type="ctrX" for="ch" forName="picture6" refType="w" fact="0.6541"/>
                  <dgm:constr type="ctrY" for="ch" forName="picture6" refType="h" fact="0.195"/>
                  <dgm:constr type="w" for="ch" forName="picture6" refType="w" fact="0.1055"/>
                  <dgm:constr type="h" for="ch" forName="picture6" refType="h" fact="0.1403"/>
                  <dgm:constr type="l" for="ch" forName="desTx6" refType="r" refFor="ch" refForName="parTx6"/>
                  <dgm:constr type="r" for="ch" forName="desTx6" refType="w"/>
                  <dgm:constr type="t" for="ch" forName="desTx6" refType="t" refFor="ch" refForName="parTx6"/>
                  <dgm:constr type="h" for="ch" forName="desTx6" refType="h" refFor="ch" refForName="parTx6"/>
                </dgm:constrLst>
              </dgm:if>
              <dgm:else name="Name57">
                <dgm:alg type="composite">
                  <dgm:param type="ar" val="1.122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userD" refType="w" fact="0.0125"/>
                  <dgm:constr type="ctrX" for="ch" forName="dot1" refType="w" fact="0.4276"/>
                  <dgm:constr type="ctrY" for="ch" forName="dot1" refType="h" fact="0.8839"/>
                  <dgm:constr type="w" for="ch" forName="dot1" refType="userD"/>
                  <dgm:constr type="h" for="ch" forName="dot1" refType="userD"/>
                  <dgm:constr type="ctrX" for="ch" forName="dot2" refType="w" fact="0.401"/>
                  <dgm:constr type="ctrY" for="ch" forName="dot2" refType="h" fact="0.8967"/>
                  <dgm:constr type="w" for="ch" forName="dot2" refType="userD"/>
                  <dgm:constr type="h" for="ch" forName="dot2" refType="userD"/>
                  <dgm:constr type="ctrX" for="ch" forName="dot3" refType="w" fact="0.3739"/>
                  <dgm:constr type="ctrY" for="ch" forName="dot3" refType="h" fact="0.9076"/>
                  <dgm:constr type="w" for="ch" forName="dot3" refType="userD"/>
                  <dgm:constr type="h" for="ch" forName="dot3" refType="userD"/>
                  <dgm:constr type="ctrX" for="ch" forName="dot4" refType="w" fact="0.3464"/>
                  <dgm:constr type="ctrY" for="ch" forName="dot4" refType="h" fact="0.9165"/>
                  <dgm:constr type="w" for="ch" forName="dot4" refType="userD"/>
                  <dgm:constr type="h" for="ch" forName="dot4" refType="userD"/>
                  <dgm:constr type="ctrX" for="ch" forName="dot5" refType="w" fact="0.3186"/>
                  <dgm:constr type="ctrY" for="ch" forName="dot5" refType="h" fact="0.9234"/>
                  <dgm:constr type="w" for="ch" forName="dot5" refType="userD"/>
                  <dgm:constr type="h" for="ch" forName="dot5" refType="userD"/>
                  <dgm:constr type="ctrX" for="ch" forName="dot6" refType="w" fact="0.5786"/>
                  <dgm:constr type="ctrY" for="ch" forName="dot6" refType="h" fact="0.764"/>
                  <dgm:constr type="w" for="ch" forName="dot6" refType="userD"/>
                  <dgm:constr type="h" for="ch" forName="dot6" refType="userD"/>
                  <dgm:constr type="ctrX" for="ch" forName="dot7" refType="w" fact="0.5564"/>
                  <dgm:constr type="ctrY" for="ch" forName="dot7" refType="h" fact="0.7878"/>
                  <dgm:constr type="w" for="ch" forName="dot7" refType="userD"/>
                  <dgm:constr type="h" for="ch" forName="dot7" refType="userD"/>
                  <dgm:constr type="ctrX" for="ch" forName="dot8" refType="w" fact="0.675"/>
                  <dgm:constr type="ctrY" for="ch" forName="dot8" refType="h" fact="0.6227"/>
                  <dgm:constr type="w" for="ch" forName="dot8" refType="userD"/>
                  <dgm:constr type="h" for="ch" forName="dot8" refType="userD"/>
                  <dgm:constr type="ctrX" for="ch" forName="dot9" refType="w" fact="0.7403"/>
                  <dgm:constr type="ctrY" for="ch" forName="dot9" refType="h" fact="0.4556"/>
                  <dgm:constr type="w" for="ch" forName="dot9" refType="userD"/>
                  <dgm:constr type="h" for="ch" forName="dot9" refType="userD"/>
                  <dgm:constr type="ctrX" for="ch" forName="dot10" refType="w" fact="0.7714"/>
                  <dgm:constr type="ctrY" for="ch" forName="dot10" refType="h" fact="0.2816"/>
                  <dgm:constr type="w" for="ch" forName="dot10" refType="userD"/>
                  <dgm:constr type="h" for="ch" forName="dot10" refType="userD"/>
                  <dgm:constr type="ctrX" for="ch" forName="dotArrow1" refType="w" fact="0.7443"/>
                  <dgm:constr type="ctrY" for="ch" forName="dotArrow1" refType="h" fact="0.0748"/>
                  <dgm:constr type="w" for="ch" forName="dotArrow1" refType="userD"/>
                  <dgm:constr type="h" for="ch" forName="dotArrow1" refType="userD"/>
                  <dgm:constr type="ctrX" for="ch" forName="dotArrow2" refType="w" fact="0.7628"/>
                  <dgm:constr type="ctrY" for="ch" forName="dotArrow2" refType="h" fact="0.0581"/>
                  <dgm:constr type="w" for="ch" forName="dotArrow2" refType="userD"/>
                  <dgm:constr type="h" for="ch" forName="dotArrow2" refType="userD"/>
                  <dgm:constr type="ctrX" for="ch" forName="dotArrow3" refType="w" fact="0.7814"/>
                  <dgm:constr type="ctrY" for="ch" forName="dotArrow3" refType="h" fact="0.0414"/>
                  <dgm:constr type="w" for="ch" forName="dotArrow3" refType="userD"/>
                  <dgm:constr type="h" for="ch" forName="dotArrow3" refType="userD"/>
                  <dgm:constr type="ctrX" for="ch" forName="dotArrow4" refType="w" fact="0.7999"/>
                  <dgm:constr type="ctrY" for="ch" forName="dotArrow4" refType="h" fact="0.0581"/>
                  <dgm:constr type="w" for="ch" forName="dotArrow4" refType="userD"/>
                  <dgm:constr type="h" for="ch" forName="dotArrow4" refType="userD"/>
                  <dgm:constr type="ctrX" for="ch" forName="dotArrow5" refType="w" fact="0.8184"/>
                  <dgm:constr type="ctrY" for="ch" forName="dotArrow5" refType="h" fact="0.0748"/>
                  <dgm:constr type="w" for="ch" forName="dotArrow5" refType="userD"/>
                  <dgm:constr type="h" for="ch" forName="dotArrow5" refType="userD"/>
                  <dgm:constr type="ctrX" for="ch" forName="dotArrow6" refType="w" fact="0.7814"/>
                  <dgm:constr type="ctrY" for="ch" forName="dotArrow6" refType="h" fact="0.0766"/>
                  <dgm:constr type="w" for="ch" forName="dotArrow6" refType="userD"/>
                  <dgm:constr type="h" for="ch" forName="dotArrow6" refType="userD"/>
                  <dgm:constr type="ctrX" for="ch" forName="dotArrow7" refType="w" fact="0.7814"/>
                  <dgm:constr type="ctrY" for="ch" forName="dotArrow7" refType="h" fact="0.1118"/>
                  <dgm:constr type="w" for="ch" forName="dotArrow7" refType="userD"/>
                  <dgm:constr type="h" for="ch" forName="dotArrow7" refType="userD"/>
                  <dgm:constr type="l" for="ch" forName="parTx1" refType="w" fact="0.2479"/>
                  <dgm:constr type="t" for="ch" forName="parTx1" refType="h" fact="0.9416"/>
                  <dgm:constr type="w" for="ch" forName="parTx1" refType="w" fact="0.2696"/>
                  <dgm:constr type="h" for="ch" forName="parTx1" refType="h" fact="0.0811"/>
                  <dgm:constr type="ctrX" for="ch" forName="picture1" refType="w" fact="0.2356"/>
                  <dgm:constr type="ctrY" for="ch" forName="picture1" refType="h" fact="0.9322"/>
                  <dgm:constr type="w" for="ch" forName="picture1" refType="w" fact="0.125"/>
                  <dgm:constr type="h" for="ch" forName="picture1" refType="h" fact="0.1403"/>
                  <dgm:constr type="l" for="ch" forName="parTx2" refType="w" fact="0.5064"/>
                  <dgm:constr type="t" for="ch" forName="parTx2" refType="h" fact="0.8451"/>
                  <dgm:constr type="w" for="ch" forName="parTx2" refType="w" fact="0.2696"/>
                  <dgm:constr type="h" for="ch" forName="parTx2" refType="h" fact="0.0811"/>
                  <dgm:constr type="ctrX" for="ch" forName="picture2" refType="w" fact="0.4941"/>
                  <dgm:constr type="ctrY" for="ch" forName="picture2" refType="h" fact="0.8357"/>
                  <dgm:constr type="w" for="ch" forName="picture2" refType="w" fact="0.125"/>
                  <dgm:constr type="h" for="ch" forName="picture2" refType="h" fact="0.1403"/>
                  <dgm:constr type="l" for="ch" forName="parTx3" refType="w" fact="0.6339"/>
                  <dgm:constr type="t" for="ch" forName="parTx3" refType="h" fact="0.7006"/>
                  <dgm:constr type="w" for="ch" forName="parTx3" refType="w" fact="0.2696"/>
                  <dgm:constr type="h" for="ch" forName="parTx3" refType="h" fact="0.0811"/>
                  <dgm:constr type="ctrX" for="ch" forName="picture3" refType="w" fact="0.6216"/>
                  <dgm:constr type="ctrY" for="ch" forName="picture3" refType="h" fact="0.6912"/>
                  <dgm:constr type="w" for="ch" forName="picture3" refType="w" fact="0.125"/>
                  <dgm:constr type="h" for="ch" forName="picture3" refType="h" fact="0.1403"/>
                  <dgm:constr type="l" for="ch" forName="parTx4" refType="w" fact="0.7108"/>
                  <dgm:constr type="t" for="ch" forName="parTx4" refType="h" fact="0.5424"/>
                  <dgm:constr type="w" for="ch" forName="parTx4" refType="w" fact="0.2696"/>
                  <dgm:constr type="h" for="ch" forName="parTx4" refType="h" fact="0.0811"/>
                  <dgm:constr type="ctrX" for="ch" forName="picture4" refType="w" fact="0.6985"/>
                  <dgm:constr type="ctrY" for="ch" forName="picture4" refType="h" fact="0.533"/>
                  <dgm:constr type="w" for="ch" forName="picture4" refType="w" fact="0.125"/>
                  <dgm:constr type="h" for="ch" forName="picture4" refType="h" fact="0.1403"/>
                  <dgm:constr type="l" for="ch" forName="parTx5" refType="w" fact="0.7604"/>
                  <dgm:constr type="t" for="ch" forName="parTx5" refType="h" fact="0.372"/>
                  <dgm:constr type="w" for="ch" forName="parTx5" refType="w" fact="0.2696"/>
                  <dgm:constr type="h" for="ch" forName="parTx5" refType="h" fact="0.0811"/>
                  <dgm:constr type="ctrX" for="ch" forName="picture5" refType="w" fact="0.7481"/>
                  <dgm:constr type="ctrY" for="ch" forName="picture5" refType="h" fact="0.3626"/>
                  <dgm:constr type="w" for="ch" forName="picture5" refType="w" fact="0.125"/>
                  <dgm:constr type="h" for="ch" forName="picture5" refType="h" fact="0.1403"/>
                  <dgm:constr type="l" for="ch" forName="parTx6" refType="w" fact="0.7874"/>
                  <dgm:constr type="t" for="ch" forName="parTx6" refType="h" fact="0.2044"/>
                  <dgm:constr type="w" for="ch" forName="parTx6" refType="w" fact="0.2696"/>
                  <dgm:constr type="h" for="ch" forName="parTx6" refType="h" fact="0.0811"/>
                  <dgm:constr type="ctrX" for="ch" forName="picture6" refType="w" fact="0.7751"/>
                  <dgm:constr type="ctrY" for="ch" forName="picture6" refType="h" fact="0.195"/>
                  <dgm:constr type="w" for="ch" forName="picture6" refType="w" fact="0.125"/>
                  <dgm:constr type="h" for="ch" forName="picture6" refType="h" fact="0.1403"/>
                </dgm:constrLst>
              </dgm:else>
            </dgm:choose>
          </dgm:if>
          <dgm:else name="Name58">
            <dgm:choose name="Name59">
              <dgm:if name="Name60" axis="des" func="maxDepth" op="gt" val="1">
                <dgm:alg type="composite">
                  <dgm:param type="ar" val="1.3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primFontSz" for="ch" forName="desTx6" refType="primFontSz" refFor="ch" refForName="desTx1" op="equ"/>
                  <dgm:constr type="userD" refType="w" fact="0.0105"/>
                  <dgm:constr type="ctrX" for="ch" forName="dot1" refType="w" fact="0.6392"/>
                  <dgm:constr type="ctrY" for="ch" forName="dot1" refType="h" fact="0.8839"/>
                  <dgm:constr type="w" for="ch" forName="dot1" refType="userD"/>
                  <dgm:constr type="h" for="ch" forName="dot1" refType="userD"/>
                  <dgm:constr type="ctrX" for="ch" forName="dot2" refType="w" fact="0.6616"/>
                  <dgm:constr type="ctrY" for="ch" forName="dot2" refType="h" fact="0.8967"/>
                  <dgm:constr type="w" for="ch" forName="dot2" refType="userD"/>
                  <dgm:constr type="h" for="ch" forName="dot2" refType="userD"/>
                  <dgm:constr type="ctrX" for="ch" forName="dot3" refType="w" fact="0.6845"/>
                  <dgm:constr type="ctrY" for="ch" forName="dot3" refType="h" fact="0.9076"/>
                  <dgm:constr type="w" for="ch" forName="dot3" refType="userD"/>
                  <dgm:constr type="h" for="ch" forName="dot3" refType="userD"/>
                  <dgm:constr type="ctrX" for="ch" forName="dot4" refType="w" fact="0.7077"/>
                  <dgm:constr type="ctrY" for="ch" forName="dot4" refType="h" fact="0.9165"/>
                  <dgm:constr type="w" for="ch" forName="dot4" refType="userD"/>
                  <dgm:constr type="h" for="ch" forName="dot4" refType="userD"/>
                  <dgm:constr type="ctrX" for="ch" forName="dot5" refType="w" fact="0.7312"/>
                  <dgm:constr type="ctrY" for="ch" forName="dot5" refType="h" fact="0.9234"/>
                  <dgm:constr type="w" for="ch" forName="dot5" refType="userD"/>
                  <dgm:constr type="h" for="ch" forName="dot5" refType="userD"/>
                  <dgm:constr type="ctrX" for="ch" forName="dot6" refType="w" fact="0.5117"/>
                  <dgm:constr type="ctrY" for="ch" forName="dot6" refType="h" fact="0.764"/>
                  <dgm:constr type="w" for="ch" forName="dot6" refType="userD"/>
                  <dgm:constr type="h" for="ch" forName="dot6" refType="userD"/>
                  <dgm:constr type="ctrX" for="ch" forName="dot7" refType="w" fact="0.5305"/>
                  <dgm:constr type="ctrY" for="ch" forName="dot7" refType="h" fact="0.7878"/>
                  <dgm:constr type="w" for="ch" forName="dot7" refType="userD"/>
                  <dgm:constr type="h" for="ch" forName="dot7" refType="userD"/>
                  <dgm:constr type="ctrX" for="ch" forName="dot8" refType="w" fact="0.4304"/>
                  <dgm:constr type="ctrY" for="ch" forName="dot8" refType="h" fact="0.6227"/>
                  <dgm:constr type="w" for="ch" forName="dot8" refType="userD"/>
                  <dgm:constr type="h" for="ch" forName="dot8" refType="userD"/>
                  <dgm:constr type="ctrX" for="ch" forName="dot9" refType="w" fact="0.3753"/>
                  <dgm:constr type="ctrY" for="ch" forName="dot9" refType="h" fact="0.4556"/>
                  <dgm:constr type="w" for="ch" forName="dot9" refType="userD"/>
                  <dgm:constr type="h" for="ch" forName="dot9" refType="userD"/>
                  <dgm:constr type="ctrX" for="ch" forName="dot10" refType="w" fact="0.3491"/>
                  <dgm:constr type="ctrY" for="ch" forName="dot10" refType="h" fact="0.2816"/>
                  <dgm:constr type="w" for="ch" forName="dot10" refType="userD"/>
                  <dgm:constr type="h" for="ch" forName="dot10" refType="userD"/>
                  <dgm:constr type="ctrX" for="ch" forName="dotArrow1" refType="w" fact="0.3719"/>
                  <dgm:constr type="ctrY" for="ch" forName="dotArrow1" refType="h" fact="0.0748"/>
                  <dgm:constr type="w" for="ch" forName="dotArrow1" refType="userD"/>
                  <dgm:constr type="h" for="ch" forName="dotArrow1" refType="userD"/>
                  <dgm:constr type="ctrX" for="ch" forName="dotArrow2" refType="w" fact="0.3563"/>
                  <dgm:constr type="ctrY" for="ch" forName="dotArrow2" refType="h" fact="0.0581"/>
                  <dgm:constr type="w" for="ch" forName="dotArrow2" refType="userD"/>
                  <dgm:constr type="h" for="ch" forName="dotArrow2" refType="userD"/>
                  <dgm:constr type="ctrX" for="ch" forName="dotArrow3" refType="w" fact="0.3407"/>
                  <dgm:constr type="ctrY" for="ch" forName="dotArrow3" refType="h" fact="0.0414"/>
                  <dgm:constr type="w" for="ch" forName="dotArrow3" refType="userD"/>
                  <dgm:constr type="h" for="ch" forName="dotArrow3" refType="userD"/>
                  <dgm:constr type="ctrX" for="ch" forName="dotArrow4" refType="w" fact="0.325"/>
                  <dgm:constr type="ctrY" for="ch" forName="dotArrow4" refType="h" fact="0.0581"/>
                  <dgm:constr type="w" for="ch" forName="dotArrow4" refType="userD"/>
                  <dgm:constr type="h" for="ch" forName="dotArrow4" refType="userD"/>
                  <dgm:constr type="ctrX" for="ch" forName="dotArrow5" refType="w" fact="0.3094"/>
                  <dgm:constr type="ctrY" for="ch" forName="dotArrow5" refType="h" fact="0.0748"/>
                  <dgm:constr type="w" for="ch" forName="dotArrow5" refType="userD"/>
                  <dgm:constr type="h" for="ch" forName="dotArrow5" refType="userD"/>
                  <dgm:constr type="ctrX" for="ch" forName="dotArrow6" refType="w" fact="0.3407"/>
                  <dgm:constr type="ctrY" for="ch" forName="dotArrow6" refType="h" fact="0.0766"/>
                  <dgm:constr type="w" for="ch" forName="dotArrow6" refType="userD"/>
                  <dgm:constr type="h" for="ch" forName="dotArrow6" refType="userD"/>
                  <dgm:constr type="ctrX" for="ch" forName="dotArrow7" refType="w" fact="0.3407"/>
                  <dgm:constr type="ctrY" for="ch" forName="dotArrow7" refType="h" fact="0.1118"/>
                  <dgm:constr type="w" for="ch" forName="dotArrow7" refType="userD"/>
                  <dgm:constr type="h" for="ch" forName="dotArrow7" refType="userD"/>
                  <dgm:constr type="r" for="ch" forName="parTx1" refType="w" fact="0.7909"/>
                  <dgm:constr type="t" for="ch" forName="parTx1" refType="h" fact="0.9433"/>
                  <dgm:constr type="w" for="ch" forName="parTx1" refType="w" fact="0.2275"/>
                  <dgm:constr type="h" for="ch" forName="parTx1" refType="h" fact="0.0811"/>
                  <dgm:constr type="ctrX" for="ch" forName="picture1" refType="w" fact="0.8012"/>
                  <dgm:constr type="ctrY" for="ch" forName="picture1" refType="h" fact="0.9322"/>
                  <dgm:constr type="w" for="ch" forName="picture1" refType="w" fact="0.1055"/>
                  <dgm:constr type="h" for="ch" forName="picture1" refType="h" fact="0.1403"/>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5727"/>
                  <dgm:constr type="t" for="ch" forName="parTx2" refType="h" fact="0.8468"/>
                  <dgm:constr type="w" for="ch" forName="parTx2" refType="w" fact="0.2275"/>
                  <dgm:constr type="h" for="ch" forName="parTx2" refType="h" fact="0.0811"/>
                  <dgm:constr type="ctrX" for="ch" forName="picture2" refType="w" fact="0.5831"/>
                  <dgm:constr type="ctrY" for="ch" forName="picture2" refType="h" fact="0.8357"/>
                  <dgm:constr type="w" for="ch" forName="picture2" refType="w" fact="0.1055"/>
                  <dgm:constr type="h" for="ch" forName="picture2" refType="h" fact="0.1403"/>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4651"/>
                  <dgm:constr type="t" for="ch" forName="parTx3" refType="h" fact="0.7023"/>
                  <dgm:constr type="w" for="ch" forName="parTx3" refType="w" fact="0.2275"/>
                  <dgm:constr type="h" for="ch" forName="parTx3" refType="h" fact="0.0811"/>
                  <dgm:constr type="ctrX" for="ch" forName="picture3" refType="w" fact="0.4755"/>
                  <dgm:constr type="ctrY" for="ch" forName="picture3" refType="h" fact="0.6912"/>
                  <dgm:constr type="w" for="ch" forName="picture3" refType="w" fact="0.1055"/>
                  <dgm:constr type="h" for="ch" forName="picture3" refType="h" fact="0.1403"/>
                  <dgm:constr type="r" for="ch" forName="desTx3" refType="l" refFor="ch" refForName="parTx3"/>
                  <dgm:constr type="l" for="ch" forName="desTx3"/>
                  <dgm:constr type="t" for="ch" forName="desTx3" refType="t" refFor="ch" refForName="parTx3"/>
                  <dgm:constr type="h" for="ch" forName="desTx3" refType="h" refFor="ch" refForName="parTx3"/>
                  <dgm:constr type="r" for="ch" forName="parTx4" refType="w" fact="0.4002"/>
                  <dgm:constr type="t" for="ch" forName="parTx4" refType="h" fact="0.5441"/>
                  <dgm:constr type="w" for="ch" forName="parTx4" refType="w" fact="0.2275"/>
                  <dgm:constr type="h" for="ch" forName="parTx4" refType="h" fact="0.0811"/>
                  <dgm:constr type="ctrX" for="ch" forName="picture4" refType="w" fact="0.4106"/>
                  <dgm:constr type="ctrY" for="ch" forName="picture4" refType="h" fact="0.533"/>
                  <dgm:constr type="w" for="ch" forName="picture4" refType="w" fact="0.1055"/>
                  <dgm:constr type="h" for="ch" forName="picture4" refType="h" fact="0.1403"/>
                  <dgm:constr type="r" for="ch" forName="desTx4" refType="l" refFor="ch" refForName="parTx4"/>
                  <dgm:constr type="l" for="ch" forName="desTx4"/>
                  <dgm:constr type="t" for="ch" forName="desTx4" refType="t" refFor="ch" refForName="parTx4"/>
                  <dgm:constr type="h" for="ch" forName="desTx4" refType="h" refFor="ch" refForName="parTx4"/>
                  <dgm:constr type="r" for="ch" forName="parTx5" refType="w" fact="0.3584"/>
                  <dgm:constr type="t" for="ch" forName="parTx5" refType="h" fact="0.3737"/>
                  <dgm:constr type="w" for="ch" forName="parTx5" refType="w" fact="0.2275"/>
                  <dgm:constr type="h" for="ch" forName="parTx5" refType="h" fact="0.0811"/>
                  <dgm:constr type="ctrX" for="ch" forName="picture5" refType="w" fact="0.3687"/>
                  <dgm:constr type="ctrY" for="ch" forName="picture5" refType="h" fact="0.3626"/>
                  <dgm:constr type="w" for="ch" forName="picture5" refType="w" fact="0.1055"/>
                  <dgm:constr type="h" for="ch" forName="picture5" refType="h" fact="0.1403"/>
                  <dgm:constr type="r" for="ch" forName="desTx5" refType="l" refFor="ch" refForName="parTx5"/>
                  <dgm:constr type="l" for="ch" forName="desTx5"/>
                  <dgm:constr type="t" for="ch" forName="desTx5" refType="t" refFor="ch" refForName="parTx5"/>
                  <dgm:constr type="h" for="ch" forName="desTx5" refType="h" refFor="ch" refForName="parTx5"/>
                  <dgm:constr type="r" for="ch" forName="parTx6" refType="w" fact="0.3356"/>
                  <dgm:constr type="t" for="ch" forName="parTx6" refType="h" fact="0.2061"/>
                  <dgm:constr type="w" for="ch" forName="parTx6" refType="w" fact="0.2275"/>
                  <dgm:constr type="h" for="ch" forName="parTx6" refType="h" fact="0.0811"/>
                  <dgm:constr type="ctrX" for="ch" forName="picture6" refType="w" fact="0.3459"/>
                  <dgm:constr type="ctrY" for="ch" forName="picture6" refType="h" fact="0.195"/>
                  <dgm:constr type="w" for="ch" forName="picture6" refType="w" fact="0.1055"/>
                  <dgm:constr type="h" for="ch" forName="picture6" refType="h" fact="0.1403"/>
                  <dgm:constr type="r" for="ch" forName="desTx6" refType="l" refFor="ch" refForName="parTx6"/>
                  <dgm:constr type="l" for="ch" forName="desTx6"/>
                  <dgm:constr type="t" for="ch" forName="desTx6" refType="t" refFor="ch" refForName="parTx6"/>
                  <dgm:constr type="h" for="ch" forName="desTx6" refType="h" refFor="ch" refForName="parTx6"/>
                </dgm:constrLst>
              </dgm:if>
              <dgm:else name="Name61">
                <dgm:alg type="composite">
                  <dgm:param type="ar" val="1.122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userD" refType="w" fact="0.0125"/>
                  <dgm:constr type="ctrX" for="ch" forName="dot1" refType="w" fact="0.5724"/>
                  <dgm:constr type="ctrY" for="ch" forName="dot1" refType="h" fact="0.8839"/>
                  <dgm:constr type="w" for="ch" forName="dot1" refType="userD"/>
                  <dgm:constr type="h" for="ch" forName="dot1" refType="userD"/>
                  <dgm:constr type="ctrX" for="ch" forName="dot2" refType="w" fact="0.599"/>
                  <dgm:constr type="ctrY" for="ch" forName="dot2" refType="h" fact="0.8967"/>
                  <dgm:constr type="w" for="ch" forName="dot2" refType="userD"/>
                  <dgm:constr type="h" for="ch" forName="dot2" refType="userD"/>
                  <dgm:constr type="ctrX" for="ch" forName="dot3" refType="w" fact="0.6261"/>
                  <dgm:constr type="ctrY" for="ch" forName="dot3" refType="h" fact="0.9076"/>
                  <dgm:constr type="w" for="ch" forName="dot3" refType="userD"/>
                  <dgm:constr type="h" for="ch" forName="dot3" refType="userD"/>
                  <dgm:constr type="ctrX" for="ch" forName="dot4" refType="w" fact="0.6536"/>
                  <dgm:constr type="ctrY" for="ch" forName="dot4" refType="h" fact="0.9165"/>
                  <dgm:constr type="w" for="ch" forName="dot4" refType="userD"/>
                  <dgm:constr type="h" for="ch" forName="dot4" refType="userD"/>
                  <dgm:constr type="ctrX" for="ch" forName="dot5" refType="w" fact="0.6814"/>
                  <dgm:constr type="ctrY" for="ch" forName="dot5" refType="h" fact="0.9234"/>
                  <dgm:constr type="w" for="ch" forName="dot5" refType="userD"/>
                  <dgm:constr type="h" for="ch" forName="dot5" refType="userD"/>
                  <dgm:constr type="ctrX" for="ch" forName="dot6" refType="w" fact="0.4214"/>
                  <dgm:constr type="ctrY" for="ch" forName="dot6" refType="h" fact="0.764"/>
                  <dgm:constr type="w" for="ch" forName="dot6" refType="userD"/>
                  <dgm:constr type="h" for="ch" forName="dot6" refType="userD"/>
                  <dgm:constr type="ctrX" for="ch" forName="dot7" refType="w" fact="0.4436"/>
                  <dgm:constr type="ctrY" for="ch" forName="dot7" refType="h" fact="0.7878"/>
                  <dgm:constr type="w" for="ch" forName="dot7" refType="userD"/>
                  <dgm:constr type="h" for="ch" forName="dot7" refType="userD"/>
                  <dgm:constr type="ctrX" for="ch" forName="dot8" refType="w" fact="0.325"/>
                  <dgm:constr type="ctrY" for="ch" forName="dot8" refType="h" fact="0.6227"/>
                  <dgm:constr type="w" for="ch" forName="dot8" refType="userD"/>
                  <dgm:constr type="h" for="ch" forName="dot8" refType="userD"/>
                  <dgm:constr type="ctrX" for="ch" forName="dot9" refType="w" fact="0.2597"/>
                  <dgm:constr type="ctrY" for="ch" forName="dot9" refType="h" fact="0.4556"/>
                  <dgm:constr type="w" for="ch" forName="dot9" refType="userD"/>
                  <dgm:constr type="h" for="ch" forName="dot9" refType="userD"/>
                  <dgm:constr type="ctrX" for="ch" forName="dot10" refType="w" fact="0.2286"/>
                  <dgm:constr type="ctrY" for="ch" forName="dot10" refType="h" fact="0.2816"/>
                  <dgm:constr type="w" for="ch" forName="dot10" refType="userD"/>
                  <dgm:constr type="h" for="ch" forName="dot10" refType="userD"/>
                  <dgm:constr type="ctrX" for="ch" forName="dotArrow1" refType="w" fact="0.2557"/>
                  <dgm:constr type="ctrY" for="ch" forName="dotArrow1" refType="h" fact="0.0748"/>
                  <dgm:constr type="w" for="ch" forName="dotArrow1" refType="userD"/>
                  <dgm:constr type="h" for="ch" forName="dotArrow1" refType="userD"/>
                  <dgm:constr type="ctrX" for="ch" forName="dotArrow2" refType="w" fact="0.2372"/>
                  <dgm:constr type="ctrY" for="ch" forName="dotArrow2" refType="h" fact="0.0581"/>
                  <dgm:constr type="w" for="ch" forName="dotArrow2" refType="userD"/>
                  <dgm:constr type="h" for="ch" forName="dotArrow2" refType="userD"/>
                  <dgm:constr type="ctrX" for="ch" forName="dotArrow3" refType="w" fact="0.2187"/>
                  <dgm:constr type="ctrY" for="ch" forName="dotArrow3" refType="h" fact="0.0414"/>
                  <dgm:constr type="w" for="ch" forName="dotArrow3" refType="userD"/>
                  <dgm:constr type="h" for="ch" forName="dotArrow3" refType="userD"/>
                  <dgm:constr type="ctrX" for="ch" forName="dotArrow4" refType="w" fact="0.2001"/>
                  <dgm:constr type="ctrY" for="ch" forName="dotArrow4" refType="h" fact="0.0581"/>
                  <dgm:constr type="w" for="ch" forName="dotArrow4" refType="userD"/>
                  <dgm:constr type="h" for="ch" forName="dotArrow4" refType="userD"/>
                  <dgm:constr type="ctrX" for="ch" forName="dotArrow5" refType="w" fact="0.1816"/>
                  <dgm:constr type="ctrY" for="ch" forName="dotArrow5" refType="h" fact="0.0748"/>
                  <dgm:constr type="w" for="ch" forName="dotArrow5" refType="userD"/>
                  <dgm:constr type="h" for="ch" forName="dotArrow5" refType="userD"/>
                  <dgm:constr type="ctrX" for="ch" forName="dotArrow6" refType="w" fact="0.2187"/>
                  <dgm:constr type="ctrY" for="ch" forName="dotArrow6" refType="h" fact="0.0766"/>
                  <dgm:constr type="w" for="ch" forName="dotArrow6" refType="userD"/>
                  <dgm:constr type="h" for="ch" forName="dotArrow6" refType="userD"/>
                  <dgm:constr type="ctrX" for="ch" forName="dotArrow7" refType="w" fact="0.2187"/>
                  <dgm:constr type="ctrY" for="ch" forName="dotArrow7" refType="h" fact="0.1118"/>
                  <dgm:constr type="w" for="ch" forName="dotArrow7" refType="userD"/>
                  <dgm:constr type="h" for="ch" forName="dotArrow7" refType="userD"/>
                  <dgm:constr type="r" for="ch" forName="parTx1" refType="w" fact="0.7522"/>
                  <dgm:constr type="t" for="ch" forName="parTx1" refType="h" fact="0.9416"/>
                  <dgm:constr type="w" for="ch" forName="parTx1" refType="w" fact="0.2696"/>
                  <dgm:constr type="h" for="ch" forName="parTx1" refType="h" fact="0.0811"/>
                  <dgm:constr type="ctrX" for="ch" forName="picture1" refType="w" fact="0.7644"/>
                  <dgm:constr type="ctrY" for="ch" forName="picture1" refType="h" fact="0.9322"/>
                  <dgm:constr type="w" for="ch" forName="picture1" refType="w" fact="0.125"/>
                  <dgm:constr type="h" for="ch" forName="picture1" refType="h" fact="0.1403"/>
                  <dgm:constr type="r" for="ch" forName="parTx2" refType="w" fact="0.4937"/>
                  <dgm:constr type="t" for="ch" forName="parTx2" refType="h" fact="0.8451"/>
                  <dgm:constr type="w" for="ch" forName="parTx2" refType="w" fact="0.2696"/>
                  <dgm:constr type="h" for="ch" forName="parTx2" refType="h" fact="0.0811"/>
                  <dgm:constr type="ctrX" for="ch" forName="picture2" refType="w" fact="0.5059"/>
                  <dgm:constr type="ctrY" for="ch" forName="picture2" refType="h" fact="0.8357"/>
                  <dgm:constr type="w" for="ch" forName="picture2" refType="w" fact="0.125"/>
                  <dgm:constr type="h" for="ch" forName="picture2" refType="h" fact="0.1403"/>
                  <dgm:constr type="r" for="ch" forName="parTx3" refType="w" fact="0.3662"/>
                  <dgm:constr type="t" for="ch" forName="parTx3" refType="h" fact="0.7006"/>
                  <dgm:constr type="w" for="ch" forName="parTx3" refType="w" fact="0.2696"/>
                  <dgm:constr type="h" for="ch" forName="parTx3" refType="h" fact="0.0811"/>
                  <dgm:constr type="ctrX" for="ch" forName="picture3" refType="w" fact="0.3784"/>
                  <dgm:constr type="ctrY" for="ch" forName="picture3" refType="h" fact="0.6912"/>
                  <dgm:constr type="w" for="ch" forName="picture3" refType="w" fact="0.125"/>
                  <dgm:constr type="h" for="ch" forName="picture3" refType="h" fact="0.1403"/>
                  <dgm:constr type="r" for="ch" forName="parTx4" refType="w" fact="0.2893"/>
                  <dgm:constr type="t" for="ch" forName="parTx4" refType="h" fact="0.5424"/>
                  <dgm:constr type="w" for="ch" forName="parTx4" refType="w" fact="0.2696"/>
                  <dgm:constr type="h" for="ch" forName="parTx4" refType="h" fact="0.0811"/>
                  <dgm:constr type="ctrX" for="ch" forName="picture4" refType="w" fact="0.3015"/>
                  <dgm:constr type="ctrY" for="ch" forName="picture4" refType="h" fact="0.533"/>
                  <dgm:constr type="w" for="ch" forName="picture4" refType="w" fact="0.125"/>
                  <dgm:constr type="h" for="ch" forName="picture4" refType="h" fact="0.1403"/>
                  <dgm:constr type="r" for="ch" forName="parTx5" refType="w" fact="0.2397"/>
                  <dgm:constr type="t" for="ch" forName="parTx5" refType="h" fact="0.372"/>
                  <dgm:constr type="w" for="ch" forName="parTx5" refType="w" fact="0.2696"/>
                  <dgm:constr type="h" for="ch" forName="parTx5" refType="h" fact="0.0811"/>
                  <dgm:constr type="ctrX" for="ch" forName="picture5" refType="w" fact="0.2519"/>
                  <dgm:constr type="ctrY" for="ch" forName="picture5" refType="h" fact="0.3626"/>
                  <dgm:constr type="w" for="ch" forName="picture5" refType="w" fact="0.125"/>
                  <dgm:constr type="h" for="ch" forName="picture5" refType="h" fact="0.1403"/>
                  <dgm:constr type="r" for="ch" forName="parTx6" refType="w" fact="0.2127"/>
                  <dgm:constr type="t" for="ch" forName="parTx6" refType="h" fact="0.2044"/>
                  <dgm:constr type="w" for="ch" forName="parTx6" refType="w" fact="0.2696"/>
                  <dgm:constr type="h" for="ch" forName="parTx6" refType="h" fact="0.0811"/>
                  <dgm:constr type="ctrX" for="ch" forName="picture6" refType="w" fact="0.2249"/>
                  <dgm:constr type="ctrY" for="ch" forName="picture6" refType="h" fact="0.195"/>
                  <dgm:constr type="w" for="ch" forName="picture6" refType="w" fact="0.125"/>
                  <dgm:constr type="h" for="ch" forName="picture6" refType="h" fact="0.1403"/>
                </dgm:constrLst>
              </dgm:else>
            </dgm:choose>
          </dgm:else>
        </dgm:choose>
      </dgm:if>
      <dgm:else name="Name62">
        <dgm:choose name="Name63">
          <dgm:if name="Name64" func="var" arg="dir" op="equ" val="norm">
            <dgm:choose name="Name65">
              <dgm:if name="Name66" axis="des" func="maxDepth" op="gt" val="1">
                <dgm:alg type="composite">
                  <dgm:param type="ar" val="1.2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parTx7"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primFontSz" for="ch" forName="desTx6" refType="primFontSz" refFor="ch" refForName="desTx1" op="equ"/>
                  <dgm:constr type="primFontSz" for="ch" forName="desTx7" refType="primFontSz" refFor="ch" refForName="desTx1" op="equ"/>
                  <dgm:constr type="userD" refType="w" fact="0.0097"/>
                  <dgm:constr type="ctrX" for="ch" forName="dot1" refType="w" fact="0.3909"/>
                  <dgm:constr type="ctrY" for="ch" forName="dot1" refType="h" fact="0.8342"/>
                  <dgm:constr type="w" for="ch" forName="dot1" refType="userD"/>
                  <dgm:constr type="h" for="ch" forName="dot1" refType="userD"/>
                  <dgm:constr type="ctrX" for="ch" forName="dot2" refType="w" fact="0.3721"/>
                  <dgm:constr type="ctrY" for="ch" forName="dot2" refType="h" fact="0.8448"/>
                  <dgm:constr type="w" for="ch" forName="dot2" refType="userD"/>
                  <dgm:constr type="h" for="ch" forName="dot2" refType="userD"/>
                  <dgm:constr type="ctrX" for="ch" forName="dot3" refType="w" fact="0.353"/>
                  <dgm:constr type="ctrY" for="ch" forName="dot3" refType="h" fact="0.8539"/>
                  <dgm:constr type="w" for="ch" forName="dot3" refType="userD"/>
                  <dgm:constr type="h" for="ch" forName="dot3" refType="userD"/>
                  <dgm:constr type="ctrX" for="ch" forName="dot4" refType="w" fact="0.3337"/>
                  <dgm:constr type="ctrY" for="ch" forName="dot4" refType="h" fact="0.8615"/>
                  <dgm:constr type="w" for="ch" forName="dot4" refType="userD"/>
                  <dgm:constr type="h" for="ch" forName="dot4" refType="userD"/>
                  <dgm:constr type="ctrX" for="ch" forName="dot5" refType="w" fact="0.3142"/>
                  <dgm:constr type="ctrY" for="ch" forName="dot5" refType="h" fact="0.8676"/>
                  <dgm:constr type="w" for="ch" forName="dot5" refType="userD"/>
                  <dgm:constr type="h" for="ch" forName="dot5" refType="userD"/>
                  <dgm:constr type="ctrX" for="ch" forName="dot6" refType="w" fact="0.5088"/>
                  <dgm:constr type="ctrY" for="ch" forName="dot6" refType="h" fact="0.7255"/>
                  <dgm:constr type="w" for="ch" forName="dot6" refType="userD"/>
                  <dgm:constr type="h" for="ch" forName="dot6" refType="userD"/>
                  <dgm:constr type="ctrX" for="ch" forName="dot7" refType="w" fact="0.4926"/>
                  <dgm:constr type="ctrY" for="ch" forName="dot7" refType="h" fact="0.7454"/>
                  <dgm:constr type="w" for="ch" forName="dot7" refType="userD"/>
                  <dgm:constr type="h" for="ch" forName="dot7" refType="userD"/>
                  <dgm:constr type="ctrX" for="ch" forName="dot8" refType="w" fact="0.5836"/>
                  <dgm:constr type="ctrY" for="ch" forName="dot8" refType="h" fact="0.6026"/>
                  <dgm:constr type="w" for="ch" forName="dot8" refType="userD"/>
                  <dgm:constr type="h" for="ch" forName="dot8" refType="userD"/>
                  <dgm:constr type="ctrX" for="ch" forName="dot9" refType="w" fact="0.6371"/>
                  <dgm:constr type="ctrY" for="ch" forName="dot9" refType="h" fact="0.4632"/>
                  <dgm:constr type="w" for="ch" forName="dot9" refType="userD"/>
                  <dgm:constr type="h" for="ch" forName="dot9" refType="userD"/>
                  <dgm:constr type="ctrX" for="ch" forName="dot10" refType="w" fact="0.6701"/>
                  <dgm:constr type="ctrY" for="ch" forName="dot10" refType="h" fact="0.3187"/>
                  <dgm:constr type="w" for="ch" forName="dot10" refType="userD"/>
                  <dgm:constr type="h" for="ch" forName="dot10" refType="userD"/>
                  <dgm:constr type="ctrX" for="ch" forName="dot11" refType="w" fact="0.6853"/>
                  <dgm:constr type="ctrY" for="ch" forName="dot11" refType="h" fact="0.1763"/>
                  <dgm:constr type="w" for="ch" forName="dot11" refType="userD"/>
                  <dgm:constr type="h" for="ch" forName="dot11" refType="userD"/>
                  <dgm:constr type="ctrX" for="ch" forName="dotArrow1" refType="w" fact="0.6627"/>
                  <dgm:constr type="ctrY" for="ch" forName="dotArrow1" refType="h" fact="-0.0099"/>
                  <dgm:constr type="w" for="ch" forName="dotArrow1" refType="userD"/>
                  <dgm:constr type="h" for="ch" forName="dotArrow1" refType="userD"/>
                  <dgm:constr type="ctrX" for="ch" forName="dotArrow2" refType="w" fact="0.6773"/>
                  <dgm:constr type="ctrY" for="ch" forName="dotArrow2" refType="h" fact="-0.0239"/>
                  <dgm:constr type="w" for="ch" forName="dotArrow2" refType="userD"/>
                  <dgm:constr type="h" for="ch" forName="dotArrow2" refType="userD"/>
                  <dgm:constr type="ctrX" for="ch" forName="dotArrow3" refType="w" fact="0.6919"/>
                  <dgm:constr type="ctrY" for="ch" forName="dotArrow3" refType="h" fact="-0.0378"/>
                  <dgm:constr type="w" for="ch" forName="dotArrow3" refType="userD"/>
                  <dgm:constr type="h" for="ch" forName="dotArrow3" refType="userD"/>
                  <dgm:constr type="ctrX" for="ch" forName="dotArrow4" refType="w" fact="0.7065"/>
                  <dgm:constr type="ctrY" for="ch" forName="dotArrow4" refType="h" fact="-0.0239"/>
                  <dgm:constr type="w" for="ch" forName="dotArrow4" refType="userD"/>
                  <dgm:constr type="h" for="ch" forName="dotArrow4" refType="userD"/>
                  <dgm:constr type="ctrX" for="ch" forName="dotArrow5" refType="w" fact="0.7212"/>
                  <dgm:constr type="ctrY" for="ch" forName="dotArrow5" refType="h" fact="-0.0099"/>
                  <dgm:constr type="w" for="ch" forName="dotArrow5" refType="userD"/>
                  <dgm:constr type="h" for="ch" forName="dotArrow5" refType="userD"/>
                  <dgm:constr type="ctrX" for="ch" forName="dotArrow6" refType="w" fact="0.6919"/>
                  <dgm:constr type="ctrY" for="ch" forName="dotArrow6" refType="h" fact="-0.0084"/>
                  <dgm:constr type="w" for="ch" forName="dotArrow6" refType="userD"/>
                  <dgm:constr type="h" for="ch" forName="dotArrow6" refType="userD"/>
                  <dgm:constr type="ctrX" for="ch" forName="dotArrow7" refType="w" fact="0.6919"/>
                  <dgm:constr type="ctrY" for="ch" forName="dotArrow7" refType="h" fact="0.0211"/>
                  <dgm:constr type="w" for="ch" forName="dotArrow7" refType="userD"/>
                  <dgm:constr type="h" for="ch" forName="dotArrow7" refType="userD"/>
                  <dgm:constr type="l" for="ch" forName="parTx1" refType="w" fact="0.2556"/>
                  <dgm:constr type="t" for="ch" forName="parTx1" refType="h" fact="0.8856"/>
                  <dgm:constr type="w" for="ch" forName="parTx1" refType="w" fact="0.2101"/>
                  <dgm:constr type="h" for="ch" forName="parTx1" refType="h" fact="0.0704"/>
                  <dgm:constr type="ctrX" for="ch" forName="picture1" refType="w" fact="0.246"/>
                  <dgm:constr type="ctrY" for="ch" forName="picture1" refType="h" fact="0.8769"/>
                  <dgm:constr type="w" for="ch" forName="picture1" refType="w" fact="0.0974"/>
                  <dgm:constr type="h" for="ch" forName="picture1" refType="h" fact="0.1218"/>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4535"/>
                  <dgm:constr type="t" for="ch" forName="parTx2" refType="h" fact="0.7956"/>
                  <dgm:constr type="w" for="ch" forName="parTx2" refType="w" fact="0.2101"/>
                  <dgm:constr type="h" for="ch" forName="parTx2" refType="h" fact="0.0704"/>
                  <dgm:constr type="ctrX" for="ch" forName="picture2" refType="w" fact="0.4439"/>
                  <dgm:constr type="ctrY" for="ch" forName="picture2" refType="h" fact="0.787"/>
                  <dgm:constr type="w" for="ch" forName="picture2" refType="w" fact="0.0974"/>
                  <dgm:constr type="h" for="ch" forName="picture2" refType="h" fact="0.1218"/>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5511"/>
                  <dgm:constr type="t" for="ch" forName="parTx3" refType="h" fact="0.673"/>
                  <dgm:constr type="w" for="ch" forName="parTx3" refType="w" fact="0.2101"/>
                  <dgm:constr type="h" for="ch" forName="parTx3" refType="h" fact="0.0704"/>
                  <dgm:constr type="ctrX" for="ch" forName="picture3" refType="w" fact="0.5415"/>
                  <dgm:constr type="ctrY" for="ch" forName="picture3" refType="h" fact="0.6644"/>
                  <dgm:constr type="w" for="ch" forName="picture3" refType="w" fact="0.0974"/>
                  <dgm:constr type="h" for="ch" forName="picture3" refType="h" fact="0.1218"/>
                  <dgm:constr type="l" for="ch" forName="desTx3" refType="r" refFor="ch" refForName="parTx3"/>
                  <dgm:constr type="r" for="ch" forName="desTx3" refType="w"/>
                  <dgm:constr type="t" for="ch" forName="desTx3" refType="t" refFor="ch" refForName="parTx3"/>
                  <dgm:constr type="h" for="ch" forName="desTx3" refType="h" refFor="ch" refForName="parTx3"/>
                  <dgm:constr type="l" for="ch" forName="parTx4" refType="w" fact="0.6132"/>
                  <dgm:constr type="t" for="ch" forName="parTx4" refType="h" fact="0.538"/>
                  <dgm:constr type="w" for="ch" forName="parTx4" refType="w" fact="0.2101"/>
                  <dgm:constr type="h" for="ch" forName="parTx4" refType="h" fact="0.0704"/>
                  <dgm:constr type="ctrX" for="ch" forName="picture4" refType="w" fact="0.6037"/>
                  <dgm:constr type="ctrY" for="ch" forName="picture4" refType="h" fact="0.5294"/>
                  <dgm:constr type="w" for="ch" forName="picture4" refType="w" fact="0.0974"/>
                  <dgm:constr type="h" for="ch" forName="picture4" refType="h" fact="0.1218"/>
                  <dgm:constr type="l" for="ch" forName="desTx4" refType="r" refFor="ch" refForName="parTx4"/>
                  <dgm:constr type="r" for="ch" forName="desTx4" refType="w"/>
                  <dgm:constr type="t" for="ch" forName="desTx4" refType="t" refFor="ch" refForName="parTx4"/>
                  <dgm:constr type="h" for="ch" forName="desTx4" refType="h" refFor="ch" refForName="parTx4"/>
                  <dgm:constr type="l" for="ch" forName="parTx5" refType="w" fact="0.6576"/>
                  <dgm:constr type="t" for="ch" forName="parTx5" refType="h" fact="0.3951"/>
                  <dgm:constr type="w" for="ch" forName="parTx5" refType="w" fact="0.2101"/>
                  <dgm:constr type="h" for="ch" forName="parTx5" refType="h" fact="0.0704"/>
                  <dgm:constr type="ctrX" for="ch" forName="picture5" refType="w" fact="0.648"/>
                  <dgm:constr type="ctrY" for="ch" forName="picture5" refType="h" fact="0.3864"/>
                  <dgm:constr type="w" for="ch" forName="picture5" refType="w" fact="0.0974"/>
                  <dgm:constr type="h" for="ch" forName="picture5" refType="h" fact="0.1218"/>
                  <dgm:constr type="l" for="ch" forName="desTx5" refType="r" refFor="ch" refForName="parTx5"/>
                  <dgm:constr type="r" for="ch" forName="desTx5" refType="w"/>
                  <dgm:constr type="t" for="ch" forName="desTx5" refType="t" refFor="ch" refForName="parTx5"/>
                  <dgm:constr type="h" for="ch" forName="desTx5" refType="h" refFor="ch" refForName="parTx5"/>
                  <dgm:constr type="l" for="ch" forName="parTx6" refType="w" fact="0.6828"/>
                  <dgm:constr type="t" for="ch" forName="parTx6" refType="h" fact="0.2531"/>
                  <dgm:constr type="w" for="ch" forName="parTx6" refType="w" fact="0.2101"/>
                  <dgm:constr type="h" for="ch" forName="parTx6" refType="h" fact="0.0704"/>
                  <dgm:constr type="ctrX" for="ch" forName="picture6" refType="w" fact="0.6733"/>
                  <dgm:constr type="ctrY" for="ch" forName="picture6" refType="h" fact="0.2444"/>
                  <dgm:constr type="w" for="ch" forName="picture6" refType="w" fact="0.0974"/>
                  <dgm:constr type="h" for="ch" forName="picture6" refType="h" fact="0.1218"/>
                  <dgm:constr type="l" for="ch" forName="desTx6" refType="r" refFor="ch" refForName="parTx6"/>
                  <dgm:constr type="r" for="ch" forName="desTx6" refType="w"/>
                  <dgm:constr type="t" for="ch" forName="desTx6" refType="t" refFor="ch" refForName="parTx6"/>
                  <dgm:constr type="h" for="ch" forName="desTx6" refType="h" refFor="ch" refForName="parTx6"/>
                  <dgm:constr type="l" for="ch" forName="parTx7" refType="w" fact="0.6966"/>
                  <dgm:constr type="t" for="ch" forName="parTx7" refType="h" fact="0.1162"/>
                  <dgm:constr type="w" for="ch" forName="parTx7" refType="w" fact="0.2101"/>
                  <dgm:constr type="h" for="ch" forName="parTx7" refType="h" fact="0.0704"/>
                  <dgm:constr type="ctrX" for="ch" forName="picture7" refType="w" fact="0.6871"/>
                  <dgm:constr type="ctrY" for="ch" forName="picture7" refType="h" fact="0.1075"/>
                  <dgm:constr type="w" for="ch" forName="picture7" refType="w" fact="0.0974"/>
                  <dgm:constr type="h" for="ch" forName="picture7" refType="h" fact="0.1218"/>
                  <dgm:constr type="l" for="ch" forName="desTx7" refType="r" refFor="ch" refForName="parTx7"/>
                  <dgm:constr type="r" for="ch" forName="desTx7" refType="w"/>
                  <dgm:constr type="t" for="ch" forName="desTx7" refType="t" refFor="ch" refForName="parTx7"/>
                  <dgm:constr type="h" for="ch" forName="desTx7" refType="h" refFor="ch" refForName="parTx7"/>
                </dgm:constrLst>
              </dgm:if>
              <dgm:else name="Name67">
                <dgm:alg type="composite">
                  <dgm:param type="ar" val="1.096"/>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parTx7" refType="primFontSz" refFor="ch" refForName="parTx1" op="equ"/>
                  <dgm:constr type="userD" refType="w" fact="0.0111"/>
                  <dgm:constr type="ctrX" for="ch" forName="dot1" refType="w" fact="0.4459"/>
                  <dgm:constr type="ctrY" for="ch" forName="dot1" refType="h" fact="0.8342"/>
                  <dgm:constr type="w" for="ch" forName="dot1" refType="userD"/>
                  <dgm:constr type="h" for="ch" forName="dot1" refType="userD"/>
                  <dgm:constr type="ctrX" for="ch" forName="dot2" refType="w" fact="0.4244"/>
                  <dgm:constr type="ctrY" for="ch" forName="dot2" refType="h" fact="0.8448"/>
                  <dgm:constr type="w" for="ch" forName="dot2" refType="userD"/>
                  <dgm:constr type="h" for="ch" forName="dot2" refType="userD"/>
                  <dgm:constr type="ctrX" for="ch" forName="dot3" refType="w" fact="0.4026"/>
                  <dgm:constr type="ctrY" for="ch" forName="dot3" refType="h" fact="0.8539"/>
                  <dgm:constr type="w" for="ch" forName="dot3" refType="userD"/>
                  <dgm:constr type="h" for="ch" forName="dot3" refType="userD"/>
                  <dgm:constr type="ctrX" for="ch" forName="dot4" refType="w" fact="0.3806"/>
                  <dgm:constr type="ctrY" for="ch" forName="dot4" refType="h" fact="0.8615"/>
                  <dgm:constr type="w" for="ch" forName="dot4" refType="userD"/>
                  <dgm:constr type="h" for="ch" forName="dot4" refType="userD"/>
                  <dgm:constr type="ctrX" for="ch" forName="dot5" refType="w" fact="0.3584"/>
                  <dgm:constr type="ctrY" for="ch" forName="dot5" refType="h" fact="0.8676"/>
                  <dgm:constr type="w" for="ch" forName="dot5" refType="userD"/>
                  <dgm:constr type="h" for="ch" forName="dot5" refType="userD"/>
                  <dgm:constr type="ctrX" for="ch" forName="dot6" refType="w" fact="0.5803"/>
                  <dgm:constr type="ctrY" for="ch" forName="dot6" refType="h" fact="0.7255"/>
                  <dgm:constr type="w" for="ch" forName="dot6" refType="userD"/>
                  <dgm:constr type="h" for="ch" forName="dot6" refType="userD"/>
                  <dgm:constr type="ctrX" for="ch" forName="dot7" refType="w" fact="0.5618"/>
                  <dgm:constr type="ctrY" for="ch" forName="dot7" refType="h" fact="0.7454"/>
                  <dgm:constr type="w" for="ch" forName="dot7" refType="userD"/>
                  <dgm:constr type="h" for="ch" forName="dot7" refType="userD"/>
                  <dgm:constr type="ctrX" for="ch" forName="dot8" refType="w" fact="0.6656"/>
                  <dgm:constr type="ctrY" for="ch" forName="dot8" refType="h" fact="0.6026"/>
                  <dgm:constr type="w" for="ch" forName="dot8" refType="userD"/>
                  <dgm:constr type="h" for="ch" forName="dot8" refType="userD"/>
                  <dgm:constr type="ctrX" for="ch" forName="dot9" refType="w" fact="0.7266"/>
                  <dgm:constr type="ctrY" for="ch" forName="dot9" refType="h" fact="0.4632"/>
                  <dgm:constr type="w" for="ch" forName="dot9" refType="userD"/>
                  <dgm:constr type="h" for="ch" forName="dot9" refType="userD"/>
                  <dgm:constr type="ctrX" for="ch" forName="dot10" refType="w" fact="0.7643"/>
                  <dgm:constr type="ctrY" for="ch" forName="dot10" refType="h" fact="0.3187"/>
                  <dgm:constr type="w" for="ch" forName="dot10" refType="userD"/>
                  <dgm:constr type="h" for="ch" forName="dot10" refType="userD"/>
                  <dgm:constr type="ctrX" for="ch" forName="dot11" refType="w" fact="0.7816"/>
                  <dgm:constr type="ctrY" for="ch" forName="dot11" refType="h" fact="0.1763"/>
                  <dgm:constr type="w" for="ch" forName="dot11" refType="userD"/>
                  <dgm:constr type="h" for="ch" forName="dot11" refType="userD"/>
                  <dgm:constr type="ctrX" for="ch" forName="dotArrow1" refType="w" fact="0.7558"/>
                  <dgm:constr type="ctrY" for="ch" forName="dotArrow1" refType="h" fact="-0.0099"/>
                  <dgm:constr type="w" for="ch" forName="dotArrow1" refType="userD"/>
                  <dgm:constr type="h" for="ch" forName="dotArrow1" refType="userD"/>
                  <dgm:constr type="ctrX" for="ch" forName="dotArrow2" refType="w" fact="0.7725"/>
                  <dgm:constr type="ctrY" for="ch" forName="dotArrow2" refType="h" fact="-0.0239"/>
                  <dgm:constr type="w" for="ch" forName="dotArrow2" refType="userD"/>
                  <dgm:constr type="h" for="ch" forName="dotArrow2" refType="userD"/>
                  <dgm:constr type="ctrX" for="ch" forName="dotArrow3" refType="w" fact="0.7892"/>
                  <dgm:constr type="ctrY" for="ch" forName="dotArrow3" refType="h" fact="-0.0378"/>
                  <dgm:constr type="w" for="ch" forName="dotArrow3" refType="userD"/>
                  <dgm:constr type="h" for="ch" forName="dotArrow3" refType="userD"/>
                  <dgm:constr type="ctrX" for="ch" forName="dotArrow4" refType="w" fact="0.8058"/>
                  <dgm:constr type="ctrY" for="ch" forName="dotArrow4" refType="h" fact="-0.0239"/>
                  <dgm:constr type="w" for="ch" forName="dotArrow4" refType="userD"/>
                  <dgm:constr type="h" for="ch" forName="dotArrow4" refType="userD"/>
                  <dgm:constr type="ctrX" for="ch" forName="dotArrow5" refType="w" fact="0.8225"/>
                  <dgm:constr type="ctrY" for="ch" forName="dotArrow5" refType="h" fact="-0.0099"/>
                  <dgm:constr type="w" for="ch" forName="dotArrow5" refType="userD"/>
                  <dgm:constr type="h" for="ch" forName="dotArrow5" refType="userD"/>
                  <dgm:constr type="ctrX" for="ch" forName="dotArrow6" refType="w" fact="0.7892"/>
                  <dgm:constr type="ctrY" for="ch" forName="dotArrow6" refType="h" fact="-0.0084"/>
                  <dgm:constr type="w" for="ch" forName="dotArrow6" refType="userD"/>
                  <dgm:constr type="h" for="ch" forName="dotArrow6" refType="userD"/>
                  <dgm:constr type="ctrX" for="ch" forName="dotArrow7" refType="w" fact="0.7892"/>
                  <dgm:constr type="ctrY" for="ch" forName="dotArrow7" refType="h" fact="0.0211"/>
                  <dgm:constr type="w" for="ch" forName="dotArrow7" refType="userD"/>
                  <dgm:constr type="h" for="ch" forName="dotArrow7" refType="userD"/>
                  <dgm:constr type="l" for="ch" forName="parTx1" refType="w" fact="0.2915"/>
                  <dgm:constr type="t" for="ch" forName="parTx1" refType="h" fact="0.8845"/>
                  <dgm:constr type="w" for="ch" forName="parTx1" refType="w" fact="0.2396"/>
                  <dgm:constr type="h" for="ch" forName="parTx1" refType="h" fact="0.0704"/>
                  <dgm:constr type="ctrX" for="ch" forName="picture1" refType="w" fact="0.2806"/>
                  <dgm:constr type="ctrY" for="ch" forName="picture1" refType="h" fact="0.8769"/>
                  <dgm:constr type="w" for="ch" forName="picture1" refType="w" fact="0.1111"/>
                  <dgm:constr type="h" for="ch" forName="picture1" refType="h" fact="0.1218"/>
                  <dgm:constr type="l" for="ch" forName="parTx2" refType="w" fact="0.5172"/>
                  <dgm:constr type="t" for="ch" forName="parTx2" refType="h" fact="0.7946"/>
                  <dgm:constr type="w" for="ch" forName="parTx2" refType="w" fact="0.2396"/>
                  <dgm:constr type="h" for="ch" forName="parTx2" refType="h" fact="0.0704"/>
                  <dgm:constr type="ctrX" for="ch" forName="picture2" refType="w" fact="0.5063"/>
                  <dgm:constr type="ctrY" for="ch" forName="picture2" refType="h" fact="0.787"/>
                  <dgm:constr type="w" for="ch" forName="picture2" refType="w" fact="0.1111"/>
                  <dgm:constr type="h" for="ch" forName="picture2" refType="h" fact="0.1218"/>
                  <dgm:constr type="l" for="ch" forName="parTx3" refType="w" fact="0.6285"/>
                  <dgm:constr type="t" for="ch" forName="parTx3" refType="h" fact="0.672"/>
                  <dgm:constr type="w" for="ch" forName="parTx3" refType="w" fact="0.2396"/>
                  <dgm:constr type="h" for="ch" forName="parTx3" refType="h" fact="0.0704"/>
                  <dgm:constr type="ctrX" for="ch" forName="picture3" refType="w" fact="0.6176"/>
                  <dgm:constr type="ctrY" for="ch" forName="picture3" refType="h" fact="0.6644"/>
                  <dgm:constr type="w" for="ch" forName="picture3" refType="w" fact="0.1111"/>
                  <dgm:constr type="h" for="ch" forName="picture3" refType="h" fact="0.1218"/>
                  <dgm:constr type="l" for="ch" forName="parTx4" refType="w" fact="0.6994"/>
                  <dgm:constr type="t" for="ch" forName="parTx4" refType="h" fact="0.5369"/>
                  <dgm:constr type="w" for="ch" forName="parTx4" refType="w" fact="0.2396"/>
                  <dgm:constr type="h" for="ch" forName="parTx4" refType="h" fact="0.0704"/>
                  <dgm:constr type="ctrX" for="ch" forName="picture4" refType="w" fact="0.6885"/>
                  <dgm:constr type="ctrY" for="ch" forName="picture4" refType="h" fact="0.5294"/>
                  <dgm:constr type="w" for="ch" forName="picture4" refType="w" fact="0.1111"/>
                  <dgm:constr type="h" for="ch" forName="picture4" refType="h" fact="0.1218"/>
                  <dgm:constr type="l" for="ch" forName="parTx5" refType="w" fact="0.75"/>
                  <dgm:constr type="t" for="ch" forName="parTx5" refType="h" fact="0.394"/>
                  <dgm:constr type="w" for="ch" forName="parTx5" refType="w" fact="0.2396"/>
                  <dgm:constr type="h" for="ch" forName="parTx5" refType="h" fact="0.0704"/>
                  <dgm:constr type="ctrX" for="ch" forName="picture5" refType="w" fact="0.7391"/>
                  <dgm:constr type="ctrY" for="ch" forName="picture5" refType="h" fact="0.3864"/>
                  <dgm:constr type="w" for="ch" forName="picture5" refType="w" fact="0.1111"/>
                  <dgm:constr type="h" for="ch" forName="picture5" refType="h" fact="0.1218"/>
                  <dgm:constr type="l" for="ch" forName="parTx6" refType="w" fact="0.7788"/>
                  <dgm:constr type="t" for="ch" forName="parTx6" refType="h" fact="0.252"/>
                  <dgm:constr type="w" for="ch" forName="parTx6" refType="w" fact="0.2396"/>
                  <dgm:constr type="h" for="ch" forName="parTx6" refType="h" fact="0.0704"/>
                  <dgm:constr type="ctrX" for="ch" forName="picture6" refType="w" fact="0.7679"/>
                  <dgm:constr type="ctrY" for="ch" forName="picture6" refType="h" fact="0.2444"/>
                  <dgm:constr type="w" for="ch" forName="picture6" refType="w" fact="0.1111"/>
                  <dgm:constr type="h" for="ch" forName="picture6" refType="h" fact="0.1218"/>
                  <dgm:constr type="l" for="ch" forName="parTx7" refType="w" fact="0.7945"/>
                  <dgm:constr type="t" for="ch" forName="parTx7" refType="h" fact="0.1151"/>
                  <dgm:constr type="w" for="ch" forName="parTx7" refType="w" fact="0.2396"/>
                  <dgm:constr type="h" for="ch" forName="parTx7" refType="h" fact="0.0704"/>
                  <dgm:constr type="ctrX" for="ch" forName="picture7" refType="w" fact="0.7836"/>
                  <dgm:constr type="ctrY" for="ch" forName="picture7" refType="h" fact="0.1075"/>
                  <dgm:constr type="w" for="ch" forName="picture7" refType="w" fact="0.1111"/>
                  <dgm:constr type="h" for="ch" forName="picture7" refType="h" fact="0.1218"/>
                </dgm:constrLst>
              </dgm:else>
            </dgm:choose>
          </dgm:if>
          <dgm:else name="Name68">
            <dgm:choose name="Name69">
              <dgm:if name="Name70" axis="des" func="maxDepth" op="gt" val="1">
                <dgm:alg type="composite">
                  <dgm:param type="ar" val="1.2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parTx7"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primFontSz" for="ch" forName="desTx6" refType="primFontSz" refFor="ch" refForName="desTx1" op="equ"/>
                  <dgm:constr type="primFontSz" for="ch" forName="desTx7" refType="primFontSz" refFor="ch" refForName="desTx1" op="equ"/>
                  <dgm:constr type="userD" refType="w" fact="0.0097"/>
                  <dgm:constr type="ctrX" for="ch" forName="dot1" refType="w" fact="0.6091"/>
                  <dgm:constr type="ctrY" for="ch" forName="dot1" refType="h" fact="0.8342"/>
                  <dgm:constr type="w" for="ch" forName="dot1" refType="userD"/>
                  <dgm:constr type="h" for="ch" forName="dot1" refType="userD"/>
                  <dgm:constr type="ctrX" for="ch" forName="dot2" refType="w" fact="0.6279"/>
                  <dgm:constr type="ctrY" for="ch" forName="dot2" refType="h" fact="0.8448"/>
                  <dgm:constr type="w" for="ch" forName="dot2" refType="userD"/>
                  <dgm:constr type="h" for="ch" forName="dot2" refType="userD"/>
                  <dgm:constr type="ctrX" for="ch" forName="dot3" refType="w" fact="0.647"/>
                  <dgm:constr type="ctrY" for="ch" forName="dot3" refType="h" fact="0.8539"/>
                  <dgm:constr type="w" for="ch" forName="dot3" refType="userD"/>
                  <dgm:constr type="h" for="ch" forName="dot3" refType="userD"/>
                  <dgm:constr type="ctrX" for="ch" forName="dot4" refType="w" fact="0.6663"/>
                  <dgm:constr type="ctrY" for="ch" forName="dot4" refType="h" fact="0.8615"/>
                  <dgm:constr type="w" for="ch" forName="dot4" refType="userD"/>
                  <dgm:constr type="h" for="ch" forName="dot4" refType="userD"/>
                  <dgm:constr type="ctrX" for="ch" forName="dot5" refType="w" fact="0.6858"/>
                  <dgm:constr type="ctrY" for="ch" forName="dot5" refType="h" fact="0.8676"/>
                  <dgm:constr type="w" for="ch" forName="dot5" refType="userD"/>
                  <dgm:constr type="h" for="ch" forName="dot5" refType="userD"/>
                  <dgm:constr type="ctrX" for="ch" forName="dot6" refType="w" fact="0.4912"/>
                  <dgm:constr type="ctrY" for="ch" forName="dot6" refType="h" fact="0.7255"/>
                  <dgm:constr type="w" for="ch" forName="dot6" refType="userD"/>
                  <dgm:constr type="h" for="ch" forName="dot6" refType="userD"/>
                  <dgm:constr type="ctrX" for="ch" forName="dot7" refType="w" fact="0.5074"/>
                  <dgm:constr type="ctrY" for="ch" forName="dot7" refType="h" fact="0.7454"/>
                  <dgm:constr type="w" for="ch" forName="dot7" refType="userD"/>
                  <dgm:constr type="h" for="ch" forName="dot7" refType="userD"/>
                  <dgm:constr type="ctrX" for="ch" forName="dot8" refType="w" fact="0.4164"/>
                  <dgm:constr type="ctrY" for="ch" forName="dot8" refType="h" fact="0.6026"/>
                  <dgm:constr type="w" for="ch" forName="dot8" refType="userD"/>
                  <dgm:constr type="h" for="ch" forName="dot8" refType="userD"/>
                  <dgm:constr type="ctrX" for="ch" forName="dot9" refType="w" fact="0.3629"/>
                  <dgm:constr type="ctrY" for="ch" forName="dot9" refType="h" fact="0.4632"/>
                  <dgm:constr type="w" for="ch" forName="dot9" refType="userD"/>
                  <dgm:constr type="h" for="ch" forName="dot9" refType="userD"/>
                  <dgm:constr type="ctrX" for="ch" forName="dot10" refType="w" fact="0.3299"/>
                  <dgm:constr type="ctrY" for="ch" forName="dot10" refType="h" fact="0.3187"/>
                  <dgm:constr type="w" for="ch" forName="dot10" refType="userD"/>
                  <dgm:constr type="h" for="ch" forName="dot10" refType="userD"/>
                  <dgm:constr type="ctrX" for="ch" forName="dot11" refType="w" fact="0.3147"/>
                  <dgm:constr type="ctrY" for="ch" forName="dot11" refType="h" fact="0.1763"/>
                  <dgm:constr type="w" for="ch" forName="dot11" refType="userD"/>
                  <dgm:constr type="h" for="ch" forName="dot11" refType="userD"/>
                  <dgm:constr type="ctrX" for="ch" forName="dotArrow1" refType="w" fact="0.3373"/>
                  <dgm:constr type="ctrY" for="ch" forName="dotArrow1" refType="h" fact="-0.0099"/>
                  <dgm:constr type="w" for="ch" forName="dotArrow1" refType="userD"/>
                  <dgm:constr type="h" for="ch" forName="dotArrow1" refType="userD"/>
                  <dgm:constr type="ctrX" for="ch" forName="dotArrow2" refType="w" fact="0.3227"/>
                  <dgm:constr type="ctrY" for="ch" forName="dotArrow2" refType="h" fact="-0.0239"/>
                  <dgm:constr type="w" for="ch" forName="dotArrow2" refType="userD"/>
                  <dgm:constr type="h" for="ch" forName="dotArrow2" refType="userD"/>
                  <dgm:constr type="ctrX" for="ch" forName="dotArrow3" refType="w" fact="0.3081"/>
                  <dgm:constr type="ctrY" for="ch" forName="dotArrow3" refType="h" fact="-0.0378"/>
                  <dgm:constr type="w" for="ch" forName="dotArrow3" refType="userD"/>
                  <dgm:constr type="h" for="ch" forName="dotArrow3" refType="userD"/>
                  <dgm:constr type="ctrX" for="ch" forName="dotArrow4" refType="w" fact="0.2935"/>
                  <dgm:constr type="ctrY" for="ch" forName="dotArrow4" refType="h" fact="-0.0239"/>
                  <dgm:constr type="w" for="ch" forName="dotArrow4" refType="userD"/>
                  <dgm:constr type="h" for="ch" forName="dotArrow4" refType="userD"/>
                  <dgm:constr type="ctrX" for="ch" forName="dotArrow5" refType="w" fact="0.2788"/>
                  <dgm:constr type="ctrY" for="ch" forName="dotArrow5" refType="h" fact="-0.0099"/>
                  <dgm:constr type="w" for="ch" forName="dotArrow5" refType="userD"/>
                  <dgm:constr type="h" for="ch" forName="dotArrow5" refType="userD"/>
                  <dgm:constr type="ctrX" for="ch" forName="dotArrow6" refType="w" fact="0.3081"/>
                  <dgm:constr type="ctrY" for="ch" forName="dotArrow6" refType="h" fact="-0.0084"/>
                  <dgm:constr type="w" for="ch" forName="dotArrow6" refType="userD"/>
                  <dgm:constr type="h" for="ch" forName="dotArrow6" refType="userD"/>
                  <dgm:constr type="ctrX" for="ch" forName="dotArrow7" refType="w" fact="0.3081"/>
                  <dgm:constr type="ctrY" for="ch" forName="dotArrow7" refType="h" fact="0.0211"/>
                  <dgm:constr type="w" for="ch" forName="dotArrow7" refType="userD"/>
                  <dgm:constr type="h" for="ch" forName="dotArrow7" refType="userD"/>
                  <dgm:constr type="r" for="ch" forName="parTx1" refType="w" fact="0.7444"/>
                  <dgm:constr type="t" for="ch" forName="parTx1" refType="h" fact="0.8856"/>
                  <dgm:constr type="w" for="ch" forName="parTx1" refType="w" fact="0.2101"/>
                  <dgm:constr type="h" for="ch" forName="parTx1" refType="h" fact="0.0704"/>
                  <dgm:constr type="ctrX" for="ch" forName="picture1" refType="w" fact="0.754"/>
                  <dgm:constr type="ctrY" for="ch" forName="picture1" refType="h" fact="0.8769"/>
                  <dgm:constr type="w" for="ch" forName="picture1" refType="w" fact="0.0974"/>
                  <dgm:constr type="h" for="ch" forName="picture1" refType="h" fact="0.1218"/>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5465"/>
                  <dgm:constr type="t" for="ch" forName="parTx2" refType="h" fact="0.7956"/>
                  <dgm:constr type="w" for="ch" forName="parTx2" refType="w" fact="0.2101"/>
                  <dgm:constr type="h" for="ch" forName="parTx2" refType="h" fact="0.0704"/>
                  <dgm:constr type="ctrX" for="ch" forName="picture2" refType="w" fact="0.5561"/>
                  <dgm:constr type="ctrY" for="ch" forName="picture2" refType="h" fact="0.787"/>
                  <dgm:constr type="w" for="ch" forName="picture2" refType="w" fact="0.0974"/>
                  <dgm:constr type="h" for="ch" forName="picture2" refType="h" fact="0.1218"/>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4489"/>
                  <dgm:constr type="t" for="ch" forName="parTx3" refType="h" fact="0.673"/>
                  <dgm:constr type="w" for="ch" forName="parTx3" refType="w" fact="0.2101"/>
                  <dgm:constr type="h" for="ch" forName="parTx3" refType="h" fact="0.0704"/>
                  <dgm:constr type="ctrX" for="ch" forName="picture3" refType="w" fact="0.4585"/>
                  <dgm:constr type="ctrY" for="ch" forName="picture3" refType="h" fact="0.6644"/>
                  <dgm:constr type="w" for="ch" forName="picture3" refType="w" fact="0.0974"/>
                  <dgm:constr type="h" for="ch" forName="picture3" refType="h" fact="0.1218"/>
                  <dgm:constr type="r" for="ch" forName="desTx3" refType="l" refFor="ch" refForName="parTx3"/>
                  <dgm:constr type="l" for="ch" forName="desTx3"/>
                  <dgm:constr type="t" for="ch" forName="desTx3" refType="t" refFor="ch" refForName="parTx3"/>
                  <dgm:constr type="h" for="ch" forName="desTx3" refType="h" refFor="ch" refForName="parTx3"/>
                  <dgm:constr type="r" for="ch" forName="parTx4" refType="w" fact="0.3868"/>
                  <dgm:constr type="t" for="ch" forName="parTx4" refType="h" fact="0.538"/>
                  <dgm:constr type="w" for="ch" forName="parTx4" refType="w" fact="0.2101"/>
                  <dgm:constr type="h" for="ch" forName="parTx4" refType="h" fact="0.0704"/>
                  <dgm:constr type="ctrX" for="ch" forName="picture4" refType="w" fact="0.3963"/>
                  <dgm:constr type="ctrY" for="ch" forName="picture4" refType="h" fact="0.5294"/>
                  <dgm:constr type="w" for="ch" forName="picture4" refType="w" fact="0.0974"/>
                  <dgm:constr type="h" for="ch" forName="picture4" refType="h" fact="0.1218"/>
                  <dgm:constr type="r" for="ch" forName="desTx4" refType="l" refFor="ch" refForName="parTx4"/>
                  <dgm:constr type="l" for="ch" forName="desTx4"/>
                  <dgm:constr type="t" for="ch" forName="desTx4" refType="t" refFor="ch" refForName="parTx4"/>
                  <dgm:constr type="h" for="ch" forName="desTx4" refType="h" refFor="ch" refForName="parTx4"/>
                  <dgm:constr type="r" for="ch" forName="parTx5" refType="w" fact="0.3424"/>
                  <dgm:constr type="t" for="ch" forName="parTx5" refType="h" fact="0.3951"/>
                  <dgm:constr type="w" for="ch" forName="parTx5" refType="w" fact="0.2101"/>
                  <dgm:constr type="h" for="ch" forName="parTx5" refType="h" fact="0.0704"/>
                  <dgm:constr type="ctrX" for="ch" forName="picture5" refType="w" fact="0.352"/>
                  <dgm:constr type="ctrY" for="ch" forName="picture5" refType="h" fact="0.3864"/>
                  <dgm:constr type="w" for="ch" forName="picture5" refType="w" fact="0.0974"/>
                  <dgm:constr type="h" for="ch" forName="picture5" refType="h" fact="0.1218"/>
                  <dgm:constr type="r" for="ch" forName="desTx5" refType="l" refFor="ch" refForName="parTx5"/>
                  <dgm:constr type="l" for="ch" forName="desTx5"/>
                  <dgm:constr type="t" for="ch" forName="desTx5" refType="t" refFor="ch" refForName="parTx5"/>
                  <dgm:constr type="h" for="ch" forName="desTx5" refType="h" refFor="ch" refForName="parTx5"/>
                  <dgm:constr type="r" for="ch" forName="parTx6" refType="w" fact="0.3172"/>
                  <dgm:constr type="t" for="ch" forName="parTx6" refType="h" fact="0.2531"/>
                  <dgm:constr type="w" for="ch" forName="parTx6" refType="w" fact="0.2101"/>
                  <dgm:constr type="h" for="ch" forName="parTx6" refType="h" fact="0.0704"/>
                  <dgm:constr type="ctrX" for="ch" forName="picture6" refType="w" fact="0.3267"/>
                  <dgm:constr type="ctrY" for="ch" forName="picture6" refType="h" fact="0.2444"/>
                  <dgm:constr type="w" for="ch" forName="picture6" refType="w" fact="0.0974"/>
                  <dgm:constr type="h" for="ch" forName="picture6" refType="h" fact="0.1218"/>
                  <dgm:constr type="r" for="ch" forName="desTx6" refType="l" refFor="ch" refForName="parTx6"/>
                  <dgm:constr type="l" for="ch" forName="desTx6"/>
                  <dgm:constr type="t" for="ch" forName="desTx6" refType="t" refFor="ch" refForName="parTx6"/>
                  <dgm:constr type="h" for="ch" forName="desTx6" refType="h" refFor="ch" refForName="parTx6"/>
                  <dgm:constr type="r" for="ch" forName="parTx7" refType="w" fact="0.3034"/>
                  <dgm:constr type="t" for="ch" forName="parTx7" refType="h" fact="0.1162"/>
                  <dgm:constr type="w" for="ch" forName="parTx7" refType="w" fact="0.2101"/>
                  <dgm:constr type="h" for="ch" forName="parTx7" refType="h" fact="0.0704"/>
                  <dgm:constr type="ctrX" for="ch" forName="picture7" refType="w" fact="0.3129"/>
                  <dgm:constr type="ctrY" for="ch" forName="picture7" refType="h" fact="0.1075"/>
                  <dgm:constr type="w" for="ch" forName="picture7" refType="w" fact="0.0974"/>
                  <dgm:constr type="h" for="ch" forName="picture7" refType="h" fact="0.1218"/>
                  <dgm:constr type="r" for="ch" forName="desTx7" refType="l" refFor="ch" refForName="parTx7"/>
                  <dgm:constr type="l" for="ch" forName="desTx7"/>
                  <dgm:constr type="t" for="ch" forName="desTx7" refType="t" refFor="ch" refForName="parTx7"/>
                  <dgm:constr type="h" for="ch" forName="desTx7" refType="h" refFor="ch" refForName="parTx7"/>
                </dgm:constrLst>
              </dgm:if>
              <dgm:else name="Name71">
                <dgm:alg type="composite">
                  <dgm:param type="ar" val="1.096"/>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parTx7" refType="primFontSz" refFor="ch" refForName="parTx1" op="equ"/>
                  <dgm:constr type="userD" refType="w" fact="0.0111"/>
                  <dgm:constr type="ctrX" for="ch" forName="dot1" refType="w" fact="0.5541"/>
                  <dgm:constr type="ctrY" for="ch" forName="dot1" refType="h" fact="0.8342"/>
                  <dgm:constr type="w" for="ch" forName="dot1" refType="userD"/>
                  <dgm:constr type="h" for="ch" forName="dot1" refType="userD"/>
                  <dgm:constr type="ctrX" for="ch" forName="dot2" refType="w" fact="0.5756"/>
                  <dgm:constr type="ctrY" for="ch" forName="dot2" refType="h" fact="0.8448"/>
                  <dgm:constr type="w" for="ch" forName="dot2" refType="userD"/>
                  <dgm:constr type="h" for="ch" forName="dot2" refType="userD"/>
                  <dgm:constr type="ctrX" for="ch" forName="dot3" refType="w" fact="0.5974"/>
                  <dgm:constr type="ctrY" for="ch" forName="dot3" refType="h" fact="0.8539"/>
                  <dgm:constr type="w" for="ch" forName="dot3" refType="userD"/>
                  <dgm:constr type="h" for="ch" forName="dot3" refType="userD"/>
                  <dgm:constr type="ctrX" for="ch" forName="dot4" refType="w" fact="0.6194"/>
                  <dgm:constr type="ctrY" for="ch" forName="dot4" refType="h" fact="0.8615"/>
                  <dgm:constr type="w" for="ch" forName="dot4" refType="userD"/>
                  <dgm:constr type="h" for="ch" forName="dot4" refType="userD"/>
                  <dgm:constr type="ctrX" for="ch" forName="dot5" refType="w" fact="0.6416"/>
                  <dgm:constr type="ctrY" for="ch" forName="dot5" refType="h" fact="0.8676"/>
                  <dgm:constr type="w" for="ch" forName="dot5" refType="userD"/>
                  <dgm:constr type="h" for="ch" forName="dot5" refType="userD"/>
                  <dgm:constr type="ctrX" for="ch" forName="dot6" refType="w" fact="0.4197"/>
                  <dgm:constr type="ctrY" for="ch" forName="dot6" refType="h" fact="0.7255"/>
                  <dgm:constr type="w" for="ch" forName="dot6" refType="userD"/>
                  <dgm:constr type="h" for="ch" forName="dot6" refType="userD"/>
                  <dgm:constr type="ctrX" for="ch" forName="dot7" refType="w" fact="0.4382"/>
                  <dgm:constr type="ctrY" for="ch" forName="dot7" refType="h" fact="0.7454"/>
                  <dgm:constr type="w" for="ch" forName="dot7" refType="userD"/>
                  <dgm:constr type="h" for="ch" forName="dot7" refType="userD"/>
                  <dgm:constr type="ctrX" for="ch" forName="dot8" refType="w" fact="0.3344"/>
                  <dgm:constr type="ctrY" for="ch" forName="dot8" refType="h" fact="0.6026"/>
                  <dgm:constr type="w" for="ch" forName="dot8" refType="userD"/>
                  <dgm:constr type="h" for="ch" forName="dot8" refType="userD"/>
                  <dgm:constr type="ctrX" for="ch" forName="dot9" refType="w" fact="0.2734"/>
                  <dgm:constr type="ctrY" for="ch" forName="dot9" refType="h" fact="0.4632"/>
                  <dgm:constr type="w" for="ch" forName="dot9" refType="userD"/>
                  <dgm:constr type="h" for="ch" forName="dot9" refType="userD"/>
                  <dgm:constr type="ctrX" for="ch" forName="dot10" refType="w" fact="0.2357"/>
                  <dgm:constr type="ctrY" for="ch" forName="dot10" refType="h" fact="0.3187"/>
                  <dgm:constr type="w" for="ch" forName="dot10" refType="userD"/>
                  <dgm:constr type="h" for="ch" forName="dot10" refType="userD"/>
                  <dgm:constr type="ctrX" for="ch" forName="dot11" refType="w" fact="0.2184"/>
                  <dgm:constr type="ctrY" for="ch" forName="dot11" refType="h" fact="0.1763"/>
                  <dgm:constr type="w" for="ch" forName="dot11" refType="userD"/>
                  <dgm:constr type="h" for="ch" forName="dot11" refType="userD"/>
                  <dgm:constr type="ctrX" for="ch" forName="dotArrow1" refType="w" fact="0.2442"/>
                  <dgm:constr type="ctrY" for="ch" forName="dotArrow1" refType="h" fact="-0.0099"/>
                  <dgm:constr type="w" for="ch" forName="dotArrow1" refType="userD"/>
                  <dgm:constr type="h" for="ch" forName="dotArrow1" refType="userD"/>
                  <dgm:constr type="ctrX" for="ch" forName="dotArrow2" refType="w" fact="0.2275"/>
                  <dgm:constr type="ctrY" for="ch" forName="dotArrow2" refType="h" fact="-0.0239"/>
                  <dgm:constr type="w" for="ch" forName="dotArrow2" refType="userD"/>
                  <dgm:constr type="h" for="ch" forName="dotArrow2" refType="userD"/>
                  <dgm:constr type="ctrX" for="ch" forName="dotArrow3" refType="w" fact="0.2108"/>
                  <dgm:constr type="ctrY" for="ch" forName="dotArrow3" refType="h" fact="-0.0378"/>
                  <dgm:constr type="w" for="ch" forName="dotArrow3" refType="userD"/>
                  <dgm:constr type="h" for="ch" forName="dotArrow3" refType="userD"/>
                  <dgm:constr type="ctrX" for="ch" forName="dotArrow4" refType="w" fact="0.1942"/>
                  <dgm:constr type="ctrY" for="ch" forName="dotArrow4" refType="h" fact="-0.0239"/>
                  <dgm:constr type="w" for="ch" forName="dotArrow4" refType="userD"/>
                  <dgm:constr type="h" for="ch" forName="dotArrow4" refType="userD"/>
                  <dgm:constr type="ctrX" for="ch" forName="dotArrow5" refType="w" fact="0.1775"/>
                  <dgm:constr type="ctrY" for="ch" forName="dotArrow5" refType="h" fact="-0.0099"/>
                  <dgm:constr type="w" for="ch" forName="dotArrow5" refType="userD"/>
                  <dgm:constr type="h" for="ch" forName="dotArrow5" refType="userD"/>
                  <dgm:constr type="ctrX" for="ch" forName="dotArrow6" refType="w" fact="0.2108"/>
                  <dgm:constr type="ctrY" for="ch" forName="dotArrow6" refType="h" fact="-0.0084"/>
                  <dgm:constr type="w" for="ch" forName="dotArrow6" refType="userD"/>
                  <dgm:constr type="h" for="ch" forName="dotArrow6" refType="userD"/>
                  <dgm:constr type="ctrX" for="ch" forName="dotArrow7" refType="w" fact="0.2108"/>
                  <dgm:constr type="ctrY" for="ch" forName="dotArrow7" refType="h" fact="0.0211"/>
                  <dgm:constr type="w" for="ch" forName="dotArrow7" refType="userD"/>
                  <dgm:constr type="h" for="ch" forName="dotArrow7" refType="userD"/>
                  <dgm:constr type="r" for="ch" forName="parTx1" refType="w" fact="0.7085"/>
                  <dgm:constr type="t" for="ch" forName="parTx1" refType="h" fact="0.8845"/>
                  <dgm:constr type="w" for="ch" forName="parTx1" refType="w" fact="0.2396"/>
                  <dgm:constr type="h" for="ch" forName="parTx1" refType="h" fact="0.0704"/>
                  <dgm:constr type="ctrX" for="ch" forName="picture1" refType="w" fact="0.7194"/>
                  <dgm:constr type="ctrY" for="ch" forName="picture1" refType="h" fact="0.8769"/>
                  <dgm:constr type="w" for="ch" forName="picture1" refType="w" fact="0.1111"/>
                  <dgm:constr type="h" for="ch" forName="picture1" refType="h" fact="0.1218"/>
                  <dgm:constr type="r" for="ch" forName="parTx2" refType="w" fact="0.4828"/>
                  <dgm:constr type="t" for="ch" forName="parTx2" refType="h" fact="0.7946"/>
                  <dgm:constr type="w" for="ch" forName="parTx2" refType="w" fact="0.2396"/>
                  <dgm:constr type="h" for="ch" forName="parTx2" refType="h" fact="0.0704"/>
                  <dgm:constr type="ctrX" for="ch" forName="picture2" refType="w" fact="0.4937"/>
                  <dgm:constr type="ctrY" for="ch" forName="picture2" refType="h" fact="0.787"/>
                  <dgm:constr type="w" for="ch" forName="picture2" refType="w" fact="0.1111"/>
                  <dgm:constr type="h" for="ch" forName="picture2" refType="h" fact="0.1218"/>
                  <dgm:constr type="r" for="ch" forName="parTx3" refType="w" fact="0.3715"/>
                  <dgm:constr type="t" for="ch" forName="parTx3" refType="h" fact="0.672"/>
                  <dgm:constr type="w" for="ch" forName="parTx3" refType="w" fact="0.2396"/>
                  <dgm:constr type="h" for="ch" forName="parTx3" refType="h" fact="0.0704"/>
                  <dgm:constr type="ctrX" for="ch" forName="picture3" refType="w" fact="0.3824"/>
                  <dgm:constr type="ctrY" for="ch" forName="picture3" refType="h" fact="0.6644"/>
                  <dgm:constr type="w" for="ch" forName="picture3" refType="w" fact="0.1111"/>
                  <dgm:constr type="h" for="ch" forName="picture3" refType="h" fact="0.1218"/>
                  <dgm:constr type="r" for="ch" forName="parTx4" refType="w" fact="0.3006"/>
                  <dgm:constr type="t" for="ch" forName="parTx4" refType="h" fact="0.5369"/>
                  <dgm:constr type="w" for="ch" forName="parTx4" refType="w" fact="0.2396"/>
                  <dgm:constr type="h" for="ch" forName="parTx4" refType="h" fact="0.0704"/>
                  <dgm:constr type="ctrX" for="ch" forName="picture4" refType="w" fact="0.3115"/>
                  <dgm:constr type="ctrY" for="ch" forName="picture4" refType="h" fact="0.5294"/>
                  <dgm:constr type="w" for="ch" forName="picture4" refType="w" fact="0.1111"/>
                  <dgm:constr type="h" for="ch" forName="picture4" refType="h" fact="0.1218"/>
                  <dgm:constr type="r" for="ch" forName="parTx5" refType="w" fact="0.25"/>
                  <dgm:constr type="t" for="ch" forName="parTx5" refType="h" fact="0.394"/>
                  <dgm:constr type="w" for="ch" forName="parTx5" refType="w" fact="0.2396"/>
                  <dgm:constr type="h" for="ch" forName="parTx5" refType="h" fact="0.0704"/>
                  <dgm:constr type="ctrX" for="ch" forName="picture5" refType="w" fact="0.2609"/>
                  <dgm:constr type="ctrY" for="ch" forName="picture5" refType="h" fact="0.3864"/>
                  <dgm:constr type="w" for="ch" forName="picture5" refType="w" fact="0.1111"/>
                  <dgm:constr type="h" for="ch" forName="picture5" refType="h" fact="0.1218"/>
                  <dgm:constr type="r" for="ch" forName="parTx6" refType="w" fact="0.2212"/>
                  <dgm:constr type="t" for="ch" forName="parTx6" refType="h" fact="0.252"/>
                  <dgm:constr type="w" for="ch" forName="parTx6" refType="w" fact="0.2396"/>
                  <dgm:constr type="h" for="ch" forName="parTx6" refType="h" fact="0.0704"/>
                  <dgm:constr type="ctrX" for="ch" forName="picture6" refType="w" fact="0.2321"/>
                  <dgm:constr type="ctrY" for="ch" forName="picture6" refType="h" fact="0.2444"/>
                  <dgm:constr type="w" for="ch" forName="picture6" refType="w" fact="0.1111"/>
                  <dgm:constr type="h" for="ch" forName="picture6" refType="h" fact="0.1218"/>
                  <dgm:constr type="r" for="ch" forName="parTx7" refType="w" fact="0.2055"/>
                  <dgm:constr type="t" for="ch" forName="parTx7" refType="h" fact="0.1151"/>
                  <dgm:constr type="w" for="ch" forName="parTx7" refType="w" fact="0.2396"/>
                  <dgm:constr type="h" for="ch" forName="parTx7" refType="h" fact="0.0704"/>
                  <dgm:constr type="ctrX" for="ch" forName="picture7" refType="w" fact="0.2164"/>
                  <dgm:constr type="ctrY" for="ch" forName="picture7" refType="h" fact="0.1075"/>
                  <dgm:constr type="w" for="ch" forName="picture7" refType="w" fact="0.1111"/>
                  <dgm:constr type="h" for="ch" forName="picture7" refType="h" fact="0.1218"/>
                </dgm:constrLst>
              </dgm:else>
            </dgm:choose>
          </dgm:else>
        </dgm:choose>
      </dgm:else>
    </dgm:choose>
    <dgm:forEach name="wrapper" axis="self" ptType="parTrans">
      <dgm:forEach name="wrapper2" axis="self" ptType="sibTrans" st="2">
        <dgm:forEach name="imageRepeat" axis="self">
          <dgm:layoutNode name="imageRepeatNode" styleLbl="fgImgPlace1">
            <dgm:alg type="sp"/>
            <dgm:shape xmlns:r="http://schemas.openxmlformats.org/officeDocument/2006/relationships" type="ellipse" r:blip="" blipPhldr="1">
              <dgm:adjLst/>
            </dgm:shape>
            <dgm:presOf axis="self"/>
          </dgm:layoutNode>
        </dgm:forEach>
      </dgm:forEach>
    </dgm:forEach>
    <dgm:choose name="Name72">
      <dgm:if name="Name73" axis="ch" ptType="node" func="cnt" op="gte" val="2">
        <dgm:layoutNode name="dot1" styleLbl="alignNode1">
          <dgm:alg type="sp"/>
          <dgm:shape xmlns:r="http://schemas.openxmlformats.org/officeDocument/2006/relationships" type="ellipse" r:blip="">
            <dgm:adjLst/>
          </dgm:shape>
          <dgm:presOf/>
        </dgm:layoutNode>
        <dgm:layoutNode name="dot2" styleLbl="alignNode1">
          <dgm:alg type="sp"/>
          <dgm:shape xmlns:r="http://schemas.openxmlformats.org/officeDocument/2006/relationships" type="ellipse" r:blip="">
            <dgm:adjLst/>
          </dgm:shape>
          <dgm:presOf/>
        </dgm:layoutNode>
        <dgm:layoutNode name="dot3" styleLbl="alignNode1">
          <dgm:alg type="sp"/>
          <dgm:shape xmlns:r="http://schemas.openxmlformats.org/officeDocument/2006/relationships" type="ellipse" r:blip="">
            <dgm:adjLst/>
          </dgm:shape>
          <dgm:presOf/>
        </dgm:layoutNode>
      </dgm:if>
      <dgm:else name="Name74"/>
    </dgm:choose>
    <dgm:choose name="Name75">
      <dgm:if name="Name76" axis="ch" ptType="node" func="cnt" op="gte" val="3">
        <dgm:layoutNode name="dot4" styleLbl="alignNode1">
          <dgm:alg type="sp"/>
          <dgm:shape xmlns:r="http://schemas.openxmlformats.org/officeDocument/2006/relationships" type="ellipse" r:blip="">
            <dgm:adjLst/>
          </dgm:shape>
          <dgm:presOf/>
        </dgm:layoutNode>
        <dgm:layoutNode name="dot5" styleLbl="alignNode1">
          <dgm:alg type="sp"/>
          <dgm:shape xmlns:r="http://schemas.openxmlformats.org/officeDocument/2006/relationships" type="ellipse" r:blip="">
            <dgm:adjLst/>
          </dgm:shape>
          <dgm:presOf/>
        </dgm:layoutNode>
      </dgm:if>
      <dgm:else name="Name77"/>
    </dgm:choose>
    <dgm:choose name="Name78">
      <dgm:if name="Name79" axis="ch" ptType="node" func="cnt" op="gte" val="4">
        <dgm:layoutNode name="dot6" styleLbl="alignNode1">
          <dgm:alg type="sp"/>
          <dgm:shape xmlns:r="http://schemas.openxmlformats.org/officeDocument/2006/relationships" type="ellipse" r:blip="">
            <dgm:adjLst/>
          </dgm:shape>
          <dgm:presOf/>
        </dgm:layoutNode>
      </dgm:if>
      <dgm:else name="Name80"/>
    </dgm:choose>
    <dgm:choose name="Name81">
      <dgm:if name="Name82" axis="ch" ptType="node" func="cnt" op="gte" val="5">
        <dgm:layoutNode name="dot7" styleLbl="alignNode1">
          <dgm:alg type="sp"/>
          <dgm:shape xmlns:r="http://schemas.openxmlformats.org/officeDocument/2006/relationships" type="ellipse" r:blip="">
            <dgm:adjLst/>
          </dgm:shape>
          <dgm:presOf/>
        </dgm:layoutNode>
        <dgm:layoutNode name="dot8" styleLbl="alignNode1">
          <dgm:alg type="sp"/>
          <dgm:shape xmlns:r="http://schemas.openxmlformats.org/officeDocument/2006/relationships" type="ellipse" r:blip="">
            <dgm:adjLst/>
          </dgm:shape>
          <dgm:presOf/>
        </dgm:layoutNode>
      </dgm:if>
      <dgm:else name="Name83"/>
    </dgm:choose>
    <dgm:choose name="Name84">
      <dgm:if name="Name85" axis="ch" ptType="node" func="cnt" op="gte" val="6">
        <dgm:layoutNode name="dot9" styleLbl="alignNode1">
          <dgm:alg type="sp"/>
          <dgm:shape xmlns:r="http://schemas.openxmlformats.org/officeDocument/2006/relationships" type="ellipse" r:blip="">
            <dgm:adjLst/>
          </dgm:shape>
          <dgm:presOf/>
        </dgm:layoutNode>
        <dgm:layoutNode name="dot10" styleLbl="alignNode1">
          <dgm:alg type="sp"/>
          <dgm:shape xmlns:r="http://schemas.openxmlformats.org/officeDocument/2006/relationships" type="ellipse" r:blip="">
            <dgm:adjLst/>
          </dgm:shape>
          <dgm:presOf/>
        </dgm:layoutNode>
      </dgm:if>
      <dgm:else name="Name86"/>
    </dgm:choose>
    <dgm:choose name="Name87">
      <dgm:if name="Name88" axis="ch" ptType="node" func="cnt" op="gte" val="7">
        <dgm:layoutNode name="dot11" styleLbl="alignNode1">
          <dgm:alg type="sp"/>
          <dgm:shape xmlns:r="http://schemas.openxmlformats.org/officeDocument/2006/relationships" type="ellipse" r:blip="">
            <dgm:adjLst/>
          </dgm:shape>
          <dgm:presOf/>
        </dgm:layoutNode>
      </dgm:if>
      <dgm:else name="Name89"/>
    </dgm:choose>
    <dgm:choose name="Name90">
      <dgm:if name="Name91" axis="ch" ptType="node" func="cnt" op="gte" val="2">
        <dgm:layoutNode name="dotArrow1" styleLbl="alignNode1">
          <dgm:alg type="sp"/>
          <dgm:shape xmlns:r="http://schemas.openxmlformats.org/officeDocument/2006/relationships" type="ellipse" r:blip="">
            <dgm:adjLst/>
          </dgm:shape>
          <dgm:presOf/>
        </dgm:layoutNode>
        <dgm:layoutNode name="dotArrow2" styleLbl="alignNode1">
          <dgm:alg type="sp"/>
          <dgm:shape xmlns:r="http://schemas.openxmlformats.org/officeDocument/2006/relationships" type="ellipse" r:blip="">
            <dgm:adjLst/>
          </dgm:shape>
          <dgm:presOf/>
        </dgm:layoutNode>
        <dgm:layoutNode name="dotArrow3" styleLbl="alignNode1">
          <dgm:alg type="sp"/>
          <dgm:shape xmlns:r="http://schemas.openxmlformats.org/officeDocument/2006/relationships" type="ellipse" r:blip="">
            <dgm:adjLst/>
          </dgm:shape>
          <dgm:presOf/>
        </dgm:layoutNode>
        <dgm:layoutNode name="dotArrow4" styleLbl="alignNode1">
          <dgm:alg type="sp"/>
          <dgm:shape xmlns:r="http://schemas.openxmlformats.org/officeDocument/2006/relationships" type="ellipse" r:blip="">
            <dgm:adjLst/>
          </dgm:shape>
          <dgm:presOf/>
        </dgm:layoutNode>
        <dgm:layoutNode name="dotArrow5" styleLbl="alignNode1">
          <dgm:alg type="sp"/>
          <dgm:shape xmlns:r="http://schemas.openxmlformats.org/officeDocument/2006/relationships" type="ellipse" r:blip="">
            <dgm:adjLst/>
          </dgm:shape>
          <dgm:presOf/>
        </dgm:layoutNode>
        <dgm:layoutNode name="dotArrow6" styleLbl="alignNode1">
          <dgm:alg type="sp"/>
          <dgm:shape xmlns:r="http://schemas.openxmlformats.org/officeDocument/2006/relationships" type="ellipse" r:blip="">
            <dgm:adjLst/>
          </dgm:shape>
          <dgm:presOf/>
        </dgm:layoutNode>
        <dgm:layoutNode name="dotArrow7" styleLbl="alignNode1">
          <dgm:alg type="sp"/>
          <dgm:shape xmlns:r="http://schemas.openxmlformats.org/officeDocument/2006/relationships" type="ellipse" r:blip="">
            <dgm:adjLst/>
          </dgm:shape>
          <dgm:presOf/>
        </dgm:layoutNode>
      </dgm:if>
      <dgm:else name="Name92"/>
    </dgm:choose>
    <dgm:forEach name="Name93" axis="ch" ptType="node" cnt="1">
      <dgm:layoutNode name="parTx1">
        <dgm:choose name="Name94">
          <dgm:if name="Name95" func="var" arg="dir" op="equ" val="norm">
            <dgm:alg type="tx">
              <dgm:param type="parTxLTRAlign" val="l"/>
              <dgm:param type="parTxRTLAlign" val="r"/>
            </dgm:alg>
          </dgm:if>
          <dgm:else name="Name96">
            <dgm:alg type="tx">
              <dgm:param type="parTxLTRAlign" val="r"/>
              <dgm:param type="parTxRTLAlign" val="l"/>
            </dgm:alg>
          </dgm:else>
        </dgm:choose>
        <dgm:shape xmlns:r="http://schemas.openxmlformats.org/officeDocument/2006/relationships" type="roundRect" r:blip="">
          <dgm:adjLst/>
        </dgm:shape>
        <dgm:presOf axis="self" ptType="node"/>
        <dgm:choose name="Name97">
          <dgm:if name="Name98" func="var" arg="dir" op="equ" val="norm">
            <dgm:constrLst>
              <dgm:constr type="lMarg" refType="w" fact="0.6"/>
              <dgm:constr type="rMarg" refType="primFontSz" fact="0.3"/>
              <dgm:constr type="tMarg" refType="primFontSz" fact="0.3"/>
              <dgm:constr type="bMarg" refType="primFontSz" fact="0.3"/>
            </dgm:constrLst>
          </dgm:if>
          <dgm:else name="Name99">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00">
        <dgm:if name="Name101" axis="ch" ptType="node" func="cnt" op="gte" val="1">
          <dgm:layoutNode name="desTx1" styleLbl="revTx">
            <dgm:varLst>
              <dgm:bulletEnabled val="1"/>
            </dgm:varLst>
            <dgm:choose name="Name102">
              <dgm:if name="Name103" func="var" arg="dir" op="equ" val="norm">
                <dgm:choose name="Name104">
                  <dgm:if name="Name105" axis="ch" ptType="node" func="cnt" op="gte" val="2">
                    <dgm:alg type="tx">
                      <dgm:param type="parTxLTRAlign" val="l"/>
                      <dgm:param type="parTxRTLAlign" val="l"/>
                      <dgm:param type="stBulletLvl" val="1"/>
                    </dgm:alg>
                  </dgm:if>
                  <dgm:else name="Name106">
                    <dgm:alg type="tx">
                      <dgm:param type="parTxLTRAlign" val="l"/>
                      <dgm:param type="parTxRTLAlign" val="l"/>
                    </dgm:alg>
                  </dgm:else>
                </dgm:choose>
              </dgm:if>
              <dgm:else name="Name107">
                <dgm:choose name="Name108">
                  <dgm:if name="Name109" axis="ch" ptType="node" func="cnt" op="gte" val="2">
                    <dgm:alg type="tx">
                      <dgm:param type="parTxLTRAlign" val="r"/>
                      <dgm:param type="parTxRTLAlign" val="r"/>
                      <dgm:param type="shpTxLTRAlignCh" val="r"/>
                      <dgm:param type="shpTxRTLAlignCh" val="r"/>
                      <dgm:param type="stBulletLvl" val="1"/>
                    </dgm:alg>
                  </dgm:if>
                  <dgm:else name="Name110">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11"/>
      </dgm:choose>
    </dgm:forEach>
    <dgm:forEach name="Name112" axis="ch" ptType="sibTrans" hideLastTrans="0" cnt="1">
      <dgm:layoutNode name="picture1">
        <dgm:alg type="sp"/>
        <dgm:shape xmlns:r="http://schemas.openxmlformats.org/officeDocument/2006/relationships" r:blip="">
          <dgm:adjLst/>
        </dgm:shape>
        <dgm:presOf/>
        <dgm:constrLst/>
        <dgm:forEach name="Name113" ref="imageRepeat"/>
      </dgm:layoutNode>
    </dgm:forEach>
    <dgm:forEach name="Name114" axis="ch" ptType="node" st="2" cnt="1">
      <dgm:layoutNode name="parTx2">
        <dgm:choose name="Name115">
          <dgm:if name="Name116" func="var" arg="dir" op="equ" val="norm">
            <dgm:alg type="tx">
              <dgm:param type="parTxLTRAlign" val="l"/>
              <dgm:param type="parTxRTLAlign" val="r"/>
            </dgm:alg>
          </dgm:if>
          <dgm:else name="Name117">
            <dgm:alg type="tx">
              <dgm:param type="parTxLTRAlign" val="r"/>
              <dgm:param type="parTxRTLAlign" val="l"/>
            </dgm:alg>
          </dgm:else>
        </dgm:choose>
        <dgm:shape xmlns:r="http://schemas.openxmlformats.org/officeDocument/2006/relationships" type="roundRect" r:blip="">
          <dgm:adjLst/>
        </dgm:shape>
        <dgm:presOf axis="self" ptType="node"/>
        <dgm:choose name="Name118">
          <dgm:if name="Name119" func="var" arg="dir" op="equ" val="norm">
            <dgm:constrLst>
              <dgm:constr type="lMarg" refType="w" fact="0.6"/>
              <dgm:constr type="rMarg" refType="primFontSz" fact="0.3"/>
              <dgm:constr type="tMarg" refType="primFontSz" fact="0.3"/>
              <dgm:constr type="bMarg" refType="primFontSz" fact="0.3"/>
            </dgm:constrLst>
          </dgm:if>
          <dgm:else name="Name120">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21">
        <dgm:if name="Name122" axis="ch" ptType="node" func="cnt" op="gte" val="1">
          <dgm:layoutNode name="desTx2" styleLbl="revTx">
            <dgm:varLst>
              <dgm:bulletEnabled val="1"/>
            </dgm:varLst>
            <dgm:choose name="Name123">
              <dgm:if name="Name124" func="var" arg="dir" op="equ" val="norm">
                <dgm:choose name="Name125">
                  <dgm:if name="Name126" axis="ch" ptType="node" func="cnt" op="gte" val="2">
                    <dgm:alg type="tx">
                      <dgm:param type="parTxLTRAlign" val="l"/>
                      <dgm:param type="parTxRTLAlign" val="l"/>
                      <dgm:param type="stBulletLvl" val="1"/>
                    </dgm:alg>
                  </dgm:if>
                  <dgm:else name="Name127">
                    <dgm:alg type="tx">
                      <dgm:param type="parTxLTRAlign" val="l"/>
                      <dgm:param type="parTxRTLAlign" val="l"/>
                    </dgm:alg>
                  </dgm:else>
                </dgm:choose>
              </dgm:if>
              <dgm:else name="Name128">
                <dgm:choose name="Name129">
                  <dgm:if name="Name130" axis="ch" ptType="node" func="cnt" op="gte" val="2">
                    <dgm:alg type="tx">
                      <dgm:param type="parTxLTRAlign" val="r"/>
                      <dgm:param type="parTxRTLAlign" val="r"/>
                      <dgm:param type="shpTxLTRAlignCh" val="r"/>
                      <dgm:param type="shpTxRTLAlignCh" val="r"/>
                      <dgm:param type="stBulletLvl" val="1"/>
                    </dgm:alg>
                  </dgm:if>
                  <dgm:else name="Name131">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32"/>
      </dgm:choose>
    </dgm:forEach>
    <dgm:forEach name="Name133" axis="ch" ptType="sibTrans" hideLastTrans="0" st="2" cnt="1">
      <dgm:layoutNode name="picture2">
        <dgm:alg type="sp"/>
        <dgm:shape xmlns:r="http://schemas.openxmlformats.org/officeDocument/2006/relationships" r:blip="">
          <dgm:adjLst/>
        </dgm:shape>
        <dgm:presOf/>
        <dgm:constrLst/>
        <dgm:forEach name="Name134" ref="imageRepeat"/>
      </dgm:layoutNode>
    </dgm:forEach>
    <dgm:forEach name="Name135" axis="ch" ptType="node" st="3" cnt="1">
      <dgm:layoutNode name="parTx3">
        <dgm:choose name="Name136">
          <dgm:if name="Name137" func="var" arg="dir" op="equ" val="norm">
            <dgm:alg type="tx">
              <dgm:param type="parTxLTRAlign" val="l"/>
              <dgm:param type="parTxRTLAlign" val="r"/>
            </dgm:alg>
          </dgm:if>
          <dgm:else name="Name138">
            <dgm:alg type="tx">
              <dgm:param type="parTxLTRAlign" val="r"/>
              <dgm:param type="parTxRTLAlign" val="l"/>
            </dgm:alg>
          </dgm:else>
        </dgm:choose>
        <dgm:shape xmlns:r="http://schemas.openxmlformats.org/officeDocument/2006/relationships" type="roundRect" r:blip="">
          <dgm:adjLst/>
        </dgm:shape>
        <dgm:presOf axis="self" ptType="node"/>
        <dgm:choose name="Name139">
          <dgm:if name="Name140" func="var" arg="dir" op="equ" val="norm">
            <dgm:constrLst>
              <dgm:constr type="lMarg" refType="w" fact="0.6"/>
              <dgm:constr type="rMarg" refType="primFontSz" fact="0.3"/>
              <dgm:constr type="tMarg" refType="primFontSz" fact="0.3"/>
              <dgm:constr type="bMarg" refType="primFontSz" fact="0.3"/>
            </dgm:constrLst>
          </dgm:if>
          <dgm:else name="Name141">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42">
        <dgm:if name="Name143" axis="ch" ptType="node" func="cnt" op="gte" val="1">
          <dgm:layoutNode name="desTx3" styleLbl="revTx">
            <dgm:varLst>
              <dgm:bulletEnabled val="1"/>
            </dgm:varLst>
            <dgm:choose name="Name144">
              <dgm:if name="Name145" func="var" arg="dir" op="equ" val="norm">
                <dgm:choose name="Name146">
                  <dgm:if name="Name147" axis="ch" ptType="node" func="cnt" op="gte" val="2">
                    <dgm:alg type="tx">
                      <dgm:param type="parTxLTRAlign" val="l"/>
                      <dgm:param type="parTxRTLAlign" val="l"/>
                      <dgm:param type="stBulletLvl" val="1"/>
                    </dgm:alg>
                  </dgm:if>
                  <dgm:else name="Name148">
                    <dgm:alg type="tx">
                      <dgm:param type="parTxLTRAlign" val="l"/>
                      <dgm:param type="parTxRTLAlign" val="l"/>
                    </dgm:alg>
                  </dgm:else>
                </dgm:choose>
              </dgm:if>
              <dgm:else name="Name149">
                <dgm:choose name="Name150">
                  <dgm:if name="Name151" axis="ch" ptType="node" func="cnt" op="gte" val="2">
                    <dgm:alg type="tx">
                      <dgm:param type="parTxLTRAlign" val="r"/>
                      <dgm:param type="parTxRTLAlign" val="r"/>
                      <dgm:param type="shpTxLTRAlignCh" val="r"/>
                      <dgm:param type="shpTxRTLAlignCh" val="r"/>
                      <dgm:param type="stBulletLvl" val="1"/>
                    </dgm:alg>
                  </dgm:if>
                  <dgm:else name="Name152">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53"/>
      </dgm:choose>
    </dgm:forEach>
    <dgm:forEach name="Name154" axis="ch" ptType="sibTrans" hideLastTrans="0" st="3" cnt="1">
      <dgm:layoutNode name="picture3">
        <dgm:alg type="sp"/>
        <dgm:shape xmlns:r="http://schemas.openxmlformats.org/officeDocument/2006/relationships" r:blip="">
          <dgm:adjLst/>
        </dgm:shape>
        <dgm:presOf/>
        <dgm:constrLst/>
        <dgm:forEach name="Name155" ref="imageRepeat"/>
      </dgm:layoutNode>
    </dgm:forEach>
    <dgm:forEach name="Name156" axis="ch" ptType="node" st="4" cnt="1">
      <dgm:layoutNode name="parTx4">
        <dgm:choose name="Name157">
          <dgm:if name="Name158" func="var" arg="dir" op="equ" val="norm">
            <dgm:alg type="tx">
              <dgm:param type="parTxLTRAlign" val="l"/>
              <dgm:param type="parTxRTLAlign" val="r"/>
            </dgm:alg>
          </dgm:if>
          <dgm:else name="Name159">
            <dgm:alg type="tx">
              <dgm:param type="parTxLTRAlign" val="r"/>
              <dgm:param type="parTxRTLAlign" val="l"/>
            </dgm:alg>
          </dgm:else>
        </dgm:choose>
        <dgm:shape xmlns:r="http://schemas.openxmlformats.org/officeDocument/2006/relationships" type="roundRect" r:blip="">
          <dgm:adjLst/>
        </dgm:shape>
        <dgm:presOf axis="self" ptType="node"/>
        <dgm:choose name="Name160">
          <dgm:if name="Name161" func="var" arg="dir" op="equ" val="norm">
            <dgm:constrLst>
              <dgm:constr type="lMarg" refType="w" fact="0.6"/>
              <dgm:constr type="rMarg" refType="primFontSz" fact="0.3"/>
              <dgm:constr type="tMarg" refType="primFontSz" fact="0.3"/>
              <dgm:constr type="bMarg" refType="primFontSz" fact="0.3"/>
            </dgm:constrLst>
          </dgm:if>
          <dgm:else name="Name162">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63">
        <dgm:if name="Name164" axis="ch" ptType="node" func="cnt" op="gte" val="1">
          <dgm:layoutNode name="desTx4" styleLbl="revTx">
            <dgm:varLst>
              <dgm:bulletEnabled val="1"/>
            </dgm:varLst>
            <dgm:choose name="Name165">
              <dgm:if name="Name166" func="var" arg="dir" op="equ" val="norm">
                <dgm:choose name="Name167">
                  <dgm:if name="Name168" axis="ch" ptType="node" func="cnt" op="gte" val="2">
                    <dgm:alg type="tx">
                      <dgm:param type="parTxLTRAlign" val="l"/>
                      <dgm:param type="parTxRTLAlign" val="l"/>
                      <dgm:param type="stBulletLvl" val="1"/>
                    </dgm:alg>
                  </dgm:if>
                  <dgm:else name="Name169">
                    <dgm:alg type="tx">
                      <dgm:param type="parTxLTRAlign" val="l"/>
                      <dgm:param type="parTxRTLAlign" val="l"/>
                    </dgm:alg>
                  </dgm:else>
                </dgm:choose>
              </dgm:if>
              <dgm:else name="Name170">
                <dgm:choose name="Name171">
                  <dgm:if name="Name172" axis="ch" ptType="node" func="cnt" op="gte" val="2">
                    <dgm:alg type="tx">
                      <dgm:param type="parTxLTRAlign" val="r"/>
                      <dgm:param type="parTxRTLAlign" val="r"/>
                      <dgm:param type="shpTxLTRAlignCh" val="r"/>
                      <dgm:param type="shpTxRTLAlignCh" val="r"/>
                      <dgm:param type="stBulletLvl" val="1"/>
                    </dgm:alg>
                  </dgm:if>
                  <dgm:else name="Name173">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74"/>
      </dgm:choose>
    </dgm:forEach>
    <dgm:forEach name="Name175" axis="ch" ptType="sibTrans" hideLastTrans="0" st="4" cnt="1">
      <dgm:layoutNode name="picture4">
        <dgm:alg type="sp"/>
        <dgm:shape xmlns:r="http://schemas.openxmlformats.org/officeDocument/2006/relationships" r:blip="">
          <dgm:adjLst/>
        </dgm:shape>
        <dgm:presOf/>
        <dgm:constrLst/>
        <dgm:forEach name="Name176" ref="imageRepeat"/>
      </dgm:layoutNode>
    </dgm:forEach>
    <dgm:forEach name="Name177" axis="ch" ptType="node" st="5" cnt="1">
      <dgm:layoutNode name="parTx5">
        <dgm:choose name="Name178">
          <dgm:if name="Name179" func="var" arg="dir" op="equ" val="norm">
            <dgm:alg type="tx">
              <dgm:param type="parTxLTRAlign" val="l"/>
              <dgm:param type="parTxRTLAlign" val="r"/>
            </dgm:alg>
          </dgm:if>
          <dgm:else name="Name180">
            <dgm:alg type="tx">
              <dgm:param type="parTxLTRAlign" val="r"/>
              <dgm:param type="parTxRTLAlign" val="l"/>
            </dgm:alg>
          </dgm:else>
        </dgm:choose>
        <dgm:shape xmlns:r="http://schemas.openxmlformats.org/officeDocument/2006/relationships" type="roundRect" r:blip="">
          <dgm:adjLst/>
        </dgm:shape>
        <dgm:presOf axis="self" ptType="node"/>
        <dgm:choose name="Name181">
          <dgm:if name="Name182" func="var" arg="dir" op="equ" val="norm">
            <dgm:constrLst>
              <dgm:constr type="lMarg" refType="w" fact="0.6"/>
              <dgm:constr type="rMarg" refType="primFontSz" fact="0.3"/>
              <dgm:constr type="tMarg" refType="primFontSz" fact="0.3"/>
              <dgm:constr type="bMarg" refType="primFontSz" fact="0.3"/>
            </dgm:constrLst>
          </dgm:if>
          <dgm:else name="Name183">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84">
        <dgm:if name="Name185" axis="ch" ptType="node" func="cnt" op="gte" val="1">
          <dgm:layoutNode name="desTx5" styleLbl="revTx">
            <dgm:varLst>
              <dgm:bulletEnabled val="1"/>
            </dgm:varLst>
            <dgm:choose name="Name186">
              <dgm:if name="Name187" func="var" arg="dir" op="equ" val="norm">
                <dgm:choose name="Name188">
                  <dgm:if name="Name189" axis="ch" ptType="node" func="cnt" op="gte" val="2">
                    <dgm:alg type="tx">
                      <dgm:param type="parTxLTRAlign" val="l"/>
                      <dgm:param type="parTxRTLAlign" val="l"/>
                      <dgm:param type="stBulletLvl" val="1"/>
                    </dgm:alg>
                  </dgm:if>
                  <dgm:else name="Name190">
                    <dgm:alg type="tx">
                      <dgm:param type="parTxLTRAlign" val="l"/>
                      <dgm:param type="parTxRTLAlign" val="l"/>
                    </dgm:alg>
                  </dgm:else>
                </dgm:choose>
              </dgm:if>
              <dgm:else name="Name191">
                <dgm:choose name="Name192">
                  <dgm:if name="Name193" axis="ch" ptType="node" func="cnt" op="gte" val="2">
                    <dgm:alg type="tx">
                      <dgm:param type="parTxLTRAlign" val="r"/>
                      <dgm:param type="parTxRTLAlign" val="r"/>
                      <dgm:param type="shpTxLTRAlignCh" val="r"/>
                      <dgm:param type="shpTxRTLAlignCh" val="r"/>
                      <dgm:param type="stBulletLvl" val="1"/>
                    </dgm:alg>
                  </dgm:if>
                  <dgm:else name="Name194">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95"/>
      </dgm:choose>
    </dgm:forEach>
    <dgm:forEach name="Name196" axis="ch" ptType="sibTrans" hideLastTrans="0" st="5" cnt="1">
      <dgm:layoutNode name="picture5">
        <dgm:alg type="sp"/>
        <dgm:shape xmlns:r="http://schemas.openxmlformats.org/officeDocument/2006/relationships" r:blip="">
          <dgm:adjLst/>
        </dgm:shape>
        <dgm:presOf/>
        <dgm:constrLst/>
        <dgm:forEach name="Name197" ref="imageRepeat"/>
      </dgm:layoutNode>
    </dgm:forEach>
    <dgm:forEach name="Name198" axis="ch" ptType="node" st="6" cnt="1">
      <dgm:layoutNode name="parTx6">
        <dgm:choose name="Name199">
          <dgm:if name="Name200" func="var" arg="dir" op="equ" val="norm">
            <dgm:alg type="tx">
              <dgm:param type="parTxLTRAlign" val="l"/>
              <dgm:param type="parTxRTLAlign" val="r"/>
            </dgm:alg>
          </dgm:if>
          <dgm:else name="Name201">
            <dgm:alg type="tx">
              <dgm:param type="parTxLTRAlign" val="r"/>
              <dgm:param type="parTxRTLAlign" val="l"/>
            </dgm:alg>
          </dgm:else>
        </dgm:choose>
        <dgm:shape xmlns:r="http://schemas.openxmlformats.org/officeDocument/2006/relationships" type="roundRect" r:blip="">
          <dgm:adjLst/>
        </dgm:shape>
        <dgm:presOf axis="self" ptType="node"/>
        <dgm:choose name="Name202">
          <dgm:if name="Name203" func="var" arg="dir" op="equ" val="norm">
            <dgm:constrLst>
              <dgm:constr type="lMarg" refType="w" fact="0.6"/>
              <dgm:constr type="rMarg" refType="primFontSz" fact="0.3"/>
              <dgm:constr type="tMarg" refType="primFontSz" fact="0.3"/>
              <dgm:constr type="bMarg" refType="primFontSz" fact="0.3"/>
            </dgm:constrLst>
          </dgm:if>
          <dgm:else name="Name204">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205">
        <dgm:if name="Name206" axis="ch" ptType="node" func="cnt" op="gte" val="1">
          <dgm:layoutNode name="desTx6" styleLbl="revTx">
            <dgm:varLst>
              <dgm:bulletEnabled val="1"/>
            </dgm:varLst>
            <dgm:choose name="Name207">
              <dgm:if name="Name208" func="var" arg="dir" op="equ" val="norm">
                <dgm:choose name="Name209">
                  <dgm:if name="Name210" axis="ch" ptType="node" func="cnt" op="gte" val="2">
                    <dgm:alg type="tx">
                      <dgm:param type="parTxLTRAlign" val="l"/>
                      <dgm:param type="parTxRTLAlign" val="l"/>
                      <dgm:param type="stBulletLvl" val="1"/>
                    </dgm:alg>
                  </dgm:if>
                  <dgm:else name="Name211">
                    <dgm:alg type="tx">
                      <dgm:param type="parTxLTRAlign" val="l"/>
                      <dgm:param type="parTxRTLAlign" val="l"/>
                    </dgm:alg>
                  </dgm:else>
                </dgm:choose>
              </dgm:if>
              <dgm:else name="Name212">
                <dgm:choose name="Name213">
                  <dgm:if name="Name214" axis="ch" ptType="node" func="cnt" op="gte" val="2">
                    <dgm:alg type="tx">
                      <dgm:param type="parTxLTRAlign" val="r"/>
                      <dgm:param type="parTxRTLAlign" val="r"/>
                      <dgm:param type="shpTxLTRAlignCh" val="r"/>
                      <dgm:param type="shpTxRTLAlignCh" val="r"/>
                      <dgm:param type="stBulletLvl" val="1"/>
                    </dgm:alg>
                  </dgm:if>
                  <dgm:else name="Name215">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216"/>
      </dgm:choose>
    </dgm:forEach>
    <dgm:forEach name="Name217" axis="ch" ptType="sibTrans" hideLastTrans="0" st="6" cnt="1">
      <dgm:layoutNode name="picture6">
        <dgm:alg type="sp"/>
        <dgm:shape xmlns:r="http://schemas.openxmlformats.org/officeDocument/2006/relationships" r:blip="">
          <dgm:adjLst/>
        </dgm:shape>
        <dgm:presOf/>
        <dgm:constrLst/>
        <dgm:forEach name="Name218" ref="imageRepeat"/>
      </dgm:layoutNode>
    </dgm:forEach>
    <dgm:forEach name="Name219" axis="ch" ptType="node" st="7" cnt="1">
      <dgm:layoutNode name="parTx7">
        <dgm:choose name="Name220">
          <dgm:if name="Name221" func="var" arg="dir" op="equ" val="norm">
            <dgm:alg type="tx">
              <dgm:param type="parTxLTRAlign" val="l"/>
              <dgm:param type="parTxRTLAlign" val="r"/>
            </dgm:alg>
          </dgm:if>
          <dgm:else name="Name222">
            <dgm:alg type="tx">
              <dgm:param type="parTxLTRAlign" val="r"/>
              <dgm:param type="parTxRTLAlign" val="l"/>
            </dgm:alg>
          </dgm:else>
        </dgm:choose>
        <dgm:shape xmlns:r="http://schemas.openxmlformats.org/officeDocument/2006/relationships" type="roundRect" r:blip="">
          <dgm:adjLst/>
        </dgm:shape>
        <dgm:presOf axis="self" ptType="node"/>
        <dgm:choose name="Name223">
          <dgm:if name="Name224" func="var" arg="dir" op="equ" val="norm">
            <dgm:constrLst>
              <dgm:constr type="lMarg" refType="w" fact="0.6"/>
              <dgm:constr type="rMarg" refType="primFontSz" fact="0.3"/>
              <dgm:constr type="tMarg" refType="primFontSz" fact="0.3"/>
              <dgm:constr type="bMarg" refType="primFontSz" fact="0.3"/>
            </dgm:constrLst>
          </dgm:if>
          <dgm:else name="Name225">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226">
        <dgm:if name="Name227" axis="ch" ptType="node" func="cnt" op="gte" val="1">
          <dgm:layoutNode name="desTx7" styleLbl="revTx">
            <dgm:varLst>
              <dgm:bulletEnabled val="1"/>
            </dgm:varLst>
            <dgm:choose name="Name228">
              <dgm:if name="Name229" func="var" arg="dir" op="equ" val="norm">
                <dgm:choose name="Name230">
                  <dgm:if name="Name231" axis="ch" ptType="node" func="cnt" op="gte" val="2">
                    <dgm:alg type="tx">
                      <dgm:param type="parTxLTRAlign" val="l"/>
                      <dgm:param type="parTxRTLAlign" val="l"/>
                      <dgm:param type="stBulletLvl" val="1"/>
                    </dgm:alg>
                  </dgm:if>
                  <dgm:else name="Name232">
                    <dgm:alg type="tx">
                      <dgm:param type="parTxLTRAlign" val="l"/>
                      <dgm:param type="parTxRTLAlign" val="l"/>
                    </dgm:alg>
                  </dgm:else>
                </dgm:choose>
              </dgm:if>
              <dgm:else name="Name233">
                <dgm:choose name="Name234">
                  <dgm:if name="Name235" axis="ch" ptType="node" func="cnt" op="gte" val="2">
                    <dgm:alg type="tx">
                      <dgm:param type="parTxLTRAlign" val="r"/>
                      <dgm:param type="parTxRTLAlign" val="r"/>
                      <dgm:param type="shpTxLTRAlignCh" val="r"/>
                      <dgm:param type="shpTxRTLAlignCh" val="r"/>
                      <dgm:param type="stBulletLvl" val="1"/>
                    </dgm:alg>
                  </dgm:if>
                  <dgm:else name="Name236">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237"/>
      </dgm:choose>
    </dgm:forEach>
    <dgm:forEach name="Name238" axis="ch" ptType="sibTrans" hideLastTrans="0" st="7" cnt="1">
      <dgm:layoutNode name="picture7">
        <dgm:alg type="sp"/>
        <dgm:shape xmlns:r="http://schemas.openxmlformats.org/officeDocument/2006/relationships" r:blip="">
          <dgm:adjLst/>
        </dgm:shape>
        <dgm:presOf/>
        <dgm:constrLst/>
        <dgm:forEach name="Name239" ref="imageRepea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BA6F2D3-2395-4AAE-9CF0-95BD3D8E29BD}" type="datetimeFigureOut">
              <a:rPr lang="zh-CN" altLang="en-US" smtClean="0"/>
              <a:t>2026/3/2</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D27E3F6-C3AC-4131-BD60-F31F1EE091B2}" type="slidenum">
              <a:rPr lang="zh-CN" altLang="en-US" smtClean="0"/>
              <a:t>‹#›</a:t>
            </a:fld>
            <a:endParaRPr lang="zh-CN" altLang="en-US"/>
          </a:p>
        </p:txBody>
      </p:sp>
    </p:spTree>
    <p:extLst>
      <p:ext uri="{BB962C8B-B14F-4D97-AF65-F5344CB8AC3E}">
        <p14:creationId xmlns:p14="http://schemas.microsoft.com/office/powerpoint/2010/main" val="8874320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zh-CN" altLang="en-US" dirty="0"/>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12</a:t>
            </a:fld>
            <a:endParaRPr lang="zh-CN" altLang="en-US"/>
          </a:p>
        </p:txBody>
      </p:sp>
    </p:spTree>
    <p:extLst>
      <p:ext uri="{BB962C8B-B14F-4D97-AF65-F5344CB8AC3E}">
        <p14:creationId xmlns:p14="http://schemas.microsoft.com/office/powerpoint/2010/main" val="24468469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en-US" dirty="0"/>
              <a:t>购买碟片 </a:t>
            </a:r>
            <a:r>
              <a:rPr lang="en-US" altLang="zh-CN" dirty="0"/>
              <a:t>vs </a:t>
            </a:r>
            <a:r>
              <a:rPr lang="zh-CN" altLang="en-US" dirty="0"/>
              <a:t>爱奇艺</a:t>
            </a:r>
            <a:endParaRPr lang="en-US" altLang="zh-CN" dirty="0"/>
          </a:p>
          <a:p>
            <a:r>
              <a:rPr lang="zh-CN" altLang="en-US" dirty="0"/>
              <a:t>买车 </a:t>
            </a:r>
            <a:r>
              <a:rPr lang="en-US" altLang="zh-CN" dirty="0"/>
              <a:t>vs </a:t>
            </a:r>
            <a:r>
              <a:rPr lang="zh-CN" altLang="en-US" dirty="0"/>
              <a:t>网约车</a:t>
            </a:r>
            <a:endParaRPr lang="en-US" altLang="zh-CN" dirty="0"/>
          </a:p>
          <a:p>
            <a:r>
              <a:rPr lang="en-US" altLang="zh-CN" dirty="0"/>
              <a:t>IDE vs </a:t>
            </a:r>
            <a:r>
              <a:rPr lang="zh-CN" altLang="en-US" dirty="0"/>
              <a:t>云开发</a:t>
            </a:r>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13</a:t>
            </a:fld>
            <a:endParaRPr lang="zh-CN" altLang="en-US"/>
          </a:p>
        </p:txBody>
      </p:sp>
    </p:spTree>
    <p:extLst>
      <p:ext uri="{BB962C8B-B14F-4D97-AF65-F5344CB8AC3E}">
        <p14:creationId xmlns:p14="http://schemas.microsoft.com/office/powerpoint/2010/main" val="34173085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8EB73F-F85A-4773-0DD1-8E5730B281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EACB1D-01F7-2A78-DEC9-F0BCC7116B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3378CB-1F12-2F06-6254-65CB659931F8}"/>
              </a:ext>
            </a:extLst>
          </p:cNvPr>
          <p:cNvSpPr>
            <a:spLocks noGrp="1"/>
          </p:cNvSpPr>
          <p:nvPr>
            <p:ph type="body" idx="1"/>
          </p:nvPr>
        </p:nvSpPr>
        <p:spPr/>
        <p:txBody>
          <a:bodyPr/>
          <a:lstStyle/>
          <a:p>
            <a:endParaRPr lang="zh-CN" altLang="en-US" dirty="0"/>
          </a:p>
        </p:txBody>
      </p:sp>
      <p:sp>
        <p:nvSpPr>
          <p:cNvPr id="4" name="Slide Number Placeholder 3">
            <a:extLst>
              <a:ext uri="{FF2B5EF4-FFF2-40B4-BE49-F238E27FC236}">
                <a16:creationId xmlns:a16="http://schemas.microsoft.com/office/drawing/2014/main" id="{C0CE84CD-9C4A-FE24-21A7-6437AA71F5CA}"/>
              </a:ext>
            </a:extLst>
          </p:cNvPr>
          <p:cNvSpPr>
            <a:spLocks noGrp="1"/>
          </p:cNvSpPr>
          <p:nvPr>
            <p:ph type="sldNum" sz="quarter" idx="5"/>
          </p:nvPr>
        </p:nvSpPr>
        <p:spPr/>
        <p:txBody>
          <a:bodyPr/>
          <a:lstStyle/>
          <a:p>
            <a:fld id="{6D27E3F6-C3AC-4131-BD60-F31F1EE091B2}" type="slidenum">
              <a:rPr lang="zh-CN" altLang="en-US" smtClean="0"/>
              <a:t>14</a:t>
            </a:fld>
            <a:endParaRPr lang="zh-CN" altLang="en-US"/>
          </a:p>
        </p:txBody>
      </p:sp>
    </p:spTree>
    <p:extLst>
      <p:ext uri="{BB962C8B-B14F-4D97-AF65-F5344CB8AC3E}">
        <p14:creationId xmlns:p14="http://schemas.microsoft.com/office/powerpoint/2010/main" val="20259710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Do the project right</a:t>
            </a:r>
          </a:p>
          <a:p>
            <a:r>
              <a:rPr lang="en-US" altLang="zh-CN" dirty="0"/>
              <a:t>Do the right project</a:t>
            </a:r>
            <a:endParaRPr lang="zh-CN" altLang="en-US" dirty="0"/>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19</a:t>
            </a:fld>
            <a:endParaRPr lang="zh-CN" altLang="en-US"/>
          </a:p>
        </p:txBody>
      </p:sp>
    </p:spTree>
    <p:extLst>
      <p:ext uri="{BB962C8B-B14F-4D97-AF65-F5344CB8AC3E}">
        <p14:creationId xmlns:p14="http://schemas.microsoft.com/office/powerpoint/2010/main" val="305751560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zh-CN" altLang="en-US" dirty="0"/>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21</a:t>
            </a:fld>
            <a:endParaRPr lang="zh-CN" altLang="en-US"/>
          </a:p>
        </p:txBody>
      </p:sp>
    </p:spTree>
    <p:extLst>
      <p:ext uri="{BB962C8B-B14F-4D97-AF65-F5344CB8AC3E}">
        <p14:creationId xmlns:p14="http://schemas.microsoft.com/office/powerpoint/2010/main" val="53688786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97E45-E552-3766-6948-B5455AF042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4BA732-A509-D09C-2282-937BDA1D70E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A5CEA0-619B-D4FB-0C1E-D4B2E9F03D71}"/>
              </a:ext>
            </a:extLst>
          </p:cNvPr>
          <p:cNvSpPr>
            <a:spLocks noGrp="1"/>
          </p:cNvSpPr>
          <p:nvPr>
            <p:ph type="body" idx="1"/>
          </p:nvPr>
        </p:nvSpPr>
        <p:spPr/>
        <p:txBody>
          <a:bodyPr/>
          <a:lstStyle/>
          <a:p>
            <a:endParaRPr lang="zh-CN" altLang="en-US" dirty="0"/>
          </a:p>
        </p:txBody>
      </p:sp>
      <p:sp>
        <p:nvSpPr>
          <p:cNvPr id="4" name="Slide Number Placeholder 3">
            <a:extLst>
              <a:ext uri="{FF2B5EF4-FFF2-40B4-BE49-F238E27FC236}">
                <a16:creationId xmlns:a16="http://schemas.microsoft.com/office/drawing/2014/main" id="{AA15ACD8-B9C6-5403-7731-7BC3EF80912C}"/>
              </a:ext>
            </a:extLst>
          </p:cNvPr>
          <p:cNvSpPr>
            <a:spLocks noGrp="1"/>
          </p:cNvSpPr>
          <p:nvPr>
            <p:ph type="sldNum" sz="quarter" idx="5"/>
          </p:nvPr>
        </p:nvSpPr>
        <p:spPr/>
        <p:txBody>
          <a:bodyPr/>
          <a:lstStyle/>
          <a:p>
            <a:fld id="{6D27E3F6-C3AC-4131-BD60-F31F1EE091B2}" type="slidenum">
              <a:rPr lang="zh-CN" altLang="en-US" smtClean="0"/>
              <a:t>22</a:t>
            </a:fld>
            <a:endParaRPr lang="zh-CN" altLang="en-US"/>
          </a:p>
        </p:txBody>
      </p:sp>
    </p:spTree>
    <p:extLst>
      <p:ext uri="{BB962C8B-B14F-4D97-AF65-F5344CB8AC3E}">
        <p14:creationId xmlns:p14="http://schemas.microsoft.com/office/powerpoint/2010/main" val="385476846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en-US" dirty="0"/>
              <a:t>第</a:t>
            </a:r>
            <a:r>
              <a:rPr lang="en-US" altLang="zh-CN" dirty="0"/>
              <a:t>7</a:t>
            </a:r>
            <a:r>
              <a:rPr lang="zh-CN" altLang="en-US" dirty="0"/>
              <a:t>版不再像第</a:t>
            </a:r>
            <a:r>
              <a:rPr lang="en-US" altLang="zh-CN" dirty="0"/>
              <a:t>6</a:t>
            </a:r>
            <a:r>
              <a:rPr lang="zh-CN" altLang="en-US" dirty="0"/>
              <a:t>版那样提供详细的“输入</a:t>
            </a:r>
            <a:r>
              <a:rPr lang="en-US" altLang="zh-CN" dirty="0"/>
              <a:t>-</a:t>
            </a:r>
            <a:r>
              <a:rPr lang="zh-CN" altLang="en-US" dirty="0"/>
              <a:t>工具</a:t>
            </a:r>
            <a:r>
              <a:rPr lang="en-US" altLang="zh-CN" dirty="0"/>
              <a:t>-</a:t>
            </a:r>
            <a:r>
              <a:rPr lang="zh-CN" altLang="en-US" dirty="0"/>
              <a:t>输出 </a:t>
            </a:r>
            <a:r>
              <a:rPr lang="en-US" altLang="zh-CN" dirty="0"/>
              <a:t>(ITTO)”</a:t>
            </a:r>
            <a:r>
              <a:rPr lang="zh-CN" altLang="en-US" dirty="0"/>
              <a:t>矩阵，而是期望项目经理基于这</a:t>
            </a:r>
            <a:r>
              <a:rPr lang="en-US" altLang="zh-CN" dirty="0"/>
              <a:t>12</a:t>
            </a:r>
            <a:r>
              <a:rPr lang="zh-CN" altLang="en-US" dirty="0"/>
              <a:t>项原则，在</a:t>
            </a:r>
            <a:r>
              <a:rPr lang="en-US" altLang="zh-CN" dirty="0"/>
              <a:t>8</a:t>
            </a:r>
            <a:r>
              <a:rPr lang="zh-CN" altLang="en-US" dirty="0"/>
              <a:t>大绩效域中灵活运用各种工具和剪裁方法，以实现价值交付</a:t>
            </a:r>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24</a:t>
            </a:fld>
            <a:endParaRPr lang="zh-CN" altLang="en-US"/>
          </a:p>
        </p:txBody>
      </p:sp>
    </p:spTree>
    <p:extLst>
      <p:ext uri="{BB962C8B-B14F-4D97-AF65-F5344CB8AC3E}">
        <p14:creationId xmlns:p14="http://schemas.microsoft.com/office/powerpoint/2010/main" val="407856070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sz="1200" b="0" i="0" kern="1200" dirty="0">
                <a:solidFill>
                  <a:schemeClr val="tx1"/>
                </a:solidFill>
                <a:effectLst/>
                <a:latin typeface="+mn-lt"/>
                <a:ea typeface="+mn-ea"/>
                <a:cs typeface="+mn-cs"/>
              </a:rPr>
              <a:t>Be a diligent, respectful, and caring steward.</a:t>
            </a:r>
          </a:p>
          <a:p>
            <a:r>
              <a:rPr lang="en-US" altLang="zh-CN" dirty="0"/>
              <a:t>Create a collaborative project team environment.</a:t>
            </a:r>
          </a:p>
          <a:p>
            <a:r>
              <a:rPr lang="en-US" altLang="zh-CN" dirty="0"/>
              <a:t>Effectively engage with stakeholders.</a:t>
            </a:r>
          </a:p>
          <a:p>
            <a:r>
              <a:rPr lang="en-US" altLang="zh-CN" dirty="0"/>
              <a:t>Focus on value.</a:t>
            </a:r>
          </a:p>
          <a:p>
            <a:r>
              <a:rPr lang="en-US" altLang="zh-CN" dirty="0"/>
              <a:t>Recognize, evaluate, and respond to system interactions.</a:t>
            </a:r>
          </a:p>
          <a:p>
            <a:r>
              <a:rPr lang="en-US" altLang="zh-CN" dirty="0"/>
              <a:t>Demonstrate leadership behaviors</a:t>
            </a:r>
          </a:p>
          <a:p>
            <a:r>
              <a:rPr lang="en-US" altLang="zh-CN" dirty="0"/>
              <a:t>Tailor based on context.</a:t>
            </a:r>
          </a:p>
          <a:p>
            <a:r>
              <a:rPr lang="en-US" altLang="zh-CN" dirty="0"/>
              <a:t>Build quality into processes and deliverables.</a:t>
            </a:r>
          </a:p>
          <a:p>
            <a:r>
              <a:rPr lang="en-US" altLang="zh-CN" dirty="0"/>
              <a:t>Navigate complexity.</a:t>
            </a:r>
          </a:p>
          <a:p>
            <a:r>
              <a:rPr lang="en-US" altLang="zh-CN" dirty="0"/>
              <a:t>Optimize risk responses.</a:t>
            </a:r>
          </a:p>
          <a:p>
            <a:r>
              <a:rPr lang="en-US" altLang="zh-CN" dirty="0"/>
              <a:t>Embrace adaptability and resiliency.</a:t>
            </a:r>
          </a:p>
          <a:p>
            <a:r>
              <a:rPr lang="en-US" altLang="zh-CN" dirty="0"/>
              <a:t>Enable change to achieve the envisioned future state.</a:t>
            </a:r>
            <a:endParaRPr lang="zh-CN" altLang="en-US" dirty="0"/>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26</a:t>
            </a:fld>
            <a:endParaRPr lang="zh-CN" altLang="en-US"/>
          </a:p>
        </p:txBody>
      </p:sp>
    </p:spTree>
    <p:extLst>
      <p:ext uri="{BB962C8B-B14F-4D97-AF65-F5344CB8AC3E}">
        <p14:creationId xmlns:p14="http://schemas.microsoft.com/office/powerpoint/2010/main" val="115927300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34</a:t>
            </a:fld>
            <a:endParaRPr lang="zh-CN" altLang="en-US"/>
          </a:p>
        </p:txBody>
      </p:sp>
    </p:spTree>
    <p:extLst>
      <p:ext uri="{BB962C8B-B14F-4D97-AF65-F5344CB8AC3E}">
        <p14:creationId xmlns:p14="http://schemas.microsoft.com/office/powerpoint/2010/main" val="121851711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以人为本</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以价值为导向</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合作共赢</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拥抱变化</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胜于</a:t>
            </a:r>
            <a:r>
              <a:rPr lang="en-US" altLang="zh-CN" dirty="0"/>
              <a:t>/</a:t>
            </a:r>
            <a:r>
              <a:rPr lang="zh-CN" altLang="en-US" dirty="0"/>
              <a:t>优于</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并没有否定</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36</a:t>
            </a:fld>
            <a:endParaRPr lang="zh-CN" altLang="en-US"/>
          </a:p>
        </p:txBody>
      </p:sp>
    </p:spTree>
    <p:extLst>
      <p:ext uri="{BB962C8B-B14F-4D97-AF65-F5344CB8AC3E}">
        <p14:creationId xmlns:p14="http://schemas.microsoft.com/office/powerpoint/2010/main" val="67351182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自己圈关键词</a:t>
            </a:r>
            <a:endParaRPr lang="en-US" altLang="zh-CN" dirty="0"/>
          </a:p>
          <a:p>
            <a:r>
              <a:rPr lang="zh-CN" altLang="en-US" dirty="0"/>
              <a:t>用人不疑</a:t>
            </a:r>
            <a:endParaRPr lang="en-US" altLang="zh-CN" dirty="0"/>
          </a:p>
          <a:p>
            <a:r>
              <a:rPr lang="zh-CN" altLang="en-US" dirty="0"/>
              <a:t>可工作：应用</a:t>
            </a:r>
            <a:endParaRPr lang="en-US" altLang="zh-CN" dirty="0"/>
          </a:p>
          <a:p>
            <a:r>
              <a:rPr lang="zh-CN" altLang="en-US" dirty="0"/>
              <a:t>团队稳定、不加班</a:t>
            </a:r>
            <a:endParaRPr lang="en-US" altLang="zh-CN" dirty="0"/>
          </a:p>
          <a:p>
            <a:r>
              <a:rPr lang="zh-CN" altLang="en-US" dirty="0"/>
              <a:t>复盘</a:t>
            </a:r>
            <a:endParaRPr lang="en-US" altLang="zh-CN" dirty="0"/>
          </a:p>
          <a:p>
            <a:r>
              <a:rPr lang="en-US" altLang="zh-CN" dirty="0"/>
              <a:t>1 Our highest priority is to satisfy the customer through early and continuous delivery of valuable software.</a:t>
            </a:r>
          </a:p>
          <a:p>
            <a:r>
              <a:rPr lang="en-US" altLang="zh-CN" dirty="0"/>
              <a:t>2 Welcome changing requirements, even late in development. Agile processes harness change for the customer's competitive advantage.</a:t>
            </a:r>
          </a:p>
          <a:p>
            <a:r>
              <a:rPr lang="en-US" altLang="zh-CN" dirty="0"/>
              <a:t>3 Deliver working software frequently, from a couple of weeks to a couple of months, with a preference to the shorter timescale.</a:t>
            </a:r>
          </a:p>
          <a:p>
            <a:r>
              <a:rPr lang="en-US" altLang="zh-CN" dirty="0"/>
              <a:t>4 Business people and developers must work together daily throughout the project.</a:t>
            </a:r>
          </a:p>
          <a:p>
            <a:r>
              <a:rPr lang="en-US" altLang="zh-CN" dirty="0"/>
              <a:t>5 Build projects around motivated individuals. Give them the environment and support they need, and trust them to get the job done.</a:t>
            </a:r>
          </a:p>
          <a:p>
            <a:r>
              <a:rPr lang="en-US" altLang="zh-CN" dirty="0"/>
              <a:t>6 The most efficient and effective method of conveying information to and within a development team is face-to-face conversation.</a:t>
            </a:r>
          </a:p>
          <a:p>
            <a:r>
              <a:rPr lang="en-US" altLang="zh-CN" dirty="0"/>
              <a:t>7 Working software is the primary measure of progress.</a:t>
            </a:r>
          </a:p>
          <a:p>
            <a:r>
              <a:rPr lang="en-US" altLang="zh-CN" dirty="0"/>
              <a:t>8 Agile processes promote sustainable development. The sponsors, developers, and users should be able to maintain a constant pace indefinitely.</a:t>
            </a:r>
          </a:p>
          <a:p>
            <a:r>
              <a:rPr lang="en-US" altLang="zh-CN" dirty="0"/>
              <a:t>9 Continuous attention to technical excellence and good design enhances agility.</a:t>
            </a:r>
          </a:p>
          <a:p>
            <a:r>
              <a:rPr lang="en-US" altLang="zh-CN" dirty="0"/>
              <a:t>10 Simplicity—the art of maximizing the amount of work not done—is essential.</a:t>
            </a:r>
          </a:p>
          <a:p>
            <a:r>
              <a:rPr lang="en-US" altLang="zh-CN" dirty="0"/>
              <a:t>11 The best architectures, requirements, and designs emerge from self-organizing teams.</a:t>
            </a:r>
          </a:p>
          <a:p>
            <a:r>
              <a:rPr lang="en-US" altLang="zh-CN" dirty="0"/>
              <a:t>12 At regular intervals, the team reflects on how to become more effective, then tunes and adjusts its behavior accordingly.</a:t>
            </a:r>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37</a:t>
            </a:fld>
            <a:endParaRPr lang="zh-CN" altLang="en-US"/>
          </a:p>
        </p:txBody>
      </p:sp>
    </p:spTree>
    <p:extLst>
      <p:ext uri="{BB962C8B-B14F-4D97-AF65-F5344CB8AC3E}">
        <p14:creationId xmlns:p14="http://schemas.microsoft.com/office/powerpoint/2010/main" val="418009196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以下为“范围外”项目内容：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1. </a:t>
            </a:r>
            <a:r>
              <a:rPr lang="zh-CN" altLang="en-US" dirty="0"/>
              <a:t>维护现有系统的升级与更新</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2. </a:t>
            </a:r>
            <a:r>
              <a:rPr lang="zh-CN" altLang="en-US" dirty="0"/>
              <a:t>为项目提供长期的技术支持</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3. </a:t>
            </a:r>
            <a:r>
              <a:rPr lang="zh-CN" altLang="en-US" dirty="0"/>
              <a:t>负责项目的市场营销与推广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4. </a:t>
            </a:r>
            <a:r>
              <a:rPr lang="zh-CN" altLang="en-US" dirty="0"/>
              <a:t>完成项目外的任何额外研究或调查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5. </a:t>
            </a:r>
            <a:r>
              <a:rPr lang="zh-CN" altLang="en-US" dirty="0"/>
              <a:t>项目相关的法律、税务咨询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6. </a:t>
            </a:r>
            <a:r>
              <a:rPr lang="zh-CN" altLang="en-US" dirty="0"/>
              <a:t>项目相关的内部培训与指导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7. </a:t>
            </a:r>
            <a:r>
              <a:rPr lang="zh-CN" altLang="en-US" dirty="0"/>
              <a:t>项目的扩展功能开发，除非在合同中特别约定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8. </a:t>
            </a:r>
            <a:r>
              <a:rPr lang="zh-CN" altLang="en-US" dirty="0"/>
              <a:t>任何不在合同明确范围内的工作内容</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48</a:t>
            </a:fld>
            <a:endParaRPr lang="zh-CN" altLang="en-US"/>
          </a:p>
        </p:txBody>
      </p:sp>
    </p:spTree>
    <p:extLst>
      <p:ext uri="{BB962C8B-B14F-4D97-AF65-F5344CB8AC3E}">
        <p14:creationId xmlns:p14="http://schemas.microsoft.com/office/powerpoint/2010/main" val="425320437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这是不切实际的。这影响了建设预算，承包商的利润空间以及进度表。</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49</a:t>
            </a:fld>
            <a:endParaRPr lang="zh-CN" altLang="en-US"/>
          </a:p>
        </p:txBody>
      </p:sp>
    </p:spTree>
    <p:extLst>
      <p:ext uri="{BB962C8B-B14F-4D97-AF65-F5344CB8AC3E}">
        <p14:creationId xmlns:p14="http://schemas.microsoft.com/office/powerpoint/2010/main" val="288359833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这将影响材料、设计和生产时间，削减预算和时间表</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50</a:t>
            </a:fld>
            <a:endParaRPr lang="zh-CN" altLang="en-US"/>
          </a:p>
        </p:txBody>
      </p:sp>
    </p:spTree>
    <p:extLst>
      <p:ext uri="{BB962C8B-B14F-4D97-AF65-F5344CB8AC3E}">
        <p14:creationId xmlns:p14="http://schemas.microsoft.com/office/powerpoint/2010/main" val="249654391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E2664E-0A19-F89A-0C2E-727CEAF340B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608438AE-0AD8-259B-8EE5-02216CBE9312}"/>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087C37A3-9B26-1C71-6809-EB8217787F86}"/>
              </a:ext>
            </a:extLst>
          </p:cNvPr>
          <p:cNvSpPr>
            <a:spLocks noGrp="1"/>
          </p:cNvSpPr>
          <p:nvPr>
            <p:ph type="body" idx="1"/>
          </p:nvPr>
        </p:nvSpPr>
        <p:spPr/>
        <p:txBody>
          <a:bodyPr/>
          <a:lstStyle/>
          <a:p>
            <a:r>
              <a:rPr lang="en-US" altLang="zh-CN" sz="1200" b="0" i="0" kern="1200" dirty="0">
                <a:solidFill>
                  <a:schemeClr val="tx1"/>
                </a:solidFill>
                <a:effectLst/>
                <a:latin typeface="+mn-lt"/>
                <a:ea typeface="+mn-ea"/>
                <a:cs typeface="+mn-cs"/>
              </a:rPr>
              <a:t>Scope Management Plan</a:t>
            </a:r>
          </a:p>
          <a:p>
            <a:r>
              <a:rPr lang="en-US" altLang="zh-CN" sz="1200" b="0" i="0" kern="1200" dirty="0">
                <a:solidFill>
                  <a:schemeClr val="tx1"/>
                </a:solidFill>
                <a:effectLst/>
                <a:latin typeface="+mn-lt"/>
                <a:ea typeface="+mn-ea"/>
                <a:cs typeface="+mn-cs"/>
              </a:rPr>
              <a:t>Requirements Management Plan</a:t>
            </a:r>
          </a:p>
          <a:p>
            <a:r>
              <a:rPr lang="zh-CN" altLang="en-US" sz="1200" b="0" i="0" kern="1200" dirty="0">
                <a:solidFill>
                  <a:schemeClr val="tx1"/>
                </a:solidFill>
                <a:effectLst/>
                <a:latin typeface="+mn-lt"/>
                <a:ea typeface="+mn-ea"/>
                <a:cs typeface="+mn-cs"/>
              </a:rPr>
              <a:t>组织过程资产：经验教训</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事业环境因素：人力管理制度</a:t>
            </a:r>
            <a:endParaRPr lang="zh-CN" altLang="en-US" dirty="0"/>
          </a:p>
        </p:txBody>
      </p:sp>
      <p:sp>
        <p:nvSpPr>
          <p:cNvPr id="4" name="灯片编号占位符 3">
            <a:extLst>
              <a:ext uri="{FF2B5EF4-FFF2-40B4-BE49-F238E27FC236}">
                <a16:creationId xmlns:a16="http://schemas.microsoft.com/office/drawing/2014/main" id="{853AD7A3-A5D3-46E5-A0E2-011047672515}"/>
              </a:ext>
            </a:extLst>
          </p:cNvPr>
          <p:cNvSpPr>
            <a:spLocks noGrp="1"/>
          </p:cNvSpPr>
          <p:nvPr>
            <p:ph type="sldNum" sz="quarter" idx="5"/>
          </p:nvPr>
        </p:nvSpPr>
        <p:spPr/>
        <p:txBody>
          <a:bodyPr/>
          <a:lstStyle/>
          <a:p>
            <a:fld id="{6D27E3F6-C3AC-4131-BD60-F31F1EE091B2}" type="slidenum">
              <a:rPr lang="zh-CN" altLang="en-US" smtClean="0"/>
              <a:t>52</a:t>
            </a:fld>
            <a:endParaRPr lang="zh-CN" altLang="en-US"/>
          </a:p>
        </p:txBody>
      </p:sp>
    </p:spTree>
    <p:extLst>
      <p:ext uri="{BB962C8B-B14F-4D97-AF65-F5344CB8AC3E}">
        <p14:creationId xmlns:p14="http://schemas.microsoft.com/office/powerpoint/2010/main" val="328430768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53</a:t>
            </a:fld>
            <a:endParaRPr lang="zh-CN" altLang="en-US"/>
          </a:p>
        </p:txBody>
      </p:sp>
    </p:spTree>
    <p:extLst>
      <p:ext uri="{BB962C8B-B14F-4D97-AF65-F5344CB8AC3E}">
        <p14:creationId xmlns:p14="http://schemas.microsoft.com/office/powerpoint/2010/main" val="20995062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61</a:t>
            </a:fld>
            <a:endParaRPr lang="zh-CN" altLang="en-US"/>
          </a:p>
        </p:txBody>
      </p:sp>
    </p:spTree>
    <p:extLst>
      <p:ext uri="{BB962C8B-B14F-4D97-AF65-F5344CB8AC3E}">
        <p14:creationId xmlns:p14="http://schemas.microsoft.com/office/powerpoint/2010/main" val="78943765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开发：透明</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68</a:t>
            </a:fld>
            <a:endParaRPr lang="zh-CN" altLang="en-US"/>
          </a:p>
        </p:txBody>
      </p:sp>
    </p:spTree>
    <p:extLst>
      <p:ext uri="{BB962C8B-B14F-4D97-AF65-F5344CB8AC3E}">
        <p14:creationId xmlns:p14="http://schemas.microsoft.com/office/powerpoint/2010/main" val="287670353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PO</a:t>
            </a:r>
            <a:r>
              <a:rPr lang="zh-CN" altLang="en-US" dirty="0"/>
              <a:t>：关注产品本身；根据价值排序</a:t>
            </a:r>
            <a:endParaRPr lang="en-US" altLang="zh-CN" dirty="0"/>
          </a:p>
          <a:p>
            <a:r>
              <a:rPr lang="en-US" altLang="zh-CN" dirty="0" err="1"/>
              <a:t>Msater</a:t>
            </a:r>
            <a:r>
              <a:rPr lang="zh-CN" altLang="en-US" dirty="0"/>
              <a:t>：项目经理、促进者、团队领导、</a:t>
            </a:r>
            <a:r>
              <a:rPr lang="en-US" altLang="zh-CN" dirty="0"/>
              <a:t>scrum</a:t>
            </a:r>
            <a:r>
              <a:rPr lang="zh-CN" altLang="en-US" dirty="0"/>
              <a:t>主管；仆人式领导</a:t>
            </a:r>
            <a:r>
              <a:rPr lang="en-US" altLang="zh-CN" dirty="0"/>
              <a:t>a servant-leader</a:t>
            </a:r>
            <a:r>
              <a:rPr lang="zh-CN" altLang="en-US" dirty="0"/>
              <a:t>、催化剂、老母鸡</a:t>
            </a:r>
            <a:endParaRPr lang="en-US" altLang="zh-CN"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73</a:t>
            </a:fld>
            <a:endParaRPr lang="zh-CN" altLang="en-US"/>
          </a:p>
        </p:txBody>
      </p:sp>
    </p:spTree>
    <p:extLst>
      <p:ext uri="{BB962C8B-B14F-4D97-AF65-F5344CB8AC3E}">
        <p14:creationId xmlns:p14="http://schemas.microsoft.com/office/powerpoint/2010/main" val="423208807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283A18-A8BC-4089-5A75-422129070BD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E52A0FB-9913-CC99-E989-693E8A8FD358}"/>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FD950F57-7FF7-CCC9-D4BE-E81DB647C152}"/>
              </a:ext>
            </a:extLst>
          </p:cNvPr>
          <p:cNvSpPr>
            <a:spLocks noGrp="1"/>
          </p:cNvSpPr>
          <p:nvPr>
            <p:ph type="body" idx="1"/>
          </p:nvPr>
        </p:nvSpPr>
        <p:spPr/>
        <p:txBody>
          <a:bodyPr/>
          <a:lstStyle/>
          <a:p>
            <a:r>
              <a:rPr lang="en-US" altLang="zh-CN" dirty="0"/>
              <a:t>PO</a:t>
            </a:r>
            <a:r>
              <a:rPr lang="zh-CN" altLang="en-US" dirty="0"/>
              <a:t>：关注产品本身；根据价值排序</a:t>
            </a:r>
            <a:endParaRPr lang="en-US" altLang="zh-CN" dirty="0"/>
          </a:p>
          <a:p>
            <a:r>
              <a:rPr lang="en-US" altLang="zh-CN" dirty="0" err="1"/>
              <a:t>Msater</a:t>
            </a:r>
            <a:r>
              <a:rPr lang="zh-CN" altLang="en-US" dirty="0"/>
              <a:t>：项目经理、促进者、团队领导、</a:t>
            </a:r>
            <a:r>
              <a:rPr lang="en-US" altLang="zh-CN" dirty="0"/>
              <a:t>scrum</a:t>
            </a:r>
            <a:r>
              <a:rPr lang="zh-CN" altLang="en-US" dirty="0"/>
              <a:t>主管；仆人式领导</a:t>
            </a:r>
            <a:r>
              <a:rPr lang="en-US" altLang="zh-CN" dirty="0"/>
              <a:t>a servant-leader</a:t>
            </a:r>
            <a:r>
              <a:rPr lang="zh-CN" altLang="en-US" dirty="0"/>
              <a:t>、催化剂、老母鸡</a:t>
            </a:r>
            <a:endParaRPr lang="en-US" altLang="zh-CN" dirty="0"/>
          </a:p>
        </p:txBody>
      </p:sp>
      <p:sp>
        <p:nvSpPr>
          <p:cNvPr id="4" name="灯片编号占位符 3">
            <a:extLst>
              <a:ext uri="{FF2B5EF4-FFF2-40B4-BE49-F238E27FC236}">
                <a16:creationId xmlns:a16="http://schemas.microsoft.com/office/drawing/2014/main" id="{711DF6DB-172C-C723-2E5B-A4E8E68BC5BC}"/>
              </a:ext>
            </a:extLst>
          </p:cNvPr>
          <p:cNvSpPr>
            <a:spLocks noGrp="1"/>
          </p:cNvSpPr>
          <p:nvPr>
            <p:ph type="sldNum" sz="quarter" idx="5"/>
          </p:nvPr>
        </p:nvSpPr>
        <p:spPr/>
        <p:txBody>
          <a:bodyPr/>
          <a:lstStyle/>
          <a:p>
            <a:fld id="{6D27E3F6-C3AC-4131-BD60-F31F1EE091B2}" type="slidenum">
              <a:rPr lang="zh-CN" altLang="en-US" smtClean="0"/>
              <a:t>74</a:t>
            </a:fld>
            <a:endParaRPr lang="zh-CN" altLang="en-US"/>
          </a:p>
        </p:txBody>
      </p:sp>
    </p:spTree>
    <p:extLst>
      <p:ext uri="{BB962C8B-B14F-4D97-AF65-F5344CB8AC3E}">
        <p14:creationId xmlns:p14="http://schemas.microsoft.com/office/powerpoint/2010/main" val="333157526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B</a:t>
            </a:r>
            <a:r>
              <a:rPr lang="zh-CN" altLang="en-US" dirty="0"/>
              <a:t>；</a:t>
            </a:r>
            <a:r>
              <a:rPr lang="en-US" altLang="zh-CN" dirty="0"/>
              <a:t>PO</a:t>
            </a:r>
            <a:r>
              <a:rPr lang="zh-CN" altLang="en-US" dirty="0"/>
              <a:t>对接客户，收集需求</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76</a:t>
            </a:fld>
            <a:endParaRPr lang="zh-CN" altLang="en-US"/>
          </a:p>
        </p:txBody>
      </p:sp>
    </p:spTree>
    <p:extLst>
      <p:ext uri="{BB962C8B-B14F-4D97-AF65-F5344CB8AC3E}">
        <p14:creationId xmlns:p14="http://schemas.microsoft.com/office/powerpoint/2010/main" val="312570094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r>
              <a:rPr lang="zh-CN" altLang="en-US" dirty="0"/>
              <a:t>：</a:t>
            </a:r>
            <a:r>
              <a:rPr lang="en-US" altLang="zh-CN" dirty="0"/>
              <a:t>PO</a:t>
            </a:r>
            <a:r>
              <a:rPr lang="zh-CN" altLang="en-US" dirty="0"/>
              <a:t>关注点偏离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77</a:t>
            </a:fld>
            <a:endParaRPr lang="zh-CN" altLang="en-US"/>
          </a:p>
        </p:txBody>
      </p:sp>
    </p:spTree>
    <p:extLst>
      <p:ext uri="{BB962C8B-B14F-4D97-AF65-F5344CB8AC3E}">
        <p14:creationId xmlns:p14="http://schemas.microsoft.com/office/powerpoint/2010/main" val="240246452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D</a:t>
            </a:r>
            <a:r>
              <a:rPr lang="zh-CN" altLang="en-US" dirty="0"/>
              <a:t>；</a:t>
            </a:r>
            <a:r>
              <a:rPr lang="en-US" altLang="zh-CN" dirty="0"/>
              <a:t>PO</a:t>
            </a:r>
            <a:r>
              <a:rPr lang="zh-CN" altLang="en-US" dirty="0"/>
              <a:t>负责定义优先级</a:t>
            </a:r>
            <a:endParaRPr lang="en-US" altLang="zh-CN" dirty="0"/>
          </a:p>
          <a:p>
            <a:r>
              <a:rPr lang="en-US" altLang="zh-CN" dirty="0"/>
              <a:t>B</a:t>
            </a:r>
            <a:r>
              <a:rPr lang="zh-CN" altLang="en-US" dirty="0"/>
              <a:t>排除</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78</a:t>
            </a:fld>
            <a:endParaRPr lang="zh-CN" altLang="en-US"/>
          </a:p>
        </p:txBody>
      </p:sp>
    </p:spTree>
    <p:extLst>
      <p:ext uri="{BB962C8B-B14F-4D97-AF65-F5344CB8AC3E}">
        <p14:creationId xmlns:p14="http://schemas.microsoft.com/office/powerpoint/2010/main" val="420739679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排除</a:t>
            </a:r>
            <a:r>
              <a:rPr lang="en-US" altLang="zh-CN" dirty="0"/>
              <a:t>AD</a:t>
            </a:r>
          </a:p>
          <a:p>
            <a:r>
              <a:rPr lang="en-US" altLang="zh-CN" dirty="0"/>
              <a:t>B</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79</a:t>
            </a:fld>
            <a:endParaRPr lang="zh-CN" altLang="en-US"/>
          </a:p>
        </p:txBody>
      </p:sp>
    </p:spTree>
    <p:extLst>
      <p:ext uri="{BB962C8B-B14F-4D97-AF65-F5344CB8AC3E}">
        <p14:creationId xmlns:p14="http://schemas.microsoft.com/office/powerpoint/2010/main" val="176816716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典型的 </a:t>
            </a:r>
            <a:r>
              <a:rPr lang="zh-CN" altLang="en-US" sz="1200" b="1" i="0" kern="1200" dirty="0">
                <a:solidFill>
                  <a:schemeClr val="tx1"/>
                </a:solidFill>
                <a:effectLst/>
                <a:latin typeface="+mn-lt"/>
                <a:ea typeface="+mn-ea"/>
                <a:cs typeface="+mn-cs"/>
              </a:rPr>
              <a:t>“变更干扰”场景</a:t>
            </a:r>
            <a:r>
              <a:rPr lang="zh-CN" altLang="en-US" sz="1200" b="0" i="0" kern="1200" dirty="0">
                <a:solidFill>
                  <a:schemeClr val="tx1"/>
                </a:solidFill>
                <a:effectLst/>
                <a:latin typeface="+mn-lt"/>
                <a:ea typeface="+mn-ea"/>
                <a:cs typeface="+mn-cs"/>
              </a:rPr>
              <a:t>，考验 </a:t>
            </a:r>
            <a:r>
              <a:rPr lang="en-US" altLang="zh-CN" sz="1200" b="0" i="0" kern="1200" dirty="0">
                <a:solidFill>
                  <a:schemeClr val="tx1"/>
                </a:solidFill>
                <a:effectLst/>
                <a:latin typeface="+mn-lt"/>
                <a:ea typeface="+mn-ea"/>
                <a:cs typeface="+mn-cs"/>
              </a:rPr>
              <a:t>Scrum Master </a:t>
            </a:r>
            <a:r>
              <a:rPr lang="zh-CN" altLang="en-US" sz="1200" b="0" i="0" kern="1200" dirty="0">
                <a:solidFill>
                  <a:schemeClr val="tx1"/>
                </a:solidFill>
                <a:effectLst/>
                <a:latin typeface="+mn-lt"/>
                <a:ea typeface="+mn-ea"/>
                <a:cs typeface="+mn-cs"/>
              </a:rPr>
              <a:t>是否能坚持原则、保护团队专注力</a:t>
            </a:r>
            <a:endParaRPr lang="en-US" altLang="zh-CN" dirty="0"/>
          </a:p>
          <a:p>
            <a:r>
              <a:rPr lang="zh-CN" altLang="en-US" dirty="0"/>
              <a:t>排除</a:t>
            </a:r>
            <a:r>
              <a:rPr lang="en-US" altLang="zh-CN" dirty="0"/>
              <a:t>ACD</a:t>
            </a:r>
            <a:r>
              <a:rPr lang="zh-CN" altLang="en-US" dirty="0"/>
              <a:t>，</a:t>
            </a:r>
            <a:r>
              <a:rPr lang="en-US" altLang="zh-CN" dirty="0"/>
              <a:t>master </a:t>
            </a:r>
            <a:r>
              <a:rPr lang="zh-CN" altLang="en-US" dirty="0"/>
              <a:t>无权添加</a:t>
            </a:r>
            <a:endParaRPr lang="en-US" altLang="zh-CN" dirty="0"/>
          </a:p>
          <a:p>
            <a:r>
              <a:rPr lang="en-US" altLang="zh-CN" dirty="0"/>
              <a:t>B</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80</a:t>
            </a:fld>
            <a:endParaRPr lang="zh-CN" altLang="en-US"/>
          </a:p>
        </p:txBody>
      </p:sp>
    </p:spTree>
    <p:extLst>
      <p:ext uri="{BB962C8B-B14F-4D97-AF65-F5344CB8AC3E}">
        <p14:creationId xmlns:p14="http://schemas.microsoft.com/office/powerpoint/2010/main" val="254175502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p>
          <a:p>
            <a:r>
              <a:rPr lang="zh-CN" altLang="en-US" dirty="0"/>
              <a:t>排除</a:t>
            </a:r>
            <a:r>
              <a:rPr lang="en-US" altLang="zh-CN" dirty="0"/>
              <a:t>BC</a:t>
            </a:r>
            <a:r>
              <a:rPr lang="zh-CN" altLang="en-US" dirty="0"/>
              <a:t>；相关方没有时间频繁参加每日站会</a:t>
            </a:r>
            <a:endParaRPr lang="en-US" altLang="zh-CN" dirty="0"/>
          </a:p>
          <a:p>
            <a:r>
              <a:rPr lang="en-US" altLang="zh-CN" dirty="0"/>
              <a:t>D</a:t>
            </a:r>
            <a:r>
              <a:rPr lang="zh-CN" altLang="en-US" dirty="0"/>
              <a:t>：做了，但是没有做到位</a:t>
            </a:r>
            <a:endParaRPr lang="en-US" altLang="zh-CN"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81</a:t>
            </a:fld>
            <a:endParaRPr lang="zh-CN" altLang="en-US"/>
          </a:p>
        </p:txBody>
      </p:sp>
    </p:spTree>
    <p:extLst>
      <p:ext uri="{BB962C8B-B14F-4D97-AF65-F5344CB8AC3E}">
        <p14:creationId xmlns:p14="http://schemas.microsoft.com/office/powerpoint/2010/main" val="31681844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B</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82</a:t>
            </a:fld>
            <a:endParaRPr lang="zh-CN" altLang="en-US"/>
          </a:p>
        </p:txBody>
      </p:sp>
    </p:spTree>
    <p:extLst>
      <p:ext uri="{BB962C8B-B14F-4D97-AF65-F5344CB8AC3E}">
        <p14:creationId xmlns:p14="http://schemas.microsoft.com/office/powerpoint/2010/main" val="350201282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排除</a:t>
            </a:r>
            <a:r>
              <a:rPr lang="en-US" altLang="zh-CN" dirty="0"/>
              <a:t>A</a:t>
            </a:r>
          </a:p>
          <a:p>
            <a:r>
              <a:rPr lang="en-US" altLang="zh-CN" dirty="0"/>
              <a:t>C</a:t>
            </a:r>
            <a:r>
              <a:rPr lang="zh-CN" altLang="en-US" dirty="0"/>
              <a:t>：提醒和辅导；不等于“替团队做事”，而是“移除障碍，让团队能自己做成事”</a:t>
            </a:r>
            <a:r>
              <a:rPr lang="en-US" altLang="zh-CN" dirty="0"/>
              <a:t>——</a:t>
            </a:r>
            <a:r>
              <a:rPr lang="zh-CN" altLang="en-US" dirty="0"/>
              <a:t>这正是最高级的赋能</a:t>
            </a:r>
            <a:endParaRPr lang="en-US" altLang="zh-CN" dirty="0"/>
          </a:p>
          <a:p>
            <a:r>
              <a:rPr lang="en-US" altLang="zh-CN" dirty="0"/>
              <a:t>B</a:t>
            </a:r>
            <a:r>
              <a:rPr lang="zh-CN" altLang="en-US" dirty="0"/>
              <a:t>：存疑；虽然温和，但流于表面，无法解决根本问题</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83</a:t>
            </a:fld>
            <a:endParaRPr lang="zh-CN" altLang="en-US"/>
          </a:p>
        </p:txBody>
      </p:sp>
    </p:spTree>
    <p:extLst>
      <p:ext uri="{BB962C8B-B14F-4D97-AF65-F5344CB8AC3E}">
        <p14:creationId xmlns:p14="http://schemas.microsoft.com/office/powerpoint/2010/main" val="385308620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p>
          <a:p>
            <a:r>
              <a:rPr lang="zh-CN" altLang="en-US" dirty="0"/>
              <a:t>排除</a:t>
            </a:r>
            <a:r>
              <a:rPr lang="en-US" altLang="zh-CN" dirty="0"/>
              <a:t>D</a:t>
            </a:r>
            <a:r>
              <a:rPr lang="zh-CN" altLang="en-US" dirty="0"/>
              <a:t>：技术不归你管</a:t>
            </a:r>
            <a:endParaRPr lang="en-US" altLang="zh-CN" dirty="0"/>
          </a:p>
          <a:p>
            <a:r>
              <a:rPr lang="en-US" altLang="zh-CN" dirty="0"/>
              <a:t>B</a:t>
            </a:r>
            <a:r>
              <a:rPr lang="zh-CN" altLang="en-US" dirty="0"/>
              <a:t>：计划会由</a:t>
            </a:r>
            <a:r>
              <a:rPr lang="en-US" altLang="zh-CN" dirty="0"/>
              <a:t>PO</a:t>
            </a:r>
            <a:r>
              <a:rPr lang="zh-CN" altLang="en-US" dirty="0"/>
              <a:t>主导</a:t>
            </a:r>
            <a:endParaRPr lang="en-US" altLang="zh-CN"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84</a:t>
            </a:fld>
            <a:endParaRPr lang="zh-CN" altLang="en-US"/>
          </a:p>
        </p:txBody>
      </p:sp>
    </p:spTree>
    <p:extLst>
      <p:ext uri="{BB962C8B-B14F-4D97-AF65-F5344CB8AC3E}">
        <p14:creationId xmlns:p14="http://schemas.microsoft.com/office/powerpoint/2010/main" val="47445031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排除</a:t>
            </a:r>
            <a:r>
              <a:rPr lang="en-US" altLang="zh-CN" dirty="0"/>
              <a:t>AC</a:t>
            </a:r>
          </a:p>
          <a:p>
            <a:r>
              <a:rPr lang="en-US" altLang="zh-CN" dirty="0"/>
              <a:t>B</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85</a:t>
            </a:fld>
            <a:endParaRPr lang="zh-CN" altLang="en-US"/>
          </a:p>
        </p:txBody>
      </p:sp>
    </p:spTree>
    <p:extLst>
      <p:ext uri="{BB962C8B-B14F-4D97-AF65-F5344CB8AC3E}">
        <p14:creationId xmlns:p14="http://schemas.microsoft.com/office/powerpoint/2010/main" val="305290462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D</a:t>
            </a:r>
            <a:r>
              <a:rPr lang="zh-CN" altLang="en-US" dirty="0"/>
              <a:t>：</a:t>
            </a:r>
            <a:r>
              <a:rPr lang="zh-CN" altLang="en-US" sz="1200" b="0" i="0" kern="1200" dirty="0">
                <a:solidFill>
                  <a:schemeClr val="tx1"/>
                </a:solidFill>
                <a:effectLst/>
                <a:latin typeface="+mn-lt"/>
                <a:ea typeface="+mn-ea"/>
                <a:cs typeface="+mn-cs"/>
              </a:rPr>
              <a:t>核心职责之一：移除障碍 </a:t>
            </a:r>
            <a:r>
              <a:rPr lang="en-US" altLang="zh-CN" sz="1200" b="0" i="0" kern="1200" dirty="0">
                <a:solidFill>
                  <a:schemeClr val="tx1"/>
                </a:solidFill>
                <a:effectLst/>
                <a:latin typeface="+mn-lt"/>
                <a:ea typeface="+mn-ea"/>
                <a:cs typeface="+mn-cs"/>
              </a:rPr>
              <a:t>Impediment</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86</a:t>
            </a:fld>
            <a:endParaRPr lang="zh-CN" altLang="en-US"/>
          </a:p>
        </p:txBody>
      </p:sp>
    </p:spTree>
    <p:extLst>
      <p:ext uri="{BB962C8B-B14F-4D97-AF65-F5344CB8AC3E}">
        <p14:creationId xmlns:p14="http://schemas.microsoft.com/office/powerpoint/2010/main" val="219220838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p>
          <a:p>
            <a:r>
              <a:rPr lang="zh-CN" altLang="en-US" dirty="0"/>
              <a:t>排除</a:t>
            </a:r>
            <a:r>
              <a:rPr lang="en-US" altLang="zh-CN" dirty="0"/>
              <a:t>D</a:t>
            </a:r>
            <a:r>
              <a:rPr lang="zh-CN" altLang="en-US" dirty="0"/>
              <a:t>：关键、虚拟</a:t>
            </a:r>
            <a:endParaRPr lang="en-US" altLang="zh-CN"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87</a:t>
            </a:fld>
            <a:endParaRPr lang="zh-CN" altLang="en-US"/>
          </a:p>
        </p:txBody>
      </p:sp>
    </p:spTree>
    <p:extLst>
      <p:ext uri="{BB962C8B-B14F-4D97-AF65-F5344CB8AC3E}">
        <p14:creationId xmlns:p14="http://schemas.microsoft.com/office/powerpoint/2010/main" val="23853548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88</a:t>
            </a:fld>
            <a:endParaRPr lang="zh-CN" altLang="en-US"/>
          </a:p>
        </p:txBody>
      </p:sp>
    </p:spTree>
    <p:extLst>
      <p:ext uri="{BB962C8B-B14F-4D97-AF65-F5344CB8AC3E}">
        <p14:creationId xmlns:p14="http://schemas.microsoft.com/office/powerpoint/2010/main" val="97627132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r>
              <a:rPr lang="zh-CN" altLang="en-US" dirty="0"/>
              <a:t>：人数</a:t>
            </a:r>
            <a:r>
              <a:rPr lang="en-US" altLang="zh-CN" dirty="0"/>
              <a:t>5-9</a:t>
            </a:r>
            <a:r>
              <a:rPr lang="zh-CN" altLang="en-US" dirty="0"/>
              <a:t>人为宜</a:t>
            </a:r>
            <a:endParaRPr lang="en-US" altLang="zh-CN" dirty="0"/>
          </a:p>
          <a:p>
            <a:r>
              <a:rPr lang="en-US" altLang="zh-CN" dirty="0"/>
              <a:t>C</a:t>
            </a:r>
            <a:r>
              <a:rPr lang="zh-CN" altLang="en-US" dirty="0"/>
              <a:t>：</a:t>
            </a:r>
            <a:r>
              <a:rPr lang="en-US" altLang="zh-CN" dirty="0"/>
              <a:t>15</a:t>
            </a:r>
            <a:r>
              <a:rPr lang="zh-CN" altLang="en-US" dirty="0"/>
              <a:t>分钟；避免太长</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89</a:t>
            </a:fld>
            <a:endParaRPr lang="zh-CN" altLang="en-US"/>
          </a:p>
        </p:txBody>
      </p:sp>
    </p:spTree>
    <p:extLst>
      <p:ext uri="{BB962C8B-B14F-4D97-AF65-F5344CB8AC3E}">
        <p14:creationId xmlns:p14="http://schemas.microsoft.com/office/powerpoint/2010/main" val="339081825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p>
          <a:p>
            <a:r>
              <a:rPr lang="en-US" altLang="zh-CN" dirty="0"/>
              <a:t>B</a:t>
            </a:r>
            <a:r>
              <a:rPr lang="zh-CN" altLang="en-US" dirty="0"/>
              <a:t>：错在而不是</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90</a:t>
            </a:fld>
            <a:endParaRPr lang="zh-CN" altLang="en-US"/>
          </a:p>
        </p:txBody>
      </p:sp>
    </p:spTree>
    <p:extLst>
      <p:ext uri="{BB962C8B-B14F-4D97-AF65-F5344CB8AC3E}">
        <p14:creationId xmlns:p14="http://schemas.microsoft.com/office/powerpoint/2010/main" val="367863359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排除</a:t>
            </a:r>
            <a:r>
              <a:rPr lang="en-US" altLang="zh-CN" dirty="0"/>
              <a:t>AD</a:t>
            </a:r>
          </a:p>
          <a:p>
            <a:r>
              <a:rPr lang="en-US" altLang="zh-CN" dirty="0"/>
              <a:t>B</a:t>
            </a:r>
            <a:r>
              <a:rPr lang="zh-CN" altLang="en-US" dirty="0"/>
              <a:t>：不能代表用户反馈</a:t>
            </a:r>
            <a:endParaRPr lang="en-US" altLang="zh-CN" dirty="0"/>
          </a:p>
          <a:p>
            <a:r>
              <a:rPr lang="en-US" altLang="zh-CN" dirty="0"/>
              <a:t>C</a:t>
            </a:r>
            <a:r>
              <a:rPr lang="zh-CN" altLang="en-US" dirty="0"/>
              <a:t>：在约束条件下创新地获取真实反馈</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91</a:t>
            </a:fld>
            <a:endParaRPr lang="zh-CN" altLang="en-US"/>
          </a:p>
        </p:txBody>
      </p:sp>
    </p:spTree>
    <p:extLst>
      <p:ext uri="{BB962C8B-B14F-4D97-AF65-F5344CB8AC3E}">
        <p14:creationId xmlns:p14="http://schemas.microsoft.com/office/powerpoint/2010/main" val="246363700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排除</a:t>
            </a:r>
            <a:r>
              <a:rPr lang="en-US" altLang="zh-CN" dirty="0"/>
              <a:t>D</a:t>
            </a:r>
          </a:p>
          <a:p>
            <a:r>
              <a:rPr lang="zh-CN" altLang="en-US" dirty="0"/>
              <a:t>排除</a:t>
            </a:r>
            <a:r>
              <a:rPr lang="en-US" altLang="zh-CN" dirty="0"/>
              <a:t>B</a:t>
            </a:r>
            <a:r>
              <a:rPr lang="zh-CN" altLang="en-US" dirty="0"/>
              <a:t>：技术</a:t>
            </a:r>
            <a:endParaRPr lang="en-US" altLang="zh-CN" dirty="0"/>
          </a:p>
          <a:p>
            <a:r>
              <a:rPr lang="en-US" altLang="zh-CN" dirty="0"/>
              <a:t>C</a:t>
            </a:r>
            <a:r>
              <a:rPr lang="zh-CN" altLang="en-US" dirty="0"/>
              <a:t>：属于参与</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92</a:t>
            </a:fld>
            <a:endParaRPr lang="zh-CN" altLang="en-US"/>
          </a:p>
        </p:txBody>
      </p:sp>
    </p:spTree>
    <p:extLst>
      <p:ext uri="{BB962C8B-B14F-4D97-AF65-F5344CB8AC3E}">
        <p14:creationId xmlns:p14="http://schemas.microsoft.com/office/powerpoint/2010/main" val="78000608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err="1"/>
              <a:t>Planing</a:t>
            </a:r>
            <a:r>
              <a:rPr lang="zh-CN" altLang="en-US" dirty="0"/>
              <a:t>：</a:t>
            </a:r>
            <a:r>
              <a:rPr lang="en-US" altLang="zh-CN" dirty="0"/>
              <a:t>eight hours for a one-month Sprint</a:t>
            </a:r>
            <a:r>
              <a:rPr lang="zh-CN" altLang="en-US" dirty="0"/>
              <a:t>；</a:t>
            </a:r>
            <a:r>
              <a:rPr lang="en-US" altLang="zh-CN" dirty="0"/>
              <a:t>2h/week</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Daily</a:t>
            </a:r>
            <a:r>
              <a:rPr lang="zh-CN" altLang="en-US" dirty="0"/>
              <a:t>：</a:t>
            </a:r>
            <a:r>
              <a:rPr lang="en-US" altLang="zh-CN" dirty="0"/>
              <a:t>15min</a:t>
            </a:r>
            <a:r>
              <a:rPr lang="zh-CN" altLang="en-US" dirty="0"/>
              <a:t>；检查进度</a:t>
            </a:r>
            <a:r>
              <a:rPr lang="en-US" altLang="zh-CN" sz="1200" b="0" i="0" kern="1200" dirty="0">
                <a:solidFill>
                  <a:schemeClr val="tx1"/>
                </a:solidFill>
                <a:effectLst/>
                <a:latin typeface="+mn-lt"/>
                <a:ea typeface="+mn-ea"/>
                <a:cs typeface="+mn-cs"/>
              </a:rPr>
              <a:t>inspect </a:t>
            </a:r>
            <a:r>
              <a:rPr lang="zh-CN" altLang="en-US" sz="1200" b="0" i="0" kern="1200" dirty="0">
                <a:solidFill>
                  <a:schemeClr val="tx1"/>
                </a:solidFill>
                <a:effectLst/>
                <a:latin typeface="+mn-lt"/>
                <a:ea typeface="+mn-ea"/>
                <a:cs typeface="+mn-cs"/>
              </a:rPr>
              <a:t>，</a:t>
            </a:r>
            <a:r>
              <a:rPr lang="zh-CN" altLang="en-US" dirty="0"/>
              <a:t>同步信息：完成什么。计划完成什么；什么障碍；但是不解决问题；团队成员都可以主持</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b="0" i="0" kern="1200" dirty="0">
                <a:solidFill>
                  <a:schemeClr val="tx1"/>
                </a:solidFill>
                <a:effectLst/>
                <a:latin typeface="+mn-lt"/>
                <a:ea typeface="+mn-ea"/>
                <a:cs typeface="+mn-cs"/>
              </a:rPr>
              <a:t>冲刺评审：对于一个月的冲刺，时间限制在最多四小时，</a:t>
            </a:r>
            <a:r>
              <a:rPr lang="en-US" altLang="zh-CN" sz="1200" b="0" i="0" kern="1200" dirty="0">
                <a:solidFill>
                  <a:schemeClr val="tx1"/>
                </a:solidFill>
                <a:effectLst/>
                <a:latin typeface="+mn-lt"/>
                <a:ea typeface="+mn-ea"/>
                <a:cs typeface="+mn-cs"/>
              </a:rPr>
              <a:t>1h/week</a:t>
            </a:r>
            <a:endParaRPr lang="en-US" altLang="zh-CN"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93</a:t>
            </a:fld>
            <a:endParaRPr lang="zh-CN" altLang="en-US"/>
          </a:p>
        </p:txBody>
      </p:sp>
    </p:spTree>
    <p:extLst>
      <p:ext uri="{BB962C8B-B14F-4D97-AF65-F5344CB8AC3E}">
        <p14:creationId xmlns:p14="http://schemas.microsoft.com/office/powerpoint/2010/main" val="295050894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如何要所有人真正参与于到每日站会而不流于形式？随机请人复述其它某个人的站会事项</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94</a:t>
            </a:fld>
            <a:endParaRPr lang="zh-CN" altLang="en-US"/>
          </a:p>
        </p:txBody>
      </p:sp>
    </p:spTree>
    <p:extLst>
      <p:ext uri="{BB962C8B-B14F-4D97-AF65-F5344CB8AC3E}">
        <p14:creationId xmlns:p14="http://schemas.microsoft.com/office/powerpoint/2010/main" val="311135043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96</a:t>
            </a:fld>
            <a:endParaRPr lang="zh-CN" altLang="en-US"/>
          </a:p>
        </p:txBody>
      </p:sp>
    </p:spTree>
    <p:extLst>
      <p:ext uri="{BB962C8B-B14F-4D97-AF65-F5344CB8AC3E}">
        <p14:creationId xmlns:p14="http://schemas.microsoft.com/office/powerpoint/2010/main" val="102755439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eight hours for a one-month Sprint</a:t>
            </a:r>
          </a:p>
          <a:p>
            <a:r>
              <a:rPr lang="en-US" altLang="zh-CN" dirty="0"/>
              <a:t>C</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97</a:t>
            </a:fld>
            <a:endParaRPr lang="zh-CN" altLang="en-US"/>
          </a:p>
        </p:txBody>
      </p:sp>
    </p:spTree>
    <p:extLst>
      <p:ext uri="{BB962C8B-B14F-4D97-AF65-F5344CB8AC3E}">
        <p14:creationId xmlns:p14="http://schemas.microsoft.com/office/powerpoint/2010/main" val="246214089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r>
              <a:rPr lang="zh-CN" altLang="en-US" dirty="0"/>
              <a:t>：迭代结束后，需要提交价值，应该让干系人了解</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98</a:t>
            </a:fld>
            <a:endParaRPr lang="zh-CN" altLang="en-US"/>
          </a:p>
        </p:txBody>
      </p:sp>
    </p:spTree>
    <p:extLst>
      <p:ext uri="{BB962C8B-B14F-4D97-AF65-F5344CB8AC3E}">
        <p14:creationId xmlns:p14="http://schemas.microsoft.com/office/powerpoint/2010/main" val="358007181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Product Backlog</a:t>
            </a:r>
            <a:r>
              <a:rPr lang="zh-CN" altLang="en-US" dirty="0"/>
              <a:t>：有序列表；每</a:t>
            </a:r>
            <a:r>
              <a:rPr lang="en-US" altLang="zh-CN" dirty="0"/>
              <a:t>2</a:t>
            </a:r>
            <a:r>
              <a:rPr lang="zh-CN" altLang="en-US" dirty="0"/>
              <a:t>周选最重要的几项（</a:t>
            </a:r>
            <a:r>
              <a:rPr lang="en-US" altLang="zh-CN" dirty="0"/>
              <a:t>Sprint Goal</a:t>
            </a:r>
            <a:r>
              <a:rPr lang="zh-CN" altLang="en-US" dirty="0"/>
              <a:t>），再拆成每天任务 </a:t>
            </a:r>
            <a:r>
              <a:rPr lang="en-US" altLang="zh-CN" dirty="0"/>
              <a:t>Sprint Backlog</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Increment</a:t>
            </a:r>
            <a:r>
              <a:rPr lang="zh-CN" altLang="en-US" dirty="0"/>
              <a:t>：当前冲刺阶段完成且</a:t>
            </a:r>
            <a:r>
              <a:rPr lang="en-US" altLang="zh-CN" dirty="0"/>
              <a:t>PO</a:t>
            </a:r>
            <a:r>
              <a:rPr lang="zh-CN" altLang="en-US" dirty="0"/>
              <a:t>审核通过，可以交付的价值</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99</a:t>
            </a:fld>
            <a:endParaRPr lang="zh-CN" altLang="en-US"/>
          </a:p>
        </p:txBody>
      </p:sp>
    </p:spTree>
    <p:extLst>
      <p:ext uri="{BB962C8B-B14F-4D97-AF65-F5344CB8AC3E}">
        <p14:creationId xmlns:p14="http://schemas.microsoft.com/office/powerpoint/2010/main" val="406858123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B</a:t>
            </a:r>
          </a:p>
          <a:p>
            <a:r>
              <a:rPr lang="en-US" altLang="zh-CN" dirty="0"/>
              <a:t>C</a:t>
            </a:r>
            <a:r>
              <a:rPr lang="zh-CN" altLang="en-US" dirty="0"/>
              <a:t>：被动</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100</a:t>
            </a:fld>
            <a:endParaRPr lang="zh-CN" altLang="en-US"/>
          </a:p>
        </p:txBody>
      </p:sp>
    </p:spTree>
    <p:extLst>
      <p:ext uri="{BB962C8B-B14F-4D97-AF65-F5344CB8AC3E}">
        <p14:creationId xmlns:p14="http://schemas.microsoft.com/office/powerpoint/2010/main" val="237733028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r>
              <a:rPr lang="zh-CN" altLang="en-US" dirty="0"/>
              <a:t>：逐步精细化 </a:t>
            </a:r>
            <a:r>
              <a:rPr lang="en-US" altLang="zh-CN" dirty="0"/>
              <a:t>Progressive Elaboration</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101</a:t>
            </a:fld>
            <a:endParaRPr lang="zh-CN" altLang="en-US"/>
          </a:p>
        </p:txBody>
      </p:sp>
    </p:spTree>
    <p:extLst>
      <p:ext uri="{BB962C8B-B14F-4D97-AF65-F5344CB8AC3E}">
        <p14:creationId xmlns:p14="http://schemas.microsoft.com/office/powerpoint/2010/main" val="46141511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102</a:t>
            </a:fld>
            <a:endParaRPr lang="zh-CN" altLang="en-US"/>
          </a:p>
        </p:txBody>
      </p:sp>
    </p:spTree>
    <p:extLst>
      <p:ext uri="{BB962C8B-B14F-4D97-AF65-F5344CB8AC3E}">
        <p14:creationId xmlns:p14="http://schemas.microsoft.com/office/powerpoint/2010/main" val="302603070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103</a:t>
            </a:fld>
            <a:endParaRPr lang="zh-CN" altLang="en-US"/>
          </a:p>
        </p:txBody>
      </p:sp>
    </p:spTree>
    <p:extLst>
      <p:ext uri="{BB962C8B-B14F-4D97-AF65-F5344CB8AC3E}">
        <p14:creationId xmlns:p14="http://schemas.microsoft.com/office/powerpoint/2010/main" val="397166838"/>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r>
              <a:rPr lang="zh-CN" altLang="en-US" dirty="0"/>
              <a:t>：都要做</a:t>
            </a:r>
            <a:endParaRPr lang="en-US" altLang="zh-CN"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104</a:t>
            </a:fld>
            <a:endParaRPr lang="zh-CN" altLang="en-US"/>
          </a:p>
        </p:txBody>
      </p:sp>
    </p:spTree>
    <p:extLst>
      <p:ext uri="{BB962C8B-B14F-4D97-AF65-F5344CB8AC3E}">
        <p14:creationId xmlns:p14="http://schemas.microsoft.com/office/powerpoint/2010/main" val="114946285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B</a:t>
            </a:r>
            <a:r>
              <a:rPr lang="zh-CN" altLang="en-US" dirty="0"/>
              <a:t>：包括目标和任务</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105</a:t>
            </a:fld>
            <a:endParaRPr lang="zh-CN" altLang="en-US"/>
          </a:p>
        </p:txBody>
      </p:sp>
    </p:spTree>
    <p:extLst>
      <p:ext uri="{BB962C8B-B14F-4D97-AF65-F5344CB8AC3E}">
        <p14:creationId xmlns:p14="http://schemas.microsoft.com/office/powerpoint/2010/main" val="413537256"/>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D</a:t>
            </a:r>
            <a:r>
              <a:rPr lang="zh-CN" altLang="en-US" dirty="0"/>
              <a:t>：确定目标→添加到代表事项条目→分解任务→认领任务</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106</a:t>
            </a:fld>
            <a:endParaRPr lang="zh-CN" altLang="en-US"/>
          </a:p>
        </p:txBody>
      </p:sp>
    </p:spTree>
    <p:extLst>
      <p:ext uri="{BB962C8B-B14F-4D97-AF65-F5344CB8AC3E}">
        <p14:creationId xmlns:p14="http://schemas.microsoft.com/office/powerpoint/2010/main" val="412725374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r>
              <a:rPr lang="zh-CN" altLang="en-US" dirty="0"/>
              <a:t>：</a:t>
            </a:r>
            <a:r>
              <a:rPr lang="en-US" altLang="zh-CN" dirty="0"/>
              <a:t>Sprint </a:t>
            </a:r>
            <a:r>
              <a:rPr lang="zh-CN" altLang="en-US" dirty="0"/>
              <a:t>目标和 </a:t>
            </a:r>
            <a:r>
              <a:rPr lang="en-US" altLang="zh-CN" dirty="0"/>
              <a:t>Sprint </a:t>
            </a:r>
            <a:r>
              <a:rPr lang="zh-CN" altLang="en-US" dirty="0"/>
              <a:t>待办列表在 </a:t>
            </a:r>
            <a:r>
              <a:rPr lang="en-US" altLang="zh-CN" dirty="0"/>
              <a:t>Sprint </a:t>
            </a:r>
            <a:r>
              <a:rPr lang="zh-CN" altLang="en-US" dirty="0"/>
              <a:t>期间不得更改</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107</a:t>
            </a:fld>
            <a:endParaRPr lang="zh-CN" altLang="en-US"/>
          </a:p>
        </p:txBody>
      </p:sp>
    </p:spTree>
    <p:extLst>
      <p:ext uri="{BB962C8B-B14F-4D97-AF65-F5344CB8AC3E}">
        <p14:creationId xmlns:p14="http://schemas.microsoft.com/office/powerpoint/2010/main" val="184761961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B</a:t>
            </a:r>
            <a:r>
              <a:rPr lang="zh-CN" altLang="en-US" dirty="0"/>
              <a:t>：产品待办列表（</a:t>
            </a:r>
            <a:r>
              <a:rPr lang="en-US" altLang="zh-CN" dirty="0"/>
              <a:t>Product Backlog</a:t>
            </a:r>
            <a:r>
              <a:rPr lang="zh-CN" altLang="en-US" dirty="0"/>
              <a:t>）是未来工作的集合，不是当前 </a:t>
            </a:r>
            <a:r>
              <a:rPr lang="en-US" altLang="zh-CN" dirty="0"/>
              <a:t>Sprint </a:t>
            </a:r>
            <a:r>
              <a:rPr lang="zh-CN" altLang="en-US" dirty="0"/>
              <a:t>的执行计划</a:t>
            </a:r>
            <a:endParaRPr lang="en-US" altLang="zh-CN" dirty="0"/>
          </a:p>
          <a:p>
            <a:r>
              <a:rPr lang="en-US" altLang="zh-CN" dirty="0"/>
              <a:t>C</a:t>
            </a:r>
            <a:r>
              <a:rPr lang="zh-CN" altLang="en-US" dirty="0"/>
              <a:t>：</a:t>
            </a:r>
            <a:r>
              <a:rPr lang="en-US" altLang="zh-CN" dirty="0"/>
              <a:t>Sprint </a:t>
            </a:r>
            <a:r>
              <a:rPr lang="zh-CN" altLang="en-US" dirty="0"/>
              <a:t>时间盒是固定的，不应改变</a:t>
            </a:r>
            <a:endParaRPr lang="en-US" altLang="zh-CN" dirty="0"/>
          </a:p>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108</a:t>
            </a:fld>
            <a:endParaRPr lang="zh-CN" altLang="en-US"/>
          </a:p>
        </p:txBody>
      </p:sp>
    </p:spTree>
    <p:extLst>
      <p:ext uri="{BB962C8B-B14F-4D97-AF65-F5344CB8AC3E}">
        <p14:creationId xmlns:p14="http://schemas.microsoft.com/office/powerpoint/2010/main" val="91288987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109</a:t>
            </a:fld>
            <a:endParaRPr lang="zh-CN" altLang="en-US"/>
          </a:p>
        </p:txBody>
      </p:sp>
    </p:spTree>
    <p:extLst>
      <p:ext uri="{BB962C8B-B14F-4D97-AF65-F5344CB8AC3E}">
        <p14:creationId xmlns:p14="http://schemas.microsoft.com/office/powerpoint/2010/main" val="322508626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110</a:t>
            </a:fld>
            <a:endParaRPr lang="zh-CN" altLang="en-US"/>
          </a:p>
        </p:txBody>
      </p:sp>
    </p:spTree>
    <p:extLst>
      <p:ext uri="{BB962C8B-B14F-4D97-AF65-F5344CB8AC3E}">
        <p14:creationId xmlns:p14="http://schemas.microsoft.com/office/powerpoint/2010/main" val="210865051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111</a:t>
            </a:fld>
            <a:endParaRPr lang="zh-CN" altLang="en-US"/>
          </a:p>
        </p:txBody>
      </p:sp>
    </p:spTree>
    <p:extLst>
      <p:ext uri="{BB962C8B-B14F-4D97-AF65-F5344CB8AC3E}">
        <p14:creationId xmlns:p14="http://schemas.microsoft.com/office/powerpoint/2010/main" val="2960063069"/>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是否与项目直接相关？是否可分摊？是否已发生？</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114</a:t>
            </a:fld>
            <a:endParaRPr lang="zh-CN" altLang="en-US"/>
          </a:p>
        </p:txBody>
      </p:sp>
    </p:spTree>
    <p:extLst>
      <p:ext uri="{BB962C8B-B14F-4D97-AF65-F5344CB8AC3E}">
        <p14:creationId xmlns:p14="http://schemas.microsoft.com/office/powerpoint/2010/main" val="1036546965"/>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参数估算：使用数学模型；依赖历史数据；准确性由模型质量和数据可靠性决定的方法</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116</a:t>
            </a:fld>
            <a:endParaRPr lang="zh-CN" altLang="en-US"/>
          </a:p>
        </p:txBody>
      </p:sp>
    </p:spTree>
    <p:extLst>
      <p:ext uri="{BB962C8B-B14F-4D97-AF65-F5344CB8AC3E}">
        <p14:creationId xmlns:p14="http://schemas.microsoft.com/office/powerpoint/2010/main" val="100335939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偏差用减法</a:t>
            </a:r>
            <a:endParaRPr lang="en-US" altLang="zh-CN" dirty="0"/>
          </a:p>
          <a:p>
            <a:r>
              <a:rPr lang="zh-CN" altLang="en-US" dirty="0"/>
              <a:t>绩效用除法</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119</a:t>
            </a:fld>
            <a:endParaRPr lang="zh-CN" altLang="en-US"/>
          </a:p>
        </p:txBody>
      </p:sp>
    </p:spTree>
    <p:extLst>
      <p:ext uri="{BB962C8B-B14F-4D97-AF65-F5344CB8AC3E}">
        <p14:creationId xmlns:p14="http://schemas.microsoft.com/office/powerpoint/2010/main" val="296212469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默认情况下，紧前活动结束后，紧后活动马上开始</a:t>
            </a:r>
            <a:endParaRPr lang="en-US" altLang="zh-CN" dirty="0"/>
          </a:p>
          <a:p>
            <a:r>
              <a:rPr lang="en-US" altLang="zh-CN" dirty="0"/>
              <a:t>D</a:t>
            </a:r>
            <a:r>
              <a:rPr lang="zh-CN" altLang="en-US" dirty="0"/>
              <a:t>提前</a:t>
            </a:r>
            <a:r>
              <a:rPr lang="en-US" altLang="zh-CN" dirty="0"/>
              <a:t>2</a:t>
            </a:r>
            <a:r>
              <a:rPr lang="zh-CN" altLang="en-US" dirty="0"/>
              <a:t>天开始</a:t>
            </a:r>
            <a:endParaRPr lang="en-US" altLang="zh-CN" dirty="0"/>
          </a:p>
          <a:p>
            <a:r>
              <a:rPr lang="en-US" altLang="zh-CN" dirty="0"/>
              <a:t>F</a:t>
            </a:r>
            <a:r>
              <a:rPr lang="zh-CN" altLang="en-US" dirty="0"/>
              <a:t>推迟</a:t>
            </a:r>
            <a:r>
              <a:rPr lang="en-US" altLang="zh-CN" dirty="0"/>
              <a:t>3</a:t>
            </a:r>
            <a:r>
              <a:rPr lang="zh-CN" altLang="en-US" dirty="0"/>
              <a:t>天开始</a:t>
            </a:r>
          </a:p>
          <a:p>
            <a:r>
              <a:rPr lang="en-US" altLang="zh-CN" dirty="0"/>
              <a:t>SS+2 </a:t>
            </a:r>
            <a:r>
              <a:rPr lang="zh-CN" altLang="en-US" dirty="0"/>
              <a:t>：紧后活动必须在紧前活动开始之后 </a:t>
            </a:r>
            <a:r>
              <a:rPr lang="en-US" altLang="zh-CN" dirty="0"/>
              <a:t>2 </a:t>
            </a:r>
            <a:r>
              <a:rPr lang="zh-CN" altLang="en-US" dirty="0"/>
              <a:t>天才能开始</a:t>
            </a:r>
            <a:endParaRPr lang="en-US" altLang="zh-CN" dirty="0"/>
          </a:p>
          <a:p>
            <a:r>
              <a:rPr lang="en-US" altLang="zh-CN" dirty="0"/>
              <a:t>SS+0</a:t>
            </a:r>
            <a:r>
              <a:rPr lang="zh-CN" altLang="en-US" dirty="0"/>
              <a:t>：紧后活动与紧前活动同时开始（这才是“同时开始”）</a:t>
            </a:r>
            <a:endParaRPr lang="en-US" altLang="zh-CN" dirty="0"/>
          </a:p>
          <a:p>
            <a:r>
              <a:rPr lang="en-US" altLang="zh-CN" dirty="0"/>
              <a:t>FS+3</a:t>
            </a:r>
            <a:r>
              <a:rPr lang="zh-CN" altLang="en-US" dirty="0"/>
              <a:t>：紧后活动必须在紧前活动完成后</a:t>
            </a:r>
            <a:r>
              <a:rPr lang="en-US" altLang="zh-CN" dirty="0"/>
              <a:t>3</a:t>
            </a:r>
            <a:r>
              <a:rPr lang="zh-CN" altLang="en-US" dirty="0"/>
              <a:t>天才能开始。</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126</a:t>
            </a:fld>
            <a:endParaRPr lang="zh-CN" altLang="en-US"/>
          </a:p>
        </p:txBody>
      </p:sp>
    </p:spTree>
    <p:extLst>
      <p:ext uri="{BB962C8B-B14F-4D97-AF65-F5344CB8AC3E}">
        <p14:creationId xmlns:p14="http://schemas.microsoft.com/office/powerpoint/2010/main" val="130357751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如果总浮动时间 </a:t>
            </a:r>
            <a:r>
              <a:rPr lang="en-US" altLang="zh-CN" dirty="0"/>
              <a:t>&gt; 0</a:t>
            </a:r>
            <a:r>
              <a:rPr lang="zh-CN" altLang="en-US" dirty="0"/>
              <a:t>，则说明该任务不在关键路径上，可以延迟而不影响项目工期</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134</a:t>
            </a:fld>
            <a:endParaRPr lang="zh-CN" altLang="en-US"/>
          </a:p>
        </p:txBody>
      </p:sp>
    </p:spTree>
    <p:extLst>
      <p:ext uri="{BB962C8B-B14F-4D97-AF65-F5344CB8AC3E}">
        <p14:creationId xmlns:p14="http://schemas.microsoft.com/office/powerpoint/2010/main" val="118864456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5EFC9B-787E-C9A8-84D2-7FAF292CEF9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8610CFC-73C8-3AB3-E997-74E793A17822}"/>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CE2A1103-32F2-709A-D429-9C1579DD1B5F}"/>
              </a:ext>
            </a:extLst>
          </p:cNvPr>
          <p:cNvSpPr>
            <a:spLocks noGrp="1"/>
          </p:cNvSpPr>
          <p:nvPr>
            <p:ph type="body" idx="1"/>
          </p:nvPr>
        </p:nvSpPr>
        <p:spPr/>
        <p:txBody>
          <a:bodyPr/>
          <a:lstStyle/>
          <a:p>
            <a:r>
              <a:rPr lang="zh-CN" altLang="en-US" dirty="0"/>
              <a:t>如果总浮动时间 </a:t>
            </a:r>
            <a:r>
              <a:rPr lang="en-US" altLang="zh-CN" dirty="0"/>
              <a:t>&gt; 0</a:t>
            </a:r>
            <a:r>
              <a:rPr lang="zh-CN" altLang="en-US" dirty="0"/>
              <a:t>，则说明该任务不在关键路径上，可以延迟而不影响项目工期</a:t>
            </a:r>
          </a:p>
        </p:txBody>
      </p:sp>
      <p:sp>
        <p:nvSpPr>
          <p:cNvPr id="4" name="灯片编号占位符 3">
            <a:extLst>
              <a:ext uri="{FF2B5EF4-FFF2-40B4-BE49-F238E27FC236}">
                <a16:creationId xmlns:a16="http://schemas.microsoft.com/office/drawing/2014/main" id="{D7C86BC0-5F69-2A26-27F4-41C4C5E21DC6}"/>
              </a:ext>
            </a:extLst>
          </p:cNvPr>
          <p:cNvSpPr>
            <a:spLocks noGrp="1"/>
          </p:cNvSpPr>
          <p:nvPr>
            <p:ph type="sldNum" sz="quarter" idx="5"/>
          </p:nvPr>
        </p:nvSpPr>
        <p:spPr/>
        <p:txBody>
          <a:bodyPr/>
          <a:lstStyle/>
          <a:p>
            <a:fld id="{6D27E3F6-C3AC-4131-BD60-F31F1EE091B2}" type="slidenum">
              <a:rPr lang="zh-CN" altLang="en-US" smtClean="0"/>
              <a:t>135</a:t>
            </a:fld>
            <a:endParaRPr lang="zh-CN" altLang="en-US"/>
          </a:p>
        </p:txBody>
      </p:sp>
    </p:spTree>
    <p:extLst>
      <p:ext uri="{BB962C8B-B14F-4D97-AF65-F5344CB8AC3E}">
        <p14:creationId xmlns:p14="http://schemas.microsoft.com/office/powerpoint/2010/main" val="260787084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ACDGH</a:t>
            </a:r>
          </a:p>
          <a:p>
            <a:r>
              <a:rPr lang="en-US" altLang="zh-CN" dirty="0"/>
              <a:t>44</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136</a:t>
            </a:fld>
            <a:endParaRPr lang="zh-CN" altLang="en-US"/>
          </a:p>
        </p:txBody>
      </p:sp>
    </p:spTree>
    <p:extLst>
      <p:ext uri="{BB962C8B-B14F-4D97-AF65-F5344CB8AC3E}">
        <p14:creationId xmlns:p14="http://schemas.microsoft.com/office/powerpoint/2010/main" val="3709798480"/>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D</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141</a:t>
            </a:fld>
            <a:endParaRPr lang="zh-CN" altLang="en-US"/>
          </a:p>
        </p:txBody>
      </p:sp>
    </p:spTree>
    <p:extLst>
      <p:ext uri="{BB962C8B-B14F-4D97-AF65-F5344CB8AC3E}">
        <p14:creationId xmlns:p14="http://schemas.microsoft.com/office/powerpoint/2010/main" val="1774958165"/>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145</a:t>
            </a:fld>
            <a:endParaRPr lang="zh-CN" altLang="en-US"/>
          </a:p>
        </p:txBody>
      </p:sp>
    </p:spTree>
    <p:extLst>
      <p:ext uri="{BB962C8B-B14F-4D97-AF65-F5344CB8AC3E}">
        <p14:creationId xmlns:p14="http://schemas.microsoft.com/office/powerpoint/2010/main" val="48033296"/>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不管在哪个阶段，团队增加或减少人员，都从形成阶段开始</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155</a:t>
            </a:fld>
            <a:endParaRPr lang="zh-CN" altLang="en-US"/>
          </a:p>
        </p:txBody>
      </p:sp>
    </p:spTree>
    <p:extLst>
      <p:ext uri="{BB962C8B-B14F-4D97-AF65-F5344CB8AC3E}">
        <p14:creationId xmlns:p14="http://schemas.microsoft.com/office/powerpoint/2010/main" val="2756896845"/>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156</a:t>
            </a:fld>
            <a:endParaRPr lang="zh-CN" altLang="en-US"/>
          </a:p>
        </p:txBody>
      </p:sp>
    </p:spTree>
    <p:extLst>
      <p:ext uri="{BB962C8B-B14F-4D97-AF65-F5344CB8AC3E}">
        <p14:creationId xmlns:p14="http://schemas.microsoft.com/office/powerpoint/2010/main" val="2355770618"/>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Maslow's Hierarchy of Needs</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159</a:t>
            </a:fld>
            <a:endParaRPr lang="zh-CN" altLang="en-US"/>
          </a:p>
        </p:txBody>
      </p:sp>
    </p:spTree>
    <p:extLst>
      <p:ext uri="{BB962C8B-B14F-4D97-AF65-F5344CB8AC3E}">
        <p14:creationId xmlns:p14="http://schemas.microsoft.com/office/powerpoint/2010/main" val="3975839108"/>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r>
              <a:rPr lang="zh-CN" altLang="en-US" dirty="0"/>
              <a:t>：无法消除</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171</a:t>
            </a:fld>
            <a:endParaRPr lang="zh-CN" altLang="en-US"/>
          </a:p>
        </p:txBody>
      </p:sp>
    </p:spTree>
    <p:extLst>
      <p:ext uri="{BB962C8B-B14F-4D97-AF65-F5344CB8AC3E}">
        <p14:creationId xmlns:p14="http://schemas.microsoft.com/office/powerpoint/2010/main" val="317645088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风险识别是识别风险事件</a:t>
            </a:r>
            <a:r>
              <a:rPr lang="en-US" altLang="zh-CN" dirty="0"/>
              <a:t>, </a:t>
            </a:r>
            <a:r>
              <a:rPr lang="zh-CN" altLang="en-US" dirty="0"/>
              <a:t>系统化地确定对项目计划的威胁，识别已知和可预测的风险</a:t>
            </a:r>
            <a:endParaRPr lang="en-US" altLang="zh-CN" dirty="0"/>
          </a:p>
          <a:p>
            <a:endParaRPr lang="en-US" altLang="zh-CN" dirty="0"/>
          </a:p>
          <a:p>
            <a:r>
              <a:rPr lang="zh-CN" altLang="en-US" dirty="0"/>
              <a:t>对风险事件发生概率的评估，对项目风险影响的评估，给出项目风险排序</a:t>
            </a:r>
            <a:endParaRPr lang="en-US" altLang="zh-CN" dirty="0"/>
          </a:p>
          <a:p>
            <a:endParaRPr lang="en-US" altLang="zh-CN" dirty="0"/>
          </a:p>
          <a:p>
            <a:r>
              <a:rPr lang="zh-CN" altLang="en-US" dirty="0"/>
              <a:t>针对风险分析的结果，制定一定的行动和策略来对付、减少、以至于消灭风险事件造成的影响</a:t>
            </a:r>
          </a:p>
          <a:p>
            <a:endParaRPr lang="en-US" altLang="zh-CN" dirty="0"/>
          </a:p>
          <a:p>
            <a:r>
              <a:rPr lang="zh-CN" altLang="en-US" dirty="0"/>
              <a:t>风险控制是在项目执行过程中实施和监控风险计划，同时，不断进行风险识别、风险分析、风险规划的过程。</a:t>
            </a:r>
          </a:p>
          <a:p>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174</a:t>
            </a:fld>
            <a:endParaRPr lang="zh-CN" altLang="en-US"/>
          </a:p>
        </p:txBody>
      </p:sp>
    </p:spTree>
    <p:extLst>
      <p:ext uri="{BB962C8B-B14F-4D97-AF65-F5344CB8AC3E}">
        <p14:creationId xmlns:p14="http://schemas.microsoft.com/office/powerpoint/2010/main" val="3256401110"/>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总价：乙方</a:t>
            </a:r>
            <a:r>
              <a:rPr lang="en-US" altLang="zh-CN" dirty="0"/>
              <a:t>/</a:t>
            </a:r>
            <a:r>
              <a:rPr lang="zh-CN" altLang="en-US" dirty="0"/>
              <a:t>承包人风险大</a:t>
            </a:r>
            <a:endParaRPr lang="en-US" altLang="zh-CN" dirty="0"/>
          </a:p>
          <a:p>
            <a:r>
              <a:rPr lang="zh-CN" altLang="en-US" dirty="0"/>
              <a:t>补偿：实报实销；甲方</a:t>
            </a:r>
            <a:r>
              <a:rPr lang="en-US" altLang="zh-CN" dirty="0"/>
              <a:t>/</a:t>
            </a:r>
            <a:r>
              <a:rPr lang="zh-CN" altLang="en-US" dirty="0"/>
              <a:t>出包人风险大</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180</a:t>
            </a:fld>
            <a:endParaRPr lang="zh-CN" altLang="en-US"/>
          </a:p>
        </p:txBody>
      </p:sp>
    </p:spTree>
    <p:extLst>
      <p:ext uri="{BB962C8B-B14F-4D97-AF65-F5344CB8AC3E}">
        <p14:creationId xmlns:p14="http://schemas.microsoft.com/office/powerpoint/2010/main" val="74545248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sp>
        <p:nvSpPr>
          <p:cNvPr id="8" name="图片占位符 7">
            <a:extLst>
              <a:ext uri="{FF2B5EF4-FFF2-40B4-BE49-F238E27FC236}">
                <a16:creationId xmlns:a16="http://schemas.microsoft.com/office/drawing/2014/main" id="{DD2370AC-1BEE-3E5D-48C7-011775346A5C}"/>
              </a:ext>
            </a:extLst>
          </p:cNvPr>
          <p:cNvSpPr>
            <a:spLocks noGrp="1"/>
          </p:cNvSpPr>
          <p:nvPr>
            <p:ph type="pic" sz="quarter" idx="10"/>
          </p:nvPr>
        </p:nvSpPr>
        <p:spPr>
          <a:xfrm>
            <a:off x="0" y="0"/>
            <a:ext cx="6480000" cy="6858000"/>
          </a:xfrm>
        </p:spPr>
        <p:txBody>
          <a:bodyPr/>
          <a:lstStyle/>
          <a:p>
            <a:endParaRPr lang="zh-CN" altLang="en-US"/>
          </a:p>
        </p:txBody>
      </p:sp>
      <p:pic>
        <p:nvPicPr>
          <p:cNvPr id="11" name="图片 10">
            <a:extLst>
              <a:ext uri="{FF2B5EF4-FFF2-40B4-BE49-F238E27FC236}">
                <a16:creationId xmlns:a16="http://schemas.microsoft.com/office/drawing/2014/main" id="{AAD46275-3AD6-767E-0713-088117FF7C2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147801" y="84798"/>
            <a:ext cx="900000" cy="900000"/>
          </a:xfrm>
          <a:prstGeom prst="rect">
            <a:avLst/>
          </a:prstGeom>
        </p:spPr>
      </p:pic>
      <p:sp>
        <p:nvSpPr>
          <p:cNvPr id="2" name="标题 1">
            <a:extLst>
              <a:ext uri="{FF2B5EF4-FFF2-40B4-BE49-F238E27FC236}">
                <a16:creationId xmlns:a16="http://schemas.microsoft.com/office/drawing/2014/main" id="{72F450D1-2B98-9869-554D-D0BA13E48E58}"/>
              </a:ext>
            </a:extLst>
          </p:cNvPr>
          <p:cNvSpPr>
            <a:spLocks noGrp="1"/>
          </p:cNvSpPr>
          <p:nvPr>
            <p:ph type="ctrTitle"/>
          </p:nvPr>
        </p:nvSpPr>
        <p:spPr>
          <a:xfrm>
            <a:off x="4077578" y="3498981"/>
            <a:ext cx="7262228" cy="1440000"/>
          </a:xfrm>
          <a:solidFill>
            <a:schemeClr val="accent2"/>
          </a:solidFill>
        </p:spPr>
        <p:txBody>
          <a:bodyPr wrap="square" lIns="180000" tIns="72000" rIns="180000" bIns="72000" anchor="b" anchorCtr="0">
            <a:noAutofit/>
          </a:bodyPr>
          <a:lstStyle>
            <a:lvl1pPr algn="r">
              <a:defRPr sz="4000">
                <a:solidFill>
                  <a:schemeClr val="bg1"/>
                </a:solidFill>
              </a:defRPr>
            </a:lvl1pPr>
          </a:lstStyle>
          <a:p>
            <a:r>
              <a:rPr lang="zh-CN" altLang="en-US" dirty="0"/>
              <a:t>单击此处编辑母版标题样式</a:t>
            </a:r>
          </a:p>
        </p:txBody>
      </p:sp>
      <p:sp>
        <p:nvSpPr>
          <p:cNvPr id="3" name="副标题 2">
            <a:extLst>
              <a:ext uri="{FF2B5EF4-FFF2-40B4-BE49-F238E27FC236}">
                <a16:creationId xmlns:a16="http://schemas.microsoft.com/office/drawing/2014/main" id="{A87B90A3-455D-D324-B463-CDE9FC6BE089}"/>
              </a:ext>
            </a:extLst>
          </p:cNvPr>
          <p:cNvSpPr>
            <a:spLocks noGrp="1"/>
          </p:cNvSpPr>
          <p:nvPr>
            <p:ph type="subTitle" idx="1"/>
          </p:nvPr>
        </p:nvSpPr>
        <p:spPr>
          <a:xfrm>
            <a:off x="4077578" y="4938981"/>
            <a:ext cx="7262228" cy="900000"/>
          </a:xfrm>
          <a:solidFill>
            <a:schemeClr val="accent2"/>
          </a:solidFill>
        </p:spPr>
        <p:txBody>
          <a:bodyPr wrap="square" lIns="180000" tIns="72000" rIns="180000" bIns="72000">
            <a:noAutofit/>
          </a:bodyPr>
          <a:lstStyle>
            <a:lvl1pPr marL="0" indent="0" algn="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单击此处编辑母版副标题样式</a:t>
            </a:r>
          </a:p>
        </p:txBody>
      </p:sp>
      <p:sp>
        <p:nvSpPr>
          <p:cNvPr id="19" name="菱形 18" descr="89f8af67-b191-4e95-a5e3-cbb147f04195">
            <a:extLst>
              <a:ext uri="{FF2B5EF4-FFF2-40B4-BE49-F238E27FC236}">
                <a16:creationId xmlns:a16="http://schemas.microsoft.com/office/drawing/2014/main" id="{15004213-0984-0627-4EBA-FEF74DCA9A6E}"/>
              </a:ext>
            </a:extLst>
          </p:cNvPr>
          <p:cNvSpPr>
            <a:spLocks noChangeAspect="1"/>
          </p:cNvSpPr>
          <p:nvPr userDrawn="1"/>
        </p:nvSpPr>
        <p:spPr>
          <a:xfrm>
            <a:off x="10469687" y="244928"/>
            <a:ext cx="540000" cy="540000"/>
          </a:xfrm>
          <a:prstGeom prst="diamond">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zh-CN" altLang="en-US"/>
          </a:p>
        </p:txBody>
      </p:sp>
      <p:sp>
        <p:nvSpPr>
          <p:cNvPr id="20" name="菱形 19" descr="7f2bef7e-9b0d-4d11-befa-c798825aecb3">
            <a:extLst>
              <a:ext uri="{FF2B5EF4-FFF2-40B4-BE49-F238E27FC236}">
                <a16:creationId xmlns:a16="http://schemas.microsoft.com/office/drawing/2014/main" id="{C145F8BC-62DA-23DC-37E3-4A31FDFE7DB0}"/>
              </a:ext>
            </a:extLst>
          </p:cNvPr>
          <p:cNvSpPr>
            <a:spLocks noChangeAspect="1"/>
          </p:cNvSpPr>
          <p:nvPr userDrawn="1"/>
        </p:nvSpPr>
        <p:spPr>
          <a:xfrm>
            <a:off x="10352588" y="298928"/>
            <a:ext cx="432000" cy="432000"/>
          </a:xfrm>
          <a:prstGeom prst="diamond">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zh-CN" altLang="en-US"/>
          </a:p>
        </p:txBody>
      </p:sp>
      <p:sp>
        <p:nvSpPr>
          <p:cNvPr id="22" name="文本占位符 21">
            <a:extLst>
              <a:ext uri="{FF2B5EF4-FFF2-40B4-BE49-F238E27FC236}">
                <a16:creationId xmlns:a16="http://schemas.microsoft.com/office/drawing/2014/main" id="{A1F7BB37-E4C0-C016-3E58-F8D62C5C16A4}"/>
              </a:ext>
            </a:extLst>
          </p:cNvPr>
          <p:cNvSpPr>
            <a:spLocks noGrp="1"/>
          </p:cNvSpPr>
          <p:nvPr>
            <p:ph type="body" sz="quarter" idx="11"/>
          </p:nvPr>
        </p:nvSpPr>
        <p:spPr>
          <a:xfrm>
            <a:off x="6480000" y="1128713"/>
            <a:ext cx="4859513" cy="2300287"/>
          </a:xfrm>
        </p:spPr>
        <p:txBody>
          <a:bodyPr/>
          <a:lstStyle>
            <a:lvl1pPr algn="r">
              <a:buFont typeface="+mj-lt"/>
              <a:buAutoNum type="arabicPeriod"/>
              <a:defRPr sz="1800"/>
            </a:lvl1pPr>
          </a:lstStyle>
          <a:p>
            <a:pPr lvl="0"/>
            <a:r>
              <a:rPr lang="zh-CN" altLang="en-US" dirty="0"/>
              <a:t>单击此处编辑母版文本样式</a:t>
            </a:r>
          </a:p>
        </p:txBody>
      </p:sp>
    </p:spTree>
    <p:extLst>
      <p:ext uri="{BB962C8B-B14F-4D97-AF65-F5344CB8AC3E}">
        <p14:creationId xmlns:p14="http://schemas.microsoft.com/office/powerpoint/2010/main" val="39040826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76456F5-2A18-8257-6B35-05010BF45EAB}"/>
              </a:ext>
            </a:extLst>
          </p:cNvPr>
          <p:cNvSpPr>
            <a:spLocks noGrp="1"/>
          </p:cNvSpPr>
          <p:nvPr>
            <p:ph type="title" hasCustomPrompt="1"/>
          </p:nvPr>
        </p:nvSpPr>
        <p:spPr>
          <a:xfrm>
            <a:off x="695998" y="360000"/>
            <a:ext cx="6375921" cy="429413"/>
          </a:xfrm>
        </p:spPr>
        <p:txBody>
          <a:bodyPr>
            <a:noAutofit/>
          </a:bodyPr>
          <a:lstStyle/>
          <a:p>
            <a:r>
              <a:rPr lang="zh-CN" altLang="en-US" dirty="0"/>
              <a:t>单击此处编辑母版标题样式</a:t>
            </a:r>
          </a:p>
        </p:txBody>
      </p:sp>
      <p:sp>
        <p:nvSpPr>
          <p:cNvPr id="3" name="内容占位符 2">
            <a:extLst>
              <a:ext uri="{FF2B5EF4-FFF2-40B4-BE49-F238E27FC236}">
                <a16:creationId xmlns:a16="http://schemas.microsoft.com/office/drawing/2014/main" id="{41776D05-FCCE-6B04-6AA1-6194D1436192}"/>
              </a:ext>
            </a:extLst>
          </p:cNvPr>
          <p:cNvSpPr>
            <a:spLocks noGrp="1"/>
          </p:cNvSpPr>
          <p:nvPr>
            <p:ph idx="1"/>
          </p:nvPr>
        </p:nvSpPr>
        <p:spPr>
          <a:xfrm>
            <a:off x="696000" y="864000"/>
            <a:ext cx="10800000" cy="5400000"/>
          </a:xfrm>
        </p:spPr>
        <p:txBody>
          <a:bodyPr/>
          <a:lstStyle>
            <a:lvl2pPr marL="432000" indent="-180000">
              <a:buFont typeface="Montserrat" panose="00000500000000000000" pitchFamily="2" charset="0"/>
              <a:buChar char="‐"/>
              <a:defRPr/>
            </a:lvl2pPr>
            <a:lvl3pPr marL="648000" indent="-180000">
              <a:defRPr/>
            </a:lvl3pPr>
            <a:lvl4pPr marL="864000" indent="-180000">
              <a:defRPr/>
            </a:lvl4pPr>
            <a:lvl5pPr marL="1080000" indent="-180000">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矩形 6">
            <a:extLst>
              <a:ext uri="{FF2B5EF4-FFF2-40B4-BE49-F238E27FC236}">
                <a16:creationId xmlns:a16="http://schemas.microsoft.com/office/drawing/2014/main" id="{D4812367-3D08-B306-B266-F72C3AB8A53C}"/>
              </a:ext>
            </a:extLst>
          </p:cNvPr>
          <p:cNvSpPr/>
          <p:nvPr userDrawn="1"/>
        </p:nvSpPr>
        <p:spPr>
          <a:xfrm>
            <a:off x="696000" y="792000"/>
            <a:ext cx="10800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占位符 4">
            <a:extLst>
              <a:ext uri="{FF2B5EF4-FFF2-40B4-BE49-F238E27FC236}">
                <a16:creationId xmlns:a16="http://schemas.microsoft.com/office/drawing/2014/main" id="{9F828CC5-6987-894B-DEE9-D85BFBE13D32}"/>
              </a:ext>
            </a:extLst>
          </p:cNvPr>
          <p:cNvSpPr>
            <a:spLocks noGrp="1"/>
          </p:cNvSpPr>
          <p:nvPr>
            <p:ph type="body" sz="quarter" idx="10" hasCustomPrompt="1"/>
          </p:nvPr>
        </p:nvSpPr>
        <p:spPr>
          <a:xfrm>
            <a:off x="7071919" y="448519"/>
            <a:ext cx="4424080" cy="338554"/>
          </a:xfrm>
        </p:spPr>
        <p:txBody>
          <a:bodyPr anchor="b" anchorCtr="0">
            <a:spAutoFit/>
          </a:bodyPr>
          <a:lstStyle>
            <a:lvl1pPr marL="0" indent="0" algn="r">
              <a:spcAft>
                <a:spcPts val="0"/>
              </a:spcAft>
              <a:buNone/>
              <a:defRPr sz="1600" baseline="0"/>
            </a:lvl1pPr>
          </a:lstStyle>
          <a:p>
            <a:pPr lvl="0"/>
            <a:r>
              <a:rPr lang="zh-CN" altLang="en-US" dirty="0"/>
              <a:t>单击此处编辑母版文本样式</a:t>
            </a:r>
          </a:p>
        </p:txBody>
      </p:sp>
    </p:spTree>
    <p:extLst>
      <p:ext uri="{BB962C8B-B14F-4D97-AF65-F5344CB8AC3E}">
        <p14:creationId xmlns:p14="http://schemas.microsoft.com/office/powerpoint/2010/main" val="9381005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l2">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50C8346-C666-A5FF-9492-1442B9BDBF61}"/>
              </a:ext>
            </a:extLst>
          </p:cNvPr>
          <p:cNvSpPr>
            <a:spLocks noGrp="1"/>
          </p:cNvSpPr>
          <p:nvPr>
            <p:ph type="title" hasCustomPrompt="1"/>
          </p:nvPr>
        </p:nvSpPr>
        <p:spPr>
          <a:xfrm>
            <a:off x="696000" y="360000"/>
            <a:ext cx="10800000" cy="429413"/>
          </a:xfrm>
        </p:spPr>
        <p:txBody>
          <a:bodyPr>
            <a:noAutofit/>
          </a:bodyPr>
          <a:lstStyle/>
          <a:p>
            <a:r>
              <a:rPr lang="zh-CN" altLang="en-US" dirty="0"/>
              <a:t>单击此处编辑母版标题样式</a:t>
            </a:r>
          </a:p>
        </p:txBody>
      </p:sp>
      <p:sp>
        <p:nvSpPr>
          <p:cNvPr id="4" name="内容占位符 3">
            <a:extLst>
              <a:ext uri="{FF2B5EF4-FFF2-40B4-BE49-F238E27FC236}">
                <a16:creationId xmlns:a16="http://schemas.microsoft.com/office/drawing/2014/main" id="{374A661E-0644-2D4B-E381-2E8C530FD7CF}"/>
              </a:ext>
            </a:extLst>
          </p:cNvPr>
          <p:cNvSpPr>
            <a:spLocks noGrp="1"/>
          </p:cNvSpPr>
          <p:nvPr>
            <p:ph sz="quarter" idx="10"/>
          </p:nvPr>
        </p:nvSpPr>
        <p:spPr>
          <a:xfrm>
            <a:off x="695325" y="864000"/>
            <a:ext cx="5040000" cy="5400000"/>
          </a:xfrm>
        </p:spPr>
        <p:txBody>
          <a:bodyPr/>
          <a:lstStyle>
            <a:lvl2pPr marL="432000" indent="-180000">
              <a:buFont typeface="Montserrat" panose="00000500000000000000" pitchFamily="2" charset="0"/>
              <a:buChar char="‐"/>
              <a:defRPr/>
            </a:lvl2pPr>
            <a:lvl3pPr marL="648000" indent="-180000">
              <a:defRPr/>
            </a:lvl3pPr>
            <a:lvl4pPr marL="864000" indent="-180000">
              <a:defRPr/>
            </a:lvl4pPr>
            <a:lvl5pPr marL="1080000" indent="-180000">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内容占位符 6">
            <a:extLst>
              <a:ext uri="{FF2B5EF4-FFF2-40B4-BE49-F238E27FC236}">
                <a16:creationId xmlns:a16="http://schemas.microsoft.com/office/drawing/2014/main" id="{25546139-86B4-486C-6EA6-5F04E9CFD7D0}"/>
              </a:ext>
            </a:extLst>
          </p:cNvPr>
          <p:cNvSpPr>
            <a:spLocks noGrp="1"/>
          </p:cNvSpPr>
          <p:nvPr>
            <p:ph sz="quarter" idx="11"/>
          </p:nvPr>
        </p:nvSpPr>
        <p:spPr>
          <a:xfrm>
            <a:off x="6095325" y="864000"/>
            <a:ext cx="5400675" cy="5400000"/>
          </a:xfrm>
        </p:spPr>
        <p:txBody>
          <a:bodyPr/>
          <a:lstStyle>
            <a:lvl2pPr marL="432000" indent="-180000">
              <a:buFont typeface="Montserrat" panose="00000500000000000000" pitchFamily="2" charset="0"/>
              <a:buChar char="‐"/>
              <a:defRPr/>
            </a:lvl2pPr>
            <a:lvl3pPr marL="648000" indent="-180000">
              <a:defRPr/>
            </a:lvl3pPr>
            <a:lvl4pPr marL="864000" indent="-180000">
              <a:defRPr/>
            </a:lvl4pPr>
            <a:lvl5pPr marL="1080000" indent="-180000">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3" name="矩形 6">
            <a:extLst>
              <a:ext uri="{FF2B5EF4-FFF2-40B4-BE49-F238E27FC236}">
                <a16:creationId xmlns:a16="http://schemas.microsoft.com/office/drawing/2014/main" id="{721DC2F1-FD5D-DDAE-DDA6-BBDB5870A0F3}"/>
              </a:ext>
            </a:extLst>
          </p:cNvPr>
          <p:cNvSpPr/>
          <p:nvPr userDrawn="1"/>
        </p:nvSpPr>
        <p:spPr>
          <a:xfrm>
            <a:off x="696000" y="792000"/>
            <a:ext cx="10800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5962912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example">
    <p:spTree>
      <p:nvGrpSpPr>
        <p:cNvPr id="1" name=""/>
        <p:cNvGrpSpPr/>
        <p:nvPr/>
      </p:nvGrpSpPr>
      <p:grpSpPr>
        <a:xfrm>
          <a:off x="0" y="0"/>
          <a:ext cx="0" cy="0"/>
          <a:chOff x="0" y="0"/>
          <a:chExt cx="0" cy="0"/>
        </a:xfrm>
      </p:grpSpPr>
      <p:sp>
        <p:nvSpPr>
          <p:cNvPr id="3" name="矩形 2">
            <a:extLst>
              <a:ext uri="{FF2B5EF4-FFF2-40B4-BE49-F238E27FC236}">
                <a16:creationId xmlns:a16="http://schemas.microsoft.com/office/drawing/2014/main" id="{EABB6A93-D02D-918B-2B1D-A3357BCA5056}"/>
              </a:ext>
            </a:extLst>
          </p:cNvPr>
          <p:cNvSpPr/>
          <p:nvPr userDrawn="1"/>
        </p:nvSpPr>
        <p:spPr>
          <a:xfrm>
            <a:off x="0" y="1"/>
            <a:ext cx="2880000"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4" name="文本框 3">
            <a:extLst>
              <a:ext uri="{FF2B5EF4-FFF2-40B4-BE49-F238E27FC236}">
                <a16:creationId xmlns:a16="http://schemas.microsoft.com/office/drawing/2014/main" id="{16E90887-707D-F2D6-AF72-59ADDF4E06DA}"/>
              </a:ext>
            </a:extLst>
          </p:cNvPr>
          <p:cNvSpPr txBox="1"/>
          <p:nvPr userDrawn="1"/>
        </p:nvSpPr>
        <p:spPr>
          <a:xfrm>
            <a:off x="2079781" y="5234475"/>
            <a:ext cx="800219" cy="461665"/>
          </a:xfrm>
          <a:prstGeom prst="rect">
            <a:avLst/>
          </a:prstGeom>
          <a:noFill/>
        </p:spPr>
        <p:txBody>
          <a:bodyPr wrap="none" rtlCol="0">
            <a:spAutoFit/>
          </a:bodyPr>
          <a:lstStyle/>
          <a:p>
            <a:pPr algn="r"/>
            <a:r>
              <a:rPr lang="zh-CN" altLang="en-US" sz="2400" dirty="0">
                <a:solidFill>
                  <a:schemeClr val="bg1"/>
                </a:solidFill>
              </a:rPr>
              <a:t>例题</a:t>
            </a:r>
          </a:p>
        </p:txBody>
      </p:sp>
      <p:sp>
        <p:nvSpPr>
          <p:cNvPr id="5" name="文本框 4">
            <a:extLst>
              <a:ext uri="{FF2B5EF4-FFF2-40B4-BE49-F238E27FC236}">
                <a16:creationId xmlns:a16="http://schemas.microsoft.com/office/drawing/2014/main" id="{E72B00FE-3D5A-99D1-2D7E-EE4F6C75F589}"/>
              </a:ext>
            </a:extLst>
          </p:cNvPr>
          <p:cNvSpPr txBox="1"/>
          <p:nvPr userDrawn="1"/>
        </p:nvSpPr>
        <p:spPr>
          <a:xfrm>
            <a:off x="1911465" y="5610808"/>
            <a:ext cx="968535" cy="338554"/>
          </a:xfrm>
          <a:prstGeom prst="rect">
            <a:avLst/>
          </a:prstGeom>
          <a:noFill/>
        </p:spPr>
        <p:txBody>
          <a:bodyPr wrap="none" rtlCol="0">
            <a:spAutoFit/>
          </a:bodyPr>
          <a:lstStyle/>
          <a:p>
            <a:pPr algn="r"/>
            <a:r>
              <a:rPr lang="en-US" altLang="zh-CN" sz="1600" dirty="0">
                <a:solidFill>
                  <a:schemeClr val="bg1"/>
                </a:solidFill>
              </a:rPr>
              <a:t>Sample</a:t>
            </a:r>
            <a:endParaRPr lang="zh-CN" altLang="en-US" sz="1600" dirty="0">
              <a:solidFill>
                <a:schemeClr val="bg1"/>
              </a:solidFill>
            </a:endParaRPr>
          </a:p>
        </p:txBody>
      </p:sp>
      <p:sp>
        <p:nvSpPr>
          <p:cNvPr id="7" name="文本占位符 6">
            <a:extLst>
              <a:ext uri="{FF2B5EF4-FFF2-40B4-BE49-F238E27FC236}">
                <a16:creationId xmlns:a16="http://schemas.microsoft.com/office/drawing/2014/main" id="{ED9FA67D-111C-00A7-E4D4-00847D2E834F}"/>
              </a:ext>
            </a:extLst>
          </p:cNvPr>
          <p:cNvSpPr>
            <a:spLocks noGrp="1"/>
          </p:cNvSpPr>
          <p:nvPr>
            <p:ph type="body" sz="quarter" idx="10"/>
          </p:nvPr>
        </p:nvSpPr>
        <p:spPr>
          <a:xfrm>
            <a:off x="3219345" y="1629000"/>
            <a:ext cx="8640000" cy="3600000"/>
          </a:xfrm>
        </p:spPr>
        <p:txBody>
          <a:bodyPr/>
          <a:lstStyle>
            <a:lvl1pPr marL="0" indent="0" algn="l">
              <a:spcAft>
                <a:spcPts val="0"/>
              </a:spcAft>
              <a:buNone/>
              <a:defRPr/>
            </a:lvl1pPr>
            <a:lvl2pPr>
              <a:buNone/>
              <a:defRPr/>
            </a:lvl2pPr>
            <a:lvl3pPr>
              <a:buNone/>
              <a:defRPr/>
            </a:lvl3pPr>
            <a:lvl4pPr>
              <a:buNone/>
              <a:defRPr/>
            </a:lvl4pPr>
            <a:lvl5pPr>
              <a:buNone/>
              <a:defRPr/>
            </a:lvl5pPr>
          </a:lstStyle>
          <a:p>
            <a:pPr lvl="0"/>
            <a:r>
              <a:rPr lang="zh-CN" altLang="en-US" dirty="0"/>
              <a:t>单击此处编辑母版文本样式</a:t>
            </a:r>
          </a:p>
        </p:txBody>
      </p:sp>
    </p:spTree>
    <p:extLst>
      <p:ext uri="{BB962C8B-B14F-4D97-AF65-F5344CB8AC3E}">
        <p14:creationId xmlns:p14="http://schemas.microsoft.com/office/powerpoint/2010/main" val="21031664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D638FDA1-5138-E182-FC77-2C92D8B0460C}"/>
              </a:ext>
            </a:extLst>
          </p:cNvPr>
          <p:cNvSpPr>
            <a:spLocks noGrp="1"/>
          </p:cNvSpPr>
          <p:nvPr>
            <p:ph type="dt" sz="half" idx="10"/>
          </p:nvPr>
        </p:nvSpPr>
        <p:spPr>
          <a:xfrm>
            <a:off x="838200" y="6356350"/>
            <a:ext cx="2743200" cy="365125"/>
          </a:xfrm>
          <a:prstGeom prst="rect">
            <a:avLst/>
          </a:prstGeom>
        </p:spPr>
        <p:txBody>
          <a:bodyPr/>
          <a:lstStyle/>
          <a:p>
            <a:fld id="{06850CC8-3A95-415C-AB05-1EF8CDC649BA}" type="datetimeFigureOut">
              <a:rPr lang="zh-CN" altLang="en-US" smtClean="0"/>
              <a:t>2026/3/2</a:t>
            </a:fld>
            <a:endParaRPr lang="zh-CN" altLang="en-US"/>
          </a:p>
        </p:txBody>
      </p:sp>
      <p:sp>
        <p:nvSpPr>
          <p:cNvPr id="3" name="页脚占位符 2">
            <a:extLst>
              <a:ext uri="{FF2B5EF4-FFF2-40B4-BE49-F238E27FC236}">
                <a16:creationId xmlns:a16="http://schemas.microsoft.com/office/drawing/2014/main" id="{B9A74514-8DC7-6C41-4D59-D4CD238E03B9}"/>
              </a:ext>
            </a:extLst>
          </p:cNvPr>
          <p:cNvSpPr>
            <a:spLocks noGrp="1"/>
          </p:cNvSpPr>
          <p:nvPr>
            <p:ph type="ftr" sz="quarter" idx="11"/>
          </p:nvPr>
        </p:nvSpPr>
        <p:spPr>
          <a:xfrm>
            <a:off x="4038600" y="6356350"/>
            <a:ext cx="4114800" cy="365125"/>
          </a:xfrm>
          <a:prstGeom prst="rect">
            <a:avLst/>
          </a:prstGeom>
        </p:spPr>
        <p:txBody>
          <a:bodyPr/>
          <a:lstStyle/>
          <a:p>
            <a:endParaRPr lang="zh-CN" altLang="en-US"/>
          </a:p>
        </p:txBody>
      </p:sp>
      <p:sp>
        <p:nvSpPr>
          <p:cNvPr id="4" name="灯片编号占位符 3">
            <a:extLst>
              <a:ext uri="{FF2B5EF4-FFF2-40B4-BE49-F238E27FC236}">
                <a16:creationId xmlns:a16="http://schemas.microsoft.com/office/drawing/2014/main" id="{8DF56264-8C57-DCE4-678B-6884CF5F63AE}"/>
              </a:ext>
            </a:extLst>
          </p:cNvPr>
          <p:cNvSpPr>
            <a:spLocks noGrp="1"/>
          </p:cNvSpPr>
          <p:nvPr>
            <p:ph type="sldNum" sz="quarter" idx="12"/>
          </p:nvPr>
        </p:nvSpPr>
        <p:spPr>
          <a:xfrm>
            <a:off x="8610600" y="6356350"/>
            <a:ext cx="2743200" cy="365125"/>
          </a:xfrm>
          <a:prstGeom prst="rect">
            <a:avLst/>
          </a:prstGeom>
        </p:spPr>
        <p:txBody>
          <a:bodyPr/>
          <a:lstStyle/>
          <a:p>
            <a:fld id="{0DFA34F5-2612-4656-B2AA-94101840898A}" type="slidenum">
              <a:rPr lang="zh-CN" altLang="en-US" smtClean="0"/>
              <a:t>‹#›</a:t>
            </a:fld>
            <a:endParaRPr lang="zh-CN" altLang="en-US"/>
          </a:p>
        </p:txBody>
      </p:sp>
    </p:spTree>
    <p:extLst>
      <p:ext uri="{BB962C8B-B14F-4D97-AF65-F5344CB8AC3E}">
        <p14:creationId xmlns:p14="http://schemas.microsoft.com/office/powerpoint/2010/main" val="20664957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jpe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5F9F6B20-C300-A63B-D488-71A839D2D2D3}"/>
              </a:ext>
            </a:extLst>
          </p:cNvPr>
          <p:cNvSpPr>
            <a:spLocks noGrp="1"/>
          </p:cNvSpPr>
          <p:nvPr>
            <p:ph type="title"/>
          </p:nvPr>
        </p:nvSpPr>
        <p:spPr>
          <a:xfrm>
            <a:off x="696000" y="360000"/>
            <a:ext cx="10800000" cy="429413"/>
          </a:xfrm>
          <a:prstGeom prst="rect">
            <a:avLst/>
          </a:prstGeom>
        </p:spPr>
        <p:txBody>
          <a:bodyPr vert="horz" lIns="91440" tIns="45720" rIns="91440" bIns="45720" rtlCol="0" anchor="ctr">
            <a:noAutofit/>
          </a:bodyPr>
          <a:lstStyle/>
          <a:p>
            <a:r>
              <a:rPr lang="zh-CN" altLang="en-US" dirty="0"/>
              <a:t>单击此处编辑母版标题样式</a:t>
            </a:r>
          </a:p>
        </p:txBody>
      </p:sp>
      <p:sp>
        <p:nvSpPr>
          <p:cNvPr id="3" name="文本占位符 2">
            <a:extLst>
              <a:ext uri="{FF2B5EF4-FFF2-40B4-BE49-F238E27FC236}">
                <a16:creationId xmlns:a16="http://schemas.microsoft.com/office/drawing/2014/main" id="{C7A0E102-0853-B518-A26D-A96099C58AF1}"/>
              </a:ext>
            </a:extLst>
          </p:cNvPr>
          <p:cNvSpPr>
            <a:spLocks noGrp="1"/>
          </p:cNvSpPr>
          <p:nvPr>
            <p:ph type="body" idx="1"/>
          </p:nvPr>
        </p:nvSpPr>
        <p:spPr>
          <a:xfrm>
            <a:off x="696000" y="864000"/>
            <a:ext cx="10800000" cy="5400000"/>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椭圆 6">
            <a:extLst>
              <a:ext uri="{FF2B5EF4-FFF2-40B4-BE49-F238E27FC236}">
                <a16:creationId xmlns:a16="http://schemas.microsoft.com/office/drawing/2014/main" id="{D580EE5F-8A4F-3247-D288-DBB8A01CAEC2}"/>
              </a:ext>
            </a:extLst>
          </p:cNvPr>
          <p:cNvSpPr>
            <a:spLocks noChangeAspect="1"/>
          </p:cNvSpPr>
          <p:nvPr userDrawn="1"/>
        </p:nvSpPr>
        <p:spPr>
          <a:xfrm>
            <a:off x="5880000" y="6379535"/>
            <a:ext cx="432000" cy="432000"/>
          </a:xfrm>
          <a:prstGeom prst="ellipse">
            <a:avLst/>
          </a:prstGeom>
          <a:blipFill>
            <a:blip r:embed="rId7"/>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a:extLst>
              <a:ext uri="{FF2B5EF4-FFF2-40B4-BE49-F238E27FC236}">
                <a16:creationId xmlns:a16="http://schemas.microsoft.com/office/drawing/2014/main" id="{1F252007-0065-B7F2-785D-39982B9CF0CF}"/>
              </a:ext>
            </a:extLst>
          </p:cNvPr>
          <p:cNvSpPr txBox="1"/>
          <p:nvPr userDrawn="1"/>
        </p:nvSpPr>
        <p:spPr>
          <a:xfrm>
            <a:off x="6456000" y="6441647"/>
            <a:ext cx="5040000" cy="307777"/>
          </a:xfrm>
          <a:prstGeom prst="rect">
            <a:avLst/>
          </a:prstGeom>
        </p:spPr>
        <p:txBody>
          <a:bodyPr vert="horz" anchor="ctr" anchorCtr="0"/>
          <a:lstStyle>
            <a:defPPr>
              <a:defRPr lang="zh-CN"/>
            </a:defPPr>
            <a:lvl1pPr algn="r" eaLnBrk="1" latinLnBrk="0" hangingPunct="1">
              <a:defRPr kumimoji="0" sz="1400">
                <a:solidFill>
                  <a:schemeClr val="tx2"/>
                </a:solidFill>
                <a:latin typeface="Montserrat" panose="00000500000000000000" pitchFamily="2" charset="0"/>
                <a:cs typeface="Times New Roman" panose="02020603050405020304" pitchFamily="18" charset="0"/>
              </a:defRPr>
            </a:lvl1pPr>
          </a:lstStyle>
          <a:p>
            <a:pPr lvl="0" algn="l"/>
            <a:r>
              <a:rPr lang="en-US" altLang="zh-CN" sz="1200" dirty="0"/>
              <a:t>glplaman.github.io</a:t>
            </a:r>
          </a:p>
        </p:txBody>
      </p:sp>
      <p:sp>
        <p:nvSpPr>
          <p:cNvPr id="9" name="文本框 8">
            <a:extLst>
              <a:ext uri="{FF2B5EF4-FFF2-40B4-BE49-F238E27FC236}">
                <a16:creationId xmlns:a16="http://schemas.microsoft.com/office/drawing/2014/main" id="{CE46BE85-4554-3B10-94EB-7C6CB7CA174C}"/>
              </a:ext>
            </a:extLst>
          </p:cNvPr>
          <p:cNvSpPr txBox="1"/>
          <p:nvPr userDrawn="1"/>
        </p:nvSpPr>
        <p:spPr>
          <a:xfrm>
            <a:off x="696000" y="6441647"/>
            <a:ext cx="5040000" cy="307777"/>
          </a:xfrm>
          <a:prstGeom prst="rect">
            <a:avLst/>
          </a:prstGeom>
        </p:spPr>
        <p:txBody>
          <a:bodyPr vert="horz" anchor="ctr" anchorCtr="0"/>
          <a:lstStyle>
            <a:defPPr>
              <a:defRPr lang="zh-CN"/>
            </a:defPPr>
            <a:lvl1pPr lvl="0" algn="r" eaLnBrk="1" latinLnBrk="0" hangingPunct="1">
              <a:defRPr kumimoji="0" sz="1400">
                <a:solidFill>
                  <a:schemeClr val="tx2"/>
                </a:solidFill>
                <a:latin typeface="Montserrat" panose="00000500000000000000" pitchFamily="2" charset="0"/>
                <a:cs typeface="Times New Roman" panose="02020603050405020304" pitchFamily="18" charset="0"/>
              </a:defRPr>
            </a:lvl1pPr>
          </a:lstStyle>
          <a:p>
            <a:pPr lvl="0" algn="r"/>
            <a:r>
              <a:rPr lang="en-US" altLang="zh-CN" sz="1200" dirty="0"/>
              <a:t>Software Project Management</a:t>
            </a:r>
          </a:p>
        </p:txBody>
      </p:sp>
    </p:spTree>
    <p:extLst>
      <p:ext uri="{BB962C8B-B14F-4D97-AF65-F5344CB8AC3E}">
        <p14:creationId xmlns:p14="http://schemas.microsoft.com/office/powerpoint/2010/main" val="180730438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7" r:id="rId3"/>
    <p:sldLayoutId id="2147483656" r:id="rId4"/>
    <p:sldLayoutId id="2147483655" r:id="rId5"/>
  </p:sldLayoutIdLst>
  <p:txStyles>
    <p:titleStyle>
      <a:lvl1pPr algn="l" defTabSz="914400" rtl="0" eaLnBrk="1" latinLnBrk="0" hangingPunct="1">
        <a:lnSpc>
          <a:spcPct val="90000"/>
        </a:lnSpc>
        <a:spcBef>
          <a:spcPct val="0"/>
        </a:spcBef>
        <a:buNone/>
        <a:defRPr sz="2400" kern="1200" baseline="0">
          <a:solidFill>
            <a:schemeClr val="tx1"/>
          </a:solidFill>
          <a:latin typeface="Roboto Mono" pitchFamily="2" charset="0"/>
          <a:ea typeface="微软雅黑" panose="020B0503020204020204" pitchFamily="34" charset="-122"/>
          <a:cs typeface="+mj-cs"/>
        </a:defRPr>
      </a:lvl1pPr>
    </p:titleStyle>
    <p:bodyStyle>
      <a:lvl1pPr marL="228600" indent="-216000" algn="just" defTabSz="914400" rtl="0" eaLnBrk="1" latinLnBrk="0" hangingPunct="1">
        <a:lnSpc>
          <a:spcPct val="100000"/>
        </a:lnSpc>
        <a:spcBef>
          <a:spcPts val="0"/>
        </a:spcBef>
        <a:spcAft>
          <a:spcPts val="600"/>
        </a:spcAft>
        <a:buFont typeface="Arial" panose="020B0604020202020204" pitchFamily="34" charset="0"/>
        <a:buChar char="•"/>
        <a:defRPr sz="2000" kern="1200" baseline="0">
          <a:solidFill>
            <a:schemeClr val="tx1"/>
          </a:solidFill>
          <a:latin typeface="Montserrat" panose="00000500000000000000" pitchFamily="2" charset="0"/>
          <a:ea typeface="微软雅黑 Light" panose="020B0502040204020203" pitchFamily="34" charset="-122"/>
          <a:cs typeface="+mn-cs"/>
        </a:defRPr>
      </a:lvl1pPr>
      <a:lvl2pPr marL="432000" indent="-180000" algn="just" defTabSz="914400" rtl="0" eaLnBrk="1" latinLnBrk="0" hangingPunct="1">
        <a:lnSpc>
          <a:spcPct val="100000"/>
        </a:lnSpc>
        <a:spcBef>
          <a:spcPts val="0"/>
        </a:spcBef>
        <a:spcAft>
          <a:spcPts val="600"/>
        </a:spcAft>
        <a:buFont typeface="Montserrat" panose="00000500000000000000" pitchFamily="2" charset="0"/>
        <a:buChar char="‐"/>
        <a:defRPr sz="1800" kern="1200" baseline="0">
          <a:solidFill>
            <a:schemeClr val="tx1"/>
          </a:solidFill>
          <a:latin typeface="Montserrat" panose="00000500000000000000" pitchFamily="2" charset="0"/>
          <a:ea typeface="微软雅黑 Light" panose="020B0502040204020203" pitchFamily="34" charset="-122"/>
          <a:cs typeface="+mn-cs"/>
        </a:defRPr>
      </a:lvl2pPr>
      <a:lvl3pPr marL="648000" indent="-180000" algn="just"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3pPr>
      <a:lvl4pPr marL="864000" indent="-180000" algn="just"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4pPr>
      <a:lvl5pPr marL="1080000" indent="-180000" algn="just"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8" Type="http://schemas.openxmlformats.org/officeDocument/2006/relationships/slide" Target="slide148.xml"/><Relationship Id="rId13" Type="http://schemas.openxmlformats.org/officeDocument/2006/relationships/slide" Target="slide188.xml"/><Relationship Id="rId3" Type="http://schemas.openxmlformats.org/officeDocument/2006/relationships/slide" Target="slide40.xml"/><Relationship Id="rId7" Type="http://schemas.openxmlformats.org/officeDocument/2006/relationships/slide" Target="slide142.xml"/><Relationship Id="rId12" Type="http://schemas.openxmlformats.org/officeDocument/2006/relationships/slide" Target="slide176.xml"/><Relationship Id="rId2" Type="http://schemas.openxmlformats.org/officeDocument/2006/relationships/slide" Target="slide3.xml"/><Relationship Id="rId1" Type="http://schemas.openxmlformats.org/officeDocument/2006/relationships/slideLayout" Target="../slideLayouts/slideLayout5.xml"/><Relationship Id="rId6" Type="http://schemas.openxmlformats.org/officeDocument/2006/relationships/slide" Target="slide121.xml"/><Relationship Id="rId11" Type="http://schemas.openxmlformats.org/officeDocument/2006/relationships/slide" Target="slide194.xml"/><Relationship Id="rId5" Type="http://schemas.openxmlformats.org/officeDocument/2006/relationships/slide" Target="slide113.xml"/><Relationship Id="rId10" Type="http://schemas.openxmlformats.org/officeDocument/2006/relationships/slide" Target="slide168.xml"/><Relationship Id="rId4" Type="http://schemas.openxmlformats.org/officeDocument/2006/relationships/slide" Target="slide112.xml"/><Relationship Id="rId9" Type="http://schemas.openxmlformats.org/officeDocument/2006/relationships/slide" Target="slide154.xml"/></Relationships>
</file>

<file path=ppt/slides/_rels/slide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https://supabase.com/"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33.xml.rels><?xml version="1.0" encoding="UTF-8" standalone="yes"?>
<Relationships xmlns="http://schemas.openxmlformats.org/package/2006/relationships"><Relationship Id="rId3" Type="http://schemas.openxmlformats.org/officeDocument/2006/relationships/image" Target="../media/image7.svg"/><Relationship Id="rId7" Type="http://schemas.openxmlformats.org/officeDocument/2006/relationships/image" Target="../media/image11.svg"/><Relationship Id="rId2" Type="http://schemas.openxmlformats.org/officeDocument/2006/relationships/image" Target="../media/image6.png"/><Relationship Id="rId1" Type="http://schemas.openxmlformats.org/officeDocument/2006/relationships/slideLayout" Target="../slideLayouts/slideLayout5.xml"/><Relationship Id="rId6" Type="http://schemas.openxmlformats.org/officeDocument/2006/relationships/image" Target="../media/image10.png"/><Relationship Id="rId5" Type="http://schemas.openxmlformats.org/officeDocument/2006/relationships/image" Target="../media/image9.svg"/><Relationship Id="rId4" Type="http://schemas.openxmlformats.org/officeDocument/2006/relationships/image" Target="../media/image8.png"/></Relationships>
</file>

<file path=ppt/slides/_rels/slide34.xml.rels><?xml version="1.0" encoding="UTF-8" standalone="yes"?>
<Relationships xmlns="http://schemas.openxmlformats.org/package/2006/relationships"><Relationship Id="rId8" Type="http://schemas.openxmlformats.org/officeDocument/2006/relationships/image" Target="../media/image17.svg"/><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5.xml"/><Relationship Id="rId6" Type="http://schemas.openxmlformats.org/officeDocument/2006/relationships/image" Target="../media/image15.svg"/><Relationship Id="rId5" Type="http://schemas.openxmlformats.org/officeDocument/2006/relationships/image" Target="../media/image14.png"/><Relationship Id="rId4" Type="http://schemas.openxmlformats.org/officeDocument/2006/relationships/image" Target="../media/image13.sv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69.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4.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4.xml"/></Relationships>
</file>

<file path=ppt/slides/_rels/slide93.xml.rels><?xml version="1.0" encoding="UTF-8" standalone="yes"?>
<Relationships xmlns="http://schemas.openxmlformats.org/package/2006/relationships"><Relationship Id="rId3" Type="http://schemas.openxmlformats.org/officeDocument/2006/relationships/diagramData" Target="../diagrams/data8.xml"/><Relationship Id="rId7" Type="http://schemas.microsoft.com/office/2007/relationships/diagramDrawing" Target="../diagrams/drawing8.xml"/><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diagramColors" Target="../diagrams/colors8.xml"/><Relationship Id="rId5" Type="http://schemas.openxmlformats.org/officeDocument/2006/relationships/diagramQuickStyle" Target="../diagrams/quickStyle8.xml"/><Relationship Id="rId4" Type="http://schemas.openxmlformats.org/officeDocument/2006/relationships/diagramLayout" Target="../diagrams/layout8.xml"/></Relationships>
</file>

<file path=ppt/slides/_rels/slide9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9.xml"/><Relationship Id="rId1" Type="http://schemas.openxmlformats.org/officeDocument/2006/relationships/slideLayout" Target="../slideLayouts/slideLayout5.xml"/><Relationship Id="rId4" Type="http://schemas.openxmlformats.org/officeDocument/2006/relationships/image" Target="../media/image20.sv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4.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4.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4.xml"/></Relationships>
</file>

<file path=ppt/slides/_rels/slide99.xml.rels><?xml version="1.0" encoding="UTF-8" standalone="yes"?>
<Relationships xmlns="http://schemas.openxmlformats.org/package/2006/relationships"><Relationship Id="rId3" Type="http://schemas.openxmlformats.org/officeDocument/2006/relationships/diagramData" Target="../diagrams/data9.xml"/><Relationship Id="rId7" Type="http://schemas.microsoft.com/office/2007/relationships/diagramDrawing" Target="../diagrams/drawing9.xml"/><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diagramColors" Target="../diagrams/colors9.xml"/><Relationship Id="rId5" Type="http://schemas.openxmlformats.org/officeDocument/2006/relationships/diagramQuickStyle" Target="../diagrams/quickStyle9.xml"/><Relationship Id="rId4" Type="http://schemas.openxmlformats.org/officeDocument/2006/relationships/diagramLayout" Target="../diagrams/layout9.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4.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4.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4.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4.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4.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4.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4.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4.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4.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4.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4.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4.xml"/></Relationships>
</file>

<file path=ppt/slides/_rels/slide11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3.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4.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4.xml"/></Relationships>
</file>

<file path=ppt/slides/_rels/slide142.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1.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4.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1.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1.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3" Type="http://schemas.openxmlformats.org/officeDocument/2006/relationships/diagramData" Target="../diagrams/data10.xml"/><Relationship Id="rId7" Type="http://schemas.microsoft.com/office/2007/relationships/diagramDrawing" Target="../diagrams/drawing10.xml"/><Relationship Id="rId2" Type="http://schemas.openxmlformats.org/officeDocument/2006/relationships/notesSlide" Target="../notesSlides/notesSlide67.xml"/><Relationship Id="rId1" Type="http://schemas.openxmlformats.org/officeDocument/2006/relationships/slideLayout" Target="../slideLayouts/slideLayout2.xml"/><Relationship Id="rId6" Type="http://schemas.openxmlformats.org/officeDocument/2006/relationships/diagramColors" Target="../diagrams/colors10.xml"/><Relationship Id="rId5" Type="http://schemas.openxmlformats.org/officeDocument/2006/relationships/diagramQuickStyle" Target="../diagrams/quickStyle10.xml"/><Relationship Id="rId4" Type="http://schemas.openxmlformats.org/officeDocument/2006/relationships/diagramLayout" Target="../diagrams/layout10.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5.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1.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4.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74.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1.xml"/></Relationships>
</file>

<file path=ppt/slides/_rels/slide177.xml.rels><?xml version="1.0" encoding="UTF-8" standalone="yes"?>
<Relationships xmlns="http://schemas.openxmlformats.org/package/2006/relationships"><Relationship Id="rId3" Type="http://schemas.openxmlformats.org/officeDocument/2006/relationships/image" Target="../media/image33.svg"/><Relationship Id="rId2" Type="http://schemas.openxmlformats.org/officeDocument/2006/relationships/image" Target="../media/image32.png"/><Relationship Id="rId1" Type="http://schemas.openxmlformats.org/officeDocument/2006/relationships/slideLayout" Target="../slideLayouts/slideLayout5.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3" Type="http://schemas.openxmlformats.org/officeDocument/2006/relationships/diagramData" Target="../diagrams/data12.xml"/><Relationship Id="rId7" Type="http://schemas.microsoft.com/office/2007/relationships/diagramDrawing" Target="../diagrams/drawing12.xml"/><Relationship Id="rId2" Type="http://schemas.openxmlformats.org/officeDocument/2006/relationships/notesSlide" Target="../notesSlides/notesSlide70.xml"/><Relationship Id="rId1" Type="http://schemas.openxmlformats.org/officeDocument/2006/relationships/slideLayout" Target="../slideLayouts/slideLayout2.xml"/><Relationship Id="rId6" Type="http://schemas.openxmlformats.org/officeDocument/2006/relationships/diagramColors" Target="../diagrams/colors12.xml"/><Relationship Id="rId5" Type="http://schemas.openxmlformats.org/officeDocument/2006/relationships/diagramQuickStyle" Target="../diagrams/quickStyle12.xml"/><Relationship Id="rId4" Type="http://schemas.openxmlformats.org/officeDocument/2006/relationships/diagramLayout" Target="../diagrams/layout12.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1.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8" Type="http://schemas.openxmlformats.org/officeDocument/2006/relationships/image" Target="../media/image36.svg"/><Relationship Id="rId3" Type="http://schemas.openxmlformats.org/officeDocument/2006/relationships/diagramLayout" Target="../diagrams/layout13.xml"/><Relationship Id="rId7" Type="http://schemas.openxmlformats.org/officeDocument/2006/relationships/image" Target="../media/image35.png"/><Relationship Id="rId12" Type="http://schemas.openxmlformats.org/officeDocument/2006/relationships/image" Target="../media/image40.svg"/><Relationship Id="rId2" Type="http://schemas.openxmlformats.org/officeDocument/2006/relationships/diagramData" Target="../diagrams/data13.xml"/><Relationship Id="rId1" Type="http://schemas.openxmlformats.org/officeDocument/2006/relationships/slideLayout" Target="../slideLayouts/slideLayout2.xml"/><Relationship Id="rId6" Type="http://schemas.microsoft.com/office/2007/relationships/diagramDrawing" Target="../diagrams/drawing13.xml"/><Relationship Id="rId11" Type="http://schemas.openxmlformats.org/officeDocument/2006/relationships/image" Target="../media/image39.png"/><Relationship Id="rId5" Type="http://schemas.openxmlformats.org/officeDocument/2006/relationships/diagramColors" Target="../diagrams/colors13.xml"/><Relationship Id="rId10" Type="http://schemas.openxmlformats.org/officeDocument/2006/relationships/image" Target="../media/image38.svg"/><Relationship Id="rId4" Type="http://schemas.openxmlformats.org/officeDocument/2006/relationships/diagramQuickStyle" Target="../diagrams/quickStyle13.xml"/><Relationship Id="rId9" Type="http://schemas.openxmlformats.org/officeDocument/2006/relationships/image" Target="../media/image37.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4.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1.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3" Type="http://schemas.openxmlformats.org/officeDocument/2006/relationships/diagramLayout" Target="../diagrams/layout14.xml"/><Relationship Id="rId2" Type="http://schemas.openxmlformats.org/officeDocument/2006/relationships/diagramData" Target="../diagrams/data14.xml"/><Relationship Id="rId1" Type="http://schemas.openxmlformats.org/officeDocument/2006/relationships/slideLayout" Target="../slideLayouts/slideLayout2.xml"/><Relationship Id="rId6" Type="http://schemas.microsoft.com/office/2007/relationships/diagramDrawing" Target="../diagrams/drawing14.xml"/><Relationship Id="rId5" Type="http://schemas.openxmlformats.org/officeDocument/2006/relationships/diagramColors" Target="../diagrams/colors14.xml"/><Relationship Id="rId4" Type="http://schemas.openxmlformats.org/officeDocument/2006/relationships/diagramQuickStyle" Target="../diagrams/quickStyle14.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片 4">
            <a:extLst>
              <a:ext uri="{FF2B5EF4-FFF2-40B4-BE49-F238E27FC236}">
                <a16:creationId xmlns:a16="http://schemas.microsoft.com/office/drawing/2014/main" id="{9445E614-E647-EB35-3EA8-D8379963D14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86000" y="571500"/>
            <a:ext cx="7620000" cy="5715000"/>
          </a:xfrm>
          <a:prstGeom prst="rect">
            <a:avLst/>
          </a:prstGeom>
          <a:effectLst>
            <a:innerShdw blurRad="63500" dist="50800" dir="13500000">
              <a:prstClr val="black">
                <a:alpha val="50000"/>
              </a:prstClr>
            </a:innerShdw>
          </a:effectLst>
        </p:spPr>
      </p:pic>
    </p:spTree>
    <p:extLst>
      <p:ext uri="{BB962C8B-B14F-4D97-AF65-F5344CB8AC3E}">
        <p14:creationId xmlns:p14="http://schemas.microsoft.com/office/powerpoint/2010/main" val="33898396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矩形 14">
            <a:extLst>
              <a:ext uri="{FF2B5EF4-FFF2-40B4-BE49-F238E27FC236}">
                <a16:creationId xmlns:a16="http://schemas.microsoft.com/office/drawing/2014/main" id="{490498C8-8E18-2935-7BB3-5CD29002EBD0}"/>
              </a:ext>
            </a:extLst>
          </p:cNvPr>
          <p:cNvSpPr/>
          <p:nvPr/>
        </p:nvSpPr>
        <p:spPr>
          <a:xfrm>
            <a:off x="0" y="1"/>
            <a:ext cx="2880000"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6" name="文本框 15">
            <a:extLst>
              <a:ext uri="{FF2B5EF4-FFF2-40B4-BE49-F238E27FC236}">
                <a16:creationId xmlns:a16="http://schemas.microsoft.com/office/drawing/2014/main" id="{679EECE7-4975-DFE6-9980-3C4EB6136B03}"/>
              </a:ext>
            </a:extLst>
          </p:cNvPr>
          <p:cNvSpPr txBox="1"/>
          <p:nvPr/>
        </p:nvSpPr>
        <p:spPr>
          <a:xfrm>
            <a:off x="2079780" y="5234475"/>
            <a:ext cx="800220" cy="461665"/>
          </a:xfrm>
          <a:prstGeom prst="rect">
            <a:avLst/>
          </a:prstGeom>
          <a:noFill/>
        </p:spPr>
        <p:txBody>
          <a:bodyPr wrap="none" rtlCol="0">
            <a:spAutoFit/>
          </a:bodyPr>
          <a:lstStyle/>
          <a:p>
            <a:pPr algn="r"/>
            <a:r>
              <a:rPr lang="zh-CN" altLang="en-US" sz="2400" dirty="0">
                <a:solidFill>
                  <a:schemeClr val="bg1"/>
                </a:solidFill>
              </a:rPr>
              <a:t>内容</a:t>
            </a:r>
          </a:p>
        </p:txBody>
      </p:sp>
      <p:sp>
        <p:nvSpPr>
          <p:cNvPr id="17" name="文本框 16">
            <a:extLst>
              <a:ext uri="{FF2B5EF4-FFF2-40B4-BE49-F238E27FC236}">
                <a16:creationId xmlns:a16="http://schemas.microsoft.com/office/drawing/2014/main" id="{DE921A57-9A39-CD8B-BE96-3A2CF2A2095F}"/>
              </a:ext>
            </a:extLst>
          </p:cNvPr>
          <p:cNvSpPr txBox="1"/>
          <p:nvPr/>
        </p:nvSpPr>
        <p:spPr>
          <a:xfrm>
            <a:off x="1749562" y="5610808"/>
            <a:ext cx="1130438" cy="338554"/>
          </a:xfrm>
          <a:prstGeom prst="rect">
            <a:avLst/>
          </a:prstGeom>
          <a:noFill/>
        </p:spPr>
        <p:txBody>
          <a:bodyPr wrap="none" rtlCol="0">
            <a:spAutoFit/>
          </a:bodyPr>
          <a:lstStyle/>
          <a:p>
            <a:pPr algn="r"/>
            <a:r>
              <a:rPr lang="en-US" altLang="zh-CN" sz="1600" dirty="0">
                <a:solidFill>
                  <a:schemeClr val="bg1"/>
                </a:solidFill>
              </a:rPr>
              <a:t>Contents</a:t>
            </a:r>
            <a:endParaRPr lang="zh-CN" altLang="en-US" sz="1600" dirty="0">
              <a:solidFill>
                <a:schemeClr val="bg1"/>
              </a:solidFill>
            </a:endParaRPr>
          </a:p>
        </p:txBody>
      </p:sp>
      <p:sp>
        <p:nvSpPr>
          <p:cNvPr id="2" name="文本框 1">
            <a:hlinkClick r:id="rId2" action="ppaction://hlinksldjump"/>
            <a:extLst>
              <a:ext uri="{FF2B5EF4-FFF2-40B4-BE49-F238E27FC236}">
                <a16:creationId xmlns:a16="http://schemas.microsoft.com/office/drawing/2014/main" id="{7B8A3D34-93A8-1BAC-C6D5-EF8FF375E2CB}"/>
              </a:ext>
            </a:extLst>
          </p:cNvPr>
          <p:cNvSpPr txBox="1"/>
          <p:nvPr/>
        </p:nvSpPr>
        <p:spPr>
          <a:xfrm>
            <a:off x="5116985" y="621268"/>
            <a:ext cx="2031325" cy="369332"/>
          </a:xfrm>
          <a:prstGeom prst="rect">
            <a:avLst/>
          </a:prstGeom>
          <a:noFill/>
        </p:spPr>
        <p:txBody>
          <a:bodyPr wrap="none" rtlCol="0">
            <a:spAutoFit/>
          </a:bodyPr>
          <a:lstStyle/>
          <a:p>
            <a:r>
              <a:rPr lang="zh-CN" altLang="en-US" dirty="0"/>
              <a:t>软件项目管理概述</a:t>
            </a:r>
          </a:p>
        </p:txBody>
      </p:sp>
      <p:sp>
        <p:nvSpPr>
          <p:cNvPr id="3" name="文本框 2">
            <a:hlinkClick r:id="rId3" action="ppaction://hlinksldjump"/>
            <a:extLst>
              <a:ext uri="{FF2B5EF4-FFF2-40B4-BE49-F238E27FC236}">
                <a16:creationId xmlns:a16="http://schemas.microsoft.com/office/drawing/2014/main" id="{56E53695-0662-FBE4-B1AE-3A13402FCD56}"/>
              </a:ext>
            </a:extLst>
          </p:cNvPr>
          <p:cNvSpPr txBox="1"/>
          <p:nvPr/>
        </p:nvSpPr>
        <p:spPr>
          <a:xfrm>
            <a:off x="5116985" y="1098189"/>
            <a:ext cx="1107996" cy="369332"/>
          </a:xfrm>
          <a:prstGeom prst="rect">
            <a:avLst/>
          </a:prstGeom>
          <a:noFill/>
        </p:spPr>
        <p:txBody>
          <a:bodyPr wrap="none" rtlCol="0">
            <a:spAutoFit/>
          </a:bodyPr>
          <a:lstStyle/>
          <a:p>
            <a:r>
              <a:rPr lang="zh-CN" altLang="en-US" dirty="0"/>
              <a:t>项目初始</a:t>
            </a:r>
          </a:p>
        </p:txBody>
      </p:sp>
      <p:sp>
        <p:nvSpPr>
          <p:cNvPr id="4" name="文本框 3">
            <a:hlinkClick r:id="rId4" action="ppaction://hlinksldjump"/>
            <a:extLst>
              <a:ext uri="{FF2B5EF4-FFF2-40B4-BE49-F238E27FC236}">
                <a16:creationId xmlns:a16="http://schemas.microsoft.com/office/drawing/2014/main" id="{E3C60F7C-631D-19D9-7294-2E33ADE87BBB}"/>
              </a:ext>
            </a:extLst>
          </p:cNvPr>
          <p:cNvSpPr txBox="1"/>
          <p:nvPr/>
        </p:nvSpPr>
        <p:spPr>
          <a:xfrm>
            <a:off x="5116985" y="1575110"/>
            <a:ext cx="2031325" cy="369332"/>
          </a:xfrm>
          <a:prstGeom prst="rect">
            <a:avLst/>
          </a:prstGeom>
          <a:noFill/>
        </p:spPr>
        <p:txBody>
          <a:bodyPr wrap="none" rtlCol="0">
            <a:spAutoFit/>
          </a:bodyPr>
          <a:lstStyle/>
          <a:p>
            <a:r>
              <a:rPr lang="zh-CN" altLang="en-US" dirty="0"/>
              <a:t>软件项目范围计划</a:t>
            </a:r>
          </a:p>
        </p:txBody>
      </p:sp>
      <p:sp>
        <p:nvSpPr>
          <p:cNvPr id="5" name="文本框 4">
            <a:hlinkClick r:id="rId5" action="ppaction://hlinksldjump"/>
            <a:extLst>
              <a:ext uri="{FF2B5EF4-FFF2-40B4-BE49-F238E27FC236}">
                <a16:creationId xmlns:a16="http://schemas.microsoft.com/office/drawing/2014/main" id="{DC68FC58-0DFF-8774-4FAA-2C0EFE2A5B7E}"/>
              </a:ext>
            </a:extLst>
          </p:cNvPr>
          <p:cNvSpPr txBox="1"/>
          <p:nvPr/>
        </p:nvSpPr>
        <p:spPr>
          <a:xfrm>
            <a:off x="5116985" y="2052031"/>
            <a:ext cx="2031325" cy="369332"/>
          </a:xfrm>
          <a:prstGeom prst="rect">
            <a:avLst/>
          </a:prstGeom>
          <a:noFill/>
        </p:spPr>
        <p:txBody>
          <a:bodyPr wrap="none" rtlCol="0">
            <a:spAutoFit/>
          </a:bodyPr>
          <a:lstStyle/>
          <a:p>
            <a:r>
              <a:rPr lang="zh-CN" altLang="en-US" dirty="0"/>
              <a:t>软件项目成本计划</a:t>
            </a:r>
          </a:p>
        </p:txBody>
      </p:sp>
      <p:sp>
        <p:nvSpPr>
          <p:cNvPr id="6" name="文本框 5">
            <a:hlinkClick r:id="rId6" action="ppaction://hlinksldjump"/>
            <a:extLst>
              <a:ext uri="{FF2B5EF4-FFF2-40B4-BE49-F238E27FC236}">
                <a16:creationId xmlns:a16="http://schemas.microsoft.com/office/drawing/2014/main" id="{0C9FD650-0723-05FB-0E9D-FDF9688CCD9E}"/>
              </a:ext>
            </a:extLst>
          </p:cNvPr>
          <p:cNvSpPr txBox="1"/>
          <p:nvPr/>
        </p:nvSpPr>
        <p:spPr>
          <a:xfrm>
            <a:off x="5116985" y="2528952"/>
            <a:ext cx="2031325" cy="369332"/>
          </a:xfrm>
          <a:prstGeom prst="rect">
            <a:avLst/>
          </a:prstGeom>
          <a:noFill/>
        </p:spPr>
        <p:txBody>
          <a:bodyPr wrap="none" rtlCol="0">
            <a:spAutoFit/>
          </a:bodyPr>
          <a:lstStyle/>
          <a:p>
            <a:r>
              <a:rPr lang="zh-CN" altLang="en-US" dirty="0"/>
              <a:t>软件项目进度计划</a:t>
            </a:r>
          </a:p>
        </p:txBody>
      </p:sp>
      <p:sp>
        <p:nvSpPr>
          <p:cNvPr id="7" name="文本框 6">
            <a:hlinkClick r:id="rId7" action="ppaction://hlinksldjump"/>
            <a:extLst>
              <a:ext uri="{FF2B5EF4-FFF2-40B4-BE49-F238E27FC236}">
                <a16:creationId xmlns:a16="http://schemas.microsoft.com/office/drawing/2014/main" id="{C68909EA-4AD9-3D29-E5C8-26BECE8D612C}"/>
              </a:ext>
            </a:extLst>
          </p:cNvPr>
          <p:cNvSpPr txBox="1"/>
          <p:nvPr/>
        </p:nvSpPr>
        <p:spPr>
          <a:xfrm>
            <a:off x="5116985" y="3005873"/>
            <a:ext cx="2031325" cy="369332"/>
          </a:xfrm>
          <a:prstGeom prst="rect">
            <a:avLst/>
          </a:prstGeom>
          <a:noFill/>
        </p:spPr>
        <p:txBody>
          <a:bodyPr wrap="none" rtlCol="0">
            <a:spAutoFit/>
          </a:bodyPr>
          <a:lstStyle/>
          <a:p>
            <a:r>
              <a:rPr lang="zh-CN" altLang="en-US" dirty="0"/>
              <a:t>软件项目质量计划</a:t>
            </a:r>
          </a:p>
        </p:txBody>
      </p:sp>
      <p:sp>
        <p:nvSpPr>
          <p:cNvPr id="8" name="文本框 7">
            <a:hlinkClick r:id="rId8" action="ppaction://hlinksldjump"/>
            <a:extLst>
              <a:ext uri="{FF2B5EF4-FFF2-40B4-BE49-F238E27FC236}">
                <a16:creationId xmlns:a16="http://schemas.microsoft.com/office/drawing/2014/main" id="{5796415E-5902-49BB-C3DC-3E2B42EEB5B7}"/>
              </a:ext>
            </a:extLst>
          </p:cNvPr>
          <p:cNvSpPr txBox="1"/>
          <p:nvPr/>
        </p:nvSpPr>
        <p:spPr>
          <a:xfrm>
            <a:off x="5116985" y="3482794"/>
            <a:ext cx="2031325" cy="369332"/>
          </a:xfrm>
          <a:prstGeom prst="rect">
            <a:avLst/>
          </a:prstGeom>
          <a:noFill/>
        </p:spPr>
        <p:txBody>
          <a:bodyPr wrap="none" rtlCol="0">
            <a:spAutoFit/>
          </a:bodyPr>
          <a:lstStyle/>
          <a:p>
            <a:r>
              <a:rPr lang="zh-CN" altLang="en-US" dirty="0"/>
              <a:t>软件配置管理计划</a:t>
            </a:r>
          </a:p>
        </p:txBody>
      </p:sp>
      <p:sp>
        <p:nvSpPr>
          <p:cNvPr id="9" name="文本框 8">
            <a:hlinkClick r:id="rId9" action="ppaction://hlinksldjump"/>
            <a:extLst>
              <a:ext uri="{FF2B5EF4-FFF2-40B4-BE49-F238E27FC236}">
                <a16:creationId xmlns:a16="http://schemas.microsoft.com/office/drawing/2014/main" id="{CE6F83FE-1E76-2C8E-C6E8-D60597CC550A}"/>
              </a:ext>
            </a:extLst>
          </p:cNvPr>
          <p:cNvSpPr txBox="1"/>
          <p:nvPr/>
        </p:nvSpPr>
        <p:spPr>
          <a:xfrm>
            <a:off x="5116985" y="3959715"/>
            <a:ext cx="2031325" cy="369332"/>
          </a:xfrm>
          <a:prstGeom prst="rect">
            <a:avLst/>
          </a:prstGeom>
          <a:noFill/>
        </p:spPr>
        <p:txBody>
          <a:bodyPr wrap="none" rtlCol="0">
            <a:spAutoFit/>
          </a:bodyPr>
          <a:lstStyle/>
          <a:p>
            <a:r>
              <a:rPr lang="zh-CN" altLang="en-US" dirty="0"/>
              <a:t>软件项目团队计划</a:t>
            </a:r>
          </a:p>
        </p:txBody>
      </p:sp>
      <p:sp>
        <p:nvSpPr>
          <p:cNvPr id="10" name="文本框 9">
            <a:hlinkClick r:id="rId10" action="ppaction://hlinksldjump"/>
            <a:extLst>
              <a:ext uri="{FF2B5EF4-FFF2-40B4-BE49-F238E27FC236}">
                <a16:creationId xmlns:a16="http://schemas.microsoft.com/office/drawing/2014/main" id="{0C565392-86B3-EBB4-C713-FF691903D7E7}"/>
              </a:ext>
            </a:extLst>
          </p:cNvPr>
          <p:cNvSpPr txBox="1"/>
          <p:nvPr/>
        </p:nvSpPr>
        <p:spPr>
          <a:xfrm>
            <a:off x="5116985" y="4436636"/>
            <a:ext cx="2031325" cy="369332"/>
          </a:xfrm>
          <a:prstGeom prst="rect">
            <a:avLst/>
          </a:prstGeom>
          <a:noFill/>
        </p:spPr>
        <p:txBody>
          <a:bodyPr wrap="none" rtlCol="0">
            <a:spAutoFit/>
          </a:bodyPr>
          <a:lstStyle/>
          <a:p>
            <a:r>
              <a:rPr lang="zh-CN" altLang="en-US" dirty="0"/>
              <a:t>软件项目风险计划</a:t>
            </a:r>
          </a:p>
        </p:txBody>
      </p:sp>
      <p:sp>
        <p:nvSpPr>
          <p:cNvPr id="11" name="文本框 10">
            <a:hlinkClick r:id="rId11" action="ppaction://hlinksldjump"/>
            <a:extLst>
              <a:ext uri="{FF2B5EF4-FFF2-40B4-BE49-F238E27FC236}">
                <a16:creationId xmlns:a16="http://schemas.microsoft.com/office/drawing/2014/main" id="{559251C1-763A-4442-B24D-A6BE2D7E3DEC}"/>
              </a:ext>
            </a:extLst>
          </p:cNvPr>
          <p:cNvSpPr txBox="1"/>
          <p:nvPr/>
        </p:nvSpPr>
        <p:spPr>
          <a:xfrm>
            <a:off x="5116985" y="5867400"/>
            <a:ext cx="1107996" cy="369332"/>
          </a:xfrm>
          <a:prstGeom prst="rect">
            <a:avLst/>
          </a:prstGeom>
          <a:noFill/>
        </p:spPr>
        <p:txBody>
          <a:bodyPr wrap="none" rtlCol="0">
            <a:spAutoFit/>
          </a:bodyPr>
          <a:lstStyle/>
          <a:p>
            <a:r>
              <a:rPr lang="zh-CN" altLang="en-US" dirty="0"/>
              <a:t>项目结束</a:t>
            </a:r>
          </a:p>
        </p:txBody>
      </p:sp>
      <p:sp>
        <p:nvSpPr>
          <p:cNvPr id="12" name="文本框 11">
            <a:hlinkClick r:id="rId12" action="ppaction://hlinksldjump"/>
            <a:extLst>
              <a:ext uri="{FF2B5EF4-FFF2-40B4-BE49-F238E27FC236}">
                <a16:creationId xmlns:a16="http://schemas.microsoft.com/office/drawing/2014/main" id="{CDD8CF8E-9528-5349-BBE0-27DB89847DE8}"/>
              </a:ext>
            </a:extLst>
          </p:cNvPr>
          <p:cNvSpPr txBox="1"/>
          <p:nvPr/>
        </p:nvSpPr>
        <p:spPr>
          <a:xfrm>
            <a:off x="5116985" y="4913557"/>
            <a:ext cx="2031325" cy="369332"/>
          </a:xfrm>
          <a:prstGeom prst="rect">
            <a:avLst/>
          </a:prstGeom>
          <a:noFill/>
        </p:spPr>
        <p:txBody>
          <a:bodyPr wrap="none" rtlCol="0">
            <a:spAutoFit/>
          </a:bodyPr>
          <a:lstStyle/>
          <a:p>
            <a:r>
              <a:rPr lang="zh-CN" altLang="en-US" dirty="0"/>
              <a:t>软件项目合同计划</a:t>
            </a:r>
          </a:p>
        </p:txBody>
      </p:sp>
      <p:sp>
        <p:nvSpPr>
          <p:cNvPr id="13" name="文本框 12">
            <a:hlinkClick r:id="rId13" action="ppaction://hlinksldjump"/>
            <a:extLst>
              <a:ext uri="{FF2B5EF4-FFF2-40B4-BE49-F238E27FC236}">
                <a16:creationId xmlns:a16="http://schemas.microsoft.com/office/drawing/2014/main" id="{A1FAB756-B978-D64E-FA4A-6C6B392E91DC}"/>
              </a:ext>
            </a:extLst>
          </p:cNvPr>
          <p:cNvSpPr txBox="1"/>
          <p:nvPr/>
        </p:nvSpPr>
        <p:spPr>
          <a:xfrm>
            <a:off x="5116985" y="5390478"/>
            <a:ext cx="1569660" cy="369332"/>
          </a:xfrm>
          <a:prstGeom prst="rect">
            <a:avLst/>
          </a:prstGeom>
          <a:noFill/>
        </p:spPr>
        <p:txBody>
          <a:bodyPr wrap="none" rtlCol="0">
            <a:spAutoFit/>
          </a:bodyPr>
          <a:lstStyle/>
          <a:p>
            <a:r>
              <a:rPr lang="zh-CN" altLang="en-US" dirty="0"/>
              <a:t>项目执行控制</a:t>
            </a:r>
          </a:p>
        </p:txBody>
      </p:sp>
      <p:sp>
        <p:nvSpPr>
          <p:cNvPr id="19" name="矩形 18">
            <a:extLst>
              <a:ext uri="{FF2B5EF4-FFF2-40B4-BE49-F238E27FC236}">
                <a16:creationId xmlns:a16="http://schemas.microsoft.com/office/drawing/2014/main" id="{2CC4DFFA-5AE3-3DBA-535D-6F3B23A66BD8}"/>
              </a:ext>
            </a:extLst>
          </p:cNvPr>
          <p:cNvSpPr/>
          <p:nvPr/>
        </p:nvSpPr>
        <p:spPr>
          <a:xfrm>
            <a:off x="3398458" y="751934"/>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a:extLst>
              <a:ext uri="{FF2B5EF4-FFF2-40B4-BE49-F238E27FC236}">
                <a16:creationId xmlns:a16="http://schemas.microsoft.com/office/drawing/2014/main" id="{0DAC2F15-7860-ADED-4E01-8EF899B01609}"/>
              </a:ext>
            </a:extLst>
          </p:cNvPr>
          <p:cNvSpPr/>
          <p:nvPr/>
        </p:nvSpPr>
        <p:spPr>
          <a:xfrm>
            <a:off x="3398458" y="1228855"/>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矩形 21">
            <a:extLst>
              <a:ext uri="{FF2B5EF4-FFF2-40B4-BE49-F238E27FC236}">
                <a16:creationId xmlns:a16="http://schemas.microsoft.com/office/drawing/2014/main" id="{A1087749-F1B2-BEEC-434A-6568C10F33E0}"/>
              </a:ext>
            </a:extLst>
          </p:cNvPr>
          <p:cNvSpPr/>
          <p:nvPr/>
        </p:nvSpPr>
        <p:spPr>
          <a:xfrm>
            <a:off x="3398458" y="2182697"/>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矩形 23">
            <a:extLst>
              <a:ext uri="{FF2B5EF4-FFF2-40B4-BE49-F238E27FC236}">
                <a16:creationId xmlns:a16="http://schemas.microsoft.com/office/drawing/2014/main" id="{97B396DB-4D80-F87A-CFB3-8DDCB3B84485}"/>
              </a:ext>
            </a:extLst>
          </p:cNvPr>
          <p:cNvSpPr/>
          <p:nvPr/>
        </p:nvSpPr>
        <p:spPr>
          <a:xfrm>
            <a:off x="3398458" y="2659618"/>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矩形 24">
            <a:extLst>
              <a:ext uri="{FF2B5EF4-FFF2-40B4-BE49-F238E27FC236}">
                <a16:creationId xmlns:a16="http://schemas.microsoft.com/office/drawing/2014/main" id="{A490EC31-EFEE-ECDD-35F4-E61703E4E489}"/>
              </a:ext>
            </a:extLst>
          </p:cNvPr>
          <p:cNvSpPr/>
          <p:nvPr/>
        </p:nvSpPr>
        <p:spPr>
          <a:xfrm>
            <a:off x="3398458" y="3136539"/>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a:extLst>
              <a:ext uri="{FF2B5EF4-FFF2-40B4-BE49-F238E27FC236}">
                <a16:creationId xmlns:a16="http://schemas.microsoft.com/office/drawing/2014/main" id="{B31EFFAF-1C51-203A-09A5-AE953C0BC731}"/>
              </a:ext>
            </a:extLst>
          </p:cNvPr>
          <p:cNvSpPr/>
          <p:nvPr/>
        </p:nvSpPr>
        <p:spPr>
          <a:xfrm>
            <a:off x="3398458" y="3613460"/>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矩形 26">
            <a:extLst>
              <a:ext uri="{FF2B5EF4-FFF2-40B4-BE49-F238E27FC236}">
                <a16:creationId xmlns:a16="http://schemas.microsoft.com/office/drawing/2014/main" id="{720410A0-FBE9-3369-15B1-E9BC8DB110A8}"/>
              </a:ext>
            </a:extLst>
          </p:cNvPr>
          <p:cNvSpPr/>
          <p:nvPr/>
        </p:nvSpPr>
        <p:spPr>
          <a:xfrm>
            <a:off x="3398458" y="4090381"/>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矩形 27">
            <a:extLst>
              <a:ext uri="{FF2B5EF4-FFF2-40B4-BE49-F238E27FC236}">
                <a16:creationId xmlns:a16="http://schemas.microsoft.com/office/drawing/2014/main" id="{CD6FD518-A1A6-4C2C-3FE0-82CA5150C01E}"/>
              </a:ext>
            </a:extLst>
          </p:cNvPr>
          <p:cNvSpPr/>
          <p:nvPr/>
        </p:nvSpPr>
        <p:spPr>
          <a:xfrm>
            <a:off x="3398458" y="4567302"/>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矩形 28">
            <a:extLst>
              <a:ext uri="{FF2B5EF4-FFF2-40B4-BE49-F238E27FC236}">
                <a16:creationId xmlns:a16="http://schemas.microsoft.com/office/drawing/2014/main" id="{3AE6D12D-C7B6-DFD3-B8DE-AD7C82443590}"/>
              </a:ext>
            </a:extLst>
          </p:cNvPr>
          <p:cNvSpPr/>
          <p:nvPr/>
        </p:nvSpPr>
        <p:spPr>
          <a:xfrm>
            <a:off x="3398458" y="5044223"/>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矩形 29">
            <a:extLst>
              <a:ext uri="{FF2B5EF4-FFF2-40B4-BE49-F238E27FC236}">
                <a16:creationId xmlns:a16="http://schemas.microsoft.com/office/drawing/2014/main" id="{D9ECCD33-99AD-6FAB-2D80-686B617B041D}"/>
              </a:ext>
            </a:extLst>
          </p:cNvPr>
          <p:cNvSpPr/>
          <p:nvPr/>
        </p:nvSpPr>
        <p:spPr>
          <a:xfrm>
            <a:off x="3398458" y="5521144"/>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矩形 30">
            <a:extLst>
              <a:ext uri="{FF2B5EF4-FFF2-40B4-BE49-F238E27FC236}">
                <a16:creationId xmlns:a16="http://schemas.microsoft.com/office/drawing/2014/main" id="{F58B7036-EB74-A360-788C-81DBFE4193EF}"/>
              </a:ext>
            </a:extLst>
          </p:cNvPr>
          <p:cNvSpPr/>
          <p:nvPr/>
        </p:nvSpPr>
        <p:spPr>
          <a:xfrm>
            <a:off x="3398458" y="5998066"/>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矩形 31">
            <a:extLst>
              <a:ext uri="{FF2B5EF4-FFF2-40B4-BE49-F238E27FC236}">
                <a16:creationId xmlns:a16="http://schemas.microsoft.com/office/drawing/2014/main" id="{7DFC13E3-DEA6-F52C-3A8E-A89A5387CF16}"/>
              </a:ext>
            </a:extLst>
          </p:cNvPr>
          <p:cNvSpPr/>
          <p:nvPr/>
        </p:nvSpPr>
        <p:spPr>
          <a:xfrm>
            <a:off x="3398458" y="1705776"/>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TextBox 13">
            <a:extLst>
              <a:ext uri="{FF2B5EF4-FFF2-40B4-BE49-F238E27FC236}">
                <a16:creationId xmlns:a16="http://schemas.microsoft.com/office/drawing/2014/main" id="{5C9BFF20-316B-CCE9-5224-104D762331FE}"/>
              </a:ext>
            </a:extLst>
          </p:cNvPr>
          <p:cNvSpPr txBox="1"/>
          <p:nvPr/>
        </p:nvSpPr>
        <p:spPr>
          <a:xfrm>
            <a:off x="7549336" y="621268"/>
            <a:ext cx="316112" cy="369332"/>
          </a:xfrm>
          <a:prstGeom prst="rect">
            <a:avLst/>
          </a:prstGeom>
          <a:noFill/>
        </p:spPr>
        <p:txBody>
          <a:bodyPr wrap="none" rtlCol="0">
            <a:spAutoFit/>
          </a:bodyPr>
          <a:lstStyle/>
          <a:p>
            <a:pPr algn="ctr"/>
            <a:r>
              <a:rPr lang="en-US" altLang="zh-CN" dirty="0"/>
              <a:t>2</a:t>
            </a:r>
            <a:endParaRPr lang="zh-CN" altLang="en-US" dirty="0"/>
          </a:p>
        </p:txBody>
      </p:sp>
      <p:sp>
        <p:nvSpPr>
          <p:cNvPr id="18" name="TextBox 17">
            <a:extLst>
              <a:ext uri="{FF2B5EF4-FFF2-40B4-BE49-F238E27FC236}">
                <a16:creationId xmlns:a16="http://schemas.microsoft.com/office/drawing/2014/main" id="{F99B3F5F-FC57-8ADF-0D1E-A67FE1E06292}"/>
              </a:ext>
            </a:extLst>
          </p:cNvPr>
          <p:cNvSpPr txBox="1"/>
          <p:nvPr/>
        </p:nvSpPr>
        <p:spPr>
          <a:xfrm>
            <a:off x="7550137" y="1098189"/>
            <a:ext cx="314510" cy="369332"/>
          </a:xfrm>
          <a:prstGeom prst="rect">
            <a:avLst/>
          </a:prstGeom>
          <a:noFill/>
        </p:spPr>
        <p:txBody>
          <a:bodyPr wrap="none" rtlCol="0">
            <a:spAutoFit/>
          </a:bodyPr>
          <a:lstStyle/>
          <a:p>
            <a:pPr algn="ctr"/>
            <a:r>
              <a:rPr lang="en-US" altLang="zh-CN" dirty="0"/>
              <a:t>3</a:t>
            </a:r>
            <a:endParaRPr lang="zh-CN" altLang="en-US" dirty="0"/>
          </a:p>
        </p:txBody>
      </p:sp>
      <p:sp>
        <p:nvSpPr>
          <p:cNvPr id="21" name="TextBox 20">
            <a:extLst>
              <a:ext uri="{FF2B5EF4-FFF2-40B4-BE49-F238E27FC236}">
                <a16:creationId xmlns:a16="http://schemas.microsoft.com/office/drawing/2014/main" id="{32A04720-419A-44DF-872A-9825B82FADC5}"/>
              </a:ext>
            </a:extLst>
          </p:cNvPr>
          <p:cNvSpPr txBox="1"/>
          <p:nvPr/>
        </p:nvSpPr>
        <p:spPr>
          <a:xfrm>
            <a:off x="7538916" y="1575110"/>
            <a:ext cx="336952" cy="369332"/>
          </a:xfrm>
          <a:prstGeom prst="rect">
            <a:avLst/>
          </a:prstGeom>
          <a:noFill/>
        </p:spPr>
        <p:txBody>
          <a:bodyPr wrap="none" rtlCol="0">
            <a:spAutoFit/>
          </a:bodyPr>
          <a:lstStyle/>
          <a:p>
            <a:pPr algn="ctr"/>
            <a:r>
              <a:rPr lang="en-US" altLang="zh-CN" dirty="0"/>
              <a:t>4</a:t>
            </a:r>
            <a:endParaRPr lang="zh-CN" altLang="en-US" dirty="0"/>
          </a:p>
        </p:txBody>
      </p:sp>
      <p:sp>
        <p:nvSpPr>
          <p:cNvPr id="23" name="TextBox 22">
            <a:extLst>
              <a:ext uri="{FF2B5EF4-FFF2-40B4-BE49-F238E27FC236}">
                <a16:creationId xmlns:a16="http://schemas.microsoft.com/office/drawing/2014/main" id="{51B59FFC-570C-2F81-7DAA-326EE718A800}"/>
              </a:ext>
            </a:extLst>
          </p:cNvPr>
          <p:cNvSpPr txBox="1"/>
          <p:nvPr/>
        </p:nvSpPr>
        <p:spPr>
          <a:xfrm>
            <a:off x="7549336" y="2052031"/>
            <a:ext cx="316112" cy="369332"/>
          </a:xfrm>
          <a:prstGeom prst="rect">
            <a:avLst/>
          </a:prstGeom>
          <a:noFill/>
        </p:spPr>
        <p:txBody>
          <a:bodyPr wrap="none" rtlCol="0">
            <a:spAutoFit/>
          </a:bodyPr>
          <a:lstStyle/>
          <a:p>
            <a:pPr algn="ctr"/>
            <a:r>
              <a:rPr lang="en-US" altLang="zh-CN" dirty="0"/>
              <a:t>2</a:t>
            </a:r>
            <a:endParaRPr lang="zh-CN" altLang="en-US" dirty="0"/>
          </a:p>
        </p:txBody>
      </p:sp>
      <p:sp>
        <p:nvSpPr>
          <p:cNvPr id="33" name="TextBox 32">
            <a:extLst>
              <a:ext uri="{FF2B5EF4-FFF2-40B4-BE49-F238E27FC236}">
                <a16:creationId xmlns:a16="http://schemas.microsoft.com/office/drawing/2014/main" id="{1EF28686-660B-D3B4-62A6-C17EB55B7B68}"/>
              </a:ext>
            </a:extLst>
          </p:cNvPr>
          <p:cNvSpPr txBox="1"/>
          <p:nvPr/>
        </p:nvSpPr>
        <p:spPr>
          <a:xfrm>
            <a:off x="7550137" y="2528952"/>
            <a:ext cx="314510" cy="369332"/>
          </a:xfrm>
          <a:prstGeom prst="rect">
            <a:avLst/>
          </a:prstGeom>
          <a:noFill/>
        </p:spPr>
        <p:txBody>
          <a:bodyPr wrap="none" rtlCol="0">
            <a:spAutoFit/>
          </a:bodyPr>
          <a:lstStyle/>
          <a:p>
            <a:pPr algn="ctr"/>
            <a:r>
              <a:rPr lang="en-US" altLang="zh-CN" dirty="0"/>
              <a:t>3</a:t>
            </a:r>
            <a:endParaRPr lang="zh-CN" altLang="en-US" dirty="0"/>
          </a:p>
        </p:txBody>
      </p:sp>
      <p:sp>
        <p:nvSpPr>
          <p:cNvPr id="34" name="TextBox 33">
            <a:extLst>
              <a:ext uri="{FF2B5EF4-FFF2-40B4-BE49-F238E27FC236}">
                <a16:creationId xmlns:a16="http://schemas.microsoft.com/office/drawing/2014/main" id="{A600B197-6332-621E-A992-AB6FAAD93ABA}"/>
              </a:ext>
            </a:extLst>
          </p:cNvPr>
          <p:cNvSpPr txBox="1"/>
          <p:nvPr/>
        </p:nvSpPr>
        <p:spPr>
          <a:xfrm>
            <a:off x="7550137" y="3005873"/>
            <a:ext cx="314510" cy="369332"/>
          </a:xfrm>
          <a:prstGeom prst="rect">
            <a:avLst/>
          </a:prstGeom>
          <a:noFill/>
        </p:spPr>
        <p:txBody>
          <a:bodyPr wrap="none" rtlCol="0">
            <a:spAutoFit/>
          </a:bodyPr>
          <a:lstStyle/>
          <a:p>
            <a:pPr algn="ctr"/>
            <a:r>
              <a:rPr lang="en-US" altLang="zh-CN" dirty="0"/>
              <a:t>3</a:t>
            </a:r>
            <a:endParaRPr lang="zh-CN" altLang="en-US" dirty="0"/>
          </a:p>
        </p:txBody>
      </p:sp>
      <p:sp>
        <p:nvSpPr>
          <p:cNvPr id="35" name="TextBox 34">
            <a:extLst>
              <a:ext uri="{FF2B5EF4-FFF2-40B4-BE49-F238E27FC236}">
                <a16:creationId xmlns:a16="http://schemas.microsoft.com/office/drawing/2014/main" id="{10ED4C7B-B30F-2210-A743-F4DEB5412E18}"/>
              </a:ext>
            </a:extLst>
          </p:cNvPr>
          <p:cNvSpPr txBox="1"/>
          <p:nvPr/>
        </p:nvSpPr>
        <p:spPr>
          <a:xfrm>
            <a:off x="7549336" y="3482794"/>
            <a:ext cx="316112" cy="369332"/>
          </a:xfrm>
          <a:prstGeom prst="rect">
            <a:avLst/>
          </a:prstGeom>
          <a:noFill/>
        </p:spPr>
        <p:txBody>
          <a:bodyPr wrap="none" rtlCol="0">
            <a:spAutoFit/>
          </a:bodyPr>
          <a:lstStyle/>
          <a:p>
            <a:pPr algn="ctr"/>
            <a:r>
              <a:rPr lang="en-US" altLang="zh-CN" dirty="0"/>
              <a:t>2</a:t>
            </a:r>
            <a:endParaRPr lang="zh-CN" altLang="en-US" dirty="0"/>
          </a:p>
        </p:txBody>
      </p:sp>
      <p:sp>
        <p:nvSpPr>
          <p:cNvPr id="36" name="TextBox 35">
            <a:extLst>
              <a:ext uri="{FF2B5EF4-FFF2-40B4-BE49-F238E27FC236}">
                <a16:creationId xmlns:a16="http://schemas.microsoft.com/office/drawing/2014/main" id="{B8FC007B-059C-8D43-A866-FE6BD38E53D7}"/>
              </a:ext>
            </a:extLst>
          </p:cNvPr>
          <p:cNvSpPr txBox="1"/>
          <p:nvPr/>
        </p:nvSpPr>
        <p:spPr>
          <a:xfrm>
            <a:off x="7549336" y="3959715"/>
            <a:ext cx="316112" cy="369332"/>
          </a:xfrm>
          <a:prstGeom prst="rect">
            <a:avLst/>
          </a:prstGeom>
          <a:noFill/>
        </p:spPr>
        <p:txBody>
          <a:bodyPr wrap="none" rtlCol="0">
            <a:spAutoFit/>
          </a:bodyPr>
          <a:lstStyle/>
          <a:p>
            <a:pPr algn="ctr"/>
            <a:r>
              <a:rPr lang="en-US" altLang="zh-CN" dirty="0"/>
              <a:t>2</a:t>
            </a:r>
            <a:endParaRPr lang="zh-CN" altLang="en-US" dirty="0"/>
          </a:p>
        </p:txBody>
      </p:sp>
      <p:sp>
        <p:nvSpPr>
          <p:cNvPr id="37" name="TextBox 36">
            <a:extLst>
              <a:ext uri="{FF2B5EF4-FFF2-40B4-BE49-F238E27FC236}">
                <a16:creationId xmlns:a16="http://schemas.microsoft.com/office/drawing/2014/main" id="{5978E88D-1F9F-4289-0C39-E44C5BBF889C}"/>
              </a:ext>
            </a:extLst>
          </p:cNvPr>
          <p:cNvSpPr txBox="1"/>
          <p:nvPr/>
        </p:nvSpPr>
        <p:spPr>
          <a:xfrm>
            <a:off x="7549336" y="4436636"/>
            <a:ext cx="316112" cy="369332"/>
          </a:xfrm>
          <a:prstGeom prst="rect">
            <a:avLst/>
          </a:prstGeom>
          <a:noFill/>
        </p:spPr>
        <p:txBody>
          <a:bodyPr wrap="none" rtlCol="0">
            <a:spAutoFit/>
          </a:bodyPr>
          <a:lstStyle/>
          <a:p>
            <a:pPr algn="ctr"/>
            <a:r>
              <a:rPr lang="en-US" altLang="zh-CN" dirty="0"/>
              <a:t>2</a:t>
            </a:r>
            <a:endParaRPr lang="zh-CN" altLang="en-US" dirty="0"/>
          </a:p>
        </p:txBody>
      </p:sp>
      <p:sp>
        <p:nvSpPr>
          <p:cNvPr id="38" name="TextBox 37">
            <a:extLst>
              <a:ext uri="{FF2B5EF4-FFF2-40B4-BE49-F238E27FC236}">
                <a16:creationId xmlns:a16="http://schemas.microsoft.com/office/drawing/2014/main" id="{E67A6F50-FFBA-A322-7FC5-991B3BDDE9FB}"/>
              </a:ext>
            </a:extLst>
          </p:cNvPr>
          <p:cNvSpPr txBox="1"/>
          <p:nvPr/>
        </p:nvSpPr>
        <p:spPr>
          <a:xfrm>
            <a:off x="7549336" y="4913557"/>
            <a:ext cx="316112" cy="369332"/>
          </a:xfrm>
          <a:prstGeom prst="rect">
            <a:avLst/>
          </a:prstGeom>
          <a:noFill/>
        </p:spPr>
        <p:txBody>
          <a:bodyPr wrap="none" rtlCol="0">
            <a:spAutoFit/>
          </a:bodyPr>
          <a:lstStyle/>
          <a:p>
            <a:pPr algn="ctr"/>
            <a:r>
              <a:rPr lang="en-US" altLang="zh-CN" dirty="0"/>
              <a:t>2</a:t>
            </a:r>
            <a:endParaRPr lang="zh-CN" altLang="en-US" dirty="0"/>
          </a:p>
        </p:txBody>
      </p:sp>
      <p:sp>
        <p:nvSpPr>
          <p:cNvPr id="39" name="TextBox 38">
            <a:extLst>
              <a:ext uri="{FF2B5EF4-FFF2-40B4-BE49-F238E27FC236}">
                <a16:creationId xmlns:a16="http://schemas.microsoft.com/office/drawing/2014/main" id="{E42C42A8-A708-CD70-C71B-02D69F5C5CA4}"/>
              </a:ext>
            </a:extLst>
          </p:cNvPr>
          <p:cNvSpPr txBox="1"/>
          <p:nvPr/>
        </p:nvSpPr>
        <p:spPr>
          <a:xfrm>
            <a:off x="7544527" y="5390478"/>
            <a:ext cx="325731" cy="369332"/>
          </a:xfrm>
          <a:prstGeom prst="rect">
            <a:avLst/>
          </a:prstGeom>
          <a:noFill/>
        </p:spPr>
        <p:txBody>
          <a:bodyPr wrap="none" rtlCol="0">
            <a:spAutoFit/>
          </a:bodyPr>
          <a:lstStyle/>
          <a:p>
            <a:pPr algn="ctr"/>
            <a:r>
              <a:rPr lang="en-US" altLang="zh-CN" dirty="0"/>
              <a:t>6</a:t>
            </a:r>
            <a:endParaRPr lang="zh-CN" altLang="en-US" dirty="0"/>
          </a:p>
        </p:txBody>
      </p:sp>
      <p:sp>
        <p:nvSpPr>
          <p:cNvPr id="40" name="TextBox 39">
            <a:extLst>
              <a:ext uri="{FF2B5EF4-FFF2-40B4-BE49-F238E27FC236}">
                <a16:creationId xmlns:a16="http://schemas.microsoft.com/office/drawing/2014/main" id="{0F8FDFBD-A01C-68C9-C0D0-AE0419567660}"/>
              </a:ext>
            </a:extLst>
          </p:cNvPr>
          <p:cNvSpPr txBox="1"/>
          <p:nvPr/>
        </p:nvSpPr>
        <p:spPr>
          <a:xfrm>
            <a:off x="7549336" y="5867400"/>
            <a:ext cx="316112" cy="369332"/>
          </a:xfrm>
          <a:prstGeom prst="rect">
            <a:avLst/>
          </a:prstGeom>
          <a:noFill/>
        </p:spPr>
        <p:txBody>
          <a:bodyPr wrap="none" rtlCol="0">
            <a:spAutoFit/>
          </a:bodyPr>
          <a:lstStyle/>
          <a:p>
            <a:pPr algn="ctr"/>
            <a:r>
              <a:rPr lang="en-US" altLang="zh-CN" dirty="0"/>
              <a:t>2</a:t>
            </a:r>
            <a:endParaRPr lang="zh-CN" altLang="en-US" dirty="0"/>
          </a:p>
        </p:txBody>
      </p:sp>
      <p:sp>
        <p:nvSpPr>
          <p:cNvPr id="43" name="TextBox 42">
            <a:extLst>
              <a:ext uri="{FF2B5EF4-FFF2-40B4-BE49-F238E27FC236}">
                <a16:creationId xmlns:a16="http://schemas.microsoft.com/office/drawing/2014/main" id="{C539087B-FACF-542B-2E9B-FFBE8DFA4ECB}"/>
              </a:ext>
            </a:extLst>
          </p:cNvPr>
          <p:cNvSpPr txBox="1"/>
          <p:nvPr/>
        </p:nvSpPr>
        <p:spPr>
          <a:xfrm>
            <a:off x="3486150" y="621268"/>
            <a:ext cx="1196161" cy="369332"/>
          </a:xfrm>
          <a:prstGeom prst="rect">
            <a:avLst/>
          </a:prstGeom>
          <a:noFill/>
        </p:spPr>
        <p:txBody>
          <a:bodyPr wrap="none" rtlCol="0">
            <a:spAutoFit/>
          </a:bodyPr>
          <a:lstStyle/>
          <a:p>
            <a:r>
              <a:rPr lang="en-US" altLang="zh-CN" dirty="0"/>
              <a:t>Section 1</a:t>
            </a:r>
            <a:endParaRPr lang="zh-CN" altLang="en-US" dirty="0"/>
          </a:p>
        </p:txBody>
      </p:sp>
      <p:sp>
        <p:nvSpPr>
          <p:cNvPr id="44" name="TextBox 43">
            <a:extLst>
              <a:ext uri="{FF2B5EF4-FFF2-40B4-BE49-F238E27FC236}">
                <a16:creationId xmlns:a16="http://schemas.microsoft.com/office/drawing/2014/main" id="{7D7A3979-06A1-BA50-4103-F6D4E8ED8E35}"/>
              </a:ext>
            </a:extLst>
          </p:cNvPr>
          <p:cNvSpPr txBox="1"/>
          <p:nvPr/>
        </p:nvSpPr>
        <p:spPr>
          <a:xfrm>
            <a:off x="3486150" y="1098189"/>
            <a:ext cx="1244251" cy="369332"/>
          </a:xfrm>
          <a:prstGeom prst="rect">
            <a:avLst/>
          </a:prstGeom>
          <a:noFill/>
        </p:spPr>
        <p:txBody>
          <a:bodyPr wrap="none" rtlCol="0">
            <a:spAutoFit/>
          </a:bodyPr>
          <a:lstStyle/>
          <a:p>
            <a:r>
              <a:rPr lang="en-US" altLang="zh-CN" dirty="0"/>
              <a:t>Section 2</a:t>
            </a:r>
            <a:endParaRPr lang="zh-CN" altLang="en-US" dirty="0"/>
          </a:p>
        </p:txBody>
      </p:sp>
      <p:sp>
        <p:nvSpPr>
          <p:cNvPr id="45" name="TextBox 44">
            <a:extLst>
              <a:ext uri="{FF2B5EF4-FFF2-40B4-BE49-F238E27FC236}">
                <a16:creationId xmlns:a16="http://schemas.microsoft.com/office/drawing/2014/main" id="{C2F205A3-46F2-DF60-7FA6-242E83F639D4}"/>
              </a:ext>
            </a:extLst>
          </p:cNvPr>
          <p:cNvSpPr txBox="1"/>
          <p:nvPr/>
        </p:nvSpPr>
        <p:spPr>
          <a:xfrm>
            <a:off x="3486150" y="1575110"/>
            <a:ext cx="1242648" cy="369332"/>
          </a:xfrm>
          <a:prstGeom prst="rect">
            <a:avLst/>
          </a:prstGeom>
          <a:noFill/>
        </p:spPr>
        <p:txBody>
          <a:bodyPr wrap="none" rtlCol="0">
            <a:spAutoFit/>
          </a:bodyPr>
          <a:lstStyle/>
          <a:p>
            <a:r>
              <a:rPr lang="en-US" altLang="zh-CN" dirty="0"/>
              <a:t>Section 3</a:t>
            </a:r>
            <a:endParaRPr lang="zh-CN" altLang="en-US" dirty="0"/>
          </a:p>
        </p:txBody>
      </p:sp>
      <p:sp>
        <p:nvSpPr>
          <p:cNvPr id="46" name="TextBox 45">
            <a:extLst>
              <a:ext uri="{FF2B5EF4-FFF2-40B4-BE49-F238E27FC236}">
                <a16:creationId xmlns:a16="http://schemas.microsoft.com/office/drawing/2014/main" id="{9D4738D9-10AA-D012-A899-686D94CF77E8}"/>
              </a:ext>
            </a:extLst>
          </p:cNvPr>
          <p:cNvSpPr txBox="1"/>
          <p:nvPr/>
        </p:nvSpPr>
        <p:spPr>
          <a:xfrm>
            <a:off x="3486150" y="2052031"/>
            <a:ext cx="1265090" cy="369332"/>
          </a:xfrm>
          <a:prstGeom prst="rect">
            <a:avLst/>
          </a:prstGeom>
          <a:noFill/>
        </p:spPr>
        <p:txBody>
          <a:bodyPr wrap="none" rtlCol="0">
            <a:spAutoFit/>
          </a:bodyPr>
          <a:lstStyle/>
          <a:p>
            <a:r>
              <a:rPr lang="en-US" altLang="zh-CN" dirty="0"/>
              <a:t>Section 4</a:t>
            </a:r>
            <a:endParaRPr lang="zh-CN" altLang="en-US" dirty="0"/>
          </a:p>
        </p:txBody>
      </p:sp>
      <p:sp>
        <p:nvSpPr>
          <p:cNvPr id="47" name="TextBox 46">
            <a:extLst>
              <a:ext uri="{FF2B5EF4-FFF2-40B4-BE49-F238E27FC236}">
                <a16:creationId xmlns:a16="http://schemas.microsoft.com/office/drawing/2014/main" id="{4E4C37BA-4992-FADA-C9ED-04650F29E4AD}"/>
              </a:ext>
            </a:extLst>
          </p:cNvPr>
          <p:cNvSpPr txBox="1"/>
          <p:nvPr/>
        </p:nvSpPr>
        <p:spPr>
          <a:xfrm>
            <a:off x="3486150" y="2528952"/>
            <a:ext cx="1244251" cy="369332"/>
          </a:xfrm>
          <a:prstGeom prst="rect">
            <a:avLst/>
          </a:prstGeom>
          <a:noFill/>
        </p:spPr>
        <p:txBody>
          <a:bodyPr wrap="none" rtlCol="0">
            <a:spAutoFit/>
          </a:bodyPr>
          <a:lstStyle/>
          <a:p>
            <a:r>
              <a:rPr lang="en-US" altLang="zh-CN" dirty="0"/>
              <a:t>Section 5</a:t>
            </a:r>
            <a:endParaRPr lang="zh-CN" altLang="en-US" dirty="0"/>
          </a:p>
        </p:txBody>
      </p:sp>
      <p:sp>
        <p:nvSpPr>
          <p:cNvPr id="48" name="TextBox 47">
            <a:extLst>
              <a:ext uri="{FF2B5EF4-FFF2-40B4-BE49-F238E27FC236}">
                <a16:creationId xmlns:a16="http://schemas.microsoft.com/office/drawing/2014/main" id="{01356CC8-46B4-6833-FD6A-C008A7E13AB5}"/>
              </a:ext>
            </a:extLst>
          </p:cNvPr>
          <p:cNvSpPr txBox="1"/>
          <p:nvPr/>
        </p:nvSpPr>
        <p:spPr>
          <a:xfrm>
            <a:off x="3486150" y="3005873"/>
            <a:ext cx="1253869" cy="369332"/>
          </a:xfrm>
          <a:prstGeom prst="rect">
            <a:avLst/>
          </a:prstGeom>
          <a:noFill/>
        </p:spPr>
        <p:txBody>
          <a:bodyPr wrap="none" rtlCol="0">
            <a:spAutoFit/>
          </a:bodyPr>
          <a:lstStyle/>
          <a:p>
            <a:r>
              <a:rPr lang="en-US" altLang="zh-CN" dirty="0"/>
              <a:t>Section 6</a:t>
            </a:r>
            <a:endParaRPr lang="zh-CN" altLang="en-US" dirty="0"/>
          </a:p>
        </p:txBody>
      </p:sp>
      <p:sp>
        <p:nvSpPr>
          <p:cNvPr id="49" name="TextBox 48">
            <a:extLst>
              <a:ext uri="{FF2B5EF4-FFF2-40B4-BE49-F238E27FC236}">
                <a16:creationId xmlns:a16="http://schemas.microsoft.com/office/drawing/2014/main" id="{84BF18C8-4C08-CEA4-423D-16240B71B56B}"/>
              </a:ext>
            </a:extLst>
          </p:cNvPr>
          <p:cNvSpPr txBox="1"/>
          <p:nvPr/>
        </p:nvSpPr>
        <p:spPr>
          <a:xfrm>
            <a:off x="3486150" y="3482794"/>
            <a:ext cx="1249060" cy="369332"/>
          </a:xfrm>
          <a:prstGeom prst="rect">
            <a:avLst/>
          </a:prstGeom>
          <a:noFill/>
        </p:spPr>
        <p:txBody>
          <a:bodyPr wrap="none" rtlCol="0">
            <a:spAutoFit/>
          </a:bodyPr>
          <a:lstStyle/>
          <a:p>
            <a:r>
              <a:rPr lang="en-US" altLang="zh-CN" dirty="0"/>
              <a:t>Section 7</a:t>
            </a:r>
            <a:endParaRPr lang="zh-CN" altLang="en-US" dirty="0"/>
          </a:p>
        </p:txBody>
      </p:sp>
      <p:sp>
        <p:nvSpPr>
          <p:cNvPr id="50" name="TextBox 49">
            <a:extLst>
              <a:ext uri="{FF2B5EF4-FFF2-40B4-BE49-F238E27FC236}">
                <a16:creationId xmlns:a16="http://schemas.microsoft.com/office/drawing/2014/main" id="{4AEA3D2F-E68B-CB70-D483-9BDE238F554F}"/>
              </a:ext>
            </a:extLst>
          </p:cNvPr>
          <p:cNvSpPr txBox="1"/>
          <p:nvPr/>
        </p:nvSpPr>
        <p:spPr>
          <a:xfrm>
            <a:off x="3486150" y="3959715"/>
            <a:ext cx="1260281" cy="369332"/>
          </a:xfrm>
          <a:prstGeom prst="rect">
            <a:avLst/>
          </a:prstGeom>
          <a:noFill/>
        </p:spPr>
        <p:txBody>
          <a:bodyPr wrap="none" rtlCol="0">
            <a:spAutoFit/>
          </a:bodyPr>
          <a:lstStyle/>
          <a:p>
            <a:r>
              <a:rPr lang="en-US" altLang="zh-CN" dirty="0"/>
              <a:t>Section 8</a:t>
            </a:r>
            <a:endParaRPr lang="zh-CN" altLang="en-US" dirty="0"/>
          </a:p>
        </p:txBody>
      </p:sp>
      <p:sp>
        <p:nvSpPr>
          <p:cNvPr id="51" name="TextBox 50">
            <a:extLst>
              <a:ext uri="{FF2B5EF4-FFF2-40B4-BE49-F238E27FC236}">
                <a16:creationId xmlns:a16="http://schemas.microsoft.com/office/drawing/2014/main" id="{314F58E4-1323-B1DC-830B-EB8A0F4E76D4}"/>
              </a:ext>
            </a:extLst>
          </p:cNvPr>
          <p:cNvSpPr txBox="1"/>
          <p:nvPr/>
        </p:nvSpPr>
        <p:spPr>
          <a:xfrm>
            <a:off x="3486150" y="4436636"/>
            <a:ext cx="1253869" cy="369332"/>
          </a:xfrm>
          <a:prstGeom prst="rect">
            <a:avLst/>
          </a:prstGeom>
          <a:noFill/>
        </p:spPr>
        <p:txBody>
          <a:bodyPr wrap="none" rtlCol="0">
            <a:spAutoFit/>
          </a:bodyPr>
          <a:lstStyle/>
          <a:p>
            <a:r>
              <a:rPr lang="en-US" altLang="zh-CN" dirty="0"/>
              <a:t>Section 9</a:t>
            </a:r>
            <a:endParaRPr lang="zh-CN" altLang="en-US" dirty="0"/>
          </a:p>
        </p:txBody>
      </p:sp>
      <p:sp>
        <p:nvSpPr>
          <p:cNvPr id="52" name="TextBox 51">
            <a:extLst>
              <a:ext uri="{FF2B5EF4-FFF2-40B4-BE49-F238E27FC236}">
                <a16:creationId xmlns:a16="http://schemas.microsoft.com/office/drawing/2014/main" id="{0D9CAE8D-FC7E-B63B-2D76-87FF8EC12A5F}"/>
              </a:ext>
            </a:extLst>
          </p:cNvPr>
          <p:cNvSpPr txBox="1"/>
          <p:nvPr/>
        </p:nvSpPr>
        <p:spPr>
          <a:xfrm>
            <a:off x="3486150" y="4913557"/>
            <a:ext cx="1348446" cy="369332"/>
          </a:xfrm>
          <a:prstGeom prst="rect">
            <a:avLst/>
          </a:prstGeom>
          <a:noFill/>
        </p:spPr>
        <p:txBody>
          <a:bodyPr wrap="none" rtlCol="0">
            <a:spAutoFit/>
          </a:bodyPr>
          <a:lstStyle/>
          <a:p>
            <a:r>
              <a:rPr lang="en-US" altLang="zh-CN" dirty="0"/>
              <a:t>Section 10</a:t>
            </a:r>
            <a:endParaRPr lang="zh-CN" altLang="en-US" dirty="0"/>
          </a:p>
        </p:txBody>
      </p:sp>
      <p:sp>
        <p:nvSpPr>
          <p:cNvPr id="53" name="TextBox 52">
            <a:extLst>
              <a:ext uri="{FF2B5EF4-FFF2-40B4-BE49-F238E27FC236}">
                <a16:creationId xmlns:a16="http://schemas.microsoft.com/office/drawing/2014/main" id="{AB0160AA-9C3A-74F5-40AA-7BEDCE587BAE}"/>
              </a:ext>
            </a:extLst>
          </p:cNvPr>
          <p:cNvSpPr txBox="1"/>
          <p:nvPr/>
        </p:nvSpPr>
        <p:spPr>
          <a:xfrm>
            <a:off x="3486150" y="5390478"/>
            <a:ext cx="1279517" cy="369332"/>
          </a:xfrm>
          <a:prstGeom prst="rect">
            <a:avLst/>
          </a:prstGeom>
          <a:noFill/>
        </p:spPr>
        <p:txBody>
          <a:bodyPr wrap="none" rtlCol="0">
            <a:spAutoFit/>
          </a:bodyPr>
          <a:lstStyle/>
          <a:p>
            <a:r>
              <a:rPr lang="en-US" altLang="zh-CN" dirty="0"/>
              <a:t>Section 11</a:t>
            </a:r>
            <a:endParaRPr lang="zh-CN" altLang="en-US" dirty="0"/>
          </a:p>
        </p:txBody>
      </p:sp>
      <p:sp>
        <p:nvSpPr>
          <p:cNvPr id="54" name="TextBox 53">
            <a:extLst>
              <a:ext uri="{FF2B5EF4-FFF2-40B4-BE49-F238E27FC236}">
                <a16:creationId xmlns:a16="http://schemas.microsoft.com/office/drawing/2014/main" id="{146C91AC-C7B4-DA34-CA5F-A873F57E992F}"/>
              </a:ext>
            </a:extLst>
          </p:cNvPr>
          <p:cNvSpPr txBox="1"/>
          <p:nvPr/>
        </p:nvSpPr>
        <p:spPr>
          <a:xfrm>
            <a:off x="3486150" y="5867400"/>
            <a:ext cx="1327608" cy="369332"/>
          </a:xfrm>
          <a:prstGeom prst="rect">
            <a:avLst/>
          </a:prstGeom>
          <a:noFill/>
        </p:spPr>
        <p:txBody>
          <a:bodyPr wrap="none" rtlCol="0">
            <a:spAutoFit/>
          </a:bodyPr>
          <a:lstStyle/>
          <a:p>
            <a:r>
              <a:rPr lang="en-US" altLang="zh-CN" dirty="0"/>
              <a:t>Section 12</a:t>
            </a:r>
            <a:endParaRPr lang="zh-CN" altLang="en-US" dirty="0"/>
          </a:p>
        </p:txBody>
      </p:sp>
    </p:spTree>
    <p:extLst>
      <p:ext uri="{BB962C8B-B14F-4D97-AF65-F5344CB8AC3E}">
        <p14:creationId xmlns:p14="http://schemas.microsoft.com/office/powerpoint/2010/main" val="9512580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5" name="Picture Placeholder 24">
            <a:extLst>
              <a:ext uri="{FF2B5EF4-FFF2-40B4-BE49-F238E27FC236}">
                <a16:creationId xmlns:a16="http://schemas.microsoft.com/office/drawing/2014/main" id="{0B76303B-5B83-E5C8-3FEF-54959CAE5CF6}"/>
              </a:ext>
            </a:extLst>
          </p:cNvPr>
          <p:cNvPicPr>
            <a:picLocks noGrp="1" noChangeAspect="1"/>
          </p:cNvPicPr>
          <p:nvPr>
            <p:ph type="pic" sz="quarter" idx="10"/>
          </p:nvPr>
        </p:nvPicPr>
        <p:blipFill>
          <a:blip r:embed="rId2"/>
          <a:srcRect t="1" b="1"/>
          <a:stretch/>
        </p:blipFill>
        <p:spPr>
          <a:xfrm>
            <a:off x="0" y="0"/>
            <a:ext cx="6480000" cy="6858000"/>
          </a:xfrm>
        </p:spPr>
      </p:pic>
      <p:sp>
        <p:nvSpPr>
          <p:cNvPr id="2" name="标题 1">
            <a:extLst>
              <a:ext uri="{FF2B5EF4-FFF2-40B4-BE49-F238E27FC236}">
                <a16:creationId xmlns:a16="http://schemas.microsoft.com/office/drawing/2014/main" id="{3A4CA759-5621-EB6A-3BE8-E0B4F08C2D2D}"/>
              </a:ext>
            </a:extLst>
          </p:cNvPr>
          <p:cNvSpPr>
            <a:spLocks noGrp="1"/>
          </p:cNvSpPr>
          <p:nvPr>
            <p:ph type="ctrTitle"/>
          </p:nvPr>
        </p:nvSpPr>
        <p:spPr>
          <a:xfrm>
            <a:off x="4077578" y="3498981"/>
            <a:ext cx="7262228" cy="1440000"/>
          </a:xfrm>
        </p:spPr>
        <p:txBody>
          <a:bodyPr/>
          <a:lstStyle/>
          <a:p>
            <a:r>
              <a:rPr lang="zh-CN" altLang="en-US"/>
              <a:t>软件项目管理概述</a:t>
            </a:r>
            <a:endParaRPr lang="zh-CN" altLang="en-US" dirty="0"/>
          </a:p>
        </p:txBody>
      </p:sp>
      <p:sp>
        <p:nvSpPr>
          <p:cNvPr id="3" name="副标题 2">
            <a:extLst>
              <a:ext uri="{FF2B5EF4-FFF2-40B4-BE49-F238E27FC236}">
                <a16:creationId xmlns:a16="http://schemas.microsoft.com/office/drawing/2014/main" id="{9A649945-96D7-8543-8CFE-9D885EE22BF8}"/>
              </a:ext>
            </a:extLst>
          </p:cNvPr>
          <p:cNvSpPr>
            <a:spLocks noGrp="1"/>
          </p:cNvSpPr>
          <p:nvPr>
            <p:ph type="subTitle" idx="1"/>
          </p:nvPr>
        </p:nvSpPr>
        <p:spPr>
          <a:xfrm>
            <a:off x="4077578" y="4938981"/>
            <a:ext cx="7262228" cy="900000"/>
          </a:xfrm>
        </p:spPr>
        <p:txBody>
          <a:bodyPr/>
          <a:lstStyle/>
          <a:p>
            <a:r>
              <a:rPr lang="en-US" altLang="zh-CN"/>
              <a:t>Section 1 Overview</a:t>
            </a:r>
            <a:endParaRPr lang="zh-CN" altLang="en-US" dirty="0"/>
          </a:p>
        </p:txBody>
      </p:sp>
      <p:sp>
        <p:nvSpPr>
          <p:cNvPr id="9" name="Text Placeholder 8">
            <a:extLst>
              <a:ext uri="{FF2B5EF4-FFF2-40B4-BE49-F238E27FC236}">
                <a16:creationId xmlns:a16="http://schemas.microsoft.com/office/drawing/2014/main" id="{40EC2917-9129-B019-1D79-7D13F0C8FC21}"/>
              </a:ext>
            </a:extLst>
          </p:cNvPr>
          <p:cNvSpPr>
            <a:spLocks noGrp="1"/>
          </p:cNvSpPr>
          <p:nvPr>
            <p:ph type="body" sz="quarter" idx="11"/>
          </p:nvPr>
        </p:nvSpPr>
        <p:spPr>
          <a:xfrm>
            <a:off x="6480000" y="1128713"/>
            <a:ext cx="4859513" cy="2300287"/>
          </a:xfrm>
        </p:spPr>
        <p:txBody>
          <a:bodyPr/>
          <a:lstStyle/>
          <a:p>
            <a:r>
              <a:rPr lang="zh-CN" altLang="en-US" dirty="0"/>
              <a:t>项目与软件项目</a:t>
            </a:r>
          </a:p>
          <a:p>
            <a:r>
              <a:rPr lang="zh-CN" altLang="en-US" dirty="0"/>
              <a:t>项目管理与软件项目管理</a:t>
            </a:r>
          </a:p>
          <a:p>
            <a:r>
              <a:rPr lang="zh-CN" altLang="en-US" dirty="0"/>
              <a:t>传统软件项目管理</a:t>
            </a:r>
          </a:p>
          <a:p>
            <a:r>
              <a:rPr lang="zh-CN" altLang="en-US" dirty="0"/>
              <a:t>敏捷软件项目管理</a:t>
            </a:r>
          </a:p>
          <a:p>
            <a:endParaRPr lang="zh-CN" altLang="en-US" dirty="0"/>
          </a:p>
        </p:txBody>
      </p:sp>
    </p:spTree>
    <p:extLst>
      <p:ext uri="{BB962C8B-B14F-4D97-AF65-F5344CB8AC3E}">
        <p14:creationId xmlns:p14="http://schemas.microsoft.com/office/powerpoint/2010/main" val="20334360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3CB481C-BB8D-8881-5F15-37181E213008}"/>
              </a:ext>
            </a:extLst>
          </p:cNvPr>
          <p:cNvSpPr>
            <a:spLocks noGrp="1"/>
          </p:cNvSpPr>
          <p:nvPr>
            <p:ph type="title"/>
          </p:nvPr>
        </p:nvSpPr>
        <p:spPr>
          <a:xfrm>
            <a:off x="695998" y="360000"/>
            <a:ext cx="6375921" cy="429413"/>
          </a:xfrm>
        </p:spPr>
        <p:txBody>
          <a:bodyPr>
            <a:normAutofit/>
          </a:bodyPr>
          <a:lstStyle/>
          <a:p>
            <a:r>
              <a:rPr lang="en-US" altLang="zh-CN" dirty="0"/>
              <a:t>1.1 </a:t>
            </a:r>
            <a:r>
              <a:rPr lang="zh-CN" altLang="en-US" dirty="0"/>
              <a:t>项目</a:t>
            </a:r>
          </a:p>
        </p:txBody>
      </p:sp>
      <p:sp>
        <p:nvSpPr>
          <p:cNvPr id="3" name="内容占位符 2">
            <a:extLst>
              <a:ext uri="{FF2B5EF4-FFF2-40B4-BE49-F238E27FC236}">
                <a16:creationId xmlns:a16="http://schemas.microsoft.com/office/drawing/2014/main" id="{5AB56C25-F459-19D0-36CB-4BA5E15CAD51}"/>
              </a:ext>
            </a:extLst>
          </p:cNvPr>
          <p:cNvSpPr>
            <a:spLocks noGrp="1"/>
          </p:cNvSpPr>
          <p:nvPr>
            <p:ph idx="1"/>
          </p:nvPr>
        </p:nvSpPr>
        <p:spPr>
          <a:xfrm>
            <a:off x="696000" y="864000"/>
            <a:ext cx="10800000" cy="5328000"/>
          </a:xfrm>
        </p:spPr>
        <p:txBody>
          <a:bodyPr/>
          <a:lstStyle/>
          <a:p>
            <a:r>
              <a:rPr lang="zh-CN" altLang="en-US" dirty="0"/>
              <a:t>定义 </a:t>
            </a:r>
            <a:r>
              <a:rPr lang="en-US" altLang="zh-CN" dirty="0"/>
              <a:t>Concept</a:t>
            </a:r>
            <a:r>
              <a:rPr lang="zh-CN" altLang="en-US" dirty="0"/>
              <a:t>：</a:t>
            </a:r>
            <a:endParaRPr lang="en-US" altLang="zh-CN" dirty="0"/>
          </a:p>
          <a:p>
            <a:pPr lvl="1"/>
            <a:r>
              <a:rPr lang="zh-CN" altLang="en-US" dirty="0"/>
              <a:t>为了创造一个唯一的产品或提供一个唯一的服务而进行的临时性的努力</a:t>
            </a:r>
            <a:endParaRPr lang="en-US" altLang="zh-CN" dirty="0"/>
          </a:p>
          <a:p>
            <a:pPr lvl="1"/>
            <a:r>
              <a:rPr lang="en-US" altLang="zh-CN" dirty="0"/>
              <a:t>A project is a temporary endeavor undertaken to create a unique product, service, or </a:t>
            </a:r>
            <a:r>
              <a:rPr lang="en-US" altLang="zh-CN" dirty="0">
                <a:solidFill>
                  <a:schemeClr val="accent2"/>
                </a:solidFill>
              </a:rPr>
              <a:t>result</a:t>
            </a:r>
            <a:r>
              <a:rPr lang="en-US" altLang="zh-CN" dirty="0"/>
              <a:t>.</a:t>
            </a:r>
          </a:p>
          <a:p>
            <a:endParaRPr lang="zh-CN" altLang="en-US" dirty="0"/>
          </a:p>
        </p:txBody>
      </p:sp>
      <p:sp>
        <p:nvSpPr>
          <p:cNvPr id="6" name="Text Placeholder 5">
            <a:extLst>
              <a:ext uri="{FF2B5EF4-FFF2-40B4-BE49-F238E27FC236}">
                <a16:creationId xmlns:a16="http://schemas.microsoft.com/office/drawing/2014/main" id="{D97DF4B7-1C83-F745-624B-8AE9F2AF4847}"/>
              </a:ext>
            </a:extLst>
          </p:cNvPr>
          <p:cNvSpPr>
            <a:spLocks noGrp="1"/>
          </p:cNvSpPr>
          <p:nvPr>
            <p:ph type="body" sz="quarter" idx="10"/>
          </p:nvPr>
        </p:nvSpPr>
        <p:spPr>
          <a:xfrm>
            <a:off x="7071919" y="448519"/>
            <a:ext cx="4424080" cy="338554"/>
          </a:xfrm>
        </p:spPr>
        <p:txBody>
          <a:bodyPr/>
          <a:lstStyle/>
          <a:p>
            <a:r>
              <a:rPr lang="en-US" altLang="zh-CN" dirty="0"/>
              <a:t>Project</a:t>
            </a:r>
            <a:endParaRPr lang="zh-CN" altLang="en-US" dirty="0"/>
          </a:p>
        </p:txBody>
      </p:sp>
    </p:spTree>
    <p:extLst>
      <p:ext uri="{BB962C8B-B14F-4D97-AF65-F5344CB8AC3E}">
        <p14:creationId xmlns:p14="http://schemas.microsoft.com/office/powerpoint/2010/main" val="17769601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Vs пнг фото">
            <a:extLst>
              <a:ext uri="{FF2B5EF4-FFF2-40B4-BE49-F238E27FC236}">
                <a16:creationId xmlns:a16="http://schemas.microsoft.com/office/drawing/2014/main" id="{86DB531E-C8E9-C6AB-719F-DD228DEE965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36000" y="2353481"/>
            <a:ext cx="2520000" cy="2151038"/>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B5A0F44-E7AA-9779-BF63-709C8F4138A1}"/>
              </a:ext>
            </a:extLst>
          </p:cNvPr>
          <p:cNvSpPr txBox="1"/>
          <p:nvPr/>
        </p:nvSpPr>
        <p:spPr>
          <a:xfrm>
            <a:off x="4459503" y="937111"/>
            <a:ext cx="595035" cy="338554"/>
          </a:xfrm>
          <a:prstGeom prst="rect">
            <a:avLst/>
          </a:prstGeom>
          <a:noFill/>
          <a:ln>
            <a:noFill/>
          </a:ln>
          <a:effectLst/>
        </p:spPr>
        <p:style>
          <a:lnRef idx="0">
            <a:schemeClr val="accent2"/>
          </a:lnRef>
          <a:fillRef idx="3">
            <a:schemeClr val="accent2"/>
          </a:fillRef>
          <a:effectRef idx="3">
            <a:schemeClr val="accent2"/>
          </a:effectRef>
          <a:fontRef idx="minor">
            <a:schemeClr val="lt1"/>
          </a:fontRef>
        </p:style>
        <p:txBody>
          <a:bodyPr vert="horz" wrap="none" rtlCol="0" anchor="ctr" anchorCtr="0">
            <a:spAutoFit/>
          </a:bodyPr>
          <a:lstStyle/>
          <a:p>
            <a:pPr algn="ctr"/>
            <a:r>
              <a:rPr lang="zh-CN" altLang="en-US" sz="1600" dirty="0">
                <a:solidFill>
                  <a:schemeClr val="tx1"/>
                </a:solidFill>
              </a:rPr>
              <a:t>项目</a:t>
            </a:r>
          </a:p>
        </p:txBody>
      </p:sp>
      <p:sp>
        <p:nvSpPr>
          <p:cNvPr id="6" name="TextBox 5">
            <a:extLst>
              <a:ext uri="{FF2B5EF4-FFF2-40B4-BE49-F238E27FC236}">
                <a16:creationId xmlns:a16="http://schemas.microsoft.com/office/drawing/2014/main" id="{50A82F39-AEE8-7C68-7521-3FF4AC011EFF}"/>
              </a:ext>
            </a:extLst>
          </p:cNvPr>
          <p:cNvSpPr txBox="1"/>
          <p:nvPr/>
        </p:nvSpPr>
        <p:spPr>
          <a:xfrm>
            <a:off x="7137461" y="937111"/>
            <a:ext cx="595035" cy="338554"/>
          </a:xfrm>
          <a:prstGeom prst="rect">
            <a:avLst/>
          </a:prstGeom>
          <a:noFill/>
          <a:ln>
            <a:noFill/>
          </a:ln>
          <a:effectLst/>
        </p:spPr>
        <p:style>
          <a:lnRef idx="0">
            <a:schemeClr val="accent6"/>
          </a:lnRef>
          <a:fillRef idx="3">
            <a:schemeClr val="accent6"/>
          </a:fillRef>
          <a:effectRef idx="3">
            <a:schemeClr val="accent6"/>
          </a:effectRef>
          <a:fontRef idx="minor">
            <a:schemeClr val="lt1"/>
          </a:fontRef>
        </p:style>
        <p:txBody>
          <a:bodyPr vert="horz" wrap="none" rtlCol="0" anchor="ctr" anchorCtr="0">
            <a:spAutoFit/>
          </a:bodyPr>
          <a:lstStyle/>
          <a:p>
            <a:pPr algn="ctr"/>
            <a:r>
              <a:rPr lang="zh-CN" altLang="en-US" sz="1600" dirty="0">
                <a:solidFill>
                  <a:schemeClr val="tx1"/>
                </a:solidFill>
              </a:rPr>
              <a:t>运作</a:t>
            </a:r>
          </a:p>
        </p:txBody>
      </p:sp>
      <p:sp>
        <p:nvSpPr>
          <p:cNvPr id="12" name="TextBox 11">
            <a:extLst>
              <a:ext uri="{FF2B5EF4-FFF2-40B4-BE49-F238E27FC236}">
                <a16:creationId xmlns:a16="http://schemas.microsoft.com/office/drawing/2014/main" id="{4F17EFBC-64A3-3882-A64E-9D7A88AF6FB7}"/>
              </a:ext>
            </a:extLst>
          </p:cNvPr>
          <p:cNvSpPr txBox="1"/>
          <p:nvPr/>
        </p:nvSpPr>
        <p:spPr>
          <a:xfrm>
            <a:off x="3020584" y="1720840"/>
            <a:ext cx="1736437" cy="3416320"/>
          </a:xfrm>
          <a:prstGeom prst="rect">
            <a:avLst/>
          </a:prstGeom>
          <a:noFill/>
        </p:spPr>
        <p:txBody>
          <a:bodyPr wrap="none" rtlCol="0">
            <a:spAutoFit/>
          </a:bodyPr>
          <a:lstStyle/>
          <a:p>
            <a:pPr algn="r"/>
            <a:r>
              <a:rPr lang="zh-CN" altLang="en-US" dirty="0"/>
              <a:t>搬家 </a:t>
            </a:r>
            <a:r>
              <a:rPr lang="zh-CN" altLang="en-US" dirty="0">
                <a:sym typeface="Wingdings" panose="05000000000000000000" pitchFamily="2" charset="2"/>
              </a:rPr>
              <a:t></a:t>
            </a:r>
            <a:endParaRPr lang="en-US" altLang="zh-CN" dirty="0"/>
          </a:p>
          <a:p>
            <a:pPr algn="r"/>
            <a:r>
              <a:rPr lang="zh-CN" altLang="en-US" dirty="0"/>
              <a:t>野炊 </a:t>
            </a:r>
            <a:r>
              <a:rPr lang="zh-CN" altLang="en-US" dirty="0">
                <a:sym typeface="Wingdings" panose="05000000000000000000" pitchFamily="2" charset="2"/>
              </a:rPr>
              <a:t></a:t>
            </a:r>
            <a:endParaRPr lang="en-US" altLang="zh-CN" dirty="0"/>
          </a:p>
          <a:p>
            <a:pPr algn="r"/>
            <a:r>
              <a:rPr lang="zh-CN" altLang="en-US" dirty="0"/>
              <a:t>生日聚会 </a:t>
            </a:r>
            <a:r>
              <a:rPr lang="zh-CN" altLang="en-US" dirty="0">
                <a:sym typeface="Wingdings" panose="05000000000000000000" pitchFamily="2" charset="2"/>
              </a:rPr>
              <a:t></a:t>
            </a:r>
            <a:endParaRPr lang="en-US" altLang="zh-CN" dirty="0"/>
          </a:p>
          <a:p>
            <a:pPr algn="r"/>
            <a:r>
              <a:rPr lang="zh-CN" altLang="en-US" dirty="0"/>
              <a:t>婚礼 </a:t>
            </a:r>
            <a:r>
              <a:rPr lang="zh-CN" altLang="en-US" dirty="0">
                <a:sym typeface="Wingdings" panose="05000000000000000000" pitchFamily="2" charset="2"/>
              </a:rPr>
              <a:t></a:t>
            </a:r>
            <a:endParaRPr lang="en-US" altLang="zh-CN" dirty="0"/>
          </a:p>
          <a:p>
            <a:pPr algn="r"/>
            <a:endParaRPr lang="en-US" altLang="zh-CN" dirty="0"/>
          </a:p>
          <a:p>
            <a:pPr algn="r"/>
            <a:r>
              <a:rPr lang="zh-CN" altLang="en-US" dirty="0"/>
              <a:t>认证考试 </a:t>
            </a:r>
            <a:r>
              <a:rPr lang="zh-CN" altLang="en-US" dirty="0">
                <a:sym typeface="Wingdings" panose="05000000000000000000" pitchFamily="2" charset="2"/>
              </a:rPr>
              <a:t></a:t>
            </a:r>
            <a:endParaRPr lang="en-US" altLang="zh-CN" dirty="0"/>
          </a:p>
          <a:p>
            <a:pPr algn="r"/>
            <a:r>
              <a:rPr lang="zh-CN" altLang="en-US" dirty="0"/>
              <a:t>学历教育 </a:t>
            </a:r>
            <a:r>
              <a:rPr lang="zh-CN" altLang="en-US" dirty="0">
                <a:sym typeface="Wingdings" panose="05000000000000000000" pitchFamily="2" charset="2"/>
              </a:rPr>
              <a:t></a:t>
            </a:r>
            <a:endParaRPr lang="en-US" altLang="zh-CN" dirty="0"/>
          </a:p>
          <a:p>
            <a:pPr algn="r"/>
            <a:r>
              <a:rPr lang="zh-CN" altLang="en-US" dirty="0"/>
              <a:t>驾照考试 </a:t>
            </a:r>
            <a:r>
              <a:rPr lang="zh-CN" altLang="en-US" dirty="0">
                <a:sym typeface="Wingdings" panose="05000000000000000000" pitchFamily="2" charset="2"/>
              </a:rPr>
              <a:t></a:t>
            </a:r>
            <a:endParaRPr lang="zh-CN" altLang="en-US" dirty="0"/>
          </a:p>
          <a:p>
            <a:pPr algn="r"/>
            <a:endParaRPr lang="en-US" altLang="zh-CN" dirty="0"/>
          </a:p>
          <a:p>
            <a:pPr algn="r"/>
            <a:r>
              <a:rPr lang="zh-CN" altLang="en-US" dirty="0"/>
              <a:t>毕业设计 </a:t>
            </a:r>
            <a:r>
              <a:rPr lang="zh-CN" altLang="en-US" dirty="0">
                <a:sym typeface="Wingdings" panose="05000000000000000000" pitchFamily="2" charset="2"/>
              </a:rPr>
              <a:t></a:t>
            </a:r>
            <a:endParaRPr lang="en-US" altLang="zh-CN" dirty="0"/>
          </a:p>
          <a:p>
            <a:pPr algn="r"/>
            <a:r>
              <a:rPr lang="zh-CN" altLang="en-US" dirty="0"/>
              <a:t>电商小程序 </a:t>
            </a:r>
            <a:r>
              <a:rPr lang="zh-CN" altLang="en-US" dirty="0">
                <a:sym typeface="Wingdings" panose="05000000000000000000" pitchFamily="2" charset="2"/>
              </a:rPr>
              <a:t></a:t>
            </a:r>
            <a:endParaRPr lang="en-US" altLang="zh-CN" dirty="0"/>
          </a:p>
          <a:p>
            <a:pPr algn="r"/>
            <a:r>
              <a:rPr lang="zh-CN" altLang="en-US" dirty="0"/>
              <a:t>后台管理系统 </a:t>
            </a:r>
            <a:r>
              <a:rPr lang="zh-CN" altLang="en-US" dirty="0">
                <a:sym typeface="Wingdings" panose="05000000000000000000" pitchFamily="2" charset="2"/>
              </a:rPr>
              <a:t></a:t>
            </a:r>
            <a:endParaRPr lang="en-US" altLang="zh-CN" dirty="0"/>
          </a:p>
        </p:txBody>
      </p:sp>
      <p:sp>
        <p:nvSpPr>
          <p:cNvPr id="13" name="TextBox 12">
            <a:extLst>
              <a:ext uri="{FF2B5EF4-FFF2-40B4-BE49-F238E27FC236}">
                <a16:creationId xmlns:a16="http://schemas.microsoft.com/office/drawing/2014/main" id="{997C2C4F-DAD8-7AEA-B00B-A7DF3CAFF585}"/>
              </a:ext>
            </a:extLst>
          </p:cNvPr>
          <p:cNvSpPr txBox="1"/>
          <p:nvPr/>
        </p:nvSpPr>
        <p:spPr>
          <a:xfrm>
            <a:off x="7434979" y="2136339"/>
            <a:ext cx="1274708" cy="2585323"/>
          </a:xfrm>
          <a:prstGeom prst="rect">
            <a:avLst/>
          </a:prstGeom>
          <a:noFill/>
        </p:spPr>
        <p:txBody>
          <a:bodyPr wrap="none" rtlCol="0">
            <a:spAutoFit/>
          </a:bodyPr>
          <a:lstStyle/>
          <a:p>
            <a:r>
              <a:rPr lang="zh-CN" altLang="en-US" dirty="0">
                <a:sym typeface="Wingdings" panose="05000000000000000000" pitchFamily="2" charset="2"/>
              </a:rPr>
              <a:t> </a:t>
            </a:r>
            <a:r>
              <a:rPr lang="zh-CN" altLang="en-US" dirty="0"/>
              <a:t>保洁</a:t>
            </a:r>
            <a:endParaRPr lang="en-US" altLang="zh-CN" dirty="0"/>
          </a:p>
          <a:p>
            <a:r>
              <a:rPr lang="zh-CN" altLang="en-US" dirty="0">
                <a:sym typeface="Wingdings" panose="05000000000000000000" pitchFamily="2" charset="2"/>
              </a:rPr>
              <a:t> </a:t>
            </a:r>
            <a:r>
              <a:rPr lang="zh-CN" altLang="en-US" dirty="0"/>
              <a:t>安保</a:t>
            </a:r>
            <a:endParaRPr lang="en-US" altLang="zh-CN" dirty="0"/>
          </a:p>
          <a:p>
            <a:endParaRPr lang="en-US" altLang="zh-CN" dirty="0"/>
          </a:p>
          <a:p>
            <a:r>
              <a:rPr lang="zh-CN" altLang="en-US" dirty="0">
                <a:sym typeface="Wingdings" panose="05000000000000000000" pitchFamily="2" charset="2"/>
              </a:rPr>
              <a:t> </a:t>
            </a:r>
            <a:r>
              <a:rPr lang="zh-CN" altLang="en-US" dirty="0"/>
              <a:t>上课</a:t>
            </a:r>
            <a:endParaRPr lang="en-US" altLang="zh-CN" dirty="0"/>
          </a:p>
          <a:p>
            <a:r>
              <a:rPr lang="zh-CN" altLang="en-US" dirty="0">
                <a:sym typeface="Wingdings" panose="05000000000000000000" pitchFamily="2" charset="2"/>
              </a:rPr>
              <a:t> 党团日</a:t>
            </a:r>
            <a:endParaRPr lang="en-US" altLang="zh-CN" dirty="0">
              <a:sym typeface="Wingdings" panose="05000000000000000000" pitchFamily="2" charset="2"/>
            </a:endParaRPr>
          </a:p>
          <a:p>
            <a:r>
              <a:rPr lang="zh-CN" altLang="en-US" dirty="0">
                <a:sym typeface="Wingdings" panose="05000000000000000000" pitchFamily="2" charset="2"/>
              </a:rPr>
              <a:t> 班会</a:t>
            </a:r>
            <a:endParaRPr lang="en-US" altLang="zh-CN" dirty="0"/>
          </a:p>
          <a:p>
            <a:r>
              <a:rPr lang="zh-CN" altLang="en-US" dirty="0"/>
              <a:t> </a:t>
            </a:r>
            <a:endParaRPr lang="en-US" altLang="zh-CN" dirty="0"/>
          </a:p>
          <a:p>
            <a:r>
              <a:rPr lang="zh-CN" altLang="en-US" dirty="0">
                <a:sym typeface="Wingdings" panose="05000000000000000000" pitchFamily="2" charset="2"/>
              </a:rPr>
              <a:t> 电商客服</a:t>
            </a:r>
            <a:endParaRPr lang="en-US" altLang="zh-CN" dirty="0">
              <a:sym typeface="Wingdings" panose="05000000000000000000" pitchFamily="2" charset="2"/>
            </a:endParaRPr>
          </a:p>
          <a:p>
            <a:r>
              <a:rPr lang="zh-CN" altLang="en-US" dirty="0">
                <a:sym typeface="Wingdings" panose="05000000000000000000" pitchFamily="2" charset="2"/>
              </a:rPr>
              <a:t> </a:t>
            </a:r>
            <a:r>
              <a:rPr lang="zh-CN" altLang="en-US" dirty="0"/>
              <a:t>系统运维</a:t>
            </a:r>
            <a:endParaRPr lang="en-US" altLang="zh-CN" dirty="0"/>
          </a:p>
        </p:txBody>
      </p:sp>
      <p:sp>
        <p:nvSpPr>
          <p:cNvPr id="14" name="TextBox 13">
            <a:extLst>
              <a:ext uri="{FF2B5EF4-FFF2-40B4-BE49-F238E27FC236}">
                <a16:creationId xmlns:a16="http://schemas.microsoft.com/office/drawing/2014/main" id="{22CB7CFA-C10B-230A-8CD0-BF08A89AED0E}"/>
              </a:ext>
            </a:extLst>
          </p:cNvPr>
          <p:cNvSpPr txBox="1"/>
          <p:nvPr/>
        </p:nvSpPr>
        <p:spPr>
          <a:xfrm>
            <a:off x="4296799" y="5577526"/>
            <a:ext cx="920444" cy="338554"/>
          </a:xfrm>
          <a:prstGeom prst="rect">
            <a:avLst/>
          </a:prstGeom>
          <a:noFill/>
          <a:ln>
            <a:noFill/>
          </a:ln>
          <a:effectLst/>
        </p:spPr>
        <p:style>
          <a:lnRef idx="0">
            <a:schemeClr val="accent2"/>
          </a:lnRef>
          <a:fillRef idx="3">
            <a:schemeClr val="accent2"/>
          </a:fillRef>
          <a:effectRef idx="3">
            <a:schemeClr val="accent2"/>
          </a:effectRef>
          <a:fontRef idx="minor">
            <a:schemeClr val="lt1"/>
          </a:fontRef>
        </p:style>
        <p:txBody>
          <a:bodyPr vert="horz" wrap="none" rtlCol="0" anchor="ctr" anchorCtr="0">
            <a:spAutoFit/>
          </a:bodyPr>
          <a:lstStyle/>
          <a:p>
            <a:pPr algn="ctr"/>
            <a:r>
              <a:rPr lang="en-US" altLang="zh-CN" sz="1600" dirty="0">
                <a:solidFill>
                  <a:schemeClr val="tx1"/>
                </a:solidFill>
              </a:rPr>
              <a:t>Project</a:t>
            </a:r>
            <a:endParaRPr lang="zh-CN" altLang="en-US" sz="1600" dirty="0">
              <a:solidFill>
                <a:schemeClr val="tx1"/>
              </a:solidFill>
            </a:endParaRPr>
          </a:p>
        </p:txBody>
      </p:sp>
      <p:sp>
        <p:nvSpPr>
          <p:cNvPr id="15" name="TextBox 14">
            <a:extLst>
              <a:ext uri="{FF2B5EF4-FFF2-40B4-BE49-F238E27FC236}">
                <a16:creationId xmlns:a16="http://schemas.microsoft.com/office/drawing/2014/main" id="{0F8740B0-9A18-0B1F-1D57-2411F6436EB5}"/>
              </a:ext>
            </a:extLst>
          </p:cNvPr>
          <p:cNvSpPr txBox="1"/>
          <p:nvPr/>
        </p:nvSpPr>
        <p:spPr>
          <a:xfrm>
            <a:off x="6820870" y="5589000"/>
            <a:ext cx="1228220" cy="338554"/>
          </a:xfrm>
          <a:prstGeom prst="rect">
            <a:avLst/>
          </a:prstGeom>
          <a:noFill/>
          <a:ln>
            <a:noFill/>
          </a:ln>
          <a:effectLst/>
        </p:spPr>
        <p:style>
          <a:lnRef idx="0">
            <a:schemeClr val="accent6"/>
          </a:lnRef>
          <a:fillRef idx="3">
            <a:schemeClr val="accent6"/>
          </a:fillRef>
          <a:effectRef idx="3">
            <a:schemeClr val="accent6"/>
          </a:effectRef>
          <a:fontRef idx="minor">
            <a:schemeClr val="lt1"/>
          </a:fontRef>
        </p:style>
        <p:txBody>
          <a:bodyPr vert="horz" wrap="none" rtlCol="0" anchor="ctr" anchorCtr="0">
            <a:spAutoFit/>
          </a:bodyPr>
          <a:lstStyle/>
          <a:p>
            <a:pPr algn="ctr"/>
            <a:r>
              <a:rPr lang="en-US" altLang="zh-CN" sz="1600" dirty="0">
                <a:solidFill>
                  <a:schemeClr val="tx1"/>
                </a:solidFill>
              </a:rPr>
              <a:t>Operation</a:t>
            </a:r>
            <a:endParaRPr lang="zh-CN" altLang="en-US" sz="1600" dirty="0">
              <a:solidFill>
                <a:schemeClr val="tx1"/>
              </a:solidFill>
            </a:endParaRPr>
          </a:p>
        </p:txBody>
      </p:sp>
      <p:cxnSp>
        <p:nvCxnSpPr>
          <p:cNvPr id="17" name="Straight Connector 16">
            <a:extLst>
              <a:ext uri="{FF2B5EF4-FFF2-40B4-BE49-F238E27FC236}">
                <a16:creationId xmlns:a16="http://schemas.microsoft.com/office/drawing/2014/main" id="{148E07E2-7DAD-BDE9-6EAF-7A45FF2F4706}"/>
              </a:ext>
            </a:extLst>
          </p:cNvPr>
          <p:cNvCxnSpPr>
            <a:stCxn id="5" idx="2"/>
            <a:endCxn id="14" idx="0"/>
          </p:cNvCxnSpPr>
          <p:nvPr/>
        </p:nvCxnSpPr>
        <p:spPr>
          <a:xfrm>
            <a:off x="4757021" y="1275665"/>
            <a:ext cx="0" cy="430186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05BB1433-000E-8D7F-2E3F-31680BE1DE25}"/>
              </a:ext>
            </a:extLst>
          </p:cNvPr>
          <p:cNvCxnSpPr>
            <a:stCxn id="6" idx="2"/>
            <a:endCxn id="15" idx="0"/>
          </p:cNvCxnSpPr>
          <p:nvPr/>
        </p:nvCxnSpPr>
        <p:spPr>
          <a:xfrm>
            <a:off x="7434979" y="1275665"/>
            <a:ext cx="1" cy="431333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034894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982661-5AAD-D544-4A07-E00C15249E9E}"/>
              </a:ext>
            </a:extLst>
          </p:cNvPr>
          <p:cNvSpPr>
            <a:spLocks noGrp="1"/>
          </p:cNvSpPr>
          <p:nvPr>
            <p:ph type="title"/>
          </p:nvPr>
        </p:nvSpPr>
        <p:spPr>
          <a:xfrm>
            <a:off x="695998" y="360000"/>
            <a:ext cx="6375921" cy="429413"/>
          </a:xfrm>
        </p:spPr>
        <p:txBody>
          <a:bodyPr>
            <a:normAutofit/>
          </a:bodyPr>
          <a:lstStyle/>
          <a:p>
            <a:r>
              <a:rPr lang="en-US" altLang="zh-CN" dirty="0"/>
              <a:t>1.1 </a:t>
            </a:r>
            <a:r>
              <a:rPr lang="zh-CN" altLang="en-US" dirty="0"/>
              <a:t>项目</a:t>
            </a:r>
          </a:p>
        </p:txBody>
      </p:sp>
      <p:sp>
        <p:nvSpPr>
          <p:cNvPr id="13" name="Content Placeholder 12">
            <a:extLst>
              <a:ext uri="{FF2B5EF4-FFF2-40B4-BE49-F238E27FC236}">
                <a16:creationId xmlns:a16="http://schemas.microsoft.com/office/drawing/2014/main" id="{E7BCACD0-60D6-FDBC-D073-B054E90DBD02}"/>
              </a:ext>
            </a:extLst>
          </p:cNvPr>
          <p:cNvSpPr>
            <a:spLocks noGrp="1"/>
          </p:cNvSpPr>
          <p:nvPr>
            <p:ph idx="1"/>
          </p:nvPr>
        </p:nvSpPr>
        <p:spPr>
          <a:xfrm>
            <a:off x="696000" y="864000"/>
            <a:ext cx="10800000" cy="5328000"/>
          </a:xfrm>
        </p:spPr>
        <p:txBody>
          <a:bodyPr/>
          <a:lstStyle/>
          <a:p>
            <a:r>
              <a:rPr lang="zh-CN" altLang="en-US" dirty="0"/>
              <a:t>特征 </a:t>
            </a:r>
            <a:r>
              <a:rPr lang="en-US" altLang="zh-CN" dirty="0"/>
              <a:t>Features</a:t>
            </a:r>
            <a:endParaRPr lang="zh-CN" altLang="en-US" dirty="0"/>
          </a:p>
        </p:txBody>
      </p:sp>
      <p:sp>
        <p:nvSpPr>
          <p:cNvPr id="7" name="Text Placeholder 6">
            <a:extLst>
              <a:ext uri="{FF2B5EF4-FFF2-40B4-BE49-F238E27FC236}">
                <a16:creationId xmlns:a16="http://schemas.microsoft.com/office/drawing/2014/main" id="{52CD0E60-CC5C-E003-8004-1462D0C4147D}"/>
              </a:ext>
            </a:extLst>
          </p:cNvPr>
          <p:cNvSpPr>
            <a:spLocks noGrp="1"/>
          </p:cNvSpPr>
          <p:nvPr>
            <p:ph type="body" sz="quarter" idx="10"/>
          </p:nvPr>
        </p:nvSpPr>
        <p:spPr>
          <a:xfrm>
            <a:off x="7071919" y="448519"/>
            <a:ext cx="4424080" cy="338554"/>
          </a:xfrm>
        </p:spPr>
        <p:txBody>
          <a:bodyPr/>
          <a:lstStyle/>
          <a:p>
            <a:r>
              <a:rPr lang="en-US" altLang="zh-CN" dirty="0"/>
              <a:t>Project</a:t>
            </a:r>
            <a:endParaRPr lang="zh-CN" altLang="en-US" dirty="0"/>
          </a:p>
        </p:txBody>
      </p:sp>
      <p:graphicFrame>
        <p:nvGraphicFramePr>
          <p:cNvPr id="4" name="Diagram 3">
            <a:extLst>
              <a:ext uri="{FF2B5EF4-FFF2-40B4-BE49-F238E27FC236}">
                <a16:creationId xmlns:a16="http://schemas.microsoft.com/office/drawing/2014/main" id="{25391F4A-3619-B28E-05D6-A8F854D3800E}"/>
              </a:ext>
            </a:extLst>
          </p:cNvPr>
          <p:cNvGraphicFramePr/>
          <p:nvPr>
            <p:extLst>
              <p:ext uri="{D42A27DB-BD31-4B8C-83A1-F6EECF244321}">
                <p14:modId xmlns:p14="http://schemas.microsoft.com/office/powerpoint/2010/main" val="2100120135"/>
              </p:ext>
            </p:extLst>
          </p:nvPr>
        </p:nvGraphicFramePr>
        <p:xfrm>
          <a:off x="3023828" y="1466443"/>
          <a:ext cx="6144344" cy="472555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3305530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7D898-6CA5-DF8D-3867-946973C4151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46A44D7-13A8-A7D3-6ADC-230FACD64D93}"/>
              </a:ext>
            </a:extLst>
          </p:cNvPr>
          <p:cNvSpPr>
            <a:spLocks noGrp="1"/>
          </p:cNvSpPr>
          <p:nvPr>
            <p:ph type="title"/>
          </p:nvPr>
        </p:nvSpPr>
        <p:spPr>
          <a:xfrm>
            <a:off x="695998" y="360000"/>
            <a:ext cx="6375921" cy="429413"/>
          </a:xfrm>
        </p:spPr>
        <p:txBody>
          <a:bodyPr>
            <a:normAutofit/>
          </a:bodyPr>
          <a:lstStyle/>
          <a:p>
            <a:r>
              <a:rPr lang="en-US" altLang="zh-CN" dirty="0"/>
              <a:t>1.2 </a:t>
            </a:r>
            <a:r>
              <a:rPr lang="zh-CN" altLang="en-US" dirty="0"/>
              <a:t>子项目</a:t>
            </a:r>
          </a:p>
        </p:txBody>
      </p:sp>
      <p:sp>
        <p:nvSpPr>
          <p:cNvPr id="3" name="内容占位符 2">
            <a:extLst>
              <a:ext uri="{FF2B5EF4-FFF2-40B4-BE49-F238E27FC236}">
                <a16:creationId xmlns:a16="http://schemas.microsoft.com/office/drawing/2014/main" id="{94C81D6F-98FA-295E-2CE3-460F0E34B562}"/>
              </a:ext>
            </a:extLst>
          </p:cNvPr>
          <p:cNvSpPr>
            <a:spLocks noGrp="1"/>
          </p:cNvSpPr>
          <p:nvPr>
            <p:ph idx="1"/>
          </p:nvPr>
        </p:nvSpPr>
        <p:spPr>
          <a:xfrm>
            <a:off x="696000" y="864000"/>
            <a:ext cx="10800000" cy="5328000"/>
          </a:xfrm>
        </p:spPr>
        <p:txBody>
          <a:bodyPr>
            <a:normAutofit/>
          </a:bodyPr>
          <a:lstStyle/>
          <a:p>
            <a:r>
              <a:rPr lang="zh-CN" altLang="en-US" dirty="0"/>
              <a:t>将项目分解为更小的单位</a:t>
            </a:r>
            <a:endParaRPr lang="en-US" altLang="zh-CN" dirty="0"/>
          </a:p>
          <a:p>
            <a:r>
              <a:rPr lang="zh-CN" altLang="en-US" dirty="0"/>
              <a:t>便于更好的控制项目</a:t>
            </a:r>
            <a:endParaRPr lang="en-US" altLang="zh-CN" dirty="0"/>
          </a:p>
          <a:p>
            <a:r>
              <a:rPr lang="zh-CN" altLang="en-US" dirty="0"/>
              <a:t>划分很灵活</a:t>
            </a:r>
            <a:endParaRPr lang="en-US" altLang="zh-CN" dirty="0"/>
          </a:p>
          <a:p>
            <a:endParaRPr lang="zh-CN" altLang="en-US" dirty="0"/>
          </a:p>
          <a:p>
            <a:endParaRPr lang="zh-CN" altLang="en-US" dirty="0"/>
          </a:p>
          <a:p>
            <a:endParaRPr lang="zh-CN" altLang="en-US" dirty="0"/>
          </a:p>
        </p:txBody>
      </p:sp>
      <p:sp>
        <p:nvSpPr>
          <p:cNvPr id="6" name="Text Placeholder 5">
            <a:extLst>
              <a:ext uri="{FF2B5EF4-FFF2-40B4-BE49-F238E27FC236}">
                <a16:creationId xmlns:a16="http://schemas.microsoft.com/office/drawing/2014/main" id="{9B5FCF29-2473-C810-D4D3-405B8A2DB7B5}"/>
              </a:ext>
            </a:extLst>
          </p:cNvPr>
          <p:cNvSpPr>
            <a:spLocks noGrp="1"/>
          </p:cNvSpPr>
          <p:nvPr>
            <p:ph type="body" sz="quarter" idx="10"/>
          </p:nvPr>
        </p:nvSpPr>
        <p:spPr>
          <a:xfrm>
            <a:off x="7071919" y="448519"/>
            <a:ext cx="4424080" cy="338554"/>
          </a:xfrm>
        </p:spPr>
        <p:txBody>
          <a:bodyPr/>
          <a:lstStyle/>
          <a:p>
            <a:r>
              <a:rPr lang="en-US" altLang="zh-CN" dirty="0"/>
              <a:t>Sub-Program</a:t>
            </a:r>
            <a:endParaRPr lang="zh-CN" altLang="en-US" dirty="0"/>
          </a:p>
        </p:txBody>
      </p:sp>
    </p:spTree>
    <p:extLst>
      <p:ext uri="{BB962C8B-B14F-4D97-AF65-F5344CB8AC3E}">
        <p14:creationId xmlns:p14="http://schemas.microsoft.com/office/powerpoint/2010/main" val="20401971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E161405-C853-3F50-B3A0-E0D973E7F3FD}"/>
              </a:ext>
            </a:extLst>
          </p:cNvPr>
          <p:cNvSpPr>
            <a:spLocks noGrp="1"/>
          </p:cNvSpPr>
          <p:nvPr>
            <p:ph type="title"/>
          </p:nvPr>
        </p:nvSpPr>
        <p:spPr>
          <a:xfrm>
            <a:off x="695998" y="360000"/>
            <a:ext cx="6375921" cy="429413"/>
          </a:xfrm>
        </p:spPr>
        <p:txBody>
          <a:bodyPr>
            <a:normAutofit/>
          </a:bodyPr>
          <a:lstStyle/>
          <a:p>
            <a:r>
              <a:rPr lang="en-US" altLang="zh-CN" dirty="0"/>
              <a:t>1.3 </a:t>
            </a:r>
            <a:r>
              <a:rPr lang="zh-CN" altLang="en-US" dirty="0"/>
              <a:t>项目集</a:t>
            </a:r>
          </a:p>
        </p:txBody>
      </p:sp>
      <p:sp>
        <p:nvSpPr>
          <p:cNvPr id="3" name="内容占位符 2">
            <a:extLst>
              <a:ext uri="{FF2B5EF4-FFF2-40B4-BE49-F238E27FC236}">
                <a16:creationId xmlns:a16="http://schemas.microsoft.com/office/drawing/2014/main" id="{7D33A585-C003-C1AF-99E1-DDFEA3EFC716}"/>
              </a:ext>
            </a:extLst>
          </p:cNvPr>
          <p:cNvSpPr>
            <a:spLocks noGrp="1"/>
          </p:cNvSpPr>
          <p:nvPr>
            <p:ph idx="1"/>
          </p:nvPr>
        </p:nvSpPr>
        <p:spPr>
          <a:xfrm>
            <a:off x="696000" y="864000"/>
            <a:ext cx="10800000" cy="5328000"/>
          </a:xfrm>
        </p:spPr>
        <p:txBody>
          <a:bodyPr>
            <a:normAutofit/>
          </a:bodyPr>
          <a:lstStyle/>
          <a:p>
            <a:r>
              <a:rPr lang="zh-CN" altLang="en-US" dirty="0"/>
              <a:t>一组相互关联的项目、子项目和受控过程的活动</a:t>
            </a:r>
            <a:endParaRPr lang="en-US" altLang="zh-CN" dirty="0"/>
          </a:p>
          <a:p>
            <a:r>
              <a:rPr lang="zh-CN" altLang="en-US" dirty="0"/>
              <a:t>也称为大型项目</a:t>
            </a:r>
          </a:p>
          <a:p>
            <a:r>
              <a:rPr lang="zh-CN" altLang="en-US" dirty="0"/>
              <a:t>目的：通过协同管理获取单独管理各个部分时无法实现的额外效益</a:t>
            </a:r>
          </a:p>
          <a:p>
            <a:r>
              <a:rPr lang="zh-CN" altLang="en-US" dirty="0"/>
              <a:t>相互关联的项目：多个项目之间存在逻辑或目标上的联系</a:t>
            </a:r>
          </a:p>
          <a:p>
            <a:r>
              <a:rPr lang="zh-CN" altLang="en-US" dirty="0"/>
              <a:t>协调管理：统一规划、组织与控制，以确保整体一致性</a:t>
            </a:r>
          </a:p>
          <a:p>
            <a:r>
              <a:rPr lang="zh-CN" altLang="en-US" dirty="0"/>
              <a:t>核心价值：整体大于部分之和</a:t>
            </a:r>
          </a:p>
          <a:p>
            <a:endParaRPr lang="zh-CN" altLang="en-US" dirty="0"/>
          </a:p>
          <a:p>
            <a:endParaRPr lang="zh-CN" altLang="en-US" dirty="0"/>
          </a:p>
          <a:p>
            <a:endParaRPr lang="zh-CN" altLang="en-US" dirty="0"/>
          </a:p>
        </p:txBody>
      </p:sp>
      <p:sp>
        <p:nvSpPr>
          <p:cNvPr id="6" name="Text Placeholder 5">
            <a:extLst>
              <a:ext uri="{FF2B5EF4-FFF2-40B4-BE49-F238E27FC236}">
                <a16:creationId xmlns:a16="http://schemas.microsoft.com/office/drawing/2014/main" id="{CF565ED4-05EB-A0D7-70F9-321BDB6EA3C2}"/>
              </a:ext>
            </a:extLst>
          </p:cNvPr>
          <p:cNvSpPr>
            <a:spLocks noGrp="1"/>
          </p:cNvSpPr>
          <p:nvPr>
            <p:ph type="body" sz="quarter" idx="10"/>
          </p:nvPr>
        </p:nvSpPr>
        <p:spPr>
          <a:xfrm>
            <a:off x="7071919" y="448519"/>
            <a:ext cx="4424080" cy="338554"/>
          </a:xfrm>
        </p:spPr>
        <p:txBody>
          <a:bodyPr/>
          <a:lstStyle/>
          <a:p>
            <a:r>
              <a:rPr lang="en-US" altLang="zh-CN" dirty="0"/>
              <a:t>Program</a:t>
            </a:r>
            <a:endParaRPr lang="zh-CN" altLang="en-US" dirty="0"/>
          </a:p>
        </p:txBody>
      </p:sp>
    </p:spTree>
    <p:extLst>
      <p:ext uri="{BB962C8B-B14F-4D97-AF65-F5344CB8AC3E}">
        <p14:creationId xmlns:p14="http://schemas.microsoft.com/office/powerpoint/2010/main" val="21514935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4DCD3D-6D38-3329-3963-48458FF2AB20}"/>
              </a:ext>
            </a:extLst>
          </p:cNvPr>
          <p:cNvSpPr>
            <a:spLocks noGrp="1"/>
          </p:cNvSpPr>
          <p:nvPr>
            <p:ph type="title"/>
          </p:nvPr>
        </p:nvSpPr>
        <p:spPr>
          <a:xfrm>
            <a:off x="695998" y="360000"/>
            <a:ext cx="6375921" cy="429413"/>
          </a:xfrm>
        </p:spPr>
        <p:txBody>
          <a:bodyPr>
            <a:normAutofit/>
          </a:bodyPr>
          <a:lstStyle/>
          <a:p>
            <a:r>
              <a:rPr lang="en-US" altLang="zh-CN" dirty="0"/>
              <a:t>1.4 </a:t>
            </a:r>
            <a:r>
              <a:rPr lang="zh-CN" altLang="en-US" dirty="0"/>
              <a:t>项目组合</a:t>
            </a:r>
          </a:p>
        </p:txBody>
      </p:sp>
      <p:sp>
        <p:nvSpPr>
          <p:cNvPr id="3" name="内容占位符 2">
            <a:extLst>
              <a:ext uri="{FF2B5EF4-FFF2-40B4-BE49-F238E27FC236}">
                <a16:creationId xmlns:a16="http://schemas.microsoft.com/office/drawing/2014/main" id="{95D0D1E3-9D28-9D35-C380-9AB9BEE94183}"/>
              </a:ext>
            </a:extLst>
          </p:cNvPr>
          <p:cNvSpPr>
            <a:spLocks noGrp="1"/>
          </p:cNvSpPr>
          <p:nvPr>
            <p:ph idx="1"/>
          </p:nvPr>
        </p:nvSpPr>
        <p:spPr>
          <a:xfrm>
            <a:off x="696000" y="864000"/>
            <a:ext cx="10800000" cy="5328000"/>
          </a:xfrm>
        </p:spPr>
        <p:txBody>
          <a:bodyPr>
            <a:normAutofit/>
          </a:bodyPr>
          <a:lstStyle/>
          <a:p>
            <a:r>
              <a:rPr lang="zh-CN" altLang="en-US" dirty="0"/>
              <a:t>项目组合是为实现战略目标而整合管理的一系列项目、项目集和运营活动的集合</a:t>
            </a:r>
            <a:endParaRPr lang="en-US" altLang="zh-CN" dirty="0"/>
          </a:p>
          <a:p>
            <a:r>
              <a:rPr lang="zh-CN" altLang="en-US" dirty="0"/>
              <a:t>特点</a:t>
            </a:r>
          </a:p>
          <a:p>
            <a:pPr lvl="1"/>
            <a:r>
              <a:rPr lang="zh-CN" altLang="en-US" dirty="0"/>
              <a:t>项目或项目集之间不一定彼此依赖或直接相关</a:t>
            </a:r>
          </a:p>
          <a:p>
            <a:pPr lvl="1"/>
            <a:r>
              <a:rPr lang="zh-CN" altLang="en-US" dirty="0"/>
              <a:t>管理重点在于战略对齐，而非技术或执行上的关联性</a:t>
            </a:r>
            <a:endParaRPr lang="en-US" altLang="zh-CN" dirty="0"/>
          </a:p>
          <a:p>
            <a:r>
              <a:rPr lang="zh-CN" altLang="en-US" dirty="0"/>
              <a:t>战略导向：项目组合的管理是为了达成组织的战略目标</a:t>
            </a:r>
          </a:p>
          <a:p>
            <a:r>
              <a:rPr lang="zh-CN" altLang="en-US" dirty="0"/>
              <a:t>多样化组成：包含项目、项目集、子项目组合及运营工作</a:t>
            </a:r>
          </a:p>
          <a:p>
            <a:r>
              <a:rPr lang="zh-CN" altLang="en-US" dirty="0"/>
              <a:t>非依赖性：组合内的元素可以独立运作，无需相互依赖</a:t>
            </a:r>
          </a:p>
          <a:p>
            <a:r>
              <a:rPr lang="zh-CN" altLang="en-US" dirty="0"/>
              <a:t>统一管理：通过集中管理实现资源优化、优先级排序和战略一致性</a:t>
            </a:r>
            <a:endParaRPr lang="en-US" altLang="zh-CN" dirty="0"/>
          </a:p>
          <a:p>
            <a:r>
              <a:rPr lang="zh-CN" altLang="en-US" dirty="0"/>
              <a:t>强调</a:t>
            </a:r>
            <a:endParaRPr lang="en-US" altLang="zh-CN" dirty="0"/>
          </a:p>
          <a:p>
            <a:pPr lvl="1"/>
            <a:r>
              <a:rPr lang="zh-CN" altLang="en-US" dirty="0"/>
              <a:t>战略价值和整体效益</a:t>
            </a:r>
            <a:endParaRPr lang="en-US" altLang="zh-CN" dirty="0"/>
          </a:p>
        </p:txBody>
      </p:sp>
      <p:sp>
        <p:nvSpPr>
          <p:cNvPr id="6" name="Text Placeholder 5">
            <a:extLst>
              <a:ext uri="{FF2B5EF4-FFF2-40B4-BE49-F238E27FC236}">
                <a16:creationId xmlns:a16="http://schemas.microsoft.com/office/drawing/2014/main" id="{4C89C4BE-6E0A-D7A7-92F8-593BA70847D7}"/>
              </a:ext>
            </a:extLst>
          </p:cNvPr>
          <p:cNvSpPr>
            <a:spLocks noGrp="1"/>
          </p:cNvSpPr>
          <p:nvPr>
            <p:ph type="body" sz="quarter" idx="10"/>
          </p:nvPr>
        </p:nvSpPr>
        <p:spPr>
          <a:xfrm>
            <a:off x="7071919" y="448519"/>
            <a:ext cx="4424080" cy="338554"/>
          </a:xfrm>
        </p:spPr>
        <p:txBody>
          <a:bodyPr/>
          <a:lstStyle/>
          <a:p>
            <a:r>
              <a:rPr lang="en-US" altLang="zh-CN" dirty="0"/>
              <a:t>Portfolio</a:t>
            </a:r>
            <a:endParaRPr lang="zh-CN" altLang="en-US" dirty="0"/>
          </a:p>
        </p:txBody>
      </p:sp>
    </p:spTree>
    <p:extLst>
      <p:ext uri="{BB962C8B-B14F-4D97-AF65-F5344CB8AC3E}">
        <p14:creationId xmlns:p14="http://schemas.microsoft.com/office/powerpoint/2010/main" val="22143100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67276B0-97E8-FEAC-606F-E7922E51291C}"/>
              </a:ext>
            </a:extLst>
          </p:cNvPr>
          <p:cNvSpPr txBox="1"/>
          <p:nvPr/>
        </p:nvSpPr>
        <p:spPr>
          <a:xfrm>
            <a:off x="3656582" y="1370555"/>
            <a:ext cx="2520000" cy="432000"/>
          </a:xfrm>
          <a:prstGeom prst="rect">
            <a:avLst/>
          </a:prstGeom>
        </p:spPr>
        <p:style>
          <a:lnRef idx="0">
            <a:schemeClr val="accent2"/>
          </a:lnRef>
          <a:fillRef idx="3">
            <a:schemeClr val="accent2"/>
          </a:fillRef>
          <a:effectRef idx="3">
            <a:schemeClr val="accent2"/>
          </a:effectRef>
          <a:fontRef idx="minor">
            <a:schemeClr val="lt1"/>
          </a:fontRef>
        </p:style>
        <p:txBody>
          <a:bodyPr wrap="none" rtlCol="0" anchor="ctr" anchorCtr="0">
            <a:noAutofit/>
          </a:bodyPr>
          <a:lstStyle/>
          <a:p>
            <a:pPr algn="ctr"/>
            <a:r>
              <a:rPr lang="zh-CN" altLang="en-US" sz="1600" dirty="0"/>
              <a:t>项目组合 </a:t>
            </a:r>
            <a:r>
              <a:rPr lang="en-US" altLang="zh-CN" sz="1600" dirty="0"/>
              <a:t>Portfolio</a:t>
            </a:r>
            <a:endParaRPr lang="zh-CN" altLang="en-US" sz="1600" dirty="0"/>
          </a:p>
        </p:txBody>
      </p:sp>
      <p:sp>
        <p:nvSpPr>
          <p:cNvPr id="7" name="TextBox 6">
            <a:extLst>
              <a:ext uri="{FF2B5EF4-FFF2-40B4-BE49-F238E27FC236}">
                <a16:creationId xmlns:a16="http://schemas.microsoft.com/office/drawing/2014/main" id="{DE02FC16-E28D-C052-7E99-C517F8D2441F}"/>
              </a:ext>
            </a:extLst>
          </p:cNvPr>
          <p:cNvSpPr txBox="1"/>
          <p:nvPr/>
        </p:nvSpPr>
        <p:spPr>
          <a:xfrm>
            <a:off x="4016582" y="1995715"/>
            <a:ext cx="2160000" cy="432000"/>
          </a:xfrm>
          <a:prstGeom prst="rect">
            <a:avLst/>
          </a:prstGeom>
        </p:spPr>
        <p:style>
          <a:lnRef idx="0">
            <a:schemeClr val="accent5"/>
          </a:lnRef>
          <a:fillRef idx="3">
            <a:schemeClr val="accent5"/>
          </a:fillRef>
          <a:effectRef idx="3">
            <a:schemeClr val="accent5"/>
          </a:effectRef>
          <a:fontRef idx="minor">
            <a:schemeClr val="lt1"/>
          </a:fontRef>
        </p:style>
        <p:txBody>
          <a:bodyPr wrap="none" rtlCol="0" anchor="ctr" anchorCtr="0">
            <a:noAutofit/>
          </a:bodyPr>
          <a:lstStyle/>
          <a:p>
            <a:pPr algn="ctr"/>
            <a:r>
              <a:rPr lang="zh-CN" altLang="en-US" sz="1600" dirty="0"/>
              <a:t>项目集 </a:t>
            </a:r>
            <a:r>
              <a:rPr lang="en-US" altLang="zh-CN" sz="1600" dirty="0"/>
              <a:t>Program</a:t>
            </a:r>
            <a:endParaRPr lang="zh-CN" altLang="en-US" sz="1600" dirty="0"/>
          </a:p>
        </p:txBody>
      </p:sp>
      <p:sp>
        <p:nvSpPr>
          <p:cNvPr id="8" name="TextBox 7">
            <a:extLst>
              <a:ext uri="{FF2B5EF4-FFF2-40B4-BE49-F238E27FC236}">
                <a16:creationId xmlns:a16="http://schemas.microsoft.com/office/drawing/2014/main" id="{876D520E-5758-F261-3BAE-7C4704E0BD3A}"/>
              </a:ext>
            </a:extLst>
          </p:cNvPr>
          <p:cNvSpPr txBox="1"/>
          <p:nvPr/>
        </p:nvSpPr>
        <p:spPr>
          <a:xfrm>
            <a:off x="4376582" y="2636264"/>
            <a:ext cx="1800000" cy="432000"/>
          </a:xfrm>
          <a:prstGeom prst="rect">
            <a:avLst/>
          </a:prstGeom>
        </p:spPr>
        <p:style>
          <a:lnRef idx="0">
            <a:schemeClr val="accent6"/>
          </a:lnRef>
          <a:fillRef idx="3">
            <a:schemeClr val="accent6"/>
          </a:fillRef>
          <a:effectRef idx="3">
            <a:schemeClr val="accent6"/>
          </a:effectRef>
          <a:fontRef idx="minor">
            <a:schemeClr val="lt1"/>
          </a:fontRef>
        </p:style>
        <p:txBody>
          <a:bodyPr wrap="none" rtlCol="0" anchor="ctr" anchorCtr="0">
            <a:noAutofit/>
          </a:bodyPr>
          <a:lstStyle/>
          <a:p>
            <a:pPr algn="ctr"/>
            <a:r>
              <a:rPr lang="zh-CN" altLang="en-US" sz="1600" dirty="0"/>
              <a:t>项目 </a:t>
            </a:r>
            <a:r>
              <a:rPr lang="en-US" altLang="zh-CN" sz="1600" dirty="0"/>
              <a:t>Project</a:t>
            </a:r>
            <a:endParaRPr lang="zh-CN" altLang="en-US" sz="1600" dirty="0"/>
          </a:p>
        </p:txBody>
      </p:sp>
      <p:sp>
        <p:nvSpPr>
          <p:cNvPr id="9" name="TextBox 8">
            <a:extLst>
              <a:ext uri="{FF2B5EF4-FFF2-40B4-BE49-F238E27FC236}">
                <a16:creationId xmlns:a16="http://schemas.microsoft.com/office/drawing/2014/main" id="{DA719B57-5201-657D-49F5-1C2584F863A4}"/>
              </a:ext>
            </a:extLst>
          </p:cNvPr>
          <p:cNvSpPr txBox="1"/>
          <p:nvPr/>
        </p:nvSpPr>
        <p:spPr>
          <a:xfrm>
            <a:off x="4376582" y="3261423"/>
            <a:ext cx="1800000" cy="432000"/>
          </a:xfrm>
          <a:prstGeom prst="rect">
            <a:avLst/>
          </a:prstGeom>
        </p:spPr>
        <p:style>
          <a:lnRef idx="0">
            <a:schemeClr val="accent6"/>
          </a:lnRef>
          <a:fillRef idx="3">
            <a:schemeClr val="accent6"/>
          </a:fillRef>
          <a:effectRef idx="3">
            <a:schemeClr val="accent6"/>
          </a:effectRef>
          <a:fontRef idx="minor">
            <a:schemeClr val="lt1"/>
          </a:fontRef>
        </p:style>
        <p:txBody>
          <a:bodyPr wrap="none" rtlCol="0" anchor="ctr" anchorCtr="0">
            <a:noAutofit/>
          </a:bodyPr>
          <a:lstStyle>
            <a:defPPr>
              <a:defRPr lang="zh-CN"/>
            </a:defPPr>
            <a:lvl1pPr>
              <a:defRPr sz="1600"/>
            </a:lvl1pPr>
          </a:lstStyle>
          <a:p>
            <a:pPr algn="ctr"/>
            <a:r>
              <a:rPr lang="zh-CN" altLang="en-US" dirty="0"/>
              <a:t>项目 </a:t>
            </a:r>
            <a:r>
              <a:rPr lang="en-US" altLang="zh-CN" dirty="0"/>
              <a:t>Project</a:t>
            </a:r>
            <a:endParaRPr lang="zh-CN" altLang="en-US" dirty="0"/>
          </a:p>
        </p:txBody>
      </p:sp>
      <p:sp>
        <p:nvSpPr>
          <p:cNvPr id="10" name="TextBox 9">
            <a:extLst>
              <a:ext uri="{FF2B5EF4-FFF2-40B4-BE49-F238E27FC236}">
                <a16:creationId xmlns:a16="http://schemas.microsoft.com/office/drawing/2014/main" id="{BF081D08-DC57-1243-0D45-BD248632C8B5}"/>
              </a:ext>
            </a:extLst>
          </p:cNvPr>
          <p:cNvSpPr txBox="1"/>
          <p:nvPr/>
        </p:nvSpPr>
        <p:spPr>
          <a:xfrm>
            <a:off x="4736582" y="3901971"/>
            <a:ext cx="1440000" cy="432000"/>
          </a:xfrm>
          <a:prstGeom prst="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dirty="0"/>
              <a:t>子项目 </a:t>
            </a:r>
            <a:r>
              <a:rPr lang="en-US" altLang="zh-CN" sz="1400" dirty="0"/>
              <a:t>Project</a:t>
            </a:r>
            <a:endParaRPr lang="zh-CN" altLang="en-US" sz="1400" dirty="0"/>
          </a:p>
        </p:txBody>
      </p:sp>
      <p:sp>
        <p:nvSpPr>
          <p:cNvPr id="11" name="TextBox 10">
            <a:extLst>
              <a:ext uri="{FF2B5EF4-FFF2-40B4-BE49-F238E27FC236}">
                <a16:creationId xmlns:a16="http://schemas.microsoft.com/office/drawing/2014/main" id="{AB7E9C71-2845-C277-9B3F-EE8F43CD8367}"/>
              </a:ext>
            </a:extLst>
          </p:cNvPr>
          <p:cNvSpPr txBox="1"/>
          <p:nvPr/>
        </p:nvSpPr>
        <p:spPr>
          <a:xfrm>
            <a:off x="4736582" y="4527133"/>
            <a:ext cx="1440000" cy="432000"/>
          </a:xfrm>
          <a:prstGeom prst="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dirty="0"/>
              <a:t>子项目 </a:t>
            </a:r>
            <a:r>
              <a:rPr lang="en-US" altLang="zh-CN" sz="1400" dirty="0"/>
              <a:t>Project</a:t>
            </a:r>
            <a:endParaRPr lang="zh-CN" altLang="en-US" sz="1400" dirty="0"/>
          </a:p>
        </p:txBody>
      </p:sp>
      <p:cxnSp>
        <p:nvCxnSpPr>
          <p:cNvPr id="13" name="Connector: Elbow 12">
            <a:extLst>
              <a:ext uri="{FF2B5EF4-FFF2-40B4-BE49-F238E27FC236}">
                <a16:creationId xmlns:a16="http://schemas.microsoft.com/office/drawing/2014/main" id="{E2CDE2B9-A78F-F5A8-419E-7CF909E9D3A5}"/>
              </a:ext>
            </a:extLst>
          </p:cNvPr>
          <p:cNvCxnSpPr>
            <a:stCxn id="6" idx="1"/>
            <a:endCxn id="7" idx="1"/>
          </p:cNvCxnSpPr>
          <p:nvPr/>
        </p:nvCxnSpPr>
        <p:spPr>
          <a:xfrm rot="10800000" flipH="1" flipV="1">
            <a:off x="3656582" y="1586555"/>
            <a:ext cx="360000" cy="625160"/>
          </a:xfrm>
          <a:prstGeom prst="bentConnector3">
            <a:avLst>
              <a:gd name="adj1" fmla="val -63500"/>
            </a:avLst>
          </a:prstGeom>
          <a:ln>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nector: Elbow 14">
            <a:extLst>
              <a:ext uri="{FF2B5EF4-FFF2-40B4-BE49-F238E27FC236}">
                <a16:creationId xmlns:a16="http://schemas.microsoft.com/office/drawing/2014/main" id="{E1ECB411-0D13-77E6-F09B-E7905128B557}"/>
              </a:ext>
            </a:extLst>
          </p:cNvPr>
          <p:cNvCxnSpPr>
            <a:stCxn id="7" idx="1"/>
            <a:endCxn id="8" idx="1"/>
          </p:cNvCxnSpPr>
          <p:nvPr/>
        </p:nvCxnSpPr>
        <p:spPr>
          <a:xfrm rot="10800000" flipH="1" flipV="1">
            <a:off x="4016582" y="2211714"/>
            <a:ext cx="360000" cy="640549"/>
          </a:xfrm>
          <a:prstGeom prst="bentConnector3">
            <a:avLst>
              <a:gd name="adj1" fmla="val -63500"/>
            </a:avLst>
          </a:prstGeom>
          <a:ln>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 name="Connector: Elbow 16">
            <a:extLst>
              <a:ext uri="{FF2B5EF4-FFF2-40B4-BE49-F238E27FC236}">
                <a16:creationId xmlns:a16="http://schemas.microsoft.com/office/drawing/2014/main" id="{DAAD6E5E-3080-D03B-753F-B64CE10F8F52}"/>
              </a:ext>
            </a:extLst>
          </p:cNvPr>
          <p:cNvCxnSpPr>
            <a:cxnSpLocks/>
            <a:stCxn id="7" idx="1"/>
            <a:endCxn id="9" idx="1"/>
          </p:cNvCxnSpPr>
          <p:nvPr/>
        </p:nvCxnSpPr>
        <p:spPr>
          <a:xfrm rot="10800000" flipH="1" flipV="1">
            <a:off x="4016582" y="2211715"/>
            <a:ext cx="360000" cy="1265708"/>
          </a:xfrm>
          <a:prstGeom prst="bentConnector3">
            <a:avLst>
              <a:gd name="adj1" fmla="val -63500"/>
            </a:avLst>
          </a:prstGeom>
          <a:ln>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EBB7A034-1EF8-6FD2-C47F-22EA7B115C9A}"/>
              </a:ext>
            </a:extLst>
          </p:cNvPr>
          <p:cNvCxnSpPr>
            <a:cxnSpLocks/>
            <a:stCxn id="10" idx="1"/>
            <a:endCxn id="32" idx="1"/>
          </p:cNvCxnSpPr>
          <p:nvPr/>
        </p:nvCxnSpPr>
        <p:spPr>
          <a:xfrm rot="10800000" flipV="1">
            <a:off x="4736582" y="4117971"/>
            <a:ext cx="12700" cy="1246920"/>
          </a:xfrm>
          <a:prstGeom prst="bentConnector3">
            <a:avLst>
              <a:gd name="adj1" fmla="val 1800000"/>
            </a:avLst>
          </a:prstGeom>
          <a:ln>
            <a:solidFill>
              <a:schemeClr val="tx1">
                <a:lumMod val="50000"/>
                <a:lumOff val="50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DE7FB9B2-1380-A09A-A8C5-5542D6E354BA}"/>
              </a:ext>
            </a:extLst>
          </p:cNvPr>
          <p:cNvSpPr txBox="1"/>
          <p:nvPr/>
        </p:nvSpPr>
        <p:spPr>
          <a:xfrm>
            <a:off x="6734925" y="1401889"/>
            <a:ext cx="1338828" cy="369332"/>
          </a:xfrm>
          <a:prstGeom prst="rect">
            <a:avLst/>
          </a:prstGeom>
          <a:noFill/>
        </p:spPr>
        <p:txBody>
          <a:bodyPr wrap="none" rtlCol="0">
            <a:spAutoFit/>
          </a:bodyPr>
          <a:lstStyle/>
          <a:p>
            <a:r>
              <a:rPr lang="zh-CN" altLang="en-US" dirty="0"/>
              <a:t>承办奥运会</a:t>
            </a:r>
          </a:p>
        </p:txBody>
      </p:sp>
      <p:sp>
        <p:nvSpPr>
          <p:cNvPr id="21" name="TextBox 20">
            <a:extLst>
              <a:ext uri="{FF2B5EF4-FFF2-40B4-BE49-F238E27FC236}">
                <a16:creationId xmlns:a16="http://schemas.microsoft.com/office/drawing/2014/main" id="{E8ACC35B-39C5-9B2D-81E3-AA4C58769BCC}"/>
              </a:ext>
            </a:extLst>
          </p:cNvPr>
          <p:cNvSpPr txBox="1"/>
          <p:nvPr/>
        </p:nvSpPr>
        <p:spPr>
          <a:xfrm>
            <a:off x="6734925" y="2031612"/>
            <a:ext cx="1800493" cy="369332"/>
          </a:xfrm>
          <a:prstGeom prst="rect">
            <a:avLst/>
          </a:prstGeom>
          <a:noFill/>
        </p:spPr>
        <p:txBody>
          <a:bodyPr wrap="none" rtlCol="0">
            <a:spAutoFit/>
          </a:bodyPr>
          <a:lstStyle/>
          <a:p>
            <a:r>
              <a:rPr lang="zh-CN" altLang="en-US" dirty="0"/>
              <a:t>奥运体育馆建设</a:t>
            </a:r>
          </a:p>
        </p:txBody>
      </p:sp>
      <p:sp>
        <p:nvSpPr>
          <p:cNvPr id="22" name="TextBox 21">
            <a:extLst>
              <a:ext uri="{FF2B5EF4-FFF2-40B4-BE49-F238E27FC236}">
                <a16:creationId xmlns:a16="http://schemas.microsoft.com/office/drawing/2014/main" id="{A8A75E9E-C422-559F-53C3-29B19863F7B5}"/>
              </a:ext>
            </a:extLst>
          </p:cNvPr>
          <p:cNvSpPr txBox="1"/>
          <p:nvPr/>
        </p:nvSpPr>
        <p:spPr>
          <a:xfrm>
            <a:off x="6734925" y="2661335"/>
            <a:ext cx="1569660" cy="369332"/>
          </a:xfrm>
          <a:prstGeom prst="rect">
            <a:avLst/>
          </a:prstGeom>
          <a:noFill/>
        </p:spPr>
        <p:txBody>
          <a:bodyPr wrap="none" rtlCol="0">
            <a:spAutoFit/>
          </a:bodyPr>
          <a:lstStyle/>
          <a:p>
            <a:r>
              <a:rPr lang="zh-CN" altLang="en-US" dirty="0"/>
              <a:t>羽毛球馆建设</a:t>
            </a:r>
          </a:p>
        </p:txBody>
      </p:sp>
      <p:sp>
        <p:nvSpPr>
          <p:cNvPr id="23" name="TextBox 22">
            <a:extLst>
              <a:ext uri="{FF2B5EF4-FFF2-40B4-BE49-F238E27FC236}">
                <a16:creationId xmlns:a16="http://schemas.microsoft.com/office/drawing/2014/main" id="{A5C0C4CB-88B3-E790-FFDB-B703A0766547}"/>
              </a:ext>
            </a:extLst>
          </p:cNvPr>
          <p:cNvSpPr txBox="1"/>
          <p:nvPr/>
        </p:nvSpPr>
        <p:spPr>
          <a:xfrm>
            <a:off x="6734925" y="3291058"/>
            <a:ext cx="1338828" cy="369332"/>
          </a:xfrm>
          <a:prstGeom prst="rect">
            <a:avLst/>
          </a:prstGeom>
          <a:noFill/>
        </p:spPr>
        <p:txBody>
          <a:bodyPr wrap="none" rtlCol="0">
            <a:spAutoFit/>
          </a:bodyPr>
          <a:lstStyle/>
          <a:p>
            <a:r>
              <a:rPr lang="zh-CN" altLang="en-US" dirty="0"/>
              <a:t>游泳馆建设</a:t>
            </a:r>
          </a:p>
        </p:txBody>
      </p:sp>
      <p:sp>
        <p:nvSpPr>
          <p:cNvPr id="24" name="TextBox 23">
            <a:extLst>
              <a:ext uri="{FF2B5EF4-FFF2-40B4-BE49-F238E27FC236}">
                <a16:creationId xmlns:a16="http://schemas.microsoft.com/office/drawing/2014/main" id="{E2A0EB8B-3698-A851-FF55-AEF0B8CB4B15}"/>
              </a:ext>
            </a:extLst>
          </p:cNvPr>
          <p:cNvSpPr txBox="1"/>
          <p:nvPr/>
        </p:nvSpPr>
        <p:spPr>
          <a:xfrm>
            <a:off x="6734925" y="3920781"/>
            <a:ext cx="1338828" cy="369332"/>
          </a:xfrm>
          <a:prstGeom prst="rect">
            <a:avLst/>
          </a:prstGeom>
          <a:noFill/>
        </p:spPr>
        <p:txBody>
          <a:bodyPr wrap="none" rtlCol="0">
            <a:spAutoFit/>
          </a:bodyPr>
          <a:lstStyle/>
          <a:p>
            <a:r>
              <a:rPr lang="zh-CN" altLang="en-US" dirty="0"/>
              <a:t>游泳池建造</a:t>
            </a:r>
          </a:p>
        </p:txBody>
      </p:sp>
      <p:sp>
        <p:nvSpPr>
          <p:cNvPr id="25" name="TextBox 24">
            <a:extLst>
              <a:ext uri="{FF2B5EF4-FFF2-40B4-BE49-F238E27FC236}">
                <a16:creationId xmlns:a16="http://schemas.microsoft.com/office/drawing/2014/main" id="{8EF04BF9-8526-C812-BF93-B397E8DAE73E}"/>
              </a:ext>
            </a:extLst>
          </p:cNvPr>
          <p:cNvSpPr txBox="1"/>
          <p:nvPr/>
        </p:nvSpPr>
        <p:spPr>
          <a:xfrm>
            <a:off x="6734925" y="4550504"/>
            <a:ext cx="1338828" cy="369332"/>
          </a:xfrm>
          <a:prstGeom prst="rect">
            <a:avLst/>
          </a:prstGeom>
          <a:noFill/>
        </p:spPr>
        <p:txBody>
          <a:bodyPr wrap="none" rtlCol="0">
            <a:spAutoFit/>
          </a:bodyPr>
          <a:lstStyle/>
          <a:p>
            <a:r>
              <a:rPr lang="zh-CN" altLang="en-US" dirty="0"/>
              <a:t>淋浴房建造</a:t>
            </a:r>
          </a:p>
        </p:txBody>
      </p:sp>
      <p:cxnSp>
        <p:nvCxnSpPr>
          <p:cNvPr id="31" name="Connector: Elbow 30">
            <a:extLst>
              <a:ext uri="{FF2B5EF4-FFF2-40B4-BE49-F238E27FC236}">
                <a16:creationId xmlns:a16="http://schemas.microsoft.com/office/drawing/2014/main" id="{A98AACC7-45AC-FBD9-2926-A808B5B26175}"/>
              </a:ext>
            </a:extLst>
          </p:cNvPr>
          <p:cNvCxnSpPr>
            <a:cxnSpLocks/>
            <a:stCxn id="9" idx="1"/>
            <a:endCxn id="11" idx="1"/>
          </p:cNvCxnSpPr>
          <p:nvPr/>
        </p:nvCxnSpPr>
        <p:spPr>
          <a:xfrm rot="10800000" flipH="1" flipV="1">
            <a:off x="4376582" y="3477423"/>
            <a:ext cx="360000" cy="1265710"/>
          </a:xfrm>
          <a:prstGeom prst="bentConnector3">
            <a:avLst>
              <a:gd name="adj1" fmla="val -63500"/>
            </a:avLst>
          </a:prstGeom>
          <a:ln>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3594C84E-71DC-B50D-6333-43A466E63D66}"/>
              </a:ext>
            </a:extLst>
          </p:cNvPr>
          <p:cNvSpPr txBox="1"/>
          <p:nvPr/>
        </p:nvSpPr>
        <p:spPr>
          <a:xfrm>
            <a:off x="4736582" y="5148891"/>
            <a:ext cx="1440000" cy="432000"/>
          </a:xfrm>
          <a:prstGeom prst="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dirty="0"/>
              <a:t>子项目 </a:t>
            </a:r>
            <a:r>
              <a:rPr lang="en-US" altLang="zh-CN" sz="1400" dirty="0"/>
              <a:t>Project</a:t>
            </a:r>
            <a:endParaRPr lang="zh-CN" altLang="en-US" sz="1400" dirty="0"/>
          </a:p>
        </p:txBody>
      </p:sp>
      <p:sp>
        <p:nvSpPr>
          <p:cNvPr id="35" name="TextBox 34">
            <a:extLst>
              <a:ext uri="{FF2B5EF4-FFF2-40B4-BE49-F238E27FC236}">
                <a16:creationId xmlns:a16="http://schemas.microsoft.com/office/drawing/2014/main" id="{DE1122C3-A63B-CDED-2777-077145811F43}"/>
              </a:ext>
            </a:extLst>
          </p:cNvPr>
          <p:cNvSpPr txBox="1"/>
          <p:nvPr/>
        </p:nvSpPr>
        <p:spPr>
          <a:xfrm>
            <a:off x="6734925" y="5180225"/>
            <a:ext cx="543739" cy="369332"/>
          </a:xfrm>
          <a:prstGeom prst="rect">
            <a:avLst/>
          </a:prstGeom>
          <a:noFill/>
        </p:spPr>
        <p:txBody>
          <a:bodyPr wrap="none" rtlCol="0">
            <a:spAutoFit/>
          </a:bodyPr>
          <a:lstStyle/>
          <a:p>
            <a:r>
              <a:rPr lang="en-US" altLang="zh-CN" dirty="0"/>
              <a:t>… …</a:t>
            </a:r>
            <a:endParaRPr lang="zh-CN" altLang="en-US" dirty="0"/>
          </a:p>
        </p:txBody>
      </p:sp>
    </p:spTree>
    <p:extLst>
      <p:ext uri="{BB962C8B-B14F-4D97-AF65-F5344CB8AC3E}">
        <p14:creationId xmlns:p14="http://schemas.microsoft.com/office/powerpoint/2010/main" val="25934694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B55A89-383F-D7DE-49EB-516143BAE06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AFA46C6-529A-1FB0-2DCA-2FDF71E11B79}"/>
              </a:ext>
            </a:extLst>
          </p:cNvPr>
          <p:cNvSpPr>
            <a:spLocks noGrp="1"/>
          </p:cNvSpPr>
          <p:nvPr>
            <p:ph type="title"/>
          </p:nvPr>
        </p:nvSpPr>
        <p:spPr>
          <a:xfrm>
            <a:off x="695998" y="360000"/>
            <a:ext cx="6375921" cy="429413"/>
          </a:xfrm>
        </p:spPr>
        <p:txBody>
          <a:bodyPr>
            <a:normAutofit/>
          </a:bodyPr>
          <a:lstStyle/>
          <a:p>
            <a:r>
              <a:rPr lang="en-US" altLang="zh-CN" dirty="0"/>
              <a:t>1.5 </a:t>
            </a:r>
            <a:r>
              <a:rPr lang="zh-CN" altLang="en-US" dirty="0"/>
              <a:t>软件项目</a:t>
            </a:r>
          </a:p>
        </p:txBody>
      </p:sp>
      <p:sp>
        <p:nvSpPr>
          <p:cNvPr id="3" name="内容占位符 2">
            <a:extLst>
              <a:ext uri="{FF2B5EF4-FFF2-40B4-BE49-F238E27FC236}">
                <a16:creationId xmlns:a16="http://schemas.microsoft.com/office/drawing/2014/main" id="{01135036-3A8E-2545-5B7E-39C1D659629A}"/>
              </a:ext>
            </a:extLst>
          </p:cNvPr>
          <p:cNvSpPr>
            <a:spLocks noGrp="1"/>
          </p:cNvSpPr>
          <p:nvPr>
            <p:ph idx="1"/>
          </p:nvPr>
        </p:nvSpPr>
        <p:spPr>
          <a:xfrm>
            <a:off x="696000" y="864000"/>
            <a:ext cx="10800000" cy="5328000"/>
          </a:xfrm>
        </p:spPr>
        <p:txBody>
          <a:bodyPr>
            <a:normAutofit/>
          </a:bodyPr>
          <a:lstStyle/>
          <a:p>
            <a:r>
              <a:rPr lang="zh-CN" altLang="en-US" dirty="0"/>
              <a:t>含义 </a:t>
            </a:r>
            <a:r>
              <a:rPr lang="en-US" altLang="zh-CN" dirty="0"/>
              <a:t>Concept</a:t>
            </a:r>
          </a:p>
          <a:p>
            <a:pPr lvl="1"/>
            <a:r>
              <a:rPr lang="zh-CN" altLang="en-US" dirty="0"/>
              <a:t>计算机程序以及说明程序的各种文档</a:t>
            </a:r>
            <a:endParaRPr lang="en-US" altLang="zh-CN" dirty="0"/>
          </a:p>
          <a:p>
            <a:r>
              <a:rPr lang="zh-CN" altLang="en-US" dirty="0"/>
              <a:t>组成要素 </a:t>
            </a:r>
            <a:r>
              <a:rPr lang="en-US" altLang="zh-CN" dirty="0"/>
              <a:t>Component</a:t>
            </a:r>
          </a:p>
          <a:p>
            <a:pPr lvl="1"/>
            <a:r>
              <a:rPr lang="zh-CN" altLang="en-US" dirty="0"/>
              <a:t>程序</a:t>
            </a:r>
            <a:endParaRPr lang="en-US" altLang="zh-CN" dirty="0"/>
          </a:p>
          <a:p>
            <a:pPr lvl="1"/>
            <a:r>
              <a:rPr lang="zh-CN" altLang="en-US" dirty="0"/>
              <a:t>数据</a:t>
            </a:r>
            <a:endParaRPr lang="en-US" altLang="zh-CN" dirty="0"/>
          </a:p>
          <a:p>
            <a:pPr lvl="1"/>
            <a:r>
              <a:rPr lang="zh-CN" altLang="en-US" dirty="0"/>
              <a:t>相关文档</a:t>
            </a:r>
            <a:endParaRPr lang="en-US" altLang="zh-CN" dirty="0"/>
          </a:p>
          <a:p>
            <a:r>
              <a:rPr lang="zh-CN" altLang="en-US" dirty="0"/>
              <a:t>特点 </a:t>
            </a:r>
            <a:r>
              <a:rPr lang="en-US" altLang="zh-CN" dirty="0"/>
              <a:t>Feature</a:t>
            </a:r>
          </a:p>
          <a:p>
            <a:pPr lvl="1"/>
            <a:r>
              <a:rPr lang="zh-CN" altLang="en-US" dirty="0"/>
              <a:t>逻辑实体</a:t>
            </a:r>
            <a:endParaRPr lang="en-US" altLang="zh-CN" dirty="0"/>
          </a:p>
          <a:p>
            <a:pPr lvl="1"/>
            <a:r>
              <a:rPr lang="zh-CN" altLang="en-US" dirty="0"/>
              <a:t>同硬件相比，没有生产、磨损和老化</a:t>
            </a:r>
            <a:endParaRPr lang="en-US" altLang="zh-CN" dirty="0"/>
          </a:p>
          <a:p>
            <a:pPr lvl="1"/>
            <a:r>
              <a:rPr lang="zh-CN" altLang="en-US" dirty="0"/>
              <a:t>开发受计算机系统限制</a:t>
            </a:r>
            <a:endParaRPr lang="en-US" altLang="zh-CN" dirty="0"/>
          </a:p>
          <a:p>
            <a:pPr lvl="1"/>
            <a:r>
              <a:rPr lang="zh-CN" altLang="en-US" dirty="0"/>
              <a:t>技术复杂、更新迭代快</a:t>
            </a:r>
            <a:endParaRPr lang="en-US" altLang="zh-CN" dirty="0"/>
          </a:p>
          <a:p>
            <a:pPr lvl="1"/>
            <a:r>
              <a:rPr lang="zh-CN" altLang="en-US" dirty="0"/>
              <a:t>开发成本低和学习成本高</a:t>
            </a:r>
            <a:endParaRPr lang="en-US" altLang="zh-CN" dirty="0"/>
          </a:p>
          <a:p>
            <a:pPr lvl="1"/>
            <a:r>
              <a:rPr lang="zh-CN" altLang="en-US" dirty="0"/>
              <a:t>涉及多方面因素</a:t>
            </a:r>
            <a:endParaRPr lang="en-US" altLang="zh-CN" dirty="0"/>
          </a:p>
          <a:p>
            <a:pPr lvl="1"/>
            <a:r>
              <a:rPr lang="zh-CN" altLang="en-US" dirty="0"/>
              <a:t>在</a:t>
            </a:r>
            <a:r>
              <a:rPr lang="en-US" altLang="zh-CN" dirty="0"/>
              <a:t>AI</a:t>
            </a:r>
            <a:r>
              <a:rPr lang="zh-CN" altLang="en-US" dirty="0"/>
              <a:t>盛行的当下，仍然严重依赖人工</a:t>
            </a:r>
            <a:endParaRPr lang="en-US" altLang="zh-CN" dirty="0"/>
          </a:p>
          <a:p>
            <a:pPr lvl="1"/>
            <a:endParaRPr lang="zh-CN" altLang="en-US" dirty="0"/>
          </a:p>
        </p:txBody>
      </p:sp>
      <p:sp>
        <p:nvSpPr>
          <p:cNvPr id="6" name="Text Placeholder 5">
            <a:extLst>
              <a:ext uri="{FF2B5EF4-FFF2-40B4-BE49-F238E27FC236}">
                <a16:creationId xmlns:a16="http://schemas.microsoft.com/office/drawing/2014/main" id="{37432D34-A6C8-90EA-7648-62E3CAE31000}"/>
              </a:ext>
            </a:extLst>
          </p:cNvPr>
          <p:cNvSpPr>
            <a:spLocks noGrp="1"/>
          </p:cNvSpPr>
          <p:nvPr>
            <p:ph type="body" sz="quarter" idx="10"/>
          </p:nvPr>
        </p:nvSpPr>
        <p:spPr>
          <a:xfrm>
            <a:off x="7071919" y="448519"/>
            <a:ext cx="4424080" cy="338554"/>
          </a:xfrm>
        </p:spPr>
        <p:txBody>
          <a:bodyPr/>
          <a:lstStyle/>
          <a:p>
            <a:r>
              <a:rPr lang="en-US" altLang="zh-CN" dirty="0"/>
              <a:t>Software</a:t>
            </a:r>
            <a:r>
              <a:rPr lang="zh-CN" altLang="en-US" dirty="0"/>
              <a:t> </a:t>
            </a:r>
            <a:r>
              <a:rPr lang="en-US" altLang="zh-CN" dirty="0"/>
              <a:t>Project</a:t>
            </a:r>
            <a:endParaRPr lang="zh-CN" altLang="en-US" dirty="0"/>
          </a:p>
        </p:txBody>
      </p:sp>
    </p:spTree>
    <p:extLst>
      <p:ext uri="{BB962C8B-B14F-4D97-AF65-F5344CB8AC3E}">
        <p14:creationId xmlns:p14="http://schemas.microsoft.com/office/powerpoint/2010/main" val="491549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2B0EC0-BB17-5319-2406-1157E8086EC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B7D487E-8186-0097-11B9-C73C618B5A2D}"/>
              </a:ext>
            </a:extLst>
          </p:cNvPr>
          <p:cNvSpPr>
            <a:spLocks noGrp="1"/>
          </p:cNvSpPr>
          <p:nvPr>
            <p:ph type="title"/>
          </p:nvPr>
        </p:nvSpPr>
        <p:spPr>
          <a:xfrm>
            <a:off x="695998" y="360000"/>
            <a:ext cx="6375921" cy="424732"/>
          </a:xfrm>
        </p:spPr>
        <p:txBody>
          <a:bodyPr>
            <a:normAutofit/>
          </a:bodyPr>
          <a:lstStyle/>
          <a:p>
            <a:r>
              <a:rPr lang="en-US" altLang="zh-CN" dirty="0"/>
              <a:t>1.5 </a:t>
            </a:r>
            <a:r>
              <a:rPr lang="zh-CN" altLang="en-US" dirty="0"/>
              <a:t>软件项目</a:t>
            </a:r>
          </a:p>
        </p:txBody>
      </p:sp>
      <p:sp>
        <p:nvSpPr>
          <p:cNvPr id="3" name="内容占位符 2">
            <a:extLst>
              <a:ext uri="{FF2B5EF4-FFF2-40B4-BE49-F238E27FC236}">
                <a16:creationId xmlns:a16="http://schemas.microsoft.com/office/drawing/2014/main" id="{6142ECA3-5E8F-BFCA-108A-D4503FE349DF}"/>
              </a:ext>
            </a:extLst>
          </p:cNvPr>
          <p:cNvSpPr>
            <a:spLocks noGrp="1"/>
          </p:cNvSpPr>
          <p:nvPr>
            <p:ph idx="1"/>
          </p:nvPr>
        </p:nvSpPr>
        <p:spPr>
          <a:xfrm>
            <a:off x="696000" y="864000"/>
            <a:ext cx="10800000" cy="5328000"/>
          </a:xfrm>
        </p:spPr>
        <p:txBody>
          <a:bodyPr>
            <a:normAutofit/>
          </a:bodyPr>
          <a:lstStyle/>
          <a:p>
            <a:r>
              <a:rPr lang="zh-CN" altLang="en-US" dirty="0"/>
              <a:t>制约 </a:t>
            </a:r>
            <a:r>
              <a:rPr lang="en-US" altLang="zh-CN" dirty="0"/>
              <a:t>Constrain</a:t>
            </a:r>
          </a:p>
          <a:p>
            <a:pPr lvl="1"/>
            <a:r>
              <a:rPr lang="zh-CN" altLang="en-US" dirty="0"/>
              <a:t>项目范围 </a:t>
            </a:r>
            <a:r>
              <a:rPr lang="en-US" altLang="zh-CN" dirty="0"/>
              <a:t>Scope</a:t>
            </a:r>
          </a:p>
          <a:p>
            <a:pPr lvl="1"/>
            <a:r>
              <a:rPr lang="zh-CN" altLang="en-US" dirty="0"/>
              <a:t>进度计划 </a:t>
            </a:r>
            <a:r>
              <a:rPr lang="en-US" altLang="zh-CN" dirty="0"/>
              <a:t>Schedule / Time</a:t>
            </a:r>
          </a:p>
          <a:p>
            <a:pPr lvl="1"/>
            <a:r>
              <a:rPr lang="zh-CN" altLang="en-US" dirty="0"/>
              <a:t>成本 </a:t>
            </a:r>
            <a:r>
              <a:rPr lang="en-US" altLang="zh-CN" dirty="0"/>
              <a:t>Cost / Budget</a:t>
            </a:r>
          </a:p>
          <a:p>
            <a:pPr lvl="1"/>
            <a:r>
              <a:rPr lang="zh-CN" altLang="en-US" dirty="0"/>
              <a:t>用户满意度 </a:t>
            </a:r>
            <a:r>
              <a:rPr lang="en-US" altLang="zh-CN" dirty="0"/>
              <a:t>User Satisfaction / Quality</a:t>
            </a:r>
            <a:endParaRPr lang="zh-CN" altLang="en-US" dirty="0"/>
          </a:p>
        </p:txBody>
      </p:sp>
      <p:sp>
        <p:nvSpPr>
          <p:cNvPr id="6" name="Text Placeholder 5">
            <a:extLst>
              <a:ext uri="{FF2B5EF4-FFF2-40B4-BE49-F238E27FC236}">
                <a16:creationId xmlns:a16="http://schemas.microsoft.com/office/drawing/2014/main" id="{B8115DE6-6377-94AA-C8C8-4DE879DC571E}"/>
              </a:ext>
            </a:extLst>
          </p:cNvPr>
          <p:cNvSpPr>
            <a:spLocks noGrp="1"/>
          </p:cNvSpPr>
          <p:nvPr>
            <p:ph type="body" sz="quarter" idx="10"/>
          </p:nvPr>
        </p:nvSpPr>
        <p:spPr>
          <a:xfrm>
            <a:off x="7071919" y="360001"/>
            <a:ext cx="4424080" cy="424731"/>
          </a:xfrm>
        </p:spPr>
        <p:txBody>
          <a:bodyPr/>
          <a:lstStyle/>
          <a:p>
            <a:r>
              <a:rPr lang="en-US" altLang="zh-CN" dirty="0"/>
              <a:t>Software</a:t>
            </a:r>
            <a:r>
              <a:rPr lang="zh-CN" altLang="en-US" dirty="0"/>
              <a:t> </a:t>
            </a:r>
            <a:r>
              <a:rPr lang="en-US" altLang="zh-CN" dirty="0"/>
              <a:t>Project</a:t>
            </a:r>
            <a:endParaRPr lang="zh-CN" altLang="en-US" dirty="0"/>
          </a:p>
        </p:txBody>
      </p:sp>
      <p:graphicFrame>
        <p:nvGraphicFramePr>
          <p:cNvPr id="10" name="Chart 9">
            <a:extLst>
              <a:ext uri="{FF2B5EF4-FFF2-40B4-BE49-F238E27FC236}">
                <a16:creationId xmlns:a16="http://schemas.microsoft.com/office/drawing/2014/main" id="{D05A59A4-3BCC-F06D-15DD-9D42016DE20B}"/>
              </a:ext>
            </a:extLst>
          </p:cNvPr>
          <p:cNvGraphicFramePr/>
          <p:nvPr>
            <p:extLst>
              <p:ext uri="{D42A27DB-BD31-4B8C-83A1-F6EECF244321}">
                <p14:modId xmlns:p14="http://schemas.microsoft.com/office/powerpoint/2010/main" val="1537592512"/>
              </p:ext>
            </p:extLst>
          </p:nvPr>
        </p:nvGraphicFramePr>
        <p:xfrm>
          <a:off x="3521435" y="863600"/>
          <a:ext cx="8128000" cy="5418667"/>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9240665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7FD235-02CA-3A0B-ECB6-086E93AE7FD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9243C01-BD0E-F31B-FD1B-7BC436A640D2}"/>
              </a:ext>
            </a:extLst>
          </p:cNvPr>
          <p:cNvSpPr>
            <a:spLocks noGrp="1"/>
          </p:cNvSpPr>
          <p:nvPr>
            <p:ph type="title"/>
          </p:nvPr>
        </p:nvSpPr>
        <p:spPr>
          <a:xfrm>
            <a:off x="695998" y="360000"/>
            <a:ext cx="6375921" cy="424732"/>
          </a:xfrm>
        </p:spPr>
        <p:txBody>
          <a:bodyPr>
            <a:normAutofit/>
          </a:bodyPr>
          <a:lstStyle/>
          <a:p>
            <a:r>
              <a:rPr lang="en-US" altLang="zh-CN" dirty="0"/>
              <a:t>1.5 </a:t>
            </a:r>
            <a:r>
              <a:rPr lang="zh-CN" altLang="en-US" dirty="0"/>
              <a:t>软件项目</a:t>
            </a:r>
          </a:p>
        </p:txBody>
      </p:sp>
      <p:sp>
        <p:nvSpPr>
          <p:cNvPr id="3" name="内容占位符 2">
            <a:extLst>
              <a:ext uri="{FF2B5EF4-FFF2-40B4-BE49-F238E27FC236}">
                <a16:creationId xmlns:a16="http://schemas.microsoft.com/office/drawing/2014/main" id="{A1606CA1-6411-FE3D-47A2-4EFF1D356E14}"/>
              </a:ext>
            </a:extLst>
          </p:cNvPr>
          <p:cNvSpPr>
            <a:spLocks noGrp="1"/>
          </p:cNvSpPr>
          <p:nvPr>
            <p:ph idx="1"/>
          </p:nvPr>
        </p:nvSpPr>
        <p:spPr>
          <a:xfrm>
            <a:off x="696000" y="864000"/>
            <a:ext cx="10800000" cy="5328000"/>
          </a:xfrm>
        </p:spPr>
        <p:txBody>
          <a:bodyPr>
            <a:normAutofit/>
          </a:bodyPr>
          <a:lstStyle/>
          <a:p>
            <a:r>
              <a:rPr lang="zh-CN" altLang="en-US" dirty="0"/>
              <a:t>趋势 </a:t>
            </a:r>
            <a:r>
              <a:rPr lang="en-US" altLang="zh-CN" dirty="0"/>
              <a:t>Trend</a:t>
            </a:r>
          </a:p>
          <a:p>
            <a:pPr lvl="1"/>
            <a:r>
              <a:rPr lang="zh-CN" altLang="en-US" dirty="0"/>
              <a:t>当前软件项目开发正从“本地部署、一次性交付”转向“云端托管、持续迭代、服务化运营”</a:t>
            </a:r>
            <a:endParaRPr lang="en-US" altLang="zh-CN" dirty="0"/>
          </a:p>
          <a:p>
            <a:pPr lvl="1"/>
            <a:r>
              <a:rPr lang="en-US" altLang="zh-CN" dirty="0"/>
              <a:t>SaaS + Cloud </a:t>
            </a:r>
            <a:r>
              <a:rPr lang="zh-CN" altLang="en-US" dirty="0"/>
              <a:t>已成主流范式，推动软件产业向更灵活、高效、智能的方向演进</a:t>
            </a:r>
            <a:endParaRPr lang="en-US" altLang="zh-CN" dirty="0"/>
          </a:p>
          <a:p>
            <a:pPr lvl="1"/>
            <a:r>
              <a:rPr lang="zh-CN" altLang="en-US" dirty="0"/>
              <a:t>基于云平台构建 </a:t>
            </a:r>
            <a:r>
              <a:rPr lang="en-US" altLang="zh-CN" dirty="0"/>
              <a:t>SaaS </a:t>
            </a:r>
            <a:r>
              <a:rPr lang="zh-CN" altLang="en-US" dirty="0"/>
              <a:t>应用，实现“开箱即用、按需付费、全球可达”</a:t>
            </a:r>
          </a:p>
        </p:txBody>
      </p:sp>
      <p:sp>
        <p:nvSpPr>
          <p:cNvPr id="6" name="Text Placeholder 5">
            <a:extLst>
              <a:ext uri="{FF2B5EF4-FFF2-40B4-BE49-F238E27FC236}">
                <a16:creationId xmlns:a16="http://schemas.microsoft.com/office/drawing/2014/main" id="{3EDAD5E0-EF5D-E234-BE8D-5E5CC51B74E6}"/>
              </a:ext>
            </a:extLst>
          </p:cNvPr>
          <p:cNvSpPr>
            <a:spLocks noGrp="1"/>
          </p:cNvSpPr>
          <p:nvPr>
            <p:ph type="body" sz="quarter" idx="10"/>
          </p:nvPr>
        </p:nvSpPr>
        <p:spPr>
          <a:xfrm>
            <a:off x="7071919" y="360001"/>
            <a:ext cx="4424080" cy="424731"/>
          </a:xfrm>
        </p:spPr>
        <p:txBody>
          <a:bodyPr/>
          <a:lstStyle/>
          <a:p>
            <a:r>
              <a:rPr lang="en-US" altLang="zh-CN" dirty="0"/>
              <a:t>Software</a:t>
            </a:r>
            <a:r>
              <a:rPr lang="zh-CN" altLang="en-US" dirty="0"/>
              <a:t> </a:t>
            </a:r>
            <a:r>
              <a:rPr lang="en-US" altLang="zh-CN" dirty="0"/>
              <a:t>Project</a:t>
            </a:r>
            <a:endParaRPr lang="zh-CN" altLang="en-US" dirty="0"/>
          </a:p>
        </p:txBody>
      </p:sp>
      <p:graphicFrame>
        <p:nvGraphicFramePr>
          <p:cNvPr id="9" name="Table 8">
            <a:extLst>
              <a:ext uri="{FF2B5EF4-FFF2-40B4-BE49-F238E27FC236}">
                <a16:creationId xmlns:a16="http://schemas.microsoft.com/office/drawing/2014/main" id="{DD8FB6FC-37BC-85DD-7A4C-F4959AC19B62}"/>
              </a:ext>
            </a:extLst>
          </p:cNvPr>
          <p:cNvGraphicFramePr>
            <a:graphicFrameLocks noGrp="1"/>
          </p:cNvGraphicFramePr>
          <p:nvPr>
            <p:extLst>
              <p:ext uri="{D42A27DB-BD31-4B8C-83A1-F6EECF244321}">
                <p14:modId xmlns:p14="http://schemas.microsoft.com/office/powerpoint/2010/main" val="992054774"/>
              </p:ext>
            </p:extLst>
          </p:nvPr>
        </p:nvGraphicFramePr>
        <p:xfrm>
          <a:off x="695325" y="3431209"/>
          <a:ext cx="10801350" cy="2760791"/>
        </p:xfrm>
        <a:graphic>
          <a:graphicData uri="http://schemas.openxmlformats.org/drawingml/2006/table">
            <a:tbl>
              <a:tblPr/>
              <a:tblGrid>
                <a:gridCol w="709269">
                  <a:extLst>
                    <a:ext uri="{9D8B030D-6E8A-4147-A177-3AD203B41FA5}">
                      <a16:colId xmlns:a16="http://schemas.microsoft.com/office/drawing/2014/main" val="1501163733"/>
                    </a:ext>
                  </a:extLst>
                </a:gridCol>
                <a:gridCol w="2950590">
                  <a:extLst>
                    <a:ext uri="{9D8B030D-6E8A-4147-A177-3AD203B41FA5}">
                      <a16:colId xmlns:a16="http://schemas.microsoft.com/office/drawing/2014/main" val="2025283877"/>
                    </a:ext>
                  </a:extLst>
                </a:gridCol>
                <a:gridCol w="1659117">
                  <a:extLst>
                    <a:ext uri="{9D8B030D-6E8A-4147-A177-3AD203B41FA5}">
                      <a16:colId xmlns:a16="http://schemas.microsoft.com/office/drawing/2014/main" val="173135749"/>
                    </a:ext>
                  </a:extLst>
                </a:gridCol>
                <a:gridCol w="3544478">
                  <a:extLst>
                    <a:ext uri="{9D8B030D-6E8A-4147-A177-3AD203B41FA5}">
                      <a16:colId xmlns:a16="http://schemas.microsoft.com/office/drawing/2014/main" val="974387085"/>
                    </a:ext>
                  </a:extLst>
                </a:gridCol>
                <a:gridCol w="1937896">
                  <a:extLst>
                    <a:ext uri="{9D8B030D-6E8A-4147-A177-3AD203B41FA5}">
                      <a16:colId xmlns:a16="http://schemas.microsoft.com/office/drawing/2014/main" val="2492545226"/>
                    </a:ext>
                  </a:extLst>
                </a:gridCol>
              </a:tblGrid>
              <a:tr h="0">
                <a:tc>
                  <a:txBody>
                    <a:bodyPr/>
                    <a:lstStyle/>
                    <a:p>
                      <a:pPr algn="l">
                        <a:lnSpc>
                          <a:spcPct val="150000"/>
                        </a:lnSpc>
                        <a:buNone/>
                      </a:pPr>
                      <a:r>
                        <a:rPr lang="en-US" altLang="zh-CN" sz="1600" dirty="0">
                          <a:solidFill>
                            <a:schemeClr val="bg1"/>
                          </a:solidFill>
                        </a:rPr>
                        <a:t>Item</a:t>
                      </a:r>
                      <a:endParaRPr lang="zh-CN" altLang="en-US" sz="1600" dirty="0">
                        <a:solidFill>
                          <a:schemeClr val="bg1"/>
                        </a:solidFill>
                      </a:endParaRPr>
                    </a:p>
                  </a:txBody>
                  <a:tcPr anchor="ctr">
                    <a:lnL>
                      <a:noFill/>
                    </a:lnL>
                    <a:lnR>
                      <a:noFill/>
                    </a:lnR>
                    <a:lnT>
                      <a:noFill/>
                    </a:lnT>
                    <a:lnB>
                      <a:noFill/>
                    </a:lnB>
                    <a:solidFill>
                      <a:schemeClr val="accent2"/>
                    </a:solidFill>
                  </a:tcPr>
                </a:tc>
                <a:tc>
                  <a:txBody>
                    <a:bodyPr/>
                    <a:lstStyle/>
                    <a:p>
                      <a:pPr algn="l">
                        <a:lnSpc>
                          <a:spcPct val="150000"/>
                        </a:lnSpc>
                        <a:buNone/>
                      </a:pPr>
                      <a:r>
                        <a:rPr lang="en-US" altLang="zh-CN" sz="1600" dirty="0">
                          <a:solidFill>
                            <a:schemeClr val="bg1"/>
                          </a:solidFill>
                        </a:rPr>
                        <a:t>English</a:t>
                      </a:r>
                      <a:endParaRPr lang="zh-CN" altLang="en-US" sz="1600" dirty="0">
                        <a:solidFill>
                          <a:schemeClr val="bg1"/>
                        </a:solidFill>
                      </a:endParaRPr>
                    </a:p>
                  </a:txBody>
                  <a:tcPr anchor="ctr">
                    <a:lnL>
                      <a:noFill/>
                    </a:lnL>
                    <a:lnR>
                      <a:noFill/>
                    </a:lnR>
                    <a:lnT>
                      <a:noFill/>
                    </a:lnT>
                    <a:lnB>
                      <a:noFill/>
                    </a:lnB>
                    <a:solidFill>
                      <a:schemeClr val="accent2"/>
                    </a:solidFill>
                  </a:tcPr>
                </a:tc>
                <a:tc>
                  <a:txBody>
                    <a:bodyPr/>
                    <a:lstStyle/>
                    <a:p>
                      <a:pPr algn="l">
                        <a:lnSpc>
                          <a:spcPct val="150000"/>
                        </a:lnSpc>
                        <a:buNone/>
                      </a:pPr>
                      <a:r>
                        <a:rPr lang="en-US" altLang="zh-CN" sz="1600" dirty="0">
                          <a:solidFill>
                            <a:schemeClr val="bg1"/>
                          </a:solidFill>
                        </a:rPr>
                        <a:t>Chinese</a:t>
                      </a:r>
                      <a:endParaRPr lang="zh-CN" altLang="en-US" sz="1600" dirty="0">
                        <a:solidFill>
                          <a:schemeClr val="bg1"/>
                        </a:solidFill>
                      </a:endParaRPr>
                    </a:p>
                  </a:txBody>
                  <a:tcPr anchor="ctr">
                    <a:lnL>
                      <a:noFill/>
                    </a:lnL>
                    <a:lnR>
                      <a:noFill/>
                    </a:lnR>
                    <a:lnT>
                      <a:noFill/>
                    </a:lnT>
                    <a:lnB>
                      <a:noFill/>
                    </a:lnB>
                    <a:solidFill>
                      <a:schemeClr val="accent2"/>
                    </a:solidFill>
                  </a:tcPr>
                </a:tc>
                <a:tc>
                  <a:txBody>
                    <a:bodyPr/>
                    <a:lstStyle/>
                    <a:p>
                      <a:pPr algn="l">
                        <a:lnSpc>
                          <a:spcPct val="150000"/>
                        </a:lnSpc>
                        <a:buNone/>
                      </a:pPr>
                      <a:r>
                        <a:rPr lang="en-US" altLang="zh-CN" sz="1600" dirty="0">
                          <a:solidFill>
                            <a:schemeClr val="bg1"/>
                          </a:solidFill>
                        </a:rPr>
                        <a:t>Description</a:t>
                      </a:r>
                      <a:endParaRPr lang="zh-CN" altLang="en-US" sz="1600" dirty="0">
                        <a:solidFill>
                          <a:schemeClr val="bg1"/>
                        </a:solidFill>
                      </a:endParaRPr>
                    </a:p>
                  </a:txBody>
                  <a:tcPr anchor="ctr">
                    <a:lnL>
                      <a:noFill/>
                    </a:lnL>
                    <a:lnR>
                      <a:noFill/>
                    </a:lnR>
                    <a:lnT>
                      <a:noFill/>
                    </a:lnT>
                    <a:lnB>
                      <a:noFill/>
                    </a:lnB>
                    <a:solidFill>
                      <a:schemeClr val="accent2"/>
                    </a:solidFill>
                  </a:tcPr>
                </a:tc>
                <a:tc>
                  <a:txBody>
                    <a:bodyPr/>
                    <a:lstStyle/>
                    <a:p>
                      <a:pPr algn="l">
                        <a:lnSpc>
                          <a:spcPct val="150000"/>
                        </a:lnSpc>
                        <a:buNone/>
                      </a:pPr>
                      <a:r>
                        <a:rPr lang="en-US" altLang="zh-CN" sz="1600" dirty="0">
                          <a:solidFill>
                            <a:schemeClr val="bg1"/>
                          </a:solidFill>
                        </a:rPr>
                        <a:t>Relevant</a:t>
                      </a:r>
                      <a:endParaRPr lang="zh-CN" altLang="en-US" sz="1600" dirty="0">
                        <a:solidFill>
                          <a:schemeClr val="bg1"/>
                        </a:solidFill>
                      </a:endParaRPr>
                    </a:p>
                  </a:txBody>
                  <a:tcPr anchor="ctr">
                    <a:lnL>
                      <a:noFill/>
                    </a:lnL>
                    <a:lnR>
                      <a:noFill/>
                    </a:lnR>
                    <a:lnT>
                      <a:noFill/>
                    </a:lnT>
                    <a:lnB>
                      <a:noFill/>
                    </a:lnB>
                    <a:solidFill>
                      <a:schemeClr val="accent2"/>
                    </a:solidFill>
                  </a:tcPr>
                </a:tc>
                <a:extLst>
                  <a:ext uri="{0D108BD9-81ED-4DB2-BD59-A6C34878D82A}">
                    <a16:rowId xmlns:a16="http://schemas.microsoft.com/office/drawing/2014/main" val="3784947567"/>
                  </a:ext>
                </a:extLst>
              </a:tr>
              <a:tr h="0">
                <a:tc>
                  <a:txBody>
                    <a:bodyPr/>
                    <a:lstStyle/>
                    <a:p>
                      <a:pPr algn="l">
                        <a:lnSpc>
                          <a:spcPct val="150000"/>
                        </a:lnSpc>
                        <a:buNone/>
                      </a:pPr>
                      <a:r>
                        <a:rPr lang="en-US" sz="1600" dirty="0"/>
                        <a:t>IaaS</a:t>
                      </a:r>
                    </a:p>
                  </a:txBody>
                  <a:tcPr anchor="ctr">
                    <a:lnL>
                      <a:noFill/>
                    </a:lnL>
                    <a:lnR>
                      <a:noFill/>
                    </a:lnR>
                    <a:lnT>
                      <a:noFill/>
                    </a:lnT>
                    <a:lnB>
                      <a:noFill/>
                    </a:lnB>
                    <a:noFill/>
                  </a:tcPr>
                </a:tc>
                <a:tc>
                  <a:txBody>
                    <a:bodyPr/>
                    <a:lstStyle/>
                    <a:p>
                      <a:pPr algn="l">
                        <a:lnSpc>
                          <a:spcPct val="150000"/>
                        </a:lnSpc>
                        <a:buNone/>
                      </a:pPr>
                      <a:r>
                        <a:rPr lang="en-US" sz="1600" dirty="0"/>
                        <a:t>Infrastructure as a Service</a:t>
                      </a:r>
                    </a:p>
                  </a:txBody>
                  <a:tcPr anchor="ctr">
                    <a:lnL>
                      <a:noFill/>
                    </a:lnL>
                    <a:lnR>
                      <a:noFill/>
                    </a:lnR>
                    <a:lnT>
                      <a:noFill/>
                    </a:lnT>
                    <a:lnB>
                      <a:noFill/>
                    </a:lnB>
                    <a:noFill/>
                  </a:tcPr>
                </a:tc>
                <a:tc>
                  <a:txBody>
                    <a:bodyPr/>
                    <a:lstStyle/>
                    <a:p>
                      <a:pPr algn="l">
                        <a:lnSpc>
                          <a:spcPct val="150000"/>
                        </a:lnSpc>
                        <a:buNone/>
                      </a:pPr>
                      <a:r>
                        <a:rPr lang="zh-CN" altLang="en-US" sz="1600"/>
                        <a:t>基础设施即服务</a:t>
                      </a:r>
                    </a:p>
                  </a:txBody>
                  <a:tcPr anchor="ctr">
                    <a:lnL>
                      <a:noFill/>
                    </a:lnL>
                    <a:lnR>
                      <a:noFill/>
                    </a:lnR>
                    <a:lnT>
                      <a:noFill/>
                    </a:lnT>
                    <a:lnB>
                      <a:noFill/>
                    </a:lnB>
                    <a:noFill/>
                  </a:tcPr>
                </a:tc>
                <a:tc>
                  <a:txBody>
                    <a:bodyPr/>
                    <a:lstStyle/>
                    <a:p>
                      <a:pPr algn="l">
                        <a:lnSpc>
                          <a:spcPct val="150000"/>
                        </a:lnSpc>
                        <a:buNone/>
                      </a:pPr>
                      <a:r>
                        <a:rPr lang="zh-CN" altLang="en-US" sz="1600"/>
                        <a:t>提供虚拟机、存储、网络等底层资源（如 </a:t>
                      </a:r>
                      <a:r>
                        <a:rPr lang="en-US" altLang="zh-CN" sz="1600"/>
                        <a:t>AWS EC2</a:t>
                      </a:r>
                      <a:r>
                        <a:rPr lang="zh-CN" altLang="en-US" sz="1600"/>
                        <a:t>、阿里云 </a:t>
                      </a:r>
                      <a:r>
                        <a:rPr lang="en-US" altLang="zh-CN" sz="1600"/>
                        <a:t>ECS</a:t>
                      </a:r>
                      <a:r>
                        <a:rPr lang="zh-CN" altLang="en-US" sz="1600"/>
                        <a:t>）</a:t>
                      </a:r>
                    </a:p>
                  </a:txBody>
                  <a:tcPr anchor="ctr">
                    <a:lnL>
                      <a:noFill/>
                    </a:lnL>
                    <a:lnR>
                      <a:noFill/>
                    </a:lnR>
                    <a:lnT>
                      <a:noFill/>
                    </a:lnT>
                    <a:lnB>
                      <a:noFill/>
                    </a:lnB>
                    <a:noFill/>
                  </a:tcPr>
                </a:tc>
                <a:tc>
                  <a:txBody>
                    <a:bodyPr/>
                    <a:lstStyle/>
                    <a:p>
                      <a:pPr algn="l">
                        <a:lnSpc>
                          <a:spcPct val="150000"/>
                        </a:lnSpc>
                        <a:buNone/>
                      </a:pPr>
                      <a:r>
                        <a:rPr lang="fi-FI" sz="1600" dirty="0"/>
                        <a:t>SaaS 可构建在 IaaS 之上</a:t>
                      </a:r>
                    </a:p>
                  </a:txBody>
                  <a:tcPr anchor="ctr">
                    <a:lnL>
                      <a:noFill/>
                    </a:lnL>
                    <a:lnR>
                      <a:noFill/>
                    </a:lnR>
                    <a:lnT>
                      <a:noFill/>
                    </a:lnT>
                    <a:lnB>
                      <a:noFill/>
                    </a:lnB>
                    <a:noFill/>
                  </a:tcPr>
                </a:tc>
                <a:extLst>
                  <a:ext uri="{0D108BD9-81ED-4DB2-BD59-A6C34878D82A}">
                    <a16:rowId xmlns:a16="http://schemas.microsoft.com/office/drawing/2014/main" val="3189741195"/>
                  </a:ext>
                </a:extLst>
              </a:tr>
              <a:tr h="0">
                <a:tc>
                  <a:txBody>
                    <a:bodyPr/>
                    <a:lstStyle/>
                    <a:p>
                      <a:pPr algn="l">
                        <a:lnSpc>
                          <a:spcPct val="150000"/>
                        </a:lnSpc>
                        <a:buNone/>
                      </a:pPr>
                      <a:r>
                        <a:rPr lang="en-US" sz="1600"/>
                        <a:t>PaaS</a:t>
                      </a:r>
                    </a:p>
                  </a:txBody>
                  <a:tcPr anchor="ctr">
                    <a:lnL>
                      <a:noFill/>
                    </a:lnL>
                    <a:lnR>
                      <a:noFill/>
                    </a:lnR>
                    <a:lnT>
                      <a:noFill/>
                    </a:lnT>
                    <a:lnB>
                      <a:noFill/>
                    </a:lnB>
                    <a:noFill/>
                  </a:tcPr>
                </a:tc>
                <a:tc>
                  <a:txBody>
                    <a:bodyPr/>
                    <a:lstStyle/>
                    <a:p>
                      <a:pPr algn="l">
                        <a:lnSpc>
                          <a:spcPct val="150000"/>
                        </a:lnSpc>
                        <a:buNone/>
                      </a:pPr>
                      <a:r>
                        <a:rPr lang="en-US" sz="1600"/>
                        <a:t>Platform as a Service</a:t>
                      </a:r>
                    </a:p>
                  </a:txBody>
                  <a:tcPr anchor="ctr">
                    <a:lnL>
                      <a:noFill/>
                    </a:lnL>
                    <a:lnR>
                      <a:noFill/>
                    </a:lnR>
                    <a:lnT>
                      <a:noFill/>
                    </a:lnT>
                    <a:lnB>
                      <a:noFill/>
                    </a:lnB>
                    <a:noFill/>
                  </a:tcPr>
                </a:tc>
                <a:tc>
                  <a:txBody>
                    <a:bodyPr/>
                    <a:lstStyle/>
                    <a:p>
                      <a:pPr algn="l">
                        <a:lnSpc>
                          <a:spcPct val="150000"/>
                        </a:lnSpc>
                        <a:buNone/>
                      </a:pPr>
                      <a:r>
                        <a:rPr lang="zh-CN" altLang="en-US" sz="1600"/>
                        <a:t>平台即服务</a:t>
                      </a:r>
                    </a:p>
                  </a:txBody>
                  <a:tcPr anchor="ctr">
                    <a:lnL>
                      <a:noFill/>
                    </a:lnL>
                    <a:lnR>
                      <a:noFill/>
                    </a:lnR>
                    <a:lnT>
                      <a:noFill/>
                    </a:lnT>
                    <a:lnB>
                      <a:noFill/>
                    </a:lnB>
                    <a:noFill/>
                  </a:tcPr>
                </a:tc>
                <a:tc>
                  <a:txBody>
                    <a:bodyPr/>
                    <a:lstStyle/>
                    <a:p>
                      <a:pPr algn="l">
                        <a:lnSpc>
                          <a:spcPct val="150000"/>
                        </a:lnSpc>
                        <a:buNone/>
                      </a:pPr>
                      <a:r>
                        <a:rPr lang="zh-CN" altLang="en-US" sz="1600" dirty="0"/>
                        <a:t>提供开发、部署、运行环境（如 </a:t>
                      </a:r>
                      <a:r>
                        <a:rPr lang="en-US" sz="1600" dirty="0"/>
                        <a:t>Google App </a:t>
                      </a:r>
                      <a:r>
                        <a:rPr lang="en-US" sz="1600" dirty="0" err="1"/>
                        <a:t>Engine、Heroku</a:t>
                      </a:r>
                      <a:r>
                        <a:rPr lang="en-US" sz="1600" dirty="0"/>
                        <a:t>）</a:t>
                      </a:r>
                    </a:p>
                  </a:txBody>
                  <a:tcPr anchor="ctr">
                    <a:lnL>
                      <a:noFill/>
                    </a:lnL>
                    <a:lnR>
                      <a:noFill/>
                    </a:lnR>
                    <a:lnT>
                      <a:noFill/>
                    </a:lnT>
                    <a:lnB>
                      <a:noFill/>
                    </a:lnB>
                    <a:noFill/>
                  </a:tcPr>
                </a:tc>
                <a:tc>
                  <a:txBody>
                    <a:bodyPr/>
                    <a:lstStyle/>
                    <a:p>
                      <a:pPr algn="l">
                        <a:lnSpc>
                          <a:spcPct val="150000"/>
                        </a:lnSpc>
                        <a:buNone/>
                      </a:pPr>
                      <a:r>
                        <a:rPr lang="en-US" sz="1600"/>
                        <a:t>SaaS </a:t>
                      </a:r>
                      <a:r>
                        <a:rPr lang="zh-CN" altLang="en-US" sz="1600"/>
                        <a:t>开发者常使用 </a:t>
                      </a:r>
                      <a:r>
                        <a:rPr lang="en-US" sz="1600"/>
                        <a:t>PaaS </a:t>
                      </a:r>
                      <a:r>
                        <a:rPr lang="zh-CN" altLang="en-US" sz="1600"/>
                        <a:t>加速开发</a:t>
                      </a:r>
                    </a:p>
                  </a:txBody>
                  <a:tcPr anchor="ctr">
                    <a:lnL>
                      <a:noFill/>
                    </a:lnL>
                    <a:lnR>
                      <a:noFill/>
                    </a:lnR>
                    <a:lnT>
                      <a:noFill/>
                    </a:lnT>
                    <a:lnB>
                      <a:noFill/>
                    </a:lnB>
                    <a:noFill/>
                  </a:tcPr>
                </a:tc>
                <a:extLst>
                  <a:ext uri="{0D108BD9-81ED-4DB2-BD59-A6C34878D82A}">
                    <a16:rowId xmlns:a16="http://schemas.microsoft.com/office/drawing/2014/main" val="2368938405"/>
                  </a:ext>
                </a:extLst>
              </a:tr>
              <a:tr h="0">
                <a:tc>
                  <a:txBody>
                    <a:bodyPr/>
                    <a:lstStyle/>
                    <a:p>
                      <a:pPr algn="l">
                        <a:lnSpc>
                          <a:spcPct val="150000"/>
                        </a:lnSpc>
                        <a:buNone/>
                      </a:pPr>
                      <a:r>
                        <a:rPr lang="en-US" sz="1600"/>
                        <a:t>SaaS</a:t>
                      </a:r>
                    </a:p>
                  </a:txBody>
                  <a:tcPr anchor="ctr">
                    <a:lnL>
                      <a:noFill/>
                    </a:lnL>
                    <a:lnR>
                      <a:noFill/>
                    </a:lnR>
                    <a:lnT>
                      <a:noFill/>
                    </a:lnT>
                    <a:lnB>
                      <a:noFill/>
                    </a:lnB>
                    <a:noFill/>
                  </a:tcPr>
                </a:tc>
                <a:tc>
                  <a:txBody>
                    <a:bodyPr/>
                    <a:lstStyle/>
                    <a:p>
                      <a:pPr algn="l">
                        <a:lnSpc>
                          <a:spcPct val="150000"/>
                        </a:lnSpc>
                        <a:buNone/>
                      </a:pPr>
                      <a:r>
                        <a:rPr lang="en-US" sz="1600"/>
                        <a:t>Software as a Service</a:t>
                      </a:r>
                    </a:p>
                  </a:txBody>
                  <a:tcPr anchor="ctr">
                    <a:lnL>
                      <a:noFill/>
                    </a:lnL>
                    <a:lnR>
                      <a:noFill/>
                    </a:lnR>
                    <a:lnT>
                      <a:noFill/>
                    </a:lnT>
                    <a:lnB>
                      <a:noFill/>
                    </a:lnB>
                    <a:noFill/>
                  </a:tcPr>
                </a:tc>
                <a:tc>
                  <a:txBody>
                    <a:bodyPr/>
                    <a:lstStyle/>
                    <a:p>
                      <a:pPr algn="l">
                        <a:lnSpc>
                          <a:spcPct val="150000"/>
                        </a:lnSpc>
                        <a:buNone/>
                      </a:pPr>
                      <a:r>
                        <a:rPr lang="zh-CN" altLang="en-US" sz="1600"/>
                        <a:t>软件即服务</a:t>
                      </a:r>
                    </a:p>
                  </a:txBody>
                  <a:tcPr anchor="ctr">
                    <a:lnL>
                      <a:noFill/>
                    </a:lnL>
                    <a:lnR>
                      <a:noFill/>
                    </a:lnR>
                    <a:lnT>
                      <a:noFill/>
                    </a:lnT>
                    <a:lnB>
                      <a:noFill/>
                    </a:lnB>
                    <a:noFill/>
                  </a:tcPr>
                </a:tc>
                <a:tc>
                  <a:txBody>
                    <a:bodyPr/>
                    <a:lstStyle/>
                    <a:p>
                      <a:pPr algn="l">
                        <a:lnSpc>
                          <a:spcPct val="150000"/>
                        </a:lnSpc>
                        <a:buNone/>
                      </a:pPr>
                      <a:r>
                        <a:rPr lang="zh-CN" altLang="en-US" sz="1600"/>
                        <a:t>直接面向终端用户的完整应用（如钉钉、</a:t>
                      </a:r>
                      <a:r>
                        <a:rPr lang="en-US" sz="1600"/>
                        <a:t>Salesforce、Notion）</a:t>
                      </a:r>
                    </a:p>
                  </a:txBody>
                  <a:tcPr anchor="ctr">
                    <a:lnL>
                      <a:noFill/>
                    </a:lnL>
                    <a:lnR>
                      <a:noFill/>
                    </a:lnR>
                    <a:lnT>
                      <a:noFill/>
                    </a:lnT>
                    <a:lnB>
                      <a:noFill/>
                    </a:lnB>
                    <a:noFill/>
                  </a:tcPr>
                </a:tc>
                <a:tc>
                  <a:txBody>
                    <a:bodyPr/>
                    <a:lstStyle/>
                    <a:p>
                      <a:pPr algn="l">
                        <a:lnSpc>
                          <a:spcPct val="150000"/>
                        </a:lnSpc>
                        <a:buNone/>
                      </a:pPr>
                      <a:r>
                        <a:rPr lang="zh-CN" altLang="en-US" sz="1600" dirty="0"/>
                        <a:t>最终交付形态</a:t>
                      </a:r>
                    </a:p>
                  </a:txBody>
                  <a:tcPr anchor="ctr">
                    <a:lnL>
                      <a:noFill/>
                    </a:lnL>
                    <a:lnR>
                      <a:noFill/>
                    </a:lnR>
                    <a:lnT>
                      <a:noFill/>
                    </a:lnT>
                    <a:lnB>
                      <a:noFill/>
                    </a:lnB>
                    <a:noFill/>
                  </a:tcPr>
                </a:tc>
                <a:extLst>
                  <a:ext uri="{0D108BD9-81ED-4DB2-BD59-A6C34878D82A}">
                    <a16:rowId xmlns:a16="http://schemas.microsoft.com/office/drawing/2014/main" val="1886328283"/>
                  </a:ext>
                </a:extLst>
              </a:tr>
            </a:tbl>
          </a:graphicData>
        </a:graphic>
      </p:graphicFrame>
    </p:spTree>
    <p:extLst>
      <p:ext uri="{BB962C8B-B14F-4D97-AF65-F5344CB8AC3E}">
        <p14:creationId xmlns:p14="http://schemas.microsoft.com/office/powerpoint/2010/main" val="6663855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D9AD81-6CD0-AAE9-D505-7F152FC27C3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12D2C0C-82AE-C704-3EFC-D814F05EB031}"/>
              </a:ext>
            </a:extLst>
          </p:cNvPr>
          <p:cNvSpPr>
            <a:spLocks noGrp="1"/>
          </p:cNvSpPr>
          <p:nvPr>
            <p:ph type="title"/>
          </p:nvPr>
        </p:nvSpPr>
        <p:spPr>
          <a:xfrm>
            <a:off x="695998" y="360000"/>
            <a:ext cx="6375921" cy="424732"/>
          </a:xfrm>
        </p:spPr>
        <p:txBody>
          <a:bodyPr>
            <a:normAutofit/>
          </a:bodyPr>
          <a:lstStyle/>
          <a:p>
            <a:r>
              <a:rPr lang="en-US" altLang="zh-CN" dirty="0"/>
              <a:t>1.5 </a:t>
            </a:r>
            <a:r>
              <a:rPr lang="zh-CN" altLang="en-US" dirty="0"/>
              <a:t>软件项目</a:t>
            </a:r>
          </a:p>
        </p:txBody>
      </p:sp>
      <p:sp>
        <p:nvSpPr>
          <p:cNvPr id="3" name="内容占位符 2">
            <a:extLst>
              <a:ext uri="{FF2B5EF4-FFF2-40B4-BE49-F238E27FC236}">
                <a16:creationId xmlns:a16="http://schemas.microsoft.com/office/drawing/2014/main" id="{EB7ECD50-255C-4ACA-46C8-3AA8293A33CA}"/>
              </a:ext>
            </a:extLst>
          </p:cNvPr>
          <p:cNvSpPr>
            <a:spLocks noGrp="1"/>
          </p:cNvSpPr>
          <p:nvPr>
            <p:ph idx="1"/>
          </p:nvPr>
        </p:nvSpPr>
        <p:spPr>
          <a:xfrm>
            <a:off x="696000" y="864000"/>
            <a:ext cx="10800000" cy="5328000"/>
          </a:xfrm>
        </p:spPr>
        <p:txBody>
          <a:bodyPr>
            <a:normAutofit/>
          </a:bodyPr>
          <a:lstStyle/>
          <a:p>
            <a:r>
              <a:rPr lang="zh-CN" altLang="en-US" dirty="0"/>
              <a:t>例子 </a:t>
            </a:r>
            <a:r>
              <a:rPr lang="en-US" altLang="zh-CN" dirty="0"/>
              <a:t>Example</a:t>
            </a:r>
          </a:p>
          <a:p>
            <a:pPr lvl="1"/>
            <a:r>
              <a:rPr lang="zh-CN" altLang="en-US" dirty="0"/>
              <a:t>本地 </a:t>
            </a:r>
            <a:r>
              <a:rPr lang="en-US" altLang="zh-CN" dirty="0"/>
              <a:t>IDE vs </a:t>
            </a:r>
            <a:r>
              <a:rPr lang="zh-CN" altLang="en-US" dirty="0"/>
              <a:t>云开发；</a:t>
            </a:r>
            <a:r>
              <a:rPr lang="en-US" altLang="zh-CN" dirty="0" err="1"/>
              <a:t>CodePen</a:t>
            </a:r>
            <a:endParaRPr lang="en-US" altLang="zh-CN" dirty="0"/>
          </a:p>
          <a:p>
            <a:pPr lvl="1"/>
            <a:r>
              <a:rPr lang="en-US" altLang="zh-CN" dirty="0"/>
              <a:t>DIY </a:t>
            </a:r>
            <a:r>
              <a:rPr lang="zh-CN" altLang="en-US" dirty="0"/>
              <a:t>自建服务器 </a:t>
            </a:r>
            <a:r>
              <a:rPr lang="en-US" altLang="zh-CN" dirty="0"/>
              <a:t>vs </a:t>
            </a:r>
            <a:r>
              <a:rPr lang="zh-CN" altLang="en-US" dirty="0"/>
              <a:t>云服务器；阿里云 </a:t>
            </a:r>
            <a:r>
              <a:rPr lang="en-US" altLang="zh-CN" dirty="0"/>
              <a:t>ECS</a:t>
            </a:r>
            <a:r>
              <a:rPr lang="zh-CN" altLang="en-US" dirty="0"/>
              <a:t>，腾讯云 </a:t>
            </a:r>
            <a:r>
              <a:rPr lang="en-US" altLang="zh-CN" dirty="0"/>
              <a:t>CVM</a:t>
            </a:r>
            <a:r>
              <a:rPr lang="zh-CN" altLang="en-US" dirty="0"/>
              <a:t>，亚马逊 </a:t>
            </a:r>
            <a:r>
              <a:rPr lang="en-US" altLang="zh-CN" dirty="0"/>
              <a:t>AWS</a:t>
            </a:r>
          </a:p>
          <a:p>
            <a:pPr lvl="1"/>
            <a:r>
              <a:rPr lang="zh-CN" altLang="en-US" dirty="0"/>
              <a:t>传统办公</a:t>
            </a:r>
            <a:r>
              <a:rPr lang="en-US" altLang="zh-CN" dirty="0"/>
              <a:t> vs OA</a:t>
            </a:r>
            <a:r>
              <a:rPr lang="zh-CN" altLang="en-US" dirty="0"/>
              <a:t>；腾讯文档、金山文档、钉钉、飞书</a:t>
            </a:r>
            <a:endParaRPr lang="en-US" altLang="zh-CN" dirty="0"/>
          </a:p>
          <a:p>
            <a:pPr lvl="1"/>
            <a:r>
              <a:rPr lang="zh-CN" altLang="en-US" dirty="0"/>
              <a:t>其它：</a:t>
            </a:r>
            <a:r>
              <a:rPr lang="en-US" altLang="zh-CN" dirty="0">
                <a:hlinkClick r:id="rId3"/>
              </a:rPr>
              <a:t> https://supabase.com/</a:t>
            </a:r>
            <a:r>
              <a:rPr lang="zh-CN" altLang="en-US" dirty="0"/>
              <a:t>、</a:t>
            </a:r>
            <a:r>
              <a:rPr lang="en-US" altLang="zh-CN" dirty="0"/>
              <a:t>GitHub page</a:t>
            </a:r>
            <a:endParaRPr lang="zh-CN" altLang="en-US" dirty="0"/>
          </a:p>
        </p:txBody>
      </p:sp>
      <p:sp>
        <p:nvSpPr>
          <p:cNvPr id="6" name="Text Placeholder 5">
            <a:extLst>
              <a:ext uri="{FF2B5EF4-FFF2-40B4-BE49-F238E27FC236}">
                <a16:creationId xmlns:a16="http://schemas.microsoft.com/office/drawing/2014/main" id="{947A0081-5B87-9EF4-D707-215ABC88F643}"/>
              </a:ext>
            </a:extLst>
          </p:cNvPr>
          <p:cNvSpPr>
            <a:spLocks noGrp="1"/>
          </p:cNvSpPr>
          <p:nvPr>
            <p:ph type="body" sz="quarter" idx="10"/>
          </p:nvPr>
        </p:nvSpPr>
        <p:spPr>
          <a:xfrm>
            <a:off x="7071919" y="360001"/>
            <a:ext cx="4424080" cy="424731"/>
          </a:xfrm>
        </p:spPr>
        <p:txBody>
          <a:bodyPr/>
          <a:lstStyle/>
          <a:p>
            <a:r>
              <a:rPr lang="en-US" altLang="zh-CN" dirty="0"/>
              <a:t>Software</a:t>
            </a:r>
            <a:r>
              <a:rPr lang="zh-CN" altLang="en-US" dirty="0"/>
              <a:t> </a:t>
            </a:r>
            <a:r>
              <a:rPr lang="en-US" altLang="zh-CN" dirty="0"/>
              <a:t>Project</a:t>
            </a:r>
            <a:endParaRPr lang="zh-CN" altLang="en-US" dirty="0"/>
          </a:p>
        </p:txBody>
      </p:sp>
      <p:sp>
        <p:nvSpPr>
          <p:cNvPr id="8" name="文本框 5">
            <a:extLst>
              <a:ext uri="{FF2B5EF4-FFF2-40B4-BE49-F238E27FC236}">
                <a16:creationId xmlns:a16="http://schemas.microsoft.com/office/drawing/2014/main" id="{3BD2AB02-51EA-BF22-8A24-54B89CE6447E}"/>
              </a:ext>
            </a:extLst>
          </p:cNvPr>
          <p:cNvSpPr txBox="1"/>
          <p:nvPr/>
        </p:nvSpPr>
        <p:spPr>
          <a:xfrm>
            <a:off x="696000" y="5044359"/>
            <a:ext cx="10800001" cy="1147705"/>
          </a:xfrm>
          <a:prstGeom prst="rect">
            <a:avLst/>
          </a:prstGeom>
          <a:solidFill>
            <a:schemeClr val="accent2"/>
          </a:solidFill>
        </p:spPr>
        <p:txBody>
          <a:bodyPr wrap="square" lIns="180000" tIns="180000" rIns="180000" bIns="180000" rtlCol="0">
            <a:spAutoFit/>
          </a:bodyPr>
          <a:lstStyle/>
          <a:p>
            <a:pPr>
              <a:lnSpc>
                <a:spcPct val="150000"/>
              </a:lnSpc>
            </a:pPr>
            <a:r>
              <a:rPr lang="zh-CN" altLang="en-US" dirty="0">
                <a:solidFill>
                  <a:schemeClr val="bg1"/>
                </a:solidFill>
              </a:rPr>
              <a:t>没有必要为了喝口奶而养一头牛</a:t>
            </a:r>
            <a:endParaRPr lang="en-US" altLang="zh-CN" dirty="0">
              <a:solidFill>
                <a:schemeClr val="bg1"/>
              </a:solidFill>
            </a:endParaRPr>
          </a:p>
          <a:p>
            <a:pPr>
              <a:lnSpc>
                <a:spcPct val="150000"/>
              </a:lnSpc>
            </a:pPr>
            <a:r>
              <a:rPr lang="en-US" altLang="zh-CN" dirty="0">
                <a:solidFill>
                  <a:schemeClr val="bg1"/>
                </a:solidFill>
              </a:rPr>
              <a:t>Why buy the cow when you only need the milk?</a:t>
            </a:r>
          </a:p>
        </p:txBody>
      </p:sp>
    </p:spTree>
    <p:extLst>
      <p:ext uri="{BB962C8B-B14F-4D97-AF65-F5344CB8AC3E}">
        <p14:creationId xmlns:p14="http://schemas.microsoft.com/office/powerpoint/2010/main" val="1398073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7E069F-4CA2-41F5-36C6-99433EBD71E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9BDA507A-9715-EA8B-0263-3F4F7C64C512}"/>
              </a:ext>
            </a:extLst>
          </p:cNvPr>
          <p:cNvSpPr>
            <a:spLocks noGrp="1"/>
          </p:cNvSpPr>
          <p:nvPr>
            <p:ph type="title"/>
          </p:nvPr>
        </p:nvSpPr>
        <p:spPr>
          <a:xfrm>
            <a:off x="695998" y="360000"/>
            <a:ext cx="6375921" cy="429413"/>
          </a:xfrm>
        </p:spPr>
        <p:txBody>
          <a:bodyPr>
            <a:normAutofit/>
          </a:bodyPr>
          <a:lstStyle/>
          <a:p>
            <a:r>
              <a:rPr lang="en-US" altLang="zh-CN" dirty="0"/>
              <a:t>2.1 </a:t>
            </a:r>
            <a:r>
              <a:rPr lang="zh-CN" altLang="en-US" dirty="0"/>
              <a:t>项目管理</a:t>
            </a:r>
          </a:p>
        </p:txBody>
      </p:sp>
      <p:sp>
        <p:nvSpPr>
          <p:cNvPr id="15" name="Content Placeholder 14">
            <a:extLst>
              <a:ext uri="{FF2B5EF4-FFF2-40B4-BE49-F238E27FC236}">
                <a16:creationId xmlns:a16="http://schemas.microsoft.com/office/drawing/2014/main" id="{AD52FBFF-FC1D-29E1-D6C9-25AA1057433C}"/>
              </a:ext>
            </a:extLst>
          </p:cNvPr>
          <p:cNvSpPr>
            <a:spLocks noGrp="1"/>
          </p:cNvSpPr>
          <p:nvPr>
            <p:ph idx="1"/>
          </p:nvPr>
        </p:nvSpPr>
        <p:spPr>
          <a:xfrm>
            <a:off x="696000" y="864000"/>
            <a:ext cx="10800000" cy="5328000"/>
          </a:xfrm>
        </p:spPr>
        <p:txBody>
          <a:bodyPr/>
          <a:lstStyle/>
          <a:p>
            <a:r>
              <a:rPr lang="zh-CN" altLang="en-US" dirty="0"/>
              <a:t>项目管理是一定的主体，为了实现目标，利用各种有效手段，对执行中的项目周期的各个阶段进行计划、组织、协调、指挥、控制，以取得良好经济效益的各项活动的总和</a:t>
            </a:r>
          </a:p>
        </p:txBody>
      </p:sp>
      <p:sp>
        <p:nvSpPr>
          <p:cNvPr id="6" name="Text Placeholder 5">
            <a:extLst>
              <a:ext uri="{FF2B5EF4-FFF2-40B4-BE49-F238E27FC236}">
                <a16:creationId xmlns:a16="http://schemas.microsoft.com/office/drawing/2014/main" id="{6BEF2175-F196-BB5F-F887-727C6830E153}"/>
              </a:ext>
            </a:extLst>
          </p:cNvPr>
          <p:cNvSpPr>
            <a:spLocks noGrp="1"/>
          </p:cNvSpPr>
          <p:nvPr>
            <p:ph type="body" sz="quarter" idx="10"/>
          </p:nvPr>
        </p:nvSpPr>
        <p:spPr>
          <a:xfrm>
            <a:off x="7071919" y="448519"/>
            <a:ext cx="4424080" cy="338554"/>
          </a:xfrm>
        </p:spPr>
        <p:txBody>
          <a:bodyPr/>
          <a:lstStyle/>
          <a:p>
            <a:r>
              <a:rPr lang="en-US" altLang="zh-CN" dirty="0"/>
              <a:t>Project Management</a:t>
            </a:r>
            <a:endParaRPr lang="zh-CN" altLang="en-US" dirty="0"/>
          </a:p>
        </p:txBody>
      </p:sp>
    </p:spTree>
    <p:extLst>
      <p:ext uri="{BB962C8B-B14F-4D97-AF65-F5344CB8AC3E}">
        <p14:creationId xmlns:p14="http://schemas.microsoft.com/office/powerpoint/2010/main" val="4100669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36E6B-E6B3-0F7A-3C60-419F40F17FA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43CAB87-5155-DA15-375B-14F2BF75A70F}"/>
              </a:ext>
            </a:extLst>
          </p:cNvPr>
          <p:cNvSpPr>
            <a:spLocks noGrp="1"/>
          </p:cNvSpPr>
          <p:nvPr>
            <p:ph type="title"/>
          </p:nvPr>
        </p:nvSpPr>
        <p:spPr>
          <a:xfrm>
            <a:off x="695998" y="360000"/>
            <a:ext cx="6375921" cy="429413"/>
          </a:xfrm>
        </p:spPr>
        <p:txBody>
          <a:bodyPr>
            <a:normAutofit/>
          </a:bodyPr>
          <a:lstStyle/>
          <a:p>
            <a:r>
              <a:rPr lang="en-US" altLang="zh-CN" dirty="0"/>
              <a:t>2.2 </a:t>
            </a:r>
            <a:r>
              <a:rPr lang="zh-CN" altLang="en-US" dirty="0"/>
              <a:t>软件项目管理</a:t>
            </a:r>
          </a:p>
        </p:txBody>
      </p:sp>
      <p:sp>
        <p:nvSpPr>
          <p:cNvPr id="15" name="Content Placeholder 14">
            <a:extLst>
              <a:ext uri="{FF2B5EF4-FFF2-40B4-BE49-F238E27FC236}">
                <a16:creationId xmlns:a16="http://schemas.microsoft.com/office/drawing/2014/main" id="{01590A73-ADAA-3C4F-5F39-147CDA3F5923}"/>
              </a:ext>
            </a:extLst>
          </p:cNvPr>
          <p:cNvSpPr>
            <a:spLocks noGrp="1"/>
          </p:cNvSpPr>
          <p:nvPr>
            <p:ph idx="1"/>
          </p:nvPr>
        </p:nvSpPr>
        <p:spPr>
          <a:xfrm>
            <a:off x="696000" y="864000"/>
            <a:ext cx="10800000" cy="5400000"/>
          </a:xfrm>
        </p:spPr>
        <p:txBody>
          <a:bodyPr/>
          <a:lstStyle/>
          <a:p>
            <a:r>
              <a:rPr lang="zh-CN" altLang="en-US" dirty="0"/>
              <a:t>软件工程组成部分</a:t>
            </a:r>
            <a:endParaRPr lang="en-US" altLang="zh-CN" dirty="0"/>
          </a:p>
          <a:p>
            <a:r>
              <a:rPr lang="zh-CN" altLang="en-US" dirty="0"/>
              <a:t>确保软件项目满足预算，成本等约束，提交高质量软件产品</a:t>
            </a:r>
          </a:p>
        </p:txBody>
      </p:sp>
      <p:sp>
        <p:nvSpPr>
          <p:cNvPr id="6" name="Text Placeholder 5">
            <a:extLst>
              <a:ext uri="{FF2B5EF4-FFF2-40B4-BE49-F238E27FC236}">
                <a16:creationId xmlns:a16="http://schemas.microsoft.com/office/drawing/2014/main" id="{427BED5E-276E-5046-7960-FD89EFB59BC1}"/>
              </a:ext>
            </a:extLst>
          </p:cNvPr>
          <p:cNvSpPr>
            <a:spLocks noGrp="1"/>
          </p:cNvSpPr>
          <p:nvPr>
            <p:ph type="body" sz="quarter" idx="10"/>
          </p:nvPr>
        </p:nvSpPr>
        <p:spPr>
          <a:xfrm>
            <a:off x="7071919" y="448519"/>
            <a:ext cx="4424080" cy="338554"/>
          </a:xfrm>
        </p:spPr>
        <p:txBody>
          <a:bodyPr/>
          <a:lstStyle/>
          <a:p>
            <a:r>
              <a:rPr lang="en-US" altLang="zh-CN" dirty="0"/>
              <a:t>Software</a:t>
            </a:r>
            <a:r>
              <a:rPr lang="zh-CN" altLang="en-US" dirty="0"/>
              <a:t> </a:t>
            </a:r>
            <a:r>
              <a:rPr lang="en-US" altLang="zh-CN" dirty="0"/>
              <a:t>Project Management</a:t>
            </a:r>
            <a:endParaRPr lang="zh-CN" altLang="en-US" dirty="0"/>
          </a:p>
        </p:txBody>
      </p:sp>
      <p:graphicFrame>
        <p:nvGraphicFramePr>
          <p:cNvPr id="5" name="Chart 4">
            <a:extLst>
              <a:ext uri="{FF2B5EF4-FFF2-40B4-BE49-F238E27FC236}">
                <a16:creationId xmlns:a16="http://schemas.microsoft.com/office/drawing/2014/main" id="{41E5BFA3-1726-83A6-D380-565A77116915}"/>
              </a:ext>
            </a:extLst>
          </p:cNvPr>
          <p:cNvGraphicFramePr>
            <a:graphicFrameLocks noChangeAspect="1"/>
          </p:cNvGraphicFramePr>
          <p:nvPr>
            <p:extLst>
              <p:ext uri="{D42A27DB-BD31-4B8C-83A1-F6EECF244321}">
                <p14:modId xmlns:p14="http://schemas.microsoft.com/office/powerpoint/2010/main" val="2051753188"/>
              </p:ext>
            </p:extLst>
          </p:nvPr>
        </p:nvGraphicFramePr>
        <p:xfrm>
          <a:off x="2856000" y="1944275"/>
          <a:ext cx="6480000" cy="4320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0110492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86733F-CF70-9090-C379-23734D73F54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8FFDA2E-8742-3D78-735B-EBAFD4A775AF}"/>
              </a:ext>
            </a:extLst>
          </p:cNvPr>
          <p:cNvSpPr>
            <a:spLocks noGrp="1"/>
          </p:cNvSpPr>
          <p:nvPr>
            <p:ph type="title"/>
          </p:nvPr>
        </p:nvSpPr>
        <p:spPr>
          <a:xfrm>
            <a:off x="695998" y="360000"/>
            <a:ext cx="6375921" cy="429413"/>
          </a:xfrm>
        </p:spPr>
        <p:txBody>
          <a:bodyPr>
            <a:normAutofit/>
          </a:bodyPr>
          <a:lstStyle/>
          <a:p>
            <a:r>
              <a:rPr lang="en-US" altLang="zh-CN" dirty="0"/>
              <a:t>2.2 </a:t>
            </a:r>
            <a:r>
              <a:rPr lang="zh-CN" altLang="en-US" dirty="0"/>
              <a:t>软件项目管理</a:t>
            </a:r>
          </a:p>
        </p:txBody>
      </p:sp>
      <p:sp>
        <p:nvSpPr>
          <p:cNvPr id="15" name="Content Placeholder 14">
            <a:extLst>
              <a:ext uri="{FF2B5EF4-FFF2-40B4-BE49-F238E27FC236}">
                <a16:creationId xmlns:a16="http://schemas.microsoft.com/office/drawing/2014/main" id="{BC426A4C-F4A0-220C-55D5-803D8CE4DA02}"/>
              </a:ext>
            </a:extLst>
          </p:cNvPr>
          <p:cNvSpPr>
            <a:spLocks noGrp="1"/>
          </p:cNvSpPr>
          <p:nvPr>
            <p:ph idx="1"/>
          </p:nvPr>
        </p:nvSpPr>
        <p:spPr>
          <a:xfrm>
            <a:off x="696000" y="864000"/>
            <a:ext cx="10800000" cy="5400000"/>
          </a:xfrm>
        </p:spPr>
        <p:txBody>
          <a:bodyPr/>
          <a:lstStyle/>
          <a:p>
            <a:r>
              <a:rPr lang="zh-CN" altLang="en-US" dirty="0"/>
              <a:t>项目管理铁三角</a:t>
            </a:r>
          </a:p>
        </p:txBody>
      </p:sp>
      <p:sp>
        <p:nvSpPr>
          <p:cNvPr id="6" name="Text Placeholder 5">
            <a:extLst>
              <a:ext uri="{FF2B5EF4-FFF2-40B4-BE49-F238E27FC236}">
                <a16:creationId xmlns:a16="http://schemas.microsoft.com/office/drawing/2014/main" id="{AEBEE3EA-5CE8-9ADF-5A4A-5F6827C4CD90}"/>
              </a:ext>
            </a:extLst>
          </p:cNvPr>
          <p:cNvSpPr>
            <a:spLocks noGrp="1"/>
          </p:cNvSpPr>
          <p:nvPr>
            <p:ph type="body" sz="quarter" idx="10"/>
          </p:nvPr>
        </p:nvSpPr>
        <p:spPr>
          <a:xfrm>
            <a:off x="7071919" y="448519"/>
            <a:ext cx="4424080" cy="338554"/>
          </a:xfrm>
        </p:spPr>
        <p:txBody>
          <a:bodyPr/>
          <a:lstStyle/>
          <a:p>
            <a:r>
              <a:rPr lang="en-US" altLang="zh-CN" dirty="0"/>
              <a:t>Software</a:t>
            </a:r>
            <a:r>
              <a:rPr lang="zh-CN" altLang="en-US" dirty="0"/>
              <a:t> </a:t>
            </a:r>
            <a:r>
              <a:rPr lang="en-US" altLang="zh-CN" dirty="0"/>
              <a:t>Project Management</a:t>
            </a:r>
            <a:endParaRPr lang="zh-CN" altLang="en-US" dirty="0"/>
          </a:p>
        </p:txBody>
      </p:sp>
      <p:graphicFrame>
        <p:nvGraphicFramePr>
          <p:cNvPr id="10" name="内容占位符 8">
            <a:extLst>
              <a:ext uri="{FF2B5EF4-FFF2-40B4-BE49-F238E27FC236}">
                <a16:creationId xmlns:a16="http://schemas.microsoft.com/office/drawing/2014/main" id="{FA665FAB-6103-E654-2DBA-A2891337A351}"/>
              </a:ext>
            </a:extLst>
          </p:cNvPr>
          <p:cNvGraphicFramePr>
            <a:graphicFrameLocks noChangeAspect="1"/>
          </p:cNvGraphicFramePr>
          <p:nvPr/>
        </p:nvGraphicFramePr>
        <p:xfrm>
          <a:off x="2855595" y="2215986"/>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4209879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91E3B4-50F2-024E-875F-1A4AE19C23F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1E381F-16E8-75FE-E528-237F3B19DACF}"/>
              </a:ext>
            </a:extLst>
          </p:cNvPr>
          <p:cNvSpPr>
            <a:spLocks noGrp="1"/>
          </p:cNvSpPr>
          <p:nvPr>
            <p:ph type="title"/>
          </p:nvPr>
        </p:nvSpPr>
        <p:spPr>
          <a:xfrm>
            <a:off x="695998" y="360000"/>
            <a:ext cx="6375921" cy="429413"/>
          </a:xfrm>
        </p:spPr>
        <p:txBody>
          <a:bodyPr>
            <a:normAutofit/>
          </a:bodyPr>
          <a:lstStyle/>
          <a:p>
            <a:r>
              <a:rPr lang="en-US" altLang="zh-CN" dirty="0"/>
              <a:t>3 </a:t>
            </a:r>
            <a:r>
              <a:rPr lang="zh-CN" altLang="en-US" dirty="0"/>
              <a:t>传统软件项目管理</a:t>
            </a:r>
          </a:p>
        </p:txBody>
      </p:sp>
      <p:sp>
        <p:nvSpPr>
          <p:cNvPr id="5" name="Content Placeholder 4">
            <a:extLst>
              <a:ext uri="{FF2B5EF4-FFF2-40B4-BE49-F238E27FC236}">
                <a16:creationId xmlns:a16="http://schemas.microsoft.com/office/drawing/2014/main" id="{61BF6B86-44F2-19A2-ED52-F737EEE9C3FC}"/>
              </a:ext>
            </a:extLst>
          </p:cNvPr>
          <p:cNvSpPr>
            <a:spLocks noGrp="1"/>
          </p:cNvSpPr>
          <p:nvPr>
            <p:ph idx="1"/>
          </p:nvPr>
        </p:nvSpPr>
        <p:spPr>
          <a:xfrm>
            <a:off x="695325" y="863600"/>
            <a:ext cx="10801350" cy="5400675"/>
          </a:xfrm>
        </p:spPr>
        <p:txBody>
          <a:bodyPr/>
          <a:lstStyle/>
          <a:p>
            <a:r>
              <a:rPr lang="zh-CN" altLang="en-US" dirty="0"/>
              <a:t>基于经验，现在需要系统学习</a:t>
            </a:r>
            <a:endParaRPr lang="en-US" altLang="zh-CN" dirty="0"/>
          </a:p>
          <a:p>
            <a:r>
              <a:rPr lang="en-US" altLang="zh-CN" dirty="0"/>
              <a:t>PMP</a:t>
            </a:r>
          </a:p>
          <a:p>
            <a:pPr lvl="1"/>
            <a:r>
              <a:rPr lang="en-US" altLang="zh-CN" dirty="0"/>
              <a:t>100</a:t>
            </a:r>
            <a:r>
              <a:rPr lang="zh-CN" altLang="en-US" dirty="0"/>
              <a:t>多个国家认可</a:t>
            </a:r>
            <a:endParaRPr lang="en-US" altLang="zh-CN" dirty="0"/>
          </a:p>
          <a:p>
            <a:pPr lvl="1"/>
            <a:r>
              <a:rPr lang="zh-CN" altLang="en-US" dirty="0"/>
              <a:t>基于 </a:t>
            </a:r>
            <a:r>
              <a:rPr lang="en-US" altLang="zh-CN" dirty="0"/>
              <a:t>PMBOK 7th</a:t>
            </a:r>
            <a:r>
              <a:rPr lang="zh-CN" altLang="en-US" dirty="0"/>
              <a:t>，同时结合了</a:t>
            </a:r>
            <a:r>
              <a:rPr lang="en-US" altLang="zh-CN" dirty="0"/>
              <a:t>《</a:t>
            </a:r>
            <a:r>
              <a:rPr lang="zh-CN" altLang="en-US" dirty="0"/>
              <a:t>敏捷实践指南</a:t>
            </a:r>
            <a:r>
              <a:rPr lang="en-US" altLang="zh-CN" dirty="0"/>
              <a:t>》</a:t>
            </a:r>
            <a:r>
              <a:rPr lang="zh-CN" altLang="en-US" dirty="0"/>
              <a:t>。</a:t>
            </a:r>
          </a:p>
          <a:p>
            <a:pPr lvl="1"/>
            <a:r>
              <a:rPr lang="zh-CN" altLang="en-US" dirty="0"/>
              <a:t>考试中很少再考某个过程的输入输出是什么（</a:t>
            </a:r>
            <a:r>
              <a:rPr lang="en-US" altLang="zh-CN" dirty="0"/>
              <a:t>ITTO</a:t>
            </a:r>
            <a:r>
              <a:rPr lang="zh-CN" altLang="en-US" dirty="0"/>
              <a:t>记忆题大幅减少）</a:t>
            </a:r>
          </a:p>
          <a:p>
            <a:pPr lvl="1"/>
            <a:r>
              <a:rPr lang="zh-CN" altLang="en-US" dirty="0"/>
              <a:t>更多考的是情景题：面对这种情况，项目经理应该秉持什么原则？优先关注哪个绩效域？</a:t>
            </a:r>
          </a:p>
          <a:p>
            <a:pPr lvl="1"/>
            <a:r>
              <a:rPr lang="zh-CN" altLang="en-US" dirty="0"/>
              <a:t>敏捷和混合题型占比高达 </a:t>
            </a:r>
            <a:r>
              <a:rPr lang="en-US" altLang="zh-CN" dirty="0"/>
              <a:t>50%</a:t>
            </a:r>
            <a:endParaRPr lang="zh-CN" altLang="en-US" dirty="0"/>
          </a:p>
        </p:txBody>
      </p:sp>
      <p:sp>
        <p:nvSpPr>
          <p:cNvPr id="7" name="Text Placeholder 6">
            <a:extLst>
              <a:ext uri="{FF2B5EF4-FFF2-40B4-BE49-F238E27FC236}">
                <a16:creationId xmlns:a16="http://schemas.microsoft.com/office/drawing/2014/main" id="{7C4C9ED5-CA02-1242-4915-BF8DD68B756F}"/>
              </a:ext>
            </a:extLst>
          </p:cNvPr>
          <p:cNvSpPr>
            <a:spLocks noGrp="1"/>
          </p:cNvSpPr>
          <p:nvPr>
            <p:ph type="body" sz="quarter" idx="10"/>
          </p:nvPr>
        </p:nvSpPr>
        <p:spPr>
          <a:xfrm>
            <a:off x="7071919" y="448519"/>
            <a:ext cx="4424080" cy="338554"/>
          </a:xfrm>
        </p:spPr>
        <p:txBody>
          <a:bodyPr/>
          <a:lstStyle/>
          <a:p>
            <a:r>
              <a:rPr lang="en-US" altLang="zh-CN" dirty="0"/>
              <a:t>PMBOK</a:t>
            </a:r>
            <a:endParaRPr lang="zh-CN" altLang="en-US" dirty="0"/>
          </a:p>
        </p:txBody>
      </p:sp>
      <p:graphicFrame>
        <p:nvGraphicFramePr>
          <p:cNvPr id="12" name="内容占位符 3">
            <a:extLst>
              <a:ext uri="{FF2B5EF4-FFF2-40B4-BE49-F238E27FC236}">
                <a16:creationId xmlns:a16="http://schemas.microsoft.com/office/drawing/2014/main" id="{7B6DB4EB-BAC5-4021-9102-B1F07975AAC4}"/>
              </a:ext>
            </a:extLst>
          </p:cNvPr>
          <p:cNvGraphicFramePr>
            <a:graphicFrameLocks/>
          </p:cNvGraphicFramePr>
          <p:nvPr>
            <p:extLst>
              <p:ext uri="{D42A27DB-BD31-4B8C-83A1-F6EECF244321}">
                <p14:modId xmlns:p14="http://schemas.microsoft.com/office/powerpoint/2010/main" val="71299471"/>
              </p:ext>
            </p:extLst>
          </p:nvPr>
        </p:nvGraphicFramePr>
        <p:xfrm>
          <a:off x="559766" y="3981450"/>
          <a:ext cx="11072469" cy="2282825"/>
        </p:xfrm>
        <a:graphic>
          <a:graphicData uri="http://schemas.openxmlformats.org/drawingml/2006/table">
            <a:tbl>
              <a:tblPr firstRow="1" bandRow="1">
                <a:tableStyleId>{72833802-FEF1-4C79-8D5D-14CF1EAF98D9}</a:tableStyleId>
              </a:tblPr>
              <a:tblGrid>
                <a:gridCol w="1734532">
                  <a:extLst>
                    <a:ext uri="{9D8B030D-6E8A-4147-A177-3AD203B41FA5}">
                      <a16:colId xmlns:a16="http://schemas.microsoft.com/office/drawing/2014/main" val="3401312939"/>
                    </a:ext>
                  </a:extLst>
                </a:gridCol>
                <a:gridCol w="6372520">
                  <a:extLst>
                    <a:ext uri="{9D8B030D-6E8A-4147-A177-3AD203B41FA5}">
                      <a16:colId xmlns:a16="http://schemas.microsoft.com/office/drawing/2014/main" val="370412264"/>
                    </a:ext>
                  </a:extLst>
                </a:gridCol>
                <a:gridCol w="2965417">
                  <a:extLst>
                    <a:ext uri="{9D8B030D-6E8A-4147-A177-3AD203B41FA5}">
                      <a16:colId xmlns:a16="http://schemas.microsoft.com/office/drawing/2014/main" val="1004544071"/>
                    </a:ext>
                  </a:extLst>
                </a:gridCol>
              </a:tblGrid>
              <a:tr h="236917">
                <a:tc>
                  <a:txBody>
                    <a:bodyPr/>
                    <a:lstStyle/>
                    <a:p>
                      <a:pPr>
                        <a:lnSpc>
                          <a:spcPct val="150000"/>
                        </a:lnSpc>
                        <a:buNone/>
                      </a:pP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800" b="0" i="0" baseline="0" dirty="0">
                          <a:latin typeface="Montserrat" panose="00000500000000000000" pitchFamily="2" charset="0"/>
                          <a:ea typeface="微软雅黑 Light" panose="020B0502040204020203" pitchFamily="34" charset="-122"/>
                        </a:rPr>
                        <a:t>Title</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800" b="0" i="0" baseline="0" dirty="0">
                          <a:latin typeface="Montserrat" panose="00000500000000000000" pitchFamily="2" charset="0"/>
                          <a:ea typeface="微软雅黑 Light" panose="020B0502040204020203" pitchFamily="34" charset="-122"/>
                        </a:rPr>
                        <a:t>Description</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522540848"/>
                  </a:ext>
                </a:extLst>
              </a:tr>
              <a:tr h="236917">
                <a:tc>
                  <a:txBody>
                    <a:bodyPr/>
                    <a:lstStyle/>
                    <a:p>
                      <a:pPr>
                        <a:lnSpc>
                          <a:spcPct val="150000"/>
                        </a:lnSpc>
                        <a:buNone/>
                      </a:pP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pPr>
                      <a:r>
                        <a:rPr lang="en-US" altLang="zh-CN" sz="1800" dirty="0"/>
                        <a:t>Project Management Professional</a:t>
                      </a:r>
                    </a:p>
                  </a:txBody>
                  <a:tcPr anchor="ctr"/>
                </a:tc>
                <a:tc>
                  <a:txBody>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lang="zh-CN" altLang="en-US" sz="1800" dirty="0"/>
                        <a:t>项目管理专业资质认证</a:t>
                      </a:r>
                    </a:p>
                  </a:txBody>
                  <a:tcPr anchor="ctr"/>
                </a:tc>
                <a:extLst>
                  <a:ext uri="{0D108BD9-81ED-4DB2-BD59-A6C34878D82A}">
                    <a16:rowId xmlns:a16="http://schemas.microsoft.com/office/drawing/2014/main" val="4268597692"/>
                  </a:ext>
                </a:extLst>
              </a:tr>
              <a:tr h="236917">
                <a:tc>
                  <a:txBody>
                    <a:bodyPr/>
                    <a:lstStyle/>
                    <a:p>
                      <a:pPr>
                        <a:lnSpc>
                          <a:spcPct val="150000"/>
                        </a:lnSpc>
                        <a:buNone/>
                      </a:pP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pPr>
                      <a:r>
                        <a:rPr lang="en-US" altLang="zh-CN" sz="1800" dirty="0"/>
                        <a:t>Project Management Institute</a:t>
                      </a:r>
                    </a:p>
                  </a:txBody>
                  <a:tcPr anchor="ctr"/>
                </a:tc>
                <a:tc>
                  <a:txBody>
                    <a:bodyPr/>
                    <a:lstStyle/>
                    <a:p>
                      <a:pPr>
                        <a:lnSpc>
                          <a:spcPct val="150000"/>
                        </a:lnSpc>
                        <a:buNone/>
                      </a:pPr>
                      <a:r>
                        <a:rPr lang="zh-CN" altLang="en-US" sz="1800" dirty="0"/>
                        <a:t>项目管理委员会</a:t>
                      </a:r>
                      <a:endParaRPr lang="en-US" altLang="zh-CN"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488565667"/>
                  </a:ext>
                </a:extLst>
              </a:tr>
              <a:tr h="236917">
                <a:tc>
                  <a:txBody>
                    <a:bodyPr/>
                    <a:lstStyle/>
                    <a:p>
                      <a:pPr>
                        <a:lnSpc>
                          <a:spcPct val="150000"/>
                        </a:lnSpc>
                        <a:buNone/>
                      </a:pPr>
                      <a:endParaRPr lang="zh-CN" altLang="en-US" sz="1800" b="0" i="0" baseline="3000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800" dirty="0"/>
                        <a:t>Project Management Body of Knowledge, 6th Edition</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dirty="0"/>
                        <a:t>项目管理知识体系，第</a:t>
                      </a:r>
                      <a:r>
                        <a:rPr lang="en-US" altLang="zh-CN" sz="1800" dirty="0"/>
                        <a:t>6</a:t>
                      </a:r>
                      <a:r>
                        <a:rPr lang="zh-CN" altLang="en-US" sz="1800" dirty="0"/>
                        <a:t>版</a:t>
                      </a:r>
                      <a:endParaRPr lang="en-US" altLang="zh-CN"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024873842"/>
                  </a:ext>
                </a:extLst>
              </a:tr>
              <a:tr h="236917">
                <a:tc>
                  <a:txBody>
                    <a:bodyPr/>
                    <a:lstStyle/>
                    <a:p>
                      <a:pPr>
                        <a:lnSpc>
                          <a:spcPct val="150000"/>
                        </a:lnSpc>
                        <a:buNone/>
                      </a:pP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800" dirty="0"/>
                        <a:t>Project Management Body of Knowledge, 7th Edition</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dirty="0"/>
                        <a:t>项目管理知识体系，第</a:t>
                      </a:r>
                      <a:r>
                        <a:rPr lang="en-US" altLang="zh-CN" sz="1800" dirty="0"/>
                        <a:t>7</a:t>
                      </a:r>
                      <a:r>
                        <a:rPr lang="zh-CN" altLang="en-US" sz="1800" dirty="0"/>
                        <a:t>版</a:t>
                      </a:r>
                      <a:endParaRPr lang="en-US" altLang="zh-CN" sz="1800" dirty="0"/>
                    </a:p>
                  </a:txBody>
                  <a:tcPr anchor="ctr"/>
                </a:tc>
                <a:extLst>
                  <a:ext uri="{0D108BD9-81ED-4DB2-BD59-A6C34878D82A}">
                    <a16:rowId xmlns:a16="http://schemas.microsoft.com/office/drawing/2014/main" val="1342128013"/>
                  </a:ext>
                </a:extLst>
              </a:tr>
            </a:tbl>
          </a:graphicData>
        </a:graphic>
      </p:graphicFrame>
      <p:sp>
        <p:nvSpPr>
          <p:cNvPr id="11" name="等腰三角形 3">
            <a:extLst>
              <a:ext uri="{FF2B5EF4-FFF2-40B4-BE49-F238E27FC236}">
                <a16:creationId xmlns:a16="http://schemas.microsoft.com/office/drawing/2014/main" id="{4CECD60C-E550-DAAC-EB72-6514CA68181C}"/>
              </a:ext>
            </a:extLst>
          </p:cNvPr>
          <p:cNvSpPr/>
          <p:nvPr/>
        </p:nvSpPr>
        <p:spPr>
          <a:xfrm>
            <a:off x="1971581" y="3693246"/>
            <a:ext cx="464058" cy="288000"/>
          </a:xfrm>
          <a:prstGeom prst="triangle">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2">
            <a:extLst>
              <a:ext uri="{FF2B5EF4-FFF2-40B4-BE49-F238E27FC236}">
                <a16:creationId xmlns:a16="http://schemas.microsoft.com/office/drawing/2014/main" id="{50EA3D72-5C64-1A2D-791E-84117868EA2B}"/>
              </a:ext>
            </a:extLst>
          </p:cNvPr>
          <p:cNvSpPr/>
          <p:nvPr/>
        </p:nvSpPr>
        <p:spPr>
          <a:xfrm>
            <a:off x="766021" y="3687143"/>
            <a:ext cx="1440000" cy="2880000"/>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aphicFrame>
        <p:nvGraphicFramePr>
          <p:cNvPr id="14" name="内容占位符 6">
            <a:extLst>
              <a:ext uri="{FF2B5EF4-FFF2-40B4-BE49-F238E27FC236}">
                <a16:creationId xmlns:a16="http://schemas.microsoft.com/office/drawing/2014/main" id="{B57B7CC3-9232-8EAC-8A02-2EB94AA63E5B}"/>
              </a:ext>
            </a:extLst>
          </p:cNvPr>
          <p:cNvGraphicFramePr>
            <a:graphicFrameLocks/>
          </p:cNvGraphicFramePr>
          <p:nvPr>
            <p:extLst>
              <p:ext uri="{D42A27DB-BD31-4B8C-83A1-F6EECF244321}">
                <p14:modId xmlns:p14="http://schemas.microsoft.com/office/powerpoint/2010/main" val="1096216813"/>
              </p:ext>
            </p:extLst>
          </p:nvPr>
        </p:nvGraphicFramePr>
        <p:xfrm>
          <a:off x="672888" y="3979342"/>
          <a:ext cx="1621409" cy="2282825"/>
        </p:xfrm>
        <a:graphic>
          <a:graphicData uri="http://schemas.openxmlformats.org/drawingml/2006/table">
            <a:tbl>
              <a:tblPr firstRow="1" bandRow="1">
                <a:tableStyleId>{5C22544A-7EE6-4342-B048-85BDC9FD1C3A}</a:tableStyleId>
              </a:tblPr>
              <a:tblGrid>
                <a:gridCol w="1621409">
                  <a:extLst>
                    <a:ext uri="{9D8B030D-6E8A-4147-A177-3AD203B41FA5}">
                      <a16:colId xmlns:a16="http://schemas.microsoft.com/office/drawing/2014/main" val="3766040380"/>
                    </a:ext>
                  </a:extLst>
                </a:gridCol>
              </a:tblGrid>
              <a:tr h="370840">
                <a:tc>
                  <a:txBody>
                    <a:bodyPr/>
                    <a:lstStyle/>
                    <a:p>
                      <a:pPr algn="ctr">
                        <a:lnSpc>
                          <a:spcPct val="150000"/>
                        </a:lnSpc>
                        <a:buNone/>
                      </a:pPr>
                      <a:r>
                        <a:rPr lang="en-US" altLang="zh-CN" sz="1800" b="0" i="0" baseline="0" dirty="0">
                          <a:solidFill>
                            <a:schemeClr val="bg1"/>
                          </a:solidFill>
                          <a:latin typeface="Montserrat" panose="00000500000000000000" pitchFamily="2" charset="0"/>
                          <a:ea typeface="微软雅黑 Light" panose="020B0502040204020203" pitchFamily="34" charset="-122"/>
                        </a:rPr>
                        <a:t>Item</a:t>
                      </a:r>
                      <a:endParaRPr lang="zh-CN" altLang="en-US" sz="1800" b="0" i="0" baseline="0" dirty="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59951062"/>
                  </a:ext>
                </a:extLst>
              </a:tr>
              <a:tr h="370840">
                <a:tc>
                  <a:txBody>
                    <a:bodyPr/>
                    <a:lstStyle/>
                    <a:p>
                      <a:pPr algn="ctr">
                        <a:lnSpc>
                          <a:spcPct val="150000"/>
                        </a:lnSpc>
                        <a:buNone/>
                      </a:pPr>
                      <a:r>
                        <a:rPr lang="en-US" altLang="zh-CN" sz="1800" baseline="0" dirty="0">
                          <a:solidFill>
                            <a:schemeClr val="bg1"/>
                          </a:solidFill>
                        </a:rPr>
                        <a:t>PMP</a:t>
                      </a:r>
                      <a:endParaRPr lang="zh-CN" altLang="en-US" sz="1800" b="0" i="0" baseline="0" dirty="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35449991"/>
                  </a:ext>
                </a:extLst>
              </a:tr>
              <a:tr h="370840">
                <a:tc>
                  <a:txBody>
                    <a:bodyPr/>
                    <a:lstStyle/>
                    <a:p>
                      <a:pPr algn="ctr">
                        <a:lnSpc>
                          <a:spcPct val="150000"/>
                        </a:lnSpc>
                        <a:buNone/>
                      </a:pPr>
                      <a:r>
                        <a:rPr lang="en-US" altLang="zh-CN" sz="1800" b="0" i="0" baseline="0" dirty="0">
                          <a:solidFill>
                            <a:schemeClr val="bg1"/>
                          </a:solidFill>
                          <a:latin typeface="Montserrat" panose="00000500000000000000" pitchFamily="2" charset="0"/>
                          <a:ea typeface="微软雅黑 Light" panose="020B0502040204020203" pitchFamily="34" charset="-122"/>
                        </a:rPr>
                        <a:t>PMI</a:t>
                      </a:r>
                      <a:endParaRPr lang="zh-CN" altLang="en-US" sz="1800" b="0" i="0" baseline="0" dirty="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786421"/>
                  </a:ext>
                </a:extLst>
              </a:tr>
              <a:tr h="370840">
                <a:tc>
                  <a:txBody>
                    <a:bodyPr/>
                    <a:lstStyle/>
                    <a:p>
                      <a:pPr algn="ctr">
                        <a:lnSpc>
                          <a:spcPct val="150000"/>
                        </a:lnSpc>
                        <a:buNone/>
                      </a:pPr>
                      <a:r>
                        <a:rPr lang="en-US" altLang="zh-CN" sz="1800" b="0" i="0" baseline="0" dirty="0">
                          <a:solidFill>
                            <a:schemeClr val="bg1"/>
                          </a:solidFill>
                          <a:latin typeface="Montserrat" panose="00000500000000000000" pitchFamily="2" charset="0"/>
                          <a:ea typeface="微软雅黑 Light" panose="020B0502040204020203" pitchFamily="34" charset="-122"/>
                        </a:rPr>
                        <a:t>PMBOK 6</a:t>
                      </a:r>
                      <a:r>
                        <a:rPr lang="en-US" altLang="zh-CN" sz="1800" b="0" i="0" baseline="30000" dirty="0">
                          <a:solidFill>
                            <a:schemeClr val="bg1"/>
                          </a:solidFill>
                          <a:latin typeface="Montserrat" panose="00000500000000000000" pitchFamily="2" charset="0"/>
                          <a:ea typeface="微软雅黑 Light" panose="020B0502040204020203" pitchFamily="34" charset="-122"/>
                        </a:rPr>
                        <a:t>th</a:t>
                      </a:r>
                      <a:endParaRPr lang="zh-CN" altLang="en-US" sz="1800" b="0" i="0" baseline="30000" dirty="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46253306"/>
                  </a:ext>
                </a:extLst>
              </a:tr>
              <a:tr h="370840">
                <a:tc>
                  <a:txBody>
                    <a:bodyPr/>
                    <a:lstStyle/>
                    <a:p>
                      <a:pPr algn="ctr">
                        <a:lnSpc>
                          <a:spcPct val="150000"/>
                        </a:lnSpc>
                        <a:buNone/>
                      </a:pPr>
                      <a:r>
                        <a:rPr lang="en-US" altLang="zh-CN" sz="1800" b="0" i="0" baseline="0" dirty="0">
                          <a:solidFill>
                            <a:schemeClr val="bg1"/>
                          </a:solidFill>
                          <a:latin typeface="Montserrat" panose="00000500000000000000" pitchFamily="2" charset="0"/>
                          <a:ea typeface="微软雅黑 Light" panose="020B0502040204020203" pitchFamily="34" charset="-122"/>
                        </a:rPr>
                        <a:t>PMBOK 7</a:t>
                      </a:r>
                      <a:r>
                        <a:rPr lang="en-US" altLang="zh-CN" sz="1800" b="0" i="0" baseline="30000" dirty="0">
                          <a:solidFill>
                            <a:schemeClr val="bg1"/>
                          </a:solidFill>
                          <a:latin typeface="Montserrat" panose="00000500000000000000" pitchFamily="2" charset="0"/>
                          <a:ea typeface="微软雅黑 Light" panose="020B0502040204020203" pitchFamily="34" charset="-122"/>
                        </a:rPr>
                        <a:t>th</a:t>
                      </a:r>
                      <a:endParaRPr lang="zh-CN" altLang="en-US" sz="1800" b="0" i="0" baseline="0" dirty="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10684257"/>
                  </a:ext>
                </a:extLst>
              </a:tr>
            </a:tbl>
          </a:graphicData>
        </a:graphic>
      </p:graphicFrame>
    </p:spTree>
    <p:extLst>
      <p:ext uri="{BB962C8B-B14F-4D97-AF65-F5344CB8AC3E}">
        <p14:creationId xmlns:p14="http://schemas.microsoft.com/office/powerpoint/2010/main" val="12078614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1549A8E5-33F0-51B7-216A-BB0304033513}"/>
              </a:ext>
            </a:extLst>
          </p:cNvPr>
          <p:cNvGraphicFramePr>
            <a:graphicFrameLocks noGrp="1"/>
          </p:cNvGraphicFramePr>
          <p:nvPr>
            <p:extLst>
              <p:ext uri="{D42A27DB-BD31-4B8C-83A1-F6EECF244321}">
                <p14:modId xmlns:p14="http://schemas.microsoft.com/office/powerpoint/2010/main" val="1012356734"/>
              </p:ext>
            </p:extLst>
          </p:nvPr>
        </p:nvGraphicFramePr>
        <p:xfrm>
          <a:off x="695325" y="1166527"/>
          <a:ext cx="10801350" cy="4524947"/>
        </p:xfrm>
        <a:graphic>
          <a:graphicData uri="http://schemas.openxmlformats.org/drawingml/2006/table">
            <a:tbl>
              <a:tblPr/>
              <a:tblGrid>
                <a:gridCol w="2594630">
                  <a:extLst>
                    <a:ext uri="{9D8B030D-6E8A-4147-A177-3AD203B41FA5}">
                      <a16:colId xmlns:a16="http://schemas.microsoft.com/office/drawing/2014/main" val="305993827"/>
                    </a:ext>
                  </a:extLst>
                </a:gridCol>
                <a:gridCol w="3780148">
                  <a:extLst>
                    <a:ext uri="{9D8B030D-6E8A-4147-A177-3AD203B41FA5}">
                      <a16:colId xmlns:a16="http://schemas.microsoft.com/office/drawing/2014/main" val="1205577403"/>
                    </a:ext>
                  </a:extLst>
                </a:gridCol>
                <a:gridCol w="4426572">
                  <a:extLst>
                    <a:ext uri="{9D8B030D-6E8A-4147-A177-3AD203B41FA5}">
                      <a16:colId xmlns:a16="http://schemas.microsoft.com/office/drawing/2014/main" val="2538711916"/>
                    </a:ext>
                  </a:extLst>
                </a:gridCol>
              </a:tblGrid>
              <a:tr h="0">
                <a:tc>
                  <a:txBody>
                    <a:bodyPr/>
                    <a:lstStyle/>
                    <a:p>
                      <a:pPr algn="l">
                        <a:lnSpc>
                          <a:spcPct val="150000"/>
                        </a:lnSpc>
                        <a:buNone/>
                      </a:pPr>
                      <a:r>
                        <a:rPr lang="en-US" altLang="zh-CN" sz="1600" dirty="0">
                          <a:solidFill>
                            <a:schemeClr val="bg1"/>
                          </a:solidFill>
                        </a:rPr>
                        <a:t>Aspect</a:t>
                      </a:r>
                      <a:endParaRPr lang="zh-CN" altLang="en-US" sz="1600" dirty="0">
                        <a:solidFill>
                          <a:schemeClr val="bg1"/>
                        </a:solidFill>
                      </a:endParaRPr>
                    </a:p>
                  </a:txBody>
                  <a:tcPr anchor="ctr">
                    <a:lnL>
                      <a:noFill/>
                    </a:lnL>
                    <a:lnR>
                      <a:noFill/>
                    </a:lnR>
                    <a:lnT>
                      <a:noFill/>
                    </a:lnT>
                    <a:lnB>
                      <a:noFill/>
                    </a:lnB>
                    <a:solidFill>
                      <a:schemeClr val="accent2"/>
                    </a:solidFill>
                  </a:tcPr>
                </a:tc>
                <a:tc>
                  <a:txBody>
                    <a:bodyPr/>
                    <a:lstStyle/>
                    <a:p>
                      <a:pPr algn="l">
                        <a:lnSpc>
                          <a:spcPct val="150000"/>
                        </a:lnSpc>
                        <a:buNone/>
                      </a:pPr>
                      <a:r>
                        <a:rPr lang="en-US" sz="1600" dirty="0">
                          <a:solidFill>
                            <a:schemeClr val="bg1"/>
                          </a:solidFill>
                        </a:rPr>
                        <a:t>PMBOK </a:t>
                      </a:r>
                      <a:r>
                        <a:rPr lang="en-US" altLang="zh-CN" sz="1600" dirty="0">
                          <a:solidFill>
                            <a:schemeClr val="bg1"/>
                          </a:solidFill>
                        </a:rPr>
                        <a:t>6th</a:t>
                      </a:r>
                      <a:endParaRPr lang="zh-CN" altLang="en-US" sz="1600" dirty="0">
                        <a:solidFill>
                          <a:schemeClr val="bg1"/>
                        </a:solidFill>
                      </a:endParaRPr>
                    </a:p>
                  </a:txBody>
                  <a:tcPr anchor="ctr">
                    <a:lnL>
                      <a:noFill/>
                    </a:lnL>
                    <a:lnR>
                      <a:noFill/>
                    </a:lnR>
                    <a:lnT>
                      <a:noFill/>
                    </a:lnT>
                    <a:lnB>
                      <a:noFill/>
                    </a:lnB>
                    <a:solidFill>
                      <a:schemeClr val="accent2"/>
                    </a:solidFill>
                  </a:tcPr>
                </a:tc>
                <a:tc>
                  <a:txBody>
                    <a:bodyPr/>
                    <a:lstStyle/>
                    <a:p>
                      <a:pPr algn="l">
                        <a:lnSpc>
                          <a:spcPct val="150000"/>
                        </a:lnSpc>
                        <a:buNone/>
                      </a:pPr>
                      <a:r>
                        <a:rPr lang="en-US" sz="1600" dirty="0">
                          <a:solidFill>
                            <a:schemeClr val="bg1"/>
                          </a:solidFill>
                        </a:rPr>
                        <a:t>PMBOK </a:t>
                      </a:r>
                      <a:r>
                        <a:rPr lang="en-US" altLang="zh-CN" sz="1600" dirty="0">
                          <a:solidFill>
                            <a:schemeClr val="bg1"/>
                          </a:solidFill>
                        </a:rPr>
                        <a:t>7th</a:t>
                      </a:r>
                      <a:endParaRPr lang="zh-CN" altLang="en-US" sz="1600" dirty="0">
                        <a:solidFill>
                          <a:schemeClr val="bg1"/>
                        </a:solidFill>
                      </a:endParaRPr>
                    </a:p>
                  </a:txBody>
                  <a:tcPr anchor="ctr">
                    <a:lnL>
                      <a:noFill/>
                    </a:lnL>
                    <a:lnR>
                      <a:noFill/>
                    </a:lnR>
                    <a:lnT>
                      <a:noFill/>
                    </a:lnT>
                    <a:lnB>
                      <a:noFill/>
                    </a:lnB>
                    <a:solidFill>
                      <a:schemeClr val="accent2"/>
                    </a:solidFill>
                  </a:tcPr>
                </a:tc>
                <a:extLst>
                  <a:ext uri="{0D108BD9-81ED-4DB2-BD59-A6C34878D82A}">
                    <a16:rowId xmlns:a16="http://schemas.microsoft.com/office/drawing/2014/main" val="1658896584"/>
                  </a:ext>
                </a:extLst>
              </a:tr>
              <a:tr h="0">
                <a:tc>
                  <a:txBody>
                    <a:bodyPr/>
                    <a:lstStyle/>
                    <a:p>
                      <a:pPr algn="l">
                        <a:lnSpc>
                          <a:spcPct val="150000"/>
                        </a:lnSpc>
                        <a:buNone/>
                      </a:pPr>
                      <a:r>
                        <a:rPr lang="en-US" altLang="zh-CN" sz="1600" dirty="0"/>
                        <a:t>Philosophy</a:t>
                      </a:r>
                      <a:endParaRPr lang="zh-CN" altLang="en-US" sz="1600" dirty="0"/>
                    </a:p>
                  </a:txBody>
                  <a:tcPr anchor="ctr">
                    <a:lnL>
                      <a:noFill/>
                    </a:lnL>
                    <a:lnR>
                      <a:noFill/>
                    </a:lnR>
                    <a:lnT>
                      <a:noFill/>
                    </a:lnT>
                    <a:lnB>
                      <a:noFill/>
                    </a:lnB>
                    <a:noFill/>
                  </a:tcPr>
                </a:tc>
                <a:tc>
                  <a:txBody>
                    <a:bodyPr/>
                    <a:lstStyle/>
                    <a:p>
                      <a:pPr algn="l">
                        <a:lnSpc>
                          <a:spcPct val="150000"/>
                        </a:lnSpc>
                        <a:buNone/>
                      </a:pPr>
                      <a:r>
                        <a:rPr lang="zh-CN" altLang="en-US" sz="1600" dirty="0"/>
                        <a:t>基于过程 </a:t>
                      </a:r>
                      <a:r>
                        <a:rPr lang="en-US" sz="1600" dirty="0"/>
                        <a:t>Process-Based</a:t>
                      </a:r>
                    </a:p>
                  </a:txBody>
                  <a:tcPr anchor="ctr">
                    <a:lnL>
                      <a:noFill/>
                    </a:lnL>
                    <a:lnR>
                      <a:noFill/>
                    </a:lnR>
                    <a:lnT>
                      <a:noFill/>
                    </a:lnT>
                    <a:lnB>
                      <a:noFill/>
                    </a:lnB>
                    <a:noFill/>
                  </a:tcPr>
                </a:tc>
                <a:tc>
                  <a:txBody>
                    <a:bodyPr/>
                    <a:lstStyle/>
                    <a:p>
                      <a:pPr algn="l">
                        <a:lnSpc>
                          <a:spcPct val="150000"/>
                        </a:lnSpc>
                        <a:buNone/>
                      </a:pPr>
                      <a:r>
                        <a:rPr lang="zh-CN" altLang="en-US" sz="1600" dirty="0"/>
                        <a:t>基于原则 </a:t>
                      </a:r>
                      <a:r>
                        <a:rPr lang="en-US" sz="1600" dirty="0"/>
                        <a:t>Principle-Based</a:t>
                      </a:r>
                    </a:p>
                  </a:txBody>
                  <a:tcPr anchor="ctr">
                    <a:lnL>
                      <a:noFill/>
                    </a:lnL>
                    <a:lnR>
                      <a:noFill/>
                    </a:lnR>
                    <a:lnT>
                      <a:noFill/>
                    </a:lnT>
                    <a:lnB>
                      <a:noFill/>
                    </a:lnB>
                    <a:noFill/>
                  </a:tcPr>
                </a:tc>
                <a:extLst>
                  <a:ext uri="{0D108BD9-81ED-4DB2-BD59-A6C34878D82A}">
                    <a16:rowId xmlns:a16="http://schemas.microsoft.com/office/drawing/2014/main" val="4662044"/>
                  </a:ext>
                </a:extLst>
              </a:tr>
              <a:tr h="0">
                <a:tc>
                  <a:txBody>
                    <a:bodyPr/>
                    <a:lstStyle/>
                    <a:p>
                      <a:pPr algn="l">
                        <a:lnSpc>
                          <a:spcPct val="150000"/>
                        </a:lnSpc>
                        <a:buNone/>
                      </a:pPr>
                      <a:r>
                        <a:rPr lang="en-US" altLang="zh-CN" sz="1600" dirty="0"/>
                        <a:t>Structure</a:t>
                      </a:r>
                      <a:endParaRPr lang="zh-CN" altLang="en-US" sz="1600" dirty="0"/>
                    </a:p>
                  </a:txBody>
                  <a:tcPr anchor="ctr">
                    <a:lnL>
                      <a:noFill/>
                    </a:lnL>
                    <a:lnR>
                      <a:noFill/>
                    </a:lnR>
                    <a:lnT>
                      <a:noFill/>
                    </a:lnT>
                    <a:lnB>
                      <a:noFill/>
                    </a:lnB>
                    <a:noFill/>
                  </a:tcPr>
                </a:tc>
                <a:tc>
                  <a:txBody>
                    <a:bodyPr/>
                    <a:lstStyle/>
                    <a:p>
                      <a:pPr algn="l">
                        <a:lnSpc>
                          <a:spcPct val="150000"/>
                        </a:lnSpc>
                        <a:buNone/>
                      </a:pPr>
                      <a:r>
                        <a:rPr lang="en-US" altLang="zh-CN" sz="1600"/>
                        <a:t>5</a:t>
                      </a:r>
                      <a:r>
                        <a:rPr lang="zh-CN" altLang="en-US" sz="1600"/>
                        <a:t>大过程组 </a:t>
                      </a:r>
                      <a:r>
                        <a:rPr lang="en-US" altLang="zh-CN" sz="1600"/>
                        <a:t>+ 10</a:t>
                      </a:r>
                      <a:r>
                        <a:rPr lang="zh-CN" altLang="en-US" sz="1600"/>
                        <a:t>大知识领域</a:t>
                      </a:r>
                    </a:p>
                  </a:txBody>
                  <a:tcPr anchor="ctr">
                    <a:lnL>
                      <a:noFill/>
                    </a:lnL>
                    <a:lnR>
                      <a:noFill/>
                    </a:lnR>
                    <a:lnT>
                      <a:noFill/>
                    </a:lnT>
                    <a:lnB>
                      <a:noFill/>
                    </a:lnB>
                    <a:noFill/>
                  </a:tcPr>
                </a:tc>
                <a:tc>
                  <a:txBody>
                    <a:bodyPr/>
                    <a:lstStyle/>
                    <a:p>
                      <a:pPr algn="l">
                        <a:lnSpc>
                          <a:spcPct val="150000"/>
                        </a:lnSpc>
                        <a:buNone/>
                      </a:pPr>
                      <a:r>
                        <a:rPr lang="en-US" altLang="zh-CN" sz="1600"/>
                        <a:t>12</a:t>
                      </a:r>
                      <a:r>
                        <a:rPr lang="zh-CN" altLang="en-US" sz="1600"/>
                        <a:t>项原则 </a:t>
                      </a:r>
                      <a:r>
                        <a:rPr lang="en-US" altLang="zh-CN" sz="1600"/>
                        <a:t>+ 8</a:t>
                      </a:r>
                      <a:r>
                        <a:rPr lang="zh-CN" altLang="en-US" sz="1600"/>
                        <a:t>大绩效域</a:t>
                      </a:r>
                    </a:p>
                  </a:txBody>
                  <a:tcPr anchor="ctr">
                    <a:lnL>
                      <a:noFill/>
                    </a:lnL>
                    <a:lnR>
                      <a:noFill/>
                    </a:lnR>
                    <a:lnT>
                      <a:noFill/>
                    </a:lnT>
                    <a:lnB>
                      <a:noFill/>
                    </a:lnB>
                    <a:noFill/>
                  </a:tcPr>
                </a:tc>
                <a:extLst>
                  <a:ext uri="{0D108BD9-81ED-4DB2-BD59-A6C34878D82A}">
                    <a16:rowId xmlns:a16="http://schemas.microsoft.com/office/drawing/2014/main" val="1512076787"/>
                  </a:ext>
                </a:extLst>
              </a:tr>
              <a:tr h="0">
                <a:tc>
                  <a:txBody>
                    <a:bodyPr/>
                    <a:lstStyle/>
                    <a:p>
                      <a:pPr algn="l">
                        <a:lnSpc>
                          <a:spcPct val="150000"/>
                        </a:lnSpc>
                        <a:buNone/>
                      </a:pPr>
                      <a:r>
                        <a:rPr lang="en-US" altLang="zh-CN" sz="1600" dirty="0"/>
                        <a:t>Focus</a:t>
                      </a:r>
                      <a:endParaRPr lang="zh-CN" altLang="en-US" sz="1600" dirty="0"/>
                    </a:p>
                  </a:txBody>
                  <a:tcPr anchor="ctr">
                    <a:lnL>
                      <a:noFill/>
                    </a:lnL>
                    <a:lnR>
                      <a:noFill/>
                    </a:lnR>
                    <a:lnT>
                      <a:noFill/>
                    </a:lnT>
                    <a:lnB>
                      <a:noFill/>
                    </a:lnB>
                    <a:noFill/>
                  </a:tcPr>
                </a:tc>
                <a:tc>
                  <a:txBody>
                    <a:bodyPr/>
                    <a:lstStyle/>
                    <a:p>
                      <a:pPr algn="l">
                        <a:lnSpc>
                          <a:spcPct val="150000"/>
                        </a:lnSpc>
                        <a:buNone/>
                      </a:pPr>
                      <a:r>
                        <a:rPr lang="zh-CN" altLang="en-US" sz="1600" dirty="0"/>
                        <a:t>产出 </a:t>
                      </a:r>
                      <a:r>
                        <a:rPr lang="en-US" sz="1600" dirty="0"/>
                        <a:t>Outputs</a:t>
                      </a:r>
                      <a:endParaRPr lang="en-US" altLang="zh-CN" sz="1600" dirty="0"/>
                    </a:p>
                    <a:p>
                      <a:pPr algn="l">
                        <a:lnSpc>
                          <a:spcPct val="150000"/>
                        </a:lnSpc>
                        <a:buNone/>
                      </a:pPr>
                      <a:r>
                        <a:rPr lang="zh-CN" altLang="en-US" sz="1600" dirty="0"/>
                        <a:t>交付了什么文件</a:t>
                      </a:r>
                      <a:r>
                        <a:rPr lang="en-US" altLang="zh-CN" sz="1600" dirty="0"/>
                        <a:t>/</a:t>
                      </a:r>
                      <a:r>
                        <a:rPr lang="zh-CN" altLang="en-US" sz="1600" dirty="0"/>
                        <a:t>产品？</a:t>
                      </a:r>
                    </a:p>
                  </a:txBody>
                  <a:tcPr anchor="ctr">
                    <a:lnL>
                      <a:noFill/>
                    </a:lnL>
                    <a:lnR>
                      <a:noFill/>
                    </a:lnR>
                    <a:lnT>
                      <a:noFill/>
                    </a:lnT>
                    <a:lnB>
                      <a:noFill/>
                    </a:lnB>
                    <a:noFill/>
                  </a:tcPr>
                </a:tc>
                <a:tc>
                  <a:txBody>
                    <a:bodyPr/>
                    <a:lstStyle/>
                    <a:p>
                      <a:pPr algn="l">
                        <a:lnSpc>
                          <a:spcPct val="150000"/>
                        </a:lnSpc>
                        <a:buNone/>
                      </a:pPr>
                      <a:r>
                        <a:rPr lang="zh-CN" altLang="en-US" sz="1600" dirty="0"/>
                        <a:t>成果 </a:t>
                      </a:r>
                      <a:r>
                        <a:rPr lang="en-US" sz="1600" dirty="0"/>
                        <a:t>Outcomes &amp; </a:t>
                      </a:r>
                      <a:r>
                        <a:rPr lang="zh-CN" altLang="en-US" sz="1600" dirty="0"/>
                        <a:t>价值 </a:t>
                      </a:r>
                      <a:r>
                        <a:rPr lang="en-US" sz="1600" dirty="0"/>
                        <a:t>Value </a:t>
                      </a:r>
                      <a:br>
                        <a:rPr lang="en-US" sz="1600" dirty="0"/>
                      </a:br>
                      <a:r>
                        <a:rPr lang="zh-CN" altLang="en-US" sz="1600" dirty="0"/>
                        <a:t>实现了什么业务目标？</a:t>
                      </a:r>
                    </a:p>
                  </a:txBody>
                  <a:tcPr anchor="ctr">
                    <a:lnL>
                      <a:noFill/>
                    </a:lnL>
                    <a:lnR>
                      <a:noFill/>
                    </a:lnR>
                    <a:lnT>
                      <a:noFill/>
                    </a:lnT>
                    <a:lnB>
                      <a:noFill/>
                    </a:lnB>
                    <a:noFill/>
                  </a:tcPr>
                </a:tc>
                <a:extLst>
                  <a:ext uri="{0D108BD9-81ED-4DB2-BD59-A6C34878D82A}">
                    <a16:rowId xmlns:a16="http://schemas.microsoft.com/office/drawing/2014/main" val="1434473040"/>
                  </a:ext>
                </a:extLst>
              </a:tr>
              <a:tr h="0">
                <a:tc>
                  <a:txBody>
                    <a:bodyPr/>
                    <a:lstStyle/>
                    <a:p>
                      <a:pPr algn="l">
                        <a:lnSpc>
                          <a:spcPct val="150000"/>
                        </a:lnSpc>
                        <a:buNone/>
                      </a:pPr>
                      <a:r>
                        <a:rPr lang="en-US" altLang="zh-CN" sz="1600" dirty="0"/>
                        <a:t>Methodology Scope</a:t>
                      </a:r>
                      <a:endParaRPr lang="zh-CN" altLang="en-US" sz="1600" dirty="0"/>
                    </a:p>
                  </a:txBody>
                  <a:tcPr anchor="ctr">
                    <a:lnL>
                      <a:noFill/>
                    </a:lnL>
                    <a:lnR>
                      <a:noFill/>
                    </a:lnR>
                    <a:lnT>
                      <a:noFill/>
                    </a:lnT>
                    <a:lnB>
                      <a:noFill/>
                    </a:lnB>
                    <a:noFill/>
                  </a:tcPr>
                </a:tc>
                <a:tc>
                  <a:txBody>
                    <a:bodyPr/>
                    <a:lstStyle/>
                    <a:p>
                      <a:pPr algn="l">
                        <a:lnSpc>
                          <a:spcPct val="150000"/>
                        </a:lnSpc>
                        <a:buNone/>
                      </a:pPr>
                      <a:r>
                        <a:rPr lang="zh-CN" altLang="en-US" sz="1600" dirty="0"/>
                        <a:t>偏向预测型 </a:t>
                      </a:r>
                      <a:r>
                        <a:rPr lang="en-US" altLang="zh-CN" sz="1600" dirty="0"/>
                        <a:t>(</a:t>
                      </a:r>
                      <a:r>
                        <a:rPr lang="zh-CN" altLang="en-US" sz="1600" dirty="0"/>
                        <a:t>瀑布式</a:t>
                      </a:r>
                      <a:r>
                        <a:rPr lang="en-US" altLang="zh-CN" sz="1600" dirty="0"/>
                        <a:t>)</a:t>
                      </a:r>
                      <a:endParaRPr lang="zh-CN" altLang="en-US" sz="1600" dirty="0"/>
                    </a:p>
                  </a:txBody>
                  <a:tcPr anchor="ctr">
                    <a:lnL>
                      <a:noFill/>
                    </a:lnL>
                    <a:lnR>
                      <a:noFill/>
                    </a:lnR>
                    <a:lnT>
                      <a:noFill/>
                    </a:lnT>
                    <a:lnB>
                      <a:noFill/>
                    </a:lnB>
                    <a:noFill/>
                  </a:tcPr>
                </a:tc>
                <a:tc>
                  <a:txBody>
                    <a:bodyPr/>
                    <a:lstStyle/>
                    <a:p>
                      <a:pPr algn="l">
                        <a:lnSpc>
                          <a:spcPct val="150000"/>
                        </a:lnSpc>
                        <a:buNone/>
                      </a:pPr>
                      <a:r>
                        <a:rPr lang="zh-CN" altLang="en-US" sz="1600"/>
                        <a:t>全生命周期适用 </a:t>
                      </a:r>
                      <a:r>
                        <a:rPr lang="en-US" altLang="zh-CN" sz="1600"/>
                        <a:t>(</a:t>
                      </a:r>
                      <a:r>
                        <a:rPr lang="zh-CN" altLang="en-US" sz="1600"/>
                        <a:t>预测型、敏捷型、混合型融合</a:t>
                      </a:r>
                      <a:r>
                        <a:rPr lang="en-US" altLang="zh-CN" sz="1600"/>
                        <a:t>)</a:t>
                      </a:r>
                    </a:p>
                  </a:txBody>
                  <a:tcPr anchor="ctr">
                    <a:lnL>
                      <a:noFill/>
                    </a:lnL>
                    <a:lnR>
                      <a:noFill/>
                    </a:lnR>
                    <a:lnT>
                      <a:noFill/>
                    </a:lnT>
                    <a:lnB>
                      <a:noFill/>
                    </a:lnB>
                    <a:noFill/>
                  </a:tcPr>
                </a:tc>
                <a:extLst>
                  <a:ext uri="{0D108BD9-81ED-4DB2-BD59-A6C34878D82A}">
                    <a16:rowId xmlns:a16="http://schemas.microsoft.com/office/drawing/2014/main" val="2314180528"/>
                  </a:ext>
                </a:extLst>
              </a:tr>
              <a:tr h="0">
                <a:tc>
                  <a:txBody>
                    <a:bodyPr/>
                    <a:lstStyle/>
                    <a:p>
                      <a:pPr algn="l">
                        <a:lnSpc>
                          <a:spcPct val="150000"/>
                        </a:lnSpc>
                        <a:buNone/>
                      </a:pPr>
                      <a:r>
                        <a:rPr lang="en-US" altLang="zh-CN" sz="1600" dirty="0"/>
                        <a:t>PM</a:t>
                      </a:r>
                      <a:r>
                        <a:rPr lang="zh-CN" altLang="en-US" sz="1600" dirty="0"/>
                        <a:t> </a:t>
                      </a:r>
                      <a:r>
                        <a:rPr lang="en-US" altLang="zh-CN" sz="1600" dirty="0"/>
                        <a:t>role</a:t>
                      </a:r>
                      <a:endParaRPr lang="zh-CN" altLang="en-US" sz="1600" dirty="0"/>
                    </a:p>
                  </a:txBody>
                  <a:tcPr anchor="ctr">
                    <a:lnL>
                      <a:noFill/>
                    </a:lnL>
                    <a:lnR>
                      <a:noFill/>
                    </a:lnR>
                    <a:lnT>
                      <a:noFill/>
                    </a:lnT>
                    <a:lnB>
                      <a:noFill/>
                    </a:lnB>
                    <a:noFill/>
                  </a:tcPr>
                </a:tc>
                <a:tc>
                  <a:txBody>
                    <a:bodyPr/>
                    <a:lstStyle/>
                    <a:p>
                      <a:pPr algn="l">
                        <a:lnSpc>
                          <a:spcPct val="150000"/>
                        </a:lnSpc>
                        <a:buNone/>
                      </a:pPr>
                      <a:r>
                        <a:rPr lang="zh-CN" altLang="en-US" sz="1600" dirty="0"/>
                        <a:t>执行者、控制者、流程管理者</a:t>
                      </a:r>
                    </a:p>
                  </a:txBody>
                  <a:tcPr anchor="ctr">
                    <a:lnL>
                      <a:noFill/>
                    </a:lnL>
                    <a:lnR>
                      <a:noFill/>
                    </a:lnR>
                    <a:lnT>
                      <a:noFill/>
                    </a:lnT>
                    <a:lnB>
                      <a:noFill/>
                    </a:lnB>
                    <a:noFill/>
                  </a:tcPr>
                </a:tc>
                <a:tc>
                  <a:txBody>
                    <a:bodyPr/>
                    <a:lstStyle/>
                    <a:p>
                      <a:pPr algn="l">
                        <a:lnSpc>
                          <a:spcPct val="150000"/>
                        </a:lnSpc>
                        <a:buNone/>
                      </a:pPr>
                      <a:r>
                        <a:rPr lang="zh-CN" altLang="en-US" sz="1600"/>
                        <a:t>服务型领导、变革推动者、价值交付者</a:t>
                      </a:r>
                    </a:p>
                  </a:txBody>
                  <a:tcPr anchor="ctr">
                    <a:lnL>
                      <a:noFill/>
                    </a:lnL>
                    <a:lnR>
                      <a:noFill/>
                    </a:lnR>
                    <a:lnT>
                      <a:noFill/>
                    </a:lnT>
                    <a:lnB>
                      <a:noFill/>
                    </a:lnB>
                    <a:noFill/>
                  </a:tcPr>
                </a:tc>
                <a:extLst>
                  <a:ext uri="{0D108BD9-81ED-4DB2-BD59-A6C34878D82A}">
                    <a16:rowId xmlns:a16="http://schemas.microsoft.com/office/drawing/2014/main" val="1520392344"/>
                  </a:ext>
                </a:extLst>
              </a:tr>
              <a:tr h="0">
                <a:tc>
                  <a:txBody>
                    <a:bodyPr/>
                    <a:lstStyle/>
                    <a:p>
                      <a:pPr algn="l">
                        <a:lnSpc>
                          <a:spcPct val="150000"/>
                        </a:lnSpc>
                        <a:buNone/>
                      </a:pPr>
                      <a:r>
                        <a:rPr lang="en-US" altLang="zh-CN" sz="1600" dirty="0"/>
                        <a:t>Tailoring</a:t>
                      </a:r>
                      <a:endParaRPr lang="zh-CN" altLang="en-US" sz="1600" dirty="0"/>
                    </a:p>
                  </a:txBody>
                  <a:tcPr anchor="ctr">
                    <a:lnL>
                      <a:noFill/>
                    </a:lnL>
                    <a:lnR>
                      <a:noFill/>
                    </a:lnR>
                    <a:lnT>
                      <a:noFill/>
                    </a:lnT>
                    <a:lnB>
                      <a:noFill/>
                    </a:lnB>
                    <a:noFill/>
                  </a:tcPr>
                </a:tc>
                <a:tc>
                  <a:txBody>
                    <a:bodyPr/>
                    <a:lstStyle/>
                    <a:p>
                      <a:pPr algn="l">
                        <a:lnSpc>
                          <a:spcPct val="150000"/>
                        </a:lnSpc>
                        <a:buNone/>
                      </a:pPr>
                      <a:r>
                        <a:rPr lang="zh-CN" altLang="en-US" sz="1600"/>
                        <a:t>较僵化，强调遵循标准流程</a:t>
                      </a:r>
                    </a:p>
                  </a:txBody>
                  <a:tcPr anchor="ctr">
                    <a:lnL>
                      <a:noFill/>
                    </a:lnL>
                    <a:lnR>
                      <a:noFill/>
                    </a:lnR>
                    <a:lnT>
                      <a:noFill/>
                    </a:lnT>
                    <a:lnB>
                      <a:noFill/>
                    </a:lnB>
                    <a:noFill/>
                  </a:tcPr>
                </a:tc>
                <a:tc>
                  <a:txBody>
                    <a:bodyPr/>
                    <a:lstStyle/>
                    <a:p>
                      <a:pPr algn="l">
                        <a:lnSpc>
                          <a:spcPct val="150000"/>
                        </a:lnSpc>
                        <a:buNone/>
                      </a:pPr>
                      <a:r>
                        <a:rPr lang="zh-CN" altLang="en-US" sz="1600" dirty="0"/>
                        <a:t>高度灵活，强调根据环境裁剪 </a:t>
                      </a:r>
                      <a:r>
                        <a:rPr lang="en-US" altLang="zh-CN" sz="1600" dirty="0"/>
                        <a:t>(Tailoring)</a:t>
                      </a:r>
                    </a:p>
                  </a:txBody>
                  <a:tcPr anchor="ctr">
                    <a:lnL>
                      <a:noFill/>
                    </a:lnL>
                    <a:lnR>
                      <a:noFill/>
                    </a:lnR>
                    <a:lnT>
                      <a:noFill/>
                    </a:lnT>
                    <a:lnB>
                      <a:noFill/>
                    </a:lnB>
                    <a:noFill/>
                  </a:tcPr>
                </a:tc>
                <a:extLst>
                  <a:ext uri="{0D108BD9-81ED-4DB2-BD59-A6C34878D82A}">
                    <a16:rowId xmlns:a16="http://schemas.microsoft.com/office/drawing/2014/main" val="306997171"/>
                  </a:ext>
                </a:extLst>
              </a:tr>
              <a:tr h="0">
                <a:tc>
                  <a:txBody>
                    <a:bodyPr/>
                    <a:lstStyle/>
                    <a:p>
                      <a:pPr algn="l">
                        <a:lnSpc>
                          <a:spcPct val="150000"/>
                        </a:lnSpc>
                        <a:buNone/>
                      </a:pPr>
                      <a:r>
                        <a:rPr lang="en-US" altLang="zh-CN" sz="1600" dirty="0"/>
                        <a:t>Definition of Success</a:t>
                      </a:r>
                      <a:endParaRPr lang="zh-CN" altLang="en-US" sz="1600" dirty="0"/>
                    </a:p>
                  </a:txBody>
                  <a:tcPr anchor="ctr">
                    <a:lnL>
                      <a:noFill/>
                    </a:lnL>
                    <a:lnR>
                      <a:noFill/>
                    </a:lnR>
                    <a:lnT>
                      <a:noFill/>
                    </a:lnT>
                    <a:lnB>
                      <a:noFill/>
                    </a:lnB>
                    <a:noFill/>
                  </a:tcPr>
                </a:tc>
                <a:tc>
                  <a:txBody>
                    <a:bodyPr/>
                    <a:lstStyle/>
                    <a:p>
                      <a:pPr algn="l">
                        <a:lnSpc>
                          <a:spcPct val="150000"/>
                        </a:lnSpc>
                        <a:buNone/>
                      </a:pPr>
                      <a:r>
                        <a:rPr lang="zh-CN" altLang="en-US" sz="1600"/>
                        <a:t>按时、按预算、按范围交付 </a:t>
                      </a:r>
                      <a:r>
                        <a:rPr lang="en-US" altLang="zh-CN" sz="1600"/>
                        <a:t>(</a:t>
                      </a:r>
                      <a:r>
                        <a:rPr lang="zh-CN" altLang="en-US" sz="1600"/>
                        <a:t>铁三角</a:t>
                      </a:r>
                      <a:r>
                        <a:rPr lang="en-US" altLang="zh-CN" sz="1600"/>
                        <a:t>)</a:t>
                      </a:r>
                    </a:p>
                  </a:txBody>
                  <a:tcPr anchor="ctr">
                    <a:lnL>
                      <a:noFill/>
                    </a:lnL>
                    <a:lnR>
                      <a:noFill/>
                    </a:lnR>
                    <a:lnT>
                      <a:noFill/>
                    </a:lnT>
                    <a:lnB>
                      <a:noFill/>
                    </a:lnB>
                    <a:noFill/>
                  </a:tcPr>
                </a:tc>
                <a:tc>
                  <a:txBody>
                    <a:bodyPr/>
                    <a:lstStyle/>
                    <a:p>
                      <a:pPr algn="l">
                        <a:lnSpc>
                          <a:spcPct val="150000"/>
                        </a:lnSpc>
                        <a:buNone/>
                      </a:pPr>
                      <a:r>
                        <a:rPr lang="zh-CN" altLang="en-US" sz="1600"/>
                        <a:t>交付价值、满足干系人期望、实现战略目标</a:t>
                      </a:r>
                    </a:p>
                  </a:txBody>
                  <a:tcPr anchor="ctr">
                    <a:lnL>
                      <a:noFill/>
                    </a:lnL>
                    <a:lnR>
                      <a:noFill/>
                    </a:lnR>
                    <a:lnT>
                      <a:noFill/>
                    </a:lnT>
                    <a:lnB>
                      <a:noFill/>
                    </a:lnB>
                    <a:noFill/>
                  </a:tcPr>
                </a:tc>
                <a:extLst>
                  <a:ext uri="{0D108BD9-81ED-4DB2-BD59-A6C34878D82A}">
                    <a16:rowId xmlns:a16="http://schemas.microsoft.com/office/drawing/2014/main" val="3440767506"/>
                  </a:ext>
                </a:extLst>
              </a:tr>
              <a:tr h="0">
                <a:tc>
                  <a:txBody>
                    <a:bodyPr/>
                    <a:lstStyle/>
                    <a:p>
                      <a:pPr algn="l">
                        <a:lnSpc>
                          <a:spcPct val="150000"/>
                        </a:lnSpc>
                        <a:buNone/>
                      </a:pPr>
                      <a:r>
                        <a:rPr lang="en-US" altLang="zh-CN" sz="1600" dirty="0"/>
                        <a:t>Format &amp; Length</a:t>
                      </a:r>
                      <a:endParaRPr lang="zh-CN" altLang="en-US" sz="1600" dirty="0"/>
                    </a:p>
                  </a:txBody>
                  <a:tcPr anchor="ctr">
                    <a:lnL>
                      <a:noFill/>
                    </a:lnL>
                    <a:lnR>
                      <a:noFill/>
                    </a:lnR>
                    <a:lnT>
                      <a:noFill/>
                    </a:lnT>
                    <a:lnB>
                      <a:noFill/>
                    </a:lnB>
                    <a:noFill/>
                  </a:tcPr>
                </a:tc>
                <a:tc>
                  <a:txBody>
                    <a:bodyPr/>
                    <a:lstStyle/>
                    <a:p>
                      <a:pPr algn="l">
                        <a:lnSpc>
                          <a:spcPct val="150000"/>
                        </a:lnSpc>
                        <a:buNone/>
                      </a:pPr>
                      <a:r>
                        <a:rPr lang="zh-CN" altLang="en-US" sz="1600" dirty="0"/>
                        <a:t>厚书，充满</a:t>
                      </a:r>
                      <a:r>
                        <a:rPr lang="en-US" altLang="zh-CN" sz="1600" dirty="0"/>
                        <a:t>ITTO (</a:t>
                      </a:r>
                      <a:r>
                        <a:rPr lang="zh-CN" altLang="en-US" sz="1600" dirty="0"/>
                        <a:t>输入</a:t>
                      </a:r>
                      <a:r>
                        <a:rPr lang="en-US" altLang="zh-CN" sz="1600" dirty="0"/>
                        <a:t>/</a:t>
                      </a:r>
                      <a:r>
                        <a:rPr lang="zh-CN" altLang="en-US" sz="1600" dirty="0"/>
                        <a:t>工具</a:t>
                      </a:r>
                      <a:r>
                        <a:rPr lang="en-US" altLang="zh-CN" sz="1600" dirty="0"/>
                        <a:t>/</a:t>
                      </a:r>
                      <a:r>
                        <a:rPr lang="zh-CN" altLang="en-US" sz="1600" dirty="0"/>
                        <a:t>输出</a:t>
                      </a:r>
                      <a:r>
                        <a:rPr lang="en-US" altLang="zh-CN" sz="1600" dirty="0"/>
                        <a:t>) </a:t>
                      </a:r>
                      <a:r>
                        <a:rPr lang="zh-CN" altLang="en-US" sz="1600" dirty="0"/>
                        <a:t>表格</a:t>
                      </a:r>
                    </a:p>
                  </a:txBody>
                  <a:tcPr anchor="ctr">
                    <a:lnL>
                      <a:noFill/>
                    </a:lnL>
                    <a:lnR>
                      <a:noFill/>
                    </a:lnR>
                    <a:lnT>
                      <a:noFill/>
                    </a:lnT>
                    <a:lnB>
                      <a:noFill/>
                    </a:lnB>
                    <a:noFill/>
                  </a:tcPr>
                </a:tc>
                <a:tc>
                  <a:txBody>
                    <a:bodyPr/>
                    <a:lstStyle/>
                    <a:p>
                      <a:pPr algn="l">
                        <a:lnSpc>
                          <a:spcPct val="150000"/>
                        </a:lnSpc>
                        <a:buNone/>
                      </a:pPr>
                      <a:r>
                        <a:rPr lang="zh-CN" altLang="en-US" sz="1600" dirty="0"/>
                        <a:t>更薄，更像指导手册，去除了大量</a:t>
                      </a:r>
                      <a:r>
                        <a:rPr lang="en-US" altLang="zh-CN" sz="1600" dirty="0"/>
                        <a:t>ITTO</a:t>
                      </a:r>
                      <a:r>
                        <a:rPr lang="zh-CN" altLang="en-US" sz="1600" dirty="0"/>
                        <a:t>细节</a:t>
                      </a:r>
                    </a:p>
                  </a:txBody>
                  <a:tcPr anchor="ctr">
                    <a:lnL>
                      <a:noFill/>
                    </a:lnL>
                    <a:lnR>
                      <a:noFill/>
                    </a:lnR>
                    <a:lnT>
                      <a:noFill/>
                    </a:lnT>
                    <a:lnB>
                      <a:noFill/>
                    </a:lnB>
                    <a:noFill/>
                  </a:tcPr>
                </a:tc>
                <a:extLst>
                  <a:ext uri="{0D108BD9-81ED-4DB2-BD59-A6C34878D82A}">
                    <a16:rowId xmlns:a16="http://schemas.microsoft.com/office/drawing/2014/main" val="1998364373"/>
                  </a:ext>
                </a:extLst>
              </a:tr>
              <a:tr h="0">
                <a:tc>
                  <a:txBody>
                    <a:bodyPr/>
                    <a:lstStyle/>
                    <a:p>
                      <a:pPr algn="l">
                        <a:lnSpc>
                          <a:spcPct val="150000"/>
                        </a:lnSpc>
                        <a:buNone/>
                      </a:pPr>
                      <a:r>
                        <a:rPr lang="en-US" altLang="zh-CN" sz="1600" dirty="0"/>
                        <a:t>In a word</a:t>
                      </a:r>
                      <a:endParaRPr lang="zh-CN" altLang="en-US" sz="1600" dirty="0"/>
                    </a:p>
                  </a:txBody>
                  <a:tcPr anchor="ctr">
                    <a:lnL>
                      <a:noFill/>
                    </a:lnL>
                    <a:lnR>
                      <a:noFill/>
                    </a:lnR>
                    <a:lnT>
                      <a:noFill/>
                    </a:lnT>
                    <a:lnB>
                      <a:noFill/>
                    </a:lnB>
                    <a:solidFill>
                      <a:schemeClr val="accent2">
                        <a:lumMod val="20000"/>
                        <a:lumOff val="80000"/>
                      </a:schemeClr>
                    </a:solidFill>
                  </a:tcPr>
                </a:tc>
                <a:tc>
                  <a:txBody>
                    <a:bodyPr/>
                    <a:lstStyle/>
                    <a:p>
                      <a:pPr algn="l">
                        <a:lnSpc>
                          <a:spcPct val="150000"/>
                        </a:lnSpc>
                        <a:buNone/>
                      </a:pPr>
                      <a:r>
                        <a:rPr lang="en-US" altLang="zh-CN" sz="1600" dirty="0"/>
                        <a:t>Do the project right</a:t>
                      </a:r>
                      <a:endParaRPr lang="zh-CN" altLang="en-US" sz="1600" dirty="0"/>
                    </a:p>
                  </a:txBody>
                  <a:tcPr anchor="ctr">
                    <a:lnL>
                      <a:noFill/>
                    </a:lnL>
                    <a:lnR>
                      <a:noFill/>
                    </a:lnR>
                    <a:lnT>
                      <a:noFill/>
                    </a:lnT>
                    <a:lnB>
                      <a:noFill/>
                    </a:lnB>
                    <a:solidFill>
                      <a:schemeClr val="accent2">
                        <a:lumMod val="20000"/>
                        <a:lumOff val="80000"/>
                      </a:schemeClr>
                    </a:solidFill>
                  </a:tcPr>
                </a:tc>
                <a:tc>
                  <a:txBody>
                    <a:bodyPr/>
                    <a:lstStyle/>
                    <a:p>
                      <a:pPr algn="l">
                        <a:lnSpc>
                          <a:spcPct val="150000"/>
                        </a:lnSpc>
                        <a:buNone/>
                      </a:pPr>
                      <a:r>
                        <a:rPr lang="en-US" altLang="zh-CN" sz="1600" dirty="0"/>
                        <a:t>Do the right project</a:t>
                      </a:r>
                      <a:endParaRPr lang="zh-CN" altLang="en-US" sz="1600" dirty="0"/>
                    </a:p>
                  </a:txBody>
                  <a:tcPr anchor="ctr">
                    <a:lnL>
                      <a:noFill/>
                    </a:lnL>
                    <a:lnR>
                      <a:noFill/>
                    </a:lnR>
                    <a:lnT>
                      <a:noFill/>
                    </a:lnT>
                    <a:lnB>
                      <a:noFill/>
                    </a:lnB>
                    <a:solidFill>
                      <a:schemeClr val="accent2">
                        <a:lumMod val="20000"/>
                        <a:lumOff val="80000"/>
                      </a:schemeClr>
                    </a:solidFill>
                  </a:tcPr>
                </a:tc>
                <a:extLst>
                  <a:ext uri="{0D108BD9-81ED-4DB2-BD59-A6C34878D82A}">
                    <a16:rowId xmlns:a16="http://schemas.microsoft.com/office/drawing/2014/main" val="2431192574"/>
                  </a:ext>
                </a:extLst>
              </a:tr>
            </a:tbl>
          </a:graphicData>
        </a:graphic>
      </p:graphicFrame>
    </p:spTree>
    <p:extLst>
      <p:ext uri="{BB962C8B-B14F-4D97-AF65-F5344CB8AC3E}">
        <p14:creationId xmlns:p14="http://schemas.microsoft.com/office/powerpoint/2010/main" val="171114082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3954F7-F146-B7A5-860B-1B0FD98693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C19FDF-B853-2A57-6D6A-0062AC97AC34}"/>
              </a:ext>
            </a:extLst>
          </p:cNvPr>
          <p:cNvSpPr>
            <a:spLocks noGrp="1"/>
          </p:cNvSpPr>
          <p:nvPr>
            <p:ph type="title"/>
          </p:nvPr>
        </p:nvSpPr>
        <p:spPr>
          <a:xfrm>
            <a:off x="695998" y="360000"/>
            <a:ext cx="6375921" cy="429413"/>
          </a:xfrm>
        </p:spPr>
        <p:txBody>
          <a:bodyPr>
            <a:normAutofit/>
          </a:bodyPr>
          <a:lstStyle/>
          <a:p>
            <a:r>
              <a:rPr lang="en-US" altLang="zh-CN" dirty="0"/>
              <a:t>3.1 PMBOK </a:t>
            </a:r>
            <a:r>
              <a:rPr lang="zh-CN" altLang="zh-CN" dirty="0"/>
              <a:t>第</a:t>
            </a:r>
            <a:r>
              <a:rPr lang="en-US" altLang="zh-CN" dirty="0"/>
              <a:t>6</a:t>
            </a:r>
            <a:r>
              <a:rPr lang="zh-CN" altLang="zh-CN" dirty="0"/>
              <a:t>版</a:t>
            </a:r>
            <a:endParaRPr lang="zh-CN" altLang="en-US" dirty="0"/>
          </a:p>
        </p:txBody>
      </p:sp>
      <p:sp>
        <p:nvSpPr>
          <p:cNvPr id="5" name="Content Placeholder 4">
            <a:extLst>
              <a:ext uri="{FF2B5EF4-FFF2-40B4-BE49-F238E27FC236}">
                <a16:creationId xmlns:a16="http://schemas.microsoft.com/office/drawing/2014/main" id="{C9F59B7C-4C57-0601-9730-BFE454120EA9}"/>
              </a:ext>
            </a:extLst>
          </p:cNvPr>
          <p:cNvSpPr>
            <a:spLocks noGrp="1"/>
          </p:cNvSpPr>
          <p:nvPr>
            <p:ph idx="1"/>
          </p:nvPr>
        </p:nvSpPr>
        <p:spPr>
          <a:xfrm>
            <a:off x="696000" y="864000"/>
            <a:ext cx="10800000" cy="5400000"/>
          </a:xfrm>
        </p:spPr>
        <p:txBody>
          <a:bodyPr/>
          <a:lstStyle/>
          <a:p>
            <a:r>
              <a:rPr lang="en-US" altLang="zh-CN" dirty="0"/>
              <a:t>2017</a:t>
            </a:r>
            <a:r>
              <a:rPr lang="zh-CN" altLang="en-US" dirty="0"/>
              <a:t>年</a:t>
            </a:r>
            <a:r>
              <a:rPr lang="en-US" altLang="zh-CN" dirty="0"/>
              <a:t>9</a:t>
            </a:r>
            <a:r>
              <a:rPr lang="zh-CN" altLang="en-US" dirty="0"/>
              <a:t>月发布</a:t>
            </a:r>
            <a:endParaRPr lang="en-US" altLang="zh-CN" dirty="0"/>
          </a:p>
          <a:p>
            <a:r>
              <a:rPr lang="zh-CN" altLang="en-US" dirty="0"/>
              <a:t>传统项目管理方法的集大成者，强调怎么做 </a:t>
            </a:r>
            <a:r>
              <a:rPr lang="en-US" altLang="zh-CN" dirty="0"/>
              <a:t>How to do</a:t>
            </a:r>
          </a:p>
          <a:p>
            <a:r>
              <a:rPr lang="zh-CN" altLang="en-US" dirty="0"/>
              <a:t>基于过程 </a:t>
            </a:r>
            <a:r>
              <a:rPr lang="en-US" altLang="zh-CN" dirty="0"/>
              <a:t>Process-Based</a:t>
            </a:r>
          </a:p>
          <a:p>
            <a:r>
              <a:rPr lang="zh-CN" altLang="en-US" dirty="0"/>
              <a:t>核心理念 </a:t>
            </a:r>
            <a:r>
              <a:rPr lang="en-US" altLang="zh-CN" dirty="0"/>
              <a:t>Philosophy</a:t>
            </a:r>
            <a:endParaRPr lang="zh-CN" altLang="en-US" dirty="0"/>
          </a:p>
          <a:p>
            <a:pPr lvl="1"/>
            <a:r>
              <a:rPr lang="zh-CN" altLang="en-US" dirty="0"/>
              <a:t>合规性与标准化：强调遵循既定的流程和规范</a:t>
            </a:r>
          </a:p>
          <a:p>
            <a:pPr lvl="1"/>
            <a:r>
              <a:rPr lang="zh-CN" altLang="en-US" dirty="0"/>
              <a:t>可交付成果导向：关注是否按时、按预算完成了规定的产出</a:t>
            </a:r>
          </a:p>
          <a:p>
            <a:pPr lvl="1"/>
            <a:r>
              <a:rPr lang="zh-CN" altLang="en-US" dirty="0"/>
              <a:t>预测型为主：虽然包含了敏捷内容（附录），但主体逻辑仍偏向瀑布式（预测型）管理</a:t>
            </a:r>
            <a:endParaRPr lang="en-US" altLang="zh-CN" dirty="0"/>
          </a:p>
          <a:p>
            <a:r>
              <a:rPr lang="zh-CN" altLang="en-US" dirty="0"/>
              <a:t>核心架构 </a:t>
            </a:r>
            <a:r>
              <a:rPr lang="en-US" altLang="zh-CN" dirty="0"/>
              <a:t>Structure</a:t>
            </a:r>
            <a:endParaRPr lang="zh-CN" altLang="en-US" dirty="0"/>
          </a:p>
          <a:p>
            <a:pPr lvl="1"/>
            <a:r>
              <a:rPr lang="zh-CN" altLang="en-US" dirty="0"/>
              <a:t>五大标准过程组 </a:t>
            </a:r>
            <a:r>
              <a:rPr lang="en-US" altLang="zh-CN" dirty="0"/>
              <a:t>(5 Process Groups)</a:t>
            </a:r>
            <a:r>
              <a:rPr lang="zh-CN" altLang="en-US" dirty="0"/>
              <a:t>：按时间顺序排列的项目生命周期阶段</a:t>
            </a:r>
            <a:endParaRPr lang="en-US" altLang="zh-CN" dirty="0"/>
          </a:p>
          <a:p>
            <a:pPr lvl="1"/>
            <a:r>
              <a:rPr lang="zh-CN" altLang="en-US" dirty="0"/>
              <a:t>十大知识领域 </a:t>
            </a:r>
            <a:r>
              <a:rPr lang="en-US" altLang="zh-CN" dirty="0"/>
              <a:t>(10 Knowledge Areas)</a:t>
            </a:r>
            <a:r>
              <a:rPr lang="zh-CN" altLang="en-US" dirty="0"/>
              <a:t>：按专业职能划分的管理领域</a:t>
            </a:r>
            <a:endParaRPr lang="en-US" altLang="zh-CN" dirty="0"/>
          </a:p>
          <a:p>
            <a:r>
              <a:rPr lang="zh-CN" altLang="en-US" dirty="0"/>
              <a:t>缺点 </a:t>
            </a:r>
            <a:r>
              <a:rPr lang="en-US" altLang="zh-CN" dirty="0"/>
              <a:t>Drawback</a:t>
            </a:r>
          </a:p>
          <a:p>
            <a:pPr lvl="1"/>
            <a:r>
              <a:rPr lang="zh-CN" altLang="en-US" dirty="0"/>
              <a:t>为了走流程而走流程，忽视实际效果</a:t>
            </a:r>
            <a:endParaRPr lang="en-US" altLang="zh-CN" dirty="0"/>
          </a:p>
          <a:p>
            <a:endParaRPr lang="zh-CN" altLang="en-US" dirty="0"/>
          </a:p>
        </p:txBody>
      </p:sp>
      <p:sp>
        <p:nvSpPr>
          <p:cNvPr id="7" name="Text Placeholder 6">
            <a:extLst>
              <a:ext uri="{FF2B5EF4-FFF2-40B4-BE49-F238E27FC236}">
                <a16:creationId xmlns:a16="http://schemas.microsoft.com/office/drawing/2014/main" id="{D665B0B3-692B-319A-4CF4-C880C52F6EA2}"/>
              </a:ext>
            </a:extLst>
          </p:cNvPr>
          <p:cNvSpPr>
            <a:spLocks noGrp="1"/>
          </p:cNvSpPr>
          <p:nvPr>
            <p:ph type="body" sz="quarter" idx="10"/>
          </p:nvPr>
        </p:nvSpPr>
        <p:spPr>
          <a:xfrm>
            <a:off x="7071919" y="448519"/>
            <a:ext cx="4424080" cy="338554"/>
          </a:xfrm>
        </p:spPr>
        <p:txBody>
          <a:bodyPr/>
          <a:lstStyle/>
          <a:p>
            <a:r>
              <a:rPr lang="en-US" altLang="zh-CN" dirty="0"/>
              <a:t>PMBOK 6th</a:t>
            </a:r>
            <a:endParaRPr lang="zh-CN" altLang="en-US" dirty="0"/>
          </a:p>
        </p:txBody>
      </p:sp>
    </p:spTree>
    <p:extLst>
      <p:ext uri="{BB962C8B-B14F-4D97-AF65-F5344CB8AC3E}">
        <p14:creationId xmlns:p14="http://schemas.microsoft.com/office/powerpoint/2010/main" val="38396815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D290990-A3A3-FED8-21B8-78D81BB021EF}"/>
              </a:ext>
            </a:extLst>
          </p:cNvPr>
          <p:cNvSpPr>
            <a:spLocks noGrp="1"/>
          </p:cNvSpPr>
          <p:nvPr>
            <p:ph type="title"/>
          </p:nvPr>
        </p:nvSpPr>
        <p:spPr>
          <a:xfrm>
            <a:off x="695998" y="360000"/>
            <a:ext cx="6375921" cy="429413"/>
          </a:xfrm>
        </p:spPr>
        <p:txBody>
          <a:bodyPr>
            <a:normAutofit/>
          </a:bodyPr>
          <a:lstStyle/>
          <a:p>
            <a:r>
              <a:rPr lang="en-US" altLang="zh-CN" dirty="0"/>
              <a:t>3.1.1 </a:t>
            </a:r>
            <a:r>
              <a:rPr lang="zh-CN" altLang="en-US" dirty="0"/>
              <a:t>五大标准过程组</a:t>
            </a:r>
          </a:p>
        </p:txBody>
      </p:sp>
      <p:sp>
        <p:nvSpPr>
          <p:cNvPr id="5" name="Text Placeholder 4">
            <a:extLst>
              <a:ext uri="{FF2B5EF4-FFF2-40B4-BE49-F238E27FC236}">
                <a16:creationId xmlns:a16="http://schemas.microsoft.com/office/drawing/2014/main" id="{23B72AEF-972E-7C1E-4E67-E6E04B412866}"/>
              </a:ext>
            </a:extLst>
          </p:cNvPr>
          <p:cNvSpPr>
            <a:spLocks noGrp="1"/>
          </p:cNvSpPr>
          <p:nvPr>
            <p:ph type="body" sz="quarter" idx="10"/>
          </p:nvPr>
        </p:nvSpPr>
        <p:spPr>
          <a:xfrm>
            <a:off x="7071919" y="448519"/>
            <a:ext cx="4424080" cy="338554"/>
          </a:xfrm>
        </p:spPr>
        <p:txBody>
          <a:bodyPr>
            <a:normAutofit/>
          </a:bodyPr>
          <a:lstStyle/>
          <a:p>
            <a:r>
              <a:rPr lang="en-US" altLang="zh-CN"/>
              <a:t>5 Process Groups/PMBOK 6th</a:t>
            </a:r>
            <a:endParaRPr lang="zh-CN" altLang="en-US" dirty="0"/>
          </a:p>
        </p:txBody>
      </p:sp>
      <p:sp>
        <p:nvSpPr>
          <p:cNvPr id="21" name="Oval 20">
            <a:extLst>
              <a:ext uri="{FF2B5EF4-FFF2-40B4-BE49-F238E27FC236}">
                <a16:creationId xmlns:a16="http://schemas.microsoft.com/office/drawing/2014/main" id="{6D7884CF-ECA9-28BC-7B9D-ED60D504AECE}"/>
              </a:ext>
            </a:extLst>
          </p:cNvPr>
          <p:cNvSpPr/>
          <p:nvPr/>
        </p:nvSpPr>
        <p:spPr>
          <a:xfrm>
            <a:off x="2554664" y="2130458"/>
            <a:ext cx="2073897" cy="810705"/>
          </a:xfrm>
          <a:prstGeom prst="ellipse">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Initiating</a:t>
            </a:r>
            <a:endParaRPr lang="zh-CN" altLang="en-US" sz="1400" dirty="0">
              <a:solidFill>
                <a:schemeClr val="tx1"/>
              </a:solidFill>
            </a:endParaRPr>
          </a:p>
        </p:txBody>
      </p:sp>
      <p:sp>
        <p:nvSpPr>
          <p:cNvPr id="22" name="Oval 21">
            <a:extLst>
              <a:ext uri="{FF2B5EF4-FFF2-40B4-BE49-F238E27FC236}">
                <a16:creationId xmlns:a16="http://schemas.microsoft.com/office/drawing/2014/main" id="{D6AA744F-34C8-1FDC-C942-05CD1739D3D2}"/>
              </a:ext>
            </a:extLst>
          </p:cNvPr>
          <p:cNvSpPr/>
          <p:nvPr/>
        </p:nvSpPr>
        <p:spPr>
          <a:xfrm>
            <a:off x="7563441" y="2130458"/>
            <a:ext cx="2073897" cy="810705"/>
          </a:xfrm>
          <a:prstGeom prst="ellipse">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Planning</a:t>
            </a:r>
            <a:endParaRPr lang="zh-CN" altLang="en-US" sz="1400" dirty="0">
              <a:solidFill>
                <a:schemeClr val="tx1"/>
              </a:solidFill>
            </a:endParaRPr>
          </a:p>
        </p:txBody>
      </p:sp>
      <p:sp>
        <p:nvSpPr>
          <p:cNvPr id="23" name="Oval 22">
            <a:extLst>
              <a:ext uri="{FF2B5EF4-FFF2-40B4-BE49-F238E27FC236}">
                <a16:creationId xmlns:a16="http://schemas.microsoft.com/office/drawing/2014/main" id="{36512A73-564B-143A-6237-79D2B9BDA61E}"/>
              </a:ext>
            </a:extLst>
          </p:cNvPr>
          <p:cNvSpPr/>
          <p:nvPr/>
        </p:nvSpPr>
        <p:spPr>
          <a:xfrm>
            <a:off x="3728303" y="3511485"/>
            <a:ext cx="2073897" cy="810705"/>
          </a:xfrm>
          <a:prstGeom prst="ellipse">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Monitoring &amp; Control </a:t>
            </a:r>
            <a:r>
              <a:rPr lang="en-US" altLang="zh-CN" sz="1400" dirty="0" err="1">
                <a:solidFill>
                  <a:schemeClr val="tx1"/>
                </a:solidFill>
              </a:rPr>
              <a:t>ing</a:t>
            </a:r>
            <a:endParaRPr lang="zh-CN" altLang="en-US" sz="1400" dirty="0">
              <a:solidFill>
                <a:schemeClr val="tx1"/>
              </a:solidFill>
            </a:endParaRPr>
          </a:p>
        </p:txBody>
      </p:sp>
      <p:sp>
        <p:nvSpPr>
          <p:cNvPr id="24" name="Oval 23">
            <a:extLst>
              <a:ext uri="{FF2B5EF4-FFF2-40B4-BE49-F238E27FC236}">
                <a16:creationId xmlns:a16="http://schemas.microsoft.com/office/drawing/2014/main" id="{EDB26A52-E5C1-E7F2-45BC-8FD492E4F2CE}"/>
              </a:ext>
            </a:extLst>
          </p:cNvPr>
          <p:cNvSpPr/>
          <p:nvPr/>
        </p:nvSpPr>
        <p:spPr>
          <a:xfrm>
            <a:off x="6389802" y="3511485"/>
            <a:ext cx="2073897" cy="810705"/>
          </a:xfrm>
          <a:prstGeom prst="ellipse">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Executing</a:t>
            </a:r>
            <a:endParaRPr lang="zh-CN" altLang="en-US" sz="1400" dirty="0">
              <a:solidFill>
                <a:schemeClr val="tx1"/>
              </a:solidFill>
            </a:endParaRPr>
          </a:p>
        </p:txBody>
      </p:sp>
      <p:sp>
        <p:nvSpPr>
          <p:cNvPr id="25" name="Oval 24">
            <a:extLst>
              <a:ext uri="{FF2B5EF4-FFF2-40B4-BE49-F238E27FC236}">
                <a16:creationId xmlns:a16="http://schemas.microsoft.com/office/drawing/2014/main" id="{C5EE56B7-EE2B-3F9C-DB64-5C70EE90A651}"/>
              </a:ext>
            </a:extLst>
          </p:cNvPr>
          <p:cNvSpPr/>
          <p:nvPr/>
        </p:nvSpPr>
        <p:spPr>
          <a:xfrm>
            <a:off x="5059051" y="4887879"/>
            <a:ext cx="2073897" cy="810705"/>
          </a:xfrm>
          <a:prstGeom prst="ellipse">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Closing</a:t>
            </a:r>
            <a:endParaRPr lang="zh-CN" altLang="en-US" sz="1400" dirty="0">
              <a:solidFill>
                <a:schemeClr val="tx1"/>
              </a:solidFill>
            </a:endParaRPr>
          </a:p>
        </p:txBody>
      </p:sp>
      <p:cxnSp>
        <p:nvCxnSpPr>
          <p:cNvPr id="27" name="Straight Arrow Connector 26">
            <a:extLst>
              <a:ext uri="{FF2B5EF4-FFF2-40B4-BE49-F238E27FC236}">
                <a16:creationId xmlns:a16="http://schemas.microsoft.com/office/drawing/2014/main" id="{835C141E-8F36-FAB8-4DE8-04CF725FB55C}"/>
              </a:ext>
            </a:extLst>
          </p:cNvPr>
          <p:cNvCxnSpPr>
            <a:stCxn id="21" idx="6"/>
          </p:cNvCxnSpPr>
          <p:nvPr/>
        </p:nvCxnSpPr>
        <p:spPr>
          <a:xfrm flipV="1">
            <a:off x="4628561" y="2535810"/>
            <a:ext cx="2934880" cy="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309353F6-84C4-CFCB-F1D4-3812381A5266}"/>
              </a:ext>
            </a:extLst>
          </p:cNvPr>
          <p:cNvCxnSpPr>
            <a:stCxn id="22" idx="4"/>
            <a:endCxn id="24" idx="0"/>
          </p:cNvCxnSpPr>
          <p:nvPr/>
        </p:nvCxnSpPr>
        <p:spPr>
          <a:xfrm flipH="1">
            <a:off x="7426751" y="2941163"/>
            <a:ext cx="1173639" cy="57032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B4FE9D0C-AC3D-BA17-2FC3-71492DAEA0B3}"/>
              </a:ext>
            </a:extLst>
          </p:cNvPr>
          <p:cNvCxnSpPr>
            <a:cxnSpLocks/>
            <a:stCxn id="23" idx="7"/>
            <a:endCxn id="24" idx="1"/>
          </p:cNvCxnSpPr>
          <p:nvPr/>
        </p:nvCxnSpPr>
        <p:spPr>
          <a:xfrm>
            <a:off x="5498485" y="3630210"/>
            <a:ext cx="119503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CDF891A8-A26B-6E58-E7F8-537237BB6188}"/>
              </a:ext>
            </a:extLst>
          </p:cNvPr>
          <p:cNvCxnSpPr>
            <a:stCxn id="24" idx="3"/>
            <a:endCxn id="23" idx="5"/>
          </p:cNvCxnSpPr>
          <p:nvPr/>
        </p:nvCxnSpPr>
        <p:spPr>
          <a:xfrm flipH="1">
            <a:off x="5498485" y="4203465"/>
            <a:ext cx="119503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477664DB-0EB8-1FFD-8D92-6BC5191D7B1A}"/>
              </a:ext>
            </a:extLst>
          </p:cNvPr>
          <p:cNvCxnSpPr>
            <a:stCxn id="23" idx="4"/>
            <a:endCxn id="25" idx="0"/>
          </p:cNvCxnSpPr>
          <p:nvPr/>
        </p:nvCxnSpPr>
        <p:spPr>
          <a:xfrm>
            <a:off x="4765252" y="4322190"/>
            <a:ext cx="1330748" cy="56568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B514607A-7BB8-6425-1125-855123F0267B}"/>
              </a:ext>
            </a:extLst>
          </p:cNvPr>
          <p:cNvCxnSpPr>
            <a:stCxn id="23" idx="0"/>
            <a:endCxn id="22" idx="3"/>
          </p:cNvCxnSpPr>
          <p:nvPr/>
        </p:nvCxnSpPr>
        <p:spPr>
          <a:xfrm flipV="1">
            <a:off x="4765252" y="2822438"/>
            <a:ext cx="3101904" cy="68904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163973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31EDDD-D7C9-9FCA-B9DD-A060AEA7E01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34504B5-DD17-C76F-7B53-C0BBD83FF870}"/>
              </a:ext>
            </a:extLst>
          </p:cNvPr>
          <p:cNvSpPr>
            <a:spLocks noGrp="1"/>
          </p:cNvSpPr>
          <p:nvPr>
            <p:ph type="title"/>
          </p:nvPr>
        </p:nvSpPr>
        <p:spPr>
          <a:xfrm>
            <a:off x="695998" y="360000"/>
            <a:ext cx="6375921" cy="429413"/>
          </a:xfrm>
        </p:spPr>
        <p:txBody>
          <a:bodyPr>
            <a:normAutofit/>
          </a:bodyPr>
          <a:lstStyle/>
          <a:p>
            <a:r>
              <a:rPr lang="en-US" altLang="zh-CN" dirty="0"/>
              <a:t>3.1.1 </a:t>
            </a:r>
            <a:r>
              <a:rPr lang="zh-CN" altLang="en-US" dirty="0"/>
              <a:t>五大标准过程组</a:t>
            </a:r>
          </a:p>
        </p:txBody>
      </p:sp>
      <p:sp>
        <p:nvSpPr>
          <p:cNvPr id="17" name="Content Placeholder 16">
            <a:extLst>
              <a:ext uri="{FF2B5EF4-FFF2-40B4-BE49-F238E27FC236}">
                <a16:creationId xmlns:a16="http://schemas.microsoft.com/office/drawing/2014/main" id="{2FA9FD19-C670-6FF5-7C79-AD596AC84232}"/>
              </a:ext>
            </a:extLst>
          </p:cNvPr>
          <p:cNvSpPr>
            <a:spLocks noGrp="1"/>
          </p:cNvSpPr>
          <p:nvPr>
            <p:ph idx="1"/>
          </p:nvPr>
        </p:nvSpPr>
        <p:spPr>
          <a:xfrm>
            <a:off x="696000" y="864000"/>
            <a:ext cx="10800000" cy="5400000"/>
          </a:xfrm>
        </p:spPr>
        <p:txBody>
          <a:bodyPr/>
          <a:lstStyle/>
          <a:p>
            <a:r>
              <a:rPr lang="zh-CN" altLang="en-US" dirty="0"/>
              <a:t>含</a:t>
            </a:r>
            <a:r>
              <a:rPr lang="en-US" altLang="zh-CN" dirty="0"/>
              <a:t>49</a:t>
            </a:r>
            <a:r>
              <a:rPr lang="zh-CN" altLang="en-US" dirty="0"/>
              <a:t>个过程（表</a:t>
            </a:r>
            <a:r>
              <a:rPr lang="en-US" altLang="zh-CN" dirty="0"/>
              <a:t>1-1</a:t>
            </a:r>
            <a:r>
              <a:rPr lang="zh-CN" altLang="en-US" dirty="0"/>
              <a:t>，</a:t>
            </a:r>
            <a:r>
              <a:rPr lang="en-US" altLang="zh-CN" dirty="0"/>
              <a:t>P19</a:t>
            </a:r>
            <a:r>
              <a:rPr lang="zh-CN" altLang="en-US" dirty="0"/>
              <a:t>）</a:t>
            </a:r>
          </a:p>
        </p:txBody>
      </p:sp>
      <p:sp>
        <p:nvSpPr>
          <p:cNvPr id="5" name="Text Placeholder 4">
            <a:extLst>
              <a:ext uri="{FF2B5EF4-FFF2-40B4-BE49-F238E27FC236}">
                <a16:creationId xmlns:a16="http://schemas.microsoft.com/office/drawing/2014/main" id="{7CBC7046-772F-91CE-FA64-5FCA430026D2}"/>
              </a:ext>
            </a:extLst>
          </p:cNvPr>
          <p:cNvSpPr>
            <a:spLocks noGrp="1"/>
          </p:cNvSpPr>
          <p:nvPr>
            <p:ph type="body" sz="quarter" idx="10"/>
          </p:nvPr>
        </p:nvSpPr>
        <p:spPr>
          <a:xfrm>
            <a:off x="7071919" y="448519"/>
            <a:ext cx="4424080" cy="338554"/>
          </a:xfrm>
        </p:spPr>
        <p:txBody>
          <a:bodyPr>
            <a:normAutofit/>
          </a:bodyPr>
          <a:lstStyle/>
          <a:p>
            <a:r>
              <a:rPr lang="en-US" altLang="zh-CN"/>
              <a:t>5 Process Groups/PMBOK 6th</a:t>
            </a:r>
            <a:endParaRPr lang="zh-CN" altLang="en-US" dirty="0"/>
          </a:p>
        </p:txBody>
      </p:sp>
      <p:graphicFrame>
        <p:nvGraphicFramePr>
          <p:cNvPr id="10" name="内容占位符 3">
            <a:extLst>
              <a:ext uri="{FF2B5EF4-FFF2-40B4-BE49-F238E27FC236}">
                <a16:creationId xmlns:a16="http://schemas.microsoft.com/office/drawing/2014/main" id="{1D151939-CAE9-BAFF-DBF5-07974425F37B}"/>
              </a:ext>
            </a:extLst>
          </p:cNvPr>
          <p:cNvGraphicFramePr>
            <a:graphicFrameLocks/>
          </p:cNvGraphicFramePr>
          <p:nvPr/>
        </p:nvGraphicFramePr>
        <p:xfrm>
          <a:off x="695325" y="1467525"/>
          <a:ext cx="10801350" cy="4796475"/>
        </p:xfrm>
        <a:graphic>
          <a:graphicData uri="http://schemas.openxmlformats.org/drawingml/2006/table">
            <a:tbl>
              <a:tblPr firstRow="1" bandRow="1">
                <a:tableStyleId>{72833802-FEF1-4C79-8D5D-14CF1EAF98D9}</a:tableStyleId>
              </a:tblPr>
              <a:tblGrid>
                <a:gridCol w="456727">
                  <a:extLst>
                    <a:ext uri="{9D8B030D-6E8A-4147-A177-3AD203B41FA5}">
                      <a16:colId xmlns:a16="http://schemas.microsoft.com/office/drawing/2014/main" val="784792021"/>
                    </a:ext>
                  </a:extLst>
                </a:gridCol>
                <a:gridCol w="3749886">
                  <a:extLst>
                    <a:ext uri="{9D8B030D-6E8A-4147-A177-3AD203B41FA5}">
                      <a16:colId xmlns:a16="http://schemas.microsoft.com/office/drawing/2014/main" val="3401312939"/>
                    </a:ext>
                  </a:extLst>
                </a:gridCol>
                <a:gridCol w="5156462">
                  <a:extLst>
                    <a:ext uri="{9D8B030D-6E8A-4147-A177-3AD203B41FA5}">
                      <a16:colId xmlns:a16="http://schemas.microsoft.com/office/drawing/2014/main" val="370412264"/>
                    </a:ext>
                  </a:extLst>
                </a:gridCol>
                <a:gridCol w="1438275">
                  <a:extLst>
                    <a:ext uri="{9D8B030D-6E8A-4147-A177-3AD203B41FA5}">
                      <a16:colId xmlns:a16="http://schemas.microsoft.com/office/drawing/2014/main" val="2396350941"/>
                    </a:ext>
                  </a:extLst>
                </a:gridCol>
              </a:tblGrid>
              <a:tr h="120025">
                <a:tc>
                  <a:txBody>
                    <a:bodyPr/>
                    <a:lstStyle/>
                    <a:p>
                      <a:pPr algn="l">
                        <a:lnSpc>
                          <a:spcPct val="150000"/>
                        </a:lnSpc>
                        <a:buNone/>
                      </a:pP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gn="l">
                        <a:lnSpc>
                          <a:spcPct val="150000"/>
                        </a:lnSpc>
                        <a:buNone/>
                      </a:pPr>
                      <a:r>
                        <a:rPr lang="en-US" altLang="zh-CN" sz="1800" b="0" i="0" baseline="0" dirty="0">
                          <a:latin typeface="Montserrat" panose="00000500000000000000" pitchFamily="2" charset="0"/>
                          <a:ea typeface="微软雅黑 Light" panose="020B0502040204020203" pitchFamily="34" charset="-122"/>
                        </a:rPr>
                        <a:t>Process Group</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gn="l">
                        <a:lnSpc>
                          <a:spcPct val="150000"/>
                        </a:lnSpc>
                        <a:buNone/>
                      </a:pPr>
                      <a:r>
                        <a:rPr lang="en-US" altLang="zh-CN" sz="1800" b="0" i="0" baseline="0" dirty="0">
                          <a:latin typeface="Montserrat" panose="00000500000000000000" pitchFamily="2" charset="0"/>
                          <a:ea typeface="微软雅黑 Light" panose="020B0502040204020203" pitchFamily="34" charset="-122"/>
                        </a:rPr>
                        <a:t>Description</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gn="l">
                        <a:lnSpc>
                          <a:spcPct val="150000"/>
                        </a:lnSpc>
                        <a:buNone/>
                      </a:pPr>
                      <a:r>
                        <a:rPr lang="en-US" altLang="zh-CN" sz="1800" b="0" i="0" baseline="0" dirty="0">
                          <a:latin typeface="Montserrat" panose="00000500000000000000" pitchFamily="2" charset="0"/>
                          <a:ea typeface="微软雅黑 Light" panose="020B0502040204020203" pitchFamily="34" charset="-122"/>
                        </a:rPr>
                        <a:t>Process</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522540848"/>
                  </a:ext>
                </a:extLst>
              </a:tr>
              <a:tr h="187437">
                <a:tc>
                  <a:txBody>
                    <a:bodyPr/>
                    <a:lstStyle/>
                    <a:p>
                      <a:pPr algn="ctr">
                        <a:lnSpc>
                          <a:spcPct val="150000"/>
                        </a:lnSpc>
                        <a:buNone/>
                      </a:pPr>
                      <a:r>
                        <a:rPr lang="en-US" altLang="zh-CN" sz="1800" b="0" i="0" baseline="0" dirty="0">
                          <a:latin typeface="Montserrat" panose="00000500000000000000" pitchFamily="2" charset="0"/>
                          <a:ea typeface="微软雅黑 Light" panose="020B0502040204020203" pitchFamily="34" charset="-122"/>
                        </a:rPr>
                        <a:t>1</a:t>
                      </a:r>
                    </a:p>
                  </a:txBody>
                  <a:tcPr anchor="ctr"/>
                </a:tc>
                <a:tc>
                  <a:txBody>
                    <a:bodyPr/>
                    <a:lstStyle/>
                    <a:p>
                      <a:pPr algn="l">
                        <a:lnSpc>
                          <a:spcPct val="150000"/>
                        </a:lnSpc>
                        <a:buNone/>
                      </a:pPr>
                      <a:r>
                        <a:rPr lang="zh-CN" altLang="en-US" sz="1800" b="0" baseline="0" dirty="0"/>
                        <a:t>启动 </a:t>
                      </a:r>
                      <a:r>
                        <a:rPr lang="en-US" altLang="zh-CN" sz="1800" b="0" baseline="0" dirty="0"/>
                        <a:t>Initiating</a:t>
                      </a:r>
                      <a:endParaRPr lang="en-US" altLang="zh-CN"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0" baseline="0" dirty="0"/>
                        <a:t>定义新项目或阶段，获得授权</a:t>
                      </a:r>
                    </a:p>
                    <a:p>
                      <a:pPr>
                        <a:lnSpc>
                          <a:spcPct val="150000"/>
                        </a:lnSpc>
                        <a:buNone/>
                      </a:pPr>
                      <a:r>
                        <a:rPr lang="zh-CN" altLang="en-US" sz="1800" b="0" baseline="0" dirty="0"/>
                        <a:t>关键输出：项目章程、识别干系人</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800" b="0" i="0" baseline="0" dirty="0">
                          <a:latin typeface="Montserrat" panose="00000500000000000000" pitchFamily="2" charset="0"/>
                          <a:ea typeface="微软雅黑 Light" panose="020B0502040204020203" pitchFamily="34" charset="-122"/>
                        </a:rPr>
                        <a:t>2</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4268597692"/>
                  </a:ext>
                </a:extLst>
              </a:tr>
              <a:tr h="187437">
                <a:tc>
                  <a:txBody>
                    <a:bodyPr/>
                    <a:lstStyle/>
                    <a:p>
                      <a:pPr algn="ctr">
                        <a:lnSpc>
                          <a:spcPct val="150000"/>
                        </a:lnSpc>
                        <a:buNone/>
                      </a:pPr>
                      <a:r>
                        <a:rPr lang="en-US" altLang="zh-CN" sz="1800" b="0" i="0" baseline="0" dirty="0">
                          <a:latin typeface="Montserrat" panose="00000500000000000000" pitchFamily="2" charset="0"/>
                          <a:ea typeface="微软雅黑 Light" panose="020B0502040204020203" pitchFamily="34" charset="-122"/>
                        </a:rPr>
                        <a:t>2</a:t>
                      </a:r>
                    </a:p>
                  </a:txBody>
                  <a:tcPr anchor="ctr"/>
                </a:tc>
                <a:tc>
                  <a:txBody>
                    <a:bodyPr/>
                    <a:lstStyle/>
                    <a:p>
                      <a:pPr algn="l">
                        <a:lnSpc>
                          <a:spcPct val="150000"/>
                        </a:lnSpc>
                        <a:buNone/>
                      </a:pPr>
                      <a:r>
                        <a:rPr lang="zh-CN" altLang="en-US" sz="1800" b="0" baseline="0" dirty="0"/>
                        <a:t>规划 </a:t>
                      </a:r>
                      <a:r>
                        <a:rPr lang="en-US" altLang="zh-CN" sz="1800" b="0" baseline="0" dirty="0"/>
                        <a:t>Planning</a:t>
                      </a:r>
                      <a:endParaRPr lang="en-US" altLang="zh-CN"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0" baseline="0" dirty="0"/>
                        <a:t>制定范围、成本、进度、质量、风险等计划</a:t>
                      </a:r>
                    </a:p>
                    <a:p>
                      <a:pPr>
                        <a:lnSpc>
                          <a:spcPct val="150000"/>
                        </a:lnSpc>
                        <a:buNone/>
                      </a:pPr>
                      <a:r>
                        <a:rPr lang="zh-CN" altLang="en-US" sz="1800" b="0" baseline="0" dirty="0"/>
                        <a:t>占比最大（</a:t>
                      </a:r>
                      <a:r>
                        <a:rPr lang="en-US" altLang="zh-CN" sz="1800" b="0" baseline="0" dirty="0"/>
                        <a:t>24</a:t>
                      </a:r>
                      <a:r>
                        <a:rPr lang="zh-CN" altLang="en-US" sz="1800" b="0" baseline="0" dirty="0"/>
                        <a:t>个过程），强调滚动式规划</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800" b="0" i="0" baseline="0" dirty="0">
                          <a:latin typeface="Montserrat" panose="00000500000000000000" pitchFamily="2" charset="0"/>
                          <a:ea typeface="微软雅黑 Light" panose="020B0502040204020203" pitchFamily="34" charset="-122"/>
                        </a:rPr>
                        <a:t>24</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488565667"/>
                  </a:ext>
                </a:extLst>
              </a:tr>
              <a:tr h="187437">
                <a:tc>
                  <a:txBody>
                    <a:bodyPr/>
                    <a:lstStyle/>
                    <a:p>
                      <a:pPr algn="ctr">
                        <a:lnSpc>
                          <a:spcPct val="150000"/>
                        </a:lnSpc>
                        <a:buNone/>
                      </a:pPr>
                      <a:r>
                        <a:rPr lang="en-US" altLang="zh-CN" sz="1800" b="0" i="0" baseline="0" dirty="0">
                          <a:latin typeface="Montserrat" panose="00000500000000000000" pitchFamily="2" charset="0"/>
                          <a:ea typeface="微软雅黑 Light" panose="020B0502040204020203" pitchFamily="34" charset="-122"/>
                        </a:rPr>
                        <a:t>3</a:t>
                      </a:r>
                    </a:p>
                  </a:txBody>
                  <a:tcPr anchor="ctr"/>
                </a:tc>
                <a:tc>
                  <a:txBody>
                    <a:bodyPr/>
                    <a:lstStyle/>
                    <a:p>
                      <a:pPr algn="l">
                        <a:lnSpc>
                          <a:spcPct val="150000"/>
                        </a:lnSpc>
                        <a:buNone/>
                      </a:pPr>
                      <a:r>
                        <a:rPr lang="zh-CN" altLang="en-US" sz="1800" b="0" baseline="0" dirty="0"/>
                        <a:t>执行 </a:t>
                      </a:r>
                      <a:r>
                        <a:rPr lang="en-US" altLang="zh-CN" sz="1800" b="0" baseline="0" dirty="0"/>
                        <a:t>Executing</a:t>
                      </a:r>
                      <a:endParaRPr lang="en-US" altLang="zh-CN"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0" baseline="0" dirty="0"/>
                        <a:t>完成项目工作，满足范围说明书要求</a:t>
                      </a:r>
                    </a:p>
                    <a:p>
                      <a:pPr>
                        <a:lnSpc>
                          <a:spcPct val="150000"/>
                        </a:lnSpc>
                        <a:buNone/>
                      </a:pPr>
                      <a:r>
                        <a:rPr lang="zh-CN" altLang="en-US" sz="1800" b="0" baseline="0" dirty="0"/>
                        <a:t>包括团队建设、质量保证、采购实施等</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800" b="0" i="0" baseline="0" dirty="0">
                          <a:latin typeface="Montserrat" panose="00000500000000000000" pitchFamily="2" charset="0"/>
                          <a:ea typeface="微软雅黑 Light" panose="020B0502040204020203" pitchFamily="34" charset="-122"/>
                        </a:rPr>
                        <a:t>10</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024873842"/>
                  </a:ext>
                </a:extLst>
              </a:tr>
              <a:tr h="187437">
                <a:tc>
                  <a:txBody>
                    <a:bodyPr/>
                    <a:lstStyle/>
                    <a:p>
                      <a:pPr algn="ctr">
                        <a:lnSpc>
                          <a:spcPct val="150000"/>
                        </a:lnSpc>
                        <a:buNone/>
                      </a:pPr>
                      <a:r>
                        <a:rPr lang="en-US" altLang="zh-CN" sz="1800" b="0" i="0" baseline="0" dirty="0">
                          <a:latin typeface="Montserrat" panose="00000500000000000000" pitchFamily="2" charset="0"/>
                          <a:ea typeface="微软雅黑 Light" panose="020B0502040204020203" pitchFamily="34" charset="-122"/>
                        </a:rPr>
                        <a:t>4</a:t>
                      </a:r>
                    </a:p>
                  </a:txBody>
                  <a:tcPr anchor="ctr"/>
                </a:tc>
                <a:tc>
                  <a:txBody>
                    <a:bodyPr/>
                    <a:lstStyle/>
                    <a:p>
                      <a:pPr algn="l">
                        <a:lnSpc>
                          <a:spcPct val="150000"/>
                        </a:lnSpc>
                        <a:buNone/>
                      </a:pPr>
                      <a:r>
                        <a:rPr lang="zh-CN" altLang="en-US" sz="1800" b="0" baseline="0" dirty="0"/>
                        <a:t>监控 </a:t>
                      </a:r>
                      <a:r>
                        <a:rPr lang="en-US" altLang="zh-CN" sz="1800" b="0" baseline="0" dirty="0"/>
                        <a:t>Monitoring &amp; Controlling</a:t>
                      </a:r>
                      <a:endParaRPr lang="en-US" altLang="zh-CN"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0" baseline="0" dirty="0"/>
                        <a:t>跟踪、审查和调整项目进展与绩效</a:t>
                      </a:r>
                    </a:p>
                    <a:p>
                      <a:pPr>
                        <a:lnSpc>
                          <a:spcPct val="150000"/>
                        </a:lnSpc>
                        <a:buNone/>
                      </a:pPr>
                      <a:r>
                        <a:rPr lang="zh-CN" altLang="en-US" sz="1800" b="0" baseline="0" dirty="0"/>
                        <a:t>核心：变更控制和偏差分析</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800" b="0" i="0" baseline="0" dirty="0">
                          <a:latin typeface="Montserrat" panose="00000500000000000000" pitchFamily="2" charset="0"/>
                          <a:ea typeface="微软雅黑 Light" panose="020B0502040204020203" pitchFamily="34" charset="-122"/>
                        </a:rPr>
                        <a:t>12</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821566994"/>
                  </a:ext>
                </a:extLst>
              </a:tr>
              <a:tr h="187437">
                <a:tc>
                  <a:txBody>
                    <a:bodyPr/>
                    <a:lstStyle/>
                    <a:p>
                      <a:pPr algn="ctr">
                        <a:lnSpc>
                          <a:spcPct val="150000"/>
                        </a:lnSpc>
                        <a:buNone/>
                      </a:pPr>
                      <a:r>
                        <a:rPr lang="en-US" altLang="zh-CN" sz="1800" b="0" i="0" baseline="0" dirty="0">
                          <a:latin typeface="Montserrat" panose="00000500000000000000" pitchFamily="2" charset="0"/>
                          <a:ea typeface="微软雅黑 Light" panose="020B0502040204020203" pitchFamily="34" charset="-122"/>
                        </a:rPr>
                        <a:t>5</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gn="l">
                        <a:lnSpc>
                          <a:spcPct val="150000"/>
                        </a:lnSpc>
                        <a:buNone/>
                      </a:pPr>
                      <a:r>
                        <a:rPr lang="zh-CN" altLang="en-US" sz="1800" b="0" baseline="0" dirty="0"/>
                        <a:t>结束 </a:t>
                      </a:r>
                      <a:r>
                        <a:rPr lang="en-US" altLang="zh-CN" sz="1800" b="0" baseline="0" dirty="0"/>
                        <a:t>Closing</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0" baseline="0" dirty="0"/>
                        <a:t>正式结束项目或阶段</a:t>
                      </a:r>
                      <a:endParaRPr lang="en-US" altLang="zh-CN" sz="1800" b="0" baseline="0" dirty="0"/>
                    </a:p>
                    <a:p>
                      <a:pPr>
                        <a:lnSpc>
                          <a:spcPct val="150000"/>
                        </a:lnSpc>
                        <a:buNone/>
                      </a:pPr>
                      <a:r>
                        <a:rPr lang="zh-CN" altLang="en-US" sz="1800" b="0" baseline="0" dirty="0"/>
                        <a:t>移交成果，总结经验</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800" b="0" i="0" baseline="0" dirty="0">
                          <a:latin typeface="Montserrat" panose="00000500000000000000" pitchFamily="2" charset="0"/>
                          <a:ea typeface="微软雅黑 Light" panose="020B0502040204020203" pitchFamily="34" charset="-122"/>
                        </a:rPr>
                        <a:t>1</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4161976425"/>
                  </a:ext>
                </a:extLst>
              </a:tr>
            </a:tbl>
          </a:graphicData>
        </a:graphic>
      </p:graphicFrame>
    </p:spTree>
    <p:extLst>
      <p:ext uri="{BB962C8B-B14F-4D97-AF65-F5344CB8AC3E}">
        <p14:creationId xmlns:p14="http://schemas.microsoft.com/office/powerpoint/2010/main" val="214051762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D8917EB-CB8B-937C-591C-8A6BA9392578}"/>
              </a:ext>
            </a:extLst>
          </p:cNvPr>
          <p:cNvSpPr>
            <a:spLocks noGrp="1"/>
          </p:cNvSpPr>
          <p:nvPr>
            <p:ph type="title"/>
          </p:nvPr>
        </p:nvSpPr>
        <p:spPr>
          <a:xfrm>
            <a:off x="695998" y="360000"/>
            <a:ext cx="6375921" cy="429413"/>
          </a:xfrm>
        </p:spPr>
        <p:txBody>
          <a:bodyPr>
            <a:normAutofit/>
          </a:bodyPr>
          <a:lstStyle/>
          <a:p>
            <a:r>
              <a:rPr lang="en-US" altLang="zh-CN" dirty="0"/>
              <a:t>3.1.2 </a:t>
            </a:r>
            <a:r>
              <a:rPr lang="zh-CN" altLang="en-US" dirty="0"/>
              <a:t>十大知识领域</a:t>
            </a:r>
          </a:p>
        </p:txBody>
      </p:sp>
      <p:sp>
        <p:nvSpPr>
          <p:cNvPr id="6" name="Content Placeholder 5">
            <a:extLst>
              <a:ext uri="{FF2B5EF4-FFF2-40B4-BE49-F238E27FC236}">
                <a16:creationId xmlns:a16="http://schemas.microsoft.com/office/drawing/2014/main" id="{421F0D5F-8DDD-35FF-0F76-CEC407DFEBAF}"/>
              </a:ext>
            </a:extLst>
          </p:cNvPr>
          <p:cNvSpPr>
            <a:spLocks noGrp="1"/>
          </p:cNvSpPr>
          <p:nvPr>
            <p:ph idx="1"/>
          </p:nvPr>
        </p:nvSpPr>
        <p:spPr>
          <a:xfrm>
            <a:off x="696000" y="864000"/>
            <a:ext cx="10800000" cy="5400000"/>
          </a:xfrm>
        </p:spPr>
        <p:txBody>
          <a:bodyPr/>
          <a:lstStyle/>
          <a:p>
            <a:r>
              <a:rPr lang="zh-CN" altLang="en-US" dirty="0"/>
              <a:t>每个领域涉及诺干过程</a:t>
            </a:r>
            <a:endParaRPr lang="en-US" altLang="zh-CN" dirty="0"/>
          </a:p>
          <a:p>
            <a:r>
              <a:rPr lang="zh-CN" altLang="en-US" dirty="0"/>
              <a:t>每个过程都有详细的 </a:t>
            </a:r>
            <a:r>
              <a:rPr lang="en-US" altLang="zh-CN" dirty="0"/>
              <a:t>ITTO (</a:t>
            </a:r>
            <a:r>
              <a:rPr lang="zh-CN" altLang="en-US" dirty="0"/>
              <a:t>输入 </a:t>
            </a:r>
            <a:r>
              <a:rPr lang="en-US" altLang="zh-CN" dirty="0"/>
              <a:t>Input</a:t>
            </a:r>
            <a:r>
              <a:rPr lang="zh-CN" altLang="en-US" dirty="0"/>
              <a:t>、工具 </a:t>
            </a:r>
            <a:r>
              <a:rPr lang="en-US" altLang="zh-CN" dirty="0"/>
              <a:t>Tools </a:t>
            </a:r>
            <a:r>
              <a:rPr lang="zh-CN" altLang="en-US" dirty="0"/>
              <a:t>与技术 </a:t>
            </a:r>
            <a:r>
              <a:rPr lang="en-US" altLang="zh-CN" dirty="0"/>
              <a:t>Techniques</a:t>
            </a:r>
            <a:r>
              <a:rPr lang="zh-CN" altLang="en-US" dirty="0"/>
              <a:t>、输出 </a:t>
            </a:r>
            <a:r>
              <a:rPr lang="en-US" altLang="zh-CN" dirty="0"/>
              <a:t>Output)</a:t>
            </a:r>
          </a:p>
          <a:p>
            <a:pPr lvl="1"/>
            <a:r>
              <a:rPr lang="zh-CN" altLang="en-US" dirty="0"/>
              <a:t>如成本管理（图</a:t>
            </a:r>
            <a:r>
              <a:rPr lang="en-US" altLang="zh-CN" dirty="0"/>
              <a:t>1-8</a:t>
            </a:r>
            <a:r>
              <a:rPr lang="zh-CN" altLang="en-US" dirty="0"/>
              <a:t>，</a:t>
            </a:r>
            <a:r>
              <a:rPr lang="en-US" altLang="zh-CN" dirty="0"/>
              <a:t>P14</a:t>
            </a:r>
            <a:r>
              <a:rPr lang="zh-CN" altLang="en-US" dirty="0"/>
              <a:t>）</a:t>
            </a:r>
          </a:p>
        </p:txBody>
      </p:sp>
      <p:sp>
        <p:nvSpPr>
          <p:cNvPr id="5" name="Text Placeholder 4">
            <a:extLst>
              <a:ext uri="{FF2B5EF4-FFF2-40B4-BE49-F238E27FC236}">
                <a16:creationId xmlns:a16="http://schemas.microsoft.com/office/drawing/2014/main" id="{AD5A5FB9-FD1E-6238-08CD-FFE0606A85A0}"/>
              </a:ext>
            </a:extLst>
          </p:cNvPr>
          <p:cNvSpPr>
            <a:spLocks noGrp="1"/>
          </p:cNvSpPr>
          <p:nvPr>
            <p:ph type="body" sz="quarter" idx="10"/>
          </p:nvPr>
        </p:nvSpPr>
        <p:spPr>
          <a:xfrm>
            <a:off x="7071919" y="448519"/>
            <a:ext cx="4424080" cy="338554"/>
          </a:xfrm>
        </p:spPr>
        <p:txBody>
          <a:bodyPr>
            <a:normAutofit/>
          </a:bodyPr>
          <a:lstStyle/>
          <a:p>
            <a:r>
              <a:rPr lang="en-US" altLang="zh-CN" dirty="0"/>
              <a:t>10 Knowledge Areas/PMBOK 6th</a:t>
            </a:r>
            <a:endParaRPr lang="zh-CN" altLang="en-US" dirty="0"/>
          </a:p>
        </p:txBody>
      </p:sp>
      <p:graphicFrame>
        <p:nvGraphicFramePr>
          <p:cNvPr id="9" name="内容占位符 3">
            <a:extLst>
              <a:ext uri="{FF2B5EF4-FFF2-40B4-BE49-F238E27FC236}">
                <a16:creationId xmlns:a16="http://schemas.microsoft.com/office/drawing/2014/main" id="{C1F4BF11-4C89-7F9F-E67E-D373E4D93433}"/>
              </a:ext>
            </a:extLst>
          </p:cNvPr>
          <p:cNvGraphicFramePr>
            <a:graphicFrameLocks/>
          </p:cNvGraphicFramePr>
          <p:nvPr>
            <p:extLst>
              <p:ext uri="{D42A27DB-BD31-4B8C-83A1-F6EECF244321}">
                <p14:modId xmlns:p14="http://schemas.microsoft.com/office/powerpoint/2010/main" val="2389815468"/>
              </p:ext>
            </p:extLst>
          </p:nvPr>
        </p:nvGraphicFramePr>
        <p:xfrm>
          <a:off x="695325" y="2240640"/>
          <a:ext cx="10800001" cy="4023360"/>
        </p:xfrm>
        <a:graphic>
          <a:graphicData uri="http://schemas.openxmlformats.org/drawingml/2006/table">
            <a:tbl>
              <a:tblPr firstRow="1" bandRow="1">
                <a:tableStyleId>{72833802-FEF1-4C79-8D5D-14CF1EAF98D9}</a:tableStyleId>
              </a:tblPr>
              <a:tblGrid>
                <a:gridCol w="788494">
                  <a:extLst>
                    <a:ext uri="{9D8B030D-6E8A-4147-A177-3AD203B41FA5}">
                      <a16:colId xmlns:a16="http://schemas.microsoft.com/office/drawing/2014/main" val="3085945329"/>
                    </a:ext>
                  </a:extLst>
                </a:gridCol>
                <a:gridCol w="3851457">
                  <a:extLst>
                    <a:ext uri="{9D8B030D-6E8A-4147-A177-3AD203B41FA5}">
                      <a16:colId xmlns:a16="http://schemas.microsoft.com/office/drawing/2014/main" val="3401312939"/>
                    </a:ext>
                  </a:extLst>
                </a:gridCol>
                <a:gridCol w="6160050">
                  <a:extLst>
                    <a:ext uri="{9D8B030D-6E8A-4147-A177-3AD203B41FA5}">
                      <a16:colId xmlns:a16="http://schemas.microsoft.com/office/drawing/2014/main" val="370412264"/>
                    </a:ext>
                  </a:extLst>
                </a:gridCol>
              </a:tblGrid>
              <a:tr h="236917">
                <a:tc>
                  <a:txBody>
                    <a:bodyPr/>
                    <a:lstStyle/>
                    <a:p>
                      <a:pPr algn="ctr">
                        <a:lnSpc>
                          <a:spcPct val="100000"/>
                        </a:lnSpc>
                        <a:buNone/>
                      </a:pP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en-US" altLang="zh-CN" sz="1800" b="0" i="0" baseline="0" dirty="0">
                          <a:latin typeface="Montserrat" panose="00000500000000000000" pitchFamily="2" charset="0"/>
                          <a:ea typeface="微软雅黑 Light" panose="020B0502040204020203" pitchFamily="34" charset="-122"/>
                        </a:rPr>
                        <a:t>Areas</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en-US" altLang="zh-CN" sz="1800" b="0" i="0" baseline="0" dirty="0">
                          <a:latin typeface="Montserrat" panose="00000500000000000000" pitchFamily="2" charset="0"/>
                          <a:ea typeface="微软雅黑 Light" panose="020B0502040204020203" pitchFamily="34" charset="-122"/>
                        </a:rPr>
                        <a:t>Description</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522540848"/>
                  </a:ext>
                </a:extLst>
              </a:tr>
              <a:tr h="236917">
                <a:tc>
                  <a:txBody>
                    <a:bodyPr/>
                    <a:lstStyle/>
                    <a:p>
                      <a:pPr algn="ctr">
                        <a:lnSpc>
                          <a:spcPct val="100000"/>
                        </a:lnSpc>
                        <a:buNone/>
                      </a:pPr>
                      <a:r>
                        <a:rPr lang="en-US" altLang="zh-CN" sz="1800" b="0" i="0" baseline="0" dirty="0">
                          <a:latin typeface="Montserrat" panose="00000500000000000000" pitchFamily="2" charset="0"/>
                          <a:ea typeface="微软雅黑 Light" panose="020B0502040204020203" pitchFamily="34" charset="-122"/>
                        </a:rPr>
                        <a:t>1</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dirty="0"/>
                        <a:t>项目集成管理 </a:t>
                      </a:r>
                      <a:r>
                        <a:rPr lang="en-US" altLang="zh-CN" sz="1800" baseline="0" dirty="0"/>
                        <a:t>Integration </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dirty="0"/>
                        <a:t>统一协调各过程，如制定章程、项目管理计划、变更控制</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4268597692"/>
                  </a:ext>
                </a:extLst>
              </a:tr>
              <a:tr h="236917">
                <a:tc>
                  <a:txBody>
                    <a:bodyPr/>
                    <a:lstStyle/>
                    <a:p>
                      <a:pPr algn="ctr">
                        <a:lnSpc>
                          <a:spcPct val="100000"/>
                        </a:lnSpc>
                        <a:buNone/>
                      </a:pPr>
                      <a:r>
                        <a:rPr lang="en-US" altLang="zh-CN" sz="1800" b="0" i="0" baseline="0" dirty="0">
                          <a:latin typeface="Montserrat" panose="00000500000000000000" pitchFamily="2" charset="0"/>
                          <a:ea typeface="微软雅黑 Light" panose="020B0502040204020203" pitchFamily="34" charset="-122"/>
                        </a:rPr>
                        <a:t>2</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dirty="0"/>
                        <a:t>项目范围管理 </a:t>
                      </a:r>
                      <a:r>
                        <a:rPr lang="en-US" altLang="zh-CN" sz="1800" baseline="0" dirty="0"/>
                        <a:t>Scope</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dirty="0"/>
                        <a:t>定义和控制做哪些工作，防止范围蔓延</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488565667"/>
                  </a:ext>
                </a:extLst>
              </a:tr>
              <a:tr h="236917">
                <a:tc>
                  <a:txBody>
                    <a:bodyPr/>
                    <a:lstStyle/>
                    <a:p>
                      <a:pPr algn="ctr">
                        <a:lnSpc>
                          <a:spcPct val="100000"/>
                        </a:lnSpc>
                        <a:buNone/>
                      </a:pPr>
                      <a:r>
                        <a:rPr lang="en-US" altLang="zh-CN" sz="1800" b="0" i="0" baseline="0" dirty="0">
                          <a:latin typeface="Montserrat" panose="00000500000000000000" pitchFamily="2" charset="0"/>
                          <a:ea typeface="微软雅黑 Light" panose="020B0502040204020203" pitchFamily="34" charset="-122"/>
                        </a:rPr>
                        <a:t>3</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dirty="0"/>
                        <a:t>项目进度管理 </a:t>
                      </a:r>
                      <a:r>
                        <a:rPr lang="en-US" altLang="zh-CN" sz="1800" baseline="0" dirty="0"/>
                        <a:t>Schedule </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dirty="0"/>
                        <a:t>活动定义、排序、估算、制定进度计划</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024873842"/>
                  </a:ext>
                </a:extLst>
              </a:tr>
              <a:tr h="236917">
                <a:tc>
                  <a:txBody>
                    <a:bodyPr/>
                    <a:lstStyle/>
                    <a:p>
                      <a:pPr algn="ctr">
                        <a:lnSpc>
                          <a:spcPct val="100000"/>
                        </a:lnSpc>
                        <a:buNone/>
                      </a:pPr>
                      <a:r>
                        <a:rPr lang="en-US" altLang="zh-CN" sz="1800" b="0" i="0" baseline="0" dirty="0">
                          <a:latin typeface="Montserrat" panose="00000500000000000000" pitchFamily="2" charset="0"/>
                          <a:ea typeface="微软雅黑 Light" panose="020B0502040204020203" pitchFamily="34" charset="-122"/>
                        </a:rPr>
                        <a:t>4</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dirty="0"/>
                        <a:t>项目成本管理 </a:t>
                      </a:r>
                      <a:r>
                        <a:rPr lang="en-US" altLang="zh-CN" sz="1800" baseline="0" dirty="0"/>
                        <a:t>Cost</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dirty="0"/>
                        <a:t>估算、预算、控制成本</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821566994"/>
                  </a:ext>
                </a:extLst>
              </a:tr>
              <a:tr h="236917">
                <a:tc>
                  <a:txBody>
                    <a:bodyPr/>
                    <a:lstStyle/>
                    <a:p>
                      <a:pPr algn="ctr">
                        <a:lnSpc>
                          <a:spcPct val="100000"/>
                        </a:lnSpc>
                        <a:buNone/>
                      </a:pPr>
                      <a:r>
                        <a:rPr lang="en-US" altLang="zh-CN" sz="1800" b="0" i="0" baseline="0" dirty="0">
                          <a:latin typeface="Montserrat" panose="00000500000000000000" pitchFamily="2" charset="0"/>
                          <a:ea typeface="微软雅黑 Light" panose="020B0502040204020203" pitchFamily="34" charset="-122"/>
                        </a:rPr>
                        <a:t>5</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dirty="0"/>
                        <a:t>项目质量管理 </a:t>
                      </a:r>
                      <a:r>
                        <a:rPr lang="en-US" altLang="zh-CN" sz="1800" baseline="0" dirty="0"/>
                        <a:t>Quality</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a:t>规划质量、管理质量、控制质量</a:t>
                      </a:r>
                      <a:endParaRPr lang="zh-CN" altLang="en-US" sz="1800" b="0" i="0" baseline="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4161976425"/>
                  </a:ext>
                </a:extLst>
              </a:tr>
              <a:tr h="236917">
                <a:tc>
                  <a:txBody>
                    <a:bodyPr/>
                    <a:lstStyle/>
                    <a:p>
                      <a:pPr algn="ctr">
                        <a:lnSpc>
                          <a:spcPct val="100000"/>
                        </a:lnSpc>
                        <a:buNone/>
                      </a:pPr>
                      <a:r>
                        <a:rPr lang="en-US" altLang="zh-CN" sz="1800" b="0" i="0" baseline="0" dirty="0">
                          <a:latin typeface="Montserrat" panose="00000500000000000000" pitchFamily="2" charset="0"/>
                          <a:ea typeface="微软雅黑 Light" panose="020B0502040204020203" pitchFamily="34" charset="-122"/>
                        </a:rPr>
                        <a:t>6</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dirty="0"/>
                        <a:t>项目资源管理 </a:t>
                      </a:r>
                      <a:r>
                        <a:rPr lang="en-US" altLang="zh-CN" sz="1800" baseline="0" dirty="0"/>
                        <a:t>Resource</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a:t>获取、发展、管理团队及实物资源</a:t>
                      </a:r>
                      <a:endParaRPr lang="zh-CN" altLang="en-US" sz="1800" b="0" i="0" baseline="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43909409"/>
                  </a:ext>
                </a:extLst>
              </a:tr>
              <a:tr h="236917">
                <a:tc>
                  <a:txBody>
                    <a:bodyPr/>
                    <a:lstStyle/>
                    <a:p>
                      <a:pPr algn="ctr">
                        <a:lnSpc>
                          <a:spcPct val="100000"/>
                        </a:lnSpc>
                        <a:buNone/>
                      </a:pPr>
                      <a:r>
                        <a:rPr lang="en-US" altLang="zh-CN" sz="1800" b="0" i="0" baseline="0" dirty="0">
                          <a:latin typeface="Montserrat" panose="00000500000000000000" pitchFamily="2" charset="0"/>
                          <a:ea typeface="微软雅黑 Light" panose="020B0502040204020203" pitchFamily="34" charset="-122"/>
                        </a:rPr>
                        <a:t>7</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dirty="0"/>
                        <a:t>项目沟通管理 </a:t>
                      </a:r>
                      <a:r>
                        <a:rPr lang="en-US" altLang="zh-CN" sz="1800" baseline="0" dirty="0"/>
                        <a:t>Communication</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a:t>规划、管理、监督沟通</a:t>
                      </a:r>
                      <a:endParaRPr lang="zh-CN" altLang="en-US" sz="1800" b="0" i="0" baseline="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773125882"/>
                  </a:ext>
                </a:extLst>
              </a:tr>
              <a:tr h="236917">
                <a:tc>
                  <a:txBody>
                    <a:bodyPr/>
                    <a:lstStyle/>
                    <a:p>
                      <a:pPr algn="ctr">
                        <a:lnSpc>
                          <a:spcPct val="100000"/>
                        </a:lnSpc>
                        <a:buNone/>
                      </a:pPr>
                      <a:r>
                        <a:rPr lang="en-US" altLang="zh-CN" sz="1800" b="0" i="0" baseline="0" dirty="0">
                          <a:latin typeface="Montserrat" panose="00000500000000000000" pitchFamily="2" charset="0"/>
                          <a:ea typeface="微软雅黑 Light" panose="020B0502040204020203" pitchFamily="34" charset="-122"/>
                        </a:rPr>
                        <a:t>8</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dirty="0"/>
                        <a:t>项目风险管理 </a:t>
                      </a:r>
                      <a:r>
                        <a:rPr lang="en-US" altLang="zh-CN" sz="1800" baseline="0" dirty="0"/>
                        <a:t>Risk</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dirty="0"/>
                        <a:t>识别、分析、应对不确定性</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104933583"/>
                  </a:ext>
                </a:extLst>
              </a:tr>
              <a:tr h="236917">
                <a:tc>
                  <a:txBody>
                    <a:bodyPr/>
                    <a:lstStyle/>
                    <a:p>
                      <a:pPr algn="ctr">
                        <a:lnSpc>
                          <a:spcPct val="100000"/>
                        </a:lnSpc>
                        <a:buNone/>
                      </a:pPr>
                      <a:r>
                        <a:rPr lang="en-US" altLang="zh-CN" sz="1800" b="0" i="0" baseline="0" dirty="0">
                          <a:latin typeface="Montserrat" panose="00000500000000000000" pitchFamily="2" charset="0"/>
                          <a:ea typeface="微软雅黑 Light" panose="020B0502040204020203" pitchFamily="34" charset="-122"/>
                        </a:rPr>
                        <a:t>9</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dirty="0"/>
                        <a:t>项目采购管理 </a:t>
                      </a:r>
                      <a:r>
                        <a:rPr lang="en-US" altLang="zh-CN" sz="1800" baseline="0" dirty="0"/>
                        <a:t>Procurement</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a:t>从外部获取产品</a:t>
                      </a:r>
                      <a:r>
                        <a:rPr lang="en-US" altLang="zh-CN" sz="1800" baseline="0"/>
                        <a:t>/</a:t>
                      </a:r>
                      <a:r>
                        <a:rPr lang="zh-CN" altLang="en-US" sz="1800" baseline="0"/>
                        <a:t>服务</a:t>
                      </a:r>
                      <a:endParaRPr lang="zh-CN" altLang="en-US" sz="1800" b="0" i="0" baseline="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855479412"/>
                  </a:ext>
                </a:extLst>
              </a:tr>
              <a:tr h="236917">
                <a:tc>
                  <a:txBody>
                    <a:bodyPr/>
                    <a:lstStyle/>
                    <a:p>
                      <a:pPr algn="ctr">
                        <a:lnSpc>
                          <a:spcPct val="100000"/>
                        </a:lnSpc>
                        <a:buNone/>
                      </a:pPr>
                      <a:r>
                        <a:rPr lang="en-US" altLang="zh-CN" sz="1800" b="0" i="0" baseline="0" dirty="0">
                          <a:latin typeface="Montserrat" panose="00000500000000000000" pitchFamily="2" charset="0"/>
                          <a:ea typeface="微软雅黑 Light" panose="020B0502040204020203" pitchFamily="34" charset="-122"/>
                        </a:rPr>
                        <a:t>10</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dirty="0"/>
                        <a:t>项目干系人管理 </a:t>
                      </a:r>
                      <a:r>
                        <a:rPr lang="en-US" altLang="zh-CN" sz="1800" baseline="0" dirty="0"/>
                        <a:t>Stakeholder</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00000"/>
                        </a:lnSpc>
                        <a:buNone/>
                      </a:pPr>
                      <a:r>
                        <a:rPr lang="zh-CN" altLang="en-US" sz="1800" baseline="0" dirty="0"/>
                        <a:t>识别干系人、制定参与策略、管理期望</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216840895"/>
                  </a:ext>
                </a:extLst>
              </a:tr>
            </a:tbl>
          </a:graphicData>
        </a:graphic>
      </p:graphicFrame>
    </p:spTree>
    <p:extLst>
      <p:ext uri="{BB962C8B-B14F-4D97-AF65-F5344CB8AC3E}">
        <p14:creationId xmlns:p14="http://schemas.microsoft.com/office/powerpoint/2010/main" val="21183863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89B10-6292-E109-3189-FCE3094903D2}"/>
              </a:ext>
            </a:extLst>
          </p:cNvPr>
          <p:cNvSpPr>
            <a:spLocks noGrp="1"/>
          </p:cNvSpPr>
          <p:nvPr>
            <p:ph type="title"/>
          </p:nvPr>
        </p:nvSpPr>
        <p:spPr>
          <a:xfrm>
            <a:off x="695998" y="360000"/>
            <a:ext cx="6375921" cy="429413"/>
          </a:xfrm>
        </p:spPr>
        <p:txBody>
          <a:bodyPr>
            <a:normAutofit/>
          </a:bodyPr>
          <a:lstStyle/>
          <a:p>
            <a:r>
              <a:rPr lang="en-US" altLang="zh-CN" dirty="0"/>
              <a:t>3.2 PMBOK</a:t>
            </a:r>
            <a:r>
              <a:rPr lang="zh-CN" altLang="zh-CN" dirty="0"/>
              <a:t>第</a:t>
            </a:r>
            <a:r>
              <a:rPr lang="en-US" altLang="zh-CN" dirty="0"/>
              <a:t>7</a:t>
            </a:r>
            <a:r>
              <a:rPr lang="zh-CN" altLang="zh-CN" dirty="0"/>
              <a:t>版</a:t>
            </a:r>
            <a:endParaRPr lang="zh-CN" altLang="en-US" dirty="0"/>
          </a:p>
        </p:txBody>
      </p:sp>
      <p:sp>
        <p:nvSpPr>
          <p:cNvPr id="5" name="Content Placeholder 4">
            <a:extLst>
              <a:ext uri="{FF2B5EF4-FFF2-40B4-BE49-F238E27FC236}">
                <a16:creationId xmlns:a16="http://schemas.microsoft.com/office/drawing/2014/main" id="{6BBA832C-A6AB-BAD5-11DD-A6D12B12B05A}"/>
              </a:ext>
            </a:extLst>
          </p:cNvPr>
          <p:cNvSpPr>
            <a:spLocks noGrp="1"/>
          </p:cNvSpPr>
          <p:nvPr>
            <p:ph idx="1"/>
          </p:nvPr>
        </p:nvSpPr>
        <p:spPr>
          <a:xfrm>
            <a:off x="696000" y="864000"/>
            <a:ext cx="10800000" cy="5400000"/>
          </a:xfrm>
        </p:spPr>
        <p:txBody>
          <a:bodyPr>
            <a:normAutofit/>
          </a:bodyPr>
          <a:lstStyle/>
          <a:p>
            <a:r>
              <a:rPr lang="en-US" altLang="zh-CN" dirty="0"/>
              <a:t>2021</a:t>
            </a:r>
            <a:r>
              <a:rPr lang="zh-CN" altLang="en-US" dirty="0"/>
              <a:t>年</a:t>
            </a:r>
            <a:r>
              <a:rPr lang="en-US" altLang="zh-CN" dirty="0"/>
              <a:t>7</a:t>
            </a:r>
            <a:r>
              <a:rPr lang="zh-CN" altLang="en-US" dirty="0"/>
              <a:t>月发布</a:t>
            </a:r>
            <a:endParaRPr lang="en-US" altLang="zh-CN" dirty="0"/>
          </a:p>
          <a:p>
            <a:r>
              <a:rPr lang="zh-CN" altLang="en-US" dirty="0"/>
              <a:t>强调做什么 </a:t>
            </a:r>
            <a:r>
              <a:rPr lang="en-US" altLang="zh-CN" dirty="0"/>
              <a:t>What </a:t>
            </a:r>
            <a:r>
              <a:rPr lang="zh-CN" altLang="en-US" dirty="0"/>
              <a:t>和为什么做</a:t>
            </a:r>
            <a:r>
              <a:rPr lang="en-US" altLang="zh-CN" dirty="0"/>
              <a:t> Why</a:t>
            </a:r>
          </a:p>
          <a:p>
            <a:r>
              <a:rPr lang="zh-CN" altLang="en-US" dirty="0"/>
              <a:t>基于原则 </a:t>
            </a:r>
            <a:r>
              <a:rPr lang="en-US" altLang="zh-CN" dirty="0"/>
              <a:t>Principle-Based</a:t>
            </a:r>
          </a:p>
          <a:p>
            <a:r>
              <a:rPr lang="zh-CN" altLang="en-US" dirty="0"/>
              <a:t>核心理念 </a:t>
            </a:r>
            <a:r>
              <a:rPr lang="en-US" altLang="zh-CN" dirty="0"/>
              <a:t>Philosophy</a:t>
            </a:r>
            <a:endParaRPr lang="zh-CN" altLang="en-US" dirty="0"/>
          </a:p>
          <a:p>
            <a:pPr lvl="1"/>
            <a:r>
              <a:rPr lang="zh-CN" altLang="en-US" dirty="0"/>
              <a:t>价值导向：不仅关注产出 </a:t>
            </a:r>
            <a:r>
              <a:rPr lang="en-US" altLang="zh-CN" dirty="0"/>
              <a:t>Output</a:t>
            </a:r>
            <a:r>
              <a:rPr lang="zh-CN" altLang="en-US" dirty="0"/>
              <a:t>，更关注成果 </a:t>
            </a:r>
            <a:r>
              <a:rPr lang="en-US" altLang="zh-CN" dirty="0"/>
              <a:t>Outcome</a:t>
            </a:r>
            <a:r>
              <a:rPr lang="zh-CN" altLang="en-US" dirty="0"/>
              <a:t> 和商业价值</a:t>
            </a:r>
          </a:p>
          <a:p>
            <a:pPr lvl="1"/>
            <a:r>
              <a:rPr lang="zh-CN" altLang="en-US" dirty="0"/>
              <a:t>灵活性与裁剪：没有一刀切的流程，鼓励根据项目情境选择合适的方法（敏捷、混合或预测）</a:t>
            </a:r>
          </a:p>
          <a:p>
            <a:pPr lvl="1"/>
            <a:r>
              <a:rPr lang="zh-CN" altLang="en-US" dirty="0"/>
              <a:t>系统性思维：将项目视为复杂系统的一部分，强调应对不确定性和变革</a:t>
            </a:r>
          </a:p>
          <a:p>
            <a:r>
              <a:rPr lang="zh-CN" altLang="en-US" dirty="0"/>
              <a:t>核心架构 </a:t>
            </a:r>
            <a:r>
              <a:rPr lang="en-US" altLang="zh-CN" dirty="0"/>
              <a:t>Structure</a:t>
            </a:r>
            <a:endParaRPr lang="zh-CN" altLang="en-US" dirty="0"/>
          </a:p>
          <a:p>
            <a:pPr lvl="1"/>
            <a:r>
              <a:rPr lang="zh-CN" altLang="en-US" dirty="0"/>
              <a:t>十二项原则 </a:t>
            </a:r>
            <a:r>
              <a:rPr lang="en-US" altLang="zh-CN" dirty="0"/>
              <a:t>(12 Principles)</a:t>
            </a:r>
            <a:r>
              <a:rPr lang="zh-CN" altLang="en-US" dirty="0"/>
              <a:t>：指导项目行为的核心价值观，适用于任何方法论（预测、敏捷、混合）</a:t>
            </a:r>
          </a:p>
          <a:p>
            <a:pPr lvl="1"/>
            <a:r>
              <a:rPr lang="zh-CN" altLang="en-US" dirty="0"/>
              <a:t>八大绩效域 </a:t>
            </a:r>
            <a:r>
              <a:rPr lang="en-US" altLang="zh-CN" dirty="0"/>
              <a:t>(8 Performance Domains)</a:t>
            </a:r>
            <a:r>
              <a:rPr lang="zh-CN" altLang="en-US" dirty="0"/>
              <a:t>：取代了知识领域，强调这些领域需要同时关注、相互作用，以交付项目成果</a:t>
            </a:r>
            <a:endParaRPr lang="en-US" altLang="zh-CN" dirty="0"/>
          </a:p>
        </p:txBody>
      </p:sp>
      <p:sp>
        <p:nvSpPr>
          <p:cNvPr id="7" name="Text Placeholder 6">
            <a:extLst>
              <a:ext uri="{FF2B5EF4-FFF2-40B4-BE49-F238E27FC236}">
                <a16:creationId xmlns:a16="http://schemas.microsoft.com/office/drawing/2014/main" id="{D47A560A-20AE-69FB-8E0D-6DA0346E69D9}"/>
              </a:ext>
            </a:extLst>
          </p:cNvPr>
          <p:cNvSpPr>
            <a:spLocks noGrp="1"/>
          </p:cNvSpPr>
          <p:nvPr>
            <p:ph type="body" sz="quarter" idx="10"/>
          </p:nvPr>
        </p:nvSpPr>
        <p:spPr>
          <a:xfrm>
            <a:off x="7071919" y="448519"/>
            <a:ext cx="4424080" cy="338554"/>
          </a:xfrm>
        </p:spPr>
        <p:txBody>
          <a:bodyPr/>
          <a:lstStyle/>
          <a:p>
            <a:r>
              <a:rPr lang="en-US" altLang="zh-CN" dirty="0"/>
              <a:t>PMBOK 7th</a:t>
            </a:r>
            <a:endParaRPr lang="zh-CN" altLang="en-US" dirty="0"/>
          </a:p>
        </p:txBody>
      </p:sp>
    </p:spTree>
    <p:extLst>
      <p:ext uri="{BB962C8B-B14F-4D97-AF65-F5344CB8AC3E}">
        <p14:creationId xmlns:p14="http://schemas.microsoft.com/office/powerpoint/2010/main" val="373502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89B10-6292-E109-3189-FCE3094903D2}"/>
              </a:ext>
            </a:extLst>
          </p:cNvPr>
          <p:cNvSpPr>
            <a:spLocks noGrp="1"/>
          </p:cNvSpPr>
          <p:nvPr>
            <p:ph type="title"/>
          </p:nvPr>
        </p:nvSpPr>
        <p:spPr>
          <a:xfrm>
            <a:off x="695998" y="360000"/>
            <a:ext cx="6375921" cy="429413"/>
          </a:xfrm>
        </p:spPr>
        <p:txBody>
          <a:bodyPr>
            <a:normAutofit/>
          </a:bodyPr>
          <a:lstStyle/>
          <a:p>
            <a:r>
              <a:rPr lang="en-US" altLang="zh-CN" dirty="0"/>
              <a:t>3.2 PMBOK</a:t>
            </a:r>
            <a:r>
              <a:rPr lang="zh-CN" altLang="zh-CN" dirty="0"/>
              <a:t>第</a:t>
            </a:r>
            <a:r>
              <a:rPr lang="en-US" altLang="zh-CN" dirty="0"/>
              <a:t>7</a:t>
            </a:r>
            <a:r>
              <a:rPr lang="zh-CN" altLang="zh-CN" dirty="0"/>
              <a:t>版</a:t>
            </a:r>
            <a:endParaRPr lang="zh-CN" altLang="en-US" dirty="0"/>
          </a:p>
        </p:txBody>
      </p:sp>
      <p:sp>
        <p:nvSpPr>
          <p:cNvPr id="5" name="Content Placeholder 4">
            <a:extLst>
              <a:ext uri="{FF2B5EF4-FFF2-40B4-BE49-F238E27FC236}">
                <a16:creationId xmlns:a16="http://schemas.microsoft.com/office/drawing/2014/main" id="{6BBA832C-A6AB-BAD5-11DD-A6D12B12B05A}"/>
              </a:ext>
            </a:extLst>
          </p:cNvPr>
          <p:cNvSpPr>
            <a:spLocks noGrp="1"/>
          </p:cNvSpPr>
          <p:nvPr>
            <p:ph idx="1"/>
          </p:nvPr>
        </p:nvSpPr>
        <p:spPr>
          <a:xfrm>
            <a:off x="696000" y="864000"/>
            <a:ext cx="10800000" cy="5400000"/>
          </a:xfrm>
        </p:spPr>
        <p:txBody>
          <a:bodyPr wrap="square">
            <a:normAutofit/>
          </a:bodyPr>
          <a:lstStyle/>
          <a:p>
            <a:r>
              <a:rPr lang="zh-CN" altLang="en-US" dirty="0"/>
              <a:t>注重价值交付和适应性</a:t>
            </a:r>
            <a:endParaRPr lang="en-US" altLang="zh-CN" dirty="0"/>
          </a:p>
          <a:p>
            <a:r>
              <a:rPr lang="zh-CN" altLang="zh-CN" dirty="0"/>
              <a:t>不是对第</a:t>
            </a:r>
            <a:r>
              <a:rPr lang="en-US" altLang="zh-CN" dirty="0"/>
              <a:t>6</a:t>
            </a:r>
            <a:r>
              <a:rPr lang="zh-CN" altLang="zh-CN" dirty="0"/>
              <a:t>版推翻、不是替代第</a:t>
            </a:r>
            <a:r>
              <a:rPr lang="en-US" altLang="zh-CN" dirty="0"/>
              <a:t>6</a:t>
            </a:r>
            <a:r>
              <a:rPr lang="zh-CN" altLang="zh-CN" dirty="0"/>
              <a:t>版</a:t>
            </a:r>
            <a:endParaRPr lang="en-US" altLang="zh-CN" dirty="0"/>
          </a:p>
          <a:p>
            <a:r>
              <a:rPr lang="zh-CN" altLang="zh-CN" dirty="0"/>
              <a:t>而是对第</a:t>
            </a:r>
            <a:r>
              <a:rPr lang="en-US" altLang="zh-CN" dirty="0"/>
              <a:t>6</a:t>
            </a:r>
            <a:r>
              <a:rPr lang="zh-CN" altLang="zh-CN" dirty="0"/>
              <a:t>版中项目管理核心精髓的延伸，是对第</a:t>
            </a:r>
            <a:r>
              <a:rPr lang="en-US" altLang="zh-CN" dirty="0"/>
              <a:t>6</a:t>
            </a:r>
            <a:r>
              <a:rPr lang="zh-CN" altLang="zh-CN" dirty="0"/>
              <a:t>版知识领域与过程组高层次、高维度的承接，再度续写下个项目管理标准构架的辉煌</a:t>
            </a:r>
            <a:endParaRPr lang="zh-CN" altLang="en-US" dirty="0"/>
          </a:p>
          <a:p>
            <a:r>
              <a:rPr lang="zh-CN" altLang="zh-CN" dirty="0"/>
              <a:t>与第</a:t>
            </a:r>
            <a:r>
              <a:rPr lang="en-US" altLang="zh-CN" dirty="0"/>
              <a:t>6</a:t>
            </a:r>
            <a:r>
              <a:rPr lang="zh-CN" altLang="zh-CN" dirty="0"/>
              <a:t>版</a:t>
            </a:r>
            <a:r>
              <a:rPr lang="zh-CN" altLang="en-US" dirty="0"/>
              <a:t>长期</a:t>
            </a:r>
            <a:r>
              <a:rPr lang="zh-CN" altLang="zh-CN" dirty="0"/>
              <a:t>共存</a:t>
            </a:r>
            <a:endParaRPr lang="en-US" altLang="zh-CN" dirty="0"/>
          </a:p>
          <a:p>
            <a:endParaRPr lang="zh-CN" altLang="en-US" dirty="0"/>
          </a:p>
        </p:txBody>
      </p:sp>
      <p:sp>
        <p:nvSpPr>
          <p:cNvPr id="37" name="Text Placeholder 36">
            <a:extLst>
              <a:ext uri="{FF2B5EF4-FFF2-40B4-BE49-F238E27FC236}">
                <a16:creationId xmlns:a16="http://schemas.microsoft.com/office/drawing/2014/main" id="{9C5FC84B-59EE-1E35-ED55-4DE08D3ED184}"/>
              </a:ext>
            </a:extLst>
          </p:cNvPr>
          <p:cNvSpPr>
            <a:spLocks noGrp="1"/>
          </p:cNvSpPr>
          <p:nvPr>
            <p:ph type="body" sz="quarter" idx="10"/>
          </p:nvPr>
        </p:nvSpPr>
        <p:spPr>
          <a:xfrm>
            <a:off x="7071919" y="448519"/>
            <a:ext cx="4424080" cy="338554"/>
          </a:xfrm>
        </p:spPr>
        <p:txBody>
          <a:bodyPr/>
          <a:lstStyle/>
          <a:p>
            <a:r>
              <a:rPr lang="en-US" altLang="zh-CN" dirty="0"/>
              <a:t>PMBOK 7th</a:t>
            </a:r>
            <a:endParaRPr lang="zh-CN" altLang="en-US" dirty="0"/>
          </a:p>
        </p:txBody>
      </p:sp>
    </p:spTree>
    <p:extLst>
      <p:ext uri="{BB962C8B-B14F-4D97-AF65-F5344CB8AC3E}">
        <p14:creationId xmlns:p14="http://schemas.microsoft.com/office/powerpoint/2010/main" val="347446966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36F4CB5A-A8EF-06E5-4A2E-423A9A2903B5}"/>
              </a:ext>
            </a:extLst>
          </p:cNvPr>
          <p:cNvSpPr>
            <a:spLocks noGrp="1"/>
          </p:cNvSpPr>
          <p:nvPr>
            <p:ph type="title"/>
          </p:nvPr>
        </p:nvSpPr>
        <p:spPr>
          <a:xfrm>
            <a:off x="695998" y="360000"/>
            <a:ext cx="6375921" cy="429413"/>
          </a:xfrm>
        </p:spPr>
        <p:txBody>
          <a:bodyPr>
            <a:normAutofit/>
          </a:bodyPr>
          <a:lstStyle/>
          <a:p>
            <a:r>
              <a:rPr lang="en-US" altLang="zh-CN" dirty="0"/>
              <a:t>3.2.1 </a:t>
            </a:r>
            <a:r>
              <a:rPr lang="zh-CN" altLang="en-US" dirty="0"/>
              <a:t>十二项原则</a:t>
            </a:r>
          </a:p>
        </p:txBody>
      </p:sp>
      <p:sp>
        <p:nvSpPr>
          <p:cNvPr id="3" name="Content Placeholder 2">
            <a:extLst>
              <a:ext uri="{FF2B5EF4-FFF2-40B4-BE49-F238E27FC236}">
                <a16:creationId xmlns:a16="http://schemas.microsoft.com/office/drawing/2014/main" id="{5864824E-CCB8-0517-41B7-D6F903A18BC3}"/>
              </a:ext>
            </a:extLst>
          </p:cNvPr>
          <p:cNvSpPr>
            <a:spLocks noGrp="1"/>
          </p:cNvSpPr>
          <p:nvPr>
            <p:ph idx="1"/>
          </p:nvPr>
        </p:nvSpPr>
        <p:spPr>
          <a:xfrm>
            <a:off x="696000" y="864000"/>
            <a:ext cx="10800000" cy="5400000"/>
          </a:xfrm>
        </p:spPr>
        <p:txBody>
          <a:bodyPr/>
          <a:lstStyle/>
          <a:p>
            <a:r>
              <a:rPr lang="zh-CN" altLang="en-US" dirty="0"/>
              <a:t>尽职、尊重和关心 </a:t>
            </a:r>
            <a:r>
              <a:rPr lang="en-US" altLang="zh-CN" dirty="0"/>
              <a:t>Stewardship</a:t>
            </a:r>
          </a:p>
          <a:p>
            <a:r>
              <a:rPr lang="zh-CN" altLang="en-US" dirty="0"/>
              <a:t>营造协作的项目团队环境 </a:t>
            </a:r>
            <a:r>
              <a:rPr lang="en-US" altLang="zh-CN" dirty="0"/>
              <a:t>Team</a:t>
            </a:r>
          </a:p>
          <a:p>
            <a:r>
              <a:rPr lang="zh-CN" altLang="en-US" dirty="0"/>
              <a:t>有效参与相关方 </a:t>
            </a:r>
            <a:r>
              <a:rPr lang="en-US" altLang="zh-CN" dirty="0"/>
              <a:t>Stakeholders</a:t>
            </a:r>
          </a:p>
          <a:p>
            <a:r>
              <a:rPr lang="zh-CN" altLang="en-US" dirty="0"/>
              <a:t>聚焦于价值 </a:t>
            </a:r>
            <a:r>
              <a:rPr lang="en-US" altLang="zh-CN" dirty="0"/>
              <a:t>Value</a:t>
            </a:r>
          </a:p>
          <a:p>
            <a:r>
              <a:rPr lang="zh-CN" altLang="en-US" dirty="0"/>
              <a:t>识别、评估和响应系统交互 </a:t>
            </a:r>
            <a:r>
              <a:rPr lang="en-US" altLang="zh-CN" dirty="0"/>
              <a:t>System Interaction</a:t>
            </a:r>
          </a:p>
          <a:p>
            <a:r>
              <a:rPr lang="zh-CN" altLang="en-US" dirty="0"/>
              <a:t>展现领导力行为 </a:t>
            </a:r>
            <a:r>
              <a:rPr lang="en-US" altLang="zh-CN" dirty="0"/>
              <a:t>Leadership</a:t>
            </a:r>
          </a:p>
          <a:p>
            <a:r>
              <a:rPr lang="zh-CN" altLang="en-US" dirty="0"/>
              <a:t>根据情境进行裁剪 </a:t>
            </a:r>
            <a:r>
              <a:rPr lang="en-US" altLang="zh-CN" dirty="0"/>
              <a:t>Tailoring</a:t>
            </a:r>
          </a:p>
          <a:p>
            <a:r>
              <a:rPr lang="zh-CN" altLang="en-US" dirty="0"/>
              <a:t>将质量融入过程和可交付成果 </a:t>
            </a:r>
            <a:r>
              <a:rPr lang="en-US" altLang="zh-CN" dirty="0"/>
              <a:t>Quality</a:t>
            </a:r>
          </a:p>
          <a:p>
            <a:r>
              <a:rPr lang="zh-CN" altLang="en-US" dirty="0"/>
              <a:t>驾驭复杂性 </a:t>
            </a:r>
            <a:r>
              <a:rPr lang="en-US" altLang="zh-CN" dirty="0"/>
              <a:t>Complexity</a:t>
            </a:r>
          </a:p>
          <a:p>
            <a:r>
              <a:rPr lang="zh-CN" altLang="en-US" dirty="0"/>
              <a:t>优化风险应对 </a:t>
            </a:r>
            <a:r>
              <a:rPr lang="en-US" altLang="zh-CN" dirty="0"/>
              <a:t>Risk</a:t>
            </a:r>
          </a:p>
          <a:p>
            <a:r>
              <a:rPr lang="zh-CN" altLang="en-US" dirty="0"/>
              <a:t>拥抱适应性和韧性 </a:t>
            </a:r>
            <a:r>
              <a:rPr lang="en-US" altLang="zh-CN" dirty="0"/>
              <a:t>Adaptability &amp; Resiliency</a:t>
            </a:r>
          </a:p>
          <a:p>
            <a:r>
              <a:rPr lang="zh-CN" altLang="en-US" dirty="0"/>
              <a:t>为实现目标而驱动变革 </a:t>
            </a:r>
            <a:r>
              <a:rPr lang="en-US" altLang="zh-CN" dirty="0"/>
              <a:t>Change</a:t>
            </a:r>
          </a:p>
          <a:p>
            <a:endParaRPr lang="zh-CN" altLang="en-US" dirty="0"/>
          </a:p>
        </p:txBody>
      </p:sp>
      <p:sp>
        <p:nvSpPr>
          <p:cNvPr id="10" name="Text Placeholder 9">
            <a:extLst>
              <a:ext uri="{FF2B5EF4-FFF2-40B4-BE49-F238E27FC236}">
                <a16:creationId xmlns:a16="http://schemas.microsoft.com/office/drawing/2014/main" id="{B6D6918B-E4BB-B047-2D6B-F354350C4942}"/>
              </a:ext>
            </a:extLst>
          </p:cNvPr>
          <p:cNvSpPr>
            <a:spLocks noGrp="1"/>
          </p:cNvSpPr>
          <p:nvPr>
            <p:ph type="body" sz="quarter" idx="10"/>
          </p:nvPr>
        </p:nvSpPr>
        <p:spPr>
          <a:xfrm>
            <a:off x="7071919" y="448519"/>
            <a:ext cx="4424080" cy="338554"/>
          </a:xfrm>
        </p:spPr>
        <p:txBody>
          <a:bodyPr/>
          <a:lstStyle/>
          <a:p>
            <a:r>
              <a:rPr lang="en-US" altLang="zh-CN" dirty="0"/>
              <a:t>12 Principles/PMBOK 7th</a:t>
            </a:r>
            <a:endParaRPr lang="zh-CN" altLang="en-US" dirty="0"/>
          </a:p>
        </p:txBody>
      </p:sp>
    </p:spTree>
    <p:extLst>
      <p:ext uri="{BB962C8B-B14F-4D97-AF65-F5344CB8AC3E}">
        <p14:creationId xmlns:p14="http://schemas.microsoft.com/office/powerpoint/2010/main" val="100060410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66692A73-90A8-90A7-5588-75572825511F}"/>
              </a:ext>
            </a:extLst>
          </p:cNvPr>
          <p:cNvGraphicFramePr>
            <a:graphicFrameLocks noGrp="1"/>
          </p:cNvGraphicFramePr>
          <p:nvPr>
            <p:extLst>
              <p:ext uri="{D42A27DB-BD31-4B8C-83A1-F6EECF244321}">
                <p14:modId xmlns:p14="http://schemas.microsoft.com/office/powerpoint/2010/main" val="1564157274"/>
              </p:ext>
            </p:extLst>
          </p:nvPr>
        </p:nvGraphicFramePr>
        <p:xfrm>
          <a:off x="696000" y="499562"/>
          <a:ext cx="10800000" cy="5858877"/>
        </p:xfrm>
        <a:graphic>
          <a:graphicData uri="http://schemas.openxmlformats.org/drawingml/2006/table">
            <a:tbl>
              <a:tblPr/>
              <a:tblGrid>
                <a:gridCol w="614329">
                  <a:extLst>
                    <a:ext uri="{9D8B030D-6E8A-4147-A177-3AD203B41FA5}">
                      <a16:colId xmlns:a16="http://schemas.microsoft.com/office/drawing/2014/main" val="925299126"/>
                    </a:ext>
                  </a:extLst>
                </a:gridCol>
                <a:gridCol w="3827282">
                  <a:extLst>
                    <a:ext uri="{9D8B030D-6E8A-4147-A177-3AD203B41FA5}">
                      <a16:colId xmlns:a16="http://schemas.microsoft.com/office/drawing/2014/main" val="2868495705"/>
                    </a:ext>
                  </a:extLst>
                </a:gridCol>
                <a:gridCol w="3271101">
                  <a:extLst>
                    <a:ext uri="{9D8B030D-6E8A-4147-A177-3AD203B41FA5}">
                      <a16:colId xmlns:a16="http://schemas.microsoft.com/office/drawing/2014/main" val="3988260063"/>
                    </a:ext>
                  </a:extLst>
                </a:gridCol>
                <a:gridCol w="3087288">
                  <a:extLst>
                    <a:ext uri="{9D8B030D-6E8A-4147-A177-3AD203B41FA5}">
                      <a16:colId xmlns:a16="http://schemas.microsoft.com/office/drawing/2014/main" val="3623922994"/>
                    </a:ext>
                  </a:extLst>
                </a:gridCol>
              </a:tblGrid>
              <a:tr h="360000">
                <a:tc>
                  <a:txBody>
                    <a:bodyPr/>
                    <a:lstStyle/>
                    <a:p>
                      <a:pPr algn="ctr">
                        <a:buNone/>
                      </a:pPr>
                      <a:endParaRPr lang="zh-CN" altLang="en-US" sz="1200" dirty="0">
                        <a:solidFill>
                          <a:schemeClr val="bg1"/>
                        </a:solidFill>
                      </a:endParaRPr>
                    </a:p>
                  </a:txBody>
                  <a:tcPr marL="36742" marR="36742" marT="18371" marB="18371" anchor="ctr">
                    <a:lnL>
                      <a:noFill/>
                    </a:lnL>
                    <a:lnR>
                      <a:noFill/>
                    </a:lnR>
                    <a:lnT>
                      <a:noFill/>
                    </a:lnT>
                    <a:lnB>
                      <a:noFill/>
                    </a:lnB>
                    <a:solidFill>
                      <a:schemeClr val="accent2"/>
                    </a:solidFill>
                  </a:tcPr>
                </a:tc>
                <a:tc>
                  <a:txBody>
                    <a:bodyPr/>
                    <a:lstStyle/>
                    <a:p>
                      <a:pPr algn="l">
                        <a:buNone/>
                      </a:pPr>
                      <a:r>
                        <a:rPr lang="en-US" sz="1200" dirty="0">
                          <a:solidFill>
                            <a:schemeClr val="bg1"/>
                          </a:solidFill>
                        </a:rPr>
                        <a:t>English</a:t>
                      </a:r>
                    </a:p>
                  </a:txBody>
                  <a:tcPr marL="36742" marR="36742" marT="18371" marB="18371" anchor="ctr">
                    <a:lnL>
                      <a:noFill/>
                    </a:lnL>
                    <a:lnR>
                      <a:noFill/>
                    </a:lnR>
                    <a:lnT>
                      <a:noFill/>
                    </a:lnT>
                    <a:lnB>
                      <a:noFill/>
                    </a:lnB>
                    <a:solidFill>
                      <a:schemeClr val="accent2"/>
                    </a:solidFill>
                  </a:tcPr>
                </a:tc>
                <a:tc>
                  <a:txBody>
                    <a:bodyPr/>
                    <a:lstStyle/>
                    <a:p>
                      <a:pPr algn="l">
                        <a:buNone/>
                      </a:pPr>
                      <a:r>
                        <a:rPr lang="en-US" sz="1200" dirty="0">
                          <a:solidFill>
                            <a:schemeClr val="bg1"/>
                          </a:solidFill>
                        </a:rPr>
                        <a:t>Chinese</a:t>
                      </a:r>
                    </a:p>
                  </a:txBody>
                  <a:tcPr marL="36742" marR="36742" marT="18371" marB="18371" anchor="ctr">
                    <a:lnL>
                      <a:noFill/>
                    </a:lnL>
                    <a:lnR>
                      <a:noFill/>
                    </a:lnR>
                    <a:lnT>
                      <a:noFill/>
                    </a:lnT>
                    <a:lnB>
                      <a:noFill/>
                    </a:lnB>
                    <a:solidFill>
                      <a:schemeClr val="accent2"/>
                    </a:solidFill>
                  </a:tcPr>
                </a:tc>
                <a:tc>
                  <a:txBody>
                    <a:bodyPr/>
                    <a:lstStyle/>
                    <a:p>
                      <a:pPr algn="l">
                        <a:buNone/>
                      </a:pPr>
                      <a:r>
                        <a:rPr lang="en-US" altLang="zh-CN" sz="1200" dirty="0">
                          <a:solidFill>
                            <a:schemeClr val="bg1"/>
                          </a:solidFill>
                        </a:rPr>
                        <a:t>Description</a:t>
                      </a:r>
                      <a:endParaRPr lang="zh-CN" altLang="en-US" sz="1200" dirty="0">
                        <a:solidFill>
                          <a:schemeClr val="bg1"/>
                        </a:solidFill>
                      </a:endParaRPr>
                    </a:p>
                  </a:txBody>
                  <a:tcPr marL="36742" marR="36742" marT="18371" marB="18371" anchor="ctr">
                    <a:lnL>
                      <a:noFill/>
                    </a:lnL>
                    <a:lnR>
                      <a:noFill/>
                    </a:lnR>
                    <a:lnT>
                      <a:noFill/>
                    </a:lnT>
                    <a:lnB>
                      <a:noFill/>
                    </a:lnB>
                    <a:solidFill>
                      <a:schemeClr val="accent2"/>
                    </a:solidFill>
                  </a:tcPr>
                </a:tc>
                <a:extLst>
                  <a:ext uri="{0D108BD9-81ED-4DB2-BD59-A6C34878D82A}">
                    <a16:rowId xmlns:a16="http://schemas.microsoft.com/office/drawing/2014/main" val="1777749652"/>
                  </a:ext>
                </a:extLst>
              </a:tr>
              <a:tr h="477651">
                <a:tc>
                  <a:txBody>
                    <a:bodyPr/>
                    <a:lstStyle/>
                    <a:p>
                      <a:pPr algn="ctr">
                        <a:buNone/>
                      </a:pPr>
                      <a:r>
                        <a:rPr lang="en-US" altLang="zh-CN" sz="1200" dirty="0"/>
                        <a:t>1</a:t>
                      </a:r>
                    </a:p>
                  </a:txBody>
                  <a:tcPr marL="36742" marR="36742" marT="18371" marB="18371" anchor="ctr">
                    <a:lnL>
                      <a:noFill/>
                    </a:lnL>
                    <a:lnR>
                      <a:noFill/>
                    </a:lnR>
                    <a:lnT>
                      <a:noFill/>
                    </a:lnT>
                    <a:lnB>
                      <a:noFill/>
                    </a:lnB>
                    <a:noFill/>
                  </a:tcPr>
                </a:tc>
                <a:tc>
                  <a:txBody>
                    <a:bodyPr/>
                    <a:lstStyle/>
                    <a:p>
                      <a:pPr algn="l">
                        <a:buNone/>
                      </a:pPr>
                      <a:r>
                        <a:rPr lang="en-US" sz="1200" dirty="0"/>
                        <a:t>Stewardship</a:t>
                      </a:r>
                      <a:br>
                        <a:rPr lang="en-US" sz="1200" dirty="0"/>
                      </a:br>
                      <a:r>
                        <a:rPr lang="en-US" sz="1200" dirty="0"/>
                        <a:t>Be a diligent, respectful, and caring steward.</a:t>
                      </a:r>
                    </a:p>
                  </a:txBody>
                  <a:tcPr marL="36742" marR="36742" marT="18371" marB="18371" anchor="ctr">
                    <a:lnL>
                      <a:noFill/>
                    </a:lnL>
                    <a:lnR>
                      <a:noFill/>
                    </a:lnR>
                    <a:lnT>
                      <a:noFill/>
                    </a:lnT>
                    <a:lnB>
                      <a:noFill/>
                    </a:lnB>
                    <a:noFill/>
                  </a:tcPr>
                </a:tc>
                <a:tc>
                  <a:txBody>
                    <a:bodyPr/>
                    <a:lstStyle/>
                    <a:p>
                      <a:pPr algn="l">
                        <a:buNone/>
                      </a:pPr>
                      <a:r>
                        <a:rPr lang="zh-CN" altLang="en-US" sz="1200" dirty="0"/>
                        <a:t>尽职管理</a:t>
                      </a:r>
                      <a:br>
                        <a:rPr lang="zh-CN" altLang="en-US" sz="1200" dirty="0"/>
                      </a:br>
                      <a:r>
                        <a:rPr lang="zh-CN" altLang="en-US" sz="1200" dirty="0"/>
                        <a:t>做一位勤勉、尊重且关心的管家。</a:t>
                      </a:r>
                    </a:p>
                  </a:txBody>
                  <a:tcPr marL="36742" marR="36742" marT="18371" marB="18371" anchor="ctr">
                    <a:lnL>
                      <a:noFill/>
                    </a:lnL>
                    <a:lnR>
                      <a:noFill/>
                    </a:lnR>
                    <a:lnT>
                      <a:noFill/>
                    </a:lnT>
                    <a:lnB>
                      <a:noFill/>
                    </a:lnB>
                    <a:noFill/>
                  </a:tcPr>
                </a:tc>
                <a:tc>
                  <a:txBody>
                    <a:bodyPr/>
                    <a:lstStyle/>
                    <a:p>
                      <a:pPr algn="l">
                        <a:buNone/>
                      </a:pPr>
                      <a:r>
                        <a:rPr lang="zh-CN" altLang="en-US" sz="1200" dirty="0"/>
                        <a:t>以诚信、关怀和信任为基础管理资源，对结果负责。</a:t>
                      </a:r>
                    </a:p>
                  </a:txBody>
                  <a:tcPr marL="36742" marR="36742" marT="18371" marB="18371" anchor="ctr">
                    <a:lnL>
                      <a:noFill/>
                    </a:lnL>
                    <a:lnR>
                      <a:noFill/>
                    </a:lnR>
                    <a:lnT>
                      <a:noFill/>
                    </a:lnT>
                    <a:lnB>
                      <a:noFill/>
                    </a:lnB>
                    <a:noFill/>
                  </a:tcPr>
                </a:tc>
                <a:extLst>
                  <a:ext uri="{0D108BD9-81ED-4DB2-BD59-A6C34878D82A}">
                    <a16:rowId xmlns:a16="http://schemas.microsoft.com/office/drawing/2014/main" val="2782072623"/>
                  </a:ext>
                </a:extLst>
              </a:tr>
              <a:tr h="477651">
                <a:tc>
                  <a:txBody>
                    <a:bodyPr/>
                    <a:lstStyle/>
                    <a:p>
                      <a:pPr algn="ctr">
                        <a:buNone/>
                      </a:pPr>
                      <a:r>
                        <a:rPr lang="en-US" altLang="zh-CN" sz="1200"/>
                        <a:t>2</a:t>
                      </a:r>
                    </a:p>
                  </a:txBody>
                  <a:tcPr marL="36742" marR="36742" marT="18371" marB="18371" anchor="ctr">
                    <a:lnL>
                      <a:noFill/>
                    </a:lnL>
                    <a:lnR>
                      <a:noFill/>
                    </a:lnR>
                    <a:lnT>
                      <a:noFill/>
                    </a:lnT>
                    <a:lnB>
                      <a:noFill/>
                    </a:lnB>
                    <a:noFill/>
                  </a:tcPr>
                </a:tc>
                <a:tc>
                  <a:txBody>
                    <a:bodyPr/>
                    <a:lstStyle/>
                    <a:p>
                      <a:pPr algn="l">
                        <a:buNone/>
                      </a:pPr>
                      <a:r>
                        <a:rPr lang="en-US" sz="1200"/>
                        <a:t>Team</a:t>
                      </a:r>
                      <a:br>
                        <a:rPr lang="en-US" sz="1200"/>
                      </a:br>
                      <a:r>
                        <a:rPr lang="en-US" sz="1200"/>
                        <a:t>Create a collaborative project team environment.</a:t>
                      </a:r>
                    </a:p>
                  </a:txBody>
                  <a:tcPr marL="36742" marR="36742" marT="18371" marB="18371" anchor="ctr">
                    <a:lnL>
                      <a:noFill/>
                    </a:lnL>
                    <a:lnR>
                      <a:noFill/>
                    </a:lnR>
                    <a:lnT>
                      <a:noFill/>
                    </a:lnT>
                    <a:lnB>
                      <a:noFill/>
                    </a:lnB>
                    <a:noFill/>
                  </a:tcPr>
                </a:tc>
                <a:tc>
                  <a:txBody>
                    <a:bodyPr/>
                    <a:lstStyle/>
                    <a:p>
                      <a:pPr algn="l">
                        <a:buNone/>
                      </a:pPr>
                      <a:r>
                        <a:rPr lang="zh-CN" altLang="en-US" sz="1200"/>
                        <a:t>团队</a:t>
                      </a:r>
                      <a:br>
                        <a:rPr lang="zh-CN" altLang="en-US" sz="1200"/>
                      </a:br>
                      <a:r>
                        <a:rPr lang="zh-CN" altLang="en-US" sz="1200"/>
                        <a:t>营造协作的项目团队环境。</a:t>
                      </a:r>
                    </a:p>
                  </a:txBody>
                  <a:tcPr marL="36742" marR="36742" marT="18371" marB="18371" anchor="ctr">
                    <a:lnL>
                      <a:noFill/>
                    </a:lnL>
                    <a:lnR>
                      <a:noFill/>
                    </a:lnR>
                    <a:lnT>
                      <a:noFill/>
                    </a:lnT>
                    <a:lnB>
                      <a:noFill/>
                    </a:lnB>
                    <a:noFill/>
                  </a:tcPr>
                </a:tc>
                <a:tc>
                  <a:txBody>
                    <a:bodyPr/>
                    <a:lstStyle/>
                    <a:p>
                      <a:pPr algn="l">
                        <a:buNone/>
                      </a:pPr>
                      <a:r>
                        <a:rPr lang="zh-CN" altLang="en-US" sz="1200"/>
                        <a:t>建立包容、开放的环境，促进团队高效协作和共同成长。</a:t>
                      </a:r>
                    </a:p>
                  </a:txBody>
                  <a:tcPr marL="36742" marR="36742" marT="18371" marB="18371" anchor="ctr">
                    <a:lnL>
                      <a:noFill/>
                    </a:lnL>
                    <a:lnR>
                      <a:noFill/>
                    </a:lnR>
                    <a:lnT>
                      <a:noFill/>
                    </a:lnT>
                    <a:lnB>
                      <a:noFill/>
                    </a:lnB>
                    <a:noFill/>
                  </a:tcPr>
                </a:tc>
                <a:extLst>
                  <a:ext uri="{0D108BD9-81ED-4DB2-BD59-A6C34878D82A}">
                    <a16:rowId xmlns:a16="http://schemas.microsoft.com/office/drawing/2014/main" val="1013838864"/>
                  </a:ext>
                </a:extLst>
              </a:tr>
              <a:tr h="367424">
                <a:tc>
                  <a:txBody>
                    <a:bodyPr/>
                    <a:lstStyle/>
                    <a:p>
                      <a:pPr algn="ctr">
                        <a:buNone/>
                      </a:pPr>
                      <a:r>
                        <a:rPr lang="en-US" altLang="zh-CN" sz="1200"/>
                        <a:t>3</a:t>
                      </a:r>
                    </a:p>
                  </a:txBody>
                  <a:tcPr marL="36742" marR="36742" marT="18371" marB="18371" anchor="ctr">
                    <a:lnL>
                      <a:noFill/>
                    </a:lnL>
                    <a:lnR>
                      <a:noFill/>
                    </a:lnR>
                    <a:lnT>
                      <a:noFill/>
                    </a:lnT>
                    <a:lnB>
                      <a:noFill/>
                    </a:lnB>
                    <a:noFill/>
                  </a:tcPr>
                </a:tc>
                <a:tc>
                  <a:txBody>
                    <a:bodyPr/>
                    <a:lstStyle/>
                    <a:p>
                      <a:pPr algn="l">
                        <a:buNone/>
                      </a:pPr>
                      <a:r>
                        <a:rPr lang="en-US" sz="1200" dirty="0"/>
                        <a:t>Stakeholders</a:t>
                      </a:r>
                      <a:br>
                        <a:rPr lang="en-US" sz="1200" dirty="0"/>
                      </a:br>
                      <a:r>
                        <a:rPr lang="en-US" sz="1200" dirty="0"/>
                        <a:t>Effectively engage with stakeholders.</a:t>
                      </a:r>
                    </a:p>
                  </a:txBody>
                  <a:tcPr marL="36742" marR="36742" marT="18371" marB="18371" anchor="ctr">
                    <a:lnL>
                      <a:noFill/>
                    </a:lnL>
                    <a:lnR>
                      <a:noFill/>
                    </a:lnR>
                    <a:lnT>
                      <a:noFill/>
                    </a:lnT>
                    <a:lnB>
                      <a:noFill/>
                    </a:lnB>
                    <a:noFill/>
                  </a:tcPr>
                </a:tc>
                <a:tc>
                  <a:txBody>
                    <a:bodyPr/>
                    <a:lstStyle/>
                    <a:p>
                      <a:pPr algn="l">
                        <a:buNone/>
                      </a:pPr>
                      <a:r>
                        <a:rPr lang="zh-CN" altLang="en-US" sz="1200"/>
                        <a:t>相关方</a:t>
                      </a:r>
                      <a:br>
                        <a:rPr lang="zh-CN" altLang="en-US" sz="1200"/>
                      </a:br>
                      <a:r>
                        <a:rPr lang="zh-CN" altLang="en-US" sz="1200"/>
                        <a:t>有效地让相关方参与。</a:t>
                      </a:r>
                    </a:p>
                  </a:txBody>
                  <a:tcPr marL="36742" marR="36742" marT="18371" marB="18371" anchor="ctr">
                    <a:lnL>
                      <a:noFill/>
                    </a:lnL>
                    <a:lnR>
                      <a:noFill/>
                    </a:lnR>
                    <a:lnT>
                      <a:noFill/>
                    </a:lnT>
                    <a:lnB>
                      <a:noFill/>
                    </a:lnB>
                    <a:noFill/>
                  </a:tcPr>
                </a:tc>
                <a:tc>
                  <a:txBody>
                    <a:bodyPr/>
                    <a:lstStyle/>
                    <a:p>
                      <a:pPr algn="l">
                        <a:buNone/>
                      </a:pPr>
                      <a:r>
                        <a:rPr lang="zh-CN" altLang="en-US" sz="1200"/>
                        <a:t>识别并持续与相关方沟通，理解其需求，建立互信关系。</a:t>
                      </a:r>
                    </a:p>
                  </a:txBody>
                  <a:tcPr marL="36742" marR="36742" marT="18371" marB="18371" anchor="ctr">
                    <a:lnL>
                      <a:noFill/>
                    </a:lnL>
                    <a:lnR>
                      <a:noFill/>
                    </a:lnR>
                    <a:lnT>
                      <a:noFill/>
                    </a:lnT>
                    <a:lnB>
                      <a:noFill/>
                    </a:lnB>
                    <a:noFill/>
                  </a:tcPr>
                </a:tc>
                <a:extLst>
                  <a:ext uri="{0D108BD9-81ED-4DB2-BD59-A6C34878D82A}">
                    <a16:rowId xmlns:a16="http://schemas.microsoft.com/office/drawing/2014/main" val="1531040684"/>
                  </a:ext>
                </a:extLst>
              </a:tr>
              <a:tr h="367424">
                <a:tc>
                  <a:txBody>
                    <a:bodyPr/>
                    <a:lstStyle/>
                    <a:p>
                      <a:pPr algn="ctr">
                        <a:buNone/>
                      </a:pPr>
                      <a:r>
                        <a:rPr lang="en-US" altLang="zh-CN" sz="1200"/>
                        <a:t>4</a:t>
                      </a:r>
                    </a:p>
                  </a:txBody>
                  <a:tcPr marL="36742" marR="36742" marT="18371" marB="18371" anchor="ctr">
                    <a:lnL>
                      <a:noFill/>
                    </a:lnL>
                    <a:lnR>
                      <a:noFill/>
                    </a:lnR>
                    <a:lnT>
                      <a:noFill/>
                    </a:lnT>
                    <a:lnB>
                      <a:noFill/>
                    </a:lnB>
                    <a:noFill/>
                  </a:tcPr>
                </a:tc>
                <a:tc>
                  <a:txBody>
                    <a:bodyPr/>
                    <a:lstStyle/>
                    <a:p>
                      <a:pPr algn="l">
                        <a:buNone/>
                      </a:pPr>
                      <a:r>
                        <a:rPr lang="en-US" sz="1200"/>
                        <a:t>Value</a:t>
                      </a:r>
                      <a:br>
                        <a:rPr lang="en-US" sz="1200"/>
                      </a:br>
                      <a:r>
                        <a:rPr lang="en-US" sz="1200"/>
                        <a:t>Focus on value.</a:t>
                      </a:r>
                    </a:p>
                  </a:txBody>
                  <a:tcPr marL="36742" marR="36742" marT="18371" marB="18371" anchor="ctr">
                    <a:lnL>
                      <a:noFill/>
                    </a:lnL>
                    <a:lnR>
                      <a:noFill/>
                    </a:lnR>
                    <a:lnT>
                      <a:noFill/>
                    </a:lnT>
                    <a:lnB>
                      <a:noFill/>
                    </a:lnB>
                    <a:noFill/>
                  </a:tcPr>
                </a:tc>
                <a:tc>
                  <a:txBody>
                    <a:bodyPr/>
                    <a:lstStyle/>
                    <a:p>
                      <a:pPr algn="l">
                        <a:buNone/>
                      </a:pPr>
                      <a:r>
                        <a:rPr lang="zh-CN" altLang="en-US" sz="1200"/>
                        <a:t>价值</a:t>
                      </a:r>
                      <a:br>
                        <a:rPr lang="zh-CN" altLang="en-US" sz="1200"/>
                      </a:br>
                      <a:r>
                        <a:rPr lang="zh-CN" altLang="en-US" sz="1200"/>
                        <a:t>聚焦于价值。</a:t>
                      </a:r>
                    </a:p>
                  </a:txBody>
                  <a:tcPr marL="36742" marR="36742" marT="18371" marB="18371" anchor="ctr">
                    <a:lnL>
                      <a:noFill/>
                    </a:lnL>
                    <a:lnR>
                      <a:noFill/>
                    </a:lnR>
                    <a:lnT>
                      <a:noFill/>
                    </a:lnT>
                    <a:lnB>
                      <a:noFill/>
                    </a:lnB>
                    <a:noFill/>
                  </a:tcPr>
                </a:tc>
                <a:tc>
                  <a:txBody>
                    <a:bodyPr/>
                    <a:lstStyle/>
                    <a:p>
                      <a:pPr algn="l">
                        <a:buNone/>
                      </a:pPr>
                      <a:r>
                        <a:rPr lang="zh-CN" altLang="en-US" sz="1200"/>
                        <a:t>始终关注项目交付的商业价值和成果，而不仅仅是产出物。</a:t>
                      </a:r>
                    </a:p>
                  </a:txBody>
                  <a:tcPr marL="36742" marR="36742" marT="18371" marB="18371" anchor="ctr">
                    <a:lnL>
                      <a:noFill/>
                    </a:lnL>
                    <a:lnR>
                      <a:noFill/>
                    </a:lnR>
                    <a:lnT>
                      <a:noFill/>
                    </a:lnT>
                    <a:lnB>
                      <a:noFill/>
                    </a:lnB>
                    <a:noFill/>
                  </a:tcPr>
                </a:tc>
                <a:extLst>
                  <a:ext uri="{0D108BD9-81ED-4DB2-BD59-A6C34878D82A}">
                    <a16:rowId xmlns:a16="http://schemas.microsoft.com/office/drawing/2014/main" val="3991160183"/>
                  </a:ext>
                </a:extLst>
              </a:tr>
              <a:tr h="477651">
                <a:tc>
                  <a:txBody>
                    <a:bodyPr/>
                    <a:lstStyle/>
                    <a:p>
                      <a:pPr algn="ctr">
                        <a:buNone/>
                      </a:pPr>
                      <a:r>
                        <a:rPr lang="en-US" altLang="zh-CN" sz="1200"/>
                        <a:t>5</a:t>
                      </a:r>
                    </a:p>
                  </a:txBody>
                  <a:tcPr marL="36742" marR="36742" marT="18371" marB="18371" anchor="ctr">
                    <a:lnL>
                      <a:noFill/>
                    </a:lnL>
                    <a:lnR>
                      <a:noFill/>
                    </a:lnR>
                    <a:lnT>
                      <a:noFill/>
                    </a:lnT>
                    <a:lnB>
                      <a:noFill/>
                    </a:lnB>
                    <a:noFill/>
                  </a:tcPr>
                </a:tc>
                <a:tc>
                  <a:txBody>
                    <a:bodyPr/>
                    <a:lstStyle/>
                    <a:p>
                      <a:pPr algn="l">
                        <a:buNone/>
                      </a:pPr>
                      <a:r>
                        <a:rPr lang="en-US" sz="1200"/>
                        <a:t>Systems Thinking</a:t>
                      </a:r>
                      <a:br>
                        <a:rPr lang="en-US" sz="1200"/>
                      </a:br>
                      <a:r>
                        <a:rPr lang="en-US" sz="1200"/>
                        <a:t>Recognize, evaluate, and respond to system interactions.</a:t>
                      </a:r>
                    </a:p>
                  </a:txBody>
                  <a:tcPr marL="36742" marR="36742" marT="18371" marB="18371" anchor="ctr">
                    <a:lnL>
                      <a:noFill/>
                    </a:lnL>
                    <a:lnR>
                      <a:noFill/>
                    </a:lnR>
                    <a:lnT>
                      <a:noFill/>
                    </a:lnT>
                    <a:lnB>
                      <a:noFill/>
                    </a:lnB>
                    <a:noFill/>
                  </a:tcPr>
                </a:tc>
                <a:tc>
                  <a:txBody>
                    <a:bodyPr/>
                    <a:lstStyle/>
                    <a:p>
                      <a:pPr algn="l">
                        <a:buNone/>
                      </a:pPr>
                      <a:r>
                        <a:rPr lang="zh-CN" altLang="en-US" sz="1200"/>
                        <a:t>系统思考</a:t>
                      </a:r>
                      <a:br>
                        <a:rPr lang="zh-CN" altLang="en-US" sz="1200"/>
                      </a:br>
                      <a:r>
                        <a:rPr lang="zh-CN" altLang="en-US" sz="1200"/>
                        <a:t>识别、评估并响应系统交互。</a:t>
                      </a:r>
                    </a:p>
                  </a:txBody>
                  <a:tcPr marL="36742" marR="36742" marT="18371" marB="18371" anchor="ctr">
                    <a:lnL>
                      <a:noFill/>
                    </a:lnL>
                    <a:lnR>
                      <a:noFill/>
                    </a:lnR>
                    <a:lnT>
                      <a:noFill/>
                    </a:lnT>
                    <a:lnB>
                      <a:noFill/>
                    </a:lnB>
                    <a:noFill/>
                  </a:tcPr>
                </a:tc>
                <a:tc>
                  <a:txBody>
                    <a:bodyPr/>
                    <a:lstStyle/>
                    <a:p>
                      <a:pPr algn="l">
                        <a:buNone/>
                      </a:pPr>
                      <a:r>
                        <a:rPr lang="zh-CN" altLang="en-US" sz="1200"/>
                        <a:t>将项目视为复杂系统的一部分，理解各要素间的相互影响。</a:t>
                      </a:r>
                    </a:p>
                  </a:txBody>
                  <a:tcPr marL="36742" marR="36742" marT="18371" marB="18371" anchor="ctr">
                    <a:lnL>
                      <a:noFill/>
                    </a:lnL>
                    <a:lnR>
                      <a:noFill/>
                    </a:lnR>
                    <a:lnT>
                      <a:noFill/>
                    </a:lnT>
                    <a:lnB>
                      <a:noFill/>
                    </a:lnB>
                    <a:noFill/>
                  </a:tcPr>
                </a:tc>
                <a:extLst>
                  <a:ext uri="{0D108BD9-81ED-4DB2-BD59-A6C34878D82A}">
                    <a16:rowId xmlns:a16="http://schemas.microsoft.com/office/drawing/2014/main" val="1432136980"/>
                  </a:ext>
                </a:extLst>
              </a:tr>
              <a:tr h="367424">
                <a:tc>
                  <a:txBody>
                    <a:bodyPr/>
                    <a:lstStyle/>
                    <a:p>
                      <a:pPr algn="ctr">
                        <a:buNone/>
                      </a:pPr>
                      <a:r>
                        <a:rPr lang="en-US" altLang="zh-CN" sz="1200"/>
                        <a:t>6</a:t>
                      </a:r>
                    </a:p>
                  </a:txBody>
                  <a:tcPr marL="36742" marR="36742" marT="18371" marB="18371" anchor="ctr">
                    <a:lnL>
                      <a:noFill/>
                    </a:lnL>
                    <a:lnR>
                      <a:noFill/>
                    </a:lnR>
                    <a:lnT>
                      <a:noFill/>
                    </a:lnT>
                    <a:lnB>
                      <a:noFill/>
                    </a:lnB>
                    <a:noFill/>
                  </a:tcPr>
                </a:tc>
                <a:tc>
                  <a:txBody>
                    <a:bodyPr/>
                    <a:lstStyle/>
                    <a:p>
                      <a:pPr algn="l">
                        <a:buNone/>
                      </a:pPr>
                      <a:r>
                        <a:rPr lang="en-US" sz="1200" dirty="0"/>
                        <a:t>Leadership</a:t>
                      </a:r>
                      <a:br>
                        <a:rPr lang="en-US" sz="1200" dirty="0"/>
                      </a:br>
                      <a:r>
                        <a:rPr lang="en-US" sz="1200" dirty="0"/>
                        <a:t>Demonstrate leadership behaviors.</a:t>
                      </a:r>
                    </a:p>
                  </a:txBody>
                  <a:tcPr marL="36742" marR="36742" marT="18371" marB="18371" anchor="ctr">
                    <a:lnL>
                      <a:noFill/>
                    </a:lnL>
                    <a:lnR>
                      <a:noFill/>
                    </a:lnR>
                    <a:lnT>
                      <a:noFill/>
                    </a:lnT>
                    <a:lnB>
                      <a:noFill/>
                    </a:lnB>
                    <a:noFill/>
                  </a:tcPr>
                </a:tc>
                <a:tc>
                  <a:txBody>
                    <a:bodyPr/>
                    <a:lstStyle/>
                    <a:p>
                      <a:pPr algn="l">
                        <a:buNone/>
                      </a:pPr>
                      <a:r>
                        <a:rPr lang="zh-CN" altLang="en-US" sz="1200"/>
                        <a:t>领导力</a:t>
                      </a:r>
                      <a:br>
                        <a:rPr lang="zh-CN" altLang="en-US" sz="1200"/>
                      </a:br>
                      <a:r>
                        <a:rPr lang="zh-CN" altLang="en-US" sz="1200"/>
                        <a:t>展现领导力行为。</a:t>
                      </a:r>
                    </a:p>
                  </a:txBody>
                  <a:tcPr marL="36742" marR="36742" marT="18371" marB="18371" anchor="ctr">
                    <a:lnL>
                      <a:noFill/>
                    </a:lnL>
                    <a:lnR>
                      <a:noFill/>
                    </a:lnR>
                    <a:lnT>
                      <a:noFill/>
                    </a:lnT>
                    <a:lnB>
                      <a:noFill/>
                    </a:lnB>
                    <a:noFill/>
                  </a:tcPr>
                </a:tc>
                <a:tc>
                  <a:txBody>
                    <a:bodyPr/>
                    <a:lstStyle/>
                    <a:p>
                      <a:pPr algn="l">
                        <a:buNone/>
                      </a:pPr>
                      <a:r>
                        <a:rPr lang="zh-CN" altLang="en-US" sz="1200"/>
                        <a:t>无论职位高低，每个人都应展现激励、指导和推动变革的领导力。</a:t>
                      </a:r>
                    </a:p>
                  </a:txBody>
                  <a:tcPr marL="36742" marR="36742" marT="18371" marB="18371" anchor="ctr">
                    <a:lnL>
                      <a:noFill/>
                    </a:lnL>
                    <a:lnR>
                      <a:noFill/>
                    </a:lnR>
                    <a:lnT>
                      <a:noFill/>
                    </a:lnT>
                    <a:lnB>
                      <a:noFill/>
                    </a:lnB>
                    <a:noFill/>
                  </a:tcPr>
                </a:tc>
                <a:extLst>
                  <a:ext uri="{0D108BD9-81ED-4DB2-BD59-A6C34878D82A}">
                    <a16:rowId xmlns:a16="http://schemas.microsoft.com/office/drawing/2014/main" val="3419528014"/>
                  </a:ext>
                </a:extLst>
              </a:tr>
              <a:tr h="367424">
                <a:tc>
                  <a:txBody>
                    <a:bodyPr/>
                    <a:lstStyle/>
                    <a:p>
                      <a:pPr algn="ctr">
                        <a:buNone/>
                      </a:pPr>
                      <a:r>
                        <a:rPr lang="en-US" altLang="zh-CN" sz="1200"/>
                        <a:t>7</a:t>
                      </a:r>
                    </a:p>
                  </a:txBody>
                  <a:tcPr marL="36742" marR="36742" marT="18371" marB="18371" anchor="ctr">
                    <a:lnL>
                      <a:noFill/>
                    </a:lnL>
                    <a:lnR>
                      <a:noFill/>
                    </a:lnR>
                    <a:lnT>
                      <a:noFill/>
                    </a:lnT>
                    <a:lnB>
                      <a:noFill/>
                    </a:lnB>
                    <a:noFill/>
                  </a:tcPr>
                </a:tc>
                <a:tc>
                  <a:txBody>
                    <a:bodyPr/>
                    <a:lstStyle/>
                    <a:p>
                      <a:pPr algn="l">
                        <a:buNone/>
                      </a:pPr>
                      <a:r>
                        <a:rPr lang="en-US" sz="1200"/>
                        <a:t>Tailoring</a:t>
                      </a:r>
                      <a:br>
                        <a:rPr lang="en-US" sz="1200"/>
                      </a:br>
                      <a:r>
                        <a:rPr lang="en-US" sz="1200"/>
                        <a:t>Tailor based on context.</a:t>
                      </a:r>
                    </a:p>
                  </a:txBody>
                  <a:tcPr marL="36742" marR="36742" marT="18371" marB="18371" anchor="ctr">
                    <a:lnL>
                      <a:noFill/>
                    </a:lnL>
                    <a:lnR>
                      <a:noFill/>
                    </a:lnR>
                    <a:lnT>
                      <a:noFill/>
                    </a:lnT>
                    <a:lnB>
                      <a:noFill/>
                    </a:lnB>
                    <a:noFill/>
                  </a:tcPr>
                </a:tc>
                <a:tc>
                  <a:txBody>
                    <a:bodyPr/>
                    <a:lstStyle/>
                    <a:p>
                      <a:pPr algn="l">
                        <a:buNone/>
                      </a:pPr>
                      <a:r>
                        <a:rPr lang="zh-CN" altLang="en-US" sz="1200"/>
                        <a:t>裁剪</a:t>
                      </a:r>
                      <a:br>
                        <a:rPr lang="zh-CN" altLang="en-US" sz="1200"/>
                      </a:br>
                      <a:r>
                        <a:rPr lang="zh-CN" altLang="en-US" sz="1200"/>
                        <a:t>根据情境进行裁剪。</a:t>
                      </a:r>
                    </a:p>
                  </a:txBody>
                  <a:tcPr marL="36742" marR="36742" marT="18371" marB="18371" anchor="ctr">
                    <a:lnL>
                      <a:noFill/>
                    </a:lnL>
                    <a:lnR>
                      <a:noFill/>
                    </a:lnR>
                    <a:lnT>
                      <a:noFill/>
                    </a:lnT>
                    <a:lnB>
                      <a:noFill/>
                    </a:lnB>
                    <a:noFill/>
                  </a:tcPr>
                </a:tc>
                <a:tc>
                  <a:txBody>
                    <a:bodyPr/>
                    <a:lstStyle/>
                    <a:p>
                      <a:pPr algn="l">
                        <a:buNone/>
                      </a:pPr>
                      <a:r>
                        <a:rPr lang="zh-CN" altLang="en-US" sz="1200"/>
                        <a:t>没有万能的方法，需根据项目具体环境调整方法、流程和工件。</a:t>
                      </a:r>
                    </a:p>
                  </a:txBody>
                  <a:tcPr marL="36742" marR="36742" marT="18371" marB="18371" anchor="ctr">
                    <a:lnL>
                      <a:noFill/>
                    </a:lnL>
                    <a:lnR>
                      <a:noFill/>
                    </a:lnR>
                    <a:lnT>
                      <a:noFill/>
                    </a:lnT>
                    <a:lnB>
                      <a:noFill/>
                    </a:lnB>
                    <a:noFill/>
                  </a:tcPr>
                </a:tc>
                <a:extLst>
                  <a:ext uri="{0D108BD9-81ED-4DB2-BD59-A6C34878D82A}">
                    <a16:rowId xmlns:a16="http://schemas.microsoft.com/office/drawing/2014/main" val="243581718"/>
                  </a:ext>
                </a:extLst>
              </a:tr>
              <a:tr h="477651">
                <a:tc>
                  <a:txBody>
                    <a:bodyPr/>
                    <a:lstStyle/>
                    <a:p>
                      <a:pPr algn="ctr">
                        <a:buNone/>
                      </a:pPr>
                      <a:r>
                        <a:rPr lang="en-US" altLang="zh-CN" sz="1200"/>
                        <a:t>8</a:t>
                      </a:r>
                    </a:p>
                  </a:txBody>
                  <a:tcPr marL="36742" marR="36742" marT="18371" marB="18371" anchor="ctr">
                    <a:lnL>
                      <a:noFill/>
                    </a:lnL>
                    <a:lnR>
                      <a:noFill/>
                    </a:lnR>
                    <a:lnT>
                      <a:noFill/>
                    </a:lnT>
                    <a:lnB>
                      <a:noFill/>
                    </a:lnB>
                    <a:noFill/>
                  </a:tcPr>
                </a:tc>
                <a:tc>
                  <a:txBody>
                    <a:bodyPr/>
                    <a:lstStyle/>
                    <a:p>
                      <a:pPr algn="l">
                        <a:buNone/>
                      </a:pPr>
                      <a:r>
                        <a:rPr lang="en-US" sz="1200" dirty="0"/>
                        <a:t>Quality</a:t>
                      </a:r>
                      <a:br>
                        <a:rPr lang="en-US" sz="1200" dirty="0"/>
                      </a:br>
                      <a:r>
                        <a:rPr lang="en-US" sz="1200" dirty="0"/>
                        <a:t>Build quality into processes and deliverables.</a:t>
                      </a:r>
                    </a:p>
                  </a:txBody>
                  <a:tcPr marL="36742" marR="36742" marT="18371" marB="18371" anchor="ctr">
                    <a:lnL>
                      <a:noFill/>
                    </a:lnL>
                    <a:lnR>
                      <a:noFill/>
                    </a:lnR>
                    <a:lnT>
                      <a:noFill/>
                    </a:lnT>
                    <a:lnB>
                      <a:noFill/>
                    </a:lnB>
                    <a:noFill/>
                  </a:tcPr>
                </a:tc>
                <a:tc>
                  <a:txBody>
                    <a:bodyPr/>
                    <a:lstStyle/>
                    <a:p>
                      <a:pPr algn="l">
                        <a:buNone/>
                      </a:pPr>
                      <a:r>
                        <a:rPr lang="zh-CN" altLang="en-US" sz="1200"/>
                        <a:t>质量</a:t>
                      </a:r>
                      <a:br>
                        <a:rPr lang="zh-CN" altLang="en-US" sz="1200"/>
                      </a:br>
                      <a:r>
                        <a:rPr lang="zh-CN" altLang="en-US" sz="1200"/>
                        <a:t>将质量融入过程和可交付成果。</a:t>
                      </a:r>
                    </a:p>
                  </a:txBody>
                  <a:tcPr marL="36742" marR="36742" marT="18371" marB="18371" anchor="ctr">
                    <a:lnL>
                      <a:noFill/>
                    </a:lnL>
                    <a:lnR>
                      <a:noFill/>
                    </a:lnR>
                    <a:lnT>
                      <a:noFill/>
                    </a:lnT>
                    <a:lnB>
                      <a:noFill/>
                    </a:lnB>
                    <a:noFill/>
                  </a:tcPr>
                </a:tc>
                <a:tc>
                  <a:txBody>
                    <a:bodyPr/>
                    <a:lstStyle/>
                    <a:p>
                      <a:pPr algn="l">
                        <a:buNone/>
                      </a:pPr>
                      <a:r>
                        <a:rPr lang="zh-CN" altLang="en-US" sz="1200"/>
                        <a:t>质量是规划出来的，不是检查出来的；需贯穿全过程。</a:t>
                      </a:r>
                    </a:p>
                  </a:txBody>
                  <a:tcPr marL="36742" marR="36742" marT="18371" marB="18371" anchor="ctr">
                    <a:lnL>
                      <a:noFill/>
                    </a:lnL>
                    <a:lnR>
                      <a:noFill/>
                    </a:lnR>
                    <a:lnT>
                      <a:noFill/>
                    </a:lnT>
                    <a:lnB>
                      <a:noFill/>
                    </a:lnB>
                    <a:noFill/>
                  </a:tcPr>
                </a:tc>
                <a:extLst>
                  <a:ext uri="{0D108BD9-81ED-4DB2-BD59-A6C34878D82A}">
                    <a16:rowId xmlns:a16="http://schemas.microsoft.com/office/drawing/2014/main" val="3133752140"/>
                  </a:ext>
                </a:extLst>
              </a:tr>
              <a:tr h="367424">
                <a:tc>
                  <a:txBody>
                    <a:bodyPr/>
                    <a:lstStyle/>
                    <a:p>
                      <a:pPr algn="ctr">
                        <a:buNone/>
                      </a:pPr>
                      <a:r>
                        <a:rPr lang="en-US" altLang="zh-CN" sz="1200"/>
                        <a:t>9</a:t>
                      </a:r>
                    </a:p>
                  </a:txBody>
                  <a:tcPr marL="36742" marR="36742" marT="18371" marB="18371" anchor="ctr">
                    <a:lnL>
                      <a:noFill/>
                    </a:lnL>
                    <a:lnR>
                      <a:noFill/>
                    </a:lnR>
                    <a:lnT>
                      <a:noFill/>
                    </a:lnT>
                    <a:lnB>
                      <a:noFill/>
                    </a:lnB>
                    <a:noFill/>
                  </a:tcPr>
                </a:tc>
                <a:tc>
                  <a:txBody>
                    <a:bodyPr/>
                    <a:lstStyle/>
                    <a:p>
                      <a:pPr algn="l">
                        <a:buNone/>
                      </a:pPr>
                      <a:r>
                        <a:rPr lang="en-US" sz="1200" dirty="0"/>
                        <a:t>Complexity</a:t>
                      </a:r>
                      <a:br>
                        <a:rPr lang="en-US" sz="1200" dirty="0"/>
                      </a:br>
                      <a:r>
                        <a:rPr lang="en-US" sz="1200" dirty="0"/>
                        <a:t>Navigate complexity.</a:t>
                      </a:r>
                    </a:p>
                  </a:txBody>
                  <a:tcPr marL="36742" marR="36742" marT="18371" marB="18371" anchor="ctr">
                    <a:lnL>
                      <a:noFill/>
                    </a:lnL>
                    <a:lnR>
                      <a:noFill/>
                    </a:lnR>
                    <a:lnT>
                      <a:noFill/>
                    </a:lnT>
                    <a:lnB>
                      <a:noFill/>
                    </a:lnB>
                    <a:noFill/>
                  </a:tcPr>
                </a:tc>
                <a:tc>
                  <a:txBody>
                    <a:bodyPr/>
                    <a:lstStyle/>
                    <a:p>
                      <a:pPr algn="l">
                        <a:buNone/>
                      </a:pPr>
                      <a:r>
                        <a:rPr lang="zh-CN" altLang="en-US" sz="1200"/>
                        <a:t>复杂性</a:t>
                      </a:r>
                      <a:br>
                        <a:rPr lang="zh-CN" altLang="en-US" sz="1200"/>
                      </a:br>
                      <a:r>
                        <a:rPr lang="zh-CN" altLang="en-US" sz="1200"/>
                        <a:t>驾驭复杂性。</a:t>
                      </a:r>
                    </a:p>
                  </a:txBody>
                  <a:tcPr marL="36742" marR="36742" marT="18371" marB="18371" anchor="ctr">
                    <a:lnL>
                      <a:noFill/>
                    </a:lnL>
                    <a:lnR>
                      <a:noFill/>
                    </a:lnR>
                    <a:lnT>
                      <a:noFill/>
                    </a:lnT>
                    <a:lnB>
                      <a:noFill/>
                    </a:lnB>
                    <a:noFill/>
                  </a:tcPr>
                </a:tc>
                <a:tc>
                  <a:txBody>
                    <a:bodyPr/>
                    <a:lstStyle/>
                    <a:p>
                      <a:pPr algn="l">
                        <a:buNone/>
                      </a:pPr>
                      <a:r>
                        <a:rPr lang="zh-CN" altLang="en-US" sz="1200"/>
                        <a:t>识别并应对由人类行为、系统交互和模糊性带来的复杂性。</a:t>
                      </a:r>
                    </a:p>
                  </a:txBody>
                  <a:tcPr marL="36742" marR="36742" marT="18371" marB="18371" anchor="ctr">
                    <a:lnL>
                      <a:noFill/>
                    </a:lnL>
                    <a:lnR>
                      <a:noFill/>
                    </a:lnR>
                    <a:lnT>
                      <a:noFill/>
                    </a:lnT>
                    <a:lnB>
                      <a:noFill/>
                    </a:lnB>
                    <a:noFill/>
                  </a:tcPr>
                </a:tc>
                <a:extLst>
                  <a:ext uri="{0D108BD9-81ED-4DB2-BD59-A6C34878D82A}">
                    <a16:rowId xmlns:a16="http://schemas.microsoft.com/office/drawing/2014/main" val="1805972127"/>
                  </a:ext>
                </a:extLst>
              </a:tr>
              <a:tr h="367424">
                <a:tc>
                  <a:txBody>
                    <a:bodyPr/>
                    <a:lstStyle/>
                    <a:p>
                      <a:pPr algn="ctr">
                        <a:buNone/>
                      </a:pPr>
                      <a:r>
                        <a:rPr lang="en-US" altLang="zh-CN" sz="1200"/>
                        <a:t>10</a:t>
                      </a:r>
                    </a:p>
                  </a:txBody>
                  <a:tcPr marL="36742" marR="36742" marT="18371" marB="18371" anchor="ctr">
                    <a:lnL>
                      <a:noFill/>
                    </a:lnL>
                    <a:lnR>
                      <a:noFill/>
                    </a:lnR>
                    <a:lnT>
                      <a:noFill/>
                    </a:lnT>
                    <a:lnB>
                      <a:noFill/>
                    </a:lnB>
                    <a:noFill/>
                  </a:tcPr>
                </a:tc>
                <a:tc>
                  <a:txBody>
                    <a:bodyPr/>
                    <a:lstStyle/>
                    <a:p>
                      <a:pPr algn="l">
                        <a:buNone/>
                      </a:pPr>
                      <a:r>
                        <a:rPr lang="en-US" sz="1200" dirty="0"/>
                        <a:t>Risk</a:t>
                      </a:r>
                      <a:br>
                        <a:rPr lang="en-US" sz="1200" dirty="0"/>
                      </a:br>
                      <a:r>
                        <a:rPr lang="en-US" sz="1200" dirty="0"/>
                        <a:t>Optimize risk responses.</a:t>
                      </a:r>
                    </a:p>
                  </a:txBody>
                  <a:tcPr marL="36742" marR="36742" marT="18371" marB="18371" anchor="ctr">
                    <a:lnL>
                      <a:noFill/>
                    </a:lnL>
                    <a:lnR>
                      <a:noFill/>
                    </a:lnR>
                    <a:lnT>
                      <a:noFill/>
                    </a:lnT>
                    <a:lnB>
                      <a:noFill/>
                    </a:lnB>
                    <a:noFill/>
                  </a:tcPr>
                </a:tc>
                <a:tc>
                  <a:txBody>
                    <a:bodyPr/>
                    <a:lstStyle/>
                    <a:p>
                      <a:pPr algn="l">
                        <a:buNone/>
                      </a:pPr>
                      <a:r>
                        <a:rPr lang="zh-CN" altLang="en-US" sz="1200"/>
                        <a:t>风险</a:t>
                      </a:r>
                      <a:br>
                        <a:rPr lang="zh-CN" altLang="en-US" sz="1200"/>
                      </a:br>
                      <a:r>
                        <a:rPr lang="zh-CN" altLang="en-US" sz="1200"/>
                        <a:t>优化风险应对。</a:t>
                      </a:r>
                    </a:p>
                  </a:txBody>
                  <a:tcPr marL="36742" marR="36742" marT="18371" marB="18371" anchor="ctr">
                    <a:lnL>
                      <a:noFill/>
                    </a:lnL>
                    <a:lnR>
                      <a:noFill/>
                    </a:lnR>
                    <a:lnT>
                      <a:noFill/>
                    </a:lnT>
                    <a:lnB>
                      <a:noFill/>
                    </a:lnB>
                    <a:noFill/>
                  </a:tcPr>
                </a:tc>
                <a:tc>
                  <a:txBody>
                    <a:bodyPr/>
                    <a:lstStyle/>
                    <a:p>
                      <a:pPr algn="l">
                        <a:buNone/>
                      </a:pPr>
                      <a:r>
                        <a:rPr lang="zh-CN" altLang="en-US" sz="1200"/>
                        <a:t>主动识别威胁和机会，采取整体策略优化风险敞口。</a:t>
                      </a:r>
                    </a:p>
                  </a:txBody>
                  <a:tcPr marL="36742" marR="36742" marT="18371" marB="18371" anchor="ctr">
                    <a:lnL>
                      <a:noFill/>
                    </a:lnL>
                    <a:lnR>
                      <a:noFill/>
                    </a:lnR>
                    <a:lnT>
                      <a:noFill/>
                    </a:lnT>
                    <a:lnB>
                      <a:noFill/>
                    </a:lnB>
                    <a:noFill/>
                  </a:tcPr>
                </a:tc>
                <a:extLst>
                  <a:ext uri="{0D108BD9-81ED-4DB2-BD59-A6C34878D82A}">
                    <a16:rowId xmlns:a16="http://schemas.microsoft.com/office/drawing/2014/main" val="2762410625"/>
                  </a:ext>
                </a:extLst>
              </a:tr>
              <a:tr h="477651">
                <a:tc>
                  <a:txBody>
                    <a:bodyPr/>
                    <a:lstStyle/>
                    <a:p>
                      <a:pPr algn="ctr">
                        <a:buNone/>
                      </a:pPr>
                      <a:r>
                        <a:rPr lang="en-US" altLang="zh-CN" sz="1200"/>
                        <a:t>11</a:t>
                      </a:r>
                    </a:p>
                  </a:txBody>
                  <a:tcPr marL="36742" marR="36742" marT="18371" marB="18371" anchor="ctr">
                    <a:lnL>
                      <a:noFill/>
                    </a:lnL>
                    <a:lnR>
                      <a:noFill/>
                    </a:lnR>
                    <a:lnT>
                      <a:noFill/>
                    </a:lnT>
                    <a:lnB>
                      <a:noFill/>
                    </a:lnB>
                    <a:noFill/>
                  </a:tcPr>
                </a:tc>
                <a:tc>
                  <a:txBody>
                    <a:bodyPr/>
                    <a:lstStyle/>
                    <a:p>
                      <a:pPr algn="l">
                        <a:buNone/>
                      </a:pPr>
                      <a:r>
                        <a:rPr lang="en-US" sz="1200" dirty="0"/>
                        <a:t>Adaptability &amp; Resiliency</a:t>
                      </a:r>
                      <a:br>
                        <a:rPr lang="en-US" sz="1200" dirty="0"/>
                      </a:br>
                      <a:r>
                        <a:rPr lang="en-US" sz="1200" dirty="0"/>
                        <a:t>Embrace adaptability and resiliency.</a:t>
                      </a:r>
                    </a:p>
                  </a:txBody>
                  <a:tcPr marL="36742" marR="36742" marT="18371" marB="18371" anchor="ctr">
                    <a:lnL>
                      <a:noFill/>
                    </a:lnL>
                    <a:lnR>
                      <a:noFill/>
                    </a:lnR>
                    <a:lnT>
                      <a:noFill/>
                    </a:lnT>
                    <a:lnB>
                      <a:noFill/>
                    </a:lnB>
                    <a:noFill/>
                  </a:tcPr>
                </a:tc>
                <a:tc>
                  <a:txBody>
                    <a:bodyPr/>
                    <a:lstStyle/>
                    <a:p>
                      <a:pPr algn="l">
                        <a:buNone/>
                      </a:pPr>
                      <a:r>
                        <a:rPr lang="zh-CN" altLang="en-US" sz="1200"/>
                        <a:t>适应性与韧性</a:t>
                      </a:r>
                      <a:br>
                        <a:rPr lang="zh-CN" altLang="en-US" sz="1200"/>
                      </a:br>
                      <a:r>
                        <a:rPr lang="zh-CN" altLang="en-US" sz="1200"/>
                        <a:t>拥抱适应性和韧性。</a:t>
                      </a:r>
                    </a:p>
                  </a:txBody>
                  <a:tcPr marL="36742" marR="36742" marT="18371" marB="18371" anchor="ctr">
                    <a:lnL>
                      <a:noFill/>
                    </a:lnL>
                    <a:lnR>
                      <a:noFill/>
                    </a:lnR>
                    <a:lnT>
                      <a:noFill/>
                    </a:lnT>
                    <a:lnB>
                      <a:noFill/>
                    </a:lnB>
                    <a:noFill/>
                  </a:tcPr>
                </a:tc>
                <a:tc>
                  <a:txBody>
                    <a:bodyPr/>
                    <a:lstStyle/>
                    <a:p>
                      <a:pPr algn="l">
                        <a:buNone/>
                      </a:pPr>
                      <a:r>
                        <a:rPr lang="zh-CN" altLang="en-US" sz="1200"/>
                        <a:t>在变化中保持灵活，具备从挫折中恢复并适应新环境的能力。</a:t>
                      </a:r>
                    </a:p>
                  </a:txBody>
                  <a:tcPr marL="36742" marR="36742" marT="18371" marB="18371" anchor="ctr">
                    <a:lnL>
                      <a:noFill/>
                    </a:lnL>
                    <a:lnR>
                      <a:noFill/>
                    </a:lnR>
                    <a:lnT>
                      <a:noFill/>
                    </a:lnT>
                    <a:lnB>
                      <a:noFill/>
                    </a:lnB>
                    <a:noFill/>
                  </a:tcPr>
                </a:tc>
                <a:extLst>
                  <a:ext uri="{0D108BD9-81ED-4DB2-BD59-A6C34878D82A}">
                    <a16:rowId xmlns:a16="http://schemas.microsoft.com/office/drawing/2014/main" val="2904882128"/>
                  </a:ext>
                </a:extLst>
              </a:tr>
              <a:tr h="587879">
                <a:tc>
                  <a:txBody>
                    <a:bodyPr/>
                    <a:lstStyle/>
                    <a:p>
                      <a:pPr algn="ctr">
                        <a:buNone/>
                      </a:pPr>
                      <a:r>
                        <a:rPr lang="en-US" altLang="zh-CN" sz="1200" dirty="0"/>
                        <a:t>12</a:t>
                      </a:r>
                    </a:p>
                  </a:txBody>
                  <a:tcPr marL="36742" marR="36742" marT="18371" marB="18371" anchor="ctr">
                    <a:lnL>
                      <a:noFill/>
                    </a:lnL>
                    <a:lnR>
                      <a:noFill/>
                    </a:lnR>
                    <a:lnT>
                      <a:noFill/>
                    </a:lnT>
                    <a:lnB>
                      <a:noFill/>
                    </a:lnB>
                    <a:noFill/>
                  </a:tcPr>
                </a:tc>
                <a:tc>
                  <a:txBody>
                    <a:bodyPr/>
                    <a:lstStyle/>
                    <a:p>
                      <a:pPr algn="l">
                        <a:buNone/>
                      </a:pPr>
                      <a:r>
                        <a:rPr lang="en-US" sz="1200"/>
                        <a:t>Change</a:t>
                      </a:r>
                      <a:br>
                        <a:rPr lang="en-US" sz="1200"/>
                      </a:br>
                      <a:r>
                        <a:rPr lang="en-US" sz="1200"/>
                        <a:t>Enable change to achieve the envisioned future state.</a:t>
                      </a:r>
                    </a:p>
                  </a:txBody>
                  <a:tcPr marL="36742" marR="36742" marT="18371" marB="18371" anchor="ctr">
                    <a:lnL>
                      <a:noFill/>
                    </a:lnL>
                    <a:lnR>
                      <a:noFill/>
                    </a:lnR>
                    <a:lnT>
                      <a:noFill/>
                    </a:lnT>
                    <a:lnB>
                      <a:noFill/>
                    </a:lnB>
                    <a:noFill/>
                  </a:tcPr>
                </a:tc>
                <a:tc>
                  <a:txBody>
                    <a:bodyPr/>
                    <a:lstStyle/>
                    <a:p>
                      <a:pPr algn="l">
                        <a:buNone/>
                      </a:pPr>
                      <a:r>
                        <a:rPr lang="zh-CN" altLang="en-US" sz="1200"/>
                        <a:t>变革</a:t>
                      </a:r>
                      <a:br>
                        <a:rPr lang="zh-CN" altLang="en-US" sz="1200"/>
                      </a:br>
                      <a:r>
                        <a:rPr lang="zh-CN" altLang="en-US" sz="1200"/>
                        <a:t>为实现目标而驱动变革。</a:t>
                      </a:r>
                    </a:p>
                  </a:txBody>
                  <a:tcPr marL="36742" marR="36742" marT="18371" marB="18371" anchor="ctr">
                    <a:lnL>
                      <a:noFill/>
                    </a:lnL>
                    <a:lnR>
                      <a:noFill/>
                    </a:lnR>
                    <a:lnT>
                      <a:noFill/>
                    </a:lnT>
                    <a:lnB>
                      <a:noFill/>
                    </a:lnB>
                    <a:noFill/>
                  </a:tcPr>
                </a:tc>
                <a:tc>
                  <a:txBody>
                    <a:bodyPr/>
                    <a:lstStyle/>
                    <a:p>
                      <a:pPr algn="l">
                        <a:buNone/>
                      </a:pPr>
                      <a:r>
                        <a:rPr lang="zh-CN" altLang="en-US" sz="1200" dirty="0"/>
                        <a:t>管理组织变革，帮助相关方顺利过渡到新的未来状态。</a:t>
                      </a:r>
                    </a:p>
                  </a:txBody>
                  <a:tcPr marL="36742" marR="36742" marT="18371" marB="18371" anchor="ctr">
                    <a:lnL>
                      <a:noFill/>
                    </a:lnL>
                    <a:lnR>
                      <a:noFill/>
                    </a:lnR>
                    <a:lnT>
                      <a:noFill/>
                    </a:lnT>
                    <a:lnB>
                      <a:noFill/>
                    </a:lnB>
                    <a:noFill/>
                  </a:tcPr>
                </a:tc>
                <a:extLst>
                  <a:ext uri="{0D108BD9-81ED-4DB2-BD59-A6C34878D82A}">
                    <a16:rowId xmlns:a16="http://schemas.microsoft.com/office/drawing/2014/main" val="2815916767"/>
                  </a:ext>
                </a:extLst>
              </a:tr>
            </a:tbl>
          </a:graphicData>
        </a:graphic>
      </p:graphicFrame>
    </p:spTree>
    <p:extLst>
      <p:ext uri="{BB962C8B-B14F-4D97-AF65-F5344CB8AC3E}">
        <p14:creationId xmlns:p14="http://schemas.microsoft.com/office/powerpoint/2010/main" val="89984928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14397-0972-E24D-67B3-C92D4F0551D0}"/>
              </a:ext>
            </a:extLst>
          </p:cNvPr>
          <p:cNvSpPr>
            <a:spLocks noGrp="1"/>
          </p:cNvSpPr>
          <p:nvPr>
            <p:ph type="title"/>
          </p:nvPr>
        </p:nvSpPr>
        <p:spPr>
          <a:xfrm>
            <a:off x="695998" y="360000"/>
            <a:ext cx="6375921" cy="429413"/>
          </a:xfrm>
        </p:spPr>
        <p:txBody>
          <a:bodyPr>
            <a:normAutofit/>
          </a:bodyPr>
          <a:lstStyle/>
          <a:p>
            <a:r>
              <a:rPr lang="en-US" altLang="zh-CN"/>
              <a:t>3.2.2 </a:t>
            </a:r>
            <a:r>
              <a:rPr lang="zh-CN" altLang="en-US"/>
              <a:t>八大绩效域</a:t>
            </a:r>
            <a:endParaRPr lang="zh-CN" altLang="en-US" dirty="0"/>
          </a:p>
        </p:txBody>
      </p:sp>
      <p:sp>
        <p:nvSpPr>
          <p:cNvPr id="40" name="Content Placeholder 39">
            <a:extLst>
              <a:ext uri="{FF2B5EF4-FFF2-40B4-BE49-F238E27FC236}">
                <a16:creationId xmlns:a16="http://schemas.microsoft.com/office/drawing/2014/main" id="{7CED25BF-3522-EEA1-F3E9-336F91FEA40F}"/>
              </a:ext>
            </a:extLst>
          </p:cNvPr>
          <p:cNvSpPr>
            <a:spLocks noGrp="1"/>
          </p:cNvSpPr>
          <p:nvPr>
            <p:ph idx="1"/>
          </p:nvPr>
        </p:nvSpPr>
        <p:spPr>
          <a:xfrm>
            <a:off x="696000" y="864000"/>
            <a:ext cx="10800000" cy="5400000"/>
          </a:xfrm>
        </p:spPr>
        <p:txBody>
          <a:bodyPr/>
          <a:lstStyle/>
          <a:p>
            <a:r>
              <a:rPr lang="zh-CN" altLang="en-US" dirty="0"/>
              <a:t>绩效域是一组相互关联的项目活动，对于有效交付项目成果至关重要</a:t>
            </a:r>
            <a:endParaRPr lang="en-US" altLang="zh-CN" dirty="0"/>
          </a:p>
          <a:p>
            <a:r>
              <a:rPr lang="zh-CN" altLang="en-US" dirty="0"/>
              <a:t>与第</a:t>
            </a:r>
            <a:r>
              <a:rPr lang="en-US" altLang="zh-CN" dirty="0"/>
              <a:t>6</a:t>
            </a:r>
            <a:r>
              <a:rPr lang="zh-CN" altLang="en-US" dirty="0"/>
              <a:t>版的“知识领域”不同，绩效域不是按时间顺序执行的，而是同时发生、相互交织的</a:t>
            </a:r>
            <a:endParaRPr lang="en-US" altLang="zh-CN" dirty="0"/>
          </a:p>
          <a:p>
            <a:r>
              <a:rPr lang="zh-CN" altLang="en-US" dirty="0"/>
              <a:t>绩效域 </a:t>
            </a:r>
            <a:r>
              <a:rPr lang="en-US" altLang="zh-CN" dirty="0"/>
              <a:t>Domains </a:t>
            </a:r>
            <a:r>
              <a:rPr lang="zh-CN" altLang="en-US" dirty="0"/>
              <a:t>是雷达图：告诉你需要同时关注哪些关键领域，这些领域之间是动态平衡的；例如：在关注交付的同时，不能忽视团队或不确定性</a:t>
            </a:r>
          </a:p>
        </p:txBody>
      </p:sp>
      <p:sp>
        <p:nvSpPr>
          <p:cNvPr id="8" name="Text Placeholder 7">
            <a:extLst>
              <a:ext uri="{FF2B5EF4-FFF2-40B4-BE49-F238E27FC236}">
                <a16:creationId xmlns:a16="http://schemas.microsoft.com/office/drawing/2014/main" id="{38863361-7E41-BD1B-7331-08D46EDD37A3}"/>
              </a:ext>
            </a:extLst>
          </p:cNvPr>
          <p:cNvSpPr>
            <a:spLocks noGrp="1"/>
          </p:cNvSpPr>
          <p:nvPr>
            <p:ph type="body" sz="quarter" idx="10"/>
          </p:nvPr>
        </p:nvSpPr>
        <p:spPr>
          <a:xfrm>
            <a:off x="7071919" y="448519"/>
            <a:ext cx="4424080" cy="338554"/>
          </a:xfrm>
        </p:spPr>
        <p:txBody>
          <a:bodyPr/>
          <a:lstStyle/>
          <a:p>
            <a:r>
              <a:rPr lang="en-US" altLang="zh-CN"/>
              <a:t>8 Performance Domains/PMBOK 7th</a:t>
            </a:r>
            <a:endParaRPr lang="zh-CN" altLang="en-US" dirty="0"/>
          </a:p>
        </p:txBody>
      </p:sp>
      <p:graphicFrame>
        <p:nvGraphicFramePr>
          <p:cNvPr id="21" name="Table 20">
            <a:extLst>
              <a:ext uri="{FF2B5EF4-FFF2-40B4-BE49-F238E27FC236}">
                <a16:creationId xmlns:a16="http://schemas.microsoft.com/office/drawing/2014/main" id="{E6F49607-49FC-507C-B082-A022968765C6}"/>
              </a:ext>
            </a:extLst>
          </p:cNvPr>
          <p:cNvGraphicFramePr>
            <a:graphicFrameLocks noGrp="1"/>
          </p:cNvGraphicFramePr>
          <p:nvPr>
            <p:extLst>
              <p:ext uri="{D42A27DB-BD31-4B8C-83A1-F6EECF244321}">
                <p14:modId xmlns:p14="http://schemas.microsoft.com/office/powerpoint/2010/main" val="3099801241"/>
              </p:ext>
            </p:extLst>
          </p:nvPr>
        </p:nvGraphicFramePr>
        <p:xfrm>
          <a:off x="695325" y="2853690"/>
          <a:ext cx="10800000" cy="3337560"/>
        </p:xfrm>
        <a:graphic>
          <a:graphicData uri="http://schemas.openxmlformats.org/drawingml/2006/table">
            <a:tbl>
              <a:tblPr firstRow="1" bandRow="1">
                <a:tableStyleId>{2D5ABB26-0587-4C30-8999-92F81FD0307C}</a:tableStyleId>
              </a:tblPr>
              <a:tblGrid>
                <a:gridCol w="869524">
                  <a:extLst>
                    <a:ext uri="{9D8B030D-6E8A-4147-A177-3AD203B41FA5}">
                      <a16:colId xmlns:a16="http://schemas.microsoft.com/office/drawing/2014/main" val="4203097000"/>
                    </a:ext>
                  </a:extLst>
                </a:gridCol>
                <a:gridCol w="4826524">
                  <a:extLst>
                    <a:ext uri="{9D8B030D-6E8A-4147-A177-3AD203B41FA5}">
                      <a16:colId xmlns:a16="http://schemas.microsoft.com/office/drawing/2014/main" val="2618373586"/>
                    </a:ext>
                  </a:extLst>
                </a:gridCol>
                <a:gridCol w="5103952">
                  <a:extLst>
                    <a:ext uri="{9D8B030D-6E8A-4147-A177-3AD203B41FA5}">
                      <a16:colId xmlns:a16="http://schemas.microsoft.com/office/drawing/2014/main" val="2697708679"/>
                    </a:ext>
                  </a:extLst>
                </a:gridCol>
              </a:tblGrid>
              <a:tr h="370840">
                <a:tc>
                  <a:txBody>
                    <a:bodyPr/>
                    <a:lstStyle/>
                    <a:p>
                      <a:pPr algn="ctr"/>
                      <a:endParaRPr lang="zh-CN" altLang="en-US" sz="1600" dirty="0">
                        <a:solidFill>
                          <a:schemeClr val="bg1"/>
                        </a:solidFill>
                      </a:endParaRPr>
                    </a:p>
                  </a:txBody>
                  <a:tcPr anchor="ctr">
                    <a:solidFill>
                      <a:schemeClr val="accent2"/>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bg1"/>
                          </a:solidFill>
                        </a:rPr>
                        <a:t>Domains</a:t>
                      </a:r>
                      <a:endParaRPr lang="zh-CN" altLang="en-US" sz="1600" dirty="0">
                        <a:solidFill>
                          <a:schemeClr val="bg1"/>
                        </a:solidFill>
                      </a:endParaRPr>
                    </a:p>
                  </a:txBody>
                  <a:tcPr anchor="ctr">
                    <a:solidFill>
                      <a:schemeClr val="accent2"/>
                    </a:solidFill>
                  </a:tcPr>
                </a:tc>
                <a:tc>
                  <a:txBody>
                    <a:bodyPr/>
                    <a:lstStyle/>
                    <a:p>
                      <a:pPr algn="l"/>
                      <a:r>
                        <a:rPr lang="en-US" altLang="zh-CN" sz="1600" dirty="0">
                          <a:solidFill>
                            <a:schemeClr val="bg1"/>
                          </a:solidFill>
                        </a:rPr>
                        <a:t>Description</a:t>
                      </a:r>
                      <a:endParaRPr lang="zh-CN" altLang="en-US" sz="1600" dirty="0">
                        <a:solidFill>
                          <a:schemeClr val="bg1"/>
                        </a:solidFill>
                      </a:endParaRPr>
                    </a:p>
                  </a:txBody>
                  <a:tcPr anchor="ctr">
                    <a:solidFill>
                      <a:schemeClr val="accent2"/>
                    </a:solidFill>
                  </a:tcPr>
                </a:tc>
                <a:extLst>
                  <a:ext uri="{0D108BD9-81ED-4DB2-BD59-A6C34878D82A}">
                    <a16:rowId xmlns:a16="http://schemas.microsoft.com/office/drawing/2014/main" val="642055771"/>
                  </a:ext>
                </a:extLst>
              </a:tr>
              <a:tr h="370840">
                <a:tc>
                  <a:txBody>
                    <a:bodyPr/>
                    <a:lstStyle/>
                    <a:p>
                      <a:pPr algn="ctr"/>
                      <a:r>
                        <a:rPr lang="en-US" altLang="zh-CN" sz="1600" dirty="0"/>
                        <a:t>1</a:t>
                      </a:r>
                      <a:endParaRPr lang="zh-CN" altLang="en-US" sz="1600" dirty="0"/>
                    </a:p>
                  </a:txBody>
                  <a:tcPr anchor="ctr"/>
                </a:tc>
                <a:tc>
                  <a:txBody>
                    <a:bodyPr/>
                    <a:lstStyle/>
                    <a:p>
                      <a:pPr algn="l"/>
                      <a:r>
                        <a:rPr lang="en-US" altLang="zh-CN" sz="1600" dirty="0"/>
                        <a:t>Stakeholder</a:t>
                      </a:r>
                      <a:endParaRPr lang="zh-CN" altLang="en-US" sz="1600" dirty="0"/>
                    </a:p>
                  </a:txBody>
                  <a:tcPr anchor="ctr"/>
                </a:tc>
                <a:tc>
                  <a:txBody>
                    <a:bodyPr/>
                    <a:lstStyle/>
                    <a:p>
                      <a:pPr algn="l"/>
                      <a:r>
                        <a:rPr lang="zh-CN" altLang="en-US" sz="1600" dirty="0"/>
                        <a:t>干系人绩效域</a:t>
                      </a:r>
                    </a:p>
                  </a:txBody>
                  <a:tcPr anchor="ctr"/>
                </a:tc>
                <a:extLst>
                  <a:ext uri="{0D108BD9-81ED-4DB2-BD59-A6C34878D82A}">
                    <a16:rowId xmlns:a16="http://schemas.microsoft.com/office/drawing/2014/main" val="1979289800"/>
                  </a:ext>
                </a:extLst>
              </a:tr>
              <a:tr h="370840">
                <a:tc>
                  <a:txBody>
                    <a:bodyPr/>
                    <a:lstStyle/>
                    <a:p>
                      <a:pPr algn="ctr"/>
                      <a:r>
                        <a:rPr lang="en-US" altLang="zh-CN" sz="1600" dirty="0"/>
                        <a:t>2</a:t>
                      </a:r>
                      <a:endParaRPr lang="zh-CN" altLang="en-US" sz="1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t>Team</a:t>
                      </a:r>
                      <a:endParaRPr lang="zh-CN" altLang="en-US" sz="1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团队绩效域</a:t>
                      </a:r>
                    </a:p>
                  </a:txBody>
                  <a:tcPr anchor="ctr"/>
                </a:tc>
                <a:extLst>
                  <a:ext uri="{0D108BD9-81ED-4DB2-BD59-A6C34878D82A}">
                    <a16:rowId xmlns:a16="http://schemas.microsoft.com/office/drawing/2014/main" val="2517229787"/>
                  </a:ext>
                </a:extLst>
              </a:tr>
              <a:tr h="370840">
                <a:tc>
                  <a:txBody>
                    <a:bodyPr/>
                    <a:lstStyle/>
                    <a:p>
                      <a:pPr algn="ctr"/>
                      <a:r>
                        <a:rPr lang="en-US" altLang="zh-CN" sz="1600" dirty="0"/>
                        <a:t>3</a:t>
                      </a:r>
                      <a:endParaRPr lang="zh-CN" altLang="en-US" sz="1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t>Development Approach and Life Cycle</a:t>
                      </a:r>
                      <a:endParaRPr lang="zh-CN" altLang="en-US" sz="1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开发方法和生命周期绩效域</a:t>
                      </a:r>
                    </a:p>
                  </a:txBody>
                  <a:tcPr anchor="ctr"/>
                </a:tc>
                <a:extLst>
                  <a:ext uri="{0D108BD9-81ED-4DB2-BD59-A6C34878D82A}">
                    <a16:rowId xmlns:a16="http://schemas.microsoft.com/office/drawing/2014/main" val="3373539977"/>
                  </a:ext>
                </a:extLst>
              </a:tr>
              <a:tr h="370840">
                <a:tc>
                  <a:txBody>
                    <a:bodyPr/>
                    <a:lstStyle/>
                    <a:p>
                      <a:pPr algn="ctr"/>
                      <a:r>
                        <a:rPr lang="en-US" altLang="zh-CN" sz="1600" dirty="0"/>
                        <a:t>4</a:t>
                      </a:r>
                      <a:endParaRPr lang="zh-CN" altLang="en-US" sz="1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t>Planning </a:t>
                      </a:r>
                      <a:endParaRPr lang="zh-CN" altLang="en-US" sz="1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规划绩效域</a:t>
                      </a:r>
                    </a:p>
                  </a:txBody>
                  <a:tcPr anchor="ctr"/>
                </a:tc>
                <a:extLst>
                  <a:ext uri="{0D108BD9-81ED-4DB2-BD59-A6C34878D82A}">
                    <a16:rowId xmlns:a16="http://schemas.microsoft.com/office/drawing/2014/main" val="3294401549"/>
                  </a:ext>
                </a:extLst>
              </a:tr>
              <a:tr h="370840">
                <a:tc>
                  <a:txBody>
                    <a:bodyPr/>
                    <a:lstStyle/>
                    <a:p>
                      <a:pPr algn="ctr"/>
                      <a:r>
                        <a:rPr lang="en-US" altLang="zh-CN" sz="1600" dirty="0"/>
                        <a:t>5</a:t>
                      </a:r>
                      <a:endParaRPr lang="zh-CN" altLang="en-US" sz="1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t>Project Work</a:t>
                      </a:r>
                      <a:endParaRPr lang="zh-CN" altLang="en-US" sz="1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项目工作绩效域</a:t>
                      </a:r>
                    </a:p>
                  </a:txBody>
                  <a:tcPr anchor="ctr"/>
                </a:tc>
                <a:extLst>
                  <a:ext uri="{0D108BD9-81ED-4DB2-BD59-A6C34878D82A}">
                    <a16:rowId xmlns:a16="http://schemas.microsoft.com/office/drawing/2014/main" val="3558217318"/>
                  </a:ext>
                </a:extLst>
              </a:tr>
              <a:tr h="370840">
                <a:tc>
                  <a:txBody>
                    <a:bodyPr/>
                    <a:lstStyle/>
                    <a:p>
                      <a:pPr algn="ctr"/>
                      <a:r>
                        <a:rPr lang="en-US" altLang="zh-CN" sz="1600" dirty="0"/>
                        <a:t>6</a:t>
                      </a:r>
                      <a:endParaRPr lang="zh-CN" altLang="en-US" sz="1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t>Delivery </a:t>
                      </a:r>
                      <a:endParaRPr lang="zh-CN" altLang="en-US" sz="1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交付绩效域</a:t>
                      </a:r>
                    </a:p>
                  </a:txBody>
                  <a:tcPr anchor="ctr"/>
                </a:tc>
                <a:extLst>
                  <a:ext uri="{0D108BD9-81ED-4DB2-BD59-A6C34878D82A}">
                    <a16:rowId xmlns:a16="http://schemas.microsoft.com/office/drawing/2014/main" val="125829328"/>
                  </a:ext>
                </a:extLst>
              </a:tr>
              <a:tr h="370840">
                <a:tc>
                  <a:txBody>
                    <a:bodyPr/>
                    <a:lstStyle/>
                    <a:p>
                      <a:pPr algn="ctr"/>
                      <a:r>
                        <a:rPr lang="en-US" altLang="zh-CN" sz="1600" dirty="0"/>
                        <a:t>7</a:t>
                      </a:r>
                      <a:endParaRPr lang="zh-CN" altLang="en-US" sz="1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t>Measurement </a:t>
                      </a:r>
                      <a:endParaRPr lang="zh-CN" altLang="en-US" sz="1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测量绩效域</a:t>
                      </a:r>
                    </a:p>
                  </a:txBody>
                  <a:tcPr anchor="ctr"/>
                </a:tc>
                <a:extLst>
                  <a:ext uri="{0D108BD9-81ED-4DB2-BD59-A6C34878D82A}">
                    <a16:rowId xmlns:a16="http://schemas.microsoft.com/office/drawing/2014/main" val="832207355"/>
                  </a:ext>
                </a:extLst>
              </a:tr>
              <a:tr h="370840">
                <a:tc>
                  <a:txBody>
                    <a:bodyPr/>
                    <a:lstStyle/>
                    <a:p>
                      <a:pPr algn="ctr"/>
                      <a:r>
                        <a:rPr lang="en-US" altLang="zh-CN" sz="1600" dirty="0"/>
                        <a:t>8</a:t>
                      </a:r>
                      <a:endParaRPr lang="zh-CN" altLang="en-US" sz="1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t>Uncertainty </a:t>
                      </a:r>
                      <a:endParaRPr lang="zh-CN" altLang="en-US" sz="1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不确定性绩效域</a:t>
                      </a:r>
                    </a:p>
                  </a:txBody>
                  <a:tcPr anchor="ctr"/>
                </a:tc>
                <a:extLst>
                  <a:ext uri="{0D108BD9-81ED-4DB2-BD59-A6C34878D82A}">
                    <a16:rowId xmlns:a16="http://schemas.microsoft.com/office/drawing/2014/main" val="1086756678"/>
                  </a:ext>
                </a:extLst>
              </a:tr>
            </a:tbl>
          </a:graphicData>
        </a:graphic>
      </p:graphicFrame>
    </p:spTree>
    <p:extLst>
      <p:ext uri="{BB962C8B-B14F-4D97-AF65-F5344CB8AC3E}">
        <p14:creationId xmlns:p14="http://schemas.microsoft.com/office/powerpoint/2010/main" val="16319260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EC07CDCE-2943-D3AB-731E-CD3C318BF8D4}"/>
              </a:ext>
            </a:extLst>
          </p:cNvPr>
          <p:cNvGraphicFramePr>
            <a:graphicFrameLocks noGrp="1"/>
          </p:cNvGraphicFramePr>
          <p:nvPr>
            <p:extLst>
              <p:ext uri="{D42A27DB-BD31-4B8C-83A1-F6EECF244321}">
                <p14:modId xmlns:p14="http://schemas.microsoft.com/office/powerpoint/2010/main" val="488168251"/>
              </p:ext>
            </p:extLst>
          </p:nvPr>
        </p:nvGraphicFramePr>
        <p:xfrm>
          <a:off x="696000" y="712024"/>
          <a:ext cx="10800000" cy="5433952"/>
        </p:xfrm>
        <a:graphic>
          <a:graphicData uri="http://schemas.openxmlformats.org/drawingml/2006/table">
            <a:tbl>
              <a:tblPr/>
              <a:tblGrid>
                <a:gridCol w="746301">
                  <a:extLst>
                    <a:ext uri="{9D8B030D-6E8A-4147-A177-3AD203B41FA5}">
                      <a16:colId xmlns:a16="http://schemas.microsoft.com/office/drawing/2014/main" val="197264077"/>
                    </a:ext>
                  </a:extLst>
                </a:gridCol>
                <a:gridCol w="4911365">
                  <a:extLst>
                    <a:ext uri="{9D8B030D-6E8A-4147-A177-3AD203B41FA5}">
                      <a16:colId xmlns:a16="http://schemas.microsoft.com/office/drawing/2014/main" val="4210001443"/>
                    </a:ext>
                  </a:extLst>
                </a:gridCol>
                <a:gridCol w="2442334">
                  <a:extLst>
                    <a:ext uri="{9D8B030D-6E8A-4147-A177-3AD203B41FA5}">
                      <a16:colId xmlns:a16="http://schemas.microsoft.com/office/drawing/2014/main" val="543007001"/>
                    </a:ext>
                  </a:extLst>
                </a:gridCol>
                <a:gridCol w="2700000">
                  <a:extLst>
                    <a:ext uri="{9D8B030D-6E8A-4147-A177-3AD203B41FA5}">
                      <a16:colId xmlns:a16="http://schemas.microsoft.com/office/drawing/2014/main" val="1459750022"/>
                    </a:ext>
                  </a:extLst>
                </a:gridCol>
              </a:tblGrid>
              <a:tr h="360000">
                <a:tc>
                  <a:txBody>
                    <a:bodyPr/>
                    <a:lstStyle/>
                    <a:p>
                      <a:pPr algn="ctr">
                        <a:buNone/>
                      </a:pPr>
                      <a:endParaRPr lang="zh-CN" altLang="en-US" sz="1200" dirty="0">
                        <a:solidFill>
                          <a:schemeClr val="bg1"/>
                        </a:solidFill>
                      </a:endParaRPr>
                    </a:p>
                  </a:txBody>
                  <a:tcPr marL="63424" marR="63424" marT="31712" marB="31712" anchor="ctr">
                    <a:lnL>
                      <a:noFill/>
                    </a:lnL>
                    <a:lnR>
                      <a:noFill/>
                    </a:lnR>
                    <a:lnT>
                      <a:noFill/>
                    </a:lnT>
                    <a:lnB>
                      <a:noFill/>
                    </a:lnB>
                    <a:solidFill>
                      <a:schemeClr val="accent2"/>
                    </a:solidFill>
                  </a:tcPr>
                </a:tc>
                <a:tc>
                  <a:txBody>
                    <a:bodyPr/>
                    <a:lstStyle/>
                    <a:p>
                      <a:pPr algn="l">
                        <a:buNone/>
                      </a:pPr>
                      <a:r>
                        <a:rPr lang="en-US" sz="1200" dirty="0">
                          <a:solidFill>
                            <a:schemeClr val="bg1"/>
                          </a:solidFill>
                        </a:rPr>
                        <a:t>English</a:t>
                      </a:r>
                    </a:p>
                  </a:txBody>
                  <a:tcPr marL="36742" marR="36742" marT="18371" marB="18371" anchor="ctr">
                    <a:lnL>
                      <a:noFill/>
                    </a:lnL>
                    <a:lnR>
                      <a:noFill/>
                    </a:lnR>
                    <a:lnT>
                      <a:noFill/>
                    </a:lnT>
                    <a:lnB>
                      <a:noFill/>
                    </a:lnB>
                    <a:solidFill>
                      <a:schemeClr val="accent2"/>
                    </a:solidFill>
                  </a:tcPr>
                </a:tc>
                <a:tc>
                  <a:txBody>
                    <a:bodyPr/>
                    <a:lstStyle/>
                    <a:p>
                      <a:pPr algn="l">
                        <a:buNone/>
                      </a:pPr>
                      <a:r>
                        <a:rPr lang="en-US" sz="1200" dirty="0">
                          <a:solidFill>
                            <a:schemeClr val="bg1"/>
                          </a:solidFill>
                        </a:rPr>
                        <a:t>Chinese</a:t>
                      </a:r>
                    </a:p>
                  </a:txBody>
                  <a:tcPr marL="36742" marR="36742" marT="18371" marB="18371" anchor="ctr">
                    <a:lnL>
                      <a:noFill/>
                    </a:lnL>
                    <a:lnR>
                      <a:noFill/>
                    </a:lnR>
                    <a:lnT>
                      <a:noFill/>
                    </a:lnT>
                    <a:lnB>
                      <a:noFill/>
                    </a:lnB>
                    <a:solidFill>
                      <a:schemeClr val="accent2"/>
                    </a:solidFill>
                  </a:tcPr>
                </a:tc>
                <a:tc>
                  <a:txBody>
                    <a:bodyPr/>
                    <a:lstStyle/>
                    <a:p>
                      <a:pPr algn="l">
                        <a:buNone/>
                      </a:pPr>
                      <a:r>
                        <a:rPr lang="en-US" altLang="zh-CN" sz="1200" dirty="0">
                          <a:solidFill>
                            <a:schemeClr val="bg1"/>
                          </a:solidFill>
                        </a:rPr>
                        <a:t>Description</a:t>
                      </a:r>
                      <a:endParaRPr lang="zh-CN" altLang="en-US" sz="1200" dirty="0">
                        <a:solidFill>
                          <a:schemeClr val="bg1"/>
                        </a:solidFill>
                      </a:endParaRPr>
                    </a:p>
                  </a:txBody>
                  <a:tcPr marL="36742" marR="36742" marT="18371" marB="18371" anchor="ctr">
                    <a:lnL>
                      <a:noFill/>
                    </a:lnL>
                    <a:lnR>
                      <a:noFill/>
                    </a:lnR>
                    <a:lnT>
                      <a:noFill/>
                    </a:lnT>
                    <a:lnB>
                      <a:noFill/>
                    </a:lnB>
                    <a:solidFill>
                      <a:schemeClr val="accent2"/>
                    </a:solidFill>
                  </a:tcPr>
                </a:tc>
                <a:extLst>
                  <a:ext uri="{0D108BD9-81ED-4DB2-BD59-A6C34878D82A}">
                    <a16:rowId xmlns:a16="http://schemas.microsoft.com/office/drawing/2014/main" val="1644523495"/>
                  </a:ext>
                </a:extLst>
              </a:tr>
              <a:tr h="634244">
                <a:tc>
                  <a:txBody>
                    <a:bodyPr/>
                    <a:lstStyle/>
                    <a:p>
                      <a:pPr algn="ctr">
                        <a:buNone/>
                      </a:pPr>
                      <a:r>
                        <a:rPr lang="en-US" altLang="zh-CN" sz="1200" dirty="0"/>
                        <a:t>1</a:t>
                      </a:r>
                    </a:p>
                  </a:txBody>
                  <a:tcPr marL="63424" marR="63424" marT="31712" marB="31712" anchor="ctr">
                    <a:lnL>
                      <a:noFill/>
                    </a:lnL>
                    <a:lnR>
                      <a:noFill/>
                    </a:lnR>
                    <a:lnT>
                      <a:noFill/>
                    </a:lnT>
                    <a:lnB>
                      <a:noFill/>
                    </a:lnB>
                    <a:noFill/>
                  </a:tcPr>
                </a:tc>
                <a:tc>
                  <a:txBody>
                    <a:bodyPr/>
                    <a:lstStyle/>
                    <a:p>
                      <a:pPr algn="l">
                        <a:buNone/>
                      </a:pPr>
                      <a:r>
                        <a:rPr lang="en-US" sz="1200" dirty="0"/>
                        <a:t>Stakeholder Performance Domain</a:t>
                      </a:r>
                    </a:p>
                  </a:txBody>
                  <a:tcPr marL="63424" marR="63424" marT="31712" marB="31712" anchor="ctr">
                    <a:lnL>
                      <a:noFill/>
                    </a:lnL>
                    <a:lnR>
                      <a:noFill/>
                    </a:lnR>
                    <a:lnT>
                      <a:noFill/>
                    </a:lnT>
                    <a:lnB>
                      <a:noFill/>
                    </a:lnB>
                    <a:noFill/>
                  </a:tcPr>
                </a:tc>
                <a:tc>
                  <a:txBody>
                    <a:bodyPr/>
                    <a:lstStyle/>
                    <a:p>
                      <a:pPr algn="l">
                        <a:buNone/>
                      </a:pPr>
                      <a:r>
                        <a:rPr lang="zh-CN" altLang="en-US" sz="1200"/>
                        <a:t>相关方绩效域</a:t>
                      </a:r>
                    </a:p>
                  </a:txBody>
                  <a:tcPr marL="63424" marR="63424" marT="31712" marB="31712" anchor="ctr">
                    <a:lnL>
                      <a:noFill/>
                    </a:lnL>
                    <a:lnR>
                      <a:noFill/>
                    </a:lnR>
                    <a:lnT>
                      <a:noFill/>
                    </a:lnT>
                    <a:lnB>
                      <a:noFill/>
                    </a:lnB>
                    <a:noFill/>
                  </a:tcPr>
                </a:tc>
                <a:tc>
                  <a:txBody>
                    <a:bodyPr/>
                    <a:lstStyle/>
                    <a:p>
                      <a:pPr algn="l">
                        <a:buNone/>
                      </a:pPr>
                      <a:r>
                        <a:rPr lang="zh-CN" altLang="en-US" sz="1200"/>
                        <a:t>管理与相关方的互动，建立共识，确保持续参与和支持。</a:t>
                      </a:r>
                    </a:p>
                  </a:txBody>
                  <a:tcPr marL="63424" marR="63424" marT="31712" marB="31712" anchor="ctr">
                    <a:lnL>
                      <a:noFill/>
                    </a:lnL>
                    <a:lnR>
                      <a:noFill/>
                    </a:lnR>
                    <a:lnT>
                      <a:noFill/>
                    </a:lnT>
                    <a:lnB>
                      <a:noFill/>
                    </a:lnB>
                    <a:noFill/>
                  </a:tcPr>
                </a:tc>
                <a:extLst>
                  <a:ext uri="{0D108BD9-81ED-4DB2-BD59-A6C34878D82A}">
                    <a16:rowId xmlns:a16="http://schemas.microsoft.com/office/drawing/2014/main" val="753655787"/>
                  </a:ext>
                </a:extLst>
              </a:tr>
              <a:tr h="443971">
                <a:tc>
                  <a:txBody>
                    <a:bodyPr/>
                    <a:lstStyle/>
                    <a:p>
                      <a:pPr algn="ctr">
                        <a:buNone/>
                      </a:pPr>
                      <a:r>
                        <a:rPr lang="en-US" altLang="zh-CN" sz="1200" dirty="0"/>
                        <a:t>2</a:t>
                      </a:r>
                    </a:p>
                  </a:txBody>
                  <a:tcPr marL="63424" marR="63424" marT="31712" marB="31712" anchor="ctr">
                    <a:lnL>
                      <a:noFill/>
                    </a:lnL>
                    <a:lnR>
                      <a:noFill/>
                    </a:lnR>
                    <a:lnT>
                      <a:noFill/>
                    </a:lnT>
                    <a:lnB>
                      <a:noFill/>
                    </a:lnB>
                    <a:noFill/>
                  </a:tcPr>
                </a:tc>
                <a:tc>
                  <a:txBody>
                    <a:bodyPr/>
                    <a:lstStyle/>
                    <a:p>
                      <a:pPr algn="l">
                        <a:buNone/>
                      </a:pPr>
                      <a:r>
                        <a:rPr lang="en-US" sz="1200"/>
                        <a:t>Team Performance Domain</a:t>
                      </a:r>
                    </a:p>
                  </a:txBody>
                  <a:tcPr marL="63424" marR="63424" marT="31712" marB="31712" anchor="ctr">
                    <a:lnL>
                      <a:noFill/>
                    </a:lnL>
                    <a:lnR>
                      <a:noFill/>
                    </a:lnR>
                    <a:lnT>
                      <a:noFill/>
                    </a:lnT>
                    <a:lnB>
                      <a:noFill/>
                    </a:lnB>
                    <a:noFill/>
                  </a:tcPr>
                </a:tc>
                <a:tc>
                  <a:txBody>
                    <a:bodyPr/>
                    <a:lstStyle/>
                    <a:p>
                      <a:pPr algn="l">
                        <a:buNone/>
                      </a:pPr>
                      <a:r>
                        <a:rPr lang="zh-CN" altLang="en-US" sz="1200"/>
                        <a:t>团队绩效域</a:t>
                      </a:r>
                    </a:p>
                  </a:txBody>
                  <a:tcPr marL="63424" marR="63424" marT="31712" marB="31712" anchor="ctr">
                    <a:lnL>
                      <a:noFill/>
                    </a:lnL>
                    <a:lnR>
                      <a:noFill/>
                    </a:lnR>
                    <a:lnT>
                      <a:noFill/>
                    </a:lnT>
                    <a:lnB>
                      <a:noFill/>
                    </a:lnB>
                    <a:noFill/>
                  </a:tcPr>
                </a:tc>
                <a:tc>
                  <a:txBody>
                    <a:bodyPr/>
                    <a:lstStyle/>
                    <a:p>
                      <a:pPr algn="l">
                        <a:buNone/>
                      </a:pPr>
                      <a:r>
                        <a:rPr lang="zh-CN" altLang="en-US" sz="1200"/>
                        <a:t>发展团队技能，促进协作，解决冲突，提升团队绩效。</a:t>
                      </a:r>
                    </a:p>
                  </a:txBody>
                  <a:tcPr marL="63424" marR="63424" marT="31712" marB="31712" anchor="ctr">
                    <a:lnL>
                      <a:noFill/>
                    </a:lnL>
                    <a:lnR>
                      <a:noFill/>
                    </a:lnR>
                    <a:lnT>
                      <a:noFill/>
                    </a:lnT>
                    <a:lnB>
                      <a:noFill/>
                    </a:lnB>
                    <a:noFill/>
                  </a:tcPr>
                </a:tc>
                <a:extLst>
                  <a:ext uri="{0D108BD9-81ED-4DB2-BD59-A6C34878D82A}">
                    <a16:rowId xmlns:a16="http://schemas.microsoft.com/office/drawing/2014/main" val="1152831730"/>
                  </a:ext>
                </a:extLst>
              </a:tr>
              <a:tr h="824517">
                <a:tc>
                  <a:txBody>
                    <a:bodyPr/>
                    <a:lstStyle/>
                    <a:p>
                      <a:pPr algn="ctr">
                        <a:buNone/>
                      </a:pPr>
                      <a:r>
                        <a:rPr lang="en-US" altLang="zh-CN" sz="1200" dirty="0"/>
                        <a:t>3</a:t>
                      </a:r>
                    </a:p>
                  </a:txBody>
                  <a:tcPr marL="63424" marR="63424" marT="31712" marB="31712" anchor="ctr">
                    <a:lnL>
                      <a:noFill/>
                    </a:lnL>
                    <a:lnR>
                      <a:noFill/>
                    </a:lnR>
                    <a:lnT>
                      <a:noFill/>
                    </a:lnT>
                    <a:lnB>
                      <a:noFill/>
                    </a:lnB>
                    <a:noFill/>
                  </a:tcPr>
                </a:tc>
                <a:tc>
                  <a:txBody>
                    <a:bodyPr/>
                    <a:lstStyle/>
                    <a:p>
                      <a:pPr algn="l">
                        <a:buNone/>
                      </a:pPr>
                      <a:r>
                        <a:rPr lang="en-US" sz="1200" dirty="0"/>
                        <a:t>Development Approach and Life Cycle Performance Domain</a:t>
                      </a:r>
                    </a:p>
                  </a:txBody>
                  <a:tcPr marL="63424" marR="63424" marT="31712" marB="31712" anchor="ctr">
                    <a:lnL>
                      <a:noFill/>
                    </a:lnL>
                    <a:lnR>
                      <a:noFill/>
                    </a:lnR>
                    <a:lnT>
                      <a:noFill/>
                    </a:lnT>
                    <a:lnB>
                      <a:noFill/>
                    </a:lnB>
                    <a:noFill/>
                  </a:tcPr>
                </a:tc>
                <a:tc>
                  <a:txBody>
                    <a:bodyPr/>
                    <a:lstStyle/>
                    <a:p>
                      <a:pPr algn="l">
                        <a:buNone/>
                      </a:pPr>
                      <a:r>
                        <a:rPr lang="zh-CN" altLang="en-US" sz="1200"/>
                        <a:t>开发方法和生命周期绩效域</a:t>
                      </a:r>
                    </a:p>
                  </a:txBody>
                  <a:tcPr marL="63424" marR="63424" marT="31712" marB="31712" anchor="ctr">
                    <a:lnL>
                      <a:noFill/>
                    </a:lnL>
                    <a:lnR>
                      <a:noFill/>
                    </a:lnR>
                    <a:lnT>
                      <a:noFill/>
                    </a:lnT>
                    <a:lnB>
                      <a:noFill/>
                    </a:lnB>
                    <a:noFill/>
                  </a:tcPr>
                </a:tc>
                <a:tc>
                  <a:txBody>
                    <a:bodyPr/>
                    <a:lstStyle/>
                    <a:p>
                      <a:pPr algn="l">
                        <a:buNone/>
                      </a:pPr>
                      <a:r>
                        <a:rPr lang="zh-CN" altLang="en-US" sz="1200"/>
                        <a:t>选择适合项目的开发方法（预测、迭代、增量、敏捷或混合）及生命周期阶段。</a:t>
                      </a:r>
                    </a:p>
                  </a:txBody>
                  <a:tcPr marL="63424" marR="63424" marT="31712" marB="31712" anchor="ctr">
                    <a:lnL>
                      <a:noFill/>
                    </a:lnL>
                    <a:lnR>
                      <a:noFill/>
                    </a:lnR>
                    <a:lnT>
                      <a:noFill/>
                    </a:lnT>
                    <a:lnB>
                      <a:noFill/>
                    </a:lnB>
                    <a:noFill/>
                  </a:tcPr>
                </a:tc>
                <a:extLst>
                  <a:ext uri="{0D108BD9-81ED-4DB2-BD59-A6C34878D82A}">
                    <a16:rowId xmlns:a16="http://schemas.microsoft.com/office/drawing/2014/main" val="1501778776"/>
                  </a:ext>
                </a:extLst>
              </a:tr>
              <a:tr h="634244">
                <a:tc>
                  <a:txBody>
                    <a:bodyPr/>
                    <a:lstStyle/>
                    <a:p>
                      <a:pPr algn="ctr">
                        <a:buNone/>
                      </a:pPr>
                      <a:r>
                        <a:rPr lang="en-US" altLang="zh-CN" sz="1200" dirty="0"/>
                        <a:t>4</a:t>
                      </a:r>
                    </a:p>
                  </a:txBody>
                  <a:tcPr marL="63424" marR="63424" marT="31712" marB="31712" anchor="ctr">
                    <a:lnL>
                      <a:noFill/>
                    </a:lnL>
                    <a:lnR>
                      <a:noFill/>
                    </a:lnR>
                    <a:lnT>
                      <a:noFill/>
                    </a:lnT>
                    <a:lnB>
                      <a:noFill/>
                    </a:lnB>
                    <a:noFill/>
                  </a:tcPr>
                </a:tc>
                <a:tc>
                  <a:txBody>
                    <a:bodyPr/>
                    <a:lstStyle/>
                    <a:p>
                      <a:pPr algn="l">
                        <a:buNone/>
                      </a:pPr>
                      <a:r>
                        <a:rPr lang="en-US" sz="1200"/>
                        <a:t>Planning Performance Domain</a:t>
                      </a:r>
                    </a:p>
                  </a:txBody>
                  <a:tcPr marL="63424" marR="63424" marT="31712" marB="31712" anchor="ctr">
                    <a:lnL>
                      <a:noFill/>
                    </a:lnL>
                    <a:lnR>
                      <a:noFill/>
                    </a:lnR>
                    <a:lnT>
                      <a:noFill/>
                    </a:lnT>
                    <a:lnB>
                      <a:noFill/>
                    </a:lnB>
                    <a:noFill/>
                  </a:tcPr>
                </a:tc>
                <a:tc>
                  <a:txBody>
                    <a:bodyPr/>
                    <a:lstStyle/>
                    <a:p>
                      <a:pPr algn="l">
                        <a:buNone/>
                      </a:pPr>
                      <a:r>
                        <a:rPr lang="zh-CN" altLang="en-US" sz="1200"/>
                        <a:t>规划绩效域</a:t>
                      </a:r>
                    </a:p>
                  </a:txBody>
                  <a:tcPr marL="63424" marR="63424" marT="31712" marB="31712" anchor="ctr">
                    <a:lnL>
                      <a:noFill/>
                    </a:lnL>
                    <a:lnR>
                      <a:noFill/>
                    </a:lnR>
                    <a:lnT>
                      <a:noFill/>
                    </a:lnT>
                    <a:lnB>
                      <a:noFill/>
                    </a:lnB>
                    <a:noFill/>
                  </a:tcPr>
                </a:tc>
                <a:tc>
                  <a:txBody>
                    <a:bodyPr/>
                    <a:lstStyle/>
                    <a:p>
                      <a:pPr algn="l">
                        <a:buNone/>
                      </a:pPr>
                      <a:r>
                        <a:rPr lang="zh-CN" altLang="en-US" sz="1200"/>
                        <a:t>制定初始及持续的计划，协调范围、进度、成本等，以指导项目执行。</a:t>
                      </a:r>
                    </a:p>
                  </a:txBody>
                  <a:tcPr marL="63424" marR="63424" marT="31712" marB="31712" anchor="ctr">
                    <a:lnL>
                      <a:noFill/>
                    </a:lnL>
                    <a:lnR>
                      <a:noFill/>
                    </a:lnR>
                    <a:lnT>
                      <a:noFill/>
                    </a:lnT>
                    <a:lnB>
                      <a:noFill/>
                    </a:lnB>
                    <a:noFill/>
                  </a:tcPr>
                </a:tc>
                <a:extLst>
                  <a:ext uri="{0D108BD9-81ED-4DB2-BD59-A6C34878D82A}">
                    <a16:rowId xmlns:a16="http://schemas.microsoft.com/office/drawing/2014/main" val="2700953972"/>
                  </a:ext>
                </a:extLst>
              </a:tr>
              <a:tr h="634244">
                <a:tc>
                  <a:txBody>
                    <a:bodyPr/>
                    <a:lstStyle/>
                    <a:p>
                      <a:pPr algn="ctr">
                        <a:buNone/>
                      </a:pPr>
                      <a:r>
                        <a:rPr lang="en-US" altLang="zh-CN" sz="1200" dirty="0"/>
                        <a:t>5</a:t>
                      </a:r>
                    </a:p>
                  </a:txBody>
                  <a:tcPr marL="63424" marR="63424" marT="31712" marB="31712" anchor="ctr">
                    <a:lnL>
                      <a:noFill/>
                    </a:lnL>
                    <a:lnR>
                      <a:noFill/>
                    </a:lnR>
                    <a:lnT>
                      <a:noFill/>
                    </a:lnT>
                    <a:lnB>
                      <a:noFill/>
                    </a:lnB>
                    <a:noFill/>
                  </a:tcPr>
                </a:tc>
                <a:tc>
                  <a:txBody>
                    <a:bodyPr/>
                    <a:lstStyle/>
                    <a:p>
                      <a:pPr algn="l">
                        <a:buNone/>
                      </a:pPr>
                      <a:r>
                        <a:rPr lang="en-US" sz="1200"/>
                        <a:t>Project Work Performance Domain</a:t>
                      </a:r>
                    </a:p>
                  </a:txBody>
                  <a:tcPr marL="63424" marR="63424" marT="31712" marB="31712" anchor="ctr">
                    <a:lnL>
                      <a:noFill/>
                    </a:lnL>
                    <a:lnR>
                      <a:noFill/>
                    </a:lnR>
                    <a:lnT>
                      <a:noFill/>
                    </a:lnT>
                    <a:lnB>
                      <a:noFill/>
                    </a:lnB>
                    <a:noFill/>
                  </a:tcPr>
                </a:tc>
                <a:tc>
                  <a:txBody>
                    <a:bodyPr/>
                    <a:lstStyle/>
                    <a:p>
                      <a:pPr algn="l">
                        <a:buNone/>
                      </a:pPr>
                      <a:r>
                        <a:rPr lang="zh-CN" altLang="en-US" sz="1200"/>
                        <a:t>项目工作绩效域</a:t>
                      </a:r>
                    </a:p>
                  </a:txBody>
                  <a:tcPr marL="63424" marR="63424" marT="31712" marB="31712" anchor="ctr">
                    <a:lnL>
                      <a:noFill/>
                    </a:lnL>
                    <a:lnR>
                      <a:noFill/>
                    </a:lnR>
                    <a:lnT>
                      <a:noFill/>
                    </a:lnT>
                    <a:lnB>
                      <a:noFill/>
                    </a:lnB>
                    <a:noFill/>
                  </a:tcPr>
                </a:tc>
                <a:tc>
                  <a:txBody>
                    <a:bodyPr/>
                    <a:lstStyle/>
                    <a:p>
                      <a:pPr algn="l">
                        <a:buNone/>
                      </a:pPr>
                      <a:r>
                        <a:rPr lang="zh-CN" altLang="en-US" sz="1200"/>
                        <a:t>管理实际的项目执行工作，包括资源分配、沟通、问题解决和知识管理。</a:t>
                      </a:r>
                    </a:p>
                  </a:txBody>
                  <a:tcPr marL="63424" marR="63424" marT="31712" marB="31712" anchor="ctr">
                    <a:lnL>
                      <a:noFill/>
                    </a:lnL>
                    <a:lnR>
                      <a:noFill/>
                    </a:lnR>
                    <a:lnT>
                      <a:noFill/>
                    </a:lnT>
                    <a:lnB>
                      <a:noFill/>
                    </a:lnB>
                    <a:noFill/>
                  </a:tcPr>
                </a:tc>
                <a:extLst>
                  <a:ext uri="{0D108BD9-81ED-4DB2-BD59-A6C34878D82A}">
                    <a16:rowId xmlns:a16="http://schemas.microsoft.com/office/drawing/2014/main" val="1436638779"/>
                  </a:ext>
                </a:extLst>
              </a:tr>
              <a:tr h="634244">
                <a:tc>
                  <a:txBody>
                    <a:bodyPr/>
                    <a:lstStyle/>
                    <a:p>
                      <a:pPr algn="ctr">
                        <a:buNone/>
                      </a:pPr>
                      <a:r>
                        <a:rPr lang="en-US" altLang="zh-CN" sz="1200" dirty="0"/>
                        <a:t>6</a:t>
                      </a:r>
                    </a:p>
                  </a:txBody>
                  <a:tcPr marL="63424" marR="63424" marT="31712" marB="31712" anchor="ctr">
                    <a:lnL>
                      <a:noFill/>
                    </a:lnL>
                    <a:lnR>
                      <a:noFill/>
                    </a:lnR>
                    <a:lnT>
                      <a:noFill/>
                    </a:lnT>
                    <a:lnB>
                      <a:noFill/>
                    </a:lnB>
                    <a:noFill/>
                  </a:tcPr>
                </a:tc>
                <a:tc>
                  <a:txBody>
                    <a:bodyPr/>
                    <a:lstStyle/>
                    <a:p>
                      <a:pPr algn="l">
                        <a:buNone/>
                      </a:pPr>
                      <a:r>
                        <a:rPr lang="en-US" sz="1200"/>
                        <a:t>Delivery Performance Domain</a:t>
                      </a:r>
                    </a:p>
                  </a:txBody>
                  <a:tcPr marL="63424" marR="63424" marT="31712" marB="31712" anchor="ctr">
                    <a:lnL>
                      <a:noFill/>
                    </a:lnL>
                    <a:lnR>
                      <a:noFill/>
                    </a:lnR>
                    <a:lnT>
                      <a:noFill/>
                    </a:lnT>
                    <a:lnB>
                      <a:noFill/>
                    </a:lnB>
                    <a:noFill/>
                  </a:tcPr>
                </a:tc>
                <a:tc>
                  <a:txBody>
                    <a:bodyPr/>
                    <a:lstStyle/>
                    <a:p>
                      <a:pPr algn="l">
                        <a:buNone/>
                      </a:pPr>
                      <a:r>
                        <a:rPr lang="zh-CN" altLang="en-US" sz="1200"/>
                        <a:t>交付绩效域</a:t>
                      </a:r>
                    </a:p>
                  </a:txBody>
                  <a:tcPr marL="63424" marR="63424" marT="31712" marB="31712" anchor="ctr">
                    <a:lnL>
                      <a:noFill/>
                    </a:lnL>
                    <a:lnR>
                      <a:noFill/>
                    </a:lnR>
                    <a:lnT>
                      <a:noFill/>
                    </a:lnT>
                    <a:lnB>
                      <a:noFill/>
                    </a:lnB>
                    <a:noFill/>
                  </a:tcPr>
                </a:tc>
                <a:tc>
                  <a:txBody>
                    <a:bodyPr/>
                    <a:lstStyle/>
                    <a:p>
                      <a:pPr algn="l">
                        <a:buNone/>
                      </a:pPr>
                      <a:r>
                        <a:rPr lang="zh-CN" altLang="en-US" sz="1200"/>
                        <a:t>确保项目产出符合预期，满足质量要求，并最终实现预期的商业价值。</a:t>
                      </a:r>
                    </a:p>
                  </a:txBody>
                  <a:tcPr marL="63424" marR="63424" marT="31712" marB="31712" anchor="ctr">
                    <a:lnL>
                      <a:noFill/>
                    </a:lnL>
                    <a:lnR>
                      <a:noFill/>
                    </a:lnR>
                    <a:lnT>
                      <a:noFill/>
                    </a:lnT>
                    <a:lnB>
                      <a:noFill/>
                    </a:lnB>
                    <a:noFill/>
                  </a:tcPr>
                </a:tc>
                <a:extLst>
                  <a:ext uri="{0D108BD9-81ED-4DB2-BD59-A6C34878D82A}">
                    <a16:rowId xmlns:a16="http://schemas.microsoft.com/office/drawing/2014/main" val="2348436765"/>
                  </a:ext>
                </a:extLst>
              </a:tr>
              <a:tr h="634244">
                <a:tc>
                  <a:txBody>
                    <a:bodyPr/>
                    <a:lstStyle/>
                    <a:p>
                      <a:pPr algn="ctr">
                        <a:buNone/>
                      </a:pPr>
                      <a:r>
                        <a:rPr lang="en-US" altLang="zh-CN" sz="1200" dirty="0"/>
                        <a:t>7</a:t>
                      </a:r>
                    </a:p>
                  </a:txBody>
                  <a:tcPr marL="63424" marR="63424" marT="31712" marB="31712" anchor="ctr">
                    <a:lnL>
                      <a:noFill/>
                    </a:lnL>
                    <a:lnR>
                      <a:noFill/>
                    </a:lnR>
                    <a:lnT>
                      <a:noFill/>
                    </a:lnT>
                    <a:lnB>
                      <a:noFill/>
                    </a:lnB>
                    <a:noFill/>
                  </a:tcPr>
                </a:tc>
                <a:tc>
                  <a:txBody>
                    <a:bodyPr/>
                    <a:lstStyle/>
                    <a:p>
                      <a:pPr algn="l">
                        <a:buNone/>
                      </a:pPr>
                      <a:r>
                        <a:rPr lang="en-US" sz="1200"/>
                        <a:t>Measurement Performance Domain</a:t>
                      </a:r>
                    </a:p>
                  </a:txBody>
                  <a:tcPr marL="63424" marR="63424" marT="31712" marB="31712" anchor="ctr">
                    <a:lnL>
                      <a:noFill/>
                    </a:lnL>
                    <a:lnR>
                      <a:noFill/>
                    </a:lnR>
                    <a:lnT>
                      <a:noFill/>
                    </a:lnT>
                    <a:lnB>
                      <a:noFill/>
                    </a:lnB>
                    <a:noFill/>
                  </a:tcPr>
                </a:tc>
                <a:tc>
                  <a:txBody>
                    <a:bodyPr/>
                    <a:lstStyle/>
                    <a:p>
                      <a:pPr algn="l">
                        <a:buNone/>
                      </a:pPr>
                      <a:r>
                        <a:rPr lang="zh-CN" altLang="en-US" sz="1200"/>
                        <a:t>测量绩效域</a:t>
                      </a:r>
                    </a:p>
                  </a:txBody>
                  <a:tcPr marL="63424" marR="63424" marT="31712" marB="31712" anchor="ctr">
                    <a:lnL>
                      <a:noFill/>
                    </a:lnL>
                    <a:lnR>
                      <a:noFill/>
                    </a:lnR>
                    <a:lnT>
                      <a:noFill/>
                    </a:lnT>
                    <a:lnB>
                      <a:noFill/>
                    </a:lnB>
                    <a:noFill/>
                  </a:tcPr>
                </a:tc>
                <a:tc>
                  <a:txBody>
                    <a:bodyPr/>
                    <a:lstStyle/>
                    <a:p>
                      <a:pPr algn="l">
                        <a:buNone/>
                      </a:pPr>
                      <a:r>
                        <a:rPr lang="zh-CN" altLang="en-US" sz="1200"/>
                        <a:t>评估项目绩效，通过指标和数据了解项目健康状况，支持决策。</a:t>
                      </a:r>
                    </a:p>
                  </a:txBody>
                  <a:tcPr marL="63424" marR="63424" marT="31712" marB="31712" anchor="ctr">
                    <a:lnL>
                      <a:noFill/>
                    </a:lnL>
                    <a:lnR>
                      <a:noFill/>
                    </a:lnR>
                    <a:lnT>
                      <a:noFill/>
                    </a:lnT>
                    <a:lnB>
                      <a:noFill/>
                    </a:lnB>
                    <a:noFill/>
                  </a:tcPr>
                </a:tc>
                <a:extLst>
                  <a:ext uri="{0D108BD9-81ED-4DB2-BD59-A6C34878D82A}">
                    <a16:rowId xmlns:a16="http://schemas.microsoft.com/office/drawing/2014/main" val="339444266"/>
                  </a:ext>
                </a:extLst>
              </a:tr>
              <a:tr h="634244">
                <a:tc>
                  <a:txBody>
                    <a:bodyPr/>
                    <a:lstStyle/>
                    <a:p>
                      <a:pPr algn="ctr">
                        <a:buNone/>
                      </a:pPr>
                      <a:r>
                        <a:rPr lang="en-US" altLang="zh-CN" sz="1200" dirty="0"/>
                        <a:t>8</a:t>
                      </a:r>
                    </a:p>
                  </a:txBody>
                  <a:tcPr marL="63424" marR="63424" marT="31712" marB="31712" anchor="ctr">
                    <a:lnL>
                      <a:noFill/>
                    </a:lnL>
                    <a:lnR>
                      <a:noFill/>
                    </a:lnR>
                    <a:lnT>
                      <a:noFill/>
                    </a:lnT>
                    <a:lnB>
                      <a:noFill/>
                    </a:lnB>
                    <a:noFill/>
                  </a:tcPr>
                </a:tc>
                <a:tc>
                  <a:txBody>
                    <a:bodyPr/>
                    <a:lstStyle/>
                    <a:p>
                      <a:pPr algn="l">
                        <a:buNone/>
                      </a:pPr>
                      <a:r>
                        <a:rPr lang="en-US" sz="1200"/>
                        <a:t>Uncertainty Performance Domain</a:t>
                      </a:r>
                    </a:p>
                  </a:txBody>
                  <a:tcPr marL="63424" marR="63424" marT="31712" marB="31712" anchor="ctr">
                    <a:lnL>
                      <a:noFill/>
                    </a:lnL>
                    <a:lnR>
                      <a:noFill/>
                    </a:lnR>
                    <a:lnT>
                      <a:noFill/>
                    </a:lnT>
                    <a:lnB>
                      <a:noFill/>
                    </a:lnB>
                    <a:noFill/>
                  </a:tcPr>
                </a:tc>
                <a:tc>
                  <a:txBody>
                    <a:bodyPr/>
                    <a:lstStyle/>
                    <a:p>
                      <a:pPr algn="l">
                        <a:buNone/>
                      </a:pPr>
                      <a:r>
                        <a:rPr lang="zh-CN" altLang="en-US" sz="1200"/>
                        <a:t>不确定性绩效域</a:t>
                      </a:r>
                    </a:p>
                  </a:txBody>
                  <a:tcPr marL="63424" marR="63424" marT="31712" marB="31712" anchor="ctr">
                    <a:lnL>
                      <a:noFill/>
                    </a:lnL>
                    <a:lnR>
                      <a:noFill/>
                    </a:lnR>
                    <a:lnT>
                      <a:noFill/>
                    </a:lnT>
                    <a:lnB>
                      <a:noFill/>
                    </a:lnB>
                    <a:noFill/>
                  </a:tcPr>
                </a:tc>
                <a:tc>
                  <a:txBody>
                    <a:bodyPr/>
                    <a:lstStyle/>
                    <a:p>
                      <a:pPr algn="l">
                        <a:buNone/>
                      </a:pPr>
                      <a:r>
                        <a:rPr lang="zh-CN" altLang="en-US" sz="1200" dirty="0"/>
                        <a:t>应对风险、模糊性、复杂性和易变性（</a:t>
                      </a:r>
                      <a:r>
                        <a:rPr lang="en-US" altLang="zh-CN" sz="1200" dirty="0"/>
                        <a:t>VUCA</a:t>
                      </a:r>
                      <a:r>
                        <a:rPr lang="zh-CN" altLang="en-US" sz="1200" dirty="0"/>
                        <a:t>），制定应对策略。</a:t>
                      </a:r>
                    </a:p>
                  </a:txBody>
                  <a:tcPr marL="63424" marR="63424" marT="31712" marB="31712" anchor="ctr">
                    <a:lnL>
                      <a:noFill/>
                    </a:lnL>
                    <a:lnR>
                      <a:noFill/>
                    </a:lnR>
                    <a:lnT>
                      <a:noFill/>
                    </a:lnT>
                    <a:lnB>
                      <a:noFill/>
                    </a:lnB>
                    <a:noFill/>
                  </a:tcPr>
                </a:tc>
                <a:extLst>
                  <a:ext uri="{0D108BD9-81ED-4DB2-BD59-A6C34878D82A}">
                    <a16:rowId xmlns:a16="http://schemas.microsoft.com/office/drawing/2014/main" val="524753281"/>
                  </a:ext>
                </a:extLst>
              </a:tr>
            </a:tbl>
          </a:graphicData>
        </a:graphic>
      </p:graphicFrame>
    </p:spTree>
    <p:extLst>
      <p:ext uri="{BB962C8B-B14F-4D97-AF65-F5344CB8AC3E}">
        <p14:creationId xmlns:p14="http://schemas.microsoft.com/office/powerpoint/2010/main" val="142890652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3748C5-50CE-A699-AAFF-29AB3E101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7D0244-99F9-EB6E-9511-91685A17F5A5}"/>
              </a:ext>
            </a:extLst>
          </p:cNvPr>
          <p:cNvSpPr>
            <a:spLocks noGrp="1"/>
          </p:cNvSpPr>
          <p:nvPr>
            <p:ph type="title"/>
          </p:nvPr>
        </p:nvSpPr>
        <p:spPr>
          <a:xfrm>
            <a:off x="695998" y="360000"/>
            <a:ext cx="6375921" cy="429413"/>
          </a:xfrm>
        </p:spPr>
        <p:txBody>
          <a:bodyPr>
            <a:normAutofit/>
          </a:bodyPr>
          <a:lstStyle/>
          <a:p>
            <a:r>
              <a:rPr lang="en-US" altLang="zh-CN"/>
              <a:t>3.2.2 </a:t>
            </a:r>
            <a:r>
              <a:rPr lang="zh-CN" altLang="en-US"/>
              <a:t>八大绩效域</a:t>
            </a:r>
            <a:endParaRPr lang="zh-CN" altLang="en-US" dirty="0"/>
          </a:p>
        </p:txBody>
      </p:sp>
      <p:sp>
        <p:nvSpPr>
          <p:cNvPr id="14" name="Content Placeholder 13">
            <a:extLst>
              <a:ext uri="{FF2B5EF4-FFF2-40B4-BE49-F238E27FC236}">
                <a16:creationId xmlns:a16="http://schemas.microsoft.com/office/drawing/2014/main" id="{4E5B64D2-87B7-B432-2854-97749A6C3738}"/>
              </a:ext>
            </a:extLst>
          </p:cNvPr>
          <p:cNvSpPr>
            <a:spLocks noGrp="1"/>
          </p:cNvSpPr>
          <p:nvPr>
            <p:ph idx="1"/>
          </p:nvPr>
        </p:nvSpPr>
        <p:spPr/>
        <p:txBody>
          <a:bodyPr/>
          <a:lstStyle/>
          <a:p>
            <a:endParaRPr lang="zh-CN" altLang="en-US"/>
          </a:p>
        </p:txBody>
      </p:sp>
      <p:sp>
        <p:nvSpPr>
          <p:cNvPr id="8" name="Text Placeholder 7">
            <a:extLst>
              <a:ext uri="{FF2B5EF4-FFF2-40B4-BE49-F238E27FC236}">
                <a16:creationId xmlns:a16="http://schemas.microsoft.com/office/drawing/2014/main" id="{4DD1F2A6-94C6-61D6-EBD7-CE3A7C5ADB79}"/>
              </a:ext>
            </a:extLst>
          </p:cNvPr>
          <p:cNvSpPr>
            <a:spLocks noGrp="1"/>
          </p:cNvSpPr>
          <p:nvPr>
            <p:ph type="body" sz="quarter" idx="10"/>
          </p:nvPr>
        </p:nvSpPr>
        <p:spPr>
          <a:xfrm>
            <a:off x="7071919" y="448519"/>
            <a:ext cx="4424080" cy="338554"/>
          </a:xfrm>
        </p:spPr>
        <p:txBody>
          <a:bodyPr/>
          <a:lstStyle/>
          <a:p>
            <a:r>
              <a:rPr lang="en-US" altLang="zh-CN"/>
              <a:t>8 Performance Domains/PMBOK 7th</a:t>
            </a:r>
            <a:endParaRPr lang="zh-CN" altLang="en-US" dirty="0"/>
          </a:p>
        </p:txBody>
      </p:sp>
      <p:sp>
        <p:nvSpPr>
          <p:cNvPr id="32" name="TextBox 31">
            <a:extLst>
              <a:ext uri="{FF2B5EF4-FFF2-40B4-BE49-F238E27FC236}">
                <a16:creationId xmlns:a16="http://schemas.microsoft.com/office/drawing/2014/main" id="{115F66AA-AED0-CB5E-8B21-3547F639EA48}"/>
              </a:ext>
            </a:extLst>
          </p:cNvPr>
          <p:cNvSpPr txBox="1"/>
          <p:nvPr/>
        </p:nvSpPr>
        <p:spPr>
          <a:xfrm>
            <a:off x="5016000" y="1443980"/>
            <a:ext cx="2160000" cy="584775"/>
          </a:xfrm>
          <a:prstGeom prst="rect">
            <a:avLst/>
          </a:prstGeom>
        </p:spPr>
        <p:style>
          <a:lnRef idx="0">
            <a:schemeClr val="accent2"/>
          </a:lnRef>
          <a:fillRef idx="3">
            <a:schemeClr val="accent2"/>
          </a:fillRef>
          <a:effectRef idx="3">
            <a:schemeClr val="accent2"/>
          </a:effectRef>
          <a:fontRef idx="minor">
            <a:schemeClr val="lt1"/>
          </a:fontRef>
        </p:style>
        <p:txBody>
          <a:bodyPr wrap="none" rtlCol="0">
            <a:noAutofit/>
          </a:bodyPr>
          <a:lstStyle/>
          <a:p>
            <a:pPr algn="ctr"/>
            <a:r>
              <a:rPr lang="zh-CN" altLang="en-US" sz="1600" dirty="0"/>
              <a:t>干系人绩效域</a:t>
            </a:r>
            <a:endParaRPr lang="en-US" altLang="zh-CN" sz="1600" dirty="0"/>
          </a:p>
          <a:p>
            <a:pPr algn="ctr"/>
            <a:r>
              <a:rPr lang="en-US" altLang="zh-CN" sz="1600" dirty="0"/>
              <a:t>Stakeholder</a:t>
            </a:r>
            <a:endParaRPr lang="zh-CN" altLang="en-US" sz="1600" dirty="0"/>
          </a:p>
        </p:txBody>
      </p:sp>
      <p:sp>
        <p:nvSpPr>
          <p:cNvPr id="33" name="TextBox 32">
            <a:extLst>
              <a:ext uri="{FF2B5EF4-FFF2-40B4-BE49-F238E27FC236}">
                <a16:creationId xmlns:a16="http://schemas.microsoft.com/office/drawing/2014/main" id="{38697FDE-A5B6-F7AF-FD39-DE65B8CD80CA}"/>
              </a:ext>
            </a:extLst>
          </p:cNvPr>
          <p:cNvSpPr txBox="1"/>
          <p:nvPr/>
        </p:nvSpPr>
        <p:spPr>
          <a:xfrm>
            <a:off x="5016000" y="2393311"/>
            <a:ext cx="2160000" cy="584775"/>
          </a:xfrm>
          <a:prstGeom prst="rect">
            <a:avLst/>
          </a:prstGeom>
        </p:spPr>
        <p:style>
          <a:lnRef idx="0">
            <a:schemeClr val="accent6"/>
          </a:lnRef>
          <a:fillRef idx="3">
            <a:schemeClr val="accent6"/>
          </a:fillRef>
          <a:effectRef idx="3">
            <a:schemeClr val="accent6"/>
          </a:effectRef>
          <a:fontRef idx="minor">
            <a:schemeClr val="lt1"/>
          </a:fontRef>
        </p:style>
        <p:txBody>
          <a:bodyPr wrap="none" rtlCol="0">
            <a:noAutofit/>
          </a:bodyPr>
          <a:lstStyle/>
          <a:p>
            <a:pPr algn="ctr"/>
            <a:r>
              <a:rPr lang="zh-CN" altLang="en-US" sz="1600" dirty="0"/>
              <a:t>团队绩效域</a:t>
            </a:r>
            <a:endParaRPr lang="en-US" altLang="zh-CN" sz="1600" dirty="0"/>
          </a:p>
          <a:p>
            <a:pPr algn="ctr"/>
            <a:r>
              <a:rPr lang="en-US" altLang="zh-CN" sz="1600" dirty="0"/>
              <a:t>Team</a:t>
            </a:r>
            <a:endParaRPr lang="zh-CN" altLang="en-US" sz="1600" dirty="0"/>
          </a:p>
        </p:txBody>
      </p:sp>
      <p:sp>
        <p:nvSpPr>
          <p:cNvPr id="34" name="TextBox 33">
            <a:extLst>
              <a:ext uri="{FF2B5EF4-FFF2-40B4-BE49-F238E27FC236}">
                <a16:creationId xmlns:a16="http://schemas.microsoft.com/office/drawing/2014/main" id="{E0ACE511-F899-5865-BACF-B92BDB6D674E}"/>
              </a:ext>
            </a:extLst>
          </p:cNvPr>
          <p:cNvSpPr txBox="1"/>
          <p:nvPr/>
        </p:nvSpPr>
        <p:spPr>
          <a:xfrm>
            <a:off x="3936000" y="4291973"/>
            <a:ext cx="4320000" cy="584775"/>
          </a:xfrm>
          <a:prstGeom prst="rect">
            <a:avLst/>
          </a:prstGeom>
        </p:spPr>
        <p:style>
          <a:lnRef idx="0">
            <a:schemeClr val="accent4"/>
          </a:lnRef>
          <a:fillRef idx="3">
            <a:schemeClr val="accent4"/>
          </a:fillRef>
          <a:effectRef idx="3">
            <a:schemeClr val="accent4"/>
          </a:effectRef>
          <a:fontRef idx="minor">
            <a:schemeClr val="lt1"/>
          </a:fontRef>
        </p:style>
        <p:txBody>
          <a:bodyPr wrap="none" rtlCol="0">
            <a:noAutofit/>
          </a:bodyPr>
          <a:lstStyle/>
          <a:p>
            <a:pPr algn="ctr"/>
            <a:r>
              <a:rPr lang="zh-CN" altLang="en-US" sz="1600" dirty="0"/>
              <a:t>开发方法和生命周期绩效域</a:t>
            </a:r>
            <a:endParaRPr lang="en-US" altLang="zh-CN" sz="1600" dirty="0"/>
          </a:p>
          <a:p>
            <a:pPr algn="ctr"/>
            <a:r>
              <a:rPr lang="en-US" altLang="zh-CN" sz="1600" dirty="0"/>
              <a:t>Development Approach and Life Cycle</a:t>
            </a:r>
            <a:endParaRPr lang="zh-CN" altLang="en-US" sz="1600" dirty="0"/>
          </a:p>
        </p:txBody>
      </p:sp>
      <p:sp>
        <p:nvSpPr>
          <p:cNvPr id="3" name="TextBox 2">
            <a:extLst>
              <a:ext uri="{FF2B5EF4-FFF2-40B4-BE49-F238E27FC236}">
                <a16:creationId xmlns:a16="http://schemas.microsoft.com/office/drawing/2014/main" id="{7EB3C091-FB47-08BE-44F8-01F5BCA90E39}"/>
              </a:ext>
            </a:extLst>
          </p:cNvPr>
          <p:cNvSpPr txBox="1"/>
          <p:nvPr/>
        </p:nvSpPr>
        <p:spPr>
          <a:xfrm>
            <a:off x="1374472" y="3342642"/>
            <a:ext cx="2160000" cy="584775"/>
          </a:xfrm>
          <a:prstGeom prst="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600" dirty="0"/>
              <a:t>规划绩效域</a:t>
            </a:r>
            <a:endParaRPr lang="en-US" altLang="zh-CN" sz="1600" dirty="0"/>
          </a:p>
          <a:p>
            <a:pPr algn="ctr"/>
            <a:r>
              <a:rPr lang="en-US" altLang="zh-CN" sz="1600" dirty="0"/>
              <a:t>Planning </a:t>
            </a:r>
            <a:endParaRPr lang="zh-CN" altLang="en-US" sz="1600" dirty="0"/>
          </a:p>
        </p:txBody>
      </p:sp>
      <p:sp>
        <p:nvSpPr>
          <p:cNvPr id="4" name="TextBox 3">
            <a:extLst>
              <a:ext uri="{FF2B5EF4-FFF2-40B4-BE49-F238E27FC236}">
                <a16:creationId xmlns:a16="http://schemas.microsoft.com/office/drawing/2014/main" id="{8C974166-AE43-0975-242D-7FFBF6B550C0}"/>
              </a:ext>
            </a:extLst>
          </p:cNvPr>
          <p:cNvSpPr txBox="1"/>
          <p:nvPr/>
        </p:nvSpPr>
        <p:spPr>
          <a:xfrm>
            <a:off x="3802158" y="3342642"/>
            <a:ext cx="2160000" cy="584775"/>
          </a:xfrm>
          <a:prstGeom prst="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600" dirty="0"/>
              <a:t>项目工作绩效域</a:t>
            </a:r>
            <a:endParaRPr lang="en-US" altLang="zh-CN" sz="1600" dirty="0"/>
          </a:p>
          <a:p>
            <a:pPr algn="ctr"/>
            <a:r>
              <a:rPr lang="en-US" altLang="zh-CN" sz="1600" dirty="0"/>
              <a:t>Project Work</a:t>
            </a:r>
            <a:endParaRPr lang="zh-CN" altLang="en-US" sz="1600" dirty="0"/>
          </a:p>
        </p:txBody>
      </p:sp>
      <p:sp>
        <p:nvSpPr>
          <p:cNvPr id="6" name="TextBox 5">
            <a:extLst>
              <a:ext uri="{FF2B5EF4-FFF2-40B4-BE49-F238E27FC236}">
                <a16:creationId xmlns:a16="http://schemas.microsoft.com/office/drawing/2014/main" id="{38457831-FBE9-F277-539C-428E14F5C06F}"/>
              </a:ext>
            </a:extLst>
          </p:cNvPr>
          <p:cNvSpPr txBox="1"/>
          <p:nvPr/>
        </p:nvSpPr>
        <p:spPr>
          <a:xfrm>
            <a:off x="8657528" y="3342642"/>
            <a:ext cx="2160000" cy="584775"/>
          </a:xfrm>
          <a:prstGeom prst="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600" dirty="0"/>
              <a:t>交付绩效域</a:t>
            </a:r>
            <a:endParaRPr lang="en-US" altLang="zh-CN" sz="1600" dirty="0"/>
          </a:p>
          <a:p>
            <a:pPr algn="ctr"/>
            <a:r>
              <a:rPr lang="en-US" altLang="zh-CN" sz="1600" dirty="0"/>
              <a:t>Delivery </a:t>
            </a:r>
            <a:endParaRPr lang="zh-CN" altLang="en-US" sz="1600" dirty="0"/>
          </a:p>
        </p:txBody>
      </p:sp>
      <p:sp>
        <p:nvSpPr>
          <p:cNvPr id="7" name="TextBox 6">
            <a:extLst>
              <a:ext uri="{FF2B5EF4-FFF2-40B4-BE49-F238E27FC236}">
                <a16:creationId xmlns:a16="http://schemas.microsoft.com/office/drawing/2014/main" id="{C9A7E3F7-FA98-9786-FA80-B1788B571FE2}"/>
              </a:ext>
            </a:extLst>
          </p:cNvPr>
          <p:cNvSpPr txBox="1"/>
          <p:nvPr/>
        </p:nvSpPr>
        <p:spPr>
          <a:xfrm>
            <a:off x="6229844" y="3342642"/>
            <a:ext cx="2160000" cy="584775"/>
          </a:xfrm>
          <a:prstGeom prst="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600" dirty="0"/>
              <a:t>测量绩效域</a:t>
            </a:r>
            <a:endParaRPr lang="en-US" altLang="zh-CN" sz="1600" dirty="0"/>
          </a:p>
          <a:p>
            <a:pPr algn="ctr"/>
            <a:r>
              <a:rPr lang="en-US" altLang="zh-CN" sz="1600" dirty="0"/>
              <a:t>Measurement</a:t>
            </a:r>
            <a:endParaRPr lang="zh-CN" altLang="en-US" sz="1600" dirty="0"/>
          </a:p>
        </p:txBody>
      </p:sp>
      <p:sp>
        <p:nvSpPr>
          <p:cNvPr id="9" name="TextBox 8">
            <a:extLst>
              <a:ext uri="{FF2B5EF4-FFF2-40B4-BE49-F238E27FC236}">
                <a16:creationId xmlns:a16="http://schemas.microsoft.com/office/drawing/2014/main" id="{397EF974-C518-CFEC-FA3F-B4A3839C1145}"/>
              </a:ext>
            </a:extLst>
          </p:cNvPr>
          <p:cNvSpPr txBox="1"/>
          <p:nvPr/>
        </p:nvSpPr>
        <p:spPr>
          <a:xfrm>
            <a:off x="5016000" y="5241303"/>
            <a:ext cx="2160000" cy="584775"/>
          </a:xfrm>
          <a:prstGeom prst="rect">
            <a:avLst/>
          </a:prstGeom>
        </p:spPr>
        <p:style>
          <a:lnRef idx="0">
            <a:schemeClr val="accent3"/>
          </a:lnRef>
          <a:fillRef idx="3">
            <a:schemeClr val="accent3"/>
          </a:fillRef>
          <a:effectRef idx="3">
            <a:schemeClr val="accent3"/>
          </a:effectRef>
          <a:fontRef idx="minor">
            <a:schemeClr val="lt1"/>
          </a:fontRef>
        </p:style>
        <p:txBody>
          <a:bodyPr wrap="none" rtlCol="0">
            <a:noAutofit/>
          </a:bodyPr>
          <a:lstStyle/>
          <a:p>
            <a:pPr algn="ctr"/>
            <a:r>
              <a:rPr lang="zh-CN" altLang="en-US" sz="1600" dirty="0"/>
              <a:t>不确定性绩效域</a:t>
            </a:r>
            <a:endParaRPr lang="en-US" altLang="zh-CN" sz="1600" dirty="0"/>
          </a:p>
          <a:p>
            <a:pPr algn="ctr"/>
            <a:r>
              <a:rPr lang="en-US" altLang="zh-CN" sz="1600" dirty="0"/>
              <a:t>Uncertainty </a:t>
            </a:r>
            <a:endParaRPr lang="zh-CN" altLang="en-US" sz="1600" dirty="0"/>
          </a:p>
        </p:txBody>
      </p:sp>
      <p:sp>
        <p:nvSpPr>
          <p:cNvPr id="16" name="Arrow: Down 15">
            <a:extLst>
              <a:ext uri="{FF2B5EF4-FFF2-40B4-BE49-F238E27FC236}">
                <a16:creationId xmlns:a16="http://schemas.microsoft.com/office/drawing/2014/main" id="{BF3E0255-EE0E-521C-5066-208078392715}"/>
              </a:ext>
            </a:extLst>
          </p:cNvPr>
          <p:cNvSpPr/>
          <p:nvPr/>
        </p:nvSpPr>
        <p:spPr>
          <a:xfrm>
            <a:off x="6006000" y="2121478"/>
            <a:ext cx="180000" cy="179110"/>
          </a:xfrm>
          <a:prstGeom prst="down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Arrow: Down 16">
            <a:extLst>
              <a:ext uri="{FF2B5EF4-FFF2-40B4-BE49-F238E27FC236}">
                <a16:creationId xmlns:a16="http://schemas.microsoft.com/office/drawing/2014/main" id="{69EB9B5B-84C6-63C6-FFDD-FEB7F3E08C75}"/>
              </a:ext>
            </a:extLst>
          </p:cNvPr>
          <p:cNvSpPr/>
          <p:nvPr/>
        </p:nvSpPr>
        <p:spPr>
          <a:xfrm>
            <a:off x="6006000" y="3070809"/>
            <a:ext cx="180000" cy="179110"/>
          </a:xfrm>
          <a:prstGeom prst="down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Arrow: Down 17">
            <a:extLst>
              <a:ext uri="{FF2B5EF4-FFF2-40B4-BE49-F238E27FC236}">
                <a16:creationId xmlns:a16="http://schemas.microsoft.com/office/drawing/2014/main" id="{DA90FDF5-B7EC-AC7A-7E43-23C7CFDFE7C2}"/>
              </a:ext>
            </a:extLst>
          </p:cNvPr>
          <p:cNvSpPr/>
          <p:nvPr/>
        </p:nvSpPr>
        <p:spPr>
          <a:xfrm flipV="1">
            <a:off x="6006000" y="4969471"/>
            <a:ext cx="180000" cy="179110"/>
          </a:xfrm>
          <a:prstGeom prst="down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Arrow: Down 18">
            <a:extLst>
              <a:ext uri="{FF2B5EF4-FFF2-40B4-BE49-F238E27FC236}">
                <a16:creationId xmlns:a16="http://schemas.microsoft.com/office/drawing/2014/main" id="{262623E1-D483-32E7-12FD-3BD4974E49E8}"/>
              </a:ext>
            </a:extLst>
          </p:cNvPr>
          <p:cNvSpPr/>
          <p:nvPr/>
        </p:nvSpPr>
        <p:spPr>
          <a:xfrm flipV="1">
            <a:off x="6006000" y="4020140"/>
            <a:ext cx="180000" cy="179110"/>
          </a:xfrm>
          <a:prstGeom prst="down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Arrow: Down 19">
            <a:extLst>
              <a:ext uri="{FF2B5EF4-FFF2-40B4-BE49-F238E27FC236}">
                <a16:creationId xmlns:a16="http://schemas.microsoft.com/office/drawing/2014/main" id="{ADA851D5-43FB-9367-3941-57F337DDC3E8}"/>
              </a:ext>
            </a:extLst>
          </p:cNvPr>
          <p:cNvSpPr/>
          <p:nvPr/>
        </p:nvSpPr>
        <p:spPr>
          <a:xfrm rot="16200000">
            <a:off x="3578315" y="3545475"/>
            <a:ext cx="180000" cy="179110"/>
          </a:xfrm>
          <a:prstGeom prst="down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Arrow: Down 21">
            <a:extLst>
              <a:ext uri="{FF2B5EF4-FFF2-40B4-BE49-F238E27FC236}">
                <a16:creationId xmlns:a16="http://schemas.microsoft.com/office/drawing/2014/main" id="{AD0001B2-D25B-35CB-D478-573908FBA75A}"/>
              </a:ext>
            </a:extLst>
          </p:cNvPr>
          <p:cNvSpPr/>
          <p:nvPr/>
        </p:nvSpPr>
        <p:spPr>
          <a:xfrm rot="16200000">
            <a:off x="6006001" y="3545475"/>
            <a:ext cx="180000" cy="179110"/>
          </a:xfrm>
          <a:prstGeom prst="down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Arrow: Down 22">
            <a:extLst>
              <a:ext uri="{FF2B5EF4-FFF2-40B4-BE49-F238E27FC236}">
                <a16:creationId xmlns:a16="http://schemas.microsoft.com/office/drawing/2014/main" id="{2D31F1B6-A238-3C6A-350E-F67B359502A4}"/>
              </a:ext>
            </a:extLst>
          </p:cNvPr>
          <p:cNvSpPr/>
          <p:nvPr/>
        </p:nvSpPr>
        <p:spPr>
          <a:xfrm rot="16200000">
            <a:off x="8433687" y="3545474"/>
            <a:ext cx="180000" cy="179110"/>
          </a:xfrm>
          <a:prstGeom prst="down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5947799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984882-2B9B-B188-F4FA-90409DAB3F3D}"/>
              </a:ext>
            </a:extLst>
          </p:cNvPr>
          <p:cNvSpPr>
            <a:spLocks noGrp="1"/>
          </p:cNvSpPr>
          <p:nvPr>
            <p:ph type="title"/>
          </p:nvPr>
        </p:nvSpPr>
        <p:spPr>
          <a:xfrm>
            <a:off x="695998" y="360000"/>
            <a:ext cx="6375921" cy="429413"/>
          </a:xfrm>
        </p:spPr>
        <p:txBody>
          <a:bodyPr/>
          <a:lstStyle/>
          <a:p>
            <a:r>
              <a:rPr lang="en-US" altLang="zh-CN" dirty="0"/>
              <a:t>VUCA</a:t>
            </a:r>
            <a:endParaRPr lang="zh-CN" altLang="en-US" dirty="0"/>
          </a:p>
        </p:txBody>
      </p:sp>
      <p:sp>
        <p:nvSpPr>
          <p:cNvPr id="10" name="Content Placeholder 9">
            <a:extLst>
              <a:ext uri="{FF2B5EF4-FFF2-40B4-BE49-F238E27FC236}">
                <a16:creationId xmlns:a16="http://schemas.microsoft.com/office/drawing/2014/main" id="{D442E39E-6857-6D6B-E84F-80F1385667FA}"/>
              </a:ext>
            </a:extLst>
          </p:cNvPr>
          <p:cNvSpPr>
            <a:spLocks noGrp="1"/>
          </p:cNvSpPr>
          <p:nvPr>
            <p:ph idx="1"/>
          </p:nvPr>
        </p:nvSpPr>
        <p:spPr>
          <a:xfrm>
            <a:off x="696000" y="864000"/>
            <a:ext cx="10800000" cy="5400000"/>
          </a:xfrm>
        </p:spPr>
        <p:txBody>
          <a:bodyPr/>
          <a:lstStyle/>
          <a:p>
            <a:r>
              <a:rPr lang="zh-CN" altLang="en-US" dirty="0"/>
              <a:t>描述当今商业环境的特征</a:t>
            </a:r>
            <a:endParaRPr lang="en-US" altLang="zh-CN" dirty="0"/>
          </a:p>
          <a:p>
            <a:r>
              <a:rPr lang="en-US" altLang="zh-CN" dirty="0"/>
              <a:t>PMBOK </a:t>
            </a:r>
            <a:r>
              <a:rPr lang="zh-CN" altLang="en-US" dirty="0"/>
              <a:t>指南的演变史，就是一部对抗 </a:t>
            </a:r>
            <a:r>
              <a:rPr lang="en-US" altLang="zh-CN" dirty="0"/>
              <a:t>VUCA</a:t>
            </a:r>
            <a:r>
              <a:rPr lang="zh-CN" altLang="en-US" dirty="0"/>
              <a:t> 的历史</a:t>
            </a:r>
          </a:p>
        </p:txBody>
      </p:sp>
      <p:sp>
        <p:nvSpPr>
          <p:cNvPr id="6" name="Text Placeholder 5">
            <a:extLst>
              <a:ext uri="{FF2B5EF4-FFF2-40B4-BE49-F238E27FC236}">
                <a16:creationId xmlns:a16="http://schemas.microsoft.com/office/drawing/2014/main" id="{A00D8FF1-6D74-A156-7300-D5D45AAFBC4A}"/>
              </a:ext>
            </a:extLst>
          </p:cNvPr>
          <p:cNvSpPr>
            <a:spLocks noGrp="1"/>
          </p:cNvSpPr>
          <p:nvPr>
            <p:ph type="body" sz="quarter" idx="10"/>
          </p:nvPr>
        </p:nvSpPr>
        <p:spPr/>
        <p:txBody>
          <a:bodyPr/>
          <a:lstStyle/>
          <a:p>
            <a:endParaRPr lang="zh-CN" altLang="en-US"/>
          </a:p>
        </p:txBody>
      </p:sp>
      <p:graphicFrame>
        <p:nvGraphicFramePr>
          <p:cNvPr id="5" name="Table 4">
            <a:extLst>
              <a:ext uri="{FF2B5EF4-FFF2-40B4-BE49-F238E27FC236}">
                <a16:creationId xmlns:a16="http://schemas.microsoft.com/office/drawing/2014/main" id="{A895CBB5-2664-2CF1-5735-B20F7421DE8B}"/>
              </a:ext>
            </a:extLst>
          </p:cNvPr>
          <p:cNvGraphicFramePr>
            <a:graphicFrameLocks noGrp="1"/>
          </p:cNvGraphicFramePr>
          <p:nvPr>
            <p:extLst>
              <p:ext uri="{D42A27DB-BD31-4B8C-83A1-F6EECF244321}">
                <p14:modId xmlns:p14="http://schemas.microsoft.com/office/powerpoint/2010/main" val="3652273020"/>
              </p:ext>
            </p:extLst>
          </p:nvPr>
        </p:nvGraphicFramePr>
        <p:xfrm>
          <a:off x="695325" y="2335507"/>
          <a:ext cx="10801350" cy="3928493"/>
        </p:xfrm>
        <a:graphic>
          <a:graphicData uri="http://schemas.openxmlformats.org/drawingml/2006/table">
            <a:tbl>
              <a:tblPr/>
              <a:tblGrid>
                <a:gridCol w="1133475">
                  <a:extLst>
                    <a:ext uri="{9D8B030D-6E8A-4147-A177-3AD203B41FA5}">
                      <a16:colId xmlns:a16="http://schemas.microsoft.com/office/drawing/2014/main" val="3948350717"/>
                    </a:ext>
                  </a:extLst>
                </a:gridCol>
                <a:gridCol w="1715678">
                  <a:extLst>
                    <a:ext uri="{9D8B030D-6E8A-4147-A177-3AD203B41FA5}">
                      <a16:colId xmlns:a16="http://schemas.microsoft.com/office/drawing/2014/main" val="2290632334"/>
                    </a:ext>
                  </a:extLst>
                </a:gridCol>
                <a:gridCol w="1847654">
                  <a:extLst>
                    <a:ext uri="{9D8B030D-6E8A-4147-A177-3AD203B41FA5}">
                      <a16:colId xmlns:a16="http://schemas.microsoft.com/office/drawing/2014/main" val="3065943033"/>
                    </a:ext>
                  </a:extLst>
                </a:gridCol>
                <a:gridCol w="6104543">
                  <a:extLst>
                    <a:ext uri="{9D8B030D-6E8A-4147-A177-3AD203B41FA5}">
                      <a16:colId xmlns:a16="http://schemas.microsoft.com/office/drawing/2014/main" val="2815620651"/>
                    </a:ext>
                  </a:extLst>
                </a:gridCol>
              </a:tblGrid>
              <a:tr h="0">
                <a:tc>
                  <a:txBody>
                    <a:bodyPr/>
                    <a:lstStyle/>
                    <a:p>
                      <a:pPr algn="l">
                        <a:lnSpc>
                          <a:spcPct val="150000"/>
                        </a:lnSpc>
                        <a:buNone/>
                      </a:pPr>
                      <a:r>
                        <a:rPr lang="en-US" altLang="zh-CN" sz="1800" dirty="0">
                          <a:solidFill>
                            <a:schemeClr val="bg1"/>
                          </a:solidFill>
                        </a:rPr>
                        <a:t>Char</a:t>
                      </a:r>
                      <a:endParaRPr lang="zh-CN" altLang="en-US" sz="1800" dirty="0">
                        <a:solidFill>
                          <a:schemeClr val="bg1"/>
                        </a:solidFill>
                      </a:endParaRPr>
                    </a:p>
                  </a:txBody>
                  <a:tcPr anchor="ctr">
                    <a:lnL>
                      <a:noFill/>
                    </a:lnL>
                    <a:lnR>
                      <a:noFill/>
                    </a:lnR>
                    <a:lnT>
                      <a:noFill/>
                    </a:lnT>
                    <a:lnB>
                      <a:noFill/>
                    </a:lnB>
                    <a:solidFill>
                      <a:schemeClr val="accent2"/>
                    </a:solidFill>
                  </a:tcPr>
                </a:tc>
                <a:tc>
                  <a:txBody>
                    <a:bodyPr/>
                    <a:lstStyle/>
                    <a:p>
                      <a:pPr algn="l">
                        <a:lnSpc>
                          <a:spcPct val="150000"/>
                        </a:lnSpc>
                        <a:buNone/>
                      </a:pPr>
                      <a:r>
                        <a:rPr lang="en-US" altLang="zh-CN" sz="1800" dirty="0">
                          <a:solidFill>
                            <a:schemeClr val="bg1"/>
                          </a:solidFill>
                        </a:rPr>
                        <a:t>English</a:t>
                      </a:r>
                      <a:endParaRPr lang="zh-CN" altLang="en-US" sz="1800" dirty="0">
                        <a:solidFill>
                          <a:schemeClr val="bg1"/>
                        </a:solidFill>
                      </a:endParaRPr>
                    </a:p>
                  </a:txBody>
                  <a:tcPr anchor="ctr">
                    <a:lnL>
                      <a:noFill/>
                    </a:lnL>
                    <a:lnR>
                      <a:noFill/>
                    </a:lnR>
                    <a:lnT>
                      <a:noFill/>
                    </a:lnT>
                    <a:lnB>
                      <a:noFill/>
                    </a:lnB>
                    <a:solidFill>
                      <a:schemeClr val="accent2"/>
                    </a:solidFill>
                  </a:tcPr>
                </a:tc>
                <a:tc>
                  <a:txBody>
                    <a:bodyPr/>
                    <a:lstStyle/>
                    <a:p>
                      <a:pPr algn="l">
                        <a:lnSpc>
                          <a:spcPct val="150000"/>
                        </a:lnSpc>
                        <a:buNone/>
                      </a:pPr>
                      <a:r>
                        <a:rPr lang="en-US" altLang="zh-CN" sz="1800" dirty="0">
                          <a:solidFill>
                            <a:schemeClr val="bg1"/>
                          </a:solidFill>
                        </a:rPr>
                        <a:t>Chinese</a:t>
                      </a:r>
                      <a:endParaRPr lang="zh-CN" altLang="en-US" sz="1800" dirty="0">
                        <a:solidFill>
                          <a:schemeClr val="bg1"/>
                        </a:solidFill>
                      </a:endParaRPr>
                    </a:p>
                  </a:txBody>
                  <a:tcPr anchor="ctr">
                    <a:lnL>
                      <a:noFill/>
                    </a:lnL>
                    <a:lnR>
                      <a:noFill/>
                    </a:lnR>
                    <a:lnT>
                      <a:noFill/>
                    </a:lnT>
                    <a:lnB>
                      <a:noFill/>
                    </a:lnB>
                    <a:solidFill>
                      <a:schemeClr val="accent2"/>
                    </a:solidFill>
                  </a:tcPr>
                </a:tc>
                <a:tc>
                  <a:txBody>
                    <a:bodyPr/>
                    <a:lstStyle/>
                    <a:p>
                      <a:pPr algn="l">
                        <a:lnSpc>
                          <a:spcPct val="150000"/>
                        </a:lnSpc>
                        <a:buNone/>
                      </a:pPr>
                      <a:r>
                        <a:rPr lang="en-US" altLang="zh-CN" sz="1800" dirty="0">
                          <a:solidFill>
                            <a:schemeClr val="bg1"/>
                          </a:solidFill>
                        </a:rPr>
                        <a:t>Description</a:t>
                      </a:r>
                      <a:endParaRPr lang="zh-CN" altLang="en-US" sz="1800" dirty="0">
                        <a:solidFill>
                          <a:schemeClr val="bg1"/>
                        </a:solidFill>
                      </a:endParaRPr>
                    </a:p>
                  </a:txBody>
                  <a:tcPr anchor="ctr">
                    <a:lnL>
                      <a:noFill/>
                    </a:lnL>
                    <a:lnR>
                      <a:noFill/>
                    </a:lnR>
                    <a:lnT>
                      <a:noFill/>
                    </a:lnT>
                    <a:lnB>
                      <a:noFill/>
                    </a:lnB>
                    <a:solidFill>
                      <a:schemeClr val="accent2"/>
                    </a:solidFill>
                  </a:tcPr>
                </a:tc>
                <a:extLst>
                  <a:ext uri="{0D108BD9-81ED-4DB2-BD59-A6C34878D82A}">
                    <a16:rowId xmlns:a16="http://schemas.microsoft.com/office/drawing/2014/main" val="598835100"/>
                  </a:ext>
                </a:extLst>
              </a:tr>
              <a:tr h="0">
                <a:tc>
                  <a:txBody>
                    <a:bodyPr/>
                    <a:lstStyle/>
                    <a:p>
                      <a:pPr algn="l">
                        <a:lnSpc>
                          <a:spcPct val="150000"/>
                        </a:lnSpc>
                        <a:buNone/>
                      </a:pPr>
                      <a:r>
                        <a:rPr lang="en-US" sz="1800" dirty="0"/>
                        <a:t>V</a:t>
                      </a:r>
                    </a:p>
                  </a:txBody>
                  <a:tcPr anchor="ctr">
                    <a:lnL>
                      <a:noFill/>
                    </a:lnL>
                    <a:lnR>
                      <a:noFill/>
                    </a:lnR>
                    <a:lnT>
                      <a:noFill/>
                    </a:lnT>
                    <a:lnB>
                      <a:noFill/>
                    </a:lnB>
                    <a:noFill/>
                  </a:tcPr>
                </a:tc>
                <a:tc>
                  <a:txBody>
                    <a:bodyPr/>
                    <a:lstStyle/>
                    <a:p>
                      <a:pPr algn="l">
                        <a:lnSpc>
                          <a:spcPct val="150000"/>
                        </a:lnSpc>
                        <a:buNone/>
                      </a:pPr>
                      <a:r>
                        <a:rPr lang="en-US" sz="1800" dirty="0"/>
                        <a:t>Volatility</a:t>
                      </a:r>
                    </a:p>
                  </a:txBody>
                  <a:tcPr anchor="ctr">
                    <a:lnL>
                      <a:noFill/>
                    </a:lnL>
                    <a:lnR>
                      <a:noFill/>
                    </a:lnR>
                    <a:lnT>
                      <a:noFill/>
                    </a:lnT>
                    <a:lnB>
                      <a:noFill/>
                    </a:lnB>
                    <a:noFill/>
                  </a:tcPr>
                </a:tc>
                <a:tc>
                  <a:txBody>
                    <a:bodyPr/>
                    <a:lstStyle/>
                    <a:p>
                      <a:pPr algn="l">
                        <a:lnSpc>
                          <a:spcPct val="150000"/>
                        </a:lnSpc>
                        <a:buNone/>
                      </a:pPr>
                      <a:r>
                        <a:rPr lang="zh-CN" altLang="en-US" sz="1800"/>
                        <a:t>易变性</a:t>
                      </a:r>
                    </a:p>
                  </a:txBody>
                  <a:tcPr anchor="ctr">
                    <a:lnL>
                      <a:noFill/>
                    </a:lnL>
                    <a:lnR>
                      <a:noFill/>
                    </a:lnR>
                    <a:lnT>
                      <a:noFill/>
                    </a:lnT>
                    <a:lnB>
                      <a:noFill/>
                    </a:lnB>
                    <a:noFill/>
                  </a:tcPr>
                </a:tc>
                <a:tc>
                  <a:txBody>
                    <a:bodyPr/>
                    <a:lstStyle/>
                    <a:p>
                      <a:pPr algn="l">
                        <a:lnSpc>
                          <a:spcPct val="150000"/>
                        </a:lnSpc>
                        <a:buNone/>
                      </a:pPr>
                      <a:r>
                        <a:rPr lang="zh-CN" altLang="en-US" sz="1800" dirty="0"/>
                        <a:t>变化发生的速度极快，幅度极大</a:t>
                      </a:r>
                      <a:endParaRPr lang="en-US" altLang="zh-CN" sz="1800" dirty="0"/>
                    </a:p>
                    <a:p>
                      <a:pPr marL="0" marR="0" lvl="0" indent="0" algn="l" defTabSz="914400" rtl="0" eaLnBrk="1" fontAlgn="auto" latinLnBrk="0" hangingPunct="1">
                        <a:lnSpc>
                          <a:spcPct val="150000"/>
                        </a:lnSpc>
                        <a:spcBef>
                          <a:spcPts val="0"/>
                        </a:spcBef>
                        <a:spcAft>
                          <a:spcPts val="0"/>
                        </a:spcAft>
                        <a:buClrTx/>
                        <a:buSzTx/>
                        <a:buFontTx/>
                        <a:buNone/>
                        <a:tabLst/>
                        <a:defRPr/>
                      </a:pPr>
                      <a:r>
                        <a:rPr lang="zh-CN" altLang="en-US" sz="1800" dirty="0"/>
                        <a:t>计划赶不上变化，需求频繁变更</a:t>
                      </a:r>
                    </a:p>
                  </a:txBody>
                  <a:tcPr anchor="ctr">
                    <a:lnL>
                      <a:noFill/>
                    </a:lnL>
                    <a:lnR>
                      <a:noFill/>
                    </a:lnR>
                    <a:lnT>
                      <a:noFill/>
                    </a:lnT>
                    <a:lnB>
                      <a:noFill/>
                    </a:lnB>
                    <a:noFill/>
                  </a:tcPr>
                </a:tc>
                <a:extLst>
                  <a:ext uri="{0D108BD9-81ED-4DB2-BD59-A6C34878D82A}">
                    <a16:rowId xmlns:a16="http://schemas.microsoft.com/office/drawing/2014/main" val="2807491448"/>
                  </a:ext>
                </a:extLst>
              </a:tr>
              <a:tr h="0">
                <a:tc>
                  <a:txBody>
                    <a:bodyPr/>
                    <a:lstStyle/>
                    <a:p>
                      <a:pPr algn="l">
                        <a:lnSpc>
                          <a:spcPct val="150000"/>
                        </a:lnSpc>
                        <a:buNone/>
                      </a:pPr>
                      <a:r>
                        <a:rPr lang="en-US" sz="1800"/>
                        <a:t>U</a:t>
                      </a:r>
                    </a:p>
                  </a:txBody>
                  <a:tcPr anchor="ctr">
                    <a:lnL>
                      <a:noFill/>
                    </a:lnL>
                    <a:lnR>
                      <a:noFill/>
                    </a:lnR>
                    <a:lnT>
                      <a:noFill/>
                    </a:lnT>
                    <a:lnB>
                      <a:noFill/>
                    </a:lnB>
                    <a:noFill/>
                  </a:tcPr>
                </a:tc>
                <a:tc>
                  <a:txBody>
                    <a:bodyPr/>
                    <a:lstStyle/>
                    <a:p>
                      <a:pPr algn="l">
                        <a:lnSpc>
                          <a:spcPct val="150000"/>
                        </a:lnSpc>
                        <a:buNone/>
                      </a:pPr>
                      <a:r>
                        <a:rPr lang="en-US" sz="1800"/>
                        <a:t>Uncertainty</a:t>
                      </a:r>
                    </a:p>
                  </a:txBody>
                  <a:tcPr anchor="ctr">
                    <a:lnL>
                      <a:noFill/>
                    </a:lnL>
                    <a:lnR>
                      <a:noFill/>
                    </a:lnR>
                    <a:lnT>
                      <a:noFill/>
                    </a:lnT>
                    <a:lnB>
                      <a:noFill/>
                    </a:lnB>
                    <a:noFill/>
                  </a:tcPr>
                </a:tc>
                <a:tc>
                  <a:txBody>
                    <a:bodyPr/>
                    <a:lstStyle/>
                    <a:p>
                      <a:pPr algn="l">
                        <a:lnSpc>
                          <a:spcPct val="150000"/>
                        </a:lnSpc>
                        <a:buNone/>
                      </a:pPr>
                      <a:r>
                        <a:rPr lang="zh-CN" altLang="en-US" sz="1800"/>
                        <a:t>不确定性</a:t>
                      </a:r>
                    </a:p>
                  </a:txBody>
                  <a:tcPr anchor="ctr">
                    <a:lnL>
                      <a:noFill/>
                    </a:lnL>
                    <a:lnR>
                      <a:noFill/>
                    </a:lnR>
                    <a:lnT>
                      <a:noFill/>
                    </a:lnT>
                    <a:lnB>
                      <a:noFill/>
                    </a:lnB>
                    <a:noFill/>
                  </a:tcPr>
                </a:tc>
                <a:tc>
                  <a:txBody>
                    <a:bodyPr/>
                    <a:lstStyle/>
                    <a:p>
                      <a:pPr algn="l">
                        <a:lnSpc>
                          <a:spcPct val="150000"/>
                        </a:lnSpc>
                        <a:buNone/>
                      </a:pPr>
                      <a:r>
                        <a:rPr lang="zh-CN" altLang="en-US" sz="1800" dirty="0"/>
                        <a:t>缺乏信息，难以预测未来，因果关系不明</a:t>
                      </a:r>
                    </a:p>
                    <a:p>
                      <a:pPr algn="l">
                        <a:lnSpc>
                          <a:spcPct val="150000"/>
                        </a:lnSpc>
                        <a:buNone/>
                      </a:pPr>
                      <a:r>
                        <a:rPr lang="zh-CN" altLang="en-US" sz="1800" dirty="0"/>
                        <a:t>风险难以识别，传统预测失效</a:t>
                      </a:r>
                    </a:p>
                  </a:txBody>
                  <a:tcPr anchor="ctr">
                    <a:lnL>
                      <a:noFill/>
                    </a:lnL>
                    <a:lnR>
                      <a:noFill/>
                    </a:lnR>
                    <a:lnT>
                      <a:noFill/>
                    </a:lnT>
                    <a:lnB>
                      <a:noFill/>
                    </a:lnB>
                    <a:noFill/>
                  </a:tcPr>
                </a:tc>
                <a:extLst>
                  <a:ext uri="{0D108BD9-81ED-4DB2-BD59-A6C34878D82A}">
                    <a16:rowId xmlns:a16="http://schemas.microsoft.com/office/drawing/2014/main" val="770132012"/>
                  </a:ext>
                </a:extLst>
              </a:tr>
              <a:tr h="0">
                <a:tc>
                  <a:txBody>
                    <a:bodyPr/>
                    <a:lstStyle/>
                    <a:p>
                      <a:pPr algn="l">
                        <a:lnSpc>
                          <a:spcPct val="150000"/>
                        </a:lnSpc>
                        <a:buNone/>
                      </a:pPr>
                      <a:r>
                        <a:rPr lang="en-US" sz="1800"/>
                        <a:t>C</a:t>
                      </a:r>
                    </a:p>
                  </a:txBody>
                  <a:tcPr anchor="ctr">
                    <a:lnL>
                      <a:noFill/>
                    </a:lnL>
                    <a:lnR>
                      <a:noFill/>
                    </a:lnR>
                    <a:lnT>
                      <a:noFill/>
                    </a:lnT>
                    <a:lnB>
                      <a:noFill/>
                    </a:lnB>
                    <a:noFill/>
                  </a:tcPr>
                </a:tc>
                <a:tc>
                  <a:txBody>
                    <a:bodyPr/>
                    <a:lstStyle/>
                    <a:p>
                      <a:pPr algn="l">
                        <a:lnSpc>
                          <a:spcPct val="150000"/>
                        </a:lnSpc>
                        <a:buNone/>
                      </a:pPr>
                      <a:r>
                        <a:rPr lang="en-US" sz="1800"/>
                        <a:t>Complexity</a:t>
                      </a:r>
                    </a:p>
                  </a:txBody>
                  <a:tcPr anchor="ctr">
                    <a:lnL>
                      <a:noFill/>
                    </a:lnL>
                    <a:lnR>
                      <a:noFill/>
                    </a:lnR>
                    <a:lnT>
                      <a:noFill/>
                    </a:lnT>
                    <a:lnB>
                      <a:noFill/>
                    </a:lnB>
                    <a:noFill/>
                  </a:tcPr>
                </a:tc>
                <a:tc>
                  <a:txBody>
                    <a:bodyPr/>
                    <a:lstStyle/>
                    <a:p>
                      <a:pPr algn="l">
                        <a:lnSpc>
                          <a:spcPct val="150000"/>
                        </a:lnSpc>
                        <a:buNone/>
                      </a:pPr>
                      <a:r>
                        <a:rPr lang="zh-CN" altLang="en-US" sz="1800"/>
                        <a:t>复杂性</a:t>
                      </a:r>
                    </a:p>
                  </a:txBody>
                  <a:tcPr anchor="ctr">
                    <a:lnL>
                      <a:noFill/>
                    </a:lnL>
                    <a:lnR>
                      <a:noFill/>
                    </a:lnR>
                    <a:lnT>
                      <a:noFill/>
                    </a:lnT>
                    <a:lnB>
                      <a:noFill/>
                    </a:lnB>
                    <a:noFill/>
                  </a:tcPr>
                </a:tc>
                <a:tc>
                  <a:txBody>
                    <a:bodyPr/>
                    <a:lstStyle/>
                    <a:p>
                      <a:pPr algn="l">
                        <a:lnSpc>
                          <a:spcPct val="150000"/>
                        </a:lnSpc>
                        <a:buNone/>
                      </a:pPr>
                      <a:r>
                        <a:rPr lang="zh-CN" altLang="en-US" sz="1800" dirty="0"/>
                        <a:t>影响因素众多，相互交织，牵一发而动全身</a:t>
                      </a:r>
                    </a:p>
                    <a:p>
                      <a:pPr algn="l">
                        <a:lnSpc>
                          <a:spcPct val="150000"/>
                        </a:lnSpc>
                        <a:buNone/>
                      </a:pPr>
                      <a:r>
                        <a:rPr lang="zh-CN" altLang="en-US" sz="1800" dirty="0"/>
                        <a:t>单一解决方案无效，需要系统思考</a:t>
                      </a:r>
                    </a:p>
                  </a:txBody>
                  <a:tcPr anchor="ctr">
                    <a:lnL>
                      <a:noFill/>
                    </a:lnL>
                    <a:lnR>
                      <a:noFill/>
                    </a:lnR>
                    <a:lnT>
                      <a:noFill/>
                    </a:lnT>
                    <a:lnB>
                      <a:noFill/>
                    </a:lnB>
                    <a:noFill/>
                  </a:tcPr>
                </a:tc>
                <a:extLst>
                  <a:ext uri="{0D108BD9-81ED-4DB2-BD59-A6C34878D82A}">
                    <a16:rowId xmlns:a16="http://schemas.microsoft.com/office/drawing/2014/main" val="2329204373"/>
                  </a:ext>
                </a:extLst>
              </a:tr>
              <a:tr h="0">
                <a:tc>
                  <a:txBody>
                    <a:bodyPr/>
                    <a:lstStyle/>
                    <a:p>
                      <a:pPr algn="l">
                        <a:lnSpc>
                          <a:spcPct val="150000"/>
                        </a:lnSpc>
                        <a:buNone/>
                      </a:pPr>
                      <a:r>
                        <a:rPr lang="en-US" sz="1800"/>
                        <a:t>A</a:t>
                      </a:r>
                    </a:p>
                  </a:txBody>
                  <a:tcPr anchor="ctr">
                    <a:lnL>
                      <a:noFill/>
                    </a:lnL>
                    <a:lnR>
                      <a:noFill/>
                    </a:lnR>
                    <a:lnT>
                      <a:noFill/>
                    </a:lnT>
                    <a:lnB>
                      <a:noFill/>
                    </a:lnB>
                    <a:noFill/>
                  </a:tcPr>
                </a:tc>
                <a:tc>
                  <a:txBody>
                    <a:bodyPr/>
                    <a:lstStyle/>
                    <a:p>
                      <a:pPr algn="l">
                        <a:lnSpc>
                          <a:spcPct val="150000"/>
                        </a:lnSpc>
                        <a:buNone/>
                      </a:pPr>
                      <a:r>
                        <a:rPr lang="en-US" sz="1800"/>
                        <a:t>Ambiguity</a:t>
                      </a:r>
                    </a:p>
                  </a:txBody>
                  <a:tcPr anchor="ctr">
                    <a:lnL>
                      <a:noFill/>
                    </a:lnL>
                    <a:lnR>
                      <a:noFill/>
                    </a:lnR>
                    <a:lnT>
                      <a:noFill/>
                    </a:lnT>
                    <a:lnB>
                      <a:noFill/>
                    </a:lnB>
                    <a:noFill/>
                  </a:tcPr>
                </a:tc>
                <a:tc>
                  <a:txBody>
                    <a:bodyPr/>
                    <a:lstStyle/>
                    <a:p>
                      <a:pPr algn="l">
                        <a:lnSpc>
                          <a:spcPct val="150000"/>
                        </a:lnSpc>
                        <a:buNone/>
                      </a:pPr>
                      <a:r>
                        <a:rPr lang="zh-CN" altLang="en-US" sz="1800"/>
                        <a:t>模糊性</a:t>
                      </a:r>
                    </a:p>
                  </a:txBody>
                  <a:tcPr anchor="ctr">
                    <a:lnL>
                      <a:noFill/>
                    </a:lnL>
                    <a:lnR>
                      <a:noFill/>
                    </a:lnR>
                    <a:lnT>
                      <a:noFill/>
                    </a:lnT>
                    <a:lnB>
                      <a:noFill/>
                    </a:lnB>
                    <a:noFill/>
                  </a:tcPr>
                </a:tc>
                <a:tc>
                  <a:txBody>
                    <a:bodyPr/>
                    <a:lstStyle/>
                    <a:p>
                      <a:pPr algn="l">
                        <a:lnSpc>
                          <a:spcPct val="150000"/>
                        </a:lnSpc>
                        <a:buNone/>
                      </a:pPr>
                      <a:r>
                        <a:rPr lang="zh-CN" altLang="en-US" sz="1800" dirty="0"/>
                        <a:t>情况模棱两可，容易产生误解，没有先例可循</a:t>
                      </a:r>
                    </a:p>
                    <a:p>
                      <a:pPr algn="l">
                        <a:lnSpc>
                          <a:spcPct val="150000"/>
                        </a:lnSpc>
                        <a:buNone/>
                      </a:pPr>
                      <a:r>
                        <a:rPr lang="zh-CN" altLang="en-US" sz="1800" dirty="0"/>
                        <a:t>目标不清晰，需求难以定义</a:t>
                      </a:r>
                    </a:p>
                  </a:txBody>
                  <a:tcPr anchor="ctr">
                    <a:lnL>
                      <a:noFill/>
                    </a:lnL>
                    <a:lnR>
                      <a:noFill/>
                    </a:lnR>
                    <a:lnT>
                      <a:noFill/>
                    </a:lnT>
                    <a:lnB>
                      <a:noFill/>
                    </a:lnB>
                    <a:noFill/>
                  </a:tcPr>
                </a:tc>
                <a:extLst>
                  <a:ext uri="{0D108BD9-81ED-4DB2-BD59-A6C34878D82A}">
                    <a16:rowId xmlns:a16="http://schemas.microsoft.com/office/drawing/2014/main" val="2939533284"/>
                  </a:ext>
                </a:extLst>
              </a:tr>
            </a:tbl>
          </a:graphicData>
        </a:graphic>
      </p:graphicFrame>
    </p:spTree>
    <p:extLst>
      <p:ext uri="{BB962C8B-B14F-4D97-AF65-F5344CB8AC3E}">
        <p14:creationId xmlns:p14="http://schemas.microsoft.com/office/powerpoint/2010/main" val="149585830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A84B1-D781-1162-3DD1-A02CAD5A9BA9}"/>
              </a:ext>
            </a:extLst>
          </p:cNvPr>
          <p:cNvSpPr>
            <a:spLocks noGrp="1"/>
          </p:cNvSpPr>
          <p:nvPr>
            <p:ph type="title"/>
          </p:nvPr>
        </p:nvSpPr>
        <p:spPr>
          <a:xfrm>
            <a:off x="695998" y="360000"/>
            <a:ext cx="6375921" cy="429413"/>
          </a:xfrm>
        </p:spPr>
        <p:txBody>
          <a:bodyPr>
            <a:normAutofit/>
          </a:bodyPr>
          <a:lstStyle/>
          <a:p>
            <a:r>
              <a:rPr lang="en-US" altLang="zh-CN" dirty="0"/>
              <a:t>4.1 </a:t>
            </a:r>
            <a:r>
              <a:rPr lang="zh-CN" altLang="en-US" dirty="0"/>
              <a:t>敏捷开发</a:t>
            </a:r>
          </a:p>
        </p:txBody>
      </p:sp>
      <p:sp>
        <p:nvSpPr>
          <p:cNvPr id="10" name="Content Placeholder 9">
            <a:extLst>
              <a:ext uri="{FF2B5EF4-FFF2-40B4-BE49-F238E27FC236}">
                <a16:creationId xmlns:a16="http://schemas.microsoft.com/office/drawing/2014/main" id="{D6231B5E-58F6-FDDC-859B-0D66134270CC}"/>
              </a:ext>
            </a:extLst>
          </p:cNvPr>
          <p:cNvSpPr>
            <a:spLocks noGrp="1"/>
          </p:cNvSpPr>
          <p:nvPr>
            <p:ph idx="1"/>
          </p:nvPr>
        </p:nvSpPr>
        <p:spPr>
          <a:xfrm>
            <a:off x="696000" y="864000"/>
            <a:ext cx="10800000" cy="5400000"/>
          </a:xfrm>
        </p:spPr>
        <p:txBody>
          <a:bodyPr/>
          <a:lstStyle/>
          <a:p>
            <a:r>
              <a:rPr lang="zh-CN" altLang="en-US" dirty="0"/>
              <a:t>软件项目快速多变的环境要求快速的开发和提交</a:t>
            </a:r>
            <a:endParaRPr lang="en-US" altLang="zh-CN" dirty="0"/>
          </a:p>
          <a:p>
            <a:pPr lvl="1"/>
            <a:r>
              <a:rPr lang="zh-CN" altLang="en-US" dirty="0"/>
              <a:t>部分可用、阶段可用、多次交付</a:t>
            </a:r>
            <a:endParaRPr lang="en-US" altLang="zh-CN" dirty="0"/>
          </a:p>
          <a:p>
            <a:pPr lvl="1"/>
            <a:r>
              <a:rPr lang="zh-CN" altLang="en-US" dirty="0"/>
              <a:t>试水</a:t>
            </a:r>
            <a:endParaRPr lang="en-US" altLang="zh-CN" dirty="0"/>
          </a:p>
          <a:p>
            <a:pPr lvl="1"/>
            <a:r>
              <a:rPr lang="zh-CN" altLang="en-US" dirty="0"/>
              <a:t>看市场反映</a:t>
            </a:r>
            <a:endParaRPr lang="en-US" altLang="zh-CN" dirty="0"/>
          </a:p>
          <a:p>
            <a:pPr lvl="1"/>
            <a:r>
              <a:rPr lang="zh-CN" altLang="en-US" dirty="0"/>
              <a:t>及时止损</a:t>
            </a:r>
          </a:p>
        </p:txBody>
      </p:sp>
      <p:sp>
        <p:nvSpPr>
          <p:cNvPr id="4" name="Text Placeholder 3">
            <a:extLst>
              <a:ext uri="{FF2B5EF4-FFF2-40B4-BE49-F238E27FC236}">
                <a16:creationId xmlns:a16="http://schemas.microsoft.com/office/drawing/2014/main" id="{BEA5BCFB-F7A5-02C6-47EA-132CEEDBBD9D}"/>
              </a:ext>
            </a:extLst>
          </p:cNvPr>
          <p:cNvSpPr>
            <a:spLocks noGrp="1"/>
          </p:cNvSpPr>
          <p:nvPr>
            <p:ph type="body" sz="quarter" idx="10"/>
          </p:nvPr>
        </p:nvSpPr>
        <p:spPr>
          <a:xfrm>
            <a:off x="7071919" y="448519"/>
            <a:ext cx="4424080" cy="338554"/>
          </a:xfrm>
        </p:spPr>
        <p:txBody>
          <a:bodyPr/>
          <a:lstStyle/>
          <a:p>
            <a:r>
              <a:rPr lang="en-US" altLang="zh-CN" dirty="0"/>
              <a:t>Agile Development</a:t>
            </a:r>
            <a:endParaRPr lang="zh-CN" altLang="en-US" dirty="0"/>
          </a:p>
        </p:txBody>
      </p:sp>
      <p:graphicFrame>
        <p:nvGraphicFramePr>
          <p:cNvPr id="11" name="内容占位符 3">
            <a:extLst>
              <a:ext uri="{FF2B5EF4-FFF2-40B4-BE49-F238E27FC236}">
                <a16:creationId xmlns:a16="http://schemas.microsoft.com/office/drawing/2014/main" id="{F12644EE-1C65-2AC4-8703-86F2FAA448FB}"/>
              </a:ext>
            </a:extLst>
          </p:cNvPr>
          <p:cNvGraphicFramePr>
            <a:graphicFrameLocks noChangeAspect="1"/>
          </p:cNvGraphicFramePr>
          <p:nvPr>
            <p:extLst>
              <p:ext uri="{D42A27DB-BD31-4B8C-83A1-F6EECF244321}">
                <p14:modId xmlns:p14="http://schemas.microsoft.com/office/powerpoint/2010/main" val="3490837002"/>
              </p:ext>
            </p:extLst>
          </p:nvPr>
        </p:nvGraphicFramePr>
        <p:xfrm>
          <a:off x="695324" y="1611984"/>
          <a:ext cx="10532000" cy="457926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88797193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内容占位符 4" descr="男人">
            <a:extLst>
              <a:ext uri="{FF2B5EF4-FFF2-40B4-BE49-F238E27FC236}">
                <a16:creationId xmlns:a16="http://schemas.microsoft.com/office/drawing/2014/main" id="{946485A4-AE83-C5CE-6A48-6FB70BB2DCB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912480" y="1842609"/>
            <a:ext cx="914400" cy="914400"/>
          </a:xfrm>
          <a:prstGeom prst="rect">
            <a:avLst/>
          </a:prstGeom>
        </p:spPr>
      </p:pic>
      <p:pic>
        <p:nvPicPr>
          <p:cNvPr id="13" name="图形 12" descr="妇女">
            <a:extLst>
              <a:ext uri="{FF2B5EF4-FFF2-40B4-BE49-F238E27FC236}">
                <a16:creationId xmlns:a16="http://schemas.microsoft.com/office/drawing/2014/main" id="{5A12281A-450C-A64B-2134-FF0F8D5B4E8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97526" y="1842609"/>
            <a:ext cx="914400" cy="914400"/>
          </a:xfrm>
          <a:prstGeom prst="rect">
            <a:avLst/>
          </a:prstGeom>
        </p:spPr>
      </p:pic>
      <p:sp>
        <p:nvSpPr>
          <p:cNvPr id="14" name="思想气泡: 云 13">
            <a:extLst>
              <a:ext uri="{FF2B5EF4-FFF2-40B4-BE49-F238E27FC236}">
                <a16:creationId xmlns:a16="http://schemas.microsoft.com/office/drawing/2014/main" id="{7C49250D-BBB0-1FFC-6A0F-E9B346BF33AE}"/>
              </a:ext>
            </a:extLst>
          </p:cNvPr>
          <p:cNvSpPr/>
          <p:nvPr/>
        </p:nvSpPr>
        <p:spPr>
          <a:xfrm>
            <a:off x="896152" y="738888"/>
            <a:ext cx="1364776" cy="914400"/>
          </a:xfrm>
          <a:prstGeom prst="cloudCallout">
            <a:avLst>
              <a:gd name="adj1" fmla="val 2572"/>
              <a:gd name="adj2" fmla="val 75968"/>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chemeClr val="tx1"/>
                </a:solidFill>
              </a:rPr>
              <a:t>？？？</a:t>
            </a:r>
          </a:p>
        </p:txBody>
      </p:sp>
      <p:sp>
        <p:nvSpPr>
          <p:cNvPr id="3" name="TextBox 2">
            <a:extLst>
              <a:ext uri="{FF2B5EF4-FFF2-40B4-BE49-F238E27FC236}">
                <a16:creationId xmlns:a16="http://schemas.microsoft.com/office/drawing/2014/main" id="{CB58A849-2D08-15CD-D67D-34F923F0C21F}"/>
              </a:ext>
            </a:extLst>
          </p:cNvPr>
          <p:cNvSpPr txBox="1"/>
          <p:nvPr/>
        </p:nvSpPr>
        <p:spPr>
          <a:xfrm>
            <a:off x="1288338" y="2917183"/>
            <a:ext cx="2247731" cy="307777"/>
          </a:xfrm>
          <a:prstGeom prst="rect">
            <a:avLst/>
          </a:prstGeom>
          <a:noFill/>
        </p:spPr>
        <p:txBody>
          <a:bodyPr wrap="none" rtlCol="0">
            <a:spAutoFit/>
          </a:bodyPr>
          <a:lstStyle/>
          <a:p>
            <a:pPr algn="ctr"/>
            <a:r>
              <a:rPr lang="en-US" altLang="zh-CN" sz="1400" dirty="0"/>
              <a:t>Case 1 Client </a:t>
            </a:r>
            <a:r>
              <a:rPr lang="zh-CN" altLang="en-US" sz="1400" dirty="0"/>
              <a:t>不知道需求</a:t>
            </a:r>
          </a:p>
        </p:txBody>
      </p:sp>
      <p:pic>
        <p:nvPicPr>
          <p:cNvPr id="8" name="内容占位符 4" descr="男人">
            <a:extLst>
              <a:ext uri="{FF2B5EF4-FFF2-40B4-BE49-F238E27FC236}">
                <a16:creationId xmlns:a16="http://schemas.microsoft.com/office/drawing/2014/main" id="{1FEDB702-4B99-B75E-CC3A-CC2E6766536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742388" y="1842609"/>
            <a:ext cx="914400" cy="914400"/>
          </a:xfrm>
          <a:prstGeom prst="rect">
            <a:avLst/>
          </a:prstGeom>
        </p:spPr>
      </p:pic>
      <p:pic>
        <p:nvPicPr>
          <p:cNvPr id="10" name="图形 9" descr="妇女">
            <a:extLst>
              <a:ext uri="{FF2B5EF4-FFF2-40B4-BE49-F238E27FC236}">
                <a16:creationId xmlns:a16="http://schemas.microsoft.com/office/drawing/2014/main" id="{FC9F066E-8DB2-87F6-F20A-50C12CD64CD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827434" y="1842609"/>
            <a:ext cx="914400" cy="914400"/>
          </a:xfrm>
          <a:prstGeom prst="rect">
            <a:avLst/>
          </a:prstGeom>
        </p:spPr>
      </p:pic>
      <p:sp>
        <p:nvSpPr>
          <p:cNvPr id="6" name="思想气泡: 云 10">
            <a:extLst>
              <a:ext uri="{FF2B5EF4-FFF2-40B4-BE49-F238E27FC236}">
                <a16:creationId xmlns:a16="http://schemas.microsoft.com/office/drawing/2014/main" id="{EA78D8F5-4510-AB68-8011-C7005792AB88}"/>
              </a:ext>
            </a:extLst>
          </p:cNvPr>
          <p:cNvSpPr/>
          <p:nvPr/>
        </p:nvSpPr>
        <p:spPr>
          <a:xfrm>
            <a:off x="4663516" y="694175"/>
            <a:ext cx="1364776" cy="914400"/>
          </a:xfrm>
          <a:prstGeom prst="cloudCallout">
            <a:avLst>
              <a:gd name="adj1" fmla="val 1896"/>
              <a:gd name="adj2" fmla="val 84048"/>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rPr>
              <a:t>A</a:t>
            </a:r>
            <a:endParaRPr lang="zh-CN" altLang="en-US" sz="1200" dirty="0">
              <a:solidFill>
                <a:schemeClr val="tx1"/>
              </a:solidFill>
            </a:endParaRPr>
          </a:p>
        </p:txBody>
      </p:sp>
      <p:sp>
        <p:nvSpPr>
          <p:cNvPr id="7" name="思想气泡: 云 11">
            <a:extLst>
              <a:ext uri="{FF2B5EF4-FFF2-40B4-BE49-F238E27FC236}">
                <a16:creationId xmlns:a16="http://schemas.microsoft.com/office/drawing/2014/main" id="{4FB31F1F-F801-5426-BC72-84EA641D04DA}"/>
              </a:ext>
            </a:extLst>
          </p:cNvPr>
          <p:cNvSpPr/>
          <p:nvPr/>
        </p:nvSpPr>
        <p:spPr>
          <a:xfrm>
            <a:off x="5799278" y="1379236"/>
            <a:ext cx="914400" cy="692727"/>
          </a:xfrm>
          <a:prstGeom prst="cloudCallout">
            <a:avLst>
              <a:gd name="adj1" fmla="val -65834"/>
              <a:gd name="adj2" fmla="val 43388"/>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rPr>
              <a:t>B</a:t>
            </a:r>
            <a:endParaRPr lang="zh-CN" altLang="en-US" sz="1200" dirty="0">
              <a:solidFill>
                <a:schemeClr val="tx1"/>
              </a:solidFill>
            </a:endParaRPr>
          </a:p>
        </p:txBody>
      </p:sp>
      <p:sp>
        <p:nvSpPr>
          <p:cNvPr id="9" name="TextBox 8">
            <a:extLst>
              <a:ext uri="{FF2B5EF4-FFF2-40B4-BE49-F238E27FC236}">
                <a16:creationId xmlns:a16="http://schemas.microsoft.com/office/drawing/2014/main" id="{F2C124C7-5E4C-A9C5-FD69-E36868611428}"/>
              </a:ext>
            </a:extLst>
          </p:cNvPr>
          <p:cNvSpPr txBox="1"/>
          <p:nvPr/>
        </p:nvSpPr>
        <p:spPr>
          <a:xfrm>
            <a:off x="4868391" y="2917183"/>
            <a:ext cx="3183885" cy="307777"/>
          </a:xfrm>
          <a:prstGeom prst="rect">
            <a:avLst/>
          </a:prstGeom>
          <a:noFill/>
        </p:spPr>
        <p:txBody>
          <a:bodyPr wrap="none" rtlCol="0">
            <a:spAutoFit/>
          </a:bodyPr>
          <a:lstStyle/>
          <a:p>
            <a:pPr algn="ctr"/>
            <a:r>
              <a:rPr lang="en-US" altLang="zh-CN" sz="1400" dirty="0"/>
              <a:t>Case 2 Client </a:t>
            </a:r>
            <a:r>
              <a:rPr lang="zh-CN" altLang="en-US" sz="1400" dirty="0"/>
              <a:t>知道需求但是表达错误</a:t>
            </a:r>
          </a:p>
        </p:txBody>
      </p:sp>
      <p:pic>
        <p:nvPicPr>
          <p:cNvPr id="19" name="内容占位符 4" descr="男人">
            <a:extLst>
              <a:ext uri="{FF2B5EF4-FFF2-40B4-BE49-F238E27FC236}">
                <a16:creationId xmlns:a16="http://schemas.microsoft.com/office/drawing/2014/main" id="{5021FD43-3E88-FEF7-0E04-4CA8E798810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572298" y="1842609"/>
            <a:ext cx="914400" cy="914400"/>
          </a:xfrm>
          <a:prstGeom prst="rect">
            <a:avLst/>
          </a:prstGeom>
        </p:spPr>
      </p:pic>
      <p:pic>
        <p:nvPicPr>
          <p:cNvPr id="20" name="图形 9" descr="妇女">
            <a:extLst>
              <a:ext uri="{FF2B5EF4-FFF2-40B4-BE49-F238E27FC236}">
                <a16:creationId xmlns:a16="http://schemas.microsoft.com/office/drawing/2014/main" id="{DA235D09-5ECC-788B-099D-70909130D42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657342" y="1842609"/>
            <a:ext cx="914400" cy="914400"/>
          </a:xfrm>
          <a:prstGeom prst="rect">
            <a:avLst/>
          </a:prstGeom>
        </p:spPr>
      </p:pic>
      <p:sp>
        <p:nvSpPr>
          <p:cNvPr id="21" name="思想气泡: 云 10">
            <a:extLst>
              <a:ext uri="{FF2B5EF4-FFF2-40B4-BE49-F238E27FC236}">
                <a16:creationId xmlns:a16="http://schemas.microsoft.com/office/drawing/2014/main" id="{06746333-38A1-56B4-289E-B5B010AD751F}"/>
              </a:ext>
            </a:extLst>
          </p:cNvPr>
          <p:cNvSpPr/>
          <p:nvPr/>
        </p:nvSpPr>
        <p:spPr>
          <a:xfrm>
            <a:off x="8749923" y="700267"/>
            <a:ext cx="1364776" cy="914400"/>
          </a:xfrm>
          <a:prstGeom prst="cloudCallout">
            <a:avLst>
              <a:gd name="adj1" fmla="val -10285"/>
              <a:gd name="adj2" fmla="val 87079"/>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rPr>
              <a:t>A </a:t>
            </a:r>
            <a:r>
              <a:rPr lang="zh-CN" altLang="en-US" sz="1200" dirty="0">
                <a:solidFill>
                  <a:schemeClr val="tx1"/>
                </a:solidFill>
              </a:rPr>
              <a:t>→ </a:t>
            </a:r>
            <a:r>
              <a:rPr lang="en-US" altLang="zh-CN" sz="1200" dirty="0">
                <a:solidFill>
                  <a:schemeClr val="tx1"/>
                </a:solidFill>
              </a:rPr>
              <a:t>B</a:t>
            </a:r>
            <a:endParaRPr lang="zh-CN" altLang="en-US" sz="1200" dirty="0">
              <a:solidFill>
                <a:schemeClr val="tx1"/>
              </a:solidFill>
            </a:endParaRPr>
          </a:p>
        </p:txBody>
      </p:sp>
      <p:sp>
        <p:nvSpPr>
          <p:cNvPr id="22" name="思想气泡: 云 11">
            <a:extLst>
              <a:ext uri="{FF2B5EF4-FFF2-40B4-BE49-F238E27FC236}">
                <a16:creationId xmlns:a16="http://schemas.microsoft.com/office/drawing/2014/main" id="{60B0CA74-E7F0-FC6F-4CB0-60C879442836}"/>
              </a:ext>
            </a:extLst>
          </p:cNvPr>
          <p:cNvSpPr/>
          <p:nvPr/>
        </p:nvSpPr>
        <p:spPr>
          <a:xfrm>
            <a:off x="10168104" y="664215"/>
            <a:ext cx="1364776" cy="914400"/>
          </a:xfrm>
          <a:prstGeom prst="cloudCallout">
            <a:avLst>
              <a:gd name="adj1" fmla="val 1727"/>
              <a:gd name="adj2" fmla="val 90697"/>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rPr>
              <a:t>A</a:t>
            </a:r>
            <a:endParaRPr lang="zh-CN" altLang="en-US" sz="1200" dirty="0">
              <a:solidFill>
                <a:schemeClr val="tx1"/>
              </a:solidFill>
            </a:endParaRPr>
          </a:p>
        </p:txBody>
      </p:sp>
      <p:sp>
        <p:nvSpPr>
          <p:cNvPr id="23" name="TextBox 22">
            <a:extLst>
              <a:ext uri="{FF2B5EF4-FFF2-40B4-BE49-F238E27FC236}">
                <a16:creationId xmlns:a16="http://schemas.microsoft.com/office/drawing/2014/main" id="{D958F8FD-3573-3953-0450-C6114A96F894}"/>
              </a:ext>
            </a:extLst>
          </p:cNvPr>
          <p:cNvSpPr txBox="1"/>
          <p:nvPr/>
        </p:nvSpPr>
        <p:spPr>
          <a:xfrm>
            <a:off x="8493255" y="2809461"/>
            <a:ext cx="3002745" cy="523220"/>
          </a:xfrm>
          <a:prstGeom prst="rect">
            <a:avLst/>
          </a:prstGeom>
          <a:noFill/>
        </p:spPr>
        <p:txBody>
          <a:bodyPr wrap="none" rtlCol="0">
            <a:spAutoFit/>
          </a:bodyPr>
          <a:lstStyle/>
          <a:p>
            <a:r>
              <a:rPr lang="en-US" altLang="zh-CN" sz="1400" dirty="0"/>
              <a:t>Case 3 Client </a:t>
            </a:r>
            <a:r>
              <a:rPr lang="zh-CN" altLang="en-US" sz="1400" dirty="0"/>
              <a:t>知道并清晰传达需求</a:t>
            </a:r>
            <a:endParaRPr lang="en-US" altLang="zh-CN" sz="1400" dirty="0"/>
          </a:p>
          <a:p>
            <a:r>
              <a:rPr lang="zh-CN" altLang="en-US" sz="1400" dirty="0"/>
              <a:t>但是交互时，需求发生变化</a:t>
            </a:r>
          </a:p>
        </p:txBody>
      </p:sp>
      <p:sp>
        <p:nvSpPr>
          <p:cNvPr id="25" name="思想气泡: 云 10">
            <a:extLst>
              <a:ext uri="{FF2B5EF4-FFF2-40B4-BE49-F238E27FC236}">
                <a16:creationId xmlns:a16="http://schemas.microsoft.com/office/drawing/2014/main" id="{D5317B92-3613-F7BA-B8F1-A70B5385D705}"/>
              </a:ext>
            </a:extLst>
          </p:cNvPr>
          <p:cNvSpPr/>
          <p:nvPr/>
        </p:nvSpPr>
        <p:spPr>
          <a:xfrm>
            <a:off x="997526" y="3707350"/>
            <a:ext cx="1364776" cy="914400"/>
          </a:xfrm>
          <a:prstGeom prst="cloudCallout">
            <a:avLst>
              <a:gd name="adj1" fmla="val 26936"/>
              <a:gd name="adj2" fmla="val 69907"/>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rPr>
              <a:t>A</a:t>
            </a:r>
            <a:endParaRPr lang="zh-CN" altLang="en-US" sz="1200" dirty="0">
              <a:solidFill>
                <a:schemeClr val="tx1"/>
              </a:solidFill>
            </a:endParaRPr>
          </a:p>
        </p:txBody>
      </p:sp>
      <p:sp>
        <p:nvSpPr>
          <p:cNvPr id="26" name="思想气泡: 云 11">
            <a:extLst>
              <a:ext uri="{FF2B5EF4-FFF2-40B4-BE49-F238E27FC236}">
                <a16:creationId xmlns:a16="http://schemas.microsoft.com/office/drawing/2014/main" id="{1A43EA31-7F2E-9167-5603-1A74157CCDBB}"/>
              </a:ext>
            </a:extLst>
          </p:cNvPr>
          <p:cNvSpPr/>
          <p:nvPr/>
        </p:nvSpPr>
        <p:spPr>
          <a:xfrm>
            <a:off x="3876763" y="3707350"/>
            <a:ext cx="1364776" cy="914400"/>
          </a:xfrm>
          <a:prstGeom prst="cloudCallout">
            <a:avLst>
              <a:gd name="adj1" fmla="val -18802"/>
              <a:gd name="adj2" fmla="val 74873"/>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chemeClr val="tx1"/>
                </a:solidFill>
              </a:rPr>
              <a:t>？？？</a:t>
            </a:r>
            <a:r>
              <a:rPr lang="en-US" altLang="zh-CN" sz="1200" dirty="0">
                <a:solidFill>
                  <a:schemeClr val="tx1"/>
                </a:solidFill>
              </a:rPr>
              <a:t>/ B</a:t>
            </a:r>
            <a:endParaRPr lang="zh-CN" altLang="en-US" sz="1200" dirty="0">
              <a:solidFill>
                <a:schemeClr val="tx1"/>
              </a:solidFill>
            </a:endParaRPr>
          </a:p>
        </p:txBody>
      </p:sp>
      <p:pic>
        <p:nvPicPr>
          <p:cNvPr id="27" name="内容占位符 4" descr="男人">
            <a:extLst>
              <a:ext uri="{FF2B5EF4-FFF2-40B4-BE49-F238E27FC236}">
                <a16:creationId xmlns:a16="http://schemas.microsoft.com/office/drawing/2014/main" id="{179C1D82-66F3-08BA-876B-6D6FF460942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764770" y="4818696"/>
            <a:ext cx="914400" cy="914400"/>
          </a:xfrm>
          <a:prstGeom prst="rect">
            <a:avLst/>
          </a:prstGeom>
        </p:spPr>
      </p:pic>
      <p:pic>
        <p:nvPicPr>
          <p:cNvPr id="28" name="图形 4" descr="男人群">
            <a:extLst>
              <a:ext uri="{FF2B5EF4-FFF2-40B4-BE49-F238E27FC236}">
                <a16:creationId xmlns:a16="http://schemas.microsoft.com/office/drawing/2014/main" id="{10CF149A-3219-47E6-5104-A65692BF793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833879" y="4818696"/>
            <a:ext cx="914400" cy="914400"/>
          </a:xfrm>
          <a:prstGeom prst="rect">
            <a:avLst/>
          </a:prstGeom>
        </p:spPr>
      </p:pic>
      <p:sp>
        <p:nvSpPr>
          <p:cNvPr id="29" name="TextBox 28">
            <a:extLst>
              <a:ext uri="{FF2B5EF4-FFF2-40B4-BE49-F238E27FC236}">
                <a16:creationId xmlns:a16="http://schemas.microsoft.com/office/drawing/2014/main" id="{E7D29100-51F6-964B-7AEE-B2D4802A81D9}"/>
              </a:ext>
            </a:extLst>
          </p:cNvPr>
          <p:cNvSpPr txBox="1"/>
          <p:nvPr/>
        </p:nvSpPr>
        <p:spPr>
          <a:xfrm>
            <a:off x="1764770" y="5801053"/>
            <a:ext cx="2983509" cy="307777"/>
          </a:xfrm>
          <a:prstGeom prst="rect">
            <a:avLst/>
          </a:prstGeom>
          <a:noFill/>
        </p:spPr>
        <p:txBody>
          <a:bodyPr wrap="none" rtlCol="0">
            <a:spAutoFit/>
          </a:bodyPr>
          <a:lstStyle/>
          <a:p>
            <a:r>
              <a:rPr lang="en-US" altLang="zh-CN" sz="1400" dirty="0"/>
              <a:t>Case 4 </a:t>
            </a:r>
            <a:r>
              <a:rPr lang="zh-CN" altLang="en-US" sz="1400" dirty="0"/>
              <a:t>团队无法领悟或理解有偏差</a:t>
            </a:r>
          </a:p>
        </p:txBody>
      </p:sp>
      <p:sp>
        <p:nvSpPr>
          <p:cNvPr id="31" name="思想气泡: 云 10">
            <a:extLst>
              <a:ext uri="{FF2B5EF4-FFF2-40B4-BE49-F238E27FC236}">
                <a16:creationId xmlns:a16="http://schemas.microsoft.com/office/drawing/2014/main" id="{17414C63-64EA-04AF-BD71-D022B1D5B3CA}"/>
              </a:ext>
            </a:extLst>
          </p:cNvPr>
          <p:cNvSpPr/>
          <p:nvPr/>
        </p:nvSpPr>
        <p:spPr>
          <a:xfrm>
            <a:off x="6460333" y="3707350"/>
            <a:ext cx="1364776" cy="914400"/>
          </a:xfrm>
          <a:prstGeom prst="cloudCallout">
            <a:avLst>
              <a:gd name="adj1" fmla="val 29643"/>
              <a:gd name="adj2" fmla="val 80008"/>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rPr>
              <a:t>A</a:t>
            </a:r>
            <a:endParaRPr lang="zh-CN" altLang="en-US" sz="1200" dirty="0">
              <a:solidFill>
                <a:schemeClr val="tx1"/>
              </a:solidFill>
            </a:endParaRPr>
          </a:p>
        </p:txBody>
      </p:sp>
      <p:sp>
        <p:nvSpPr>
          <p:cNvPr id="32" name="思想气泡: 云 11">
            <a:extLst>
              <a:ext uri="{FF2B5EF4-FFF2-40B4-BE49-F238E27FC236}">
                <a16:creationId xmlns:a16="http://schemas.microsoft.com/office/drawing/2014/main" id="{5376AA21-9A1B-AAB2-6F44-BBE749871FC5}"/>
              </a:ext>
            </a:extLst>
          </p:cNvPr>
          <p:cNvSpPr/>
          <p:nvPr/>
        </p:nvSpPr>
        <p:spPr>
          <a:xfrm>
            <a:off x="9339570" y="3707350"/>
            <a:ext cx="1364776" cy="914400"/>
          </a:xfrm>
          <a:prstGeom prst="cloudCallout">
            <a:avLst>
              <a:gd name="adj1" fmla="val -9327"/>
              <a:gd name="adj2" fmla="val 829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A</a:t>
            </a:r>
            <a:endParaRPr lang="zh-CN" altLang="en-US" sz="1200" dirty="0">
              <a:solidFill>
                <a:schemeClr val="bg1"/>
              </a:solidFill>
            </a:endParaRPr>
          </a:p>
        </p:txBody>
      </p:sp>
      <p:pic>
        <p:nvPicPr>
          <p:cNvPr id="33" name="内容占位符 4" descr="男人">
            <a:extLst>
              <a:ext uri="{FF2B5EF4-FFF2-40B4-BE49-F238E27FC236}">
                <a16:creationId xmlns:a16="http://schemas.microsoft.com/office/drawing/2014/main" id="{05C51AB8-DB60-4791-1880-623C77C4A7E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312099" y="4818696"/>
            <a:ext cx="914400" cy="914400"/>
          </a:xfrm>
          <a:prstGeom prst="rect">
            <a:avLst/>
          </a:prstGeom>
        </p:spPr>
      </p:pic>
      <p:pic>
        <p:nvPicPr>
          <p:cNvPr id="34" name="图形 6" descr="妇女">
            <a:extLst>
              <a:ext uri="{FF2B5EF4-FFF2-40B4-BE49-F238E27FC236}">
                <a16:creationId xmlns:a16="http://schemas.microsoft.com/office/drawing/2014/main" id="{8ADAC87F-2967-A4F7-76F8-6FDCE999DDF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260622" y="4818696"/>
            <a:ext cx="914400" cy="914400"/>
          </a:xfrm>
          <a:prstGeom prst="rect">
            <a:avLst/>
          </a:prstGeom>
        </p:spPr>
      </p:pic>
      <p:sp>
        <p:nvSpPr>
          <p:cNvPr id="35" name="TextBox 34">
            <a:extLst>
              <a:ext uri="{FF2B5EF4-FFF2-40B4-BE49-F238E27FC236}">
                <a16:creationId xmlns:a16="http://schemas.microsoft.com/office/drawing/2014/main" id="{F8FC975C-0EDE-ABA2-30B2-FEC74836C0BB}"/>
              </a:ext>
            </a:extLst>
          </p:cNvPr>
          <p:cNvSpPr txBox="1"/>
          <p:nvPr/>
        </p:nvSpPr>
        <p:spPr>
          <a:xfrm>
            <a:off x="7260622" y="5801053"/>
            <a:ext cx="2965877" cy="307777"/>
          </a:xfrm>
          <a:prstGeom prst="rect">
            <a:avLst/>
          </a:prstGeom>
          <a:noFill/>
        </p:spPr>
        <p:txBody>
          <a:bodyPr wrap="none" rtlCol="0">
            <a:spAutoFit/>
          </a:bodyPr>
          <a:lstStyle/>
          <a:p>
            <a:r>
              <a:rPr lang="en-US" altLang="zh-CN" sz="1400" dirty="0"/>
              <a:t>Case 5 </a:t>
            </a:r>
            <a:r>
              <a:rPr lang="zh-CN" altLang="en-US" sz="1400" dirty="0"/>
              <a:t>大环境变化、发生不可抗力</a:t>
            </a:r>
          </a:p>
        </p:txBody>
      </p:sp>
      <p:cxnSp>
        <p:nvCxnSpPr>
          <p:cNvPr id="4" name="Straight Connector 3">
            <a:extLst>
              <a:ext uri="{FF2B5EF4-FFF2-40B4-BE49-F238E27FC236}">
                <a16:creationId xmlns:a16="http://schemas.microsoft.com/office/drawing/2014/main" id="{32ABFEAE-7244-D9CF-5C9C-0CB171C487F6}"/>
              </a:ext>
            </a:extLst>
          </p:cNvPr>
          <p:cNvCxnSpPr>
            <a:cxnSpLocks/>
          </p:cNvCxnSpPr>
          <p:nvPr/>
        </p:nvCxnSpPr>
        <p:spPr>
          <a:xfrm>
            <a:off x="156000" y="3429000"/>
            <a:ext cx="1188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B2EE2C7C-8897-2E42-795D-954C02769D69}"/>
              </a:ext>
            </a:extLst>
          </p:cNvPr>
          <p:cNvCxnSpPr>
            <a:cxnSpLocks/>
          </p:cNvCxnSpPr>
          <p:nvPr/>
        </p:nvCxnSpPr>
        <p:spPr>
          <a:xfrm rot="16200000">
            <a:off x="2753357" y="1989000"/>
            <a:ext cx="288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8864610C-F9AB-90B4-85FA-7F1CAE095461}"/>
              </a:ext>
            </a:extLst>
          </p:cNvPr>
          <p:cNvCxnSpPr>
            <a:cxnSpLocks/>
          </p:cNvCxnSpPr>
          <p:nvPr/>
        </p:nvCxnSpPr>
        <p:spPr>
          <a:xfrm rot="16200000">
            <a:off x="6855585" y="1989000"/>
            <a:ext cx="288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B15A841B-D411-274D-BF64-82C9DE422161}"/>
              </a:ext>
            </a:extLst>
          </p:cNvPr>
          <p:cNvCxnSpPr>
            <a:cxnSpLocks/>
          </p:cNvCxnSpPr>
          <p:nvPr/>
        </p:nvCxnSpPr>
        <p:spPr>
          <a:xfrm rot="16200000">
            <a:off x="4590936" y="4689001"/>
            <a:ext cx="252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6064706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6853873A-4ECE-0298-B534-CDCF4B322A13}"/>
              </a:ext>
            </a:extLst>
          </p:cNvPr>
          <p:cNvGrpSpPr/>
          <p:nvPr/>
        </p:nvGrpSpPr>
        <p:grpSpPr>
          <a:xfrm>
            <a:off x="4198800" y="2643991"/>
            <a:ext cx="3794400" cy="1570018"/>
            <a:chOff x="4348800" y="3196800"/>
            <a:chExt cx="3794400" cy="1570018"/>
          </a:xfrm>
        </p:grpSpPr>
        <p:sp>
          <p:nvSpPr>
            <p:cNvPr id="3" name="TextBox 2">
              <a:extLst>
                <a:ext uri="{FF2B5EF4-FFF2-40B4-BE49-F238E27FC236}">
                  <a16:creationId xmlns:a16="http://schemas.microsoft.com/office/drawing/2014/main" id="{05E072B6-9CB3-A2E6-15B6-BA84920AAC08}"/>
                </a:ext>
              </a:extLst>
            </p:cNvPr>
            <p:cNvSpPr txBox="1"/>
            <p:nvPr/>
          </p:nvSpPr>
          <p:spPr>
            <a:xfrm>
              <a:off x="4444362" y="4455484"/>
              <a:ext cx="723275" cy="307777"/>
            </a:xfrm>
            <a:prstGeom prst="rect">
              <a:avLst/>
            </a:prstGeom>
            <a:noFill/>
          </p:spPr>
          <p:txBody>
            <a:bodyPr wrap="none" rtlCol="0">
              <a:spAutoFit/>
            </a:bodyPr>
            <a:lstStyle/>
            <a:p>
              <a:r>
                <a:rPr lang="zh-CN" altLang="en-US" sz="1400" dirty="0"/>
                <a:t>门难进</a:t>
              </a:r>
              <a:endParaRPr lang="en-US" altLang="zh-CN" sz="1400" dirty="0"/>
            </a:p>
          </p:txBody>
        </p:sp>
        <p:sp>
          <p:nvSpPr>
            <p:cNvPr id="4" name="TextBox 3">
              <a:extLst>
                <a:ext uri="{FF2B5EF4-FFF2-40B4-BE49-F238E27FC236}">
                  <a16:creationId xmlns:a16="http://schemas.microsoft.com/office/drawing/2014/main" id="{A9DA9BD9-D1A4-CB50-6B7B-C0157882CF17}"/>
                </a:ext>
              </a:extLst>
            </p:cNvPr>
            <p:cNvSpPr txBox="1"/>
            <p:nvPr/>
          </p:nvSpPr>
          <p:spPr>
            <a:xfrm>
              <a:off x="5884362" y="4459041"/>
              <a:ext cx="723275" cy="307777"/>
            </a:xfrm>
            <a:prstGeom prst="rect">
              <a:avLst/>
            </a:prstGeom>
            <a:noFill/>
          </p:spPr>
          <p:txBody>
            <a:bodyPr wrap="none" rtlCol="0">
              <a:spAutoFit/>
            </a:bodyPr>
            <a:lstStyle/>
            <a:p>
              <a:r>
                <a:rPr lang="zh-CN" altLang="en-US" sz="1400" dirty="0"/>
                <a:t>脸难看</a:t>
              </a:r>
              <a:endParaRPr lang="en-US" altLang="zh-CN" sz="1400" dirty="0"/>
            </a:p>
          </p:txBody>
        </p:sp>
        <p:sp>
          <p:nvSpPr>
            <p:cNvPr id="5" name="TextBox 4">
              <a:extLst>
                <a:ext uri="{FF2B5EF4-FFF2-40B4-BE49-F238E27FC236}">
                  <a16:creationId xmlns:a16="http://schemas.microsoft.com/office/drawing/2014/main" id="{43302F6E-20B2-7BCF-F6F3-3E71572863C9}"/>
                </a:ext>
              </a:extLst>
            </p:cNvPr>
            <p:cNvSpPr txBox="1"/>
            <p:nvPr/>
          </p:nvSpPr>
          <p:spPr>
            <a:xfrm>
              <a:off x="7324362" y="4455484"/>
              <a:ext cx="723275" cy="307777"/>
            </a:xfrm>
            <a:prstGeom prst="rect">
              <a:avLst/>
            </a:prstGeom>
            <a:noFill/>
          </p:spPr>
          <p:txBody>
            <a:bodyPr wrap="none" rtlCol="0">
              <a:spAutoFit/>
            </a:bodyPr>
            <a:lstStyle/>
            <a:p>
              <a:r>
                <a:rPr lang="zh-CN" altLang="en-US" sz="1400" dirty="0"/>
                <a:t>事难办</a:t>
              </a:r>
            </a:p>
          </p:txBody>
        </p:sp>
        <p:pic>
          <p:nvPicPr>
            <p:cNvPr id="6" name="图形 21" descr="实心填充的悲伤表情">
              <a:extLst>
                <a:ext uri="{FF2B5EF4-FFF2-40B4-BE49-F238E27FC236}">
                  <a16:creationId xmlns:a16="http://schemas.microsoft.com/office/drawing/2014/main" id="{C9CC4B4F-81BD-2DB3-B2AF-2A79A5710EB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788800" y="3196800"/>
              <a:ext cx="914400" cy="914400"/>
            </a:xfrm>
            <a:prstGeom prst="rect">
              <a:avLst/>
            </a:prstGeom>
          </p:spPr>
        </p:pic>
        <p:pic>
          <p:nvPicPr>
            <p:cNvPr id="7" name="图形 23" descr="清单">
              <a:extLst>
                <a:ext uri="{FF2B5EF4-FFF2-40B4-BE49-F238E27FC236}">
                  <a16:creationId xmlns:a16="http://schemas.microsoft.com/office/drawing/2014/main" id="{AD72BE5B-0F0D-9E99-914F-2BC132AAAC7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228800" y="3196800"/>
              <a:ext cx="914400" cy="914400"/>
            </a:xfrm>
            <a:prstGeom prst="rect">
              <a:avLst/>
            </a:prstGeom>
          </p:spPr>
        </p:pic>
        <p:pic>
          <p:nvPicPr>
            <p:cNvPr id="8" name="内容占位符 19" descr="居家">
              <a:extLst>
                <a:ext uri="{FF2B5EF4-FFF2-40B4-BE49-F238E27FC236}">
                  <a16:creationId xmlns:a16="http://schemas.microsoft.com/office/drawing/2014/main" id="{5E1DEA80-994A-A0AA-95B2-4E9EB03B5356}"/>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348800" y="3196800"/>
              <a:ext cx="914400" cy="914400"/>
            </a:xfrm>
            <a:prstGeom prst="rect">
              <a:avLst/>
            </a:prstGeom>
          </p:spPr>
        </p:pic>
      </p:grpSp>
    </p:spTree>
    <p:extLst>
      <p:ext uri="{BB962C8B-B14F-4D97-AF65-F5344CB8AC3E}">
        <p14:creationId xmlns:p14="http://schemas.microsoft.com/office/powerpoint/2010/main" val="66521893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5D0F49E-FB0F-5357-6A08-33C3C75459CB}"/>
              </a:ext>
            </a:extLst>
          </p:cNvPr>
          <p:cNvSpPr>
            <a:spLocks noGrp="1"/>
          </p:cNvSpPr>
          <p:nvPr>
            <p:ph type="title"/>
          </p:nvPr>
        </p:nvSpPr>
        <p:spPr>
          <a:xfrm>
            <a:off x="695998" y="360000"/>
            <a:ext cx="6375921" cy="429413"/>
          </a:xfrm>
        </p:spPr>
        <p:txBody>
          <a:bodyPr>
            <a:normAutofit/>
          </a:bodyPr>
          <a:lstStyle/>
          <a:p>
            <a:r>
              <a:rPr lang="en-US" altLang="zh-CN" dirty="0"/>
              <a:t>4.2 </a:t>
            </a:r>
            <a:r>
              <a:rPr lang="zh-CN" altLang="en-US" dirty="0"/>
              <a:t>敏捷软件开发宣言</a:t>
            </a:r>
          </a:p>
        </p:txBody>
      </p:sp>
      <p:sp>
        <p:nvSpPr>
          <p:cNvPr id="3" name="内容占位符 2">
            <a:extLst>
              <a:ext uri="{FF2B5EF4-FFF2-40B4-BE49-F238E27FC236}">
                <a16:creationId xmlns:a16="http://schemas.microsoft.com/office/drawing/2014/main" id="{740A8104-58F8-B7FC-F758-820F715C8DA3}"/>
              </a:ext>
            </a:extLst>
          </p:cNvPr>
          <p:cNvSpPr>
            <a:spLocks noGrp="1"/>
          </p:cNvSpPr>
          <p:nvPr>
            <p:ph idx="1"/>
          </p:nvPr>
        </p:nvSpPr>
        <p:spPr>
          <a:xfrm>
            <a:off x="696000" y="864000"/>
            <a:ext cx="10800000" cy="5400000"/>
          </a:xfrm>
        </p:spPr>
        <p:txBody>
          <a:bodyPr/>
          <a:lstStyle/>
          <a:p>
            <a:r>
              <a:rPr lang="en-US" altLang="zh-CN" dirty="0"/>
              <a:t>Manifesto for Agile Software Development</a:t>
            </a:r>
          </a:p>
          <a:p>
            <a:r>
              <a:rPr lang="zh-CN" altLang="en-US" dirty="0"/>
              <a:t>简称敏捷宣言</a:t>
            </a:r>
            <a:endParaRPr lang="en-US" altLang="zh-CN" dirty="0"/>
          </a:p>
          <a:p>
            <a:r>
              <a:rPr lang="zh-CN" altLang="en-US" dirty="0"/>
              <a:t>聚焦软件项目管理</a:t>
            </a:r>
            <a:endParaRPr lang="en-US" altLang="zh-CN" dirty="0"/>
          </a:p>
          <a:p>
            <a:r>
              <a:rPr lang="en-US" altLang="zh-CN" dirty="0"/>
              <a:t>2001</a:t>
            </a:r>
            <a:r>
              <a:rPr lang="zh-CN" altLang="en-US" dirty="0"/>
              <a:t>年，</a:t>
            </a:r>
            <a:r>
              <a:rPr lang="en-US" altLang="zh-CN" dirty="0"/>
              <a:t>17</a:t>
            </a:r>
            <a:r>
              <a:rPr lang="zh-CN" altLang="en-US" dirty="0"/>
              <a:t>位软件开发专家在美国犹他州雪鸟滑雪度假村聚会，共同起草</a:t>
            </a:r>
            <a:endParaRPr lang="en-US" altLang="zh-CN" dirty="0"/>
          </a:p>
          <a:p>
            <a:r>
              <a:rPr lang="zh-CN" altLang="en-US" dirty="0"/>
              <a:t>应对迅速变化需求的快速软件开发方法</a:t>
            </a:r>
          </a:p>
          <a:p>
            <a:r>
              <a:rPr lang="zh-CN" altLang="en-US" dirty="0"/>
              <a:t>是一种迭代、循序渐进的开发方法</a:t>
            </a:r>
            <a:endParaRPr lang="en-US" altLang="zh-CN" dirty="0"/>
          </a:p>
          <a:p>
            <a:r>
              <a:rPr lang="zh-CN" altLang="en-US" dirty="0"/>
              <a:t>敏捷是一种思维模式</a:t>
            </a:r>
            <a:endParaRPr lang="en-US" altLang="zh-CN" dirty="0"/>
          </a:p>
          <a:p>
            <a:endParaRPr lang="en-US" altLang="zh-CN" dirty="0"/>
          </a:p>
          <a:p>
            <a:endParaRPr lang="en-US" altLang="zh-CN" dirty="0"/>
          </a:p>
        </p:txBody>
      </p:sp>
      <p:sp>
        <p:nvSpPr>
          <p:cNvPr id="9" name="文本占位符 8">
            <a:extLst>
              <a:ext uri="{FF2B5EF4-FFF2-40B4-BE49-F238E27FC236}">
                <a16:creationId xmlns:a16="http://schemas.microsoft.com/office/drawing/2014/main" id="{77F24199-1982-7096-8E97-BE02B9BC6B49}"/>
              </a:ext>
            </a:extLst>
          </p:cNvPr>
          <p:cNvSpPr>
            <a:spLocks noGrp="1"/>
          </p:cNvSpPr>
          <p:nvPr>
            <p:ph type="body" sz="quarter" idx="10"/>
          </p:nvPr>
        </p:nvSpPr>
        <p:spPr>
          <a:xfrm>
            <a:off x="7071919" y="448519"/>
            <a:ext cx="4424080" cy="338554"/>
          </a:xfrm>
        </p:spPr>
        <p:txBody>
          <a:bodyPr/>
          <a:lstStyle/>
          <a:p>
            <a:r>
              <a:rPr lang="en-US" altLang="zh-CN" dirty="0"/>
              <a:t>Agile Manifesto</a:t>
            </a:r>
            <a:endParaRPr lang="zh-CN" altLang="en-US" dirty="0"/>
          </a:p>
        </p:txBody>
      </p:sp>
      <p:sp>
        <p:nvSpPr>
          <p:cNvPr id="6" name="文本框 5">
            <a:extLst>
              <a:ext uri="{FF2B5EF4-FFF2-40B4-BE49-F238E27FC236}">
                <a16:creationId xmlns:a16="http://schemas.microsoft.com/office/drawing/2014/main" id="{A95BC040-B8D3-AE12-64EE-BE02F88BE487}"/>
              </a:ext>
            </a:extLst>
          </p:cNvPr>
          <p:cNvSpPr txBox="1"/>
          <p:nvPr/>
        </p:nvSpPr>
        <p:spPr>
          <a:xfrm>
            <a:off x="696000" y="5044359"/>
            <a:ext cx="10800001" cy="1147641"/>
          </a:xfrm>
          <a:prstGeom prst="rect">
            <a:avLst/>
          </a:prstGeom>
          <a:solidFill>
            <a:schemeClr val="accent2"/>
          </a:solidFill>
        </p:spPr>
        <p:txBody>
          <a:bodyPr wrap="square" lIns="180000" tIns="180000" rIns="180000" bIns="180000" rtlCol="0">
            <a:spAutoFit/>
          </a:bodyPr>
          <a:lstStyle/>
          <a:p>
            <a:pPr>
              <a:lnSpc>
                <a:spcPct val="150000"/>
              </a:lnSpc>
            </a:pPr>
            <a:r>
              <a:rPr lang="zh-CN" altLang="en-US" dirty="0">
                <a:solidFill>
                  <a:schemeClr val="bg1"/>
                </a:solidFill>
              </a:rPr>
              <a:t>敏捷是创造并响应变化，从而在动荡的商业环境中创造利润的能力。敏捷是平衡灵活性和稳定性的能力。</a:t>
            </a:r>
            <a:endParaRPr lang="en-US" altLang="zh-CN" dirty="0">
              <a:solidFill>
                <a:schemeClr val="bg1"/>
              </a:solidFill>
            </a:endParaRPr>
          </a:p>
          <a:p>
            <a:pPr algn="r">
              <a:lnSpc>
                <a:spcPct val="150000"/>
              </a:lnSpc>
            </a:pPr>
            <a:r>
              <a:rPr lang="en-US" altLang="zh-CN" dirty="0">
                <a:solidFill>
                  <a:schemeClr val="bg1"/>
                </a:solidFill>
              </a:rPr>
              <a:t>——</a:t>
            </a:r>
            <a:r>
              <a:rPr lang="zh-CN" altLang="en-US" dirty="0">
                <a:solidFill>
                  <a:schemeClr val="bg1"/>
                </a:solidFill>
              </a:rPr>
              <a:t>吉姆</a:t>
            </a:r>
            <a:r>
              <a:rPr lang="en-US" altLang="zh-CN" dirty="0">
                <a:solidFill>
                  <a:schemeClr val="bg1"/>
                </a:solidFill>
              </a:rPr>
              <a:t>·</a:t>
            </a:r>
            <a:r>
              <a:rPr lang="zh-CN" altLang="en-US" dirty="0">
                <a:solidFill>
                  <a:schemeClr val="bg1"/>
                </a:solidFill>
              </a:rPr>
              <a:t>海斯密斯，</a:t>
            </a:r>
            <a:r>
              <a:rPr lang="en-US" altLang="zh-CN" dirty="0">
                <a:solidFill>
                  <a:schemeClr val="bg1"/>
                </a:solidFill>
              </a:rPr>
              <a:t>2002</a:t>
            </a:r>
          </a:p>
        </p:txBody>
      </p:sp>
    </p:spTree>
    <p:extLst>
      <p:ext uri="{BB962C8B-B14F-4D97-AF65-F5344CB8AC3E}">
        <p14:creationId xmlns:p14="http://schemas.microsoft.com/office/powerpoint/2010/main" val="160704731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1A49F7-8190-50B9-6A92-7C330DB83C8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4319126-8297-1510-7CBE-0592B6A35BD6}"/>
              </a:ext>
            </a:extLst>
          </p:cNvPr>
          <p:cNvSpPr>
            <a:spLocks noGrp="1"/>
          </p:cNvSpPr>
          <p:nvPr>
            <p:ph type="title"/>
          </p:nvPr>
        </p:nvSpPr>
        <p:spPr>
          <a:xfrm>
            <a:off x="695998" y="360000"/>
            <a:ext cx="6375921" cy="429413"/>
          </a:xfrm>
        </p:spPr>
        <p:txBody>
          <a:bodyPr>
            <a:normAutofit/>
          </a:bodyPr>
          <a:lstStyle/>
          <a:p>
            <a:r>
              <a:rPr lang="en-US" altLang="zh-CN" dirty="0"/>
              <a:t>4.2.1 </a:t>
            </a:r>
            <a:r>
              <a:rPr lang="zh-CN" altLang="en-US" dirty="0"/>
              <a:t>敏捷宣言四个核心价值</a:t>
            </a:r>
            <a:endParaRPr lang="en-US" altLang="zh-CN" dirty="0"/>
          </a:p>
        </p:txBody>
      </p:sp>
      <p:sp>
        <p:nvSpPr>
          <p:cNvPr id="3" name="内容占位符 2">
            <a:extLst>
              <a:ext uri="{FF2B5EF4-FFF2-40B4-BE49-F238E27FC236}">
                <a16:creationId xmlns:a16="http://schemas.microsoft.com/office/drawing/2014/main" id="{B40B7C42-97D7-2E4E-9E6A-0F2A600FCD28}"/>
              </a:ext>
            </a:extLst>
          </p:cNvPr>
          <p:cNvSpPr>
            <a:spLocks noGrp="1"/>
          </p:cNvSpPr>
          <p:nvPr>
            <p:ph idx="1"/>
          </p:nvPr>
        </p:nvSpPr>
        <p:spPr>
          <a:xfrm>
            <a:off x="696000" y="864000"/>
            <a:ext cx="10800000" cy="5400000"/>
          </a:xfrm>
        </p:spPr>
        <p:txBody>
          <a:bodyPr>
            <a:normAutofit/>
          </a:bodyPr>
          <a:lstStyle/>
          <a:p>
            <a:r>
              <a:rPr lang="en-US" altLang="zh-CN" dirty="0"/>
              <a:t>Individuals and interactions over processes and tools</a:t>
            </a:r>
          </a:p>
          <a:p>
            <a:r>
              <a:rPr lang="en-US" altLang="zh-CN" dirty="0"/>
              <a:t>Working software over comprehensive documentation</a:t>
            </a:r>
          </a:p>
          <a:p>
            <a:r>
              <a:rPr lang="en-US" altLang="zh-CN" dirty="0"/>
              <a:t>Customer collaboration over contract negotiation</a:t>
            </a:r>
          </a:p>
          <a:p>
            <a:r>
              <a:rPr lang="en-US" altLang="zh-CN" dirty="0"/>
              <a:t>Responding to change over following a plan</a:t>
            </a:r>
            <a:endParaRPr lang="zh-CN" altLang="en-US" dirty="0"/>
          </a:p>
        </p:txBody>
      </p:sp>
      <p:sp>
        <p:nvSpPr>
          <p:cNvPr id="12" name="文本占位符 11">
            <a:extLst>
              <a:ext uri="{FF2B5EF4-FFF2-40B4-BE49-F238E27FC236}">
                <a16:creationId xmlns:a16="http://schemas.microsoft.com/office/drawing/2014/main" id="{C3F013C6-5D6E-27F7-DF1A-F254BEF644B3}"/>
              </a:ext>
            </a:extLst>
          </p:cNvPr>
          <p:cNvSpPr>
            <a:spLocks noGrp="1"/>
          </p:cNvSpPr>
          <p:nvPr>
            <p:ph type="body" sz="quarter" idx="10"/>
          </p:nvPr>
        </p:nvSpPr>
        <p:spPr>
          <a:xfrm>
            <a:off x="7072313" y="448846"/>
            <a:ext cx="4424362" cy="338554"/>
          </a:xfrm>
        </p:spPr>
        <p:txBody>
          <a:bodyPr/>
          <a:lstStyle/>
          <a:p>
            <a:r>
              <a:rPr lang="en-US" altLang="zh-CN" dirty="0"/>
              <a:t>4 Values/Agile Manifesto</a:t>
            </a:r>
          </a:p>
        </p:txBody>
      </p:sp>
      <p:sp>
        <p:nvSpPr>
          <p:cNvPr id="9" name="文本框 8">
            <a:extLst>
              <a:ext uri="{FF2B5EF4-FFF2-40B4-BE49-F238E27FC236}">
                <a16:creationId xmlns:a16="http://schemas.microsoft.com/office/drawing/2014/main" id="{0FE6CF8F-BD5F-E135-0F2D-21B70FDB2323}"/>
              </a:ext>
            </a:extLst>
          </p:cNvPr>
          <p:cNvSpPr txBox="1"/>
          <p:nvPr/>
        </p:nvSpPr>
        <p:spPr>
          <a:xfrm>
            <a:off x="4049489" y="3273179"/>
            <a:ext cx="1338828" cy="369332"/>
          </a:xfrm>
          <a:prstGeom prst="rect">
            <a:avLst/>
          </a:prstGeom>
          <a:noFill/>
        </p:spPr>
        <p:txBody>
          <a:bodyPr wrap="none" rtlCol="0">
            <a:spAutoFit/>
          </a:bodyPr>
          <a:lstStyle/>
          <a:p>
            <a:pPr algn="r"/>
            <a:r>
              <a:rPr lang="zh-CN" altLang="en-US" dirty="0"/>
              <a:t>个体和互动</a:t>
            </a:r>
          </a:p>
        </p:txBody>
      </p:sp>
      <p:sp>
        <p:nvSpPr>
          <p:cNvPr id="10" name="文本框 9">
            <a:extLst>
              <a:ext uri="{FF2B5EF4-FFF2-40B4-BE49-F238E27FC236}">
                <a16:creationId xmlns:a16="http://schemas.microsoft.com/office/drawing/2014/main" id="{EDD6D666-A088-8C5D-7DAE-F1E26A4DF678}"/>
              </a:ext>
            </a:extLst>
          </p:cNvPr>
          <p:cNvSpPr txBox="1"/>
          <p:nvPr/>
        </p:nvSpPr>
        <p:spPr>
          <a:xfrm>
            <a:off x="6803683" y="3273179"/>
            <a:ext cx="1338828" cy="369332"/>
          </a:xfrm>
          <a:prstGeom prst="rect">
            <a:avLst/>
          </a:prstGeom>
          <a:noFill/>
        </p:spPr>
        <p:txBody>
          <a:bodyPr wrap="none" rtlCol="0">
            <a:spAutoFit/>
          </a:bodyPr>
          <a:lstStyle/>
          <a:p>
            <a:r>
              <a:rPr lang="zh-CN" altLang="en-US" dirty="0"/>
              <a:t>流程和工具</a:t>
            </a:r>
          </a:p>
        </p:txBody>
      </p:sp>
      <p:sp>
        <p:nvSpPr>
          <p:cNvPr id="13" name="文本框 12">
            <a:extLst>
              <a:ext uri="{FF2B5EF4-FFF2-40B4-BE49-F238E27FC236}">
                <a16:creationId xmlns:a16="http://schemas.microsoft.com/office/drawing/2014/main" id="{80F824E1-2583-7B1D-6E68-179253CC3562}"/>
              </a:ext>
            </a:extLst>
          </p:cNvPr>
          <p:cNvSpPr txBox="1"/>
          <p:nvPr/>
        </p:nvSpPr>
        <p:spPr>
          <a:xfrm>
            <a:off x="3818657" y="4027922"/>
            <a:ext cx="1569660" cy="369332"/>
          </a:xfrm>
          <a:prstGeom prst="rect">
            <a:avLst/>
          </a:prstGeom>
          <a:noFill/>
        </p:spPr>
        <p:txBody>
          <a:bodyPr wrap="none" rtlCol="0">
            <a:spAutoFit/>
          </a:bodyPr>
          <a:lstStyle/>
          <a:p>
            <a:pPr algn="r"/>
            <a:r>
              <a:rPr lang="zh-CN" altLang="en-US" dirty="0"/>
              <a:t>可工作的软件</a:t>
            </a:r>
          </a:p>
        </p:txBody>
      </p:sp>
      <p:sp>
        <p:nvSpPr>
          <p:cNvPr id="14" name="文本框 13">
            <a:extLst>
              <a:ext uri="{FF2B5EF4-FFF2-40B4-BE49-F238E27FC236}">
                <a16:creationId xmlns:a16="http://schemas.microsoft.com/office/drawing/2014/main" id="{B71D254C-C20A-C823-CA43-A206200E3AB4}"/>
              </a:ext>
            </a:extLst>
          </p:cNvPr>
          <p:cNvSpPr txBox="1"/>
          <p:nvPr/>
        </p:nvSpPr>
        <p:spPr>
          <a:xfrm>
            <a:off x="6803683" y="4027922"/>
            <a:ext cx="1338828" cy="369332"/>
          </a:xfrm>
          <a:prstGeom prst="rect">
            <a:avLst/>
          </a:prstGeom>
          <a:noFill/>
        </p:spPr>
        <p:txBody>
          <a:bodyPr wrap="none" rtlCol="0">
            <a:spAutoFit/>
          </a:bodyPr>
          <a:lstStyle/>
          <a:p>
            <a:r>
              <a:rPr lang="zh-CN" altLang="en-US" dirty="0"/>
              <a:t>详尽的文档</a:t>
            </a:r>
          </a:p>
        </p:txBody>
      </p:sp>
      <p:sp>
        <p:nvSpPr>
          <p:cNvPr id="16" name="文本框 15">
            <a:extLst>
              <a:ext uri="{FF2B5EF4-FFF2-40B4-BE49-F238E27FC236}">
                <a16:creationId xmlns:a16="http://schemas.microsoft.com/office/drawing/2014/main" id="{4D3F9E93-8B0D-B66D-FCD2-F22E153806DC}"/>
              </a:ext>
            </a:extLst>
          </p:cNvPr>
          <p:cNvSpPr txBox="1"/>
          <p:nvPr/>
        </p:nvSpPr>
        <p:spPr>
          <a:xfrm>
            <a:off x="4280321" y="4782665"/>
            <a:ext cx="1107996" cy="369332"/>
          </a:xfrm>
          <a:prstGeom prst="rect">
            <a:avLst/>
          </a:prstGeom>
          <a:noFill/>
        </p:spPr>
        <p:txBody>
          <a:bodyPr wrap="none" rtlCol="0">
            <a:spAutoFit/>
          </a:bodyPr>
          <a:lstStyle/>
          <a:p>
            <a:pPr algn="r"/>
            <a:r>
              <a:rPr lang="zh-CN" altLang="en-US" dirty="0"/>
              <a:t>客户合作</a:t>
            </a:r>
          </a:p>
        </p:txBody>
      </p:sp>
      <p:sp>
        <p:nvSpPr>
          <p:cNvPr id="17" name="文本框 16">
            <a:extLst>
              <a:ext uri="{FF2B5EF4-FFF2-40B4-BE49-F238E27FC236}">
                <a16:creationId xmlns:a16="http://schemas.microsoft.com/office/drawing/2014/main" id="{90F8E0AF-A800-07ED-9D43-CB17C26196BD}"/>
              </a:ext>
            </a:extLst>
          </p:cNvPr>
          <p:cNvSpPr txBox="1"/>
          <p:nvPr/>
        </p:nvSpPr>
        <p:spPr>
          <a:xfrm>
            <a:off x="6803683" y="4782665"/>
            <a:ext cx="1107996" cy="369332"/>
          </a:xfrm>
          <a:prstGeom prst="rect">
            <a:avLst/>
          </a:prstGeom>
          <a:noFill/>
        </p:spPr>
        <p:txBody>
          <a:bodyPr wrap="none" rtlCol="0">
            <a:spAutoFit/>
          </a:bodyPr>
          <a:lstStyle/>
          <a:p>
            <a:r>
              <a:rPr lang="zh-CN" altLang="en-US" dirty="0"/>
              <a:t>合同谈判</a:t>
            </a:r>
          </a:p>
        </p:txBody>
      </p:sp>
      <p:sp>
        <p:nvSpPr>
          <p:cNvPr id="19" name="文本框 18">
            <a:extLst>
              <a:ext uri="{FF2B5EF4-FFF2-40B4-BE49-F238E27FC236}">
                <a16:creationId xmlns:a16="http://schemas.microsoft.com/office/drawing/2014/main" id="{C50ECDB9-4680-E8A2-23D4-9417CCDC8F56}"/>
              </a:ext>
            </a:extLst>
          </p:cNvPr>
          <p:cNvSpPr txBox="1"/>
          <p:nvPr/>
        </p:nvSpPr>
        <p:spPr>
          <a:xfrm>
            <a:off x="4280321" y="5537408"/>
            <a:ext cx="1107996" cy="369332"/>
          </a:xfrm>
          <a:prstGeom prst="rect">
            <a:avLst/>
          </a:prstGeom>
          <a:noFill/>
        </p:spPr>
        <p:txBody>
          <a:bodyPr wrap="none" rtlCol="0">
            <a:spAutoFit/>
          </a:bodyPr>
          <a:lstStyle/>
          <a:p>
            <a:pPr algn="r"/>
            <a:r>
              <a:rPr lang="zh-CN" altLang="en-US" dirty="0"/>
              <a:t>响应变化</a:t>
            </a:r>
          </a:p>
        </p:txBody>
      </p:sp>
      <p:sp>
        <p:nvSpPr>
          <p:cNvPr id="20" name="文本框 19">
            <a:extLst>
              <a:ext uri="{FF2B5EF4-FFF2-40B4-BE49-F238E27FC236}">
                <a16:creationId xmlns:a16="http://schemas.microsoft.com/office/drawing/2014/main" id="{B68726CA-34C5-5EA9-646A-0A4BA49CFF2A}"/>
              </a:ext>
            </a:extLst>
          </p:cNvPr>
          <p:cNvSpPr txBox="1"/>
          <p:nvPr/>
        </p:nvSpPr>
        <p:spPr>
          <a:xfrm>
            <a:off x="6803683" y="5537408"/>
            <a:ext cx="1107996" cy="369332"/>
          </a:xfrm>
          <a:prstGeom prst="rect">
            <a:avLst/>
          </a:prstGeom>
          <a:noFill/>
        </p:spPr>
        <p:txBody>
          <a:bodyPr wrap="none" rtlCol="0">
            <a:spAutoFit/>
          </a:bodyPr>
          <a:lstStyle/>
          <a:p>
            <a:r>
              <a:rPr lang="zh-CN" altLang="en-US" dirty="0"/>
              <a:t>遵循计划</a:t>
            </a:r>
          </a:p>
        </p:txBody>
      </p:sp>
      <p:sp>
        <p:nvSpPr>
          <p:cNvPr id="23" name="箭头: 右 22">
            <a:extLst>
              <a:ext uri="{FF2B5EF4-FFF2-40B4-BE49-F238E27FC236}">
                <a16:creationId xmlns:a16="http://schemas.microsoft.com/office/drawing/2014/main" id="{E2B3E1C9-9C14-E9CC-3404-F28F9BA1CAB7}"/>
              </a:ext>
            </a:extLst>
          </p:cNvPr>
          <p:cNvSpPr/>
          <p:nvPr/>
        </p:nvSpPr>
        <p:spPr>
          <a:xfrm>
            <a:off x="6521217" y="3362206"/>
            <a:ext cx="289249" cy="191278"/>
          </a:xfrm>
          <a:prstGeom prst="rightArrow">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4" name="箭头: 右 23">
            <a:extLst>
              <a:ext uri="{FF2B5EF4-FFF2-40B4-BE49-F238E27FC236}">
                <a16:creationId xmlns:a16="http://schemas.microsoft.com/office/drawing/2014/main" id="{EFBE2482-DBFF-80CF-A9F1-8D1467668880}"/>
              </a:ext>
            </a:extLst>
          </p:cNvPr>
          <p:cNvSpPr/>
          <p:nvPr/>
        </p:nvSpPr>
        <p:spPr>
          <a:xfrm flipH="1">
            <a:off x="5381534" y="3362206"/>
            <a:ext cx="289249" cy="191278"/>
          </a:xfrm>
          <a:prstGeom prst="rightArrow">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7" name="箭头: 右 26">
            <a:extLst>
              <a:ext uri="{FF2B5EF4-FFF2-40B4-BE49-F238E27FC236}">
                <a16:creationId xmlns:a16="http://schemas.microsoft.com/office/drawing/2014/main" id="{AE6DEB4B-473F-1560-49AC-FDA98BBD325E}"/>
              </a:ext>
            </a:extLst>
          </p:cNvPr>
          <p:cNvSpPr/>
          <p:nvPr/>
        </p:nvSpPr>
        <p:spPr>
          <a:xfrm>
            <a:off x="6521217" y="4116949"/>
            <a:ext cx="289249" cy="191278"/>
          </a:xfrm>
          <a:prstGeom prst="rightArrow">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
        <p:nvSpPr>
          <p:cNvPr id="28" name="箭头: 右 27">
            <a:extLst>
              <a:ext uri="{FF2B5EF4-FFF2-40B4-BE49-F238E27FC236}">
                <a16:creationId xmlns:a16="http://schemas.microsoft.com/office/drawing/2014/main" id="{ADC70125-0912-DA1C-7E15-A62DCEEE3881}"/>
              </a:ext>
            </a:extLst>
          </p:cNvPr>
          <p:cNvSpPr/>
          <p:nvPr/>
        </p:nvSpPr>
        <p:spPr>
          <a:xfrm flipH="1">
            <a:off x="5381534" y="4116949"/>
            <a:ext cx="289249" cy="191278"/>
          </a:xfrm>
          <a:prstGeom prst="rightArrow">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
        <p:nvSpPr>
          <p:cNvPr id="30" name="箭头: 右 29">
            <a:extLst>
              <a:ext uri="{FF2B5EF4-FFF2-40B4-BE49-F238E27FC236}">
                <a16:creationId xmlns:a16="http://schemas.microsoft.com/office/drawing/2014/main" id="{3D17E2DC-EC6F-5A26-C493-33E17F34A045}"/>
              </a:ext>
            </a:extLst>
          </p:cNvPr>
          <p:cNvSpPr/>
          <p:nvPr/>
        </p:nvSpPr>
        <p:spPr>
          <a:xfrm>
            <a:off x="6521217" y="4871692"/>
            <a:ext cx="289249" cy="191278"/>
          </a:xfrm>
          <a:prstGeom prst="rightArrow">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p>
        </p:txBody>
      </p:sp>
      <p:sp>
        <p:nvSpPr>
          <p:cNvPr id="31" name="箭头: 右 30">
            <a:extLst>
              <a:ext uri="{FF2B5EF4-FFF2-40B4-BE49-F238E27FC236}">
                <a16:creationId xmlns:a16="http://schemas.microsoft.com/office/drawing/2014/main" id="{3DFF4F37-E924-F619-EB24-EB79BBB364EC}"/>
              </a:ext>
            </a:extLst>
          </p:cNvPr>
          <p:cNvSpPr/>
          <p:nvPr/>
        </p:nvSpPr>
        <p:spPr>
          <a:xfrm flipH="1">
            <a:off x="5381534" y="4871692"/>
            <a:ext cx="289249" cy="191278"/>
          </a:xfrm>
          <a:prstGeom prst="rightArrow">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p>
        </p:txBody>
      </p:sp>
      <p:sp>
        <p:nvSpPr>
          <p:cNvPr id="33" name="箭头: 右 32">
            <a:extLst>
              <a:ext uri="{FF2B5EF4-FFF2-40B4-BE49-F238E27FC236}">
                <a16:creationId xmlns:a16="http://schemas.microsoft.com/office/drawing/2014/main" id="{304A44ED-5196-828A-3B1C-29FA336C0B13}"/>
              </a:ext>
            </a:extLst>
          </p:cNvPr>
          <p:cNvSpPr/>
          <p:nvPr/>
        </p:nvSpPr>
        <p:spPr>
          <a:xfrm>
            <a:off x="6521217" y="5626435"/>
            <a:ext cx="289249" cy="191278"/>
          </a:xfrm>
          <a:prstGeom prst="rightArrow">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34" name="箭头: 右 33">
            <a:extLst>
              <a:ext uri="{FF2B5EF4-FFF2-40B4-BE49-F238E27FC236}">
                <a16:creationId xmlns:a16="http://schemas.microsoft.com/office/drawing/2014/main" id="{80F1BCC5-3E18-E230-C4FF-AE375EF44A4B}"/>
              </a:ext>
            </a:extLst>
          </p:cNvPr>
          <p:cNvSpPr/>
          <p:nvPr/>
        </p:nvSpPr>
        <p:spPr>
          <a:xfrm flipH="1">
            <a:off x="5381534" y="5626435"/>
            <a:ext cx="289249" cy="191278"/>
          </a:xfrm>
          <a:prstGeom prst="rightArrow">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5" name="椭圆 4">
            <a:extLst>
              <a:ext uri="{FF2B5EF4-FFF2-40B4-BE49-F238E27FC236}">
                <a16:creationId xmlns:a16="http://schemas.microsoft.com/office/drawing/2014/main" id="{DE3AEB75-F575-0B94-5645-AB22AFCBB6E2}"/>
              </a:ext>
            </a:extLst>
          </p:cNvPr>
          <p:cNvSpPr/>
          <p:nvPr/>
        </p:nvSpPr>
        <p:spPr>
          <a:xfrm>
            <a:off x="5664000" y="4032588"/>
            <a:ext cx="864000" cy="360000"/>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altLang="zh-CN" dirty="0"/>
              <a:t>over</a:t>
            </a:r>
            <a:endParaRPr lang="zh-CN" altLang="en-US" dirty="0"/>
          </a:p>
        </p:txBody>
      </p:sp>
      <p:sp>
        <p:nvSpPr>
          <p:cNvPr id="6" name="椭圆 5">
            <a:extLst>
              <a:ext uri="{FF2B5EF4-FFF2-40B4-BE49-F238E27FC236}">
                <a16:creationId xmlns:a16="http://schemas.microsoft.com/office/drawing/2014/main" id="{6900F5E0-4106-1950-B85B-99633AD2659E}"/>
              </a:ext>
            </a:extLst>
          </p:cNvPr>
          <p:cNvSpPr/>
          <p:nvPr/>
        </p:nvSpPr>
        <p:spPr>
          <a:xfrm>
            <a:off x="5664000" y="3277845"/>
            <a:ext cx="864000" cy="36000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600" dirty="0"/>
              <a:t>over</a:t>
            </a:r>
            <a:endParaRPr lang="zh-CN" altLang="en-US" sz="1600" dirty="0"/>
          </a:p>
        </p:txBody>
      </p:sp>
      <p:sp>
        <p:nvSpPr>
          <p:cNvPr id="7" name="椭圆 6">
            <a:extLst>
              <a:ext uri="{FF2B5EF4-FFF2-40B4-BE49-F238E27FC236}">
                <a16:creationId xmlns:a16="http://schemas.microsoft.com/office/drawing/2014/main" id="{DA023A71-64A8-65B7-D208-F51499E3C351}"/>
              </a:ext>
            </a:extLst>
          </p:cNvPr>
          <p:cNvSpPr/>
          <p:nvPr/>
        </p:nvSpPr>
        <p:spPr>
          <a:xfrm>
            <a:off x="5664000" y="4787331"/>
            <a:ext cx="864000" cy="360000"/>
          </a:xfrm>
          <a:prstGeom prst="roundRect">
            <a:avLst/>
          </a:prstGeom>
        </p:spPr>
        <p:style>
          <a:lnRef idx="0">
            <a:schemeClr val="accent4"/>
          </a:lnRef>
          <a:fillRef idx="3">
            <a:schemeClr val="accent4"/>
          </a:fillRef>
          <a:effectRef idx="3">
            <a:schemeClr val="accent4"/>
          </a:effectRef>
          <a:fontRef idx="minor">
            <a:schemeClr val="lt1"/>
          </a:fontRef>
        </p:style>
        <p:txBody>
          <a:bodyPr rtlCol="0" anchor="ctr"/>
          <a:lstStyle/>
          <a:p>
            <a:pPr algn="ctr"/>
            <a:r>
              <a:rPr lang="en-US" altLang="zh-CN" dirty="0"/>
              <a:t>over</a:t>
            </a:r>
            <a:endParaRPr lang="zh-CN" altLang="en-US" dirty="0"/>
          </a:p>
        </p:txBody>
      </p:sp>
      <p:sp>
        <p:nvSpPr>
          <p:cNvPr id="8" name="椭圆 7">
            <a:extLst>
              <a:ext uri="{FF2B5EF4-FFF2-40B4-BE49-F238E27FC236}">
                <a16:creationId xmlns:a16="http://schemas.microsoft.com/office/drawing/2014/main" id="{5143D818-39E5-8E6C-464D-9035C1B36C3D}"/>
              </a:ext>
            </a:extLst>
          </p:cNvPr>
          <p:cNvSpPr/>
          <p:nvPr/>
        </p:nvSpPr>
        <p:spPr>
          <a:xfrm>
            <a:off x="5664000" y="5542074"/>
            <a:ext cx="864000" cy="360000"/>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en-US" altLang="zh-CN" dirty="0"/>
              <a:t>over</a:t>
            </a:r>
            <a:endParaRPr lang="zh-CN" altLang="en-US" dirty="0"/>
          </a:p>
        </p:txBody>
      </p:sp>
    </p:spTree>
    <p:extLst>
      <p:ext uri="{BB962C8B-B14F-4D97-AF65-F5344CB8AC3E}">
        <p14:creationId xmlns:p14="http://schemas.microsoft.com/office/powerpoint/2010/main" val="2201404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D600E-28CA-0BEF-11BE-560AC5BFB15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411A204-C0B4-8807-2C19-980922710B79}"/>
              </a:ext>
            </a:extLst>
          </p:cNvPr>
          <p:cNvSpPr>
            <a:spLocks noGrp="1"/>
          </p:cNvSpPr>
          <p:nvPr>
            <p:ph type="title"/>
          </p:nvPr>
        </p:nvSpPr>
        <p:spPr>
          <a:xfrm>
            <a:off x="695998" y="360000"/>
            <a:ext cx="6375921" cy="429413"/>
          </a:xfrm>
        </p:spPr>
        <p:txBody>
          <a:bodyPr>
            <a:normAutofit/>
          </a:bodyPr>
          <a:lstStyle/>
          <a:p>
            <a:r>
              <a:rPr lang="en-US" altLang="zh-CN" dirty="0"/>
              <a:t>4.2.2 </a:t>
            </a:r>
            <a:r>
              <a:rPr lang="zh-CN" altLang="en-US" dirty="0"/>
              <a:t>敏捷宣言十二项原则</a:t>
            </a:r>
            <a:endParaRPr lang="en-US" altLang="zh-CN" dirty="0"/>
          </a:p>
        </p:txBody>
      </p:sp>
      <p:sp>
        <p:nvSpPr>
          <p:cNvPr id="3" name="内容占位符 2">
            <a:extLst>
              <a:ext uri="{FF2B5EF4-FFF2-40B4-BE49-F238E27FC236}">
                <a16:creationId xmlns:a16="http://schemas.microsoft.com/office/drawing/2014/main" id="{77EC6E35-91B5-299A-68FA-147D2BD512FA}"/>
              </a:ext>
            </a:extLst>
          </p:cNvPr>
          <p:cNvSpPr>
            <a:spLocks noGrp="1"/>
          </p:cNvSpPr>
          <p:nvPr>
            <p:ph idx="1"/>
          </p:nvPr>
        </p:nvSpPr>
        <p:spPr>
          <a:xfrm>
            <a:off x="696000" y="864000"/>
            <a:ext cx="10800000" cy="5400000"/>
          </a:xfrm>
        </p:spPr>
        <p:txBody>
          <a:bodyPr>
            <a:normAutofit/>
          </a:bodyPr>
          <a:lstStyle/>
          <a:p>
            <a:r>
              <a:rPr lang="zh-CN" altLang="en-US" dirty="0"/>
              <a:t>我们的最高目标，是通过尽早并持续交付有价值的软件来满足客户</a:t>
            </a:r>
          </a:p>
          <a:p>
            <a:r>
              <a:rPr lang="zh-CN" altLang="en-US" dirty="0"/>
              <a:t>欢迎需求变化，即使是在开发后期。敏捷过程善于利用变化来为客户创造竞争优势</a:t>
            </a:r>
          </a:p>
          <a:p>
            <a:r>
              <a:rPr lang="zh-CN" altLang="en-US" dirty="0"/>
              <a:t>频繁地交付可工作的软件，周期可以从几周到几个月，倾向于更短的周期</a:t>
            </a:r>
          </a:p>
          <a:p>
            <a:r>
              <a:rPr lang="zh-CN" altLang="en-US" dirty="0"/>
              <a:t>业务人员和开发人员必须在整个项目期间每天一起工作</a:t>
            </a:r>
          </a:p>
          <a:p>
            <a:r>
              <a:rPr lang="zh-CN" altLang="en-US" dirty="0"/>
              <a:t>围绕有积极性的个体构建项目。给予他们所需的环境和支持，并信任他们能够完成工作</a:t>
            </a:r>
          </a:p>
          <a:p>
            <a:r>
              <a:rPr lang="zh-CN" altLang="en-US" dirty="0"/>
              <a:t>面对面交谈是团队内部传递信息的最有效方式</a:t>
            </a:r>
          </a:p>
          <a:p>
            <a:r>
              <a:rPr lang="zh-CN" altLang="en-US" dirty="0"/>
              <a:t>可工作的软件是衡量进展的首要标准</a:t>
            </a:r>
          </a:p>
          <a:p>
            <a:r>
              <a:rPr lang="zh-CN" altLang="en-US" dirty="0"/>
              <a:t>敏捷过程提倡可持续的开发节奏。赞助者、开发者和用户应该能够长期保持恒定的速度</a:t>
            </a:r>
          </a:p>
          <a:p>
            <a:r>
              <a:rPr lang="zh-CN" altLang="en-US" dirty="0"/>
              <a:t>持续关注技术卓越和良好设计，以增强敏捷能力</a:t>
            </a:r>
          </a:p>
          <a:p>
            <a:r>
              <a:rPr lang="zh-CN" altLang="en-US" dirty="0"/>
              <a:t>简洁</a:t>
            </a:r>
            <a:r>
              <a:rPr lang="en-US" altLang="zh-CN" dirty="0"/>
              <a:t> - </a:t>
            </a:r>
            <a:r>
              <a:rPr lang="zh-CN" altLang="en-US" dirty="0"/>
              <a:t>最大化未完成工作量的艺术 </a:t>
            </a:r>
            <a:r>
              <a:rPr lang="en-US" altLang="zh-CN" dirty="0"/>
              <a:t>- </a:t>
            </a:r>
            <a:r>
              <a:rPr lang="zh-CN" altLang="en-US" dirty="0"/>
              <a:t>是根本的</a:t>
            </a:r>
          </a:p>
          <a:p>
            <a:r>
              <a:rPr lang="zh-CN" altLang="en-US" dirty="0"/>
              <a:t>最好的架构、需求和设计出自自组织团队</a:t>
            </a:r>
          </a:p>
          <a:p>
            <a:r>
              <a:rPr lang="zh-CN" altLang="en-US" dirty="0"/>
              <a:t>团队定期反思如何变得更高效，并相应地调整自身行为</a:t>
            </a:r>
          </a:p>
        </p:txBody>
      </p:sp>
      <p:sp>
        <p:nvSpPr>
          <p:cNvPr id="6" name="文本占位符 5">
            <a:extLst>
              <a:ext uri="{FF2B5EF4-FFF2-40B4-BE49-F238E27FC236}">
                <a16:creationId xmlns:a16="http://schemas.microsoft.com/office/drawing/2014/main" id="{2F7647FF-48FB-E14E-CC67-151DF02AD363}"/>
              </a:ext>
            </a:extLst>
          </p:cNvPr>
          <p:cNvSpPr>
            <a:spLocks noGrp="1"/>
          </p:cNvSpPr>
          <p:nvPr>
            <p:ph type="body" sz="quarter" idx="10"/>
          </p:nvPr>
        </p:nvSpPr>
        <p:spPr>
          <a:xfrm>
            <a:off x="7071919" y="448519"/>
            <a:ext cx="4424080" cy="338554"/>
          </a:xfrm>
        </p:spPr>
        <p:txBody>
          <a:bodyPr/>
          <a:lstStyle/>
          <a:p>
            <a:r>
              <a:rPr lang="en-US" altLang="zh-CN" dirty="0"/>
              <a:t>12 Principles/Agile Manifesto</a:t>
            </a:r>
          </a:p>
        </p:txBody>
      </p:sp>
    </p:spTree>
    <p:extLst>
      <p:ext uri="{BB962C8B-B14F-4D97-AF65-F5344CB8AC3E}">
        <p14:creationId xmlns:p14="http://schemas.microsoft.com/office/powerpoint/2010/main" val="19386436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644404FD-42CB-D845-39BB-81F15C0CC198}"/>
              </a:ext>
            </a:extLst>
          </p:cNvPr>
          <p:cNvGraphicFramePr>
            <a:graphicFrameLocks noGrp="1"/>
          </p:cNvGraphicFramePr>
          <p:nvPr>
            <p:extLst>
              <p:ext uri="{D42A27DB-BD31-4B8C-83A1-F6EECF244321}">
                <p14:modId xmlns:p14="http://schemas.microsoft.com/office/powerpoint/2010/main" val="2366644305"/>
              </p:ext>
            </p:extLst>
          </p:nvPr>
        </p:nvGraphicFramePr>
        <p:xfrm>
          <a:off x="695325" y="1464785"/>
          <a:ext cx="10801350" cy="3928430"/>
        </p:xfrm>
        <a:graphic>
          <a:graphicData uri="http://schemas.openxmlformats.org/drawingml/2006/table">
            <a:tbl>
              <a:tblPr/>
              <a:tblGrid>
                <a:gridCol w="1699083">
                  <a:extLst>
                    <a:ext uri="{9D8B030D-6E8A-4147-A177-3AD203B41FA5}">
                      <a16:colId xmlns:a16="http://schemas.microsoft.com/office/drawing/2014/main" val="3441983078"/>
                    </a:ext>
                  </a:extLst>
                </a:gridCol>
                <a:gridCol w="3799002">
                  <a:extLst>
                    <a:ext uri="{9D8B030D-6E8A-4147-A177-3AD203B41FA5}">
                      <a16:colId xmlns:a16="http://schemas.microsoft.com/office/drawing/2014/main" val="3949452080"/>
                    </a:ext>
                  </a:extLst>
                </a:gridCol>
                <a:gridCol w="5303265">
                  <a:extLst>
                    <a:ext uri="{9D8B030D-6E8A-4147-A177-3AD203B41FA5}">
                      <a16:colId xmlns:a16="http://schemas.microsoft.com/office/drawing/2014/main" val="116939384"/>
                    </a:ext>
                  </a:extLst>
                </a:gridCol>
              </a:tblGrid>
              <a:tr h="0">
                <a:tc>
                  <a:txBody>
                    <a:bodyPr/>
                    <a:lstStyle/>
                    <a:p>
                      <a:pPr algn="l">
                        <a:lnSpc>
                          <a:spcPct val="150000"/>
                        </a:lnSpc>
                        <a:buNone/>
                      </a:pPr>
                      <a:r>
                        <a:rPr lang="zh-CN" altLang="en-US" sz="1800" dirty="0">
                          <a:solidFill>
                            <a:schemeClr val="bg1"/>
                          </a:solidFill>
                        </a:rPr>
                        <a:t>维度</a:t>
                      </a:r>
                    </a:p>
                  </a:txBody>
                  <a:tcPr anchor="ctr">
                    <a:lnL>
                      <a:noFill/>
                    </a:lnL>
                    <a:lnR>
                      <a:noFill/>
                    </a:lnR>
                    <a:lnT>
                      <a:noFill/>
                    </a:lnT>
                    <a:lnB>
                      <a:noFill/>
                    </a:lnB>
                    <a:solidFill>
                      <a:schemeClr val="accent2"/>
                    </a:solidFill>
                  </a:tcPr>
                </a:tc>
                <a:tc>
                  <a:txBody>
                    <a:bodyPr/>
                    <a:lstStyle/>
                    <a:p>
                      <a:pPr algn="l">
                        <a:lnSpc>
                          <a:spcPct val="150000"/>
                        </a:lnSpc>
                        <a:buNone/>
                      </a:pPr>
                      <a:r>
                        <a:rPr lang="zh-CN" altLang="en-US" sz="1800" dirty="0">
                          <a:solidFill>
                            <a:schemeClr val="bg1"/>
                          </a:solidFill>
                        </a:rPr>
                        <a:t>敏捷 </a:t>
                      </a:r>
                      <a:r>
                        <a:rPr lang="en-US" altLang="zh-CN" sz="1800" dirty="0">
                          <a:solidFill>
                            <a:schemeClr val="bg1"/>
                          </a:solidFill>
                        </a:rPr>
                        <a:t>12 </a:t>
                      </a:r>
                      <a:r>
                        <a:rPr lang="zh-CN" altLang="en-US" sz="1800" dirty="0">
                          <a:solidFill>
                            <a:schemeClr val="bg1"/>
                          </a:solidFill>
                        </a:rPr>
                        <a:t>原则</a:t>
                      </a:r>
                    </a:p>
                  </a:txBody>
                  <a:tcPr anchor="ctr">
                    <a:lnL>
                      <a:noFill/>
                    </a:lnL>
                    <a:lnR>
                      <a:noFill/>
                    </a:lnR>
                    <a:lnT>
                      <a:noFill/>
                    </a:lnT>
                    <a:lnB>
                      <a:noFill/>
                    </a:lnB>
                    <a:solidFill>
                      <a:schemeClr val="accent2"/>
                    </a:solidFill>
                  </a:tcPr>
                </a:tc>
                <a:tc>
                  <a:txBody>
                    <a:bodyPr/>
                    <a:lstStyle/>
                    <a:p>
                      <a:pPr algn="l">
                        <a:lnSpc>
                          <a:spcPct val="150000"/>
                        </a:lnSpc>
                        <a:buNone/>
                      </a:pPr>
                      <a:r>
                        <a:rPr lang="en-US" sz="1800" dirty="0">
                          <a:solidFill>
                            <a:schemeClr val="bg1"/>
                          </a:solidFill>
                        </a:rPr>
                        <a:t>PMBOK 7 </a:t>
                      </a:r>
                      <a:r>
                        <a:rPr lang="zh-CN" altLang="en-US" sz="1800" dirty="0">
                          <a:solidFill>
                            <a:schemeClr val="bg1"/>
                          </a:solidFill>
                        </a:rPr>
                        <a:t>的 </a:t>
                      </a:r>
                      <a:r>
                        <a:rPr lang="en-US" altLang="zh-CN" sz="1800" dirty="0">
                          <a:solidFill>
                            <a:schemeClr val="bg1"/>
                          </a:solidFill>
                        </a:rPr>
                        <a:t>12 </a:t>
                      </a:r>
                      <a:r>
                        <a:rPr lang="zh-CN" altLang="en-US" sz="1800" dirty="0">
                          <a:solidFill>
                            <a:schemeClr val="bg1"/>
                          </a:solidFill>
                        </a:rPr>
                        <a:t>原则</a:t>
                      </a:r>
                    </a:p>
                  </a:txBody>
                  <a:tcPr anchor="ctr">
                    <a:lnL>
                      <a:noFill/>
                    </a:lnL>
                    <a:lnR>
                      <a:noFill/>
                    </a:lnR>
                    <a:lnT>
                      <a:noFill/>
                    </a:lnT>
                    <a:lnB>
                      <a:noFill/>
                    </a:lnB>
                    <a:solidFill>
                      <a:schemeClr val="accent2"/>
                    </a:solidFill>
                  </a:tcPr>
                </a:tc>
                <a:extLst>
                  <a:ext uri="{0D108BD9-81ED-4DB2-BD59-A6C34878D82A}">
                    <a16:rowId xmlns:a16="http://schemas.microsoft.com/office/drawing/2014/main" val="2799584510"/>
                  </a:ext>
                </a:extLst>
              </a:tr>
              <a:tr h="0">
                <a:tc>
                  <a:txBody>
                    <a:bodyPr/>
                    <a:lstStyle/>
                    <a:p>
                      <a:pPr algn="l">
                        <a:lnSpc>
                          <a:spcPct val="150000"/>
                        </a:lnSpc>
                        <a:buNone/>
                      </a:pPr>
                      <a:r>
                        <a:rPr lang="zh-CN" altLang="en-US" sz="1800"/>
                        <a:t>适用范围</a:t>
                      </a:r>
                    </a:p>
                  </a:txBody>
                  <a:tcPr anchor="ctr">
                    <a:lnL>
                      <a:noFill/>
                    </a:lnL>
                    <a:lnR>
                      <a:noFill/>
                    </a:lnR>
                    <a:lnT>
                      <a:noFill/>
                    </a:lnT>
                    <a:lnB>
                      <a:noFill/>
                    </a:lnB>
                    <a:noFill/>
                  </a:tcPr>
                </a:tc>
                <a:tc>
                  <a:txBody>
                    <a:bodyPr/>
                    <a:lstStyle/>
                    <a:p>
                      <a:pPr algn="l">
                        <a:lnSpc>
                          <a:spcPct val="150000"/>
                        </a:lnSpc>
                        <a:buNone/>
                      </a:pPr>
                      <a:r>
                        <a:rPr lang="zh-CN" altLang="en-US" sz="1800" dirty="0"/>
                        <a:t>狭义</a:t>
                      </a:r>
                      <a:endParaRPr lang="en-US" altLang="zh-CN" sz="1800" dirty="0"/>
                    </a:p>
                    <a:p>
                      <a:pPr algn="l">
                        <a:lnSpc>
                          <a:spcPct val="150000"/>
                        </a:lnSpc>
                        <a:buNone/>
                      </a:pPr>
                      <a:r>
                        <a:rPr lang="zh-CN" altLang="en-US" sz="1800" dirty="0"/>
                        <a:t>主要针对软件开发、</a:t>
                      </a:r>
                      <a:r>
                        <a:rPr lang="en-US" altLang="zh-CN" sz="1800" dirty="0"/>
                        <a:t>IT </a:t>
                      </a:r>
                      <a:r>
                        <a:rPr lang="zh-CN" altLang="en-US" sz="1800" dirty="0"/>
                        <a:t>项目</a:t>
                      </a:r>
                    </a:p>
                  </a:txBody>
                  <a:tcPr anchor="ctr">
                    <a:lnL>
                      <a:noFill/>
                    </a:lnL>
                    <a:lnR>
                      <a:noFill/>
                    </a:lnR>
                    <a:lnT>
                      <a:noFill/>
                    </a:lnT>
                    <a:lnB>
                      <a:noFill/>
                    </a:lnB>
                    <a:noFill/>
                  </a:tcPr>
                </a:tc>
                <a:tc>
                  <a:txBody>
                    <a:bodyPr/>
                    <a:lstStyle/>
                    <a:p>
                      <a:pPr algn="l">
                        <a:lnSpc>
                          <a:spcPct val="150000"/>
                        </a:lnSpc>
                        <a:buNone/>
                      </a:pPr>
                      <a:r>
                        <a:rPr lang="zh-CN" altLang="en-US" sz="1800" dirty="0"/>
                        <a:t>广义</a:t>
                      </a:r>
                      <a:endParaRPr lang="en-US" altLang="zh-CN" sz="1800" dirty="0"/>
                    </a:p>
                    <a:p>
                      <a:pPr algn="l">
                        <a:lnSpc>
                          <a:spcPct val="150000"/>
                        </a:lnSpc>
                        <a:buNone/>
                      </a:pPr>
                      <a:r>
                        <a:rPr lang="zh-CN" altLang="en-US" sz="1800" dirty="0"/>
                        <a:t>适用于建筑、医疗、活动、软件、制造等所有行业</a:t>
                      </a:r>
                    </a:p>
                  </a:txBody>
                  <a:tcPr anchor="ctr">
                    <a:lnL>
                      <a:noFill/>
                    </a:lnL>
                    <a:lnR>
                      <a:noFill/>
                    </a:lnR>
                    <a:lnT>
                      <a:noFill/>
                    </a:lnT>
                    <a:lnB>
                      <a:noFill/>
                    </a:lnB>
                    <a:noFill/>
                  </a:tcPr>
                </a:tc>
                <a:extLst>
                  <a:ext uri="{0D108BD9-81ED-4DB2-BD59-A6C34878D82A}">
                    <a16:rowId xmlns:a16="http://schemas.microsoft.com/office/drawing/2014/main" val="2047923211"/>
                  </a:ext>
                </a:extLst>
              </a:tr>
              <a:tr h="0">
                <a:tc>
                  <a:txBody>
                    <a:bodyPr/>
                    <a:lstStyle/>
                    <a:p>
                      <a:pPr algn="l">
                        <a:lnSpc>
                          <a:spcPct val="150000"/>
                        </a:lnSpc>
                        <a:buNone/>
                      </a:pPr>
                      <a:r>
                        <a:rPr lang="zh-CN" altLang="en-US" sz="1800"/>
                        <a:t>关注点</a:t>
                      </a:r>
                    </a:p>
                  </a:txBody>
                  <a:tcPr anchor="ctr">
                    <a:lnL>
                      <a:noFill/>
                    </a:lnL>
                    <a:lnR>
                      <a:noFill/>
                    </a:lnR>
                    <a:lnT>
                      <a:noFill/>
                    </a:lnT>
                    <a:lnB>
                      <a:noFill/>
                    </a:lnB>
                    <a:noFill/>
                  </a:tcPr>
                </a:tc>
                <a:tc>
                  <a:txBody>
                    <a:bodyPr/>
                    <a:lstStyle/>
                    <a:p>
                      <a:pPr algn="l">
                        <a:lnSpc>
                          <a:spcPct val="150000"/>
                        </a:lnSpc>
                        <a:buNone/>
                      </a:pPr>
                      <a:r>
                        <a:rPr lang="zh-CN" altLang="en-US" sz="1800" dirty="0"/>
                        <a:t>怎么做软件</a:t>
                      </a:r>
                      <a:endParaRPr lang="en-US" altLang="zh-CN" sz="1800" dirty="0"/>
                    </a:p>
                    <a:p>
                      <a:pPr algn="l">
                        <a:lnSpc>
                          <a:spcPct val="150000"/>
                        </a:lnSpc>
                        <a:buNone/>
                      </a:pPr>
                      <a:r>
                        <a:rPr lang="zh-CN" altLang="en-US" sz="1800" dirty="0"/>
                        <a:t>强调迭代、代码、客户协作</a:t>
                      </a:r>
                    </a:p>
                  </a:txBody>
                  <a:tcPr anchor="ctr">
                    <a:lnL>
                      <a:noFill/>
                    </a:lnL>
                    <a:lnR>
                      <a:noFill/>
                    </a:lnR>
                    <a:lnT>
                      <a:noFill/>
                    </a:lnT>
                    <a:lnB>
                      <a:noFill/>
                    </a:lnB>
                    <a:noFill/>
                  </a:tcPr>
                </a:tc>
                <a:tc>
                  <a:txBody>
                    <a:bodyPr/>
                    <a:lstStyle/>
                    <a:p>
                      <a:pPr algn="l">
                        <a:lnSpc>
                          <a:spcPct val="150000"/>
                        </a:lnSpc>
                        <a:buNone/>
                      </a:pPr>
                      <a:r>
                        <a:rPr lang="zh-CN" altLang="en-US" sz="1800" dirty="0"/>
                        <a:t>怎么管项目</a:t>
                      </a:r>
                      <a:endParaRPr lang="en-US" altLang="zh-CN" sz="1800" dirty="0"/>
                    </a:p>
                    <a:p>
                      <a:pPr algn="l">
                        <a:lnSpc>
                          <a:spcPct val="150000"/>
                        </a:lnSpc>
                        <a:buNone/>
                      </a:pPr>
                      <a:r>
                        <a:rPr lang="zh-CN" altLang="en-US" sz="1800" dirty="0"/>
                        <a:t>强调价值、系统、道德、领导力、不确定性</a:t>
                      </a:r>
                    </a:p>
                  </a:txBody>
                  <a:tcPr anchor="ctr">
                    <a:lnL>
                      <a:noFill/>
                    </a:lnL>
                    <a:lnR>
                      <a:noFill/>
                    </a:lnR>
                    <a:lnT>
                      <a:noFill/>
                    </a:lnT>
                    <a:lnB>
                      <a:noFill/>
                    </a:lnB>
                    <a:noFill/>
                  </a:tcPr>
                </a:tc>
                <a:extLst>
                  <a:ext uri="{0D108BD9-81ED-4DB2-BD59-A6C34878D82A}">
                    <a16:rowId xmlns:a16="http://schemas.microsoft.com/office/drawing/2014/main" val="411556770"/>
                  </a:ext>
                </a:extLst>
              </a:tr>
              <a:tr h="0">
                <a:tc>
                  <a:txBody>
                    <a:bodyPr/>
                    <a:lstStyle/>
                    <a:p>
                      <a:pPr algn="l">
                        <a:lnSpc>
                          <a:spcPct val="150000"/>
                        </a:lnSpc>
                        <a:buNone/>
                      </a:pPr>
                      <a:r>
                        <a:rPr lang="zh-CN" altLang="en-US" sz="1800"/>
                        <a:t>语言风格</a:t>
                      </a:r>
                    </a:p>
                  </a:txBody>
                  <a:tcPr anchor="ctr">
                    <a:lnL>
                      <a:noFill/>
                    </a:lnL>
                    <a:lnR>
                      <a:noFill/>
                    </a:lnR>
                    <a:lnT>
                      <a:noFill/>
                    </a:lnT>
                    <a:lnB>
                      <a:noFill/>
                    </a:lnB>
                    <a:noFill/>
                  </a:tcPr>
                </a:tc>
                <a:tc>
                  <a:txBody>
                    <a:bodyPr/>
                    <a:lstStyle/>
                    <a:p>
                      <a:pPr algn="l">
                        <a:lnSpc>
                          <a:spcPct val="150000"/>
                        </a:lnSpc>
                        <a:buNone/>
                      </a:pPr>
                      <a:r>
                        <a:rPr lang="zh-CN" altLang="en-US" sz="1800" dirty="0"/>
                        <a:t>行动导向</a:t>
                      </a:r>
                      <a:endParaRPr lang="en-US" altLang="zh-CN" sz="1800" dirty="0"/>
                    </a:p>
                    <a:p>
                      <a:pPr algn="l">
                        <a:lnSpc>
                          <a:spcPct val="150000"/>
                        </a:lnSpc>
                        <a:buNone/>
                      </a:pPr>
                      <a:r>
                        <a:rPr lang="zh-CN" altLang="en-US" sz="1800" dirty="0"/>
                        <a:t>交付软件、欢迎变更、每天一起</a:t>
                      </a:r>
                    </a:p>
                  </a:txBody>
                  <a:tcPr anchor="ctr">
                    <a:lnL>
                      <a:noFill/>
                    </a:lnL>
                    <a:lnR>
                      <a:noFill/>
                    </a:lnR>
                    <a:lnT>
                      <a:noFill/>
                    </a:lnT>
                    <a:lnB>
                      <a:noFill/>
                    </a:lnB>
                    <a:noFill/>
                  </a:tcPr>
                </a:tc>
                <a:tc>
                  <a:txBody>
                    <a:bodyPr/>
                    <a:lstStyle/>
                    <a:p>
                      <a:pPr algn="l">
                        <a:lnSpc>
                          <a:spcPct val="150000"/>
                        </a:lnSpc>
                        <a:buNone/>
                      </a:pPr>
                      <a:r>
                        <a:rPr lang="zh-CN" altLang="en-US" sz="1800" dirty="0"/>
                        <a:t>思维导向</a:t>
                      </a:r>
                      <a:endParaRPr lang="en-US" altLang="zh-CN" sz="1800" dirty="0"/>
                    </a:p>
                    <a:p>
                      <a:pPr algn="l">
                        <a:lnSpc>
                          <a:spcPct val="150000"/>
                        </a:lnSpc>
                        <a:buNone/>
                      </a:pPr>
                      <a:r>
                        <a:rPr lang="zh-CN" altLang="en-US" sz="1800" dirty="0"/>
                        <a:t>聚焦价值、系统思考、驾驭复杂性</a:t>
                      </a:r>
                    </a:p>
                  </a:txBody>
                  <a:tcPr anchor="ctr">
                    <a:lnL>
                      <a:noFill/>
                    </a:lnL>
                    <a:lnR>
                      <a:noFill/>
                    </a:lnR>
                    <a:lnT>
                      <a:noFill/>
                    </a:lnT>
                    <a:lnB>
                      <a:noFill/>
                    </a:lnB>
                    <a:noFill/>
                  </a:tcPr>
                </a:tc>
                <a:extLst>
                  <a:ext uri="{0D108BD9-81ED-4DB2-BD59-A6C34878D82A}">
                    <a16:rowId xmlns:a16="http://schemas.microsoft.com/office/drawing/2014/main" val="590702870"/>
                  </a:ext>
                </a:extLst>
              </a:tr>
              <a:tr h="0">
                <a:tc>
                  <a:txBody>
                    <a:bodyPr/>
                    <a:lstStyle/>
                    <a:p>
                      <a:pPr algn="l">
                        <a:lnSpc>
                          <a:spcPct val="150000"/>
                        </a:lnSpc>
                        <a:buNone/>
                      </a:pPr>
                      <a:r>
                        <a:rPr lang="zh-CN" altLang="en-US" sz="1800"/>
                        <a:t>对瀑布的态度</a:t>
                      </a:r>
                    </a:p>
                  </a:txBody>
                  <a:tcPr anchor="ctr">
                    <a:lnL>
                      <a:noFill/>
                    </a:lnL>
                    <a:lnR>
                      <a:noFill/>
                    </a:lnR>
                    <a:lnT>
                      <a:noFill/>
                    </a:lnT>
                    <a:lnB>
                      <a:noFill/>
                    </a:lnB>
                    <a:noFill/>
                  </a:tcPr>
                </a:tc>
                <a:tc>
                  <a:txBody>
                    <a:bodyPr/>
                    <a:lstStyle/>
                    <a:p>
                      <a:pPr algn="l">
                        <a:lnSpc>
                          <a:spcPct val="150000"/>
                        </a:lnSpc>
                        <a:buNone/>
                      </a:pPr>
                      <a:r>
                        <a:rPr lang="zh-CN" altLang="en-US" sz="1800" dirty="0"/>
                        <a:t>隐含对立</a:t>
                      </a:r>
                      <a:endParaRPr lang="en-US" altLang="zh-CN" sz="1800" dirty="0"/>
                    </a:p>
                    <a:p>
                      <a:pPr algn="l">
                        <a:lnSpc>
                          <a:spcPct val="150000"/>
                        </a:lnSpc>
                        <a:buNone/>
                      </a:pPr>
                      <a:r>
                        <a:rPr lang="zh-CN" altLang="en-US" sz="1800" dirty="0"/>
                        <a:t>旨在解决瀑布的痛点</a:t>
                      </a:r>
                    </a:p>
                  </a:txBody>
                  <a:tcPr anchor="ctr">
                    <a:lnL>
                      <a:noFill/>
                    </a:lnL>
                    <a:lnR>
                      <a:noFill/>
                    </a:lnR>
                    <a:lnT>
                      <a:noFill/>
                    </a:lnT>
                    <a:lnB>
                      <a:noFill/>
                    </a:lnB>
                    <a:noFill/>
                  </a:tcPr>
                </a:tc>
                <a:tc>
                  <a:txBody>
                    <a:bodyPr/>
                    <a:lstStyle/>
                    <a:p>
                      <a:pPr algn="l">
                        <a:lnSpc>
                          <a:spcPct val="150000"/>
                        </a:lnSpc>
                        <a:buNone/>
                      </a:pPr>
                      <a:r>
                        <a:rPr lang="zh-CN" altLang="en-US" sz="1800" dirty="0"/>
                        <a:t>包容融合</a:t>
                      </a:r>
                      <a:endParaRPr lang="en-US" altLang="zh-CN" sz="1800" dirty="0"/>
                    </a:p>
                    <a:p>
                      <a:pPr algn="l">
                        <a:lnSpc>
                          <a:spcPct val="150000"/>
                        </a:lnSpc>
                        <a:buNone/>
                      </a:pPr>
                      <a:r>
                        <a:rPr lang="zh-CN" altLang="en-US" sz="1800" dirty="0"/>
                        <a:t>认为瀑布、敏捷、混合都是工具，视情况裁</a:t>
                      </a:r>
                      <a:endParaRPr lang="en-US" sz="1800" dirty="0"/>
                    </a:p>
                  </a:txBody>
                  <a:tcPr anchor="ctr">
                    <a:lnL>
                      <a:noFill/>
                    </a:lnL>
                    <a:lnR>
                      <a:noFill/>
                    </a:lnR>
                    <a:lnT>
                      <a:noFill/>
                    </a:lnT>
                    <a:lnB>
                      <a:noFill/>
                    </a:lnB>
                    <a:noFill/>
                  </a:tcPr>
                </a:tc>
                <a:extLst>
                  <a:ext uri="{0D108BD9-81ED-4DB2-BD59-A6C34878D82A}">
                    <a16:rowId xmlns:a16="http://schemas.microsoft.com/office/drawing/2014/main" val="251035251"/>
                  </a:ext>
                </a:extLst>
              </a:tr>
            </a:tbl>
          </a:graphicData>
        </a:graphic>
      </p:graphicFrame>
    </p:spTree>
    <p:extLst>
      <p:ext uri="{BB962C8B-B14F-4D97-AF65-F5344CB8AC3E}">
        <p14:creationId xmlns:p14="http://schemas.microsoft.com/office/powerpoint/2010/main" val="156594811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C600F142-5D49-7E6C-236A-3C504C02009D}"/>
              </a:ext>
            </a:extLst>
          </p:cNvPr>
          <p:cNvGrpSpPr/>
          <p:nvPr/>
        </p:nvGrpSpPr>
        <p:grpSpPr>
          <a:xfrm>
            <a:off x="857839" y="3075057"/>
            <a:ext cx="10800000" cy="707886"/>
            <a:chOff x="857839" y="659874"/>
            <a:chExt cx="10800000" cy="707886"/>
          </a:xfrm>
        </p:grpSpPr>
        <p:sp>
          <p:nvSpPr>
            <p:cNvPr id="2" name="TextBox 1">
              <a:extLst>
                <a:ext uri="{FF2B5EF4-FFF2-40B4-BE49-F238E27FC236}">
                  <a16:creationId xmlns:a16="http://schemas.microsoft.com/office/drawing/2014/main" id="{B9A2579A-7991-8170-C68A-F9CEF1A76145}"/>
                </a:ext>
              </a:extLst>
            </p:cNvPr>
            <p:cNvSpPr txBox="1"/>
            <p:nvPr/>
          </p:nvSpPr>
          <p:spPr>
            <a:xfrm>
              <a:off x="5444219" y="659874"/>
              <a:ext cx="1303562" cy="369332"/>
            </a:xfrm>
            <a:prstGeom prst="rect">
              <a:avLst/>
            </a:prstGeom>
            <a:noFill/>
          </p:spPr>
          <p:txBody>
            <a:bodyPr wrap="none" rtlCol="0">
              <a:spAutoFit/>
            </a:bodyPr>
            <a:lstStyle/>
            <a:p>
              <a:pPr algn="ctr"/>
              <a:r>
                <a:rPr lang="en-US" altLang="zh-CN" dirty="0"/>
                <a:t>Drill Time</a:t>
              </a:r>
              <a:endParaRPr lang="zh-CN" altLang="en-US" dirty="0"/>
            </a:p>
          </p:txBody>
        </p:sp>
        <p:cxnSp>
          <p:nvCxnSpPr>
            <p:cNvPr id="4" name="Straight Connector 3">
              <a:extLst>
                <a:ext uri="{FF2B5EF4-FFF2-40B4-BE49-F238E27FC236}">
                  <a16:creationId xmlns:a16="http://schemas.microsoft.com/office/drawing/2014/main" id="{F281C4A3-AF05-2B8C-CDD1-6B73F4F5F1A7}"/>
                </a:ext>
              </a:extLst>
            </p:cNvPr>
            <p:cNvCxnSpPr>
              <a:cxnSpLocks/>
            </p:cNvCxnSpPr>
            <p:nvPr/>
          </p:nvCxnSpPr>
          <p:spPr>
            <a:xfrm>
              <a:off x="857839" y="1029206"/>
              <a:ext cx="10800000" cy="0"/>
            </a:xfrm>
            <a:prstGeom prst="line">
              <a:avLst/>
            </a:prstGeom>
            <a:ln w="38100">
              <a:gradFill>
                <a:gsLst>
                  <a:gs pos="70000">
                    <a:schemeClr val="accent2"/>
                  </a:gs>
                  <a:gs pos="0">
                    <a:schemeClr val="bg1"/>
                  </a:gs>
                  <a:gs pos="30000">
                    <a:schemeClr val="accent2"/>
                  </a:gs>
                  <a:gs pos="100000">
                    <a:schemeClr val="bg1"/>
                  </a:gs>
                </a:gsLst>
                <a:lin ang="0" scaled="0"/>
              </a:gradFill>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61491F43-1C72-498A-92DF-DA20EF9A2E78}"/>
                </a:ext>
              </a:extLst>
            </p:cNvPr>
            <p:cNvSpPr txBox="1"/>
            <p:nvPr/>
          </p:nvSpPr>
          <p:spPr>
            <a:xfrm>
              <a:off x="5581276" y="1029206"/>
              <a:ext cx="1029449" cy="338554"/>
            </a:xfrm>
            <a:prstGeom prst="rect">
              <a:avLst/>
            </a:prstGeom>
            <a:noFill/>
          </p:spPr>
          <p:txBody>
            <a:bodyPr wrap="none" rtlCol="0">
              <a:spAutoFit/>
            </a:bodyPr>
            <a:lstStyle/>
            <a:p>
              <a:pPr algn="ctr"/>
              <a:r>
                <a:rPr lang="en-US" altLang="zh-CN" sz="1600" dirty="0"/>
                <a:t>P35-P36</a:t>
              </a:r>
              <a:endParaRPr lang="zh-CN" altLang="en-US" sz="1600" dirty="0"/>
            </a:p>
          </p:txBody>
        </p:sp>
      </p:grpSp>
    </p:spTree>
    <p:extLst>
      <p:ext uri="{BB962C8B-B14F-4D97-AF65-F5344CB8AC3E}">
        <p14:creationId xmlns:p14="http://schemas.microsoft.com/office/powerpoint/2010/main" val="296354963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38AF9B-1193-7998-3569-EE3C16444A33}"/>
            </a:ext>
          </a:extLst>
        </p:cNvPr>
        <p:cNvGrpSpPr/>
        <p:nvPr/>
      </p:nvGrpSpPr>
      <p:grpSpPr>
        <a:xfrm>
          <a:off x="0" y="0"/>
          <a:ext cx="0" cy="0"/>
          <a:chOff x="0" y="0"/>
          <a:chExt cx="0" cy="0"/>
        </a:xfrm>
      </p:grpSpPr>
      <p:pic>
        <p:nvPicPr>
          <p:cNvPr id="6" name="图片占位符 5">
            <a:extLst>
              <a:ext uri="{FF2B5EF4-FFF2-40B4-BE49-F238E27FC236}">
                <a16:creationId xmlns:a16="http://schemas.microsoft.com/office/drawing/2014/main" id="{8BE83240-F34C-EE8D-6ED2-9835BC2A70C2}"/>
              </a:ext>
            </a:extLst>
          </p:cNvPr>
          <p:cNvPicPr>
            <a:picLocks noGrp="1" noChangeAspect="1"/>
          </p:cNvPicPr>
          <p:nvPr>
            <p:ph type="pic" sz="quarter" idx="10"/>
          </p:nvPr>
        </p:nvPicPr>
        <p:blipFill>
          <a:blip r:embed="rId2"/>
          <a:srcRect l="23424" r="23424"/>
          <a:stretch/>
        </p:blipFill>
        <p:spPr>
          <a:xfrm>
            <a:off x="0" y="0"/>
            <a:ext cx="6480000" cy="6858000"/>
          </a:xfrm>
        </p:spPr>
      </p:pic>
      <p:sp>
        <p:nvSpPr>
          <p:cNvPr id="2" name="标题 1">
            <a:extLst>
              <a:ext uri="{FF2B5EF4-FFF2-40B4-BE49-F238E27FC236}">
                <a16:creationId xmlns:a16="http://schemas.microsoft.com/office/drawing/2014/main" id="{38F6789C-3CFD-8184-F7E4-4098D724FF3E}"/>
              </a:ext>
            </a:extLst>
          </p:cNvPr>
          <p:cNvSpPr>
            <a:spLocks noGrp="1"/>
          </p:cNvSpPr>
          <p:nvPr>
            <p:ph type="ctrTitle"/>
          </p:nvPr>
        </p:nvSpPr>
        <p:spPr>
          <a:xfrm>
            <a:off x="4077578" y="3498981"/>
            <a:ext cx="7262228" cy="1440000"/>
          </a:xfrm>
        </p:spPr>
        <p:txBody>
          <a:bodyPr/>
          <a:lstStyle/>
          <a:p>
            <a:r>
              <a:rPr lang="zh-CN" altLang="en-US" dirty="0"/>
              <a:t>项目初始</a:t>
            </a:r>
          </a:p>
        </p:txBody>
      </p:sp>
      <p:sp>
        <p:nvSpPr>
          <p:cNvPr id="3" name="副标题 2">
            <a:extLst>
              <a:ext uri="{FF2B5EF4-FFF2-40B4-BE49-F238E27FC236}">
                <a16:creationId xmlns:a16="http://schemas.microsoft.com/office/drawing/2014/main" id="{81C8CC4C-2E8E-B353-5957-AAE14F72B6FF}"/>
              </a:ext>
            </a:extLst>
          </p:cNvPr>
          <p:cNvSpPr>
            <a:spLocks noGrp="1"/>
          </p:cNvSpPr>
          <p:nvPr>
            <p:ph type="subTitle" idx="1"/>
          </p:nvPr>
        </p:nvSpPr>
        <p:spPr>
          <a:xfrm>
            <a:off x="4077578" y="4938981"/>
            <a:ext cx="7262228" cy="900000"/>
          </a:xfrm>
        </p:spPr>
        <p:txBody>
          <a:bodyPr/>
          <a:lstStyle/>
          <a:p>
            <a:r>
              <a:rPr lang="en-US" altLang="zh-CN"/>
              <a:t>Section 2 Project Initial</a:t>
            </a:r>
            <a:endParaRPr lang="zh-CN" altLang="en-US" dirty="0"/>
          </a:p>
        </p:txBody>
      </p:sp>
      <p:sp>
        <p:nvSpPr>
          <p:cNvPr id="8" name="文本占位符 7">
            <a:extLst>
              <a:ext uri="{FF2B5EF4-FFF2-40B4-BE49-F238E27FC236}">
                <a16:creationId xmlns:a16="http://schemas.microsoft.com/office/drawing/2014/main" id="{2D983AE9-5BAA-65A6-5C49-FC55E9EB413D}"/>
              </a:ext>
            </a:extLst>
          </p:cNvPr>
          <p:cNvSpPr>
            <a:spLocks noGrp="1"/>
          </p:cNvSpPr>
          <p:nvPr>
            <p:ph type="body" sz="quarter" idx="11"/>
          </p:nvPr>
        </p:nvSpPr>
        <p:spPr>
          <a:xfrm>
            <a:off x="6480000" y="1128713"/>
            <a:ext cx="4859513" cy="2300287"/>
          </a:xfrm>
        </p:spPr>
        <p:txBody>
          <a:bodyPr>
            <a:normAutofit/>
          </a:bodyPr>
          <a:lstStyle/>
          <a:p>
            <a:pPr lvl="0"/>
            <a:r>
              <a:rPr lang="zh-CN" altLang="zh-CN" dirty="0"/>
              <a:t>项目评估工作</a:t>
            </a:r>
          </a:p>
          <a:p>
            <a:pPr lvl="0"/>
            <a:r>
              <a:rPr lang="zh-CN" altLang="zh-CN" dirty="0"/>
              <a:t>项目立项过程</a:t>
            </a:r>
          </a:p>
          <a:p>
            <a:pPr lvl="0"/>
            <a:r>
              <a:rPr lang="zh-CN" altLang="zh-CN" dirty="0"/>
              <a:t>项目招投标过程</a:t>
            </a:r>
          </a:p>
          <a:p>
            <a:pPr lvl="0"/>
            <a:r>
              <a:rPr lang="zh-CN" altLang="zh-CN" dirty="0"/>
              <a:t>项目章程</a:t>
            </a:r>
          </a:p>
          <a:p>
            <a:pPr lvl="0"/>
            <a:r>
              <a:rPr lang="zh-CN" altLang="zh-CN" dirty="0"/>
              <a:t>软件项目生存期</a:t>
            </a:r>
          </a:p>
          <a:p>
            <a:pPr lvl="0"/>
            <a:r>
              <a:rPr lang="zh-CN" altLang="zh-CN" dirty="0"/>
              <a:t>项目生存期常用模型</a:t>
            </a:r>
          </a:p>
        </p:txBody>
      </p:sp>
    </p:spTree>
    <p:extLst>
      <p:ext uri="{BB962C8B-B14F-4D97-AF65-F5344CB8AC3E}">
        <p14:creationId xmlns:p14="http://schemas.microsoft.com/office/powerpoint/2010/main" val="306378714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2B4C5A-3592-368F-3CAD-EDF8B0555D6C}"/>
              </a:ext>
            </a:extLst>
          </p:cNvPr>
          <p:cNvSpPr>
            <a:spLocks noGrp="1"/>
          </p:cNvSpPr>
          <p:nvPr>
            <p:ph type="title"/>
          </p:nvPr>
        </p:nvSpPr>
        <p:spPr>
          <a:xfrm>
            <a:off x="695998" y="360000"/>
            <a:ext cx="6375921" cy="424732"/>
          </a:xfrm>
        </p:spPr>
        <p:txBody>
          <a:bodyPr>
            <a:normAutofit/>
          </a:bodyPr>
          <a:lstStyle/>
          <a:p>
            <a:r>
              <a:rPr lang="zh-CN" altLang="en-US" dirty="0"/>
              <a:t>项目立项</a:t>
            </a:r>
          </a:p>
        </p:txBody>
      </p:sp>
      <p:graphicFrame>
        <p:nvGraphicFramePr>
          <p:cNvPr id="5" name="内容占位符 4">
            <a:extLst>
              <a:ext uri="{FF2B5EF4-FFF2-40B4-BE49-F238E27FC236}">
                <a16:creationId xmlns:a16="http://schemas.microsoft.com/office/drawing/2014/main" id="{12C36420-A424-77D6-621A-D04A292ACD78}"/>
              </a:ext>
            </a:extLst>
          </p:cNvPr>
          <p:cNvGraphicFramePr>
            <a:graphicFrameLocks noGrp="1"/>
          </p:cNvGraphicFramePr>
          <p:nvPr>
            <p:ph idx="1"/>
            <p:extLst>
              <p:ext uri="{D42A27DB-BD31-4B8C-83A1-F6EECF244321}">
                <p14:modId xmlns:p14="http://schemas.microsoft.com/office/powerpoint/2010/main" val="4283582900"/>
              </p:ext>
            </p:extLst>
          </p:nvPr>
        </p:nvGraphicFramePr>
        <p:xfrm>
          <a:off x="695325" y="863600"/>
          <a:ext cx="10801350" cy="53276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Text Placeholder 6">
            <a:extLst>
              <a:ext uri="{FF2B5EF4-FFF2-40B4-BE49-F238E27FC236}">
                <a16:creationId xmlns:a16="http://schemas.microsoft.com/office/drawing/2014/main" id="{2B541BFA-97EF-7E8F-F013-BEA20E60A4CB}"/>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68080660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5B7F240-D09C-F38F-0212-5644545CFE9C}"/>
              </a:ext>
            </a:extLst>
          </p:cNvPr>
          <p:cNvSpPr>
            <a:spLocks noGrp="1"/>
          </p:cNvSpPr>
          <p:nvPr>
            <p:ph type="title"/>
          </p:nvPr>
        </p:nvSpPr>
        <p:spPr>
          <a:xfrm>
            <a:off x="695998" y="360000"/>
            <a:ext cx="6375921" cy="424732"/>
          </a:xfrm>
        </p:spPr>
        <p:txBody>
          <a:bodyPr>
            <a:normAutofit/>
          </a:bodyPr>
          <a:lstStyle/>
          <a:p>
            <a:r>
              <a:rPr lang="zh-CN" altLang="en-US" dirty="0"/>
              <a:t>项目立项</a:t>
            </a:r>
          </a:p>
        </p:txBody>
      </p:sp>
      <p:sp>
        <p:nvSpPr>
          <p:cNvPr id="3" name="内容占位符 2">
            <a:extLst>
              <a:ext uri="{FF2B5EF4-FFF2-40B4-BE49-F238E27FC236}">
                <a16:creationId xmlns:a16="http://schemas.microsoft.com/office/drawing/2014/main" id="{F94F7075-1E32-86B3-5040-DBDB86A6F1A6}"/>
              </a:ext>
            </a:extLst>
          </p:cNvPr>
          <p:cNvSpPr>
            <a:spLocks noGrp="1"/>
          </p:cNvSpPr>
          <p:nvPr>
            <p:ph idx="1"/>
          </p:nvPr>
        </p:nvSpPr>
        <p:spPr>
          <a:xfrm>
            <a:off x="696000" y="864000"/>
            <a:ext cx="10800000" cy="5328000"/>
          </a:xfrm>
        </p:spPr>
        <p:txBody>
          <a:bodyPr/>
          <a:lstStyle/>
          <a:p>
            <a:r>
              <a:rPr lang="zh-CN" altLang="en-US" dirty="0"/>
              <a:t>项目建议</a:t>
            </a:r>
            <a:endParaRPr lang="en-US" altLang="zh-CN" dirty="0"/>
          </a:p>
          <a:p>
            <a:pPr lvl="1"/>
            <a:r>
              <a:rPr lang="zh-CN" altLang="en-US" dirty="0"/>
              <a:t>非必须</a:t>
            </a:r>
            <a:endParaRPr lang="en-US" altLang="zh-CN" dirty="0"/>
          </a:p>
          <a:p>
            <a:r>
              <a:rPr lang="zh-CN" altLang="en-US" dirty="0"/>
              <a:t>项目可行性分析</a:t>
            </a:r>
            <a:endParaRPr lang="en-US" altLang="zh-CN" dirty="0"/>
          </a:p>
          <a:p>
            <a:pPr lvl="1"/>
            <a:r>
              <a:rPr lang="zh-CN" altLang="en-US" dirty="0"/>
              <a:t>投资</a:t>
            </a:r>
            <a:endParaRPr lang="en-US" altLang="zh-CN" dirty="0"/>
          </a:p>
          <a:p>
            <a:pPr lvl="1"/>
            <a:r>
              <a:rPr lang="zh-CN" altLang="en-US" dirty="0"/>
              <a:t>技术</a:t>
            </a:r>
            <a:endParaRPr lang="en-US" altLang="zh-CN" dirty="0"/>
          </a:p>
          <a:p>
            <a:pPr lvl="1"/>
            <a:r>
              <a:rPr lang="zh-CN" altLang="en-US" dirty="0"/>
              <a:t>财务</a:t>
            </a:r>
            <a:endParaRPr lang="en-US" altLang="zh-CN" dirty="0"/>
          </a:p>
          <a:p>
            <a:pPr lvl="1"/>
            <a:r>
              <a:rPr lang="zh-CN" altLang="en-US" dirty="0"/>
              <a:t>组织</a:t>
            </a:r>
            <a:endParaRPr lang="en-US" altLang="zh-CN" dirty="0"/>
          </a:p>
          <a:p>
            <a:pPr lvl="1"/>
            <a:r>
              <a:rPr lang="zh-CN" altLang="en-US" dirty="0"/>
              <a:t>经济</a:t>
            </a:r>
            <a:endParaRPr lang="en-US" altLang="zh-CN" dirty="0"/>
          </a:p>
          <a:p>
            <a:pPr lvl="1"/>
            <a:r>
              <a:rPr lang="zh-CN" altLang="en-US" dirty="0"/>
              <a:t>社会</a:t>
            </a:r>
            <a:endParaRPr lang="en-US" altLang="zh-CN" dirty="0"/>
          </a:p>
          <a:p>
            <a:pPr lvl="1"/>
            <a:r>
              <a:rPr lang="zh-CN" altLang="en-US" dirty="0"/>
              <a:t>风险因素及对策</a:t>
            </a:r>
            <a:endParaRPr lang="en-US" altLang="zh-CN" dirty="0"/>
          </a:p>
          <a:p>
            <a:r>
              <a:rPr lang="zh-CN" altLang="en-US" dirty="0"/>
              <a:t>项目审批</a:t>
            </a:r>
            <a:endParaRPr lang="en-US" altLang="zh-CN" dirty="0"/>
          </a:p>
          <a:p>
            <a:r>
              <a:rPr lang="zh-CN" altLang="en-US" dirty="0"/>
              <a:t>项目招投标</a:t>
            </a:r>
            <a:endParaRPr lang="en-US" altLang="zh-CN" dirty="0"/>
          </a:p>
          <a:p>
            <a:r>
              <a:rPr lang="zh-CN" altLang="en-US" dirty="0"/>
              <a:t>项目合同谈判与签订</a:t>
            </a:r>
          </a:p>
        </p:txBody>
      </p:sp>
      <p:sp>
        <p:nvSpPr>
          <p:cNvPr id="7" name="Text Placeholder 6">
            <a:extLst>
              <a:ext uri="{FF2B5EF4-FFF2-40B4-BE49-F238E27FC236}">
                <a16:creationId xmlns:a16="http://schemas.microsoft.com/office/drawing/2014/main" id="{5EB5B1BD-1F61-CF2F-E32E-63CAECBECA34}"/>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66322911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96B9A99-5A27-A74D-B567-E3DF420A6D85}"/>
              </a:ext>
            </a:extLst>
          </p:cNvPr>
          <p:cNvSpPr>
            <a:spLocks noGrp="1"/>
          </p:cNvSpPr>
          <p:nvPr>
            <p:ph type="title"/>
          </p:nvPr>
        </p:nvSpPr>
        <p:spPr>
          <a:xfrm>
            <a:off x="695998" y="360000"/>
            <a:ext cx="6375921" cy="424732"/>
          </a:xfrm>
        </p:spPr>
        <p:txBody>
          <a:bodyPr>
            <a:normAutofit/>
          </a:bodyPr>
          <a:lstStyle/>
          <a:p>
            <a:r>
              <a:rPr lang="en-US" altLang="zh-CN" dirty="0"/>
              <a:t>4. </a:t>
            </a:r>
            <a:r>
              <a:rPr lang="zh-CN" altLang="en-US" dirty="0"/>
              <a:t>项目章程</a:t>
            </a:r>
          </a:p>
        </p:txBody>
      </p:sp>
      <p:sp>
        <p:nvSpPr>
          <p:cNvPr id="3" name="内容占位符 2">
            <a:extLst>
              <a:ext uri="{FF2B5EF4-FFF2-40B4-BE49-F238E27FC236}">
                <a16:creationId xmlns:a16="http://schemas.microsoft.com/office/drawing/2014/main" id="{C5AA769D-A128-6467-C065-875D6E15AF61}"/>
              </a:ext>
            </a:extLst>
          </p:cNvPr>
          <p:cNvSpPr>
            <a:spLocks noGrp="1"/>
          </p:cNvSpPr>
          <p:nvPr>
            <p:ph idx="1"/>
          </p:nvPr>
        </p:nvSpPr>
        <p:spPr>
          <a:xfrm>
            <a:off x="696000" y="864000"/>
            <a:ext cx="10800000" cy="5328000"/>
          </a:xfrm>
        </p:spPr>
        <p:txBody>
          <a:bodyPr/>
          <a:lstStyle/>
          <a:p>
            <a:r>
              <a:rPr lang="zh-CN" altLang="en-US" dirty="0"/>
              <a:t>正式批准项目启动</a:t>
            </a:r>
          </a:p>
          <a:p>
            <a:r>
              <a:rPr lang="zh-CN" altLang="en-US" dirty="0"/>
              <a:t>授权项目经理执行</a:t>
            </a:r>
          </a:p>
          <a:p>
            <a:r>
              <a:rPr lang="zh-CN" altLang="en-US" dirty="0"/>
              <a:t>明确项目目标与范围</a:t>
            </a:r>
          </a:p>
          <a:p>
            <a:r>
              <a:rPr lang="zh-CN" altLang="en-US" dirty="0"/>
              <a:t>为项目提供合法性基础</a:t>
            </a:r>
            <a:endParaRPr lang="en-US" altLang="zh-CN" dirty="0"/>
          </a:p>
          <a:p>
            <a:r>
              <a:rPr lang="zh-CN" altLang="en-US" dirty="0"/>
              <a:t>由高层签发及修改</a:t>
            </a:r>
            <a:endParaRPr lang="en-US" altLang="zh-CN" dirty="0"/>
          </a:p>
          <a:p>
            <a:pPr lvl="1"/>
            <a:r>
              <a:rPr lang="zh-CN" altLang="en-US" dirty="0"/>
              <a:t>谁签发谁修改</a:t>
            </a:r>
            <a:endParaRPr lang="en-US" altLang="zh-CN" dirty="0"/>
          </a:p>
          <a:p>
            <a:pPr lvl="1"/>
            <a:r>
              <a:rPr lang="zh-CN" altLang="en-US" dirty="0"/>
              <a:t>不是频繁修改</a:t>
            </a:r>
            <a:endParaRPr lang="en-US" altLang="zh-CN" dirty="0"/>
          </a:p>
        </p:txBody>
      </p:sp>
      <p:sp>
        <p:nvSpPr>
          <p:cNvPr id="6" name="Text Placeholder 5">
            <a:extLst>
              <a:ext uri="{FF2B5EF4-FFF2-40B4-BE49-F238E27FC236}">
                <a16:creationId xmlns:a16="http://schemas.microsoft.com/office/drawing/2014/main" id="{338EA43D-2065-87EB-81F9-2219206BFB7E}"/>
              </a:ext>
            </a:extLst>
          </p:cNvPr>
          <p:cNvSpPr>
            <a:spLocks noGrp="1"/>
          </p:cNvSpPr>
          <p:nvPr>
            <p:ph type="body" sz="quarter" idx="10"/>
          </p:nvPr>
        </p:nvSpPr>
        <p:spPr>
          <a:xfrm>
            <a:off x="7071919" y="360001"/>
            <a:ext cx="4424080" cy="424731"/>
          </a:xfrm>
        </p:spPr>
        <p:txBody>
          <a:bodyPr/>
          <a:lstStyle/>
          <a:p>
            <a:r>
              <a:rPr lang="en-US" altLang="zh-CN" dirty="0"/>
              <a:t>Charter</a:t>
            </a:r>
            <a:endParaRPr lang="zh-CN" altLang="en-US" dirty="0"/>
          </a:p>
        </p:txBody>
      </p:sp>
    </p:spTree>
    <p:extLst>
      <p:ext uri="{BB962C8B-B14F-4D97-AF65-F5344CB8AC3E}">
        <p14:creationId xmlns:p14="http://schemas.microsoft.com/office/powerpoint/2010/main" val="254778176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DFC3EDA-9768-DDBE-9C6A-8D7269605BCF}"/>
              </a:ext>
            </a:extLst>
          </p:cNvPr>
          <p:cNvSpPr>
            <a:spLocks noGrp="1"/>
          </p:cNvSpPr>
          <p:nvPr>
            <p:ph type="title"/>
          </p:nvPr>
        </p:nvSpPr>
        <p:spPr>
          <a:xfrm>
            <a:off x="695998" y="360000"/>
            <a:ext cx="7200000" cy="424732"/>
          </a:xfrm>
        </p:spPr>
        <p:txBody>
          <a:bodyPr>
            <a:normAutofit/>
          </a:bodyPr>
          <a:lstStyle/>
          <a:p>
            <a:r>
              <a:rPr lang="zh-CN" altLang="en-US" dirty="0"/>
              <a:t>项目管理计划 </a:t>
            </a:r>
            <a:r>
              <a:rPr lang="en-US" altLang="zh-CN" dirty="0"/>
              <a:t>Project Management Plan</a:t>
            </a:r>
            <a:endParaRPr lang="zh-CN" altLang="en-US" dirty="0"/>
          </a:p>
        </p:txBody>
      </p:sp>
      <p:sp>
        <p:nvSpPr>
          <p:cNvPr id="3" name="内容占位符 2">
            <a:extLst>
              <a:ext uri="{FF2B5EF4-FFF2-40B4-BE49-F238E27FC236}">
                <a16:creationId xmlns:a16="http://schemas.microsoft.com/office/drawing/2014/main" id="{2F866C10-7204-6D46-CED9-05867F119F6A}"/>
              </a:ext>
            </a:extLst>
          </p:cNvPr>
          <p:cNvSpPr>
            <a:spLocks noGrp="1"/>
          </p:cNvSpPr>
          <p:nvPr>
            <p:ph idx="1"/>
          </p:nvPr>
        </p:nvSpPr>
        <p:spPr>
          <a:xfrm>
            <a:off x="696000" y="1080000"/>
            <a:ext cx="10800000" cy="5112000"/>
          </a:xfrm>
        </p:spPr>
        <p:txBody>
          <a:bodyPr/>
          <a:lstStyle/>
          <a:p>
            <a:r>
              <a:rPr lang="zh-CN" altLang="en-US" dirty="0"/>
              <a:t>项目管理计划是整合所有子计划和基准的综合性文件，用于指导项目执行、监控与收尾</a:t>
            </a:r>
            <a:endParaRPr lang="en-US" altLang="zh-CN" dirty="0"/>
          </a:p>
          <a:p>
            <a:r>
              <a:rPr lang="zh-CN" altLang="en-US" dirty="0"/>
              <a:t>不是所有项目文件都属于项目管理计划本身</a:t>
            </a:r>
          </a:p>
          <a:p>
            <a:r>
              <a:rPr lang="zh-CN" altLang="en-US" dirty="0"/>
              <a:t>包括</a:t>
            </a:r>
            <a:endParaRPr lang="en-US" altLang="zh-CN" dirty="0"/>
          </a:p>
          <a:p>
            <a:pPr lvl="1"/>
            <a:r>
              <a:rPr lang="zh-CN" altLang="en-US" dirty="0"/>
              <a:t>范围管理计划</a:t>
            </a:r>
          </a:p>
          <a:p>
            <a:pPr lvl="1"/>
            <a:r>
              <a:rPr lang="zh-CN" altLang="en-US" dirty="0"/>
              <a:t>进度管理计划</a:t>
            </a:r>
          </a:p>
          <a:p>
            <a:pPr lvl="1"/>
            <a:r>
              <a:rPr lang="zh-CN" altLang="en-US" dirty="0"/>
              <a:t>成本管理计划</a:t>
            </a:r>
          </a:p>
          <a:p>
            <a:pPr lvl="1"/>
            <a:r>
              <a:rPr lang="zh-CN" altLang="en-US" dirty="0"/>
              <a:t>风险管理计划</a:t>
            </a:r>
          </a:p>
          <a:p>
            <a:pPr lvl="1"/>
            <a:r>
              <a:rPr lang="zh-CN" altLang="en-US" dirty="0"/>
              <a:t>沟通管理计划</a:t>
            </a:r>
          </a:p>
          <a:p>
            <a:pPr lvl="1"/>
            <a:r>
              <a:rPr lang="zh-CN" altLang="en-US" dirty="0"/>
              <a:t>变更管理计划</a:t>
            </a:r>
            <a:endParaRPr lang="en-US" altLang="zh-CN" dirty="0"/>
          </a:p>
        </p:txBody>
      </p:sp>
      <p:sp>
        <p:nvSpPr>
          <p:cNvPr id="7" name="文本占位符 6">
            <a:extLst>
              <a:ext uri="{FF2B5EF4-FFF2-40B4-BE49-F238E27FC236}">
                <a16:creationId xmlns:a16="http://schemas.microsoft.com/office/drawing/2014/main" id="{2F8A4FC0-7D9F-FE82-5FFA-1CE245CEDB7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9596057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BBCBF9C-99ED-69D6-03B1-A635704FD0CD}"/>
              </a:ext>
            </a:extLst>
          </p:cNvPr>
          <p:cNvSpPr>
            <a:spLocks noGrp="1"/>
          </p:cNvSpPr>
          <p:nvPr>
            <p:ph type="title"/>
          </p:nvPr>
        </p:nvSpPr>
        <p:spPr>
          <a:xfrm>
            <a:off x="696000" y="360000"/>
            <a:ext cx="10800000" cy="424732"/>
          </a:xfrm>
        </p:spPr>
        <p:txBody>
          <a:bodyPr>
            <a:normAutofit/>
          </a:bodyPr>
          <a:lstStyle/>
          <a:p>
            <a:r>
              <a:rPr lang="zh-CN" altLang="en-US" dirty="0"/>
              <a:t>任命项目经理 </a:t>
            </a:r>
            <a:r>
              <a:rPr lang="en-US" altLang="zh-CN" dirty="0"/>
              <a:t>- Appoint the Project Manager</a:t>
            </a:r>
            <a:endParaRPr lang="zh-CN" altLang="en-US" dirty="0"/>
          </a:p>
        </p:txBody>
      </p:sp>
      <p:sp>
        <p:nvSpPr>
          <p:cNvPr id="7" name="内容占位符 6">
            <a:extLst>
              <a:ext uri="{FF2B5EF4-FFF2-40B4-BE49-F238E27FC236}">
                <a16:creationId xmlns:a16="http://schemas.microsoft.com/office/drawing/2014/main" id="{52E20CE5-D971-5461-DEEA-328F661565E4}"/>
              </a:ext>
            </a:extLst>
          </p:cNvPr>
          <p:cNvSpPr>
            <a:spLocks noGrp="1"/>
          </p:cNvSpPr>
          <p:nvPr>
            <p:ph idx="1"/>
          </p:nvPr>
        </p:nvSpPr>
        <p:spPr/>
        <p:txBody>
          <a:bodyPr/>
          <a:lstStyle/>
          <a:p>
            <a:r>
              <a:rPr lang="zh-CN" altLang="en-US" dirty="0"/>
              <a:t>可以参与章程起草</a:t>
            </a:r>
            <a:endParaRPr lang="en-US" altLang="zh-CN" dirty="0"/>
          </a:p>
          <a:p>
            <a:r>
              <a:rPr lang="zh-CN" altLang="en-US" dirty="0"/>
              <a:t>是章程的实施者</a:t>
            </a:r>
          </a:p>
        </p:txBody>
      </p:sp>
    </p:spTree>
    <p:extLst>
      <p:ext uri="{BB962C8B-B14F-4D97-AF65-F5344CB8AC3E}">
        <p14:creationId xmlns:p14="http://schemas.microsoft.com/office/powerpoint/2010/main" val="153685802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C2505AD-8CA3-EF0E-8186-DB86D75691EF}"/>
              </a:ext>
            </a:extLst>
          </p:cNvPr>
          <p:cNvSpPr>
            <a:spLocks noGrp="1"/>
          </p:cNvSpPr>
          <p:nvPr>
            <p:ph type="title"/>
          </p:nvPr>
        </p:nvSpPr>
        <p:spPr>
          <a:xfrm>
            <a:off x="696000" y="360000"/>
            <a:ext cx="10800000" cy="424732"/>
          </a:xfrm>
        </p:spPr>
        <p:txBody>
          <a:bodyPr>
            <a:normAutofit/>
          </a:bodyPr>
          <a:lstStyle/>
          <a:p>
            <a:r>
              <a:rPr lang="zh-CN" altLang="en-US" dirty="0"/>
              <a:t>批准业务案例 </a:t>
            </a:r>
            <a:r>
              <a:rPr lang="en-US" altLang="zh-CN" dirty="0"/>
              <a:t>- Approve the business case</a:t>
            </a:r>
            <a:endParaRPr lang="zh-CN" altLang="en-US" dirty="0"/>
          </a:p>
        </p:txBody>
      </p:sp>
      <p:sp>
        <p:nvSpPr>
          <p:cNvPr id="5" name="内容占位符 4">
            <a:extLst>
              <a:ext uri="{FF2B5EF4-FFF2-40B4-BE49-F238E27FC236}">
                <a16:creationId xmlns:a16="http://schemas.microsoft.com/office/drawing/2014/main" id="{E0A6EF37-AC6D-50F8-1949-0270CD25BF0A}"/>
              </a:ext>
            </a:extLst>
          </p:cNvPr>
          <p:cNvSpPr>
            <a:spLocks noGrp="1"/>
          </p:cNvSpPr>
          <p:nvPr>
            <p:ph idx="1"/>
          </p:nvPr>
        </p:nvSpPr>
        <p:spPr/>
        <p:txBody>
          <a:bodyPr/>
          <a:lstStyle/>
          <a:p>
            <a:r>
              <a:rPr lang="zh-CN" altLang="en-US" dirty="0"/>
              <a:t>项目章程 </a:t>
            </a:r>
            <a:r>
              <a:rPr lang="en-US" altLang="zh-CN" dirty="0"/>
              <a:t>Charter</a:t>
            </a:r>
            <a:r>
              <a:rPr lang="zh-CN" altLang="en-US" dirty="0"/>
              <a:t>：提交和批准业务案例的流程</a:t>
            </a:r>
          </a:p>
        </p:txBody>
      </p:sp>
    </p:spTree>
    <p:extLst>
      <p:ext uri="{BB962C8B-B14F-4D97-AF65-F5344CB8AC3E}">
        <p14:creationId xmlns:p14="http://schemas.microsoft.com/office/powerpoint/2010/main" val="96408595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D738D6D-36C5-51F0-4BC1-CBE2733EDB51}"/>
              </a:ext>
            </a:extLst>
          </p:cNvPr>
          <p:cNvSpPr>
            <a:spLocks noGrp="1"/>
          </p:cNvSpPr>
          <p:nvPr>
            <p:ph type="title"/>
          </p:nvPr>
        </p:nvSpPr>
        <p:spPr>
          <a:xfrm>
            <a:off x="696000" y="360000"/>
            <a:ext cx="10800000" cy="424732"/>
          </a:xfrm>
        </p:spPr>
        <p:txBody>
          <a:bodyPr>
            <a:normAutofit/>
          </a:bodyPr>
          <a:lstStyle/>
          <a:p>
            <a:r>
              <a:rPr lang="zh-CN" altLang="en-US" dirty="0"/>
              <a:t>确定项目目标 </a:t>
            </a:r>
            <a:r>
              <a:rPr lang="en-US" altLang="zh-CN" dirty="0"/>
              <a:t>- Identify Project Objectives</a:t>
            </a:r>
            <a:endParaRPr lang="zh-CN" altLang="en-US" dirty="0"/>
          </a:p>
        </p:txBody>
      </p:sp>
      <p:sp>
        <p:nvSpPr>
          <p:cNvPr id="7" name="内容占位符 6">
            <a:extLst>
              <a:ext uri="{FF2B5EF4-FFF2-40B4-BE49-F238E27FC236}">
                <a16:creationId xmlns:a16="http://schemas.microsoft.com/office/drawing/2014/main" id="{152E305E-7D2D-324D-CAD1-D078E7A0A30F}"/>
              </a:ext>
            </a:extLst>
          </p:cNvPr>
          <p:cNvSpPr>
            <a:spLocks noGrp="1"/>
          </p:cNvSpPr>
          <p:nvPr>
            <p:ph idx="1"/>
          </p:nvPr>
        </p:nvSpPr>
        <p:spPr/>
        <p:txBody>
          <a:bodyPr/>
          <a:lstStyle/>
          <a:p>
            <a:r>
              <a:rPr lang="zh-CN" altLang="en-US" dirty="0"/>
              <a:t>确定项目目标，明确项目预期成果</a:t>
            </a:r>
            <a:endParaRPr lang="en-US" altLang="zh-CN" dirty="0"/>
          </a:p>
          <a:p>
            <a:r>
              <a:rPr lang="zh-CN" altLang="en-US" dirty="0"/>
              <a:t>分析项目背景，理解项目对于公司的价值</a:t>
            </a:r>
            <a:endParaRPr lang="en-US" altLang="zh-CN" dirty="0"/>
          </a:p>
          <a:p>
            <a:r>
              <a:rPr lang="zh-CN" altLang="en-US" dirty="0"/>
              <a:t>明确项目解决的问题，评估其对公司的影响</a:t>
            </a:r>
            <a:endParaRPr lang="en-US" altLang="zh-CN" dirty="0"/>
          </a:p>
          <a:p>
            <a:r>
              <a:rPr lang="zh-CN" altLang="en-US" dirty="0"/>
              <a:t>制定项目计划，确保项目顺利进行</a:t>
            </a:r>
            <a:endParaRPr lang="en-US" altLang="zh-CN" dirty="0"/>
          </a:p>
          <a:p>
            <a:r>
              <a:rPr lang="zh-CN" altLang="en-US" dirty="0"/>
              <a:t>通过项目实施，提升公司运营效率和市场竞争力</a:t>
            </a:r>
          </a:p>
        </p:txBody>
      </p:sp>
    </p:spTree>
    <p:extLst>
      <p:ext uri="{BB962C8B-B14F-4D97-AF65-F5344CB8AC3E}">
        <p14:creationId xmlns:p14="http://schemas.microsoft.com/office/powerpoint/2010/main" val="93384464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B19336A-C039-9D95-BD38-922535D0105E}"/>
              </a:ext>
            </a:extLst>
          </p:cNvPr>
          <p:cNvSpPr>
            <a:spLocks noGrp="1"/>
          </p:cNvSpPr>
          <p:nvPr>
            <p:ph type="title"/>
          </p:nvPr>
        </p:nvSpPr>
        <p:spPr>
          <a:xfrm>
            <a:off x="696000" y="360000"/>
            <a:ext cx="10800000" cy="424732"/>
          </a:xfrm>
        </p:spPr>
        <p:txBody>
          <a:bodyPr>
            <a:normAutofit/>
          </a:bodyPr>
          <a:lstStyle/>
          <a:p>
            <a:r>
              <a:rPr lang="zh-CN" altLang="en-US" dirty="0"/>
              <a:t>定义项目范围 </a:t>
            </a:r>
            <a:r>
              <a:rPr lang="en-US" altLang="zh-CN" dirty="0"/>
              <a:t>- Define Project Scope</a:t>
            </a:r>
            <a:endParaRPr lang="zh-CN" altLang="en-US" dirty="0"/>
          </a:p>
        </p:txBody>
      </p:sp>
      <p:sp>
        <p:nvSpPr>
          <p:cNvPr id="3" name="内容占位符 2">
            <a:extLst>
              <a:ext uri="{FF2B5EF4-FFF2-40B4-BE49-F238E27FC236}">
                <a16:creationId xmlns:a16="http://schemas.microsoft.com/office/drawing/2014/main" id="{F674FFA5-05CF-6980-6C7C-8E3034C17FDE}"/>
              </a:ext>
            </a:extLst>
          </p:cNvPr>
          <p:cNvSpPr>
            <a:spLocks noGrp="1"/>
          </p:cNvSpPr>
          <p:nvPr>
            <p:ph idx="1"/>
          </p:nvPr>
        </p:nvSpPr>
        <p:spPr>
          <a:xfrm>
            <a:off x="696000" y="1080000"/>
            <a:ext cx="10800000" cy="5112000"/>
          </a:xfrm>
        </p:spPr>
        <p:txBody>
          <a:bodyPr>
            <a:normAutofit/>
          </a:bodyPr>
          <a:lstStyle/>
          <a:p>
            <a:r>
              <a:rPr lang="zh-CN" altLang="en-US" dirty="0"/>
              <a:t>工作范围 </a:t>
            </a:r>
            <a:r>
              <a:rPr lang="en-US" altLang="zh-CN" dirty="0"/>
              <a:t>SOW</a:t>
            </a:r>
          </a:p>
          <a:p>
            <a:pPr lvl="1"/>
            <a:r>
              <a:rPr lang="en-US" altLang="zh-CN" dirty="0"/>
              <a:t>Scope Of Work</a:t>
            </a:r>
          </a:p>
          <a:p>
            <a:pPr lvl="1"/>
            <a:r>
              <a:rPr lang="zh-CN" altLang="en-US" dirty="0"/>
              <a:t>一份正式文件</a:t>
            </a:r>
            <a:endParaRPr lang="en-US" altLang="zh-CN" dirty="0"/>
          </a:p>
          <a:p>
            <a:pPr lvl="1"/>
            <a:r>
              <a:rPr lang="zh-CN" altLang="en-US" dirty="0"/>
              <a:t>定义了完成项目所需的特定任务、可交付成果、时间表和责任</a:t>
            </a:r>
            <a:endParaRPr lang="en-US" altLang="zh-CN" dirty="0"/>
          </a:p>
          <a:p>
            <a:pPr lvl="1"/>
            <a:r>
              <a:rPr lang="zh-CN" altLang="en-US" dirty="0"/>
              <a:t>在整个执行过程中也起到控制工具的作用</a:t>
            </a:r>
            <a:endParaRPr lang="en-US" altLang="zh-CN" dirty="0"/>
          </a:p>
          <a:p>
            <a:pPr lvl="1"/>
            <a:r>
              <a:rPr lang="zh-CN" altLang="en-US" dirty="0"/>
              <a:t>当出现疑问或变更请求时，团队可以回顾工作范围，以确定请求是否在范围之内。这有助于防止范围蔓延 </a:t>
            </a:r>
            <a:r>
              <a:rPr lang="en-US" altLang="zh-CN" dirty="0"/>
              <a:t>- Scope creep</a:t>
            </a:r>
          </a:p>
          <a:p>
            <a:r>
              <a:rPr lang="zh-CN" altLang="en-US" dirty="0"/>
              <a:t>工作范围旨在</a:t>
            </a:r>
            <a:endParaRPr lang="en-US" altLang="zh-CN" dirty="0"/>
          </a:p>
          <a:p>
            <a:pPr lvl="1"/>
            <a:r>
              <a:rPr lang="zh-CN" altLang="en-US" dirty="0"/>
              <a:t>定义项目可交付成果和边界 </a:t>
            </a:r>
            <a:r>
              <a:rPr lang="en-US" altLang="zh-CN" dirty="0"/>
              <a:t>- Define project deliverables and boundaries</a:t>
            </a:r>
            <a:endParaRPr lang="zh-CN" altLang="en-US" dirty="0"/>
          </a:p>
          <a:p>
            <a:pPr lvl="1"/>
            <a:r>
              <a:rPr lang="zh-CN" altLang="en-US" dirty="0"/>
              <a:t>明确角色、责任和期望 </a:t>
            </a:r>
            <a:r>
              <a:rPr lang="en-US" altLang="zh-CN" dirty="0"/>
              <a:t>- Clarify roles, responsibilities and expectations</a:t>
            </a:r>
          </a:p>
          <a:p>
            <a:pPr lvl="1"/>
            <a:r>
              <a:rPr lang="zh-CN" altLang="en-US" dirty="0"/>
              <a:t>建立时间表、里程碑和假设 </a:t>
            </a:r>
            <a:r>
              <a:rPr lang="en-US" altLang="zh-CN" dirty="0"/>
              <a:t>- Establish timelines, milestones and assumptions</a:t>
            </a:r>
          </a:p>
          <a:p>
            <a:pPr lvl="1"/>
            <a:r>
              <a:rPr lang="zh-CN" altLang="en-US" dirty="0"/>
              <a:t>降低风险、争议和计划外变更 </a:t>
            </a:r>
            <a:r>
              <a:rPr lang="en-US" altLang="zh-CN" dirty="0"/>
              <a:t>- Reduce risk, disputes and unplanned changes</a:t>
            </a:r>
          </a:p>
          <a:p>
            <a:endParaRPr lang="en-US" altLang="zh-CN" dirty="0"/>
          </a:p>
        </p:txBody>
      </p:sp>
    </p:spTree>
    <p:extLst>
      <p:ext uri="{BB962C8B-B14F-4D97-AF65-F5344CB8AC3E}">
        <p14:creationId xmlns:p14="http://schemas.microsoft.com/office/powerpoint/2010/main" val="333427573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F67911EB-2FBB-0137-F7C4-6D497643E096}"/>
              </a:ext>
            </a:extLst>
          </p:cNvPr>
          <p:cNvSpPr>
            <a:spLocks noGrp="1"/>
          </p:cNvSpPr>
          <p:nvPr>
            <p:ph type="body" sz="quarter" idx="10"/>
          </p:nvPr>
        </p:nvSpPr>
        <p:spPr>
          <a:xfrm>
            <a:off x="3219345" y="1629000"/>
            <a:ext cx="8640000" cy="3600000"/>
          </a:xfrm>
        </p:spPr>
        <p:txBody>
          <a:bodyPr/>
          <a:lstStyle/>
          <a:p>
            <a:r>
              <a:rPr lang="en-US" altLang="zh-CN" dirty="0"/>
              <a:t>Construction Project Scope Creep Example</a:t>
            </a:r>
          </a:p>
          <a:p>
            <a:endParaRPr lang="en-US" altLang="zh-CN" dirty="0"/>
          </a:p>
          <a:p>
            <a:r>
              <a:rPr lang="en-US" altLang="zh-CN" dirty="0"/>
              <a:t>Acme Builders </a:t>
            </a:r>
            <a:r>
              <a:rPr lang="zh-CN" altLang="en-US" dirty="0"/>
              <a:t>已签订合同，承建一栋三层多户住宅</a:t>
            </a:r>
            <a:endParaRPr lang="en-US" altLang="zh-CN" dirty="0"/>
          </a:p>
          <a:p>
            <a:r>
              <a:rPr lang="zh-CN" altLang="en-US" dirty="0"/>
              <a:t>建设已经开始，当客户找到总承包商时，表示为了使项目对他们作为房东有利可图，他们必须增加一层的建筑，并且要在同一时间内完成</a:t>
            </a:r>
            <a:endParaRPr lang="en-US" altLang="zh-CN" dirty="0"/>
          </a:p>
        </p:txBody>
      </p:sp>
    </p:spTree>
    <p:extLst>
      <p:ext uri="{BB962C8B-B14F-4D97-AF65-F5344CB8AC3E}">
        <p14:creationId xmlns:p14="http://schemas.microsoft.com/office/powerpoint/2010/main" val="193262370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B48014D4-18DB-DBE3-F7BD-15AF4D109A60}"/>
              </a:ext>
            </a:extLst>
          </p:cNvPr>
          <p:cNvSpPr>
            <a:spLocks noGrp="1"/>
          </p:cNvSpPr>
          <p:nvPr>
            <p:ph type="body" sz="quarter" idx="10"/>
          </p:nvPr>
        </p:nvSpPr>
        <p:spPr>
          <a:xfrm>
            <a:off x="3219345" y="1629000"/>
            <a:ext cx="8640000" cy="3600000"/>
          </a:xfrm>
        </p:spPr>
        <p:txBody>
          <a:bodyPr/>
          <a:lstStyle/>
          <a:p>
            <a:r>
              <a:rPr lang="en-US" altLang="zh-CN" dirty="0"/>
              <a:t>Manufacturing Project Scope Creep Example</a:t>
            </a:r>
          </a:p>
          <a:p>
            <a:endParaRPr lang="en-US" altLang="zh-CN" dirty="0"/>
          </a:p>
          <a:p>
            <a:r>
              <a:rPr lang="en-US" altLang="zh-CN" dirty="0"/>
              <a:t>A</a:t>
            </a:r>
            <a:r>
              <a:rPr lang="zh-CN" altLang="en-US" dirty="0"/>
              <a:t>到</a:t>
            </a:r>
            <a:r>
              <a:rPr lang="en-US" altLang="zh-CN" dirty="0"/>
              <a:t>B</a:t>
            </a:r>
            <a:r>
              <a:rPr lang="zh-CN" altLang="en-US" dirty="0"/>
              <a:t>制造商正准备为新产品投入生产，他们已经设计并采购了手机壳的材料</a:t>
            </a:r>
            <a:endParaRPr lang="en-US" altLang="zh-CN" dirty="0"/>
          </a:p>
          <a:p>
            <a:r>
              <a:rPr lang="zh-CN" altLang="en-US" dirty="0"/>
              <a:t>执行团队未经监督地更改了设计，想添加一个夹子，让手机壳能够挂在用户的腰带上</a:t>
            </a:r>
            <a:endParaRPr lang="en-US" altLang="zh-CN" dirty="0"/>
          </a:p>
        </p:txBody>
      </p:sp>
    </p:spTree>
    <p:extLst>
      <p:ext uri="{BB962C8B-B14F-4D97-AF65-F5344CB8AC3E}">
        <p14:creationId xmlns:p14="http://schemas.microsoft.com/office/powerpoint/2010/main" val="341106043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5C31BDE8-4A13-3A98-BD96-6DCCFCAF82BF}"/>
              </a:ext>
            </a:extLst>
          </p:cNvPr>
          <p:cNvSpPr>
            <a:spLocks noGrp="1"/>
          </p:cNvSpPr>
          <p:nvPr>
            <p:ph type="body" sz="quarter" idx="10"/>
          </p:nvPr>
        </p:nvSpPr>
        <p:spPr>
          <a:xfrm>
            <a:off x="3219345" y="1629000"/>
            <a:ext cx="8640000" cy="3600000"/>
          </a:xfrm>
        </p:spPr>
        <p:txBody>
          <a:bodyPr/>
          <a:lstStyle/>
          <a:p>
            <a:r>
              <a:rPr lang="en-US" altLang="zh-CN" dirty="0"/>
              <a:t>IT Project Scope Creep Example</a:t>
            </a:r>
          </a:p>
          <a:p>
            <a:endParaRPr lang="en-US" altLang="zh-CN" dirty="0"/>
          </a:p>
          <a:p>
            <a:r>
              <a:rPr lang="zh-CN" altLang="en-US" dirty="0"/>
              <a:t>三个月内，一位项目经理负责交付一款新的软件</a:t>
            </a:r>
            <a:endParaRPr lang="en-US" altLang="zh-CN" dirty="0"/>
          </a:p>
          <a:p>
            <a:r>
              <a:rPr lang="zh-CN" altLang="en-US" dirty="0"/>
              <a:t>在规划阶段几周后，项目的赞助商增加了新的功能。</a:t>
            </a:r>
            <a:endParaRPr lang="en-US" altLang="zh-CN" dirty="0"/>
          </a:p>
          <a:p>
            <a:r>
              <a:rPr lang="zh-CN" altLang="en-US" dirty="0"/>
              <a:t>在项目经理将新要求纳入项目范围后，赞助商根据项目客户的请求进行了更多更改</a:t>
            </a:r>
          </a:p>
        </p:txBody>
      </p:sp>
    </p:spTree>
    <p:extLst>
      <p:ext uri="{BB962C8B-B14F-4D97-AF65-F5344CB8AC3E}">
        <p14:creationId xmlns:p14="http://schemas.microsoft.com/office/powerpoint/2010/main" val="356792453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84E05D-698E-FFBC-5554-20FA6B56AD5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A8D9686-463E-E42A-A976-71CDEDC177D1}"/>
              </a:ext>
            </a:extLst>
          </p:cNvPr>
          <p:cNvSpPr>
            <a:spLocks noGrp="1"/>
          </p:cNvSpPr>
          <p:nvPr>
            <p:ph type="title"/>
          </p:nvPr>
        </p:nvSpPr>
        <p:spPr>
          <a:xfrm>
            <a:off x="696000" y="360000"/>
            <a:ext cx="10800000" cy="424732"/>
          </a:xfrm>
        </p:spPr>
        <p:txBody>
          <a:bodyPr>
            <a:normAutofit/>
          </a:bodyPr>
          <a:lstStyle/>
          <a:p>
            <a:r>
              <a:rPr lang="zh-CN" altLang="en-US" dirty="0"/>
              <a:t>定义项目范围 </a:t>
            </a:r>
            <a:r>
              <a:rPr lang="en-US" altLang="zh-CN" dirty="0"/>
              <a:t>- Define Project Scope</a:t>
            </a:r>
            <a:endParaRPr lang="zh-CN" altLang="en-US" dirty="0"/>
          </a:p>
        </p:txBody>
      </p:sp>
      <p:sp>
        <p:nvSpPr>
          <p:cNvPr id="3" name="内容占位符 2">
            <a:extLst>
              <a:ext uri="{FF2B5EF4-FFF2-40B4-BE49-F238E27FC236}">
                <a16:creationId xmlns:a16="http://schemas.microsoft.com/office/drawing/2014/main" id="{3BF29426-0EE6-FA22-E26A-892CDD5990CB}"/>
              </a:ext>
            </a:extLst>
          </p:cNvPr>
          <p:cNvSpPr>
            <a:spLocks noGrp="1"/>
          </p:cNvSpPr>
          <p:nvPr>
            <p:ph idx="1"/>
          </p:nvPr>
        </p:nvSpPr>
        <p:spPr>
          <a:xfrm>
            <a:off x="696000" y="1080000"/>
            <a:ext cx="10800000" cy="5112000"/>
          </a:xfrm>
        </p:spPr>
        <p:txBody>
          <a:bodyPr>
            <a:normAutofit/>
          </a:bodyPr>
          <a:lstStyle/>
          <a:p>
            <a:r>
              <a:rPr lang="zh-CN" altLang="en-US" dirty="0"/>
              <a:t>编写项目需求文档</a:t>
            </a:r>
            <a:endParaRPr lang="en-US" altLang="zh-CN" dirty="0"/>
          </a:p>
          <a:p>
            <a:r>
              <a:rPr lang="zh-CN" altLang="en-US" dirty="0"/>
              <a:t>设计系统架构</a:t>
            </a:r>
            <a:endParaRPr lang="en-US" altLang="zh-CN" dirty="0"/>
          </a:p>
          <a:p>
            <a:r>
              <a:rPr lang="zh-CN" altLang="en-US" dirty="0"/>
              <a:t>开发前端界面</a:t>
            </a:r>
            <a:endParaRPr lang="en-US" altLang="zh-CN" dirty="0"/>
          </a:p>
          <a:p>
            <a:r>
              <a:rPr lang="zh-CN" altLang="en-US" dirty="0"/>
              <a:t>实现后端逻辑</a:t>
            </a:r>
            <a:endParaRPr lang="en-US" altLang="zh-CN" dirty="0"/>
          </a:p>
          <a:p>
            <a:r>
              <a:rPr lang="zh-CN" altLang="en-US" dirty="0"/>
              <a:t>数据库设计与优化</a:t>
            </a:r>
            <a:endParaRPr lang="en-US" altLang="zh-CN" dirty="0"/>
          </a:p>
          <a:p>
            <a:r>
              <a:rPr lang="zh-CN" altLang="en-US" dirty="0"/>
              <a:t>编写单元测试</a:t>
            </a:r>
            <a:endParaRPr lang="en-US" altLang="zh-CN" dirty="0"/>
          </a:p>
          <a:p>
            <a:r>
              <a:rPr lang="zh-CN" altLang="en-US" dirty="0"/>
              <a:t>集成第三方服务</a:t>
            </a:r>
            <a:endParaRPr lang="en-US" altLang="zh-CN" dirty="0"/>
          </a:p>
          <a:p>
            <a:r>
              <a:rPr lang="zh-CN" altLang="en-US" dirty="0"/>
              <a:t>用户手册编写</a:t>
            </a:r>
            <a:endParaRPr lang="en-US" altLang="zh-CN" dirty="0"/>
          </a:p>
          <a:p>
            <a:r>
              <a:rPr lang="zh-CN" altLang="en-US" dirty="0"/>
              <a:t>代码审查与重构</a:t>
            </a:r>
            <a:endParaRPr lang="en-US" altLang="zh-CN" dirty="0"/>
          </a:p>
          <a:p>
            <a:r>
              <a:rPr lang="zh-CN" altLang="en-US" dirty="0"/>
              <a:t>项目的部署与上线支持</a:t>
            </a:r>
            <a:endParaRPr lang="en-US" altLang="zh-CN" dirty="0"/>
          </a:p>
        </p:txBody>
      </p:sp>
      <p:sp>
        <p:nvSpPr>
          <p:cNvPr id="4" name="矩形: 圆角 3">
            <a:extLst>
              <a:ext uri="{FF2B5EF4-FFF2-40B4-BE49-F238E27FC236}">
                <a16:creationId xmlns:a16="http://schemas.microsoft.com/office/drawing/2014/main" id="{C1F13F80-BD52-CD8F-6FB6-312AA130CF10}"/>
              </a:ext>
            </a:extLst>
          </p:cNvPr>
          <p:cNvSpPr/>
          <p:nvPr/>
        </p:nvSpPr>
        <p:spPr>
          <a:xfrm>
            <a:off x="5657849" y="2686050"/>
            <a:ext cx="2160000" cy="432000"/>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dirty="0"/>
              <a:t>项目管理计划</a:t>
            </a:r>
          </a:p>
        </p:txBody>
      </p:sp>
      <p:sp>
        <p:nvSpPr>
          <p:cNvPr id="5" name="矩形: 圆角 4">
            <a:extLst>
              <a:ext uri="{FF2B5EF4-FFF2-40B4-BE49-F238E27FC236}">
                <a16:creationId xmlns:a16="http://schemas.microsoft.com/office/drawing/2014/main" id="{35264D85-161C-A14D-ABC5-ED9A132694B3}"/>
              </a:ext>
            </a:extLst>
          </p:cNvPr>
          <p:cNvSpPr/>
          <p:nvPr/>
        </p:nvSpPr>
        <p:spPr>
          <a:xfrm>
            <a:off x="5657849" y="3270450"/>
            <a:ext cx="2160000" cy="432000"/>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dirty="0"/>
              <a:t>项目章程</a:t>
            </a:r>
          </a:p>
        </p:txBody>
      </p:sp>
      <p:sp>
        <p:nvSpPr>
          <p:cNvPr id="6" name="矩形: 圆角 5">
            <a:extLst>
              <a:ext uri="{FF2B5EF4-FFF2-40B4-BE49-F238E27FC236}">
                <a16:creationId xmlns:a16="http://schemas.microsoft.com/office/drawing/2014/main" id="{14ED2225-9527-2A38-A53C-614ED7D64AE5}"/>
              </a:ext>
            </a:extLst>
          </p:cNvPr>
          <p:cNvSpPr/>
          <p:nvPr/>
        </p:nvSpPr>
        <p:spPr>
          <a:xfrm>
            <a:off x="5657849" y="3854850"/>
            <a:ext cx="2160000" cy="432000"/>
          </a:xfrm>
          <a:prstGeom prst="roundRect">
            <a:avLst/>
          </a:prstGeom>
        </p:spPr>
        <p:style>
          <a:lnRef idx="0">
            <a:schemeClr val="accent3"/>
          </a:lnRef>
          <a:fillRef idx="3">
            <a:schemeClr val="accent3"/>
          </a:fillRef>
          <a:effectRef idx="3">
            <a:schemeClr val="accent3"/>
          </a:effectRef>
          <a:fontRef idx="minor">
            <a:schemeClr val="lt1"/>
          </a:fontRef>
        </p:style>
        <p:txBody>
          <a:bodyPr rtlCol="0" anchor="ctr"/>
          <a:lstStyle/>
          <a:p>
            <a:pPr algn="ctr"/>
            <a:r>
              <a:rPr lang="zh-CN" altLang="en-US" dirty="0"/>
              <a:t>组织过程资产</a:t>
            </a:r>
          </a:p>
        </p:txBody>
      </p:sp>
      <p:sp>
        <p:nvSpPr>
          <p:cNvPr id="7" name="矩形: 圆角 6">
            <a:extLst>
              <a:ext uri="{FF2B5EF4-FFF2-40B4-BE49-F238E27FC236}">
                <a16:creationId xmlns:a16="http://schemas.microsoft.com/office/drawing/2014/main" id="{88F42267-32FB-0DBB-A7CD-B868645ED728}"/>
              </a:ext>
            </a:extLst>
          </p:cNvPr>
          <p:cNvSpPr/>
          <p:nvPr/>
        </p:nvSpPr>
        <p:spPr>
          <a:xfrm>
            <a:off x="5682750" y="4439250"/>
            <a:ext cx="2160000" cy="432000"/>
          </a:xfrm>
          <a:prstGeom prst="roundRect">
            <a:avLst/>
          </a:prstGeom>
        </p:spPr>
        <p:style>
          <a:lnRef idx="0">
            <a:schemeClr val="accent3"/>
          </a:lnRef>
          <a:fillRef idx="3">
            <a:schemeClr val="accent3"/>
          </a:fillRef>
          <a:effectRef idx="3">
            <a:schemeClr val="accent3"/>
          </a:effectRef>
          <a:fontRef idx="minor">
            <a:schemeClr val="lt1"/>
          </a:fontRef>
        </p:style>
        <p:txBody>
          <a:bodyPr rtlCol="0" anchor="ctr"/>
          <a:lstStyle/>
          <a:p>
            <a:pPr algn="ctr"/>
            <a:r>
              <a:rPr lang="zh-CN" altLang="en-US" dirty="0"/>
              <a:t>事业环境因素</a:t>
            </a:r>
          </a:p>
        </p:txBody>
      </p:sp>
      <p:sp>
        <p:nvSpPr>
          <p:cNvPr id="8" name="矩形: 圆角 7">
            <a:extLst>
              <a:ext uri="{FF2B5EF4-FFF2-40B4-BE49-F238E27FC236}">
                <a16:creationId xmlns:a16="http://schemas.microsoft.com/office/drawing/2014/main" id="{06107906-4706-1C3A-06CA-8479513D42B4}"/>
              </a:ext>
            </a:extLst>
          </p:cNvPr>
          <p:cNvSpPr/>
          <p:nvPr/>
        </p:nvSpPr>
        <p:spPr>
          <a:xfrm>
            <a:off x="8262599" y="3562650"/>
            <a:ext cx="2160000" cy="43200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dirty="0"/>
              <a:t>范围管理计划</a:t>
            </a:r>
          </a:p>
        </p:txBody>
      </p:sp>
      <p:cxnSp>
        <p:nvCxnSpPr>
          <p:cNvPr id="10" name="连接符: 曲线 9">
            <a:extLst>
              <a:ext uri="{FF2B5EF4-FFF2-40B4-BE49-F238E27FC236}">
                <a16:creationId xmlns:a16="http://schemas.microsoft.com/office/drawing/2014/main" id="{853B0B05-9AF1-EDAD-C4C0-8D0A6B2D7FBD}"/>
              </a:ext>
            </a:extLst>
          </p:cNvPr>
          <p:cNvCxnSpPr>
            <a:stCxn id="4" idx="3"/>
            <a:endCxn id="8" idx="1"/>
          </p:cNvCxnSpPr>
          <p:nvPr/>
        </p:nvCxnSpPr>
        <p:spPr>
          <a:xfrm>
            <a:off x="7817849" y="2902050"/>
            <a:ext cx="444750" cy="876600"/>
          </a:xfrm>
          <a:prstGeom prst="curvedConnector3">
            <a:avLst/>
          </a:prstGeom>
          <a:ln>
            <a:solidFill>
              <a:schemeClr val="bg1">
                <a:lumMod val="50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2" name="连接符: 曲线 11">
            <a:extLst>
              <a:ext uri="{FF2B5EF4-FFF2-40B4-BE49-F238E27FC236}">
                <a16:creationId xmlns:a16="http://schemas.microsoft.com/office/drawing/2014/main" id="{2F1F21C0-FA7A-B0AE-E004-88ACD5390923}"/>
              </a:ext>
            </a:extLst>
          </p:cNvPr>
          <p:cNvCxnSpPr>
            <a:stCxn id="7" idx="3"/>
            <a:endCxn id="8" idx="1"/>
          </p:cNvCxnSpPr>
          <p:nvPr/>
        </p:nvCxnSpPr>
        <p:spPr>
          <a:xfrm flipV="1">
            <a:off x="7842750" y="3778650"/>
            <a:ext cx="419849" cy="876600"/>
          </a:xfrm>
          <a:prstGeom prst="curvedConnector3">
            <a:avLst/>
          </a:prstGeom>
          <a:ln>
            <a:solidFill>
              <a:schemeClr val="bg1">
                <a:lumMod val="50000"/>
              </a:schemeClr>
            </a:solidFill>
            <a:tailEnd type="none"/>
          </a:ln>
        </p:spPr>
        <p:style>
          <a:lnRef idx="1">
            <a:schemeClr val="accent1"/>
          </a:lnRef>
          <a:fillRef idx="0">
            <a:schemeClr val="accent1"/>
          </a:fillRef>
          <a:effectRef idx="0">
            <a:schemeClr val="accent1"/>
          </a:effectRef>
          <a:fontRef idx="minor">
            <a:schemeClr val="tx1"/>
          </a:fontRef>
        </p:style>
      </p:cxnSp>
      <p:sp>
        <p:nvSpPr>
          <p:cNvPr id="13" name="矩形: 圆角 12">
            <a:extLst>
              <a:ext uri="{FF2B5EF4-FFF2-40B4-BE49-F238E27FC236}">
                <a16:creationId xmlns:a16="http://schemas.microsoft.com/office/drawing/2014/main" id="{574C1BD7-F42E-3148-A353-958093AF3B91}"/>
              </a:ext>
            </a:extLst>
          </p:cNvPr>
          <p:cNvSpPr/>
          <p:nvPr/>
        </p:nvSpPr>
        <p:spPr>
          <a:xfrm>
            <a:off x="8262599" y="4070850"/>
            <a:ext cx="2160000" cy="432000"/>
          </a:xfrm>
          <a:prstGeom prst="roundRect">
            <a:avLst/>
          </a:prstGeom>
        </p:spPr>
        <p:style>
          <a:lnRef idx="0">
            <a:schemeClr val="accent4"/>
          </a:lnRef>
          <a:fillRef idx="3">
            <a:schemeClr val="accent4"/>
          </a:fillRef>
          <a:effectRef idx="3">
            <a:schemeClr val="accent4"/>
          </a:effectRef>
          <a:fontRef idx="minor">
            <a:schemeClr val="lt1"/>
          </a:fontRef>
        </p:style>
        <p:txBody>
          <a:bodyPr rtlCol="0" anchor="ctr"/>
          <a:lstStyle/>
          <a:p>
            <a:pPr algn="ctr"/>
            <a:r>
              <a:rPr lang="zh-CN" altLang="en-US" dirty="0"/>
              <a:t>需求管理计划</a:t>
            </a:r>
          </a:p>
        </p:txBody>
      </p:sp>
    </p:spTree>
    <p:extLst>
      <p:ext uri="{BB962C8B-B14F-4D97-AF65-F5344CB8AC3E}">
        <p14:creationId xmlns:p14="http://schemas.microsoft.com/office/powerpoint/2010/main" val="171998207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DE1EE08-E582-C13F-B487-2DC74823548F}"/>
              </a:ext>
            </a:extLst>
          </p:cNvPr>
          <p:cNvSpPr>
            <a:spLocks noGrp="1"/>
          </p:cNvSpPr>
          <p:nvPr>
            <p:ph type="body" sz="quarter" idx="10"/>
          </p:nvPr>
        </p:nvSpPr>
        <p:spPr/>
        <p:txBody>
          <a:bodyPr/>
          <a:lstStyle/>
          <a:p>
            <a:r>
              <a:rPr lang="en-US" altLang="zh-CN" dirty="0"/>
              <a:t>Drill time</a:t>
            </a:r>
            <a:endParaRPr lang="zh-CN" altLang="en-US" dirty="0"/>
          </a:p>
        </p:txBody>
      </p:sp>
    </p:spTree>
    <p:extLst>
      <p:ext uri="{BB962C8B-B14F-4D97-AF65-F5344CB8AC3E}">
        <p14:creationId xmlns:p14="http://schemas.microsoft.com/office/powerpoint/2010/main" val="131259629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E98FC6D-463B-EEDC-458F-9D9963D653DF}"/>
              </a:ext>
            </a:extLst>
          </p:cNvPr>
          <p:cNvSpPr>
            <a:spLocks noGrp="1"/>
          </p:cNvSpPr>
          <p:nvPr>
            <p:ph type="title"/>
          </p:nvPr>
        </p:nvSpPr>
        <p:spPr>
          <a:xfrm>
            <a:off x="696000" y="360000"/>
            <a:ext cx="10800000" cy="424732"/>
          </a:xfrm>
        </p:spPr>
        <p:txBody>
          <a:bodyPr>
            <a:normAutofit/>
          </a:bodyPr>
          <a:lstStyle/>
          <a:p>
            <a:r>
              <a:rPr lang="zh-CN" altLang="en-US" dirty="0"/>
              <a:t>批准预算 </a:t>
            </a:r>
            <a:r>
              <a:rPr lang="en-US" altLang="zh-CN" dirty="0"/>
              <a:t>- Approve the Budget</a:t>
            </a:r>
            <a:endParaRPr lang="zh-CN" altLang="en-US" dirty="0"/>
          </a:p>
        </p:txBody>
      </p:sp>
      <p:sp>
        <p:nvSpPr>
          <p:cNvPr id="7" name="内容占位符 6">
            <a:extLst>
              <a:ext uri="{FF2B5EF4-FFF2-40B4-BE49-F238E27FC236}">
                <a16:creationId xmlns:a16="http://schemas.microsoft.com/office/drawing/2014/main" id="{6D7837F6-9899-FE85-B3C0-43A253ABBA5B}"/>
              </a:ext>
            </a:extLst>
          </p:cNvPr>
          <p:cNvSpPr>
            <a:spLocks noGrp="1"/>
          </p:cNvSpPr>
          <p:nvPr>
            <p:ph idx="1"/>
          </p:nvPr>
        </p:nvSpPr>
        <p:spPr>
          <a:xfrm>
            <a:off x="696000" y="1080000"/>
            <a:ext cx="10800000" cy="5112000"/>
          </a:xfrm>
        </p:spPr>
        <p:txBody>
          <a:bodyPr/>
          <a:lstStyle/>
          <a:p>
            <a:r>
              <a:rPr lang="zh-CN" altLang="en-US" dirty="0"/>
              <a:t>检查你是否已经获得资金批准</a:t>
            </a:r>
            <a:endParaRPr lang="en-US" altLang="zh-CN" dirty="0"/>
          </a:p>
          <a:p>
            <a:r>
              <a:rPr lang="zh-CN" altLang="en-US" dirty="0"/>
              <a:t>任何其他所需资源</a:t>
            </a:r>
            <a:endParaRPr lang="en-US" altLang="zh-CN" dirty="0"/>
          </a:p>
          <a:p>
            <a:r>
              <a:rPr lang="zh-CN" altLang="en-US" dirty="0"/>
              <a:t>询问如何获取这些资源，并整理出使用这些资金的流程</a:t>
            </a:r>
          </a:p>
        </p:txBody>
      </p:sp>
    </p:spTree>
    <p:extLst>
      <p:ext uri="{BB962C8B-B14F-4D97-AF65-F5344CB8AC3E}">
        <p14:creationId xmlns:p14="http://schemas.microsoft.com/office/powerpoint/2010/main" val="226505159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5206CD6-DA14-175A-5205-47406F816224}"/>
              </a:ext>
            </a:extLst>
          </p:cNvPr>
          <p:cNvSpPr>
            <a:spLocks noGrp="1"/>
          </p:cNvSpPr>
          <p:nvPr>
            <p:ph type="title"/>
          </p:nvPr>
        </p:nvSpPr>
        <p:spPr>
          <a:xfrm>
            <a:off x="696000" y="360000"/>
            <a:ext cx="10800000" cy="424732"/>
          </a:xfrm>
        </p:spPr>
        <p:txBody>
          <a:bodyPr>
            <a:normAutofit/>
          </a:bodyPr>
          <a:lstStyle/>
          <a:p>
            <a:r>
              <a:rPr lang="zh-CN" altLang="en-US" dirty="0"/>
              <a:t>识别初始项目风险 </a:t>
            </a:r>
            <a:r>
              <a:rPr lang="en-US" altLang="zh-CN" dirty="0"/>
              <a:t>- Identify Initial Project Risks</a:t>
            </a:r>
            <a:endParaRPr lang="zh-CN" altLang="en-US" dirty="0"/>
          </a:p>
        </p:txBody>
      </p:sp>
      <p:sp>
        <p:nvSpPr>
          <p:cNvPr id="5" name="内容占位符 4">
            <a:extLst>
              <a:ext uri="{FF2B5EF4-FFF2-40B4-BE49-F238E27FC236}">
                <a16:creationId xmlns:a16="http://schemas.microsoft.com/office/drawing/2014/main" id="{604D04A8-596E-A4F4-598C-73A5737AC9A3}"/>
              </a:ext>
            </a:extLst>
          </p:cNvPr>
          <p:cNvSpPr>
            <a:spLocks noGrp="1"/>
          </p:cNvSpPr>
          <p:nvPr>
            <p:ph idx="1"/>
          </p:nvPr>
        </p:nvSpPr>
        <p:spPr>
          <a:xfrm>
            <a:off x="696000" y="1080000"/>
            <a:ext cx="10800000" cy="5112000"/>
          </a:xfrm>
        </p:spPr>
        <p:txBody>
          <a:bodyPr/>
          <a:lstStyle/>
          <a:p>
            <a:r>
              <a:rPr lang="zh-CN" altLang="en-US" dirty="0"/>
              <a:t>风险是可能影响你完成项目指定内容的事情</a:t>
            </a:r>
            <a:endParaRPr lang="en-US" altLang="zh-CN" dirty="0"/>
          </a:p>
          <a:p>
            <a:pPr lvl="1"/>
            <a:r>
              <a:rPr lang="zh-CN" altLang="en-US" dirty="0"/>
              <a:t>如供应商让你失望</a:t>
            </a:r>
            <a:endParaRPr lang="en-US" altLang="zh-CN" dirty="0"/>
          </a:p>
          <a:p>
            <a:pPr lvl="1"/>
            <a:r>
              <a:rPr lang="zh-CN" altLang="en-US" dirty="0"/>
              <a:t>在你需要时没有拥有合适技能的资源</a:t>
            </a:r>
            <a:endParaRPr lang="en-US" altLang="zh-CN" dirty="0"/>
          </a:p>
          <a:p>
            <a:r>
              <a:rPr lang="zh-CN" altLang="en-US" dirty="0"/>
              <a:t>在开始进行太多项目工作之前，分析任何可能出错的风险</a:t>
            </a:r>
            <a:endParaRPr lang="en-US" altLang="zh-CN" dirty="0"/>
          </a:p>
          <a:p>
            <a:r>
              <a:rPr lang="zh-CN" altLang="en-US" dirty="0"/>
              <a:t>准备你的</a:t>
            </a:r>
            <a:r>
              <a:rPr lang="en-US" altLang="zh-CN" dirty="0"/>
              <a:t>B</a:t>
            </a:r>
            <a:r>
              <a:rPr lang="zh-CN" altLang="en-US" dirty="0"/>
              <a:t>计划，以防清单上的任何事情发生</a:t>
            </a:r>
            <a:endParaRPr lang="en-US" altLang="zh-CN" dirty="0"/>
          </a:p>
          <a:p>
            <a:r>
              <a:rPr lang="zh-CN" altLang="en-US" dirty="0"/>
              <a:t>风险分析包括使用工具和技术来确定先前已识别的项目风险的可能性和影响</a:t>
            </a:r>
          </a:p>
        </p:txBody>
      </p:sp>
    </p:spTree>
    <p:extLst>
      <p:ext uri="{BB962C8B-B14F-4D97-AF65-F5344CB8AC3E}">
        <p14:creationId xmlns:p14="http://schemas.microsoft.com/office/powerpoint/2010/main" val="71819001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216AF74-A279-5E8E-04DB-6CAAA6528771}"/>
              </a:ext>
            </a:extLst>
          </p:cNvPr>
          <p:cNvSpPr>
            <a:spLocks noGrp="1"/>
          </p:cNvSpPr>
          <p:nvPr>
            <p:ph type="title"/>
          </p:nvPr>
        </p:nvSpPr>
        <p:spPr>
          <a:xfrm>
            <a:off x="696000" y="360000"/>
            <a:ext cx="10800000" cy="424732"/>
          </a:xfrm>
        </p:spPr>
        <p:txBody>
          <a:bodyPr>
            <a:normAutofit/>
          </a:bodyPr>
          <a:lstStyle/>
          <a:p>
            <a:r>
              <a:rPr lang="zh-CN" altLang="en-US" dirty="0"/>
              <a:t>生产交付物清单 </a:t>
            </a:r>
            <a:r>
              <a:rPr lang="en-US" altLang="zh-CN" dirty="0"/>
              <a:t>- Produce List of Deliverables</a:t>
            </a:r>
            <a:endParaRPr lang="zh-CN" altLang="en-US" dirty="0"/>
          </a:p>
        </p:txBody>
      </p:sp>
      <p:sp>
        <p:nvSpPr>
          <p:cNvPr id="7" name="内容占位符 6">
            <a:extLst>
              <a:ext uri="{FF2B5EF4-FFF2-40B4-BE49-F238E27FC236}">
                <a16:creationId xmlns:a16="http://schemas.microsoft.com/office/drawing/2014/main" id="{7485708C-1458-0F01-E4A9-5A5411907CFA}"/>
              </a:ext>
            </a:extLst>
          </p:cNvPr>
          <p:cNvSpPr>
            <a:spLocks noGrp="1"/>
          </p:cNvSpPr>
          <p:nvPr>
            <p:ph idx="1"/>
          </p:nvPr>
        </p:nvSpPr>
        <p:spPr/>
        <p:txBody>
          <a:bodyPr/>
          <a:lstStyle/>
          <a:p>
            <a:endParaRPr lang="zh-CN" altLang="en-US"/>
          </a:p>
        </p:txBody>
      </p:sp>
    </p:spTree>
    <p:extLst>
      <p:ext uri="{BB962C8B-B14F-4D97-AF65-F5344CB8AC3E}">
        <p14:creationId xmlns:p14="http://schemas.microsoft.com/office/powerpoint/2010/main" val="144179190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EBB2E2D-A13F-81D3-005D-58B95F866F3C}"/>
              </a:ext>
            </a:extLst>
          </p:cNvPr>
          <p:cNvSpPr>
            <a:spLocks noGrp="1"/>
          </p:cNvSpPr>
          <p:nvPr>
            <p:ph type="title"/>
          </p:nvPr>
        </p:nvSpPr>
        <p:spPr/>
        <p:txBody>
          <a:bodyPr/>
          <a:lstStyle/>
          <a:p>
            <a:r>
              <a:rPr lang="zh-CN" altLang="en-US" dirty="0"/>
              <a:t>产出 </a:t>
            </a:r>
            <a:r>
              <a:rPr lang="en-US" altLang="zh-CN" dirty="0"/>
              <a:t>output</a:t>
            </a:r>
            <a:endParaRPr lang="zh-CN" altLang="en-US" dirty="0"/>
          </a:p>
        </p:txBody>
      </p:sp>
      <p:sp>
        <p:nvSpPr>
          <p:cNvPr id="3" name="内容占位符 2">
            <a:extLst>
              <a:ext uri="{FF2B5EF4-FFF2-40B4-BE49-F238E27FC236}">
                <a16:creationId xmlns:a16="http://schemas.microsoft.com/office/drawing/2014/main" id="{D2ED4E94-7750-D1EF-D638-4D71A22F45CA}"/>
              </a:ext>
            </a:extLst>
          </p:cNvPr>
          <p:cNvSpPr>
            <a:spLocks noGrp="1"/>
          </p:cNvSpPr>
          <p:nvPr>
            <p:ph idx="1"/>
          </p:nvPr>
        </p:nvSpPr>
        <p:spPr/>
        <p:txBody>
          <a:bodyPr/>
          <a:lstStyle/>
          <a:p>
            <a:r>
              <a:rPr lang="zh-CN" altLang="en-US" dirty="0"/>
              <a:t>项目章程</a:t>
            </a:r>
            <a:endParaRPr lang="en-US" altLang="zh-CN" dirty="0"/>
          </a:p>
          <a:p>
            <a:r>
              <a:rPr lang="zh-CN" altLang="en-US" dirty="0"/>
              <a:t>项目管理计划 </a:t>
            </a:r>
            <a:r>
              <a:rPr lang="en-US" altLang="zh-CN" dirty="0"/>
              <a:t>– </a:t>
            </a:r>
            <a:r>
              <a:rPr lang="zh-CN" altLang="en-US" dirty="0"/>
              <a:t>项目</a:t>
            </a:r>
            <a:endParaRPr lang="en-US" altLang="zh-CN" dirty="0"/>
          </a:p>
          <a:p>
            <a:r>
              <a:rPr lang="zh-CN" altLang="en-US" dirty="0"/>
              <a:t>范围管理计划 </a:t>
            </a:r>
            <a:r>
              <a:rPr lang="en-US" altLang="zh-CN" dirty="0"/>
              <a:t>– </a:t>
            </a:r>
            <a:r>
              <a:rPr lang="zh-CN" altLang="en-US" dirty="0"/>
              <a:t>范围</a:t>
            </a:r>
            <a:endParaRPr lang="en-US" altLang="zh-CN" dirty="0"/>
          </a:p>
          <a:p>
            <a:r>
              <a:rPr lang="zh-CN" altLang="en-US" dirty="0"/>
              <a:t>需求管理计划 </a:t>
            </a:r>
            <a:r>
              <a:rPr lang="en-US" altLang="zh-CN" dirty="0"/>
              <a:t>– </a:t>
            </a:r>
            <a:r>
              <a:rPr lang="zh-CN" altLang="en-US" dirty="0"/>
              <a:t>需求</a:t>
            </a:r>
            <a:endParaRPr lang="en-US" altLang="zh-CN" dirty="0"/>
          </a:p>
          <a:p>
            <a:r>
              <a:rPr lang="zh-CN" altLang="en-US" dirty="0"/>
              <a:t>项目范围说明书</a:t>
            </a:r>
          </a:p>
        </p:txBody>
      </p:sp>
      <p:sp>
        <p:nvSpPr>
          <p:cNvPr id="4" name="文本占位符 3">
            <a:extLst>
              <a:ext uri="{FF2B5EF4-FFF2-40B4-BE49-F238E27FC236}">
                <a16:creationId xmlns:a16="http://schemas.microsoft.com/office/drawing/2014/main" id="{895A7765-D993-789E-8086-68647FCB1CB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75857065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74FB02-C265-6E93-123F-9FE4BD849A70}"/>
              </a:ext>
            </a:extLst>
          </p:cNvPr>
          <p:cNvSpPr>
            <a:spLocks noGrp="1"/>
          </p:cNvSpPr>
          <p:nvPr>
            <p:ph type="title"/>
          </p:nvPr>
        </p:nvSpPr>
        <p:spPr>
          <a:xfrm>
            <a:off x="695998" y="360000"/>
            <a:ext cx="6375921" cy="424732"/>
          </a:xfrm>
        </p:spPr>
        <p:txBody>
          <a:bodyPr>
            <a:normAutofit/>
          </a:bodyPr>
          <a:lstStyle/>
          <a:p>
            <a:r>
              <a:rPr lang="en-US" altLang="zh-CN" dirty="0"/>
              <a:t>5. </a:t>
            </a:r>
            <a:r>
              <a:rPr lang="zh-CN" altLang="en-US" dirty="0"/>
              <a:t>项目生命周期</a:t>
            </a:r>
          </a:p>
        </p:txBody>
      </p:sp>
      <p:sp>
        <p:nvSpPr>
          <p:cNvPr id="22" name="Content Placeholder 21">
            <a:extLst>
              <a:ext uri="{FF2B5EF4-FFF2-40B4-BE49-F238E27FC236}">
                <a16:creationId xmlns:a16="http://schemas.microsoft.com/office/drawing/2014/main" id="{48F5F186-3304-1AB2-930A-9FFCE1DE14A6}"/>
              </a:ext>
            </a:extLst>
          </p:cNvPr>
          <p:cNvSpPr>
            <a:spLocks noGrp="1"/>
          </p:cNvSpPr>
          <p:nvPr>
            <p:ph idx="1"/>
          </p:nvPr>
        </p:nvSpPr>
        <p:spPr/>
        <p:txBody>
          <a:bodyPr/>
          <a:lstStyle/>
          <a:p>
            <a:endParaRPr lang="zh-CN" altLang="en-US"/>
          </a:p>
        </p:txBody>
      </p:sp>
      <p:sp>
        <p:nvSpPr>
          <p:cNvPr id="7" name="Text Placeholder 6">
            <a:extLst>
              <a:ext uri="{FF2B5EF4-FFF2-40B4-BE49-F238E27FC236}">
                <a16:creationId xmlns:a16="http://schemas.microsoft.com/office/drawing/2014/main" id="{4AA1C95E-D3EF-E194-85B2-DBFC6F5604AE}"/>
              </a:ext>
            </a:extLst>
          </p:cNvPr>
          <p:cNvSpPr>
            <a:spLocks noGrp="1"/>
          </p:cNvSpPr>
          <p:nvPr>
            <p:ph type="body" sz="quarter" idx="10"/>
          </p:nvPr>
        </p:nvSpPr>
        <p:spPr>
          <a:xfrm>
            <a:off x="7071919" y="360001"/>
            <a:ext cx="4424080" cy="424731"/>
          </a:xfrm>
        </p:spPr>
        <p:txBody>
          <a:bodyPr/>
          <a:lstStyle/>
          <a:p>
            <a:r>
              <a:rPr lang="en-US" altLang="zh-CN" dirty="0"/>
              <a:t>Project Life Cycle Types</a:t>
            </a:r>
            <a:endParaRPr lang="zh-CN" altLang="en-US" dirty="0"/>
          </a:p>
        </p:txBody>
      </p:sp>
    </p:spTree>
    <p:extLst>
      <p:ext uri="{BB962C8B-B14F-4D97-AF65-F5344CB8AC3E}">
        <p14:creationId xmlns:p14="http://schemas.microsoft.com/office/powerpoint/2010/main" val="24787564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8ACDE4E-0E93-7EE1-78FB-37D799B9C8E1}"/>
              </a:ext>
            </a:extLst>
          </p:cNvPr>
          <p:cNvSpPr>
            <a:spLocks noGrp="1"/>
          </p:cNvSpPr>
          <p:nvPr>
            <p:ph type="title"/>
          </p:nvPr>
        </p:nvSpPr>
        <p:spPr>
          <a:xfrm>
            <a:off x="695998" y="360000"/>
            <a:ext cx="6375921" cy="424732"/>
          </a:xfrm>
        </p:spPr>
        <p:txBody>
          <a:bodyPr>
            <a:normAutofit/>
          </a:bodyPr>
          <a:lstStyle/>
          <a:p>
            <a:r>
              <a:rPr lang="en-US" altLang="zh-CN" dirty="0"/>
              <a:t>6. </a:t>
            </a:r>
            <a:r>
              <a:rPr lang="zh-CN" altLang="en-US" dirty="0"/>
              <a:t>项目生命周期类型</a:t>
            </a:r>
          </a:p>
        </p:txBody>
      </p:sp>
      <p:sp>
        <p:nvSpPr>
          <p:cNvPr id="20" name="Content Placeholder 19">
            <a:extLst>
              <a:ext uri="{FF2B5EF4-FFF2-40B4-BE49-F238E27FC236}">
                <a16:creationId xmlns:a16="http://schemas.microsoft.com/office/drawing/2014/main" id="{1D9D296E-42F1-2DB1-7888-4605D405F12B}"/>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015D7454-D130-725F-915B-E3090B9C7497}"/>
              </a:ext>
            </a:extLst>
          </p:cNvPr>
          <p:cNvSpPr>
            <a:spLocks noGrp="1"/>
          </p:cNvSpPr>
          <p:nvPr>
            <p:ph type="body" sz="quarter" idx="10"/>
          </p:nvPr>
        </p:nvSpPr>
        <p:spPr>
          <a:xfrm>
            <a:off x="7071919" y="360001"/>
            <a:ext cx="4424080" cy="424731"/>
          </a:xfrm>
        </p:spPr>
        <p:txBody>
          <a:bodyPr/>
          <a:lstStyle/>
          <a:p>
            <a:r>
              <a:rPr lang="en-US" altLang="zh-CN" dirty="0"/>
              <a:t>Project Life Cycle Types</a:t>
            </a:r>
            <a:endParaRPr lang="zh-CN" altLang="en-US" dirty="0"/>
          </a:p>
        </p:txBody>
      </p:sp>
      <p:graphicFrame>
        <p:nvGraphicFramePr>
          <p:cNvPr id="5" name="表格 4">
            <a:extLst>
              <a:ext uri="{FF2B5EF4-FFF2-40B4-BE49-F238E27FC236}">
                <a16:creationId xmlns:a16="http://schemas.microsoft.com/office/drawing/2014/main" id="{98D226DE-68E5-AAE6-D80D-877EA0AF650C}"/>
              </a:ext>
            </a:extLst>
          </p:cNvPr>
          <p:cNvGraphicFramePr>
            <a:graphicFrameLocks noGrp="1"/>
          </p:cNvGraphicFramePr>
          <p:nvPr>
            <p:extLst>
              <p:ext uri="{D42A27DB-BD31-4B8C-83A1-F6EECF244321}">
                <p14:modId xmlns:p14="http://schemas.microsoft.com/office/powerpoint/2010/main" val="3990358674"/>
              </p:ext>
            </p:extLst>
          </p:nvPr>
        </p:nvGraphicFramePr>
        <p:xfrm>
          <a:off x="695997" y="2991600"/>
          <a:ext cx="10785129" cy="3200400"/>
        </p:xfrm>
        <a:graphic>
          <a:graphicData uri="http://schemas.openxmlformats.org/drawingml/2006/table">
            <a:tbl>
              <a:tblPr/>
              <a:tblGrid>
                <a:gridCol w="720000">
                  <a:extLst>
                    <a:ext uri="{9D8B030D-6E8A-4147-A177-3AD203B41FA5}">
                      <a16:colId xmlns:a16="http://schemas.microsoft.com/office/drawing/2014/main" val="219718840"/>
                    </a:ext>
                  </a:extLst>
                </a:gridCol>
                <a:gridCol w="4411699">
                  <a:extLst>
                    <a:ext uri="{9D8B030D-6E8A-4147-A177-3AD203B41FA5}">
                      <a16:colId xmlns:a16="http://schemas.microsoft.com/office/drawing/2014/main" val="4038817863"/>
                    </a:ext>
                  </a:extLst>
                </a:gridCol>
                <a:gridCol w="5653430">
                  <a:extLst>
                    <a:ext uri="{9D8B030D-6E8A-4147-A177-3AD203B41FA5}">
                      <a16:colId xmlns:a16="http://schemas.microsoft.com/office/drawing/2014/main" val="1686519469"/>
                    </a:ext>
                  </a:extLst>
                </a:gridCol>
              </a:tblGrid>
              <a:tr h="0">
                <a:tc>
                  <a:txBody>
                    <a:bodyPr/>
                    <a:lstStyle/>
                    <a:p>
                      <a:pPr algn="ctr">
                        <a:buNone/>
                      </a:pPr>
                      <a:endParaRPr lang="en-US" dirty="0">
                        <a:solidFill>
                          <a:schemeClr val="bg1"/>
                        </a:solidFill>
                      </a:endParaRPr>
                    </a:p>
                  </a:txBody>
                  <a:tcPr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chemeClr val="accent2"/>
                    </a:solidFill>
                  </a:tcPr>
                </a:tc>
                <a:tc>
                  <a:txBody>
                    <a:bodyPr/>
                    <a:lstStyle/>
                    <a:p>
                      <a:pPr>
                        <a:buNone/>
                      </a:pPr>
                      <a:r>
                        <a:rPr lang="en-US" dirty="0">
                          <a:solidFill>
                            <a:schemeClr val="bg1"/>
                          </a:solidFill>
                        </a:rPr>
                        <a:t>Life Cycle Type</a:t>
                      </a:r>
                    </a:p>
                  </a:txBody>
                  <a:tcPr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chemeClr val="accent2"/>
                    </a:solidFill>
                  </a:tcPr>
                </a:tc>
                <a:tc>
                  <a:txBody>
                    <a:bodyPr/>
                    <a:lstStyle/>
                    <a:p>
                      <a:pPr>
                        <a:buNone/>
                      </a:pPr>
                      <a:r>
                        <a:rPr lang="en-US">
                          <a:solidFill>
                            <a:schemeClr val="bg1"/>
                          </a:solidFill>
                        </a:rPr>
                        <a:t>Key Characteristics</a:t>
                      </a:r>
                      <a:endParaRPr lang="en-US" dirty="0">
                        <a:solidFill>
                          <a:schemeClr val="bg1"/>
                        </a:solidFill>
                      </a:endParaRPr>
                    </a:p>
                  </a:txBody>
                  <a:tcPr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538606623"/>
                  </a:ext>
                </a:extLst>
              </a:tr>
              <a:tr h="0">
                <a:tc>
                  <a:txBody>
                    <a:bodyPr/>
                    <a:lstStyle/>
                    <a:p>
                      <a:pPr algn="ctr">
                        <a:buNone/>
                      </a:pPr>
                      <a:r>
                        <a:rPr lang="en-US" dirty="0"/>
                        <a:t>1</a:t>
                      </a:r>
                    </a:p>
                  </a:txBody>
                  <a:tcPr anchor="ctr">
                    <a:lnL w="12700" cmpd="sng">
                      <a:noFill/>
                      <a:prstDash val="solid"/>
                    </a:lnL>
                    <a:lnR w="12700" cmpd="sng">
                      <a:noFill/>
                      <a:prstDash val="solid"/>
                    </a:lnR>
                    <a:lnT w="12700" cmpd="sng">
                      <a:noFill/>
                      <a:prstDash val="soli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预测型 </a:t>
                      </a:r>
                      <a:r>
                        <a:rPr lang="en-US" dirty="0"/>
                        <a:t>Predictive</a:t>
                      </a:r>
                    </a:p>
                  </a:txBody>
                  <a:tcPr anchor="ctr">
                    <a:lnL w="12700" cmpd="sng">
                      <a:noFill/>
                      <a:prstDash val="solid"/>
                    </a:lnL>
                    <a:lnR w="12700" cmpd="sng">
                      <a:noFill/>
                      <a:prstDash val="solid"/>
                    </a:lnR>
                    <a:lnT w="12700" cmpd="sng">
                      <a:noFill/>
                      <a:prstDash val="soli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US"/>
                        <a:t>Scope, schedule, and cost defined early; </a:t>
                      </a:r>
                    </a:p>
                    <a:p>
                      <a:pPr>
                        <a:buNone/>
                      </a:pPr>
                      <a:r>
                        <a:rPr lang="en-US"/>
                        <a:t>low tolerance for change</a:t>
                      </a:r>
                      <a:endParaRPr lang="en-US" dirty="0"/>
                    </a:p>
                  </a:txBody>
                  <a:tcPr anchor="ctr">
                    <a:lnL w="12700" cmpd="sng">
                      <a:noFill/>
                      <a:prstDash val="solid"/>
                    </a:lnL>
                    <a:lnR w="12700" cmpd="sng">
                      <a:noFill/>
                      <a:prstDash val="solid"/>
                    </a:lnR>
                    <a:lnT w="12700" cmpd="sng">
                      <a:noFill/>
                      <a:prstDash val="soli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42919921"/>
                  </a:ext>
                </a:extLst>
              </a:tr>
              <a:tr h="0">
                <a:tc>
                  <a:txBody>
                    <a:bodyPr/>
                    <a:lstStyle/>
                    <a:p>
                      <a:pPr algn="ctr">
                        <a:buNone/>
                      </a:pPr>
                      <a:r>
                        <a:rPr lang="en-US" dirty="0"/>
                        <a:t>2</a:t>
                      </a:r>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迭代型 </a:t>
                      </a:r>
                      <a:r>
                        <a:rPr lang="en-US" dirty="0"/>
                        <a:t>Iterative</a:t>
                      </a:r>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US" dirty="0"/>
                        <a:t>Product refined over cycles; </a:t>
                      </a:r>
                    </a:p>
                    <a:p>
                      <a:pPr>
                        <a:buNone/>
                      </a:pPr>
                      <a:r>
                        <a:rPr lang="en-US" dirty="0"/>
                        <a:t>each iteration improves design/understanding</a:t>
                      </a:r>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34103914"/>
                  </a:ext>
                </a:extLst>
              </a:tr>
              <a:tr h="0">
                <a:tc>
                  <a:txBody>
                    <a:bodyPr/>
                    <a:lstStyle/>
                    <a:p>
                      <a:pPr algn="ctr">
                        <a:buNone/>
                      </a:pPr>
                      <a:r>
                        <a:rPr lang="en-US" dirty="0"/>
                        <a:t>3</a:t>
                      </a:r>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增量型 </a:t>
                      </a:r>
                      <a:r>
                        <a:rPr lang="en-US" dirty="0"/>
                        <a:t>Incremental</a:t>
                      </a:r>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US" dirty="0"/>
                        <a:t>Product delivered in usable chunks; </a:t>
                      </a:r>
                    </a:p>
                    <a:p>
                      <a:pPr>
                        <a:buNone/>
                      </a:pPr>
                      <a:r>
                        <a:rPr lang="en-US" dirty="0"/>
                        <a:t>each increment adds functionality</a:t>
                      </a:r>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16746955"/>
                  </a:ext>
                </a:extLst>
              </a:tr>
              <a:tr h="0">
                <a:tc>
                  <a:txBody>
                    <a:bodyPr/>
                    <a:lstStyle/>
                    <a:p>
                      <a:pPr algn="ctr">
                        <a:buNone/>
                      </a:pPr>
                      <a:r>
                        <a:rPr lang="en-US" dirty="0"/>
                        <a:t>4</a:t>
                      </a:r>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zh-CN" altLang="en-US" dirty="0"/>
                        <a:t>适应型 </a:t>
                      </a:r>
                      <a:r>
                        <a:rPr lang="en-US" altLang="zh-CN" dirty="0"/>
                        <a:t>/ </a:t>
                      </a:r>
                      <a:r>
                        <a:rPr lang="zh-CN" altLang="en-US" dirty="0"/>
                        <a:t>敏捷型 </a:t>
                      </a:r>
                      <a:r>
                        <a:rPr lang="en-US" dirty="0"/>
                        <a:t>Adaptive (Agile)</a:t>
                      </a:r>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US" dirty="0"/>
                        <a:t>Combines iterative + incremental; </a:t>
                      </a:r>
                    </a:p>
                    <a:p>
                      <a:pPr>
                        <a:buNone/>
                      </a:pPr>
                      <a:r>
                        <a:rPr lang="en-US" dirty="0"/>
                        <a:t>high responsiveness to change; </a:t>
                      </a:r>
                    </a:p>
                    <a:p>
                      <a:pPr>
                        <a:buNone/>
                      </a:pPr>
                      <a:r>
                        <a:rPr lang="en-US" dirty="0"/>
                        <a:t>stakeholder feedback</a:t>
                      </a:r>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040491"/>
                  </a:ext>
                </a:extLst>
              </a:tr>
            </a:tbl>
          </a:graphicData>
        </a:graphic>
      </p:graphicFrame>
    </p:spTree>
    <p:extLst>
      <p:ext uri="{BB962C8B-B14F-4D97-AF65-F5344CB8AC3E}">
        <p14:creationId xmlns:p14="http://schemas.microsoft.com/office/powerpoint/2010/main" val="213186457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350BDD1-EBB6-4170-204F-6AA41BC60B87}"/>
              </a:ext>
            </a:extLst>
          </p:cNvPr>
          <p:cNvSpPr>
            <a:spLocks noGrp="1"/>
          </p:cNvSpPr>
          <p:nvPr>
            <p:ph type="title"/>
          </p:nvPr>
        </p:nvSpPr>
        <p:spPr>
          <a:xfrm>
            <a:off x="695998" y="360000"/>
            <a:ext cx="7200000" cy="424732"/>
          </a:xfrm>
        </p:spPr>
        <p:txBody>
          <a:bodyPr>
            <a:normAutofit/>
          </a:bodyPr>
          <a:lstStyle/>
          <a:p>
            <a:r>
              <a:rPr lang="en-US" altLang="zh-CN" dirty="0"/>
              <a:t>6.1 </a:t>
            </a:r>
            <a:r>
              <a:rPr lang="zh-CN" altLang="en-US" dirty="0"/>
              <a:t>预测型</a:t>
            </a:r>
          </a:p>
        </p:txBody>
      </p:sp>
      <p:sp>
        <p:nvSpPr>
          <p:cNvPr id="3" name="内容占位符 2">
            <a:extLst>
              <a:ext uri="{FF2B5EF4-FFF2-40B4-BE49-F238E27FC236}">
                <a16:creationId xmlns:a16="http://schemas.microsoft.com/office/drawing/2014/main" id="{8ADB95AD-419E-9B8D-E406-13E30DDD37D5}"/>
              </a:ext>
            </a:extLst>
          </p:cNvPr>
          <p:cNvSpPr>
            <a:spLocks noGrp="1"/>
          </p:cNvSpPr>
          <p:nvPr>
            <p:ph idx="1"/>
          </p:nvPr>
        </p:nvSpPr>
        <p:spPr>
          <a:xfrm>
            <a:off x="696000" y="1080000"/>
            <a:ext cx="10800000" cy="5112000"/>
          </a:xfrm>
        </p:spPr>
        <p:txBody>
          <a:bodyPr/>
          <a:lstStyle/>
          <a:p>
            <a:r>
              <a:rPr lang="zh-CN" altLang="en-US" dirty="0"/>
              <a:t>瀑布模型</a:t>
            </a:r>
            <a:endParaRPr lang="en-US" altLang="zh-CN" dirty="0"/>
          </a:p>
          <a:p>
            <a:r>
              <a:rPr lang="en-US" altLang="zh-CN" dirty="0"/>
              <a:t>V</a:t>
            </a:r>
            <a:r>
              <a:rPr lang="zh-CN" altLang="en-US" dirty="0"/>
              <a:t>模型</a:t>
            </a:r>
            <a:endParaRPr lang="en-US" altLang="zh-CN" dirty="0"/>
          </a:p>
          <a:p>
            <a:r>
              <a:rPr lang="zh-CN" altLang="en-US" dirty="0"/>
              <a:t>特点：</a:t>
            </a:r>
            <a:endParaRPr lang="en-US" altLang="zh-CN" dirty="0"/>
          </a:p>
          <a:p>
            <a:pPr lvl="1"/>
            <a:r>
              <a:rPr lang="zh-CN" altLang="en-US" dirty="0"/>
              <a:t>需求清晰</a:t>
            </a:r>
            <a:endParaRPr lang="en-US" altLang="zh-CN" dirty="0"/>
          </a:p>
          <a:p>
            <a:pPr lvl="1"/>
            <a:r>
              <a:rPr lang="zh-CN" altLang="en-US" dirty="0"/>
              <a:t>结构化</a:t>
            </a:r>
            <a:endParaRPr lang="en-US" altLang="zh-CN" dirty="0"/>
          </a:p>
          <a:p>
            <a:pPr lvl="1"/>
            <a:r>
              <a:rPr lang="zh-CN" altLang="en-US" dirty="0"/>
              <a:t>前期确定</a:t>
            </a:r>
          </a:p>
          <a:p>
            <a:endParaRPr lang="zh-CN" altLang="en-US" dirty="0"/>
          </a:p>
          <a:p>
            <a:endParaRPr lang="zh-CN" altLang="en-US" dirty="0"/>
          </a:p>
        </p:txBody>
      </p:sp>
      <p:sp>
        <p:nvSpPr>
          <p:cNvPr id="4" name="文本占位符 3">
            <a:extLst>
              <a:ext uri="{FF2B5EF4-FFF2-40B4-BE49-F238E27FC236}">
                <a16:creationId xmlns:a16="http://schemas.microsoft.com/office/drawing/2014/main" id="{DB3AD9D0-3054-B3CE-A948-83258182B893}"/>
              </a:ext>
            </a:extLst>
          </p:cNvPr>
          <p:cNvSpPr>
            <a:spLocks noGrp="1"/>
          </p:cNvSpPr>
          <p:nvPr>
            <p:ph type="body" sz="quarter" idx="10"/>
          </p:nvPr>
        </p:nvSpPr>
        <p:spPr>
          <a:xfrm>
            <a:off x="6702424" y="360001"/>
            <a:ext cx="4793575" cy="424731"/>
          </a:xfrm>
        </p:spPr>
        <p:txBody>
          <a:bodyPr/>
          <a:lstStyle/>
          <a:p>
            <a:r>
              <a:rPr lang="en-US" altLang="zh-CN" dirty="0"/>
              <a:t>Predictive</a:t>
            </a:r>
          </a:p>
        </p:txBody>
      </p:sp>
    </p:spTree>
    <p:extLst>
      <p:ext uri="{BB962C8B-B14F-4D97-AF65-F5344CB8AC3E}">
        <p14:creationId xmlns:p14="http://schemas.microsoft.com/office/powerpoint/2010/main" val="398825041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7A0E5F-3014-D510-3D15-B8CF5E9331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D037F48-6B12-C849-64E3-5C0423A68A45}"/>
              </a:ext>
            </a:extLst>
          </p:cNvPr>
          <p:cNvSpPr>
            <a:spLocks noGrp="1"/>
          </p:cNvSpPr>
          <p:nvPr>
            <p:ph type="title"/>
          </p:nvPr>
        </p:nvSpPr>
        <p:spPr>
          <a:xfrm>
            <a:off x="695998" y="360000"/>
            <a:ext cx="6375921" cy="424732"/>
          </a:xfrm>
        </p:spPr>
        <p:txBody>
          <a:bodyPr>
            <a:normAutofit/>
          </a:bodyPr>
          <a:lstStyle/>
          <a:p>
            <a:r>
              <a:rPr lang="en-US" altLang="zh-CN" dirty="0"/>
              <a:t>6.1.1 </a:t>
            </a:r>
            <a:r>
              <a:rPr lang="zh-CN" altLang="en-US" dirty="0"/>
              <a:t>瀑布模型</a:t>
            </a:r>
          </a:p>
        </p:txBody>
      </p:sp>
      <p:sp>
        <p:nvSpPr>
          <p:cNvPr id="3" name="内容占位符 2">
            <a:extLst>
              <a:ext uri="{FF2B5EF4-FFF2-40B4-BE49-F238E27FC236}">
                <a16:creationId xmlns:a16="http://schemas.microsoft.com/office/drawing/2014/main" id="{C136C125-925F-F99A-2A07-B196FBC3DA3C}"/>
              </a:ext>
            </a:extLst>
          </p:cNvPr>
          <p:cNvSpPr>
            <a:spLocks noGrp="1"/>
          </p:cNvSpPr>
          <p:nvPr>
            <p:ph idx="1"/>
          </p:nvPr>
        </p:nvSpPr>
        <p:spPr>
          <a:xfrm>
            <a:off x="696000" y="864000"/>
            <a:ext cx="10800000" cy="5328000"/>
          </a:xfrm>
        </p:spPr>
        <p:txBody>
          <a:bodyPr/>
          <a:lstStyle/>
          <a:p>
            <a:r>
              <a:rPr lang="en-US" altLang="zh-CN" dirty="0"/>
              <a:t>Waterfall Model</a:t>
            </a:r>
          </a:p>
          <a:p>
            <a:r>
              <a:rPr lang="zh-CN" altLang="en-US" dirty="0"/>
              <a:t> </a:t>
            </a:r>
            <a:r>
              <a:rPr lang="en-US" altLang="zh-CN" dirty="0"/>
              <a:t>Winston Royce </a:t>
            </a:r>
            <a:r>
              <a:rPr lang="zh-CN" altLang="en-US" dirty="0"/>
              <a:t>于</a:t>
            </a:r>
            <a:r>
              <a:rPr lang="en-US" altLang="zh-CN" dirty="0"/>
              <a:t>1970</a:t>
            </a:r>
            <a:r>
              <a:rPr lang="zh-CN" altLang="en-US" dirty="0"/>
              <a:t>年提出</a:t>
            </a:r>
            <a:endParaRPr lang="en-US" altLang="zh-CN" dirty="0"/>
          </a:p>
          <a:p>
            <a:r>
              <a:rPr lang="zh-CN" altLang="en-US" dirty="0"/>
              <a:t>它将软件开发生命周期划分为若干线性阶段</a:t>
            </a:r>
            <a:endParaRPr lang="en-US" altLang="zh-CN" dirty="0"/>
          </a:p>
          <a:p>
            <a:r>
              <a:rPr lang="zh-CN" altLang="en-US" dirty="0"/>
              <a:t>每个阶段完成后才能进入下一个阶段</a:t>
            </a:r>
            <a:endParaRPr lang="en-US" altLang="zh-CN" dirty="0"/>
          </a:p>
          <a:p>
            <a:r>
              <a:rPr lang="zh-CN" altLang="en-US" dirty="0"/>
              <a:t>阶段分明、顺序执行</a:t>
            </a:r>
          </a:p>
          <a:p>
            <a:r>
              <a:rPr lang="zh-CN" altLang="en-US" dirty="0"/>
              <a:t>典型阶段如右图</a:t>
            </a:r>
          </a:p>
          <a:p>
            <a:r>
              <a:rPr lang="zh-CN" altLang="en-US" dirty="0"/>
              <a:t>特点：</a:t>
            </a:r>
          </a:p>
          <a:p>
            <a:pPr lvl="1"/>
            <a:r>
              <a:rPr lang="zh-CN" altLang="en-US" dirty="0"/>
              <a:t>各阶段严格顺序、不可回溯（理想情况下）</a:t>
            </a:r>
          </a:p>
          <a:p>
            <a:pPr lvl="1"/>
            <a:r>
              <a:rPr lang="zh-CN" altLang="en-US" dirty="0"/>
              <a:t>文档驱动，强调前期需求明确</a:t>
            </a:r>
          </a:p>
          <a:p>
            <a:pPr lvl="1"/>
            <a:r>
              <a:rPr lang="zh-CN" altLang="en-US" dirty="0"/>
              <a:t>测试集中在开发后期</a:t>
            </a:r>
          </a:p>
          <a:p>
            <a:pPr lvl="1"/>
            <a:r>
              <a:rPr lang="zh-CN" altLang="en-US" dirty="0"/>
              <a:t>不适合需求频繁变更的项目</a:t>
            </a:r>
          </a:p>
        </p:txBody>
      </p:sp>
      <p:sp>
        <p:nvSpPr>
          <p:cNvPr id="4" name="文本占位符 3">
            <a:extLst>
              <a:ext uri="{FF2B5EF4-FFF2-40B4-BE49-F238E27FC236}">
                <a16:creationId xmlns:a16="http://schemas.microsoft.com/office/drawing/2014/main" id="{E32D4ADB-6F16-E3EF-C1F8-CA6B2541D8F9}"/>
              </a:ext>
            </a:extLst>
          </p:cNvPr>
          <p:cNvSpPr>
            <a:spLocks noGrp="1"/>
          </p:cNvSpPr>
          <p:nvPr>
            <p:ph type="body" sz="quarter" idx="10"/>
          </p:nvPr>
        </p:nvSpPr>
        <p:spPr>
          <a:xfrm>
            <a:off x="7071919" y="360001"/>
            <a:ext cx="4424080" cy="424731"/>
          </a:xfrm>
        </p:spPr>
        <p:txBody>
          <a:bodyPr/>
          <a:lstStyle/>
          <a:p>
            <a:r>
              <a:rPr lang="en-US" altLang="zh-CN" dirty="0"/>
              <a:t>Predictive</a:t>
            </a:r>
          </a:p>
        </p:txBody>
      </p:sp>
      <p:grpSp>
        <p:nvGrpSpPr>
          <p:cNvPr id="1032" name="组合 1031">
            <a:extLst>
              <a:ext uri="{FF2B5EF4-FFF2-40B4-BE49-F238E27FC236}">
                <a16:creationId xmlns:a16="http://schemas.microsoft.com/office/drawing/2014/main" id="{A7514798-8B7E-D7C3-1659-6D5257D7D197}"/>
              </a:ext>
            </a:extLst>
          </p:cNvPr>
          <p:cNvGrpSpPr/>
          <p:nvPr/>
        </p:nvGrpSpPr>
        <p:grpSpPr>
          <a:xfrm>
            <a:off x="6038144" y="1389275"/>
            <a:ext cx="6086120" cy="4801975"/>
            <a:chOff x="5725427" y="1940677"/>
            <a:chExt cx="6086120" cy="4801975"/>
          </a:xfrm>
        </p:grpSpPr>
        <p:grpSp>
          <p:nvGrpSpPr>
            <p:cNvPr id="33" name="组合 32">
              <a:extLst>
                <a:ext uri="{FF2B5EF4-FFF2-40B4-BE49-F238E27FC236}">
                  <a16:creationId xmlns:a16="http://schemas.microsoft.com/office/drawing/2014/main" id="{3E34C81F-E32F-9D3F-8F54-6EAA0D9E0068}"/>
                </a:ext>
              </a:extLst>
            </p:cNvPr>
            <p:cNvGrpSpPr/>
            <p:nvPr/>
          </p:nvGrpSpPr>
          <p:grpSpPr>
            <a:xfrm>
              <a:off x="5725427" y="1940677"/>
              <a:ext cx="4341595" cy="4696244"/>
              <a:chOff x="4326605" y="2074027"/>
              <a:chExt cx="4341595" cy="4696244"/>
            </a:xfrm>
          </p:grpSpPr>
          <p:grpSp>
            <p:nvGrpSpPr>
              <p:cNvPr id="18" name="组合 17">
                <a:extLst>
                  <a:ext uri="{FF2B5EF4-FFF2-40B4-BE49-F238E27FC236}">
                    <a16:creationId xmlns:a16="http://schemas.microsoft.com/office/drawing/2014/main" id="{51C853F4-A0F9-3F0B-2DCD-32121CF092B9}"/>
                  </a:ext>
                </a:extLst>
              </p:cNvPr>
              <p:cNvGrpSpPr/>
              <p:nvPr/>
            </p:nvGrpSpPr>
            <p:grpSpPr>
              <a:xfrm>
                <a:off x="4326605" y="2074027"/>
                <a:ext cx="2042895" cy="1792726"/>
                <a:chOff x="4326605" y="2074027"/>
                <a:chExt cx="2042895" cy="1792726"/>
              </a:xfrm>
            </p:grpSpPr>
            <p:grpSp>
              <p:nvGrpSpPr>
                <p:cNvPr id="14" name="组合 13">
                  <a:extLst>
                    <a:ext uri="{FF2B5EF4-FFF2-40B4-BE49-F238E27FC236}">
                      <a16:creationId xmlns:a16="http://schemas.microsoft.com/office/drawing/2014/main" id="{050341AF-7853-CE6F-52D2-4523D9AA79CE}"/>
                    </a:ext>
                  </a:extLst>
                </p:cNvPr>
                <p:cNvGrpSpPr/>
                <p:nvPr/>
              </p:nvGrpSpPr>
              <p:grpSpPr>
                <a:xfrm>
                  <a:off x="4326605" y="2074027"/>
                  <a:ext cx="1479042" cy="1074297"/>
                  <a:chOff x="4326605" y="2074027"/>
                  <a:chExt cx="1479042" cy="1074297"/>
                </a:xfrm>
              </p:grpSpPr>
              <p:sp>
                <p:nvSpPr>
                  <p:cNvPr id="12" name="平行四边形 11">
                    <a:extLst>
                      <a:ext uri="{FF2B5EF4-FFF2-40B4-BE49-F238E27FC236}">
                        <a16:creationId xmlns:a16="http://schemas.microsoft.com/office/drawing/2014/main" id="{CBAB835B-C4A0-AC6B-AA92-0A5F5E04E41B}"/>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平行四边形 12">
                    <a:extLst>
                      <a:ext uri="{FF2B5EF4-FFF2-40B4-BE49-F238E27FC236}">
                        <a16:creationId xmlns:a16="http://schemas.microsoft.com/office/drawing/2014/main" id="{4D2D1B06-F33E-A38A-DC03-8AA943DA9CCC}"/>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15" name="组合 14">
                  <a:extLst>
                    <a:ext uri="{FF2B5EF4-FFF2-40B4-BE49-F238E27FC236}">
                      <a16:creationId xmlns:a16="http://schemas.microsoft.com/office/drawing/2014/main" id="{2285813B-8410-0947-9030-DA8526CE125E}"/>
                    </a:ext>
                  </a:extLst>
                </p:cNvPr>
                <p:cNvGrpSpPr/>
                <p:nvPr/>
              </p:nvGrpSpPr>
              <p:grpSpPr>
                <a:xfrm>
                  <a:off x="4890458" y="2792456"/>
                  <a:ext cx="1479042" cy="1074297"/>
                  <a:chOff x="4326605" y="2074027"/>
                  <a:chExt cx="1479042" cy="1074297"/>
                </a:xfrm>
              </p:grpSpPr>
              <p:sp>
                <p:nvSpPr>
                  <p:cNvPr id="16" name="平行四边形 15">
                    <a:extLst>
                      <a:ext uri="{FF2B5EF4-FFF2-40B4-BE49-F238E27FC236}">
                        <a16:creationId xmlns:a16="http://schemas.microsoft.com/office/drawing/2014/main" id="{4DAB1EC9-F5EE-D687-E9B0-D0B8464570F5}"/>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平行四边形 16">
                    <a:extLst>
                      <a:ext uri="{FF2B5EF4-FFF2-40B4-BE49-F238E27FC236}">
                        <a16:creationId xmlns:a16="http://schemas.microsoft.com/office/drawing/2014/main" id="{B8E0010C-5634-535E-597D-1314A34A8DCD}"/>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19" name="组合 18">
                <a:extLst>
                  <a:ext uri="{FF2B5EF4-FFF2-40B4-BE49-F238E27FC236}">
                    <a16:creationId xmlns:a16="http://schemas.microsoft.com/office/drawing/2014/main" id="{DB459553-94F9-525F-6A8D-075008035051}"/>
                  </a:ext>
                </a:extLst>
              </p:cNvPr>
              <p:cNvGrpSpPr/>
              <p:nvPr/>
            </p:nvGrpSpPr>
            <p:grpSpPr>
              <a:xfrm>
                <a:off x="5469605" y="3519829"/>
                <a:ext cx="2042895" cy="1792726"/>
                <a:chOff x="4326605" y="2074027"/>
                <a:chExt cx="2042895" cy="1792726"/>
              </a:xfrm>
            </p:grpSpPr>
            <p:grpSp>
              <p:nvGrpSpPr>
                <p:cNvPr id="20" name="组合 19">
                  <a:extLst>
                    <a:ext uri="{FF2B5EF4-FFF2-40B4-BE49-F238E27FC236}">
                      <a16:creationId xmlns:a16="http://schemas.microsoft.com/office/drawing/2014/main" id="{637D8399-9D30-2E73-7B7B-D1988E3B919E}"/>
                    </a:ext>
                  </a:extLst>
                </p:cNvPr>
                <p:cNvGrpSpPr/>
                <p:nvPr/>
              </p:nvGrpSpPr>
              <p:grpSpPr>
                <a:xfrm>
                  <a:off x="4326605" y="2074027"/>
                  <a:ext cx="1479042" cy="1074297"/>
                  <a:chOff x="4326605" y="2074027"/>
                  <a:chExt cx="1479042" cy="1074297"/>
                </a:xfrm>
              </p:grpSpPr>
              <p:sp>
                <p:nvSpPr>
                  <p:cNvPr id="24" name="平行四边形 23">
                    <a:extLst>
                      <a:ext uri="{FF2B5EF4-FFF2-40B4-BE49-F238E27FC236}">
                        <a16:creationId xmlns:a16="http://schemas.microsoft.com/office/drawing/2014/main" id="{9DA418D2-566B-4C18-7AA4-2880A60A312D}"/>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平行四边形 24">
                    <a:extLst>
                      <a:ext uri="{FF2B5EF4-FFF2-40B4-BE49-F238E27FC236}">
                        <a16:creationId xmlns:a16="http://schemas.microsoft.com/office/drawing/2014/main" id="{AF91D15C-9F0D-4AA6-278D-CAA3B4C89BA2}"/>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21" name="组合 20">
                  <a:extLst>
                    <a:ext uri="{FF2B5EF4-FFF2-40B4-BE49-F238E27FC236}">
                      <a16:creationId xmlns:a16="http://schemas.microsoft.com/office/drawing/2014/main" id="{B8E00B04-87E6-866E-7C89-06D54E43A128}"/>
                    </a:ext>
                  </a:extLst>
                </p:cNvPr>
                <p:cNvGrpSpPr/>
                <p:nvPr/>
              </p:nvGrpSpPr>
              <p:grpSpPr>
                <a:xfrm>
                  <a:off x="4890458" y="2792456"/>
                  <a:ext cx="1479042" cy="1074297"/>
                  <a:chOff x="4326605" y="2074027"/>
                  <a:chExt cx="1479042" cy="1074297"/>
                </a:xfrm>
              </p:grpSpPr>
              <p:sp>
                <p:nvSpPr>
                  <p:cNvPr id="22" name="平行四边形 21">
                    <a:extLst>
                      <a:ext uri="{FF2B5EF4-FFF2-40B4-BE49-F238E27FC236}">
                        <a16:creationId xmlns:a16="http://schemas.microsoft.com/office/drawing/2014/main" id="{BEA25E8A-19C8-2E65-D313-664673138B80}"/>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平行四边形 22">
                    <a:extLst>
                      <a:ext uri="{FF2B5EF4-FFF2-40B4-BE49-F238E27FC236}">
                        <a16:creationId xmlns:a16="http://schemas.microsoft.com/office/drawing/2014/main" id="{166822F4-0408-D755-7C25-30FE8A8E85EA}"/>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26" name="组合 25">
                <a:extLst>
                  <a:ext uri="{FF2B5EF4-FFF2-40B4-BE49-F238E27FC236}">
                    <a16:creationId xmlns:a16="http://schemas.microsoft.com/office/drawing/2014/main" id="{5621674B-787D-6B39-A821-FE87BD74A7EE}"/>
                  </a:ext>
                </a:extLst>
              </p:cNvPr>
              <p:cNvGrpSpPr/>
              <p:nvPr/>
            </p:nvGrpSpPr>
            <p:grpSpPr>
              <a:xfrm>
                <a:off x="6625305" y="4977545"/>
                <a:ext cx="2042895" cy="1792726"/>
                <a:chOff x="4326605" y="2074027"/>
                <a:chExt cx="2042895" cy="1792726"/>
              </a:xfrm>
            </p:grpSpPr>
            <p:grpSp>
              <p:nvGrpSpPr>
                <p:cNvPr id="27" name="组合 26">
                  <a:extLst>
                    <a:ext uri="{FF2B5EF4-FFF2-40B4-BE49-F238E27FC236}">
                      <a16:creationId xmlns:a16="http://schemas.microsoft.com/office/drawing/2014/main" id="{74BDA3BA-9ECC-9FD6-EF08-7CE3E5B21155}"/>
                    </a:ext>
                  </a:extLst>
                </p:cNvPr>
                <p:cNvGrpSpPr/>
                <p:nvPr/>
              </p:nvGrpSpPr>
              <p:grpSpPr>
                <a:xfrm>
                  <a:off x="4326605" y="2074027"/>
                  <a:ext cx="1479042" cy="1074297"/>
                  <a:chOff x="4326605" y="2074027"/>
                  <a:chExt cx="1479042" cy="1074297"/>
                </a:xfrm>
              </p:grpSpPr>
              <p:sp>
                <p:nvSpPr>
                  <p:cNvPr id="31" name="平行四边形 30">
                    <a:extLst>
                      <a:ext uri="{FF2B5EF4-FFF2-40B4-BE49-F238E27FC236}">
                        <a16:creationId xmlns:a16="http://schemas.microsoft.com/office/drawing/2014/main" id="{3752443C-0876-E482-4332-09C1CA595A23}"/>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平行四边形 31">
                    <a:extLst>
                      <a:ext uri="{FF2B5EF4-FFF2-40B4-BE49-F238E27FC236}">
                        <a16:creationId xmlns:a16="http://schemas.microsoft.com/office/drawing/2014/main" id="{00CA5CE4-344F-14EC-AAC4-6C220A7FBECA}"/>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28" name="组合 27">
                  <a:extLst>
                    <a:ext uri="{FF2B5EF4-FFF2-40B4-BE49-F238E27FC236}">
                      <a16:creationId xmlns:a16="http://schemas.microsoft.com/office/drawing/2014/main" id="{7FC97493-DB6B-8776-E7C4-1E7CA810C767}"/>
                    </a:ext>
                  </a:extLst>
                </p:cNvPr>
                <p:cNvGrpSpPr/>
                <p:nvPr/>
              </p:nvGrpSpPr>
              <p:grpSpPr>
                <a:xfrm>
                  <a:off x="4890458" y="2792456"/>
                  <a:ext cx="1479042" cy="1074297"/>
                  <a:chOff x="4326605" y="2074027"/>
                  <a:chExt cx="1479042" cy="1074297"/>
                </a:xfrm>
              </p:grpSpPr>
              <p:sp>
                <p:nvSpPr>
                  <p:cNvPr id="29" name="平行四边形 28">
                    <a:extLst>
                      <a:ext uri="{FF2B5EF4-FFF2-40B4-BE49-F238E27FC236}">
                        <a16:creationId xmlns:a16="http://schemas.microsoft.com/office/drawing/2014/main" id="{DA4056FF-C9A1-F05C-04D8-E287C67F2C41}"/>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平行四边形 29">
                    <a:extLst>
                      <a:ext uri="{FF2B5EF4-FFF2-40B4-BE49-F238E27FC236}">
                        <a16:creationId xmlns:a16="http://schemas.microsoft.com/office/drawing/2014/main" id="{98D63DC8-758D-6E6D-1B08-40AF2CB36CF8}"/>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sp>
          <p:nvSpPr>
            <p:cNvPr id="34" name="文本框 33">
              <a:extLst>
                <a:ext uri="{FF2B5EF4-FFF2-40B4-BE49-F238E27FC236}">
                  <a16:creationId xmlns:a16="http://schemas.microsoft.com/office/drawing/2014/main" id="{61F72329-9523-40C7-A658-411AF0AFC128}"/>
                </a:ext>
              </a:extLst>
            </p:cNvPr>
            <p:cNvSpPr txBox="1"/>
            <p:nvPr/>
          </p:nvSpPr>
          <p:spPr>
            <a:xfrm>
              <a:off x="7242065" y="2198944"/>
              <a:ext cx="4123245" cy="369332"/>
            </a:xfrm>
            <a:prstGeom prst="rect">
              <a:avLst/>
            </a:prstGeom>
            <a:noFill/>
          </p:spPr>
          <p:txBody>
            <a:bodyPr wrap="none" rtlCol="0">
              <a:spAutoFit/>
            </a:bodyPr>
            <a:lstStyle/>
            <a:p>
              <a:r>
                <a:rPr lang="en-US" altLang="zh-CN" dirty="0"/>
                <a:t>Requirement gathering &amp; analysis</a:t>
              </a:r>
              <a:endParaRPr lang="zh-CN" altLang="en-US" dirty="0"/>
            </a:p>
          </p:txBody>
        </p:sp>
        <p:sp>
          <p:nvSpPr>
            <p:cNvPr id="35" name="文本框 34">
              <a:extLst>
                <a:ext uri="{FF2B5EF4-FFF2-40B4-BE49-F238E27FC236}">
                  <a16:creationId xmlns:a16="http://schemas.microsoft.com/office/drawing/2014/main" id="{EA7C6A17-1759-8FF1-D979-9E729D42E751}"/>
                </a:ext>
              </a:extLst>
            </p:cNvPr>
            <p:cNvSpPr txBox="1"/>
            <p:nvPr/>
          </p:nvSpPr>
          <p:spPr>
            <a:xfrm>
              <a:off x="7804438" y="2908202"/>
              <a:ext cx="1888659" cy="369332"/>
            </a:xfrm>
            <a:prstGeom prst="rect">
              <a:avLst/>
            </a:prstGeom>
            <a:noFill/>
          </p:spPr>
          <p:txBody>
            <a:bodyPr wrap="none" rtlCol="0">
              <a:spAutoFit/>
            </a:bodyPr>
            <a:lstStyle/>
            <a:p>
              <a:r>
                <a:rPr lang="en-US" altLang="zh-CN" dirty="0"/>
                <a:t>System design</a:t>
              </a:r>
              <a:endParaRPr lang="zh-CN" altLang="en-US" dirty="0"/>
            </a:p>
          </p:txBody>
        </p:sp>
        <p:sp>
          <p:nvSpPr>
            <p:cNvPr id="36" name="文本框 35">
              <a:extLst>
                <a:ext uri="{FF2B5EF4-FFF2-40B4-BE49-F238E27FC236}">
                  <a16:creationId xmlns:a16="http://schemas.microsoft.com/office/drawing/2014/main" id="{DBEABF73-D1EF-67D8-C44A-7096395EC269}"/>
                </a:ext>
              </a:extLst>
            </p:cNvPr>
            <p:cNvSpPr txBox="1"/>
            <p:nvPr/>
          </p:nvSpPr>
          <p:spPr>
            <a:xfrm>
              <a:off x="8391347" y="3617460"/>
              <a:ext cx="2137124" cy="369332"/>
            </a:xfrm>
            <a:prstGeom prst="rect">
              <a:avLst/>
            </a:prstGeom>
            <a:noFill/>
          </p:spPr>
          <p:txBody>
            <a:bodyPr wrap="none" rtlCol="0">
              <a:spAutoFit/>
            </a:bodyPr>
            <a:lstStyle/>
            <a:p>
              <a:r>
                <a:rPr lang="en-US" altLang="zh-CN" dirty="0"/>
                <a:t>Implementation</a:t>
              </a:r>
              <a:endParaRPr lang="zh-CN" altLang="en-US" dirty="0"/>
            </a:p>
          </p:txBody>
        </p:sp>
        <p:sp>
          <p:nvSpPr>
            <p:cNvPr id="37" name="文本框 36">
              <a:extLst>
                <a:ext uri="{FF2B5EF4-FFF2-40B4-BE49-F238E27FC236}">
                  <a16:creationId xmlns:a16="http://schemas.microsoft.com/office/drawing/2014/main" id="{48BE4FBC-2556-B62D-48AE-2833DAC88CB5}"/>
                </a:ext>
              </a:extLst>
            </p:cNvPr>
            <p:cNvSpPr txBox="1"/>
            <p:nvPr/>
          </p:nvSpPr>
          <p:spPr>
            <a:xfrm>
              <a:off x="8963915" y="4326718"/>
              <a:ext cx="1039067" cy="369332"/>
            </a:xfrm>
            <a:prstGeom prst="rect">
              <a:avLst/>
            </a:prstGeom>
            <a:noFill/>
          </p:spPr>
          <p:txBody>
            <a:bodyPr wrap="none" rtlCol="0">
              <a:spAutoFit/>
            </a:bodyPr>
            <a:lstStyle/>
            <a:p>
              <a:r>
                <a:rPr lang="en-US" altLang="zh-CN" dirty="0"/>
                <a:t>Testing</a:t>
              </a:r>
              <a:endParaRPr lang="zh-CN" altLang="en-US" dirty="0"/>
            </a:p>
          </p:txBody>
        </p:sp>
        <p:sp>
          <p:nvSpPr>
            <p:cNvPr id="38" name="文本框 37">
              <a:extLst>
                <a:ext uri="{FF2B5EF4-FFF2-40B4-BE49-F238E27FC236}">
                  <a16:creationId xmlns:a16="http://schemas.microsoft.com/office/drawing/2014/main" id="{2EB77278-94B6-410B-B087-E6C83E37493E}"/>
                </a:ext>
              </a:extLst>
            </p:cNvPr>
            <p:cNvSpPr txBox="1"/>
            <p:nvPr/>
          </p:nvSpPr>
          <p:spPr>
            <a:xfrm>
              <a:off x="9535937" y="5035976"/>
              <a:ext cx="1837362" cy="369332"/>
            </a:xfrm>
            <a:prstGeom prst="rect">
              <a:avLst/>
            </a:prstGeom>
            <a:noFill/>
          </p:spPr>
          <p:txBody>
            <a:bodyPr wrap="none" rtlCol="0">
              <a:spAutoFit/>
            </a:bodyPr>
            <a:lstStyle/>
            <a:p>
              <a:r>
                <a:rPr lang="en-US" altLang="zh-CN" dirty="0"/>
                <a:t>Development</a:t>
              </a:r>
              <a:endParaRPr lang="zh-CN" altLang="en-US" dirty="0"/>
            </a:p>
          </p:txBody>
        </p:sp>
        <p:sp>
          <p:nvSpPr>
            <p:cNvPr id="39" name="文本框 38">
              <a:extLst>
                <a:ext uri="{FF2B5EF4-FFF2-40B4-BE49-F238E27FC236}">
                  <a16:creationId xmlns:a16="http://schemas.microsoft.com/office/drawing/2014/main" id="{42C4FD93-449E-9185-B568-6D4C5DD893DE}"/>
                </a:ext>
              </a:extLst>
            </p:cNvPr>
            <p:cNvSpPr txBox="1"/>
            <p:nvPr/>
          </p:nvSpPr>
          <p:spPr>
            <a:xfrm>
              <a:off x="10102425" y="5745236"/>
              <a:ext cx="1709122" cy="369332"/>
            </a:xfrm>
            <a:prstGeom prst="rect">
              <a:avLst/>
            </a:prstGeom>
            <a:noFill/>
          </p:spPr>
          <p:txBody>
            <a:bodyPr wrap="none" rtlCol="0">
              <a:spAutoFit/>
            </a:bodyPr>
            <a:lstStyle/>
            <a:p>
              <a:r>
                <a:rPr lang="en-US" altLang="zh-CN" dirty="0"/>
                <a:t>Maintenance</a:t>
              </a:r>
              <a:endParaRPr lang="zh-CN" altLang="en-US" dirty="0"/>
            </a:p>
          </p:txBody>
        </p:sp>
        <p:grpSp>
          <p:nvGrpSpPr>
            <p:cNvPr id="43" name="组合 42">
              <a:extLst>
                <a:ext uri="{FF2B5EF4-FFF2-40B4-BE49-F238E27FC236}">
                  <a16:creationId xmlns:a16="http://schemas.microsoft.com/office/drawing/2014/main" id="{D0C6ABE2-9CC0-F3B5-F4A5-904554F4BA0B}"/>
                </a:ext>
              </a:extLst>
            </p:cNvPr>
            <p:cNvGrpSpPr/>
            <p:nvPr/>
          </p:nvGrpSpPr>
          <p:grpSpPr>
            <a:xfrm flipH="1" flipV="1">
              <a:off x="5761525" y="2046408"/>
              <a:ext cx="4341595" cy="4696244"/>
              <a:chOff x="4326605" y="2074027"/>
              <a:chExt cx="4341595" cy="4696244"/>
            </a:xfrm>
          </p:grpSpPr>
          <p:grpSp>
            <p:nvGrpSpPr>
              <p:cNvPr id="44" name="组合 43">
                <a:extLst>
                  <a:ext uri="{FF2B5EF4-FFF2-40B4-BE49-F238E27FC236}">
                    <a16:creationId xmlns:a16="http://schemas.microsoft.com/office/drawing/2014/main" id="{9D77A664-3D2F-72F2-3461-231CA16863B0}"/>
                  </a:ext>
                </a:extLst>
              </p:cNvPr>
              <p:cNvGrpSpPr/>
              <p:nvPr/>
            </p:nvGrpSpPr>
            <p:grpSpPr>
              <a:xfrm>
                <a:off x="4326605" y="2074027"/>
                <a:ext cx="2042895" cy="1792726"/>
                <a:chOff x="4326605" y="2074027"/>
                <a:chExt cx="2042895" cy="1792726"/>
              </a:xfrm>
            </p:grpSpPr>
            <p:grpSp>
              <p:nvGrpSpPr>
                <p:cNvPr id="59" name="组合 58">
                  <a:extLst>
                    <a:ext uri="{FF2B5EF4-FFF2-40B4-BE49-F238E27FC236}">
                      <a16:creationId xmlns:a16="http://schemas.microsoft.com/office/drawing/2014/main" id="{0D100E40-E271-4610-A349-284338F437D6}"/>
                    </a:ext>
                  </a:extLst>
                </p:cNvPr>
                <p:cNvGrpSpPr/>
                <p:nvPr/>
              </p:nvGrpSpPr>
              <p:grpSpPr>
                <a:xfrm>
                  <a:off x="4326605" y="2074027"/>
                  <a:ext cx="1479042" cy="1074297"/>
                  <a:chOff x="4326605" y="2074027"/>
                  <a:chExt cx="1479042" cy="1074297"/>
                </a:xfrm>
              </p:grpSpPr>
              <p:sp>
                <p:nvSpPr>
                  <p:cNvPr id="63" name="平行四边形 62">
                    <a:extLst>
                      <a:ext uri="{FF2B5EF4-FFF2-40B4-BE49-F238E27FC236}">
                        <a16:creationId xmlns:a16="http://schemas.microsoft.com/office/drawing/2014/main" id="{61735E6E-A166-06B6-61E6-FD406FB9BBDD}"/>
                      </a:ext>
                    </a:extLst>
                  </p:cNvPr>
                  <p:cNvSpPr/>
                  <p:nvPr/>
                </p:nvSpPr>
                <p:spPr>
                  <a:xfrm rot="20100000" flipV="1">
                    <a:off x="4365647" y="2644324"/>
                    <a:ext cx="1440000" cy="504000"/>
                  </a:xfrm>
                  <a:prstGeom prst="parallelogram">
                    <a:avLst>
                      <a:gd name="adj" fmla="val 79938"/>
                    </a:avLst>
                  </a:prstGeom>
                  <a:solidFill>
                    <a:srgbClr val="99867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24" name="平行四边形 1023">
                    <a:extLst>
                      <a:ext uri="{FF2B5EF4-FFF2-40B4-BE49-F238E27FC236}">
                        <a16:creationId xmlns:a16="http://schemas.microsoft.com/office/drawing/2014/main" id="{988529FB-2AB6-6FC6-5626-FDA84A913897}"/>
                      </a:ext>
                    </a:extLst>
                  </p:cNvPr>
                  <p:cNvSpPr/>
                  <p:nvPr/>
                </p:nvSpPr>
                <p:spPr>
                  <a:xfrm rot="5400000" flipV="1">
                    <a:off x="4345850" y="2054782"/>
                    <a:ext cx="917221" cy="955711"/>
                  </a:xfrm>
                  <a:prstGeom prst="parallelogram">
                    <a:avLst>
                      <a:gd name="adj" fmla="val 49232"/>
                    </a:avLst>
                  </a:prstGeom>
                  <a:solidFill>
                    <a:srgbClr val="7F6F6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60" name="组合 59">
                  <a:extLst>
                    <a:ext uri="{FF2B5EF4-FFF2-40B4-BE49-F238E27FC236}">
                      <a16:creationId xmlns:a16="http://schemas.microsoft.com/office/drawing/2014/main" id="{719632E8-34E2-D80B-8370-C976DC515E96}"/>
                    </a:ext>
                  </a:extLst>
                </p:cNvPr>
                <p:cNvGrpSpPr/>
                <p:nvPr/>
              </p:nvGrpSpPr>
              <p:grpSpPr>
                <a:xfrm>
                  <a:off x="4890458" y="2792456"/>
                  <a:ext cx="1479042" cy="1074297"/>
                  <a:chOff x="4326605" y="2074027"/>
                  <a:chExt cx="1479042" cy="1074297"/>
                </a:xfrm>
              </p:grpSpPr>
              <p:sp>
                <p:nvSpPr>
                  <p:cNvPr id="61" name="平行四边形 60">
                    <a:extLst>
                      <a:ext uri="{FF2B5EF4-FFF2-40B4-BE49-F238E27FC236}">
                        <a16:creationId xmlns:a16="http://schemas.microsoft.com/office/drawing/2014/main" id="{A10831B7-9C3E-402A-3AA6-38B234550AB5}"/>
                      </a:ext>
                    </a:extLst>
                  </p:cNvPr>
                  <p:cNvSpPr/>
                  <p:nvPr/>
                </p:nvSpPr>
                <p:spPr>
                  <a:xfrm rot="20100000" flipV="1">
                    <a:off x="4365647" y="2644324"/>
                    <a:ext cx="1440000" cy="504000"/>
                  </a:xfrm>
                  <a:prstGeom prst="parallelogram">
                    <a:avLst>
                      <a:gd name="adj" fmla="val 79938"/>
                    </a:avLst>
                  </a:prstGeom>
                  <a:solidFill>
                    <a:srgbClr val="EADA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2" name="平行四边形 61">
                    <a:extLst>
                      <a:ext uri="{FF2B5EF4-FFF2-40B4-BE49-F238E27FC236}">
                        <a16:creationId xmlns:a16="http://schemas.microsoft.com/office/drawing/2014/main" id="{7AB68F96-01BC-0BA8-B40D-AAB15AFAB658}"/>
                      </a:ext>
                    </a:extLst>
                  </p:cNvPr>
                  <p:cNvSpPr/>
                  <p:nvPr/>
                </p:nvSpPr>
                <p:spPr>
                  <a:xfrm rot="5400000" flipV="1">
                    <a:off x="4345850" y="2054782"/>
                    <a:ext cx="917221" cy="955711"/>
                  </a:xfrm>
                  <a:prstGeom prst="parallelogram">
                    <a:avLst>
                      <a:gd name="adj" fmla="val 49232"/>
                    </a:avLst>
                  </a:prstGeom>
                  <a:solidFill>
                    <a:srgbClr val="CCBF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45" name="组合 44">
                <a:extLst>
                  <a:ext uri="{FF2B5EF4-FFF2-40B4-BE49-F238E27FC236}">
                    <a16:creationId xmlns:a16="http://schemas.microsoft.com/office/drawing/2014/main" id="{7EC73E99-790D-0E7D-A83F-E77104648BDA}"/>
                  </a:ext>
                </a:extLst>
              </p:cNvPr>
              <p:cNvGrpSpPr/>
              <p:nvPr/>
            </p:nvGrpSpPr>
            <p:grpSpPr>
              <a:xfrm>
                <a:off x="5469605" y="3519829"/>
                <a:ext cx="2042895" cy="1792726"/>
                <a:chOff x="4326605" y="2074027"/>
                <a:chExt cx="2042895" cy="1792726"/>
              </a:xfrm>
            </p:grpSpPr>
            <p:grpSp>
              <p:nvGrpSpPr>
                <p:cNvPr id="53" name="组合 52">
                  <a:extLst>
                    <a:ext uri="{FF2B5EF4-FFF2-40B4-BE49-F238E27FC236}">
                      <a16:creationId xmlns:a16="http://schemas.microsoft.com/office/drawing/2014/main" id="{7E91599A-CF0E-319C-6B30-ECDA404144F0}"/>
                    </a:ext>
                  </a:extLst>
                </p:cNvPr>
                <p:cNvGrpSpPr/>
                <p:nvPr/>
              </p:nvGrpSpPr>
              <p:grpSpPr>
                <a:xfrm>
                  <a:off x="4326605" y="2074027"/>
                  <a:ext cx="1479042" cy="1074297"/>
                  <a:chOff x="4326605" y="2074027"/>
                  <a:chExt cx="1479042" cy="1074297"/>
                </a:xfrm>
              </p:grpSpPr>
              <p:sp>
                <p:nvSpPr>
                  <p:cNvPr id="57" name="平行四边形 56">
                    <a:extLst>
                      <a:ext uri="{FF2B5EF4-FFF2-40B4-BE49-F238E27FC236}">
                        <a16:creationId xmlns:a16="http://schemas.microsoft.com/office/drawing/2014/main" id="{BC180C4F-F9EF-C093-4256-E979A029916C}"/>
                      </a:ext>
                    </a:extLst>
                  </p:cNvPr>
                  <p:cNvSpPr/>
                  <p:nvPr/>
                </p:nvSpPr>
                <p:spPr>
                  <a:xfrm rot="20100000" flipV="1">
                    <a:off x="4365647" y="2644324"/>
                    <a:ext cx="1440000" cy="504000"/>
                  </a:xfrm>
                  <a:prstGeom prst="parallelogram">
                    <a:avLst>
                      <a:gd name="adj" fmla="val 79938"/>
                    </a:avLst>
                  </a:pr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8" name="平行四边形 57">
                    <a:extLst>
                      <a:ext uri="{FF2B5EF4-FFF2-40B4-BE49-F238E27FC236}">
                        <a16:creationId xmlns:a16="http://schemas.microsoft.com/office/drawing/2014/main" id="{EE322FD4-FAF8-ACC6-8705-F2A794A5CD60}"/>
                      </a:ext>
                    </a:extLst>
                  </p:cNvPr>
                  <p:cNvSpPr/>
                  <p:nvPr/>
                </p:nvSpPr>
                <p:spPr>
                  <a:xfrm rot="5400000" flipV="1">
                    <a:off x="4345850" y="2054782"/>
                    <a:ext cx="917221" cy="955711"/>
                  </a:xfrm>
                  <a:prstGeom prst="parallelogram">
                    <a:avLst>
                      <a:gd name="adj" fmla="val 49232"/>
                    </a:avLst>
                  </a:prstGeom>
                  <a:solidFill>
                    <a:srgbClr val="4D997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54" name="组合 53">
                  <a:extLst>
                    <a:ext uri="{FF2B5EF4-FFF2-40B4-BE49-F238E27FC236}">
                      <a16:creationId xmlns:a16="http://schemas.microsoft.com/office/drawing/2014/main" id="{BEED3E0B-5F91-6C4D-79A2-A91A8AE062CC}"/>
                    </a:ext>
                  </a:extLst>
                </p:cNvPr>
                <p:cNvGrpSpPr/>
                <p:nvPr/>
              </p:nvGrpSpPr>
              <p:grpSpPr>
                <a:xfrm>
                  <a:off x="4890458" y="2792456"/>
                  <a:ext cx="1479042" cy="1074297"/>
                  <a:chOff x="4326605" y="2074027"/>
                  <a:chExt cx="1479042" cy="1074297"/>
                </a:xfrm>
              </p:grpSpPr>
              <p:sp>
                <p:nvSpPr>
                  <p:cNvPr id="55" name="平行四边形 54">
                    <a:extLst>
                      <a:ext uri="{FF2B5EF4-FFF2-40B4-BE49-F238E27FC236}">
                        <a16:creationId xmlns:a16="http://schemas.microsoft.com/office/drawing/2014/main" id="{6843A8AC-0B16-7AFF-FC66-A6E8D0051DF7}"/>
                      </a:ext>
                    </a:extLst>
                  </p:cNvPr>
                  <p:cNvSpPr/>
                  <p:nvPr/>
                </p:nvSpPr>
                <p:spPr>
                  <a:xfrm rot="20100000" flipV="1">
                    <a:off x="4365647" y="2644324"/>
                    <a:ext cx="1440000" cy="504000"/>
                  </a:xfrm>
                  <a:prstGeom prst="parallelogram">
                    <a:avLst>
                      <a:gd name="adj" fmla="val 79938"/>
                    </a:avLst>
                  </a:prstGeom>
                  <a:solidFill>
                    <a:srgbClr val="F8D07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 name="平行四边形 55">
                    <a:extLst>
                      <a:ext uri="{FF2B5EF4-FFF2-40B4-BE49-F238E27FC236}">
                        <a16:creationId xmlns:a16="http://schemas.microsoft.com/office/drawing/2014/main" id="{D7F56D88-68BC-A2E0-F6FD-B007F8662882}"/>
                      </a:ext>
                    </a:extLst>
                  </p:cNvPr>
                  <p:cNvSpPr/>
                  <p:nvPr/>
                </p:nvSpPr>
                <p:spPr>
                  <a:xfrm rot="5400000" flipV="1">
                    <a:off x="4345850" y="2054782"/>
                    <a:ext cx="917221" cy="955711"/>
                  </a:xfrm>
                  <a:prstGeom prst="parallelogram">
                    <a:avLst>
                      <a:gd name="adj" fmla="val 49232"/>
                    </a:avLst>
                  </a:prstGeom>
                  <a:solidFill>
                    <a:srgbClr val="CDA8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46" name="组合 45">
                <a:extLst>
                  <a:ext uri="{FF2B5EF4-FFF2-40B4-BE49-F238E27FC236}">
                    <a16:creationId xmlns:a16="http://schemas.microsoft.com/office/drawing/2014/main" id="{BC2765D4-436E-ECAB-FD0A-6CDDEE88B0BB}"/>
                  </a:ext>
                </a:extLst>
              </p:cNvPr>
              <p:cNvGrpSpPr/>
              <p:nvPr/>
            </p:nvGrpSpPr>
            <p:grpSpPr>
              <a:xfrm>
                <a:off x="6625305" y="4977545"/>
                <a:ext cx="2042895" cy="1792726"/>
                <a:chOff x="4326605" y="2074027"/>
                <a:chExt cx="2042895" cy="1792726"/>
              </a:xfrm>
            </p:grpSpPr>
            <p:grpSp>
              <p:nvGrpSpPr>
                <p:cNvPr id="47" name="组合 46">
                  <a:extLst>
                    <a:ext uri="{FF2B5EF4-FFF2-40B4-BE49-F238E27FC236}">
                      <a16:creationId xmlns:a16="http://schemas.microsoft.com/office/drawing/2014/main" id="{DDCED362-8014-F6C5-7F8A-EBD27A82D486}"/>
                    </a:ext>
                  </a:extLst>
                </p:cNvPr>
                <p:cNvGrpSpPr/>
                <p:nvPr/>
              </p:nvGrpSpPr>
              <p:grpSpPr>
                <a:xfrm>
                  <a:off x="4326605" y="2074027"/>
                  <a:ext cx="1479042" cy="1074297"/>
                  <a:chOff x="4326605" y="2074027"/>
                  <a:chExt cx="1479042" cy="1074297"/>
                </a:xfrm>
              </p:grpSpPr>
              <p:sp>
                <p:nvSpPr>
                  <p:cNvPr id="51" name="平行四边形 50">
                    <a:extLst>
                      <a:ext uri="{FF2B5EF4-FFF2-40B4-BE49-F238E27FC236}">
                        <a16:creationId xmlns:a16="http://schemas.microsoft.com/office/drawing/2014/main" id="{BC98081B-1294-D62C-3969-2D5EC1ACF218}"/>
                      </a:ext>
                    </a:extLst>
                  </p:cNvPr>
                  <p:cNvSpPr/>
                  <p:nvPr/>
                </p:nvSpPr>
                <p:spPr>
                  <a:xfrm rot="20100000" flipV="1">
                    <a:off x="4365647" y="2644324"/>
                    <a:ext cx="1440000" cy="504000"/>
                  </a:xfrm>
                  <a:prstGeom prst="parallelogram">
                    <a:avLst>
                      <a:gd name="adj" fmla="val 79938"/>
                    </a:avLst>
                  </a:pr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2" name="平行四边形 51">
                    <a:extLst>
                      <a:ext uri="{FF2B5EF4-FFF2-40B4-BE49-F238E27FC236}">
                        <a16:creationId xmlns:a16="http://schemas.microsoft.com/office/drawing/2014/main" id="{64F39BE7-3DDB-A421-F27D-8A6480749644}"/>
                      </a:ext>
                    </a:extLst>
                  </p:cNvPr>
                  <p:cNvSpPr/>
                  <p:nvPr/>
                </p:nvSpPr>
                <p:spPr>
                  <a:xfrm rot="5400000" flipV="1">
                    <a:off x="4345850" y="2054782"/>
                    <a:ext cx="917221" cy="955711"/>
                  </a:xfrm>
                  <a:prstGeom prst="parallelogram">
                    <a:avLst>
                      <a:gd name="adj" fmla="val 49232"/>
                    </a:avLst>
                  </a:prstGeom>
                  <a:solidFill>
                    <a:srgbClr val="CD6B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48" name="组合 47">
                  <a:extLst>
                    <a:ext uri="{FF2B5EF4-FFF2-40B4-BE49-F238E27FC236}">
                      <a16:creationId xmlns:a16="http://schemas.microsoft.com/office/drawing/2014/main" id="{E0C8488B-CD8A-6544-6B77-14009B8F26A8}"/>
                    </a:ext>
                  </a:extLst>
                </p:cNvPr>
                <p:cNvGrpSpPr/>
                <p:nvPr/>
              </p:nvGrpSpPr>
              <p:grpSpPr>
                <a:xfrm>
                  <a:off x="4890458" y="2792456"/>
                  <a:ext cx="1479042" cy="1074297"/>
                  <a:chOff x="4326605" y="2074027"/>
                  <a:chExt cx="1479042" cy="1074297"/>
                </a:xfrm>
              </p:grpSpPr>
              <p:sp>
                <p:nvSpPr>
                  <p:cNvPr id="49" name="平行四边形 48">
                    <a:extLst>
                      <a:ext uri="{FF2B5EF4-FFF2-40B4-BE49-F238E27FC236}">
                        <a16:creationId xmlns:a16="http://schemas.microsoft.com/office/drawing/2014/main" id="{9E54ED6A-5C40-31A9-7702-507BB46593DE}"/>
                      </a:ext>
                    </a:extLst>
                  </p:cNvPr>
                  <p:cNvSpPr/>
                  <p:nvPr/>
                </p:nvSpPr>
                <p:spPr>
                  <a:xfrm rot="20100000" flipV="1">
                    <a:off x="4365647" y="2644324"/>
                    <a:ext cx="1440000" cy="504000"/>
                  </a:xfrm>
                  <a:prstGeom prst="parallelogram">
                    <a:avLst>
                      <a:gd name="adj" fmla="val 79938"/>
                    </a:avLst>
                  </a:pr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0" name="平行四边形 49">
                    <a:extLst>
                      <a:ext uri="{FF2B5EF4-FFF2-40B4-BE49-F238E27FC236}">
                        <a16:creationId xmlns:a16="http://schemas.microsoft.com/office/drawing/2014/main" id="{E3A3B7E3-5F88-5E55-9278-1E9445186CCE}"/>
                      </a:ext>
                    </a:extLst>
                  </p:cNvPr>
                  <p:cNvSpPr/>
                  <p:nvPr/>
                </p:nvSpPr>
                <p:spPr>
                  <a:xfrm rot="5400000" flipV="1">
                    <a:off x="4345850" y="2054782"/>
                    <a:ext cx="917221" cy="955711"/>
                  </a:xfrm>
                  <a:prstGeom prst="parallelogram">
                    <a:avLst>
                      <a:gd name="adj" fmla="val 49232"/>
                    </a:avLst>
                  </a:prstGeom>
                  <a:solidFill>
                    <a:srgbClr val="CD526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sp>
          <p:nvSpPr>
            <p:cNvPr id="1025" name="弧形 1024">
              <a:extLst>
                <a:ext uri="{FF2B5EF4-FFF2-40B4-BE49-F238E27FC236}">
                  <a16:creationId xmlns:a16="http://schemas.microsoft.com/office/drawing/2014/main" id="{78E50ACA-2334-A8D3-902C-5217D8120EA9}"/>
                </a:ext>
              </a:extLst>
            </p:cNvPr>
            <p:cNvSpPr>
              <a:spLocks noChangeAspect="1"/>
            </p:cNvSpPr>
            <p:nvPr/>
          </p:nvSpPr>
          <p:spPr>
            <a:xfrm>
              <a:off x="6158183" y="2308050"/>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p>
          </p:txBody>
        </p:sp>
        <p:sp>
          <p:nvSpPr>
            <p:cNvPr id="1027" name="弧形 1026">
              <a:extLst>
                <a:ext uri="{FF2B5EF4-FFF2-40B4-BE49-F238E27FC236}">
                  <a16:creationId xmlns:a16="http://schemas.microsoft.com/office/drawing/2014/main" id="{9FAA769F-0D33-C3F3-54F8-E4A69B19823E}"/>
                </a:ext>
              </a:extLst>
            </p:cNvPr>
            <p:cNvSpPr>
              <a:spLocks noChangeAspect="1"/>
            </p:cNvSpPr>
            <p:nvPr/>
          </p:nvSpPr>
          <p:spPr>
            <a:xfrm>
              <a:off x="6702425" y="2984431"/>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p>
          </p:txBody>
        </p:sp>
        <p:sp>
          <p:nvSpPr>
            <p:cNvPr id="1028" name="弧形 1027">
              <a:extLst>
                <a:ext uri="{FF2B5EF4-FFF2-40B4-BE49-F238E27FC236}">
                  <a16:creationId xmlns:a16="http://schemas.microsoft.com/office/drawing/2014/main" id="{3793B269-3E92-3BED-7514-A36D246D3387}"/>
                </a:ext>
              </a:extLst>
            </p:cNvPr>
            <p:cNvSpPr>
              <a:spLocks noChangeAspect="1"/>
            </p:cNvSpPr>
            <p:nvPr/>
          </p:nvSpPr>
          <p:spPr>
            <a:xfrm>
              <a:off x="7283669" y="3794340"/>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p>
          </p:txBody>
        </p:sp>
        <p:sp>
          <p:nvSpPr>
            <p:cNvPr id="1029" name="弧形 1028">
              <a:extLst>
                <a:ext uri="{FF2B5EF4-FFF2-40B4-BE49-F238E27FC236}">
                  <a16:creationId xmlns:a16="http://schemas.microsoft.com/office/drawing/2014/main" id="{C3606245-198D-50D2-1600-3C9D6AA4C32E}"/>
                </a:ext>
              </a:extLst>
            </p:cNvPr>
            <p:cNvSpPr>
              <a:spLocks noChangeAspect="1"/>
            </p:cNvSpPr>
            <p:nvPr/>
          </p:nvSpPr>
          <p:spPr>
            <a:xfrm>
              <a:off x="7924622" y="4490618"/>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p>
          </p:txBody>
        </p:sp>
        <p:sp>
          <p:nvSpPr>
            <p:cNvPr id="1030" name="弧形 1029">
              <a:extLst>
                <a:ext uri="{FF2B5EF4-FFF2-40B4-BE49-F238E27FC236}">
                  <a16:creationId xmlns:a16="http://schemas.microsoft.com/office/drawing/2014/main" id="{343CA6DB-1FA7-BAAE-F1A7-AE5D18889FE1}"/>
                </a:ext>
              </a:extLst>
            </p:cNvPr>
            <p:cNvSpPr>
              <a:spLocks noChangeAspect="1"/>
            </p:cNvSpPr>
            <p:nvPr/>
          </p:nvSpPr>
          <p:spPr>
            <a:xfrm>
              <a:off x="8428769" y="5184392"/>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p>
          </p:txBody>
        </p:sp>
        <p:sp>
          <p:nvSpPr>
            <p:cNvPr id="1031" name="弧形 1030">
              <a:extLst>
                <a:ext uri="{FF2B5EF4-FFF2-40B4-BE49-F238E27FC236}">
                  <a16:creationId xmlns:a16="http://schemas.microsoft.com/office/drawing/2014/main" id="{8982F63C-F1B3-E220-F85B-4B5221C342C9}"/>
                </a:ext>
              </a:extLst>
            </p:cNvPr>
            <p:cNvSpPr>
              <a:spLocks noChangeAspect="1"/>
            </p:cNvSpPr>
            <p:nvPr/>
          </p:nvSpPr>
          <p:spPr>
            <a:xfrm>
              <a:off x="9000898" y="5841611"/>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p>
          </p:txBody>
        </p:sp>
      </p:grpSp>
    </p:spTree>
    <p:extLst>
      <p:ext uri="{BB962C8B-B14F-4D97-AF65-F5344CB8AC3E}">
        <p14:creationId xmlns:p14="http://schemas.microsoft.com/office/powerpoint/2010/main" val="243107213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405A25-DE83-31C7-F3AC-3C7AFC2FCF3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8FF708-A676-0792-B857-1B8EE339994C}"/>
              </a:ext>
            </a:extLst>
          </p:cNvPr>
          <p:cNvSpPr>
            <a:spLocks noGrp="1"/>
          </p:cNvSpPr>
          <p:nvPr>
            <p:ph type="title"/>
          </p:nvPr>
        </p:nvSpPr>
        <p:spPr>
          <a:xfrm>
            <a:off x="695998" y="360000"/>
            <a:ext cx="6375921" cy="424732"/>
          </a:xfrm>
        </p:spPr>
        <p:txBody>
          <a:bodyPr>
            <a:normAutofit/>
          </a:bodyPr>
          <a:lstStyle/>
          <a:p>
            <a:r>
              <a:rPr lang="en-US" altLang="zh-CN" dirty="0"/>
              <a:t>6.1.2 V</a:t>
            </a:r>
            <a:r>
              <a:rPr lang="zh-CN" altLang="en-US" dirty="0"/>
              <a:t>模型</a:t>
            </a:r>
          </a:p>
        </p:txBody>
      </p:sp>
      <p:sp>
        <p:nvSpPr>
          <p:cNvPr id="3" name="内容占位符 2">
            <a:extLst>
              <a:ext uri="{FF2B5EF4-FFF2-40B4-BE49-F238E27FC236}">
                <a16:creationId xmlns:a16="http://schemas.microsoft.com/office/drawing/2014/main" id="{191741D2-A99E-D400-3015-FC3F9FA74F4D}"/>
              </a:ext>
            </a:extLst>
          </p:cNvPr>
          <p:cNvSpPr>
            <a:spLocks noGrp="1"/>
          </p:cNvSpPr>
          <p:nvPr>
            <p:ph idx="1"/>
          </p:nvPr>
        </p:nvSpPr>
        <p:spPr>
          <a:xfrm>
            <a:off x="696000" y="864000"/>
            <a:ext cx="10800000" cy="5328000"/>
          </a:xfrm>
        </p:spPr>
        <p:txBody>
          <a:bodyPr>
            <a:normAutofit/>
          </a:bodyPr>
          <a:lstStyle/>
          <a:p>
            <a:r>
              <a:rPr lang="en-US" altLang="zh-CN" dirty="0"/>
              <a:t>Verification and Validation Model</a:t>
            </a:r>
          </a:p>
          <a:p>
            <a:r>
              <a:rPr lang="zh-CN" altLang="en-US" dirty="0"/>
              <a:t>瀑布模型的扩展和改进版本，强调测试与开发阶段的对应关系</a:t>
            </a:r>
            <a:endParaRPr lang="en-US" altLang="zh-CN" dirty="0"/>
          </a:p>
          <a:p>
            <a:r>
              <a:rPr lang="zh-CN" altLang="en-US" dirty="0"/>
              <a:t>其名称来源于图形呈现为</a:t>
            </a:r>
            <a:r>
              <a:rPr lang="en-US" altLang="zh-CN" dirty="0"/>
              <a:t>V</a:t>
            </a:r>
            <a:r>
              <a:rPr lang="zh-CN" altLang="en-US" dirty="0"/>
              <a:t>字形</a:t>
            </a:r>
            <a:endParaRPr lang="en-US" altLang="zh-CN" dirty="0"/>
          </a:p>
          <a:p>
            <a:pPr lvl="1"/>
            <a:r>
              <a:rPr lang="zh-CN" altLang="en-US" dirty="0"/>
              <a:t>左侧是开发阶段</a:t>
            </a:r>
            <a:endParaRPr lang="en-US" altLang="zh-CN" dirty="0"/>
          </a:p>
          <a:p>
            <a:pPr lvl="1"/>
            <a:r>
              <a:rPr lang="zh-CN" altLang="en-US" dirty="0"/>
              <a:t>右侧是对应的测试</a:t>
            </a:r>
            <a:r>
              <a:rPr lang="en-US" altLang="zh-CN" dirty="0"/>
              <a:t>/</a:t>
            </a:r>
            <a:r>
              <a:rPr lang="zh-CN" altLang="en-US" dirty="0"/>
              <a:t>验证阶段</a:t>
            </a:r>
          </a:p>
          <a:p>
            <a:r>
              <a:rPr lang="zh-CN" altLang="en-US" dirty="0"/>
              <a:t>测试计划在开发早期就制定</a:t>
            </a:r>
          </a:p>
          <a:p>
            <a:r>
              <a:rPr lang="zh-CN" altLang="en-US" dirty="0"/>
              <a:t>强调尽早测试理念</a:t>
            </a:r>
          </a:p>
          <a:p>
            <a:r>
              <a:rPr lang="zh-CN" altLang="en-US" dirty="0"/>
              <a:t>仍为线性模型，灵活性有限</a:t>
            </a:r>
          </a:p>
        </p:txBody>
      </p:sp>
      <p:sp>
        <p:nvSpPr>
          <p:cNvPr id="4" name="文本占位符 3">
            <a:extLst>
              <a:ext uri="{FF2B5EF4-FFF2-40B4-BE49-F238E27FC236}">
                <a16:creationId xmlns:a16="http://schemas.microsoft.com/office/drawing/2014/main" id="{0A67D371-ADD8-6542-43C7-27A4CCD91EEB}"/>
              </a:ext>
            </a:extLst>
          </p:cNvPr>
          <p:cNvSpPr>
            <a:spLocks noGrp="1"/>
          </p:cNvSpPr>
          <p:nvPr>
            <p:ph type="body" sz="quarter" idx="10"/>
          </p:nvPr>
        </p:nvSpPr>
        <p:spPr>
          <a:xfrm>
            <a:off x="7071919" y="360001"/>
            <a:ext cx="4424080" cy="424731"/>
          </a:xfrm>
        </p:spPr>
        <p:txBody>
          <a:bodyPr/>
          <a:lstStyle/>
          <a:p>
            <a:r>
              <a:rPr lang="en-US" altLang="zh-CN" dirty="0"/>
              <a:t>Predictive</a:t>
            </a:r>
          </a:p>
        </p:txBody>
      </p:sp>
      <p:sp>
        <p:nvSpPr>
          <p:cNvPr id="123" name="任意多边形: 形状 122">
            <a:extLst>
              <a:ext uri="{FF2B5EF4-FFF2-40B4-BE49-F238E27FC236}">
                <a16:creationId xmlns:a16="http://schemas.microsoft.com/office/drawing/2014/main" id="{26C74922-51F2-9983-CF6F-DAC81DD498F8}"/>
              </a:ext>
            </a:extLst>
          </p:cNvPr>
          <p:cNvSpPr/>
          <p:nvPr/>
        </p:nvSpPr>
        <p:spPr>
          <a:xfrm flipH="1">
            <a:off x="6096000" y="1806150"/>
            <a:ext cx="1800378" cy="700889"/>
          </a:xfrm>
          <a:custGeom>
            <a:avLst/>
            <a:gdLst>
              <a:gd name="csX0" fmla="*/ 1565381 w 1565381"/>
              <a:gd name="csY0" fmla="*/ 0 h 650070"/>
              <a:gd name="csX1" fmla="*/ 157543 w 1565381"/>
              <a:gd name="csY1" fmla="*/ 0 h 650070"/>
              <a:gd name="csX2" fmla="*/ 0 w 1565381"/>
              <a:gd name="csY2" fmla="*/ 650070 h 650070"/>
              <a:gd name="csX3" fmla="*/ 1407838 w 1565381"/>
              <a:gd name="csY3" fmla="*/ 650070 h 650070"/>
              <a:gd name="csX4" fmla="*/ 1565381 w 1565381"/>
              <a:gd name="csY4" fmla="*/ 0 h 650070"/>
            </a:gdLst>
            <a:ahLst/>
            <a:cxnLst>
              <a:cxn ang="0">
                <a:pos x="csX0" y="csY0"/>
              </a:cxn>
              <a:cxn ang="0">
                <a:pos x="csX1" y="csY1"/>
              </a:cxn>
              <a:cxn ang="0">
                <a:pos x="csX2" y="csY2"/>
              </a:cxn>
              <a:cxn ang="0">
                <a:pos x="csX3" y="csY3"/>
              </a:cxn>
              <a:cxn ang="0">
                <a:pos x="csX4" y="csY4"/>
              </a:cxn>
            </a:cxnLst>
            <a:rect l="l" t="t" r="r" b="b"/>
            <a:pathLst>
              <a:path w="1565381" h="650070">
                <a:moveTo>
                  <a:pt x="1565381" y="0"/>
                </a:moveTo>
                <a:lnTo>
                  <a:pt x="157543" y="0"/>
                </a:lnTo>
                <a:lnTo>
                  <a:pt x="0" y="650070"/>
                </a:lnTo>
                <a:lnTo>
                  <a:pt x="1407838" y="650070"/>
                </a:lnTo>
                <a:lnTo>
                  <a:pt x="1565381" y="0"/>
                </a:lnTo>
                <a:close/>
              </a:path>
            </a:pathLst>
          </a:cu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dirty="0"/>
              <a:t>Requirement design</a:t>
            </a:r>
          </a:p>
        </p:txBody>
      </p:sp>
      <p:sp>
        <p:nvSpPr>
          <p:cNvPr id="122" name="任意多边形: 形状 121">
            <a:extLst>
              <a:ext uri="{FF2B5EF4-FFF2-40B4-BE49-F238E27FC236}">
                <a16:creationId xmlns:a16="http://schemas.microsoft.com/office/drawing/2014/main" id="{F05703A2-B3B3-FC99-D9B6-9029CE901CF8}"/>
              </a:ext>
            </a:extLst>
          </p:cNvPr>
          <p:cNvSpPr/>
          <p:nvPr/>
        </p:nvSpPr>
        <p:spPr>
          <a:xfrm flipH="1">
            <a:off x="9060618" y="1806150"/>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dirty="0"/>
              <a:t>Acceptance</a:t>
            </a:r>
          </a:p>
          <a:p>
            <a:pPr algn="ctr"/>
            <a:r>
              <a:rPr lang="en-US" altLang="zh-CN" sz="1600" dirty="0"/>
              <a:t>test</a:t>
            </a:r>
            <a:endParaRPr lang="zh-CN" altLang="en-US" sz="1600" dirty="0"/>
          </a:p>
        </p:txBody>
      </p:sp>
      <p:sp>
        <p:nvSpPr>
          <p:cNvPr id="118" name="任意多边形: 形状 117">
            <a:extLst>
              <a:ext uri="{FF2B5EF4-FFF2-40B4-BE49-F238E27FC236}">
                <a16:creationId xmlns:a16="http://schemas.microsoft.com/office/drawing/2014/main" id="{5E3BFE4A-B4D8-F4B6-7CD0-41FCE89F98A2}"/>
              </a:ext>
            </a:extLst>
          </p:cNvPr>
          <p:cNvSpPr/>
          <p:nvPr/>
        </p:nvSpPr>
        <p:spPr>
          <a:xfrm flipH="1">
            <a:off x="6287228" y="2545853"/>
            <a:ext cx="1800377" cy="700889"/>
          </a:xfrm>
          <a:custGeom>
            <a:avLst/>
            <a:gdLst>
              <a:gd name="csX0" fmla="*/ 1565380 w 1565380"/>
              <a:gd name="csY0" fmla="*/ 0 h 650070"/>
              <a:gd name="csX1" fmla="*/ 157543 w 1565380"/>
              <a:gd name="csY1" fmla="*/ 0 h 650070"/>
              <a:gd name="csX2" fmla="*/ 0 w 1565380"/>
              <a:gd name="csY2" fmla="*/ 650070 h 650070"/>
              <a:gd name="csX3" fmla="*/ 1407837 w 1565380"/>
              <a:gd name="csY3" fmla="*/ 650070 h 650070"/>
              <a:gd name="csX4" fmla="*/ 1565380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565380" y="0"/>
                </a:moveTo>
                <a:lnTo>
                  <a:pt x="157543" y="0"/>
                </a:lnTo>
                <a:lnTo>
                  <a:pt x="0" y="650070"/>
                </a:lnTo>
                <a:lnTo>
                  <a:pt x="1407837" y="650070"/>
                </a:lnTo>
                <a:lnTo>
                  <a:pt x="1565380" y="0"/>
                </a:lnTo>
                <a:close/>
              </a:path>
            </a:pathLst>
          </a:cu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dirty="0"/>
              <a:t>System</a:t>
            </a:r>
          </a:p>
          <a:p>
            <a:pPr algn="ctr"/>
            <a:r>
              <a:rPr lang="en-US" altLang="zh-CN" sz="1600" dirty="0"/>
              <a:t>design</a:t>
            </a:r>
            <a:endParaRPr lang="zh-CN" altLang="en-US" sz="1600" dirty="0"/>
          </a:p>
        </p:txBody>
      </p:sp>
      <p:sp>
        <p:nvSpPr>
          <p:cNvPr id="117" name="任意多边形: 形状 116">
            <a:extLst>
              <a:ext uri="{FF2B5EF4-FFF2-40B4-BE49-F238E27FC236}">
                <a16:creationId xmlns:a16="http://schemas.microsoft.com/office/drawing/2014/main" id="{0000A36F-3772-FB0B-CF5D-7AEAB38D2FAC}"/>
              </a:ext>
            </a:extLst>
          </p:cNvPr>
          <p:cNvSpPr/>
          <p:nvPr/>
        </p:nvSpPr>
        <p:spPr>
          <a:xfrm flipH="1">
            <a:off x="8869391" y="2545853"/>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dirty="0"/>
              <a:t>System</a:t>
            </a:r>
          </a:p>
          <a:p>
            <a:pPr algn="ctr"/>
            <a:r>
              <a:rPr lang="en-US" altLang="zh-CN" sz="1600" dirty="0"/>
              <a:t>test</a:t>
            </a:r>
            <a:endParaRPr lang="zh-CN" altLang="en-US" sz="1600" dirty="0"/>
          </a:p>
        </p:txBody>
      </p:sp>
      <p:sp>
        <p:nvSpPr>
          <p:cNvPr id="113" name="任意多边形: 形状 112">
            <a:extLst>
              <a:ext uri="{FF2B5EF4-FFF2-40B4-BE49-F238E27FC236}">
                <a16:creationId xmlns:a16="http://schemas.microsoft.com/office/drawing/2014/main" id="{91F9BCD8-93BF-A192-9583-F658B8C4CA6D}"/>
              </a:ext>
            </a:extLst>
          </p:cNvPr>
          <p:cNvSpPr/>
          <p:nvPr/>
        </p:nvSpPr>
        <p:spPr>
          <a:xfrm flipH="1">
            <a:off x="6478456" y="3285557"/>
            <a:ext cx="1800378" cy="700889"/>
          </a:xfrm>
          <a:custGeom>
            <a:avLst/>
            <a:gdLst>
              <a:gd name="csX0" fmla="*/ 1565381 w 1565381"/>
              <a:gd name="csY0" fmla="*/ 0 h 650070"/>
              <a:gd name="csX1" fmla="*/ 157543 w 1565381"/>
              <a:gd name="csY1" fmla="*/ 0 h 650070"/>
              <a:gd name="csX2" fmla="*/ 0 w 1565381"/>
              <a:gd name="csY2" fmla="*/ 650070 h 650070"/>
              <a:gd name="csX3" fmla="*/ 1407837 w 1565381"/>
              <a:gd name="csY3" fmla="*/ 650070 h 650070"/>
              <a:gd name="csX4" fmla="*/ 1565381 w 1565381"/>
              <a:gd name="csY4" fmla="*/ 0 h 650070"/>
            </a:gdLst>
            <a:ahLst/>
            <a:cxnLst>
              <a:cxn ang="0">
                <a:pos x="csX0" y="csY0"/>
              </a:cxn>
              <a:cxn ang="0">
                <a:pos x="csX1" y="csY1"/>
              </a:cxn>
              <a:cxn ang="0">
                <a:pos x="csX2" y="csY2"/>
              </a:cxn>
              <a:cxn ang="0">
                <a:pos x="csX3" y="csY3"/>
              </a:cxn>
              <a:cxn ang="0">
                <a:pos x="csX4" y="csY4"/>
              </a:cxn>
            </a:cxnLst>
            <a:rect l="l" t="t" r="r" b="b"/>
            <a:pathLst>
              <a:path w="1565381" h="650070">
                <a:moveTo>
                  <a:pt x="1565381" y="0"/>
                </a:moveTo>
                <a:lnTo>
                  <a:pt x="157543" y="0"/>
                </a:lnTo>
                <a:lnTo>
                  <a:pt x="0" y="650070"/>
                </a:lnTo>
                <a:lnTo>
                  <a:pt x="1407837" y="650070"/>
                </a:lnTo>
                <a:lnTo>
                  <a:pt x="1565381" y="0"/>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dirty="0"/>
              <a:t>Architecture design</a:t>
            </a:r>
            <a:endParaRPr lang="zh-CN" altLang="en-US" sz="1600" dirty="0"/>
          </a:p>
        </p:txBody>
      </p:sp>
      <p:sp>
        <p:nvSpPr>
          <p:cNvPr id="112" name="任意多边形: 形状 111">
            <a:extLst>
              <a:ext uri="{FF2B5EF4-FFF2-40B4-BE49-F238E27FC236}">
                <a16:creationId xmlns:a16="http://schemas.microsoft.com/office/drawing/2014/main" id="{FE949885-72FD-EB39-59E0-B504B4B13C9E}"/>
              </a:ext>
            </a:extLst>
          </p:cNvPr>
          <p:cNvSpPr/>
          <p:nvPr/>
        </p:nvSpPr>
        <p:spPr>
          <a:xfrm flipH="1">
            <a:off x="8678163" y="3285557"/>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dirty="0"/>
              <a:t>Integration</a:t>
            </a:r>
          </a:p>
          <a:p>
            <a:pPr algn="ctr"/>
            <a:r>
              <a:rPr lang="en-US" altLang="zh-CN" sz="1600" dirty="0"/>
              <a:t>test</a:t>
            </a:r>
            <a:endParaRPr lang="zh-CN" altLang="en-US" sz="1600" dirty="0"/>
          </a:p>
        </p:txBody>
      </p:sp>
      <p:sp>
        <p:nvSpPr>
          <p:cNvPr id="108" name="任意多边形: 形状 107">
            <a:extLst>
              <a:ext uri="{FF2B5EF4-FFF2-40B4-BE49-F238E27FC236}">
                <a16:creationId xmlns:a16="http://schemas.microsoft.com/office/drawing/2014/main" id="{9C83D160-5B9E-F6B7-EED3-BE5700F3B514}"/>
              </a:ext>
            </a:extLst>
          </p:cNvPr>
          <p:cNvSpPr/>
          <p:nvPr/>
        </p:nvSpPr>
        <p:spPr>
          <a:xfrm flipH="1">
            <a:off x="6669684" y="4025260"/>
            <a:ext cx="1800377" cy="700889"/>
          </a:xfrm>
          <a:custGeom>
            <a:avLst/>
            <a:gdLst>
              <a:gd name="csX0" fmla="*/ 1565380 w 1565380"/>
              <a:gd name="csY0" fmla="*/ 0 h 650070"/>
              <a:gd name="csX1" fmla="*/ 157543 w 1565380"/>
              <a:gd name="csY1" fmla="*/ 0 h 650070"/>
              <a:gd name="csX2" fmla="*/ 0 w 1565380"/>
              <a:gd name="csY2" fmla="*/ 650070 h 650070"/>
              <a:gd name="csX3" fmla="*/ 1407837 w 1565380"/>
              <a:gd name="csY3" fmla="*/ 650070 h 650070"/>
              <a:gd name="csX4" fmla="*/ 1565380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565380" y="0"/>
                </a:moveTo>
                <a:lnTo>
                  <a:pt x="157543" y="0"/>
                </a:lnTo>
                <a:lnTo>
                  <a:pt x="0" y="650070"/>
                </a:lnTo>
                <a:lnTo>
                  <a:pt x="1407837" y="650070"/>
                </a:lnTo>
                <a:lnTo>
                  <a:pt x="1565380" y="0"/>
                </a:lnTo>
                <a:close/>
              </a:path>
            </a:pathLst>
          </a:cu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dirty="0"/>
              <a:t>Modular</a:t>
            </a:r>
          </a:p>
          <a:p>
            <a:pPr algn="ctr"/>
            <a:r>
              <a:rPr lang="en-US" altLang="zh-CN" sz="1600" dirty="0"/>
              <a:t>design</a:t>
            </a:r>
            <a:endParaRPr lang="zh-CN" altLang="en-US" sz="1600" dirty="0"/>
          </a:p>
        </p:txBody>
      </p:sp>
      <p:sp>
        <p:nvSpPr>
          <p:cNvPr id="107" name="任意多边形: 形状 106">
            <a:extLst>
              <a:ext uri="{FF2B5EF4-FFF2-40B4-BE49-F238E27FC236}">
                <a16:creationId xmlns:a16="http://schemas.microsoft.com/office/drawing/2014/main" id="{EA99CD7B-1FC3-E80B-2296-0541150FF6BF}"/>
              </a:ext>
            </a:extLst>
          </p:cNvPr>
          <p:cNvSpPr/>
          <p:nvPr/>
        </p:nvSpPr>
        <p:spPr>
          <a:xfrm flipH="1">
            <a:off x="8486935" y="4025260"/>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dirty="0"/>
              <a:t>Unit</a:t>
            </a:r>
          </a:p>
          <a:p>
            <a:pPr algn="ctr"/>
            <a:r>
              <a:rPr lang="zh-CN" altLang="en-US" sz="1600" dirty="0"/>
              <a:t> </a:t>
            </a:r>
            <a:r>
              <a:rPr lang="en-US" altLang="zh-CN" sz="1600" dirty="0"/>
              <a:t>test</a:t>
            </a:r>
            <a:endParaRPr lang="zh-CN" altLang="en-US" sz="1600" dirty="0"/>
          </a:p>
        </p:txBody>
      </p:sp>
      <p:sp>
        <p:nvSpPr>
          <p:cNvPr id="140" name="任意多边形: 形状 139">
            <a:extLst>
              <a:ext uri="{FF2B5EF4-FFF2-40B4-BE49-F238E27FC236}">
                <a16:creationId xmlns:a16="http://schemas.microsoft.com/office/drawing/2014/main" id="{A50E3835-0E24-2F07-52B6-CD9EA200176A}"/>
              </a:ext>
            </a:extLst>
          </p:cNvPr>
          <p:cNvSpPr/>
          <p:nvPr/>
        </p:nvSpPr>
        <p:spPr>
          <a:xfrm flipH="1">
            <a:off x="6860911" y="4758785"/>
            <a:ext cx="3235172" cy="707065"/>
          </a:xfrm>
          <a:custGeom>
            <a:avLst/>
            <a:gdLst>
              <a:gd name="csX0" fmla="*/ 1406448 w 2812896"/>
              <a:gd name="csY0" fmla="*/ 0 h 655798"/>
              <a:gd name="csX1" fmla="*/ 1405059 w 2812896"/>
              <a:gd name="csY1" fmla="*/ 5730 h 655798"/>
              <a:gd name="csX2" fmla="*/ 0 w 2812896"/>
              <a:gd name="csY2" fmla="*/ 5730 h 655798"/>
              <a:gd name="csX3" fmla="*/ 157542 w 2812896"/>
              <a:gd name="csY3" fmla="*/ 655798 h 655798"/>
              <a:gd name="csX4" fmla="*/ 1247517 w 2812896"/>
              <a:gd name="csY4" fmla="*/ 655798 h 655798"/>
              <a:gd name="csX5" fmla="*/ 1565379 w 2812896"/>
              <a:gd name="csY5" fmla="*/ 655798 h 655798"/>
              <a:gd name="csX6" fmla="*/ 2655354 w 2812896"/>
              <a:gd name="csY6" fmla="*/ 655798 h 655798"/>
              <a:gd name="csX7" fmla="*/ 2812896 w 2812896"/>
              <a:gd name="csY7" fmla="*/ 5730 h 655798"/>
              <a:gd name="csX8" fmla="*/ 1407837 w 2812896"/>
              <a:gd name="csY8" fmla="*/ 5730 h 6557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12896" h="655798">
                <a:moveTo>
                  <a:pt x="1406448" y="0"/>
                </a:moveTo>
                <a:lnTo>
                  <a:pt x="1405059" y="5730"/>
                </a:lnTo>
                <a:lnTo>
                  <a:pt x="0" y="5730"/>
                </a:lnTo>
                <a:lnTo>
                  <a:pt x="157542" y="655798"/>
                </a:lnTo>
                <a:lnTo>
                  <a:pt x="1247517" y="655798"/>
                </a:lnTo>
                <a:lnTo>
                  <a:pt x="1565379" y="655798"/>
                </a:lnTo>
                <a:lnTo>
                  <a:pt x="2655354" y="655798"/>
                </a:lnTo>
                <a:lnTo>
                  <a:pt x="2812896" y="5730"/>
                </a:lnTo>
                <a:lnTo>
                  <a:pt x="1407837" y="5730"/>
                </a:lnTo>
                <a:close/>
              </a:path>
            </a:pathLst>
          </a:custGeom>
          <a:solidFill>
            <a:srgbClr val="7F6F6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dirty="0"/>
              <a:t>Coding</a:t>
            </a:r>
            <a:endParaRPr lang="zh-CN" altLang="en-US" sz="1600" dirty="0"/>
          </a:p>
        </p:txBody>
      </p:sp>
      <p:cxnSp>
        <p:nvCxnSpPr>
          <p:cNvPr id="25" name="直接箭头连接符 24">
            <a:extLst>
              <a:ext uri="{FF2B5EF4-FFF2-40B4-BE49-F238E27FC236}">
                <a16:creationId xmlns:a16="http://schemas.microsoft.com/office/drawing/2014/main" id="{B570F9E8-C7F8-470D-9293-994F51BAFC0C}"/>
              </a:ext>
            </a:extLst>
          </p:cNvPr>
          <p:cNvCxnSpPr>
            <a:cxnSpLocks/>
          </p:cNvCxnSpPr>
          <p:nvPr/>
        </p:nvCxnSpPr>
        <p:spPr>
          <a:xfrm>
            <a:off x="7799038" y="2156594"/>
            <a:ext cx="1343025"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8" name="直接箭头连接符 27">
            <a:extLst>
              <a:ext uri="{FF2B5EF4-FFF2-40B4-BE49-F238E27FC236}">
                <a16:creationId xmlns:a16="http://schemas.microsoft.com/office/drawing/2014/main" id="{1CCA199C-EEEF-61A7-5449-6624DAD98DA7}"/>
              </a:ext>
            </a:extLst>
          </p:cNvPr>
          <p:cNvCxnSpPr>
            <a:cxnSpLocks/>
          </p:cNvCxnSpPr>
          <p:nvPr/>
        </p:nvCxnSpPr>
        <p:spPr>
          <a:xfrm>
            <a:off x="7930550" y="2896297"/>
            <a:ext cx="1080000"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CFCEE13A-4FD6-268D-7ACC-1E6020F5B0EB}"/>
              </a:ext>
            </a:extLst>
          </p:cNvPr>
          <p:cNvCxnSpPr>
            <a:cxnSpLocks/>
          </p:cNvCxnSpPr>
          <p:nvPr/>
        </p:nvCxnSpPr>
        <p:spPr>
          <a:xfrm>
            <a:off x="8146550" y="3636000"/>
            <a:ext cx="648000"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0" name="直接箭头连接符 29">
            <a:extLst>
              <a:ext uri="{FF2B5EF4-FFF2-40B4-BE49-F238E27FC236}">
                <a16:creationId xmlns:a16="http://schemas.microsoft.com/office/drawing/2014/main" id="{1CA54654-9047-93A3-B560-B7E7522AC91C}"/>
              </a:ext>
            </a:extLst>
          </p:cNvPr>
          <p:cNvCxnSpPr>
            <a:cxnSpLocks/>
          </p:cNvCxnSpPr>
          <p:nvPr/>
        </p:nvCxnSpPr>
        <p:spPr>
          <a:xfrm>
            <a:off x="8326550" y="4375704"/>
            <a:ext cx="288000"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6683423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4F52CEF-164B-70C6-9B8A-3CF809E857AE}"/>
              </a:ext>
            </a:extLst>
          </p:cNvPr>
          <p:cNvSpPr>
            <a:spLocks noGrp="1"/>
          </p:cNvSpPr>
          <p:nvPr>
            <p:ph type="title"/>
          </p:nvPr>
        </p:nvSpPr>
        <p:spPr/>
        <p:txBody>
          <a:bodyPr/>
          <a:lstStyle/>
          <a:p>
            <a:r>
              <a:rPr lang="zh-CN" altLang="en-US" dirty="0"/>
              <a:t>原型化模型 </a:t>
            </a:r>
            <a:r>
              <a:rPr lang="en-US" altLang="zh-CN" dirty="0"/>
              <a:t>Prototype</a:t>
            </a:r>
            <a:endParaRPr lang="zh-CN" altLang="en-US" dirty="0"/>
          </a:p>
        </p:txBody>
      </p:sp>
      <p:sp>
        <p:nvSpPr>
          <p:cNvPr id="3" name="内容占位符 2">
            <a:extLst>
              <a:ext uri="{FF2B5EF4-FFF2-40B4-BE49-F238E27FC236}">
                <a16:creationId xmlns:a16="http://schemas.microsoft.com/office/drawing/2014/main" id="{9C43B219-F514-B8BE-02AC-57499B086C37}"/>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56634C18-9731-B8BA-9503-D8EFAE00CBA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19078581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6774DB-C436-60D8-D2B9-02B661ACD5B9}"/>
              </a:ext>
            </a:extLst>
          </p:cNvPr>
          <p:cNvSpPr>
            <a:spLocks noGrp="1"/>
          </p:cNvSpPr>
          <p:nvPr>
            <p:ph type="title"/>
          </p:nvPr>
        </p:nvSpPr>
        <p:spPr>
          <a:xfrm>
            <a:off x="695998" y="360000"/>
            <a:ext cx="6375921" cy="424732"/>
          </a:xfrm>
        </p:spPr>
        <p:txBody>
          <a:bodyPr>
            <a:normAutofit/>
          </a:bodyPr>
          <a:lstStyle/>
          <a:p>
            <a:r>
              <a:rPr lang="en-US" altLang="zh-CN" dirty="0"/>
              <a:t>6.2 </a:t>
            </a:r>
            <a:r>
              <a:rPr lang="zh-CN" altLang="en-US" dirty="0"/>
              <a:t>迭代型</a:t>
            </a:r>
          </a:p>
        </p:txBody>
      </p:sp>
      <p:sp>
        <p:nvSpPr>
          <p:cNvPr id="7" name="Content Placeholder 6">
            <a:extLst>
              <a:ext uri="{FF2B5EF4-FFF2-40B4-BE49-F238E27FC236}">
                <a16:creationId xmlns:a16="http://schemas.microsoft.com/office/drawing/2014/main" id="{A06E4BE1-015F-8D83-82FF-166505560E99}"/>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E45B5FD3-73D0-0EAC-AD54-DE761675CF3D}"/>
              </a:ext>
            </a:extLst>
          </p:cNvPr>
          <p:cNvSpPr>
            <a:spLocks noGrp="1"/>
          </p:cNvSpPr>
          <p:nvPr>
            <p:ph type="body" sz="quarter" idx="10"/>
          </p:nvPr>
        </p:nvSpPr>
        <p:spPr>
          <a:xfrm>
            <a:off x="7071919" y="360001"/>
            <a:ext cx="4424080" cy="424731"/>
          </a:xfrm>
        </p:spPr>
        <p:txBody>
          <a:bodyPr/>
          <a:lstStyle/>
          <a:p>
            <a:r>
              <a:rPr lang="en-US" altLang="zh-CN" dirty="0"/>
              <a:t>Iterative</a:t>
            </a:r>
          </a:p>
        </p:txBody>
      </p:sp>
    </p:spTree>
    <p:extLst>
      <p:ext uri="{BB962C8B-B14F-4D97-AF65-F5344CB8AC3E}">
        <p14:creationId xmlns:p14="http://schemas.microsoft.com/office/powerpoint/2010/main" val="260778009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E002F98-FAE2-7D7A-816E-EF6A979960A9}"/>
              </a:ext>
            </a:extLst>
          </p:cNvPr>
          <p:cNvSpPr>
            <a:spLocks noGrp="1"/>
          </p:cNvSpPr>
          <p:nvPr>
            <p:ph type="title"/>
          </p:nvPr>
        </p:nvSpPr>
        <p:spPr>
          <a:xfrm>
            <a:off x="695998" y="360000"/>
            <a:ext cx="6375921" cy="424732"/>
          </a:xfrm>
        </p:spPr>
        <p:txBody>
          <a:bodyPr>
            <a:normAutofit/>
          </a:bodyPr>
          <a:lstStyle/>
          <a:p>
            <a:r>
              <a:rPr lang="en-US" altLang="zh-CN" dirty="0"/>
              <a:t>6.3 </a:t>
            </a:r>
            <a:r>
              <a:rPr lang="zh-CN" altLang="en-US" dirty="0"/>
              <a:t>增量型</a:t>
            </a:r>
          </a:p>
        </p:txBody>
      </p:sp>
      <p:sp>
        <p:nvSpPr>
          <p:cNvPr id="7" name="Content Placeholder 6">
            <a:extLst>
              <a:ext uri="{FF2B5EF4-FFF2-40B4-BE49-F238E27FC236}">
                <a16:creationId xmlns:a16="http://schemas.microsoft.com/office/drawing/2014/main" id="{98F17D6F-5488-032C-1F32-7839C0B5DCEB}"/>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B3375682-E5CF-9CE6-9BB3-FD0363F796CF}"/>
              </a:ext>
            </a:extLst>
          </p:cNvPr>
          <p:cNvSpPr>
            <a:spLocks noGrp="1"/>
          </p:cNvSpPr>
          <p:nvPr>
            <p:ph type="body" sz="quarter" idx="10"/>
          </p:nvPr>
        </p:nvSpPr>
        <p:spPr>
          <a:xfrm>
            <a:off x="7071919" y="360001"/>
            <a:ext cx="4424080" cy="424731"/>
          </a:xfrm>
        </p:spPr>
        <p:txBody>
          <a:bodyPr/>
          <a:lstStyle/>
          <a:p>
            <a:r>
              <a:rPr lang="en-US" altLang="zh-CN" dirty="0"/>
              <a:t>Incremental</a:t>
            </a:r>
            <a:endParaRPr lang="zh-CN" altLang="en-US" dirty="0"/>
          </a:p>
        </p:txBody>
      </p:sp>
    </p:spTree>
    <p:extLst>
      <p:ext uri="{BB962C8B-B14F-4D97-AF65-F5344CB8AC3E}">
        <p14:creationId xmlns:p14="http://schemas.microsoft.com/office/powerpoint/2010/main" val="34772131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08E9A5A-E4EF-BFA7-5D45-9875F87C04F7}"/>
              </a:ext>
            </a:extLst>
          </p:cNvPr>
          <p:cNvSpPr>
            <a:spLocks noGrp="1"/>
          </p:cNvSpPr>
          <p:nvPr>
            <p:ph type="title"/>
          </p:nvPr>
        </p:nvSpPr>
        <p:spPr>
          <a:xfrm>
            <a:off x="695998" y="360000"/>
            <a:ext cx="6375921" cy="424732"/>
          </a:xfrm>
        </p:spPr>
        <p:txBody>
          <a:bodyPr>
            <a:normAutofit/>
          </a:bodyPr>
          <a:lstStyle/>
          <a:p>
            <a:r>
              <a:rPr lang="en-US" altLang="zh-CN" dirty="0"/>
              <a:t>6.4 </a:t>
            </a:r>
            <a:r>
              <a:rPr lang="zh-CN" altLang="en-US" dirty="0"/>
              <a:t>敏捷型</a:t>
            </a:r>
          </a:p>
        </p:txBody>
      </p:sp>
      <p:sp>
        <p:nvSpPr>
          <p:cNvPr id="7" name="Content Placeholder 6">
            <a:extLst>
              <a:ext uri="{FF2B5EF4-FFF2-40B4-BE49-F238E27FC236}">
                <a16:creationId xmlns:a16="http://schemas.microsoft.com/office/drawing/2014/main" id="{01B4D3EE-C569-7457-9086-D285A422B9B3}"/>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9C392903-4C00-10DF-7FCF-770BC8EA1A95}"/>
              </a:ext>
            </a:extLst>
          </p:cNvPr>
          <p:cNvSpPr>
            <a:spLocks noGrp="1"/>
          </p:cNvSpPr>
          <p:nvPr>
            <p:ph type="body" sz="quarter" idx="10"/>
          </p:nvPr>
        </p:nvSpPr>
        <p:spPr>
          <a:xfrm>
            <a:off x="7071919" y="360001"/>
            <a:ext cx="4424080" cy="424731"/>
          </a:xfrm>
        </p:spPr>
        <p:txBody>
          <a:bodyPr/>
          <a:lstStyle/>
          <a:p>
            <a:r>
              <a:rPr lang="en-US" altLang="zh-CN" dirty="0"/>
              <a:t>Agile</a:t>
            </a:r>
            <a:endParaRPr lang="zh-CN" altLang="en-US" dirty="0"/>
          </a:p>
        </p:txBody>
      </p:sp>
    </p:spTree>
    <p:extLst>
      <p:ext uri="{BB962C8B-B14F-4D97-AF65-F5344CB8AC3E}">
        <p14:creationId xmlns:p14="http://schemas.microsoft.com/office/powerpoint/2010/main" val="19545241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20BD86-4599-E43C-4B41-E19A306A138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CFB3CF9-F3DC-3366-8BCB-59570683B3F7}"/>
              </a:ext>
            </a:extLst>
          </p:cNvPr>
          <p:cNvSpPr>
            <a:spLocks noGrp="1"/>
          </p:cNvSpPr>
          <p:nvPr>
            <p:ph type="title"/>
          </p:nvPr>
        </p:nvSpPr>
        <p:spPr>
          <a:xfrm>
            <a:off x="695998" y="360000"/>
            <a:ext cx="6375921" cy="424732"/>
          </a:xfrm>
        </p:spPr>
        <p:txBody>
          <a:bodyPr>
            <a:normAutofit/>
          </a:bodyPr>
          <a:lstStyle/>
          <a:p>
            <a:r>
              <a:rPr lang="en-US" altLang="zh-CN" dirty="0"/>
              <a:t>Scrum</a:t>
            </a:r>
            <a:endParaRPr lang="zh-CN" altLang="en-US" dirty="0"/>
          </a:p>
        </p:txBody>
      </p:sp>
      <p:sp>
        <p:nvSpPr>
          <p:cNvPr id="3" name="内容占位符 2">
            <a:extLst>
              <a:ext uri="{FF2B5EF4-FFF2-40B4-BE49-F238E27FC236}">
                <a16:creationId xmlns:a16="http://schemas.microsoft.com/office/drawing/2014/main" id="{15780787-8DE9-A954-129B-C9315F9232A7}"/>
              </a:ext>
            </a:extLst>
          </p:cNvPr>
          <p:cNvSpPr>
            <a:spLocks noGrp="1"/>
          </p:cNvSpPr>
          <p:nvPr>
            <p:ph idx="1"/>
          </p:nvPr>
        </p:nvSpPr>
        <p:spPr>
          <a:xfrm>
            <a:off x="696000" y="864000"/>
            <a:ext cx="10800000" cy="5328000"/>
          </a:xfrm>
        </p:spPr>
        <p:txBody>
          <a:bodyPr>
            <a:normAutofit/>
          </a:bodyPr>
          <a:lstStyle/>
          <a:p>
            <a:r>
              <a:rPr lang="en-US" altLang="zh-CN" dirty="0"/>
              <a:t>Scrum is a lightweight framework that helps people, teams and organizations generate value through adaptive solutions for complex problems.</a:t>
            </a:r>
          </a:p>
          <a:p>
            <a:endParaRPr lang="en-US" altLang="zh-CN" dirty="0"/>
          </a:p>
          <a:p>
            <a:r>
              <a:rPr lang="en-US" altLang="zh-CN" dirty="0"/>
              <a:t>Scrum requires a Scrum Master to foster an environment where:</a:t>
            </a:r>
          </a:p>
          <a:p>
            <a:pPr lvl="1"/>
            <a:r>
              <a:rPr lang="en-US" altLang="zh-CN" dirty="0"/>
              <a:t>A Product Owner orders the work for a complex problem into a Product Backlog.</a:t>
            </a:r>
          </a:p>
          <a:p>
            <a:pPr lvl="1"/>
            <a:r>
              <a:rPr lang="zh-CN" altLang="en-US" dirty="0"/>
              <a:t>产品负责人将复杂问题的工作订单放入产品待办事项列表中。</a:t>
            </a:r>
          </a:p>
          <a:p>
            <a:pPr lvl="1"/>
            <a:r>
              <a:rPr lang="en-US" altLang="zh-CN" dirty="0"/>
              <a:t>The Scrum Team turns a selection of the work into an Increment of value during a Sprint.</a:t>
            </a:r>
          </a:p>
          <a:p>
            <a:pPr lvl="1"/>
            <a:r>
              <a:rPr lang="zh-CN" altLang="en-US" dirty="0"/>
              <a:t>敏捷团队在冲刺期间将一部分工作转化为价值增量。</a:t>
            </a:r>
          </a:p>
          <a:p>
            <a:pPr lvl="1"/>
            <a:r>
              <a:rPr lang="en-US" altLang="zh-CN" dirty="0"/>
              <a:t>The Scrum Team and its stakeholders inspect the results and adjust for the next Sprint.</a:t>
            </a:r>
          </a:p>
          <a:p>
            <a:pPr lvl="1"/>
            <a:r>
              <a:rPr lang="zh-CN" altLang="en-US" dirty="0"/>
              <a:t>敏捷团队及其利益相关者检查结果并调整以备下一轮迭代。</a:t>
            </a:r>
          </a:p>
          <a:p>
            <a:pPr lvl="1"/>
            <a:r>
              <a:rPr lang="en-US" altLang="zh-CN" dirty="0"/>
              <a:t>Repeat.</a:t>
            </a:r>
          </a:p>
          <a:p>
            <a:r>
              <a:rPr lang="en-US" altLang="zh-CN" dirty="0"/>
              <a:t>3-3-5-5</a:t>
            </a:r>
          </a:p>
        </p:txBody>
      </p:sp>
      <p:sp>
        <p:nvSpPr>
          <p:cNvPr id="4" name="文本占位符 3">
            <a:extLst>
              <a:ext uri="{FF2B5EF4-FFF2-40B4-BE49-F238E27FC236}">
                <a16:creationId xmlns:a16="http://schemas.microsoft.com/office/drawing/2014/main" id="{1803B349-5414-1E1D-2271-2D1608E0B179}"/>
              </a:ext>
            </a:extLst>
          </p:cNvPr>
          <p:cNvSpPr>
            <a:spLocks noGrp="1"/>
          </p:cNvSpPr>
          <p:nvPr>
            <p:ph type="body" sz="quarter" idx="10"/>
          </p:nvPr>
        </p:nvSpPr>
        <p:spPr>
          <a:xfrm>
            <a:off x="7071919" y="360001"/>
            <a:ext cx="4424080" cy="424731"/>
          </a:xfrm>
        </p:spPr>
        <p:txBody>
          <a:bodyPr/>
          <a:lstStyle/>
          <a:p>
            <a:r>
              <a:rPr lang="en-US" altLang="zh-CN" dirty="0"/>
              <a:t>Agile</a:t>
            </a:r>
            <a:endParaRPr lang="zh-CN" altLang="en-US" dirty="0"/>
          </a:p>
        </p:txBody>
      </p:sp>
    </p:spTree>
    <p:extLst>
      <p:ext uri="{BB962C8B-B14F-4D97-AF65-F5344CB8AC3E}">
        <p14:creationId xmlns:p14="http://schemas.microsoft.com/office/powerpoint/2010/main" val="208939448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5622D-0428-1B1A-2A34-CD96D271DEA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5E438-A38E-6D1D-CC5A-591C385E636F}"/>
              </a:ext>
            </a:extLst>
          </p:cNvPr>
          <p:cNvSpPr>
            <a:spLocks noGrp="1"/>
          </p:cNvSpPr>
          <p:nvPr>
            <p:ph type="title"/>
          </p:nvPr>
        </p:nvSpPr>
        <p:spPr>
          <a:xfrm>
            <a:off x="695998" y="360000"/>
            <a:ext cx="6375921" cy="424732"/>
          </a:xfrm>
        </p:spPr>
        <p:txBody>
          <a:bodyPr>
            <a:normAutofit/>
          </a:bodyPr>
          <a:lstStyle/>
          <a:p>
            <a:r>
              <a:rPr lang="en-US" altLang="zh-CN" dirty="0"/>
              <a:t>6.4.1 </a:t>
            </a:r>
            <a:r>
              <a:rPr lang="zh-CN" altLang="en-US" dirty="0"/>
              <a:t>敏捷价值观 </a:t>
            </a:r>
            <a:r>
              <a:rPr lang="en-US" altLang="zh-CN" dirty="0"/>
              <a:t>Scrum Values</a:t>
            </a:r>
            <a:endParaRPr lang="zh-CN" altLang="en-US" dirty="0"/>
          </a:p>
        </p:txBody>
      </p:sp>
      <p:sp>
        <p:nvSpPr>
          <p:cNvPr id="3" name="内容占位符 2">
            <a:extLst>
              <a:ext uri="{FF2B5EF4-FFF2-40B4-BE49-F238E27FC236}">
                <a16:creationId xmlns:a16="http://schemas.microsoft.com/office/drawing/2014/main" id="{37FEA803-AB11-4232-CE10-AC497E832AB0}"/>
              </a:ext>
            </a:extLst>
          </p:cNvPr>
          <p:cNvSpPr>
            <a:spLocks noGrp="1"/>
          </p:cNvSpPr>
          <p:nvPr>
            <p:ph idx="1"/>
          </p:nvPr>
        </p:nvSpPr>
        <p:spPr>
          <a:xfrm>
            <a:off x="696000" y="864000"/>
            <a:ext cx="10800000" cy="5328000"/>
          </a:xfrm>
        </p:spPr>
        <p:txBody>
          <a:bodyPr>
            <a:normAutofit/>
          </a:bodyPr>
          <a:lstStyle/>
          <a:p>
            <a:r>
              <a:rPr lang="en-US" altLang="zh-CN" dirty="0"/>
              <a:t>5</a:t>
            </a:r>
            <a:r>
              <a:rPr lang="zh-CN" altLang="en-US" dirty="0"/>
              <a:t>个价值观</a:t>
            </a:r>
          </a:p>
        </p:txBody>
      </p:sp>
      <p:sp>
        <p:nvSpPr>
          <p:cNvPr id="4" name="文本占位符 3">
            <a:extLst>
              <a:ext uri="{FF2B5EF4-FFF2-40B4-BE49-F238E27FC236}">
                <a16:creationId xmlns:a16="http://schemas.microsoft.com/office/drawing/2014/main" id="{8E819F04-543D-0150-D418-FBA1A1176E1D}"/>
              </a:ext>
            </a:extLst>
          </p:cNvPr>
          <p:cNvSpPr>
            <a:spLocks noGrp="1"/>
          </p:cNvSpPr>
          <p:nvPr>
            <p:ph type="body" sz="quarter" idx="10"/>
          </p:nvPr>
        </p:nvSpPr>
        <p:spPr>
          <a:xfrm>
            <a:off x="7071919" y="360001"/>
            <a:ext cx="4424080" cy="424731"/>
          </a:xfrm>
        </p:spPr>
        <p:txBody>
          <a:bodyPr/>
          <a:lstStyle/>
          <a:p>
            <a:r>
              <a:rPr lang="en-US" altLang="zh-CN"/>
              <a:t>Agile</a:t>
            </a:r>
            <a:endParaRPr lang="zh-CN" altLang="en-US" dirty="0"/>
          </a:p>
        </p:txBody>
      </p:sp>
      <p:graphicFrame>
        <p:nvGraphicFramePr>
          <p:cNvPr id="5" name="图示 4">
            <a:extLst>
              <a:ext uri="{FF2B5EF4-FFF2-40B4-BE49-F238E27FC236}">
                <a16:creationId xmlns:a16="http://schemas.microsoft.com/office/drawing/2014/main" id="{4FE710AB-0FDC-FE60-6BBC-ED504CCE5A13}"/>
              </a:ext>
            </a:extLst>
          </p:cNvPr>
          <p:cNvGraphicFramePr>
            <a:graphicFrameLocks noChangeAspect="1"/>
          </p:cNvGraphicFramePr>
          <p:nvPr>
            <p:extLst>
              <p:ext uri="{D42A27DB-BD31-4B8C-83A1-F6EECF244321}">
                <p14:modId xmlns:p14="http://schemas.microsoft.com/office/powerpoint/2010/main" val="1722025490"/>
              </p:ext>
            </p:extLst>
          </p:nvPr>
        </p:nvGraphicFramePr>
        <p:xfrm>
          <a:off x="3936000" y="1803400"/>
          <a:ext cx="4320000" cy="32512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1" name="文本框 20">
            <a:extLst>
              <a:ext uri="{FF2B5EF4-FFF2-40B4-BE49-F238E27FC236}">
                <a16:creationId xmlns:a16="http://schemas.microsoft.com/office/drawing/2014/main" id="{DCF03C1D-5E51-CF36-4DCA-6EBB50B1AE80}"/>
              </a:ext>
            </a:extLst>
          </p:cNvPr>
          <p:cNvSpPr txBox="1"/>
          <p:nvPr/>
        </p:nvSpPr>
        <p:spPr>
          <a:xfrm>
            <a:off x="5208577" y="1434068"/>
            <a:ext cx="1774845" cy="369332"/>
          </a:xfrm>
          <a:prstGeom prst="rect">
            <a:avLst/>
          </a:prstGeom>
          <a:noFill/>
        </p:spPr>
        <p:txBody>
          <a:bodyPr wrap="none" rtlCol="0">
            <a:spAutoFit/>
          </a:bodyPr>
          <a:lstStyle/>
          <a:p>
            <a:pPr algn="ctr"/>
            <a:r>
              <a:rPr lang="en-US" altLang="zh-CN" dirty="0"/>
              <a:t>Commitment</a:t>
            </a:r>
            <a:endParaRPr lang="zh-CN" altLang="en-US" dirty="0"/>
          </a:p>
        </p:txBody>
      </p:sp>
      <p:sp>
        <p:nvSpPr>
          <p:cNvPr id="22" name="文本框 21">
            <a:extLst>
              <a:ext uri="{FF2B5EF4-FFF2-40B4-BE49-F238E27FC236}">
                <a16:creationId xmlns:a16="http://schemas.microsoft.com/office/drawing/2014/main" id="{38BFF154-81A5-7FD3-2466-D58F9BE7095E}"/>
              </a:ext>
            </a:extLst>
          </p:cNvPr>
          <p:cNvSpPr txBox="1"/>
          <p:nvPr/>
        </p:nvSpPr>
        <p:spPr>
          <a:xfrm>
            <a:off x="7768643" y="3007755"/>
            <a:ext cx="872355" cy="369332"/>
          </a:xfrm>
          <a:prstGeom prst="rect">
            <a:avLst/>
          </a:prstGeom>
          <a:noFill/>
        </p:spPr>
        <p:txBody>
          <a:bodyPr wrap="none" rtlCol="0">
            <a:spAutoFit/>
          </a:bodyPr>
          <a:lstStyle/>
          <a:p>
            <a:pPr algn="ctr"/>
            <a:r>
              <a:rPr lang="en-US" altLang="zh-CN" dirty="0"/>
              <a:t>Focus</a:t>
            </a:r>
            <a:endParaRPr lang="zh-CN" altLang="en-US" dirty="0"/>
          </a:p>
        </p:txBody>
      </p:sp>
      <p:sp>
        <p:nvSpPr>
          <p:cNvPr id="23" name="文本框 22">
            <a:extLst>
              <a:ext uri="{FF2B5EF4-FFF2-40B4-BE49-F238E27FC236}">
                <a16:creationId xmlns:a16="http://schemas.microsoft.com/office/drawing/2014/main" id="{34AEB695-845E-E57B-AC3B-ECBE4B8AB4FA}"/>
              </a:ext>
            </a:extLst>
          </p:cNvPr>
          <p:cNvSpPr txBox="1"/>
          <p:nvPr/>
        </p:nvSpPr>
        <p:spPr>
          <a:xfrm>
            <a:off x="7337389" y="4334481"/>
            <a:ext cx="1350049" cy="369332"/>
          </a:xfrm>
          <a:prstGeom prst="rect">
            <a:avLst/>
          </a:prstGeom>
          <a:noFill/>
        </p:spPr>
        <p:txBody>
          <a:bodyPr wrap="none" rtlCol="0">
            <a:spAutoFit/>
          </a:bodyPr>
          <a:lstStyle/>
          <a:p>
            <a:pPr algn="ctr"/>
            <a:r>
              <a:rPr lang="en-US" altLang="zh-CN" dirty="0"/>
              <a:t>Openness</a:t>
            </a:r>
            <a:endParaRPr lang="zh-CN" altLang="en-US" dirty="0"/>
          </a:p>
        </p:txBody>
      </p:sp>
      <p:sp>
        <p:nvSpPr>
          <p:cNvPr id="24" name="文本框 23">
            <a:extLst>
              <a:ext uri="{FF2B5EF4-FFF2-40B4-BE49-F238E27FC236}">
                <a16:creationId xmlns:a16="http://schemas.microsoft.com/office/drawing/2014/main" id="{821585AB-AD17-A67D-A9A5-D9853766B7A7}"/>
              </a:ext>
            </a:extLst>
          </p:cNvPr>
          <p:cNvSpPr txBox="1"/>
          <p:nvPr/>
        </p:nvSpPr>
        <p:spPr>
          <a:xfrm>
            <a:off x="3732190" y="4334481"/>
            <a:ext cx="1122423" cy="369332"/>
          </a:xfrm>
          <a:prstGeom prst="rect">
            <a:avLst/>
          </a:prstGeom>
          <a:noFill/>
        </p:spPr>
        <p:txBody>
          <a:bodyPr wrap="none" rtlCol="0">
            <a:spAutoFit/>
          </a:bodyPr>
          <a:lstStyle/>
          <a:p>
            <a:pPr algn="ctr"/>
            <a:r>
              <a:rPr lang="en-US" altLang="zh-CN" dirty="0"/>
              <a:t>Respect</a:t>
            </a:r>
            <a:endParaRPr lang="zh-CN" altLang="en-US" dirty="0"/>
          </a:p>
        </p:txBody>
      </p:sp>
      <p:sp>
        <p:nvSpPr>
          <p:cNvPr id="25" name="文本框 24">
            <a:extLst>
              <a:ext uri="{FF2B5EF4-FFF2-40B4-BE49-F238E27FC236}">
                <a16:creationId xmlns:a16="http://schemas.microsoft.com/office/drawing/2014/main" id="{53FB7CB7-0B5D-9C26-5EC0-4D6E26A4772F}"/>
              </a:ext>
            </a:extLst>
          </p:cNvPr>
          <p:cNvSpPr txBox="1"/>
          <p:nvPr/>
        </p:nvSpPr>
        <p:spPr>
          <a:xfrm>
            <a:off x="3244831" y="3013165"/>
            <a:ext cx="1178528" cy="369332"/>
          </a:xfrm>
          <a:prstGeom prst="rect">
            <a:avLst/>
          </a:prstGeom>
          <a:noFill/>
        </p:spPr>
        <p:txBody>
          <a:bodyPr wrap="none" rtlCol="0">
            <a:spAutoFit/>
          </a:bodyPr>
          <a:lstStyle/>
          <a:p>
            <a:pPr algn="ctr"/>
            <a:r>
              <a:rPr lang="en-US" altLang="zh-CN" dirty="0"/>
              <a:t>Courage</a:t>
            </a:r>
            <a:endParaRPr lang="zh-CN" altLang="en-US" dirty="0"/>
          </a:p>
        </p:txBody>
      </p:sp>
    </p:spTree>
    <p:extLst>
      <p:ext uri="{BB962C8B-B14F-4D97-AF65-F5344CB8AC3E}">
        <p14:creationId xmlns:p14="http://schemas.microsoft.com/office/powerpoint/2010/main" val="66200774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695998" y="360000"/>
            <a:ext cx="6375921" cy="424732"/>
          </a:xfrm>
        </p:spPr>
        <p:txBody>
          <a:bodyPr>
            <a:normAutofit/>
          </a:bodyPr>
          <a:lstStyle/>
          <a:p>
            <a:r>
              <a:rPr lang="en-US" altLang="zh-CN" dirty="0"/>
              <a:t>6.4.2 </a:t>
            </a:r>
            <a:r>
              <a:rPr lang="zh-CN" altLang="en-US" dirty="0"/>
              <a:t>敏捷理念 </a:t>
            </a:r>
            <a:r>
              <a:rPr lang="en-US" altLang="zh-CN" dirty="0"/>
              <a:t>Scrum Theory</a:t>
            </a:r>
            <a:endParaRPr lang="zh-CN" altLang="en-US" dirty="0"/>
          </a:p>
        </p:txBody>
      </p:sp>
      <p:sp>
        <p:nvSpPr>
          <p:cNvPr id="3" name="内容占位符 2">
            <a:extLst>
              <a:ext uri="{FF2B5EF4-FFF2-40B4-BE49-F238E27FC236}">
                <a16:creationId xmlns:a16="http://schemas.microsoft.com/office/drawing/2014/main" id="{33774E86-9670-9389-82F6-81112488EB3A}"/>
              </a:ext>
            </a:extLst>
          </p:cNvPr>
          <p:cNvSpPr>
            <a:spLocks noGrp="1"/>
          </p:cNvSpPr>
          <p:nvPr>
            <p:ph idx="1"/>
          </p:nvPr>
        </p:nvSpPr>
        <p:spPr>
          <a:xfrm>
            <a:off x="696000" y="864000"/>
            <a:ext cx="10800000" cy="5328000"/>
          </a:xfrm>
        </p:spPr>
        <p:txBody>
          <a:bodyPr>
            <a:normAutofit/>
          </a:bodyPr>
          <a:lstStyle/>
          <a:p>
            <a:r>
              <a:rPr lang="en-US" altLang="zh-CN" dirty="0"/>
              <a:t>Pillars of Scrum</a:t>
            </a:r>
            <a:endParaRPr lang="zh-CN" altLang="en-US" dirty="0"/>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360001"/>
            <a:ext cx="4424080" cy="424731"/>
          </a:xfrm>
        </p:spPr>
        <p:txBody>
          <a:bodyPr/>
          <a:lstStyle/>
          <a:p>
            <a:r>
              <a:rPr lang="en-US" altLang="zh-CN" dirty="0"/>
              <a:t>Agile</a:t>
            </a:r>
            <a:endParaRPr lang="zh-CN" altLang="en-US" dirty="0"/>
          </a:p>
        </p:txBody>
      </p:sp>
      <p:graphicFrame>
        <p:nvGraphicFramePr>
          <p:cNvPr id="5" name="图示 4">
            <a:extLst>
              <a:ext uri="{FF2B5EF4-FFF2-40B4-BE49-F238E27FC236}">
                <a16:creationId xmlns:a16="http://schemas.microsoft.com/office/drawing/2014/main" id="{E253287A-1B3A-FBEC-CB16-ADD31DF1DB24}"/>
              </a:ext>
            </a:extLst>
          </p:cNvPr>
          <p:cNvGraphicFramePr>
            <a:graphicFrameLocks noChangeAspect="1"/>
          </p:cNvGraphicFramePr>
          <p:nvPr>
            <p:extLst>
              <p:ext uri="{D42A27DB-BD31-4B8C-83A1-F6EECF244321}">
                <p14:modId xmlns:p14="http://schemas.microsoft.com/office/powerpoint/2010/main" val="536970553"/>
              </p:ext>
            </p:extLst>
          </p:nvPr>
        </p:nvGraphicFramePr>
        <p:xfrm>
          <a:off x="3936000" y="1803400"/>
          <a:ext cx="4320000" cy="32512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495413152"/>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695998" y="360000"/>
            <a:ext cx="6375921" cy="424732"/>
          </a:xfrm>
        </p:spPr>
        <p:txBody>
          <a:bodyPr>
            <a:normAutofit/>
          </a:bodyPr>
          <a:lstStyle/>
          <a:p>
            <a:r>
              <a:rPr lang="en-US" altLang="zh-CN" dirty="0"/>
              <a:t>6.4.2.1 </a:t>
            </a:r>
            <a:r>
              <a:rPr lang="zh-CN" altLang="en-US" dirty="0"/>
              <a:t>敏捷理念 </a:t>
            </a:r>
            <a:r>
              <a:rPr lang="en-US" altLang="zh-CN" dirty="0"/>
              <a:t>Scrum Theory</a:t>
            </a:r>
            <a:endParaRPr lang="zh-CN" altLang="en-US" dirty="0"/>
          </a:p>
        </p:txBody>
      </p:sp>
      <p:sp>
        <p:nvSpPr>
          <p:cNvPr id="3" name="内容占位符 2">
            <a:extLst>
              <a:ext uri="{FF2B5EF4-FFF2-40B4-BE49-F238E27FC236}">
                <a16:creationId xmlns:a16="http://schemas.microsoft.com/office/drawing/2014/main" id="{33774E86-9670-9389-82F6-81112488EB3A}"/>
              </a:ext>
            </a:extLst>
          </p:cNvPr>
          <p:cNvSpPr>
            <a:spLocks noGrp="1"/>
          </p:cNvSpPr>
          <p:nvPr>
            <p:ph idx="1"/>
          </p:nvPr>
        </p:nvSpPr>
        <p:spPr>
          <a:xfrm>
            <a:off x="696000" y="864000"/>
            <a:ext cx="10800000" cy="5328000"/>
          </a:xfrm>
        </p:spPr>
        <p:txBody>
          <a:bodyPr>
            <a:normAutofit/>
          </a:bodyPr>
          <a:lstStyle/>
          <a:p>
            <a:r>
              <a:rPr lang="zh-CN" altLang="en-US" dirty="0"/>
              <a:t>透明性 </a:t>
            </a:r>
            <a:r>
              <a:rPr lang="en-US" altLang="zh-CN" dirty="0"/>
              <a:t>Transparency</a:t>
            </a:r>
            <a:endParaRPr lang="zh-CN" altLang="en-US" dirty="0"/>
          </a:p>
          <a:p>
            <a:pPr lvl="1"/>
            <a:r>
              <a:rPr lang="zh-CN" altLang="en-US" dirty="0"/>
              <a:t>所有与过程、工作、进展和挑战相关的信息必须对团队和干系人清晰可见。</a:t>
            </a:r>
          </a:p>
          <a:p>
            <a:pPr lvl="1"/>
            <a:r>
              <a:rPr lang="zh-CN" altLang="en-US" dirty="0"/>
              <a:t>工作项（如 </a:t>
            </a:r>
            <a:r>
              <a:rPr lang="en-US" altLang="zh-CN" dirty="0"/>
              <a:t>Product Backlog</a:t>
            </a:r>
            <a:r>
              <a:rPr lang="zh-CN" altLang="en-US" dirty="0"/>
              <a:t>）的内容、状态和优先级必须公开。</a:t>
            </a:r>
          </a:p>
          <a:p>
            <a:pPr lvl="1"/>
            <a:r>
              <a:rPr lang="zh-CN" altLang="en-US" dirty="0"/>
              <a:t>团队使用统一的术语（如“完成”需有明确定义</a:t>
            </a:r>
            <a:r>
              <a:rPr lang="en-US" altLang="zh-CN" dirty="0"/>
              <a:t>——Definition of Done</a:t>
            </a:r>
            <a:r>
              <a:rPr lang="zh-CN" altLang="en-US" dirty="0"/>
              <a:t>）。</a:t>
            </a:r>
          </a:p>
          <a:p>
            <a:pPr lvl="1"/>
            <a:r>
              <a:rPr lang="zh-CN" altLang="en-US" dirty="0"/>
              <a:t>进度通过可视化工具（如 </a:t>
            </a:r>
            <a:r>
              <a:rPr lang="en-US" altLang="zh-CN" dirty="0"/>
              <a:t>Sprint Burndown Chart</a:t>
            </a:r>
            <a:r>
              <a:rPr lang="zh-CN" altLang="en-US" dirty="0"/>
              <a:t>、看板）展示。</a:t>
            </a:r>
          </a:p>
          <a:p>
            <a:pPr lvl="1"/>
            <a:r>
              <a:rPr lang="zh-CN" altLang="en-US" dirty="0"/>
              <a:t>目的：确保所有人基于相同事实做决策，避免误解和隐藏问题。</a:t>
            </a:r>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360001"/>
            <a:ext cx="4424080" cy="424731"/>
          </a:xfrm>
        </p:spPr>
        <p:txBody>
          <a:bodyPr/>
          <a:lstStyle/>
          <a:p>
            <a:r>
              <a:rPr lang="en-US" altLang="zh-CN" dirty="0"/>
              <a:t>Agile</a:t>
            </a:r>
            <a:endParaRPr lang="zh-CN" altLang="en-US" dirty="0"/>
          </a:p>
        </p:txBody>
      </p:sp>
    </p:spTree>
    <p:extLst>
      <p:ext uri="{BB962C8B-B14F-4D97-AF65-F5344CB8AC3E}">
        <p14:creationId xmlns:p14="http://schemas.microsoft.com/office/powerpoint/2010/main" val="132265015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FB9B9C-FE7C-43FA-6074-450CA725C4B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D1B2DBA-EB28-86E9-708A-E7263B31E26C}"/>
              </a:ext>
            </a:extLst>
          </p:cNvPr>
          <p:cNvSpPr>
            <a:spLocks noGrp="1"/>
          </p:cNvSpPr>
          <p:nvPr>
            <p:ph type="title"/>
          </p:nvPr>
        </p:nvSpPr>
        <p:spPr>
          <a:xfrm>
            <a:off x="695998" y="360000"/>
            <a:ext cx="6375921" cy="424732"/>
          </a:xfrm>
        </p:spPr>
        <p:txBody>
          <a:bodyPr>
            <a:normAutofit/>
          </a:bodyPr>
          <a:lstStyle/>
          <a:p>
            <a:r>
              <a:rPr lang="en-US" altLang="zh-CN" dirty="0"/>
              <a:t>6.4.2.2 </a:t>
            </a:r>
            <a:r>
              <a:rPr lang="zh-CN" altLang="en-US" dirty="0"/>
              <a:t>敏捷理念 </a:t>
            </a:r>
            <a:r>
              <a:rPr lang="en-US" altLang="zh-CN" dirty="0"/>
              <a:t>Scrum Theory</a:t>
            </a:r>
            <a:endParaRPr lang="zh-CN" altLang="en-US" dirty="0"/>
          </a:p>
        </p:txBody>
      </p:sp>
      <p:sp>
        <p:nvSpPr>
          <p:cNvPr id="3" name="内容占位符 2">
            <a:extLst>
              <a:ext uri="{FF2B5EF4-FFF2-40B4-BE49-F238E27FC236}">
                <a16:creationId xmlns:a16="http://schemas.microsoft.com/office/drawing/2014/main" id="{3CA2C378-9EC1-86B4-F634-8E82F80F4D31}"/>
              </a:ext>
            </a:extLst>
          </p:cNvPr>
          <p:cNvSpPr>
            <a:spLocks noGrp="1"/>
          </p:cNvSpPr>
          <p:nvPr>
            <p:ph idx="1"/>
          </p:nvPr>
        </p:nvSpPr>
        <p:spPr>
          <a:xfrm>
            <a:off x="696000" y="864000"/>
            <a:ext cx="10800000" cy="5328000"/>
          </a:xfrm>
        </p:spPr>
        <p:txBody>
          <a:bodyPr>
            <a:normAutofit/>
          </a:bodyPr>
          <a:lstStyle/>
          <a:p>
            <a:r>
              <a:rPr lang="zh-CN" altLang="en-US" dirty="0"/>
              <a:t>检视 </a:t>
            </a:r>
            <a:r>
              <a:rPr lang="en-US" altLang="zh-CN" dirty="0"/>
              <a:t>Inspection</a:t>
            </a:r>
            <a:endParaRPr lang="zh-CN" altLang="en-US" dirty="0"/>
          </a:p>
          <a:p>
            <a:pPr lvl="1"/>
            <a:r>
              <a:rPr lang="en-US" altLang="zh-CN" dirty="0"/>
              <a:t>Scrum </a:t>
            </a:r>
            <a:r>
              <a:rPr lang="zh-CN" altLang="en-US" dirty="0"/>
              <a:t>团队定期检查产品、过程和计划，以识别偏差或改进机会。</a:t>
            </a:r>
          </a:p>
          <a:p>
            <a:pPr lvl="1"/>
            <a:r>
              <a:rPr lang="zh-CN" altLang="en-US" dirty="0"/>
              <a:t>在固定时间点进行：</a:t>
            </a:r>
          </a:p>
          <a:p>
            <a:pPr lvl="1"/>
            <a:r>
              <a:rPr lang="en-US" altLang="zh-CN" dirty="0"/>
              <a:t>Daily Scrum</a:t>
            </a:r>
            <a:r>
              <a:rPr lang="zh-CN" altLang="en-US" dirty="0"/>
              <a:t>：每日检视进度与障碍</a:t>
            </a:r>
          </a:p>
          <a:p>
            <a:pPr lvl="1"/>
            <a:r>
              <a:rPr lang="en-US" altLang="zh-CN" dirty="0"/>
              <a:t>Sprint Review</a:t>
            </a:r>
            <a:r>
              <a:rPr lang="zh-CN" altLang="en-US" dirty="0"/>
              <a:t>：检视可交付成果是否满足目标</a:t>
            </a:r>
          </a:p>
          <a:p>
            <a:pPr lvl="1"/>
            <a:r>
              <a:rPr lang="en-US" altLang="zh-CN" dirty="0"/>
              <a:t>Sprint Retrospective</a:t>
            </a:r>
            <a:r>
              <a:rPr lang="zh-CN" altLang="en-US" dirty="0"/>
              <a:t>：检视流程与协作方式</a:t>
            </a:r>
          </a:p>
          <a:p>
            <a:pPr lvl="1"/>
            <a:r>
              <a:rPr lang="zh-CN" altLang="en-US" dirty="0"/>
              <a:t>检视必须及时（不能等到项目结束），且不影响正常工作流。</a:t>
            </a:r>
          </a:p>
          <a:p>
            <a:pPr lvl="1"/>
            <a:r>
              <a:rPr lang="zh-CN" altLang="en-US" dirty="0"/>
              <a:t>目的：尽早发现问题，防止小偏差演变成大风险。</a:t>
            </a:r>
          </a:p>
        </p:txBody>
      </p:sp>
      <p:sp>
        <p:nvSpPr>
          <p:cNvPr id="4" name="文本占位符 3">
            <a:extLst>
              <a:ext uri="{FF2B5EF4-FFF2-40B4-BE49-F238E27FC236}">
                <a16:creationId xmlns:a16="http://schemas.microsoft.com/office/drawing/2014/main" id="{D8D92919-39A9-E1A8-D096-6AB6F0081756}"/>
              </a:ext>
            </a:extLst>
          </p:cNvPr>
          <p:cNvSpPr>
            <a:spLocks noGrp="1"/>
          </p:cNvSpPr>
          <p:nvPr>
            <p:ph type="body" sz="quarter" idx="10"/>
          </p:nvPr>
        </p:nvSpPr>
        <p:spPr>
          <a:xfrm>
            <a:off x="7071919" y="360001"/>
            <a:ext cx="4424080" cy="424731"/>
          </a:xfrm>
        </p:spPr>
        <p:txBody>
          <a:bodyPr/>
          <a:lstStyle/>
          <a:p>
            <a:r>
              <a:rPr lang="en-US" altLang="zh-CN" dirty="0"/>
              <a:t>Agile</a:t>
            </a:r>
            <a:endParaRPr lang="zh-CN" altLang="en-US" dirty="0"/>
          </a:p>
        </p:txBody>
      </p:sp>
    </p:spTree>
    <p:extLst>
      <p:ext uri="{BB962C8B-B14F-4D97-AF65-F5344CB8AC3E}">
        <p14:creationId xmlns:p14="http://schemas.microsoft.com/office/powerpoint/2010/main" val="235677342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31D866-D0D6-17FC-5CAF-7C2DFFF7732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97F18F71-78FC-0508-C5A4-F215D710E704}"/>
              </a:ext>
            </a:extLst>
          </p:cNvPr>
          <p:cNvSpPr>
            <a:spLocks noGrp="1"/>
          </p:cNvSpPr>
          <p:nvPr>
            <p:ph type="title"/>
          </p:nvPr>
        </p:nvSpPr>
        <p:spPr>
          <a:xfrm>
            <a:off x="695998" y="360000"/>
            <a:ext cx="6375921" cy="424732"/>
          </a:xfrm>
        </p:spPr>
        <p:txBody>
          <a:bodyPr>
            <a:normAutofit/>
          </a:bodyPr>
          <a:lstStyle/>
          <a:p>
            <a:r>
              <a:rPr lang="en-US" altLang="zh-CN" dirty="0"/>
              <a:t>6.4.2.3 </a:t>
            </a:r>
            <a:r>
              <a:rPr lang="zh-CN" altLang="en-US" dirty="0"/>
              <a:t>敏捷理念 </a:t>
            </a:r>
            <a:r>
              <a:rPr lang="en-US" altLang="zh-CN" dirty="0"/>
              <a:t>Scrum Theory</a:t>
            </a:r>
            <a:endParaRPr lang="zh-CN" altLang="en-US" dirty="0"/>
          </a:p>
        </p:txBody>
      </p:sp>
      <p:sp>
        <p:nvSpPr>
          <p:cNvPr id="3" name="内容占位符 2">
            <a:extLst>
              <a:ext uri="{FF2B5EF4-FFF2-40B4-BE49-F238E27FC236}">
                <a16:creationId xmlns:a16="http://schemas.microsoft.com/office/drawing/2014/main" id="{2BB11921-90F9-E334-41D4-BC2D0F24AF77}"/>
              </a:ext>
            </a:extLst>
          </p:cNvPr>
          <p:cNvSpPr>
            <a:spLocks noGrp="1"/>
          </p:cNvSpPr>
          <p:nvPr>
            <p:ph idx="1"/>
          </p:nvPr>
        </p:nvSpPr>
        <p:spPr>
          <a:xfrm>
            <a:off x="696000" y="864000"/>
            <a:ext cx="10800000" cy="5328000"/>
          </a:xfrm>
        </p:spPr>
        <p:txBody>
          <a:bodyPr>
            <a:normAutofit/>
          </a:bodyPr>
          <a:lstStyle/>
          <a:p>
            <a:r>
              <a:rPr lang="zh-CN" altLang="en-US" dirty="0"/>
              <a:t>适应 </a:t>
            </a:r>
            <a:r>
              <a:rPr lang="en-US" altLang="zh-CN" dirty="0"/>
              <a:t>Adaptation</a:t>
            </a:r>
            <a:endParaRPr lang="zh-CN" altLang="en-US" dirty="0"/>
          </a:p>
          <a:p>
            <a:pPr lvl="1"/>
            <a:r>
              <a:rPr lang="zh-CN" altLang="en-US" dirty="0"/>
              <a:t>基于检视结果，团队必须迅速调整行为、计划或方法。</a:t>
            </a:r>
          </a:p>
          <a:p>
            <a:pPr lvl="1"/>
            <a:r>
              <a:rPr lang="zh-CN" altLang="en-US" dirty="0"/>
              <a:t>如果发现产品方向偏离，可在下个 </a:t>
            </a:r>
            <a:r>
              <a:rPr lang="en-US" altLang="zh-CN" dirty="0"/>
              <a:t>Sprint </a:t>
            </a:r>
            <a:r>
              <a:rPr lang="zh-CN" altLang="en-US" dirty="0"/>
              <a:t>调整 </a:t>
            </a:r>
            <a:r>
              <a:rPr lang="en-US" altLang="zh-CN" dirty="0"/>
              <a:t>Backlog</a:t>
            </a:r>
            <a:r>
              <a:rPr lang="zh-CN" altLang="en-US" dirty="0"/>
              <a:t>。</a:t>
            </a:r>
          </a:p>
          <a:p>
            <a:pPr lvl="1"/>
            <a:r>
              <a:rPr lang="zh-CN" altLang="en-US" dirty="0"/>
              <a:t>如果流程效率低，可在 </a:t>
            </a:r>
            <a:r>
              <a:rPr lang="en-US" altLang="zh-CN" dirty="0"/>
              <a:t>Retrospective </a:t>
            </a:r>
            <a:r>
              <a:rPr lang="zh-CN" altLang="en-US" dirty="0"/>
              <a:t>后改进工作方式。</a:t>
            </a:r>
          </a:p>
          <a:p>
            <a:pPr lvl="1"/>
            <a:r>
              <a:rPr lang="zh-CN" altLang="en-US" dirty="0"/>
              <a:t>适应必须在“可接受的时间窗口”内发生（通常在下一个 </a:t>
            </a:r>
            <a:r>
              <a:rPr lang="en-US" altLang="zh-CN" dirty="0"/>
              <a:t>Sprint </a:t>
            </a:r>
            <a:r>
              <a:rPr lang="zh-CN" altLang="en-US" dirty="0"/>
              <a:t>开始前）。</a:t>
            </a:r>
          </a:p>
          <a:p>
            <a:pPr lvl="1"/>
            <a:r>
              <a:rPr lang="zh-CN" altLang="en-US" dirty="0"/>
              <a:t>目的：持续优化交付价值的能力和团队效能。</a:t>
            </a:r>
          </a:p>
        </p:txBody>
      </p:sp>
      <p:sp>
        <p:nvSpPr>
          <p:cNvPr id="4" name="文本占位符 3">
            <a:extLst>
              <a:ext uri="{FF2B5EF4-FFF2-40B4-BE49-F238E27FC236}">
                <a16:creationId xmlns:a16="http://schemas.microsoft.com/office/drawing/2014/main" id="{DA61DE41-8EB2-C890-486D-5257116D616C}"/>
              </a:ext>
            </a:extLst>
          </p:cNvPr>
          <p:cNvSpPr>
            <a:spLocks noGrp="1"/>
          </p:cNvSpPr>
          <p:nvPr>
            <p:ph type="body" sz="quarter" idx="10"/>
          </p:nvPr>
        </p:nvSpPr>
        <p:spPr>
          <a:xfrm>
            <a:off x="7071919" y="360001"/>
            <a:ext cx="4424080" cy="424731"/>
          </a:xfrm>
        </p:spPr>
        <p:txBody>
          <a:bodyPr/>
          <a:lstStyle/>
          <a:p>
            <a:r>
              <a:rPr lang="en-US" altLang="zh-CN" dirty="0"/>
              <a:t>Agile</a:t>
            </a:r>
            <a:endParaRPr lang="zh-CN" altLang="en-US" dirty="0"/>
          </a:p>
        </p:txBody>
      </p:sp>
    </p:spTree>
    <p:extLst>
      <p:ext uri="{BB962C8B-B14F-4D97-AF65-F5344CB8AC3E}">
        <p14:creationId xmlns:p14="http://schemas.microsoft.com/office/powerpoint/2010/main" val="195627219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5622D-0428-1B1A-2A34-CD96D271DEA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5E438-A38E-6D1D-CC5A-591C385E636F}"/>
              </a:ext>
            </a:extLst>
          </p:cNvPr>
          <p:cNvSpPr>
            <a:spLocks noGrp="1"/>
          </p:cNvSpPr>
          <p:nvPr>
            <p:ph type="title"/>
          </p:nvPr>
        </p:nvSpPr>
        <p:spPr>
          <a:xfrm>
            <a:off x="695998" y="360000"/>
            <a:ext cx="6375921" cy="424732"/>
          </a:xfrm>
        </p:spPr>
        <p:txBody>
          <a:bodyPr>
            <a:normAutofit/>
          </a:bodyPr>
          <a:lstStyle/>
          <a:p>
            <a:r>
              <a:rPr lang="en-US" altLang="zh-CN" dirty="0"/>
              <a:t>6.4.3 </a:t>
            </a:r>
            <a:r>
              <a:rPr lang="zh-CN" altLang="en-US" dirty="0"/>
              <a:t>敏捷团队 </a:t>
            </a:r>
            <a:r>
              <a:rPr lang="en-US" altLang="zh-CN" dirty="0"/>
              <a:t>Scrum Team</a:t>
            </a:r>
            <a:endParaRPr lang="zh-CN" altLang="en-US" dirty="0"/>
          </a:p>
        </p:txBody>
      </p:sp>
      <p:sp>
        <p:nvSpPr>
          <p:cNvPr id="3" name="内容占位符 2">
            <a:extLst>
              <a:ext uri="{FF2B5EF4-FFF2-40B4-BE49-F238E27FC236}">
                <a16:creationId xmlns:a16="http://schemas.microsoft.com/office/drawing/2014/main" id="{37FEA803-AB11-4232-CE10-AC497E832AB0}"/>
              </a:ext>
            </a:extLst>
          </p:cNvPr>
          <p:cNvSpPr>
            <a:spLocks noGrp="1"/>
          </p:cNvSpPr>
          <p:nvPr>
            <p:ph idx="1"/>
          </p:nvPr>
        </p:nvSpPr>
        <p:spPr>
          <a:xfrm>
            <a:off x="696000" y="864000"/>
            <a:ext cx="10800000" cy="5328000"/>
          </a:xfrm>
        </p:spPr>
        <p:txBody>
          <a:bodyPr>
            <a:normAutofit/>
          </a:bodyPr>
          <a:lstStyle/>
          <a:p>
            <a:r>
              <a:rPr lang="en-US" altLang="zh-CN" dirty="0"/>
              <a:t>3</a:t>
            </a:r>
            <a:r>
              <a:rPr lang="zh-CN" altLang="en-US" dirty="0"/>
              <a:t>个角色 </a:t>
            </a:r>
            <a:r>
              <a:rPr lang="en-US" altLang="zh-CN" dirty="0"/>
              <a:t>Role</a:t>
            </a:r>
            <a:endParaRPr lang="zh-CN" altLang="en-US" dirty="0"/>
          </a:p>
        </p:txBody>
      </p:sp>
      <p:sp>
        <p:nvSpPr>
          <p:cNvPr id="4" name="文本占位符 3">
            <a:extLst>
              <a:ext uri="{FF2B5EF4-FFF2-40B4-BE49-F238E27FC236}">
                <a16:creationId xmlns:a16="http://schemas.microsoft.com/office/drawing/2014/main" id="{8E819F04-543D-0150-D418-FBA1A1176E1D}"/>
              </a:ext>
            </a:extLst>
          </p:cNvPr>
          <p:cNvSpPr>
            <a:spLocks noGrp="1"/>
          </p:cNvSpPr>
          <p:nvPr>
            <p:ph type="body" sz="quarter" idx="10"/>
          </p:nvPr>
        </p:nvSpPr>
        <p:spPr>
          <a:xfrm>
            <a:off x="7071919" y="360001"/>
            <a:ext cx="4424080" cy="424731"/>
          </a:xfrm>
        </p:spPr>
        <p:txBody>
          <a:bodyPr/>
          <a:lstStyle/>
          <a:p>
            <a:r>
              <a:rPr lang="en-US" altLang="zh-CN" dirty="0"/>
              <a:t>Agile</a:t>
            </a:r>
            <a:endParaRPr lang="zh-CN" altLang="en-US" dirty="0"/>
          </a:p>
        </p:txBody>
      </p:sp>
      <p:graphicFrame>
        <p:nvGraphicFramePr>
          <p:cNvPr id="9" name="图示 8">
            <a:extLst>
              <a:ext uri="{FF2B5EF4-FFF2-40B4-BE49-F238E27FC236}">
                <a16:creationId xmlns:a16="http://schemas.microsoft.com/office/drawing/2014/main" id="{5CD635B7-D2B1-DA09-8D52-9879F640C15F}"/>
              </a:ext>
            </a:extLst>
          </p:cNvPr>
          <p:cNvGraphicFramePr>
            <a:graphicFrameLocks noChangeAspect="1"/>
          </p:cNvGraphicFramePr>
          <p:nvPr>
            <p:extLst>
              <p:ext uri="{D42A27DB-BD31-4B8C-83A1-F6EECF244321}">
                <p14:modId xmlns:p14="http://schemas.microsoft.com/office/powerpoint/2010/main" val="4077878185"/>
              </p:ext>
            </p:extLst>
          </p:nvPr>
        </p:nvGraphicFramePr>
        <p:xfrm>
          <a:off x="1775460" y="1932941"/>
          <a:ext cx="8641080" cy="4089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769669894"/>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396989-B986-52F1-0720-B7405EED1BF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C7046B2-D89F-1BCB-6C54-62EAA198E2C5}"/>
              </a:ext>
            </a:extLst>
          </p:cNvPr>
          <p:cNvSpPr>
            <a:spLocks noGrp="1"/>
          </p:cNvSpPr>
          <p:nvPr>
            <p:ph type="title"/>
          </p:nvPr>
        </p:nvSpPr>
        <p:spPr>
          <a:xfrm>
            <a:off x="695998" y="360000"/>
            <a:ext cx="6375921" cy="424732"/>
          </a:xfrm>
        </p:spPr>
        <p:txBody>
          <a:bodyPr>
            <a:normAutofit/>
          </a:bodyPr>
          <a:lstStyle/>
          <a:p>
            <a:r>
              <a:rPr lang="en-US" altLang="zh-CN" dirty="0"/>
              <a:t>6.4.3 </a:t>
            </a:r>
            <a:r>
              <a:rPr lang="zh-CN" altLang="en-US" dirty="0"/>
              <a:t>敏捷团队 </a:t>
            </a:r>
            <a:r>
              <a:rPr lang="en-US" altLang="zh-CN" dirty="0"/>
              <a:t>Scrum Team</a:t>
            </a:r>
            <a:endParaRPr lang="zh-CN" altLang="en-US" dirty="0"/>
          </a:p>
        </p:txBody>
      </p:sp>
      <p:sp>
        <p:nvSpPr>
          <p:cNvPr id="3" name="内容占位符 2">
            <a:extLst>
              <a:ext uri="{FF2B5EF4-FFF2-40B4-BE49-F238E27FC236}">
                <a16:creationId xmlns:a16="http://schemas.microsoft.com/office/drawing/2014/main" id="{06AB2D2A-7F6F-8EA9-E3DA-17D607C4AE14}"/>
              </a:ext>
            </a:extLst>
          </p:cNvPr>
          <p:cNvSpPr>
            <a:spLocks noGrp="1"/>
          </p:cNvSpPr>
          <p:nvPr>
            <p:ph idx="1"/>
          </p:nvPr>
        </p:nvSpPr>
        <p:spPr>
          <a:xfrm>
            <a:off x="696000" y="864000"/>
            <a:ext cx="10800000" cy="5328000"/>
          </a:xfrm>
        </p:spPr>
        <p:txBody>
          <a:bodyPr>
            <a:normAutofit/>
          </a:bodyPr>
          <a:lstStyle/>
          <a:p>
            <a:r>
              <a:rPr lang="zh-CN" altLang="en-US" dirty="0"/>
              <a:t>形成阶段和管理</a:t>
            </a:r>
          </a:p>
        </p:txBody>
      </p:sp>
      <p:sp>
        <p:nvSpPr>
          <p:cNvPr id="4" name="文本占位符 3">
            <a:extLst>
              <a:ext uri="{FF2B5EF4-FFF2-40B4-BE49-F238E27FC236}">
                <a16:creationId xmlns:a16="http://schemas.microsoft.com/office/drawing/2014/main" id="{B5C5C35D-A8E2-A285-EE6C-8B05877B62B1}"/>
              </a:ext>
            </a:extLst>
          </p:cNvPr>
          <p:cNvSpPr>
            <a:spLocks noGrp="1"/>
          </p:cNvSpPr>
          <p:nvPr>
            <p:ph type="body" sz="quarter" idx="10"/>
          </p:nvPr>
        </p:nvSpPr>
        <p:spPr>
          <a:xfrm>
            <a:off x="7071919" y="360001"/>
            <a:ext cx="4424080" cy="424731"/>
          </a:xfrm>
        </p:spPr>
        <p:txBody>
          <a:bodyPr/>
          <a:lstStyle/>
          <a:p>
            <a:r>
              <a:rPr lang="en-US" altLang="zh-CN" dirty="0"/>
              <a:t>Agile</a:t>
            </a:r>
            <a:endParaRPr lang="zh-CN" altLang="en-US" dirty="0"/>
          </a:p>
        </p:txBody>
      </p:sp>
      <p:grpSp>
        <p:nvGrpSpPr>
          <p:cNvPr id="10" name="组合 9">
            <a:extLst>
              <a:ext uri="{FF2B5EF4-FFF2-40B4-BE49-F238E27FC236}">
                <a16:creationId xmlns:a16="http://schemas.microsoft.com/office/drawing/2014/main" id="{25A96D12-8B50-0E0D-37CA-530BC85C45C3}"/>
              </a:ext>
            </a:extLst>
          </p:cNvPr>
          <p:cNvGrpSpPr/>
          <p:nvPr/>
        </p:nvGrpSpPr>
        <p:grpSpPr>
          <a:xfrm>
            <a:off x="4348444" y="2128642"/>
            <a:ext cx="3495112" cy="369332"/>
            <a:chOff x="4348444" y="2757292"/>
            <a:chExt cx="3495112" cy="369332"/>
          </a:xfrm>
        </p:grpSpPr>
        <p:sp>
          <p:nvSpPr>
            <p:cNvPr id="6" name="箭头: 左右 5">
              <a:extLst>
                <a:ext uri="{FF2B5EF4-FFF2-40B4-BE49-F238E27FC236}">
                  <a16:creationId xmlns:a16="http://schemas.microsoft.com/office/drawing/2014/main" id="{3D100740-5285-689D-8421-779A655C838A}"/>
                </a:ext>
              </a:extLst>
            </p:cNvPr>
            <p:cNvSpPr/>
            <p:nvPr/>
          </p:nvSpPr>
          <p:spPr>
            <a:xfrm>
              <a:off x="5016000" y="2761958"/>
              <a:ext cx="2160000" cy="360000"/>
            </a:xfrm>
            <a:prstGeom prst="leftRightArrow">
              <a:avLst/>
            </a:prstGeom>
          </p:spPr>
          <p:style>
            <a:lnRef idx="0">
              <a:schemeClr val="accent3"/>
            </a:lnRef>
            <a:fillRef idx="3">
              <a:schemeClr val="accent3"/>
            </a:fillRef>
            <a:effectRef idx="3">
              <a:schemeClr val="accent3"/>
            </a:effectRef>
            <a:fontRef idx="minor">
              <a:schemeClr val="lt1"/>
            </a:fontRef>
          </p:style>
          <p:txBody>
            <a:bodyPr rtlCol="0" anchor="ctr"/>
            <a:lstStyle/>
            <a:p>
              <a:pPr algn="ctr"/>
              <a:endParaRPr lang="zh-CN" altLang="en-US"/>
            </a:p>
          </p:txBody>
        </p:sp>
        <p:sp>
          <p:nvSpPr>
            <p:cNvPr id="7" name="文本框 6">
              <a:extLst>
                <a:ext uri="{FF2B5EF4-FFF2-40B4-BE49-F238E27FC236}">
                  <a16:creationId xmlns:a16="http://schemas.microsoft.com/office/drawing/2014/main" id="{B951D5FC-6727-0785-1A7A-64A25564BEA8}"/>
                </a:ext>
              </a:extLst>
            </p:cNvPr>
            <p:cNvSpPr txBox="1"/>
            <p:nvPr/>
          </p:nvSpPr>
          <p:spPr>
            <a:xfrm>
              <a:off x="4348444" y="2757292"/>
              <a:ext cx="646331" cy="369332"/>
            </a:xfrm>
            <a:prstGeom prst="rect">
              <a:avLst/>
            </a:prstGeom>
            <a:noFill/>
          </p:spPr>
          <p:txBody>
            <a:bodyPr wrap="none" rtlCol="0">
              <a:spAutoFit/>
            </a:bodyPr>
            <a:lstStyle/>
            <a:p>
              <a:r>
                <a:rPr lang="zh-CN" altLang="en-US" dirty="0"/>
                <a:t>形成</a:t>
              </a:r>
            </a:p>
          </p:txBody>
        </p:sp>
        <p:sp>
          <p:nvSpPr>
            <p:cNvPr id="8" name="文本框 7">
              <a:extLst>
                <a:ext uri="{FF2B5EF4-FFF2-40B4-BE49-F238E27FC236}">
                  <a16:creationId xmlns:a16="http://schemas.microsoft.com/office/drawing/2014/main" id="{1DB84078-9392-CEAC-1DC1-79A9C4AC5BAE}"/>
                </a:ext>
              </a:extLst>
            </p:cNvPr>
            <p:cNvSpPr txBox="1"/>
            <p:nvPr/>
          </p:nvSpPr>
          <p:spPr>
            <a:xfrm>
              <a:off x="7197225" y="2757292"/>
              <a:ext cx="646331" cy="369332"/>
            </a:xfrm>
            <a:prstGeom prst="rect">
              <a:avLst/>
            </a:prstGeom>
            <a:noFill/>
          </p:spPr>
          <p:txBody>
            <a:bodyPr wrap="none" rtlCol="0">
              <a:spAutoFit/>
            </a:bodyPr>
            <a:lstStyle/>
            <a:p>
              <a:r>
                <a:rPr lang="zh-CN" altLang="en-US" dirty="0"/>
                <a:t>指导</a:t>
              </a:r>
            </a:p>
          </p:txBody>
        </p:sp>
      </p:grpSp>
      <p:grpSp>
        <p:nvGrpSpPr>
          <p:cNvPr id="11" name="组合 10">
            <a:extLst>
              <a:ext uri="{FF2B5EF4-FFF2-40B4-BE49-F238E27FC236}">
                <a16:creationId xmlns:a16="http://schemas.microsoft.com/office/drawing/2014/main" id="{E6AFF645-D906-B164-8ABC-D637283A730B}"/>
              </a:ext>
            </a:extLst>
          </p:cNvPr>
          <p:cNvGrpSpPr/>
          <p:nvPr/>
        </p:nvGrpSpPr>
        <p:grpSpPr>
          <a:xfrm>
            <a:off x="4348444" y="2802536"/>
            <a:ext cx="3495112" cy="369332"/>
            <a:chOff x="4348444" y="2757292"/>
            <a:chExt cx="3495112" cy="369332"/>
          </a:xfrm>
        </p:grpSpPr>
        <p:sp>
          <p:nvSpPr>
            <p:cNvPr id="12" name="箭头: 左右 11">
              <a:extLst>
                <a:ext uri="{FF2B5EF4-FFF2-40B4-BE49-F238E27FC236}">
                  <a16:creationId xmlns:a16="http://schemas.microsoft.com/office/drawing/2014/main" id="{6987D6CC-913D-E929-73AD-50153F602CE9}"/>
                </a:ext>
              </a:extLst>
            </p:cNvPr>
            <p:cNvSpPr/>
            <p:nvPr/>
          </p:nvSpPr>
          <p:spPr>
            <a:xfrm>
              <a:off x="5016000" y="2761958"/>
              <a:ext cx="2160000" cy="360000"/>
            </a:xfrm>
            <a:prstGeom prst="leftRightArrow">
              <a:avLst/>
            </a:prstGeom>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3" name="文本框 12">
              <a:extLst>
                <a:ext uri="{FF2B5EF4-FFF2-40B4-BE49-F238E27FC236}">
                  <a16:creationId xmlns:a16="http://schemas.microsoft.com/office/drawing/2014/main" id="{204911E3-1783-5E2A-B2C1-7D684A13AAB5}"/>
                </a:ext>
              </a:extLst>
            </p:cNvPr>
            <p:cNvSpPr txBox="1"/>
            <p:nvPr/>
          </p:nvSpPr>
          <p:spPr>
            <a:xfrm>
              <a:off x="4348444" y="2757292"/>
              <a:ext cx="646331" cy="369332"/>
            </a:xfrm>
            <a:prstGeom prst="rect">
              <a:avLst/>
            </a:prstGeom>
            <a:noFill/>
          </p:spPr>
          <p:txBody>
            <a:bodyPr wrap="none" rtlCol="0">
              <a:spAutoFit/>
            </a:bodyPr>
            <a:lstStyle/>
            <a:p>
              <a:r>
                <a:rPr lang="zh-CN" altLang="en-US" dirty="0"/>
                <a:t>震荡</a:t>
              </a:r>
            </a:p>
          </p:txBody>
        </p:sp>
        <p:sp>
          <p:nvSpPr>
            <p:cNvPr id="14" name="文本框 13">
              <a:extLst>
                <a:ext uri="{FF2B5EF4-FFF2-40B4-BE49-F238E27FC236}">
                  <a16:creationId xmlns:a16="http://schemas.microsoft.com/office/drawing/2014/main" id="{56DB0103-73F7-5CB0-6DF5-D6B269CF630C}"/>
                </a:ext>
              </a:extLst>
            </p:cNvPr>
            <p:cNvSpPr txBox="1"/>
            <p:nvPr/>
          </p:nvSpPr>
          <p:spPr>
            <a:xfrm>
              <a:off x="7197225" y="2757292"/>
              <a:ext cx="646331" cy="369332"/>
            </a:xfrm>
            <a:prstGeom prst="rect">
              <a:avLst/>
            </a:prstGeom>
            <a:noFill/>
          </p:spPr>
          <p:txBody>
            <a:bodyPr wrap="none" rtlCol="0">
              <a:spAutoFit/>
            </a:bodyPr>
            <a:lstStyle/>
            <a:p>
              <a:r>
                <a:rPr lang="zh-CN" altLang="en-US" dirty="0"/>
                <a:t>教练</a:t>
              </a:r>
            </a:p>
          </p:txBody>
        </p:sp>
      </p:grpSp>
      <p:grpSp>
        <p:nvGrpSpPr>
          <p:cNvPr id="15" name="组合 14">
            <a:extLst>
              <a:ext uri="{FF2B5EF4-FFF2-40B4-BE49-F238E27FC236}">
                <a16:creationId xmlns:a16="http://schemas.microsoft.com/office/drawing/2014/main" id="{AFE20FB1-045A-A879-7CFA-CEFA81F0CB53}"/>
              </a:ext>
            </a:extLst>
          </p:cNvPr>
          <p:cNvGrpSpPr/>
          <p:nvPr/>
        </p:nvGrpSpPr>
        <p:grpSpPr>
          <a:xfrm>
            <a:off x="4348444" y="3476430"/>
            <a:ext cx="3495112" cy="369332"/>
            <a:chOff x="4348444" y="2757292"/>
            <a:chExt cx="3495112" cy="369332"/>
          </a:xfrm>
        </p:grpSpPr>
        <p:sp>
          <p:nvSpPr>
            <p:cNvPr id="16" name="箭头: 左右 15">
              <a:extLst>
                <a:ext uri="{FF2B5EF4-FFF2-40B4-BE49-F238E27FC236}">
                  <a16:creationId xmlns:a16="http://schemas.microsoft.com/office/drawing/2014/main" id="{AD310A36-B61C-AE4F-6B68-2D0B4F9513E0}"/>
                </a:ext>
              </a:extLst>
            </p:cNvPr>
            <p:cNvSpPr/>
            <p:nvPr/>
          </p:nvSpPr>
          <p:spPr>
            <a:xfrm>
              <a:off x="5016000" y="2761958"/>
              <a:ext cx="2160000" cy="360000"/>
            </a:xfrm>
            <a:prstGeom prst="leftRightArrow">
              <a:avLst/>
            </a:prstGeom>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p>
          </p:txBody>
        </p:sp>
        <p:sp>
          <p:nvSpPr>
            <p:cNvPr id="17" name="文本框 16">
              <a:extLst>
                <a:ext uri="{FF2B5EF4-FFF2-40B4-BE49-F238E27FC236}">
                  <a16:creationId xmlns:a16="http://schemas.microsoft.com/office/drawing/2014/main" id="{E043D0E5-7470-3CA7-FE38-2330E88A4427}"/>
                </a:ext>
              </a:extLst>
            </p:cNvPr>
            <p:cNvSpPr txBox="1"/>
            <p:nvPr/>
          </p:nvSpPr>
          <p:spPr>
            <a:xfrm>
              <a:off x="4348444" y="2757292"/>
              <a:ext cx="646331" cy="369332"/>
            </a:xfrm>
            <a:prstGeom prst="rect">
              <a:avLst/>
            </a:prstGeom>
            <a:noFill/>
          </p:spPr>
          <p:txBody>
            <a:bodyPr wrap="none" rtlCol="0">
              <a:spAutoFit/>
            </a:bodyPr>
            <a:lstStyle/>
            <a:p>
              <a:r>
                <a:rPr lang="zh-CN" altLang="en-US" dirty="0"/>
                <a:t>规范</a:t>
              </a:r>
            </a:p>
          </p:txBody>
        </p:sp>
        <p:sp>
          <p:nvSpPr>
            <p:cNvPr id="18" name="文本框 17">
              <a:extLst>
                <a:ext uri="{FF2B5EF4-FFF2-40B4-BE49-F238E27FC236}">
                  <a16:creationId xmlns:a16="http://schemas.microsoft.com/office/drawing/2014/main" id="{C2EF03C7-4501-9849-E7EF-BC0B547D5E4F}"/>
                </a:ext>
              </a:extLst>
            </p:cNvPr>
            <p:cNvSpPr txBox="1"/>
            <p:nvPr/>
          </p:nvSpPr>
          <p:spPr>
            <a:xfrm>
              <a:off x="7197225" y="2757292"/>
              <a:ext cx="646331" cy="369332"/>
            </a:xfrm>
            <a:prstGeom prst="rect">
              <a:avLst/>
            </a:prstGeom>
            <a:noFill/>
          </p:spPr>
          <p:txBody>
            <a:bodyPr wrap="none" rtlCol="0">
              <a:spAutoFit/>
            </a:bodyPr>
            <a:lstStyle/>
            <a:p>
              <a:r>
                <a:rPr lang="zh-CN" altLang="en-US" dirty="0"/>
                <a:t>参与</a:t>
              </a:r>
            </a:p>
          </p:txBody>
        </p:sp>
      </p:grpSp>
      <p:grpSp>
        <p:nvGrpSpPr>
          <p:cNvPr id="19" name="组合 18">
            <a:extLst>
              <a:ext uri="{FF2B5EF4-FFF2-40B4-BE49-F238E27FC236}">
                <a16:creationId xmlns:a16="http://schemas.microsoft.com/office/drawing/2014/main" id="{509884F0-B2C8-1623-8484-2500070B5A7C}"/>
              </a:ext>
            </a:extLst>
          </p:cNvPr>
          <p:cNvGrpSpPr/>
          <p:nvPr/>
        </p:nvGrpSpPr>
        <p:grpSpPr>
          <a:xfrm>
            <a:off x="4348444" y="4150324"/>
            <a:ext cx="3495112" cy="369332"/>
            <a:chOff x="4348444" y="2757292"/>
            <a:chExt cx="3495112" cy="369332"/>
          </a:xfrm>
        </p:grpSpPr>
        <p:sp>
          <p:nvSpPr>
            <p:cNvPr id="20" name="箭头: 左右 19">
              <a:extLst>
                <a:ext uri="{FF2B5EF4-FFF2-40B4-BE49-F238E27FC236}">
                  <a16:creationId xmlns:a16="http://schemas.microsoft.com/office/drawing/2014/main" id="{E52F6EB0-555C-F9FA-3EB1-641A68EE7731}"/>
                </a:ext>
              </a:extLst>
            </p:cNvPr>
            <p:cNvSpPr/>
            <p:nvPr/>
          </p:nvSpPr>
          <p:spPr>
            <a:xfrm>
              <a:off x="5016000" y="2761958"/>
              <a:ext cx="2160000" cy="360000"/>
            </a:xfrm>
            <a:prstGeom prst="leftRightArrow">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
          <p:nvSpPr>
            <p:cNvPr id="21" name="文本框 20">
              <a:extLst>
                <a:ext uri="{FF2B5EF4-FFF2-40B4-BE49-F238E27FC236}">
                  <a16:creationId xmlns:a16="http://schemas.microsoft.com/office/drawing/2014/main" id="{9E5BC592-D92B-FF0A-4B76-54F0B41BC81D}"/>
                </a:ext>
              </a:extLst>
            </p:cNvPr>
            <p:cNvSpPr txBox="1"/>
            <p:nvPr/>
          </p:nvSpPr>
          <p:spPr>
            <a:xfrm>
              <a:off x="4348444" y="2757292"/>
              <a:ext cx="646331" cy="369332"/>
            </a:xfrm>
            <a:prstGeom prst="rect">
              <a:avLst/>
            </a:prstGeom>
            <a:noFill/>
          </p:spPr>
          <p:txBody>
            <a:bodyPr wrap="none" rtlCol="0">
              <a:spAutoFit/>
            </a:bodyPr>
            <a:lstStyle/>
            <a:p>
              <a:r>
                <a:rPr lang="zh-CN" altLang="en-US" dirty="0"/>
                <a:t>成熟</a:t>
              </a:r>
            </a:p>
          </p:txBody>
        </p:sp>
        <p:sp>
          <p:nvSpPr>
            <p:cNvPr id="22" name="文本框 21">
              <a:extLst>
                <a:ext uri="{FF2B5EF4-FFF2-40B4-BE49-F238E27FC236}">
                  <a16:creationId xmlns:a16="http://schemas.microsoft.com/office/drawing/2014/main" id="{53D15627-CC8C-65A6-D2F5-3EB58FC125D7}"/>
                </a:ext>
              </a:extLst>
            </p:cNvPr>
            <p:cNvSpPr txBox="1"/>
            <p:nvPr/>
          </p:nvSpPr>
          <p:spPr>
            <a:xfrm>
              <a:off x="7197225" y="2757292"/>
              <a:ext cx="646331" cy="369332"/>
            </a:xfrm>
            <a:prstGeom prst="rect">
              <a:avLst/>
            </a:prstGeom>
            <a:noFill/>
          </p:spPr>
          <p:txBody>
            <a:bodyPr wrap="none" rtlCol="0">
              <a:spAutoFit/>
            </a:bodyPr>
            <a:lstStyle/>
            <a:p>
              <a:r>
                <a:rPr lang="zh-CN" altLang="en-US" dirty="0"/>
                <a:t>授权</a:t>
              </a:r>
            </a:p>
          </p:txBody>
        </p:sp>
      </p:grpSp>
      <p:grpSp>
        <p:nvGrpSpPr>
          <p:cNvPr id="23" name="组合 22">
            <a:extLst>
              <a:ext uri="{FF2B5EF4-FFF2-40B4-BE49-F238E27FC236}">
                <a16:creationId xmlns:a16="http://schemas.microsoft.com/office/drawing/2014/main" id="{90EA23AC-2102-E627-24E0-9C089CBB6CF6}"/>
              </a:ext>
            </a:extLst>
          </p:cNvPr>
          <p:cNvGrpSpPr/>
          <p:nvPr/>
        </p:nvGrpSpPr>
        <p:grpSpPr>
          <a:xfrm>
            <a:off x="4348444" y="4824217"/>
            <a:ext cx="3495112" cy="369332"/>
            <a:chOff x="4348444" y="2757292"/>
            <a:chExt cx="3495112" cy="369332"/>
          </a:xfrm>
        </p:grpSpPr>
        <p:sp>
          <p:nvSpPr>
            <p:cNvPr id="24" name="箭头: 左右 23">
              <a:extLst>
                <a:ext uri="{FF2B5EF4-FFF2-40B4-BE49-F238E27FC236}">
                  <a16:creationId xmlns:a16="http://schemas.microsoft.com/office/drawing/2014/main" id="{D1FFFF04-8F85-0959-EEB0-400407E5F5F6}"/>
                </a:ext>
              </a:extLst>
            </p:cNvPr>
            <p:cNvSpPr/>
            <p:nvPr/>
          </p:nvSpPr>
          <p:spPr>
            <a:xfrm>
              <a:off x="5016000" y="2761958"/>
              <a:ext cx="2160000" cy="360000"/>
            </a:xfrm>
            <a:prstGeom prst="leftRightArrow">
              <a:avLst/>
            </a:prstGeom>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5" name="文本框 24">
              <a:extLst>
                <a:ext uri="{FF2B5EF4-FFF2-40B4-BE49-F238E27FC236}">
                  <a16:creationId xmlns:a16="http://schemas.microsoft.com/office/drawing/2014/main" id="{893ABB7C-855E-A57A-A9A4-8471674896A8}"/>
                </a:ext>
              </a:extLst>
            </p:cNvPr>
            <p:cNvSpPr txBox="1"/>
            <p:nvPr/>
          </p:nvSpPr>
          <p:spPr>
            <a:xfrm>
              <a:off x="4348444" y="2757292"/>
              <a:ext cx="646331" cy="369332"/>
            </a:xfrm>
            <a:prstGeom prst="rect">
              <a:avLst/>
            </a:prstGeom>
            <a:noFill/>
          </p:spPr>
          <p:txBody>
            <a:bodyPr wrap="none" rtlCol="0">
              <a:spAutoFit/>
            </a:bodyPr>
            <a:lstStyle/>
            <a:p>
              <a:r>
                <a:rPr lang="zh-CN" altLang="en-US" dirty="0"/>
                <a:t>解散</a:t>
              </a:r>
            </a:p>
          </p:txBody>
        </p:sp>
        <p:sp>
          <p:nvSpPr>
            <p:cNvPr id="26" name="文本框 25">
              <a:extLst>
                <a:ext uri="{FF2B5EF4-FFF2-40B4-BE49-F238E27FC236}">
                  <a16:creationId xmlns:a16="http://schemas.microsoft.com/office/drawing/2014/main" id="{5B81B0CC-0828-6A16-7B1F-A5750C49E63B}"/>
                </a:ext>
              </a:extLst>
            </p:cNvPr>
            <p:cNvSpPr txBox="1"/>
            <p:nvPr/>
          </p:nvSpPr>
          <p:spPr>
            <a:xfrm>
              <a:off x="7197225" y="2757292"/>
              <a:ext cx="646331" cy="369332"/>
            </a:xfrm>
            <a:prstGeom prst="rect">
              <a:avLst/>
            </a:prstGeom>
            <a:noFill/>
          </p:spPr>
          <p:txBody>
            <a:bodyPr wrap="none" rtlCol="0">
              <a:spAutoFit/>
            </a:bodyPr>
            <a:lstStyle/>
            <a:p>
              <a:r>
                <a:rPr lang="zh-CN" altLang="en-US" dirty="0">
                  <a:solidFill>
                    <a:schemeClr val="bg1"/>
                  </a:solidFill>
                </a:rPr>
                <a:t>指导</a:t>
              </a:r>
            </a:p>
          </p:txBody>
        </p:sp>
      </p:grpSp>
    </p:spTree>
    <p:extLst>
      <p:ext uri="{BB962C8B-B14F-4D97-AF65-F5344CB8AC3E}">
        <p14:creationId xmlns:p14="http://schemas.microsoft.com/office/powerpoint/2010/main" val="68110562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29F20CF-6E7B-3D2C-69B0-A4C501C8D95C}"/>
              </a:ext>
            </a:extLst>
          </p:cNvPr>
          <p:cNvSpPr>
            <a:spLocks noGrp="1"/>
          </p:cNvSpPr>
          <p:nvPr>
            <p:ph type="title"/>
          </p:nvPr>
        </p:nvSpPr>
        <p:spPr>
          <a:xfrm>
            <a:off x="695998" y="360000"/>
            <a:ext cx="6375921" cy="424732"/>
          </a:xfrm>
        </p:spPr>
        <p:txBody>
          <a:bodyPr>
            <a:normAutofit/>
          </a:bodyPr>
          <a:lstStyle/>
          <a:p>
            <a:r>
              <a:rPr lang="en-US" altLang="zh-CN" dirty="0"/>
              <a:t>6.4.3 </a:t>
            </a:r>
            <a:r>
              <a:rPr lang="zh-CN" altLang="en-US" dirty="0"/>
              <a:t>项目经理</a:t>
            </a:r>
          </a:p>
        </p:txBody>
      </p:sp>
      <p:sp>
        <p:nvSpPr>
          <p:cNvPr id="3" name="内容占位符 2">
            <a:extLst>
              <a:ext uri="{FF2B5EF4-FFF2-40B4-BE49-F238E27FC236}">
                <a16:creationId xmlns:a16="http://schemas.microsoft.com/office/drawing/2014/main" id="{D2A6549B-0648-CA36-3A90-E1C1A9FF80A8}"/>
              </a:ext>
            </a:extLst>
          </p:cNvPr>
          <p:cNvSpPr>
            <a:spLocks noGrp="1"/>
          </p:cNvSpPr>
          <p:nvPr>
            <p:ph idx="1"/>
          </p:nvPr>
        </p:nvSpPr>
        <p:spPr>
          <a:xfrm>
            <a:off x="696000" y="864000"/>
            <a:ext cx="10800000" cy="5328000"/>
          </a:xfrm>
        </p:spPr>
        <p:txBody>
          <a:bodyPr/>
          <a:lstStyle/>
          <a:p>
            <a:r>
              <a:rPr lang="zh-CN" altLang="en-US" dirty="0"/>
              <a:t>足够的知识</a:t>
            </a:r>
            <a:endParaRPr lang="en-US" altLang="zh-CN" dirty="0"/>
          </a:p>
          <a:p>
            <a:r>
              <a:rPr lang="zh-CN" altLang="en-US" dirty="0"/>
              <a:t>丰富的项目管理经验</a:t>
            </a:r>
            <a:endParaRPr lang="en-US" altLang="zh-CN" dirty="0"/>
          </a:p>
          <a:p>
            <a:r>
              <a:rPr lang="zh-CN" altLang="en-US" dirty="0"/>
              <a:t>良好的协调和沟通能力</a:t>
            </a:r>
            <a:endParaRPr lang="en-US" altLang="zh-CN" dirty="0"/>
          </a:p>
          <a:p>
            <a:r>
              <a:rPr lang="zh-CN" altLang="en-US" dirty="0"/>
              <a:t>良好的职业道德</a:t>
            </a:r>
            <a:endParaRPr lang="en-US" altLang="zh-CN" dirty="0"/>
          </a:p>
          <a:p>
            <a:r>
              <a:rPr lang="zh-CN" altLang="en-US" dirty="0"/>
              <a:t>一定的领导和管理能力</a:t>
            </a:r>
          </a:p>
        </p:txBody>
      </p:sp>
      <p:sp>
        <p:nvSpPr>
          <p:cNvPr id="4" name="文本占位符 3">
            <a:extLst>
              <a:ext uri="{FF2B5EF4-FFF2-40B4-BE49-F238E27FC236}">
                <a16:creationId xmlns:a16="http://schemas.microsoft.com/office/drawing/2014/main" id="{6F4CF1D4-6294-43D0-85CF-136F1720BBD3}"/>
              </a:ext>
            </a:extLst>
          </p:cNvPr>
          <p:cNvSpPr>
            <a:spLocks noGrp="1"/>
          </p:cNvSpPr>
          <p:nvPr>
            <p:ph type="body" sz="quarter" idx="10"/>
          </p:nvPr>
        </p:nvSpPr>
        <p:spPr>
          <a:xfrm>
            <a:off x="7071919" y="360001"/>
            <a:ext cx="4424080" cy="424731"/>
          </a:xfrm>
        </p:spPr>
        <p:txBody>
          <a:bodyPr/>
          <a:lstStyle/>
          <a:p>
            <a:r>
              <a:rPr lang="en-US" altLang="zh-CN" dirty="0"/>
              <a:t>Team</a:t>
            </a:r>
            <a:endParaRPr lang="zh-CN" altLang="en-US" dirty="0"/>
          </a:p>
        </p:txBody>
      </p:sp>
    </p:spTree>
    <p:extLst>
      <p:ext uri="{BB962C8B-B14F-4D97-AF65-F5344CB8AC3E}">
        <p14:creationId xmlns:p14="http://schemas.microsoft.com/office/powerpoint/2010/main" val="266880223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a:extLst>
              <a:ext uri="{FF2B5EF4-FFF2-40B4-BE49-F238E27FC236}">
                <a16:creationId xmlns:a16="http://schemas.microsoft.com/office/drawing/2014/main" id="{148F0534-31AD-BC3A-7C5A-74BAD1F7BC85}"/>
              </a:ext>
            </a:extLst>
          </p:cNvPr>
          <p:cNvSpPr>
            <a:spLocks noGrp="1"/>
          </p:cNvSpPr>
          <p:nvPr>
            <p:ph type="body" sz="quarter" idx="10"/>
          </p:nvPr>
        </p:nvSpPr>
        <p:spPr>
          <a:xfrm>
            <a:off x="3219345" y="1629000"/>
            <a:ext cx="8640000" cy="3600000"/>
          </a:xfrm>
        </p:spPr>
        <p:txBody>
          <a:bodyPr>
            <a:normAutofit/>
          </a:bodyPr>
          <a:lstStyle/>
          <a:p>
            <a:r>
              <a:rPr lang="zh-CN" altLang="en-US" dirty="0"/>
              <a:t>敏捷团队正在开发一个有价值的软件功能。在每日站会上，某重要相关方邀请团队参加具有类似功能的竞争对手软件演示。敏捷团队领导应该怎么做？</a:t>
            </a:r>
            <a:endParaRPr lang="en-US" altLang="zh-CN" dirty="0"/>
          </a:p>
          <a:p>
            <a:endParaRPr lang="zh-CN" altLang="en-US" dirty="0"/>
          </a:p>
          <a:p>
            <a:r>
              <a:rPr lang="en-US" altLang="zh-CN" dirty="0"/>
              <a:t>A. </a:t>
            </a:r>
            <a:r>
              <a:rPr lang="zh-CN" altLang="en-US" dirty="0"/>
              <a:t>派团队参加演示，以获得有关如何更好地开发功能以产生更高投资回报率的更多见解</a:t>
            </a:r>
          </a:p>
          <a:p>
            <a:r>
              <a:rPr lang="en-US" altLang="zh-CN" dirty="0"/>
              <a:t>B. </a:t>
            </a:r>
            <a:r>
              <a:rPr lang="zh-CN" altLang="en-US" dirty="0"/>
              <a:t>派产品负责人参加演示，以获得有关市场趋势的更多知识，并让团队继续专注于计划的工作</a:t>
            </a:r>
          </a:p>
          <a:p>
            <a:r>
              <a:rPr lang="en-US" altLang="zh-CN" dirty="0"/>
              <a:t>C. </a:t>
            </a:r>
            <a:r>
              <a:rPr lang="zh-CN" altLang="en-US" dirty="0"/>
              <a:t>派一名开发人员参加演示，让其他开发人员可以专注于计划的工作</a:t>
            </a:r>
          </a:p>
          <a:p>
            <a:r>
              <a:rPr lang="en-US" altLang="zh-CN" dirty="0"/>
              <a:t>D. </a:t>
            </a:r>
            <a:r>
              <a:rPr lang="zh-CN" altLang="en-US" dirty="0"/>
              <a:t>派一名团队测试人员参加演示，开发人员可以专注于计划的工作</a:t>
            </a:r>
          </a:p>
        </p:txBody>
      </p:sp>
    </p:spTree>
    <p:extLst>
      <p:ext uri="{BB962C8B-B14F-4D97-AF65-F5344CB8AC3E}">
        <p14:creationId xmlns:p14="http://schemas.microsoft.com/office/powerpoint/2010/main" val="3031266054"/>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a:extLst>
              <a:ext uri="{FF2B5EF4-FFF2-40B4-BE49-F238E27FC236}">
                <a16:creationId xmlns:a16="http://schemas.microsoft.com/office/drawing/2014/main" id="{5F3CDA0C-6B7C-9AF5-C0A1-408F42A4C15F}"/>
              </a:ext>
            </a:extLst>
          </p:cNvPr>
          <p:cNvSpPr>
            <a:spLocks noGrp="1"/>
          </p:cNvSpPr>
          <p:nvPr>
            <p:ph type="body" sz="quarter" idx="10"/>
          </p:nvPr>
        </p:nvSpPr>
        <p:spPr>
          <a:xfrm>
            <a:off x="3219345" y="1629000"/>
            <a:ext cx="8640000" cy="3600000"/>
          </a:xfrm>
        </p:spPr>
        <p:txBody>
          <a:bodyPr/>
          <a:lstStyle/>
          <a:p>
            <a:r>
              <a:rPr lang="zh-CN" altLang="en-US" dirty="0"/>
              <a:t>自项目开始以来，产品负责人在规划期间不断询问每次产品迭代的预算。产品负责人似乎对成本更感兴趣，而不是产品本身。项目经理应该更早做什么来改变产品负责人的行为？</a:t>
            </a:r>
            <a:endParaRPr lang="en-US" altLang="zh-CN" dirty="0"/>
          </a:p>
          <a:p>
            <a:endParaRPr lang="zh-CN" altLang="en-US" dirty="0"/>
          </a:p>
          <a:p>
            <a:r>
              <a:rPr lang="en-US" altLang="zh-CN" dirty="0"/>
              <a:t>A. </a:t>
            </a:r>
            <a:r>
              <a:rPr lang="zh-CN" altLang="en-US" dirty="0"/>
              <a:t>与产品负责人一起明确他们在敏捷项目中的角色以及敏捷规划的范围</a:t>
            </a:r>
          </a:p>
          <a:p>
            <a:r>
              <a:rPr lang="en-US" altLang="zh-CN" dirty="0"/>
              <a:t>B. </a:t>
            </a:r>
            <a:r>
              <a:rPr lang="zh-CN" altLang="en-US" dirty="0"/>
              <a:t>制定沟通管理计划，报告每次迭代中花费的预算与计划在规划期间避免这些讨论</a:t>
            </a:r>
          </a:p>
          <a:p>
            <a:r>
              <a:rPr lang="en-US" altLang="zh-CN" dirty="0"/>
              <a:t>C. </a:t>
            </a:r>
            <a:r>
              <a:rPr lang="zh-CN" altLang="en-US" dirty="0"/>
              <a:t>制定固定价格合同，将产品所有者的注意力转移到价值而不是金钱上</a:t>
            </a:r>
          </a:p>
          <a:p>
            <a:r>
              <a:rPr lang="en-US" altLang="zh-CN" dirty="0"/>
              <a:t>D. </a:t>
            </a:r>
            <a:r>
              <a:rPr lang="zh-CN" altLang="en-US" dirty="0"/>
              <a:t>采用不同的估算方法来确定每个产品增量所花费的成本</a:t>
            </a:r>
          </a:p>
        </p:txBody>
      </p:sp>
    </p:spTree>
    <p:extLst>
      <p:ext uri="{BB962C8B-B14F-4D97-AF65-F5344CB8AC3E}">
        <p14:creationId xmlns:p14="http://schemas.microsoft.com/office/powerpoint/2010/main" val="2749986410"/>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B42C675B-B747-42FC-682B-07635A79B7A7}"/>
              </a:ext>
            </a:extLst>
          </p:cNvPr>
          <p:cNvSpPr>
            <a:spLocks noGrp="1"/>
          </p:cNvSpPr>
          <p:nvPr>
            <p:ph type="body" sz="quarter" idx="10"/>
          </p:nvPr>
        </p:nvSpPr>
        <p:spPr/>
        <p:txBody>
          <a:bodyPr/>
          <a:lstStyle/>
          <a:p>
            <a:r>
              <a:rPr lang="zh-CN" altLang="en-US" dirty="0"/>
              <a:t>产品负责人认为某个用户故事对于迭代至关重要，但是一名团队的主题专家（</a:t>
            </a:r>
            <a:r>
              <a:rPr lang="en-US" altLang="zh-CN" dirty="0"/>
              <a:t>SME</a:t>
            </a:r>
            <a:r>
              <a:rPr lang="zh-CN" altLang="en-US" dirty="0"/>
              <a:t>）却不同意。该冲突影响到团队士气。敏捷教练应该怎么做？</a:t>
            </a:r>
            <a:endParaRPr lang="en-US" altLang="zh-CN" dirty="0"/>
          </a:p>
          <a:p>
            <a:endParaRPr lang="zh-CN" altLang="en-US" dirty="0"/>
          </a:p>
          <a:p>
            <a:r>
              <a:rPr lang="en-US" altLang="zh-CN" dirty="0"/>
              <a:t>A. </a:t>
            </a:r>
            <a:r>
              <a:rPr lang="zh-CN" altLang="en-US" dirty="0"/>
              <a:t>在回顾会议中陈述该问题，并要求团队确定用户故事是否应该保留或修改。</a:t>
            </a:r>
          </a:p>
          <a:p>
            <a:r>
              <a:rPr lang="en-US" altLang="zh-CN" dirty="0"/>
              <a:t>B. </a:t>
            </a:r>
            <a:r>
              <a:rPr lang="zh-CN" altLang="en-US" dirty="0"/>
              <a:t>询问产品负责人的意见，但解释说该主题专家将做出最终决定。</a:t>
            </a:r>
          </a:p>
          <a:p>
            <a:r>
              <a:rPr lang="en-US" altLang="zh-CN" dirty="0"/>
              <a:t>C. </a:t>
            </a:r>
            <a:r>
              <a:rPr lang="zh-CN" altLang="en-US" dirty="0"/>
              <a:t>与该主题专家和产品负责人单独开会，以减轻分歧。</a:t>
            </a:r>
          </a:p>
          <a:p>
            <a:r>
              <a:rPr lang="en-US" altLang="zh-CN" dirty="0"/>
              <a:t>D. </a:t>
            </a:r>
            <a:r>
              <a:rPr lang="zh-CN" altLang="en-US" dirty="0"/>
              <a:t>询问该主题专家的意见，但解释说产品负责人负责定义待办列表优先级。</a:t>
            </a:r>
          </a:p>
          <a:p>
            <a:endParaRPr lang="zh-CN" altLang="en-US" dirty="0"/>
          </a:p>
        </p:txBody>
      </p:sp>
    </p:spTree>
    <p:extLst>
      <p:ext uri="{BB962C8B-B14F-4D97-AF65-F5344CB8AC3E}">
        <p14:creationId xmlns:p14="http://schemas.microsoft.com/office/powerpoint/2010/main" val="833342086"/>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75387D10-6AC2-FA1E-F494-755C5092647A}"/>
              </a:ext>
            </a:extLst>
          </p:cNvPr>
          <p:cNvSpPr>
            <a:spLocks noGrp="1"/>
          </p:cNvSpPr>
          <p:nvPr>
            <p:ph type="body" sz="quarter" idx="10"/>
          </p:nvPr>
        </p:nvSpPr>
        <p:spPr/>
        <p:txBody>
          <a:bodyPr/>
          <a:lstStyle/>
          <a:p>
            <a:r>
              <a:rPr lang="zh-CN" altLang="en-US" dirty="0"/>
              <a:t>因为最终产品的交付已经发生了第三次延迟，所以一位关键相关方很沮丧。项目经理与该相关方会面，并且发现如果一项新功能在一个月内没有被发布的话，将面临影响收入的风险。项目经理应该做什么？</a:t>
            </a:r>
            <a:endParaRPr lang="en-US" altLang="zh-CN" dirty="0"/>
          </a:p>
          <a:p>
            <a:endParaRPr lang="zh-CN" altLang="en-US" dirty="0"/>
          </a:p>
          <a:p>
            <a:r>
              <a:rPr lang="en-US" altLang="zh-CN" dirty="0"/>
              <a:t>A. </a:t>
            </a:r>
            <a:r>
              <a:rPr lang="zh-CN" altLang="en-US" dirty="0"/>
              <a:t>告知该相关方将会在下一次发布计划会议中考虑新需求</a:t>
            </a:r>
          </a:p>
          <a:p>
            <a:r>
              <a:rPr lang="en-US" altLang="zh-CN" dirty="0"/>
              <a:t>B. </a:t>
            </a:r>
            <a:r>
              <a:rPr lang="zh-CN" altLang="en-US" dirty="0"/>
              <a:t>请产品负责人确定是否需要将此要求视为最高优先级</a:t>
            </a:r>
          </a:p>
          <a:p>
            <a:r>
              <a:rPr lang="en-US" altLang="zh-CN" dirty="0"/>
              <a:t>C. </a:t>
            </a:r>
            <a:r>
              <a:rPr lang="zh-CN" altLang="en-US" dirty="0"/>
              <a:t>通知发起人最新的更改，并要求发起人对功能进行优先排序</a:t>
            </a:r>
          </a:p>
          <a:p>
            <a:r>
              <a:rPr lang="en-US" altLang="zh-CN" dirty="0"/>
              <a:t>D. </a:t>
            </a:r>
            <a:r>
              <a:rPr lang="zh-CN" altLang="en-US" dirty="0"/>
              <a:t>立即指导开发团队处理此需求</a:t>
            </a:r>
          </a:p>
        </p:txBody>
      </p:sp>
    </p:spTree>
    <p:extLst>
      <p:ext uri="{BB962C8B-B14F-4D97-AF65-F5344CB8AC3E}">
        <p14:creationId xmlns:p14="http://schemas.microsoft.com/office/powerpoint/2010/main" val="381275041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3B9FD4C2-7666-4684-38F5-360F739775C9}"/>
              </a:ext>
            </a:extLst>
          </p:cNvPr>
          <p:cNvSpPr>
            <a:spLocks noGrp="1"/>
          </p:cNvSpPr>
          <p:nvPr>
            <p:ph type="body" sz="quarter" idx="10"/>
          </p:nvPr>
        </p:nvSpPr>
        <p:spPr>
          <a:xfrm>
            <a:off x="3219345" y="1629000"/>
            <a:ext cx="8640000" cy="3600000"/>
          </a:xfrm>
        </p:spPr>
        <p:txBody>
          <a:bodyPr/>
          <a:lstStyle/>
          <a:p>
            <a:r>
              <a:rPr lang="zh-CN" altLang="en-US" dirty="0"/>
              <a:t>一名资深业务经理要求团队在当前的迭代周期中添加一项“非常重要”的需求。作为该敏捷团队的 </a:t>
            </a:r>
            <a:r>
              <a:rPr lang="en-US" altLang="zh-CN" dirty="0"/>
              <a:t>Scrum Master</a:t>
            </a:r>
            <a:r>
              <a:rPr lang="zh-CN" altLang="en-US" dirty="0"/>
              <a:t>，你应该怎么做？</a:t>
            </a:r>
            <a:endParaRPr lang="en-US" altLang="zh-CN" dirty="0"/>
          </a:p>
          <a:p>
            <a:endParaRPr lang="zh-CN" altLang="en-US" dirty="0"/>
          </a:p>
          <a:p>
            <a:r>
              <a:rPr lang="en-US" altLang="zh-CN" dirty="0"/>
              <a:t>A. </a:t>
            </a:r>
            <a:r>
              <a:rPr lang="zh-CN" altLang="en-US" dirty="0"/>
              <a:t>把该项添加进来，因为资深业务经理是关键利益相关方之一</a:t>
            </a:r>
            <a:br>
              <a:rPr lang="zh-CN" altLang="en-US" dirty="0"/>
            </a:br>
            <a:r>
              <a:rPr lang="en-US" altLang="zh-CN" dirty="0"/>
              <a:t>B. </a:t>
            </a:r>
            <a:r>
              <a:rPr lang="zh-CN" altLang="en-US" dirty="0"/>
              <a:t>告知产品负责人，让产品负责人和资深业务经理可以一起工作</a:t>
            </a:r>
            <a:br>
              <a:rPr lang="zh-CN" altLang="en-US" dirty="0"/>
            </a:br>
            <a:r>
              <a:rPr lang="en-US" altLang="zh-CN" dirty="0"/>
              <a:t>C. </a:t>
            </a:r>
            <a:r>
              <a:rPr lang="zh-CN" altLang="en-US" dirty="0"/>
              <a:t>把该项添加到下一个迭代周期中</a:t>
            </a:r>
            <a:br>
              <a:rPr lang="zh-CN" altLang="en-US" dirty="0"/>
            </a:br>
            <a:r>
              <a:rPr lang="en-US" altLang="zh-CN" dirty="0"/>
              <a:t>D. </a:t>
            </a:r>
            <a:r>
              <a:rPr lang="zh-CN" altLang="en-US" dirty="0"/>
              <a:t>把该项添加进来，但是和产品负责人及团队共同决定把哪项剔除，以满足承诺</a:t>
            </a:r>
          </a:p>
          <a:p>
            <a:endParaRPr lang="zh-CN" altLang="en-US" dirty="0"/>
          </a:p>
        </p:txBody>
      </p:sp>
    </p:spTree>
    <p:extLst>
      <p:ext uri="{BB962C8B-B14F-4D97-AF65-F5344CB8AC3E}">
        <p14:creationId xmlns:p14="http://schemas.microsoft.com/office/powerpoint/2010/main" val="327066644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B8E0827-4A91-7B7A-3B8F-4C9B99DC1732}"/>
              </a:ext>
            </a:extLst>
          </p:cNvPr>
          <p:cNvSpPr>
            <a:spLocks noGrp="1"/>
          </p:cNvSpPr>
          <p:nvPr>
            <p:ph type="body" sz="quarter" idx="10"/>
          </p:nvPr>
        </p:nvSpPr>
        <p:spPr/>
        <p:txBody>
          <a:bodyPr/>
          <a:lstStyle/>
          <a:p>
            <a:r>
              <a:rPr lang="zh-CN" altLang="en-US" dirty="0"/>
              <a:t>在回顾会议中，项目经理听到相关方在迭代演示中不断抱怨产品特性没有按照要求交付。项目经理应该给产品负责人什么建议，以确保产品特性总是按要求交付？</a:t>
            </a:r>
          </a:p>
          <a:p>
            <a:r>
              <a:rPr lang="en-US" altLang="zh-CN" dirty="0"/>
              <a:t>A. </a:t>
            </a:r>
            <a:r>
              <a:rPr lang="zh-CN" altLang="en-US" dirty="0"/>
              <a:t>在细化待办事项之前，与相关方一起验证验收标准</a:t>
            </a:r>
          </a:p>
          <a:p>
            <a:r>
              <a:rPr lang="en-US" altLang="zh-CN" dirty="0"/>
              <a:t>B. </a:t>
            </a:r>
            <a:r>
              <a:rPr lang="zh-CN" altLang="en-US" dirty="0"/>
              <a:t>在每日站会中包括相关方，以监测进展情况</a:t>
            </a:r>
          </a:p>
          <a:p>
            <a:r>
              <a:rPr lang="en-US" altLang="zh-CN" dirty="0"/>
              <a:t>C. </a:t>
            </a:r>
            <a:r>
              <a:rPr lang="zh-CN" altLang="en-US" dirty="0"/>
              <a:t>避免在迭代评审中包括相关方</a:t>
            </a:r>
          </a:p>
          <a:p>
            <a:r>
              <a:rPr lang="en-US" altLang="zh-CN" dirty="0"/>
              <a:t>D. </a:t>
            </a:r>
            <a:r>
              <a:rPr lang="zh-CN" altLang="en-US" dirty="0"/>
              <a:t>创建一个需求跟踪矩阵并相应地分配它</a:t>
            </a:r>
          </a:p>
        </p:txBody>
      </p:sp>
    </p:spTree>
    <p:extLst>
      <p:ext uri="{BB962C8B-B14F-4D97-AF65-F5344CB8AC3E}">
        <p14:creationId xmlns:p14="http://schemas.microsoft.com/office/powerpoint/2010/main" val="535519292"/>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83BC343-1291-0701-7970-2E3AD7D0B200}"/>
              </a:ext>
            </a:extLst>
          </p:cNvPr>
          <p:cNvSpPr>
            <a:spLocks noGrp="1"/>
          </p:cNvSpPr>
          <p:nvPr>
            <p:ph type="body" sz="quarter" idx="10"/>
          </p:nvPr>
        </p:nvSpPr>
        <p:spPr/>
        <p:txBody>
          <a:bodyPr/>
          <a:lstStyle/>
          <a:p>
            <a:r>
              <a:rPr lang="zh-CN" altLang="en-US" dirty="0"/>
              <a:t>作为敏捷团队的一员，你发现敏捷项目管理专业人士和以往的领导风格不太一样，他并没有很强制地做出决定，而是支持团队讨论，为团队提供指导。同时用信息发射源来公开项目的进展情况，让团队不需要经常性地汇报项目状态报告。当团队遇到障碍时，会帮团队清除。敏捷项目领导正在做什么？</a:t>
            </a:r>
            <a:endParaRPr lang="en-US" altLang="zh-CN" dirty="0"/>
          </a:p>
          <a:p>
            <a:endParaRPr lang="zh-CN" altLang="en-US" dirty="0"/>
          </a:p>
          <a:p>
            <a:r>
              <a:rPr lang="en-US" altLang="zh-CN" dirty="0"/>
              <a:t>A. </a:t>
            </a:r>
            <a:r>
              <a:rPr lang="zh-CN" altLang="en-US" dirty="0"/>
              <a:t>遵循参与式决策模型</a:t>
            </a:r>
          </a:p>
          <a:p>
            <a:r>
              <a:rPr lang="en-US" altLang="zh-CN" dirty="0"/>
              <a:t>B. </a:t>
            </a:r>
            <a:r>
              <a:rPr lang="zh-CN" altLang="en-US" dirty="0"/>
              <a:t>采用接受反馈的做法，促进团队改进</a:t>
            </a:r>
          </a:p>
          <a:p>
            <a:r>
              <a:rPr lang="en-US" altLang="zh-CN" dirty="0"/>
              <a:t>C. </a:t>
            </a:r>
            <a:r>
              <a:rPr lang="zh-CN" altLang="en-US" dirty="0"/>
              <a:t>实行与敏捷团队合作的仆人式领导风格</a:t>
            </a:r>
          </a:p>
          <a:p>
            <a:r>
              <a:rPr lang="en-US" altLang="zh-CN" dirty="0"/>
              <a:t>D. </a:t>
            </a:r>
            <a:r>
              <a:rPr lang="zh-CN" altLang="en-US" dirty="0"/>
              <a:t>建立互相协作的团队工作文化</a:t>
            </a:r>
          </a:p>
        </p:txBody>
      </p:sp>
    </p:spTree>
    <p:extLst>
      <p:ext uri="{BB962C8B-B14F-4D97-AF65-F5344CB8AC3E}">
        <p14:creationId xmlns:p14="http://schemas.microsoft.com/office/powerpoint/2010/main" val="960483548"/>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E355DEF1-3C9F-9F68-F567-AF749D60A350}"/>
              </a:ext>
            </a:extLst>
          </p:cNvPr>
          <p:cNvSpPr>
            <a:spLocks noGrp="1"/>
          </p:cNvSpPr>
          <p:nvPr>
            <p:ph type="body" sz="quarter" idx="10"/>
          </p:nvPr>
        </p:nvSpPr>
        <p:spPr/>
        <p:txBody>
          <a:bodyPr/>
          <a:lstStyle/>
          <a:p>
            <a:r>
              <a:rPr lang="zh-CN" altLang="en-US" dirty="0"/>
              <a:t>回顾会议未能按敏捷团队领导的预期改进效率。若要确保回顾会议为团队和项目带来价值，该团队领导应该怎么做？</a:t>
            </a:r>
            <a:endParaRPr lang="en-US" altLang="zh-CN" dirty="0"/>
          </a:p>
          <a:p>
            <a:endParaRPr lang="zh-CN" altLang="en-US" dirty="0"/>
          </a:p>
          <a:p>
            <a:r>
              <a:rPr lang="en-US" altLang="zh-CN" dirty="0"/>
              <a:t>A. </a:t>
            </a:r>
            <a:r>
              <a:rPr lang="zh-CN" altLang="en-US" dirty="0"/>
              <a:t>实行更紧凑的回顾会议时间表</a:t>
            </a:r>
          </a:p>
          <a:p>
            <a:r>
              <a:rPr lang="en-US" altLang="zh-CN" dirty="0"/>
              <a:t>B. </a:t>
            </a:r>
            <a:r>
              <a:rPr lang="zh-CN" altLang="en-US" dirty="0"/>
              <a:t>确定妨碍回顾会议结果得到实施的问题，并立即解决</a:t>
            </a:r>
          </a:p>
          <a:p>
            <a:r>
              <a:rPr lang="en-US" altLang="zh-CN" dirty="0"/>
              <a:t>C. </a:t>
            </a:r>
            <a:r>
              <a:rPr lang="zh-CN" altLang="en-US" dirty="0"/>
              <a:t>辅导并提醒团队聚焦回顾会议行动项</a:t>
            </a:r>
          </a:p>
          <a:p>
            <a:r>
              <a:rPr lang="en-US" altLang="zh-CN" dirty="0"/>
              <a:t>D. </a:t>
            </a:r>
            <a:r>
              <a:rPr lang="zh-CN" altLang="en-US" dirty="0"/>
              <a:t>确保产品负责人在下一次规划会上对改进进行优先级排序</a:t>
            </a:r>
          </a:p>
        </p:txBody>
      </p:sp>
    </p:spTree>
    <p:extLst>
      <p:ext uri="{BB962C8B-B14F-4D97-AF65-F5344CB8AC3E}">
        <p14:creationId xmlns:p14="http://schemas.microsoft.com/office/powerpoint/2010/main" val="1486242117"/>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532E8FD6-2F02-A716-2216-AE5E9851DE69}"/>
              </a:ext>
            </a:extLst>
          </p:cNvPr>
          <p:cNvSpPr>
            <a:spLocks noGrp="1"/>
          </p:cNvSpPr>
          <p:nvPr>
            <p:ph type="body" sz="quarter" idx="10"/>
          </p:nvPr>
        </p:nvSpPr>
        <p:spPr/>
        <p:txBody>
          <a:bodyPr/>
          <a:lstStyle/>
          <a:p>
            <a:r>
              <a:rPr lang="zh-CN" altLang="en-US" dirty="0"/>
              <a:t>作为团队教练，你应该什么时候专注于对团队成员个体进行教练（</a:t>
            </a:r>
            <a:r>
              <a:rPr lang="en-US" altLang="zh-CN" dirty="0"/>
              <a:t>coaching</a:t>
            </a:r>
            <a:r>
              <a:rPr lang="zh-CN" altLang="en-US" dirty="0"/>
              <a:t>）？</a:t>
            </a:r>
            <a:endParaRPr lang="en-US" altLang="zh-CN" dirty="0"/>
          </a:p>
          <a:p>
            <a:endParaRPr lang="zh-CN" altLang="en-US" dirty="0"/>
          </a:p>
          <a:p>
            <a:r>
              <a:rPr lang="en-US" altLang="zh-CN" dirty="0"/>
              <a:t>A. </a:t>
            </a:r>
            <a:r>
              <a:rPr lang="zh-CN" altLang="en-US" dirty="0"/>
              <a:t>当有人向你求助或寻求建议的时候。</a:t>
            </a:r>
          </a:p>
          <a:p>
            <a:r>
              <a:rPr lang="en-US" altLang="zh-CN" dirty="0"/>
              <a:t>B. </a:t>
            </a:r>
            <a:r>
              <a:rPr lang="zh-CN" altLang="en-US" dirty="0"/>
              <a:t>在计划会和回顾会中。</a:t>
            </a:r>
          </a:p>
          <a:p>
            <a:r>
              <a:rPr lang="en-US" altLang="zh-CN" dirty="0"/>
              <a:t>C. </a:t>
            </a:r>
            <a:r>
              <a:rPr lang="zh-CN" altLang="en-US" dirty="0"/>
              <a:t>有外部阻碍出现的时候。</a:t>
            </a:r>
          </a:p>
          <a:p>
            <a:r>
              <a:rPr lang="en-US" altLang="zh-CN" dirty="0"/>
              <a:t>D. </a:t>
            </a:r>
            <a:r>
              <a:rPr lang="zh-CN" altLang="en-US" dirty="0"/>
              <a:t>当有人遇到了技术问题，并且他们自己解决不了的时候。</a:t>
            </a:r>
          </a:p>
        </p:txBody>
      </p:sp>
    </p:spTree>
    <p:extLst>
      <p:ext uri="{BB962C8B-B14F-4D97-AF65-F5344CB8AC3E}">
        <p14:creationId xmlns:p14="http://schemas.microsoft.com/office/powerpoint/2010/main" val="302858664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A95CC9C1-CCC4-5EBA-B406-CD38369DA1FB}"/>
              </a:ext>
            </a:extLst>
          </p:cNvPr>
          <p:cNvSpPr>
            <a:spLocks noGrp="1"/>
          </p:cNvSpPr>
          <p:nvPr>
            <p:ph type="body" sz="quarter" idx="10"/>
          </p:nvPr>
        </p:nvSpPr>
        <p:spPr/>
        <p:txBody>
          <a:bodyPr/>
          <a:lstStyle/>
          <a:p>
            <a:r>
              <a:rPr lang="zh-CN" altLang="en-US" dirty="0"/>
              <a:t>敏捷团队负责一款智能手机的研发项目，在第三次迭代中，一名开发人员由于使用了新的技术导致另一名开发成员的工作出现了一些问题，由此产生了冲突。开发人员经过努力还是无法独自解决冲突，敏捷教练应该怎么办？</a:t>
            </a:r>
            <a:endParaRPr lang="en-US" altLang="zh-CN" dirty="0"/>
          </a:p>
          <a:p>
            <a:endParaRPr lang="zh-CN" altLang="en-US" dirty="0"/>
          </a:p>
          <a:p>
            <a:r>
              <a:rPr lang="en-US" altLang="zh-CN" dirty="0"/>
              <a:t>A. </a:t>
            </a:r>
            <a:r>
              <a:rPr lang="zh-CN" altLang="en-US" dirty="0"/>
              <a:t>要求产品负责人帮助解决问题</a:t>
            </a:r>
          </a:p>
          <a:p>
            <a:r>
              <a:rPr lang="en-US" altLang="zh-CN" dirty="0"/>
              <a:t>B. </a:t>
            </a:r>
            <a:r>
              <a:rPr lang="zh-CN" altLang="en-US" dirty="0"/>
              <a:t>和开发人员沟通，并协助他们解决问题</a:t>
            </a:r>
          </a:p>
          <a:p>
            <a:r>
              <a:rPr lang="en-US" altLang="zh-CN" dirty="0"/>
              <a:t>C. </a:t>
            </a:r>
            <a:r>
              <a:rPr lang="zh-CN" altLang="en-US" dirty="0"/>
              <a:t>利用职权进行干预并对冲突进行影响评估</a:t>
            </a:r>
          </a:p>
          <a:p>
            <a:r>
              <a:rPr lang="en-US" altLang="zh-CN" dirty="0"/>
              <a:t>D. </a:t>
            </a:r>
            <a:r>
              <a:rPr lang="zh-CN" altLang="en-US" dirty="0"/>
              <a:t>举行团队会议讨论这个问题，并重构构建沟通规则</a:t>
            </a:r>
          </a:p>
        </p:txBody>
      </p:sp>
    </p:spTree>
    <p:extLst>
      <p:ext uri="{BB962C8B-B14F-4D97-AF65-F5344CB8AC3E}">
        <p14:creationId xmlns:p14="http://schemas.microsoft.com/office/powerpoint/2010/main" val="3632960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F445C827-306D-8A41-35EE-F6C421765890}"/>
              </a:ext>
            </a:extLst>
          </p:cNvPr>
          <p:cNvSpPr>
            <a:spLocks noGrp="1"/>
          </p:cNvSpPr>
          <p:nvPr>
            <p:ph type="body" sz="quarter" idx="10"/>
          </p:nvPr>
        </p:nvSpPr>
        <p:spPr>
          <a:xfrm>
            <a:off x="3219345" y="1629000"/>
            <a:ext cx="8640000" cy="3600000"/>
          </a:xfrm>
        </p:spPr>
        <p:txBody>
          <a:bodyPr/>
          <a:lstStyle/>
          <a:p>
            <a:r>
              <a:rPr lang="zh-CN" altLang="en-US" dirty="0"/>
              <a:t>一个团队成员向 </a:t>
            </a:r>
            <a:r>
              <a:rPr lang="en-US" altLang="zh-CN" dirty="0"/>
              <a:t>Scrum </a:t>
            </a:r>
            <a:r>
              <a:rPr lang="zh-CN" altLang="en-US" dirty="0"/>
              <a:t>教练抱怨，他们的经理每个星期都要开好几次会，提供更新情况，但那些更新与他们的项目并没有关系。团队成员很不满，因为这些中断导致工作慢下来。</a:t>
            </a:r>
            <a:r>
              <a:rPr lang="en-US" altLang="zh-CN" dirty="0"/>
              <a:t>Scrum </a:t>
            </a:r>
            <a:r>
              <a:rPr lang="zh-CN" altLang="en-US" dirty="0"/>
              <a:t>教练应该做什么？</a:t>
            </a:r>
            <a:endParaRPr lang="en-US" altLang="zh-CN" dirty="0"/>
          </a:p>
          <a:p>
            <a:endParaRPr lang="zh-CN" altLang="en-US" dirty="0"/>
          </a:p>
          <a:p>
            <a:r>
              <a:rPr lang="en-US" altLang="zh-CN" dirty="0"/>
              <a:t>A. </a:t>
            </a:r>
            <a:r>
              <a:rPr lang="zh-CN" altLang="en-US" dirty="0"/>
              <a:t>授权团队成员可以不参加这些会议，而专注于工作</a:t>
            </a:r>
          </a:p>
          <a:p>
            <a:r>
              <a:rPr lang="en-US" altLang="zh-CN" dirty="0"/>
              <a:t>B. </a:t>
            </a:r>
            <a:r>
              <a:rPr lang="zh-CN" altLang="en-US" dirty="0"/>
              <a:t>向产品负责人提出这个问题</a:t>
            </a:r>
          </a:p>
          <a:p>
            <a:r>
              <a:rPr lang="en-US" altLang="zh-CN" dirty="0"/>
              <a:t>C. </a:t>
            </a:r>
            <a:r>
              <a:rPr lang="zh-CN" altLang="en-US" dirty="0"/>
              <a:t>准备一个报告，说明这些会议对工作的的影响</a:t>
            </a:r>
          </a:p>
          <a:p>
            <a:r>
              <a:rPr lang="en-US" altLang="zh-CN" dirty="0"/>
              <a:t>D. </a:t>
            </a:r>
            <a:r>
              <a:rPr lang="zh-CN" altLang="en-US" dirty="0"/>
              <a:t>找这位经理讨论其他方法而不中断团队的工作</a:t>
            </a:r>
          </a:p>
        </p:txBody>
      </p:sp>
    </p:spTree>
    <p:extLst>
      <p:ext uri="{BB962C8B-B14F-4D97-AF65-F5344CB8AC3E}">
        <p14:creationId xmlns:p14="http://schemas.microsoft.com/office/powerpoint/2010/main" val="146439565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F44840EE-E737-C70E-CE0A-48B1483ED343}"/>
              </a:ext>
            </a:extLst>
          </p:cNvPr>
          <p:cNvSpPr>
            <a:spLocks noGrp="1"/>
          </p:cNvSpPr>
          <p:nvPr>
            <p:ph type="body" sz="quarter" idx="10"/>
          </p:nvPr>
        </p:nvSpPr>
        <p:spPr/>
        <p:txBody>
          <a:bodyPr/>
          <a:lstStyle/>
          <a:p>
            <a:r>
              <a:rPr lang="zh-CN" altLang="en-US" dirty="0"/>
              <a:t>敏捷团队最近接到一项政府部门的开发工作，经过接触，项目负责人发现这个项目的需求变动很多，而且范围并不明确，因此团队讨论决定使用敏捷的方式开发。公司为其匹配了一位敏捷教练，面对这个没有敏捷经验、也缺乏敏捷知识培训的团队，敏捷教练该如何应对？</a:t>
            </a:r>
            <a:endParaRPr lang="en-US" altLang="zh-CN" dirty="0"/>
          </a:p>
          <a:p>
            <a:endParaRPr lang="zh-CN" altLang="en-US" dirty="0"/>
          </a:p>
          <a:p>
            <a:r>
              <a:rPr lang="en-US" altLang="zh-CN" dirty="0"/>
              <a:t>A. </a:t>
            </a:r>
            <a:r>
              <a:rPr lang="zh-CN" altLang="en-US" dirty="0"/>
              <a:t>为团队成员确定并实施最具成本效益的敏捷培训</a:t>
            </a:r>
          </a:p>
          <a:p>
            <a:r>
              <a:rPr lang="en-US" altLang="zh-CN" dirty="0"/>
              <a:t>B. </a:t>
            </a:r>
            <a:r>
              <a:rPr lang="zh-CN" altLang="en-US" dirty="0"/>
              <a:t>申请一个变更请求为团队成员进行敏捷培训</a:t>
            </a:r>
          </a:p>
          <a:p>
            <a:r>
              <a:rPr lang="en-US" altLang="zh-CN" dirty="0"/>
              <a:t>C. </a:t>
            </a:r>
            <a:r>
              <a:rPr lang="zh-CN" altLang="en-US" dirty="0"/>
              <a:t>确保项目的应急储备可以覆盖所有团队成员的敏捷培训</a:t>
            </a:r>
          </a:p>
          <a:p>
            <a:r>
              <a:rPr lang="en-US" altLang="zh-CN" dirty="0"/>
              <a:t>D. </a:t>
            </a:r>
            <a:r>
              <a:rPr lang="zh-CN" altLang="en-US" dirty="0"/>
              <a:t>为关键团队成员安排虚拟培训课程，涵盖敏捷课题</a:t>
            </a:r>
          </a:p>
        </p:txBody>
      </p:sp>
    </p:spTree>
    <p:extLst>
      <p:ext uri="{BB962C8B-B14F-4D97-AF65-F5344CB8AC3E}">
        <p14:creationId xmlns:p14="http://schemas.microsoft.com/office/powerpoint/2010/main" val="243083887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19FE333D-382F-A157-A207-509AD75636E4}"/>
              </a:ext>
            </a:extLst>
          </p:cNvPr>
          <p:cNvSpPr>
            <a:spLocks noGrp="1"/>
          </p:cNvSpPr>
          <p:nvPr>
            <p:ph type="body" sz="quarter" idx="10"/>
          </p:nvPr>
        </p:nvSpPr>
        <p:spPr/>
        <p:txBody>
          <a:bodyPr/>
          <a:lstStyle/>
          <a:p>
            <a:r>
              <a:rPr lang="zh-CN" altLang="en-US" dirty="0"/>
              <a:t>组织正在转型敏捷，这是以往都没有过的新尝试。为此，组织聘请了具有专业敏捷知识的专家作为敏捷教练。作为敏捷管理专业人士，你明确地知道一点：关于敏捷团队必须是被授权的，这是因为？</a:t>
            </a:r>
            <a:endParaRPr lang="en-US" altLang="zh-CN" dirty="0"/>
          </a:p>
          <a:p>
            <a:endParaRPr lang="zh-CN" altLang="en-US" dirty="0"/>
          </a:p>
          <a:p>
            <a:r>
              <a:rPr lang="en-US" altLang="zh-CN" dirty="0"/>
              <a:t>A. </a:t>
            </a:r>
            <a:r>
              <a:rPr lang="zh-CN" altLang="en-US" dirty="0"/>
              <a:t>团队被授权后可以减少范围蔓延的情况，因为团队的适应是缓慢的</a:t>
            </a:r>
          </a:p>
          <a:p>
            <a:r>
              <a:rPr lang="en-US" altLang="zh-CN" dirty="0"/>
              <a:t>B. </a:t>
            </a:r>
            <a:r>
              <a:rPr lang="zh-CN" altLang="en-US" dirty="0"/>
              <a:t>团队被授权后可以直接与客户沟通，以获取具体且不变的需求</a:t>
            </a:r>
          </a:p>
          <a:p>
            <a:r>
              <a:rPr lang="en-US" altLang="zh-CN" dirty="0"/>
              <a:t>C. </a:t>
            </a:r>
            <a:r>
              <a:rPr lang="zh-CN" altLang="en-US" dirty="0"/>
              <a:t>团队被授权后能够更加适应需求变更，从而创造更多价值</a:t>
            </a:r>
          </a:p>
          <a:p>
            <a:r>
              <a:rPr lang="en-US" altLang="zh-CN" dirty="0"/>
              <a:t>D. </a:t>
            </a:r>
            <a:r>
              <a:rPr lang="zh-CN" altLang="en-US" dirty="0"/>
              <a:t>队伍被授权后可以承担相关责任，尽量减少组织风险</a:t>
            </a:r>
          </a:p>
        </p:txBody>
      </p:sp>
    </p:spTree>
    <p:extLst>
      <p:ext uri="{BB962C8B-B14F-4D97-AF65-F5344CB8AC3E}">
        <p14:creationId xmlns:p14="http://schemas.microsoft.com/office/powerpoint/2010/main" val="266056037"/>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F4DE30E7-3DC3-5791-4C77-E52508CE3966}"/>
              </a:ext>
            </a:extLst>
          </p:cNvPr>
          <p:cNvSpPr>
            <a:spLocks noGrp="1"/>
          </p:cNvSpPr>
          <p:nvPr>
            <p:ph type="body" sz="quarter" idx="10"/>
          </p:nvPr>
        </p:nvSpPr>
        <p:spPr/>
        <p:txBody>
          <a:bodyPr/>
          <a:lstStyle/>
          <a:p>
            <a:r>
              <a:rPr lang="zh-CN" altLang="en-US" dirty="0"/>
              <a:t>一支敏捷团队组建来执行一个大型项目，为确保成功，管理层为项目分配了</a:t>
            </a:r>
            <a:r>
              <a:rPr lang="en-US" altLang="zh-CN" dirty="0"/>
              <a:t>14</a:t>
            </a:r>
            <a:r>
              <a:rPr lang="zh-CN" altLang="en-US" dirty="0"/>
              <a:t>名人员。团队领导注意到经常发生沟通不畅、会议晚开始，以及某些团队成员不积极参与等问题。团队领导应该怎么做？</a:t>
            </a:r>
            <a:endParaRPr lang="en-US" altLang="zh-CN" dirty="0"/>
          </a:p>
          <a:p>
            <a:endParaRPr lang="zh-CN" altLang="en-US" dirty="0"/>
          </a:p>
          <a:p>
            <a:r>
              <a:rPr lang="en-US" altLang="zh-CN" dirty="0"/>
              <a:t>A. </a:t>
            </a:r>
            <a:r>
              <a:rPr lang="zh-CN" altLang="en-US" dirty="0"/>
              <a:t>将团队分成更小的团队</a:t>
            </a:r>
          </a:p>
          <a:p>
            <a:r>
              <a:rPr lang="en-US" altLang="zh-CN" dirty="0"/>
              <a:t>B. </a:t>
            </a:r>
            <a:r>
              <a:rPr lang="zh-CN" altLang="en-US" dirty="0"/>
              <a:t>与每个团队成员开展个别辅导课程</a:t>
            </a:r>
          </a:p>
          <a:p>
            <a:r>
              <a:rPr lang="en-US" altLang="zh-CN" dirty="0"/>
              <a:t>C. </a:t>
            </a:r>
            <a:r>
              <a:rPr lang="zh-CN" altLang="en-US" dirty="0"/>
              <a:t>为每日站会增加团队交流时间</a:t>
            </a:r>
          </a:p>
          <a:p>
            <a:r>
              <a:rPr lang="en-US" altLang="zh-CN" dirty="0"/>
              <a:t>D. </a:t>
            </a:r>
            <a:r>
              <a:rPr lang="zh-CN" altLang="en-US" dirty="0"/>
              <a:t>使用</a:t>
            </a:r>
            <a:r>
              <a:rPr lang="en-US" altLang="zh-CN" dirty="0" err="1"/>
              <a:t>WiFi</a:t>
            </a:r>
            <a:r>
              <a:rPr lang="zh-CN" altLang="en-US" dirty="0"/>
              <a:t>，综合文档和对话</a:t>
            </a:r>
          </a:p>
        </p:txBody>
      </p:sp>
    </p:spTree>
    <p:extLst>
      <p:ext uri="{BB962C8B-B14F-4D97-AF65-F5344CB8AC3E}">
        <p14:creationId xmlns:p14="http://schemas.microsoft.com/office/powerpoint/2010/main" val="306374304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0663899A-868B-7999-B659-E5345D73B798}"/>
              </a:ext>
            </a:extLst>
          </p:cNvPr>
          <p:cNvSpPr>
            <a:spLocks noGrp="1"/>
          </p:cNvSpPr>
          <p:nvPr>
            <p:ph type="body" sz="quarter" idx="10"/>
          </p:nvPr>
        </p:nvSpPr>
        <p:spPr/>
        <p:txBody>
          <a:bodyPr/>
          <a:lstStyle/>
          <a:p>
            <a:r>
              <a:rPr lang="zh-CN" altLang="en-US" dirty="0"/>
              <a:t>一家公司聘请敏捷教练帮助解决孤岛</a:t>
            </a:r>
            <a:r>
              <a:rPr lang="en-US" altLang="zh-CN" dirty="0"/>
              <a:t>/</a:t>
            </a:r>
            <a:r>
              <a:rPr lang="zh-CN" altLang="en-US" dirty="0"/>
              <a:t>竖井（</a:t>
            </a:r>
            <a:r>
              <a:rPr lang="en-US" altLang="zh-CN" dirty="0"/>
              <a:t>silos</a:t>
            </a:r>
            <a:r>
              <a:rPr lang="zh-CN" altLang="en-US" dirty="0"/>
              <a:t>） 和人员损耗（</a:t>
            </a:r>
            <a:r>
              <a:rPr lang="en-US" altLang="zh-CN" dirty="0"/>
              <a:t>attrition</a:t>
            </a:r>
            <a:r>
              <a:rPr lang="zh-CN" altLang="en-US" dirty="0"/>
              <a:t>） 问题。敏捷教练应提供什么建议？</a:t>
            </a:r>
            <a:endParaRPr lang="en-US" altLang="zh-CN" dirty="0"/>
          </a:p>
          <a:p>
            <a:endParaRPr lang="zh-CN" altLang="en-US" dirty="0"/>
          </a:p>
          <a:p>
            <a:r>
              <a:rPr lang="en-US" altLang="zh-CN" dirty="0"/>
              <a:t>A. </a:t>
            </a:r>
            <a:r>
              <a:rPr lang="zh-CN" altLang="en-US" dirty="0"/>
              <a:t>创建由主题专家</a:t>
            </a:r>
            <a:r>
              <a:rPr lang="en-US" altLang="zh-CN" dirty="0"/>
              <a:t>(SMEs)</a:t>
            </a:r>
            <a:r>
              <a:rPr lang="zh-CN" altLang="en-US" dirty="0"/>
              <a:t>组成的团队，并不断利用其专业知识</a:t>
            </a:r>
          </a:p>
          <a:p>
            <a:r>
              <a:rPr lang="en-US" altLang="zh-CN" dirty="0"/>
              <a:t>B. </a:t>
            </a:r>
            <a:r>
              <a:rPr lang="zh-CN" altLang="en-US" dirty="0"/>
              <a:t>鼓励学习团队成长而不是个人发展</a:t>
            </a:r>
          </a:p>
          <a:p>
            <a:r>
              <a:rPr lang="en-US" altLang="zh-CN" dirty="0"/>
              <a:t>C. </a:t>
            </a:r>
            <a:r>
              <a:rPr lang="zh-CN" altLang="en-US" dirty="0"/>
              <a:t>培养由通才专家组成的团队，并鼓励个人学习新的技能</a:t>
            </a:r>
          </a:p>
          <a:p>
            <a:r>
              <a:rPr lang="en-US" altLang="zh-CN" dirty="0"/>
              <a:t>D. </a:t>
            </a:r>
            <a:r>
              <a:rPr lang="zh-CN" altLang="en-US" dirty="0"/>
              <a:t>向所有团队成员提供平等的培训，无论他们的经验如何</a:t>
            </a:r>
          </a:p>
        </p:txBody>
      </p:sp>
    </p:spTree>
    <p:extLst>
      <p:ext uri="{BB962C8B-B14F-4D97-AF65-F5344CB8AC3E}">
        <p14:creationId xmlns:p14="http://schemas.microsoft.com/office/powerpoint/2010/main" val="187156375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B3E67BAB-754E-FAB0-3392-34AADAF1E0AE}"/>
              </a:ext>
            </a:extLst>
          </p:cNvPr>
          <p:cNvSpPr>
            <a:spLocks noGrp="1"/>
          </p:cNvSpPr>
          <p:nvPr>
            <p:ph type="body" sz="quarter" idx="10"/>
          </p:nvPr>
        </p:nvSpPr>
        <p:spPr/>
        <p:txBody>
          <a:bodyPr/>
          <a:lstStyle/>
          <a:p>
            <a:r>
              <a:rPr lang="zh-CN" altLang="en-US" dirty="0"/>
              <a:t>一个跨国项目团队正在进行一项手机软件的研发项目，产品经理认为软件的易操作性有助于产品成功，这需要用户体验专家与公测用户群开展可用性研讨会以尽早改进。但很快遭到关键干系人的反对，因为项目预算无法支付差旅费。若要保证产品成功，应该怎么做？</a:t>
            </a:r>
            <a:endParaRPr lang="en-US" altLang="zh-CN" dirty="0"/>
          </a:p>
          <a:p>
            <a:endParaRPr lang="zh-CN" altLang="en-US" dirty="0"/>
          </a:p>
          <a:p>
            <a:r>
              <a:rPr lang="en-US" altLang="zh-CN" dirty="0"/>
              <a:t>A. </a:t>
            </a:r>
            <a:r>
              <a:rPr lang="zh-CN" altLang="en-US" dirty="0"/>
              <a:t>要求团队成员提升工作效率以预留差旅费</a:t>
            </a:r>
          </a:p>
          <a:p>
            <a:r>
              <a:rPr lang="en-US" altLang="zh-CN" dirty="0"/>
              <a:t>B. </a:t>
            </a:r>
            <a:r>
              <a:rPr lang="zh-CN" altLang="en-US" dirty="0"/>
              <a:t>采用产品经理的反馈作为用户反馈代表</a:t>
            </a:r>
          </a:p>
          <a:p>
            <a:r>
              <a:rPr lang="en-US" altLang="zh-CN" dirty="0"/>
              <a:t>C. </a:t>
            </a:r>
            <a:r>
              <a:rPr lang="zh-CN" altLang="en-US" dirty="0"/>
              <a:t>在视频会议期间使用屏幕共享工具进行测试，获得用户反馈</a:t>
            </a:r>
          </a:p>
          <a:p>
            <a:r>
              <a:rPr lang="en-US" altLang="zh-CN" dirty="0"/>
              <a:t>D. </a:t>
            </a:r>
            <a:r>
              <a:rPr lang="zh-CN" altLang="en-US" dirty="0"/>
              <a:t>与产品经理协商以减少项目范围预留差旅费</a:t>
            </a:r>
          </a:p>
        </p:txBody>
      </p:sp>
    </p:spTree>
    <p:extLst>
      <p:ext uri="{BB962C8B-B14F-4D97-AF65-F5344CB8AC3E}">
        <p14:creationId xmlns:p14="http://schemas.microsoft.com/office/powerpoint/2010/main" val="15491703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7FB01AD2-E0BB-E298-728D-A90AC6B7A142}"/>
              </a:ext>
            </a:extLst>
          </p:cNvPr>
          <p:cNvSpPr>
            <a:spLocks noGrp="1"/>
          </p:cNvSpPr>
          <p:nvPr>
            <p:ph type="body" sz="quarter" idx="10"/>
          </p:nvPr>
        </p:nvSpPr>
        <p:spPr>
          <a:xfrm>
            <a:off x="3219345" y="1629000"/>
            <a:ext cx="8640000" cy="3600000"/>
          </a:xfrm>
        </p:spPr>
        <p:txBody>
          <a:bodyPr/>
          <a:lstStyle/>
          <a:p>
            <a:r>
              <a:rPr lang="zh-CN" altLang="en-US" dirty="0"/>
              <a:t>在经历过团队的震荡阶段后，目前团队成员已经不会再为一点小问题而产生争执了，开发工作也正式步入规范阶段。在这个阶段，敏捷教练需要为团队成员提供什么帮助？</a:t>
            </a:r>
            <a:endParaRPr lang="en-US" altLang="zh-CN" dirty="0"/>
          </a:p>
          <a:p>
            <a:endParaRPr lang="zh-CN" altLang="en-US" dirty="0"/>
          </a:p>
          <a:p>
            <a:r>
              <a:rPr lang="en-US" altLang="zh-CN" dirty="0"/>
              <a:t>A. </a:t>
            </a:r>
            <a:r>
              <a:rPr lang="zh-CN" altLang="en-US" dirty="0"/>
              <a:t>指导成员如何完成工作，保持高绩效水平</a:t>
            </a:r>
            <a:br>
              <a:rPr lang="zh-CN" altLang="en-US" dirty="0"/>
            </a:br>
            <a:r>
              <a:rPr lang="en-US" altLang="zh-CN" dirty="0"/>
              <a:t>B. </a:t>
            </a:r>
            <a:r>
              <a:rPr lang="zh-CN" altLang="en-US" dirty="0"/>
              <a:t>帮助成员一起解决技术问题，确保成员专注完成目标</a:t>
            </a:r>
            <a:br>
              <a:rPr lang="zh-CN" altLang="en-US" dirty="0"/>
            </a:br>
            <a:r>
              <a:rPr lang="en-US" altLang="zh-CN" dirty="0"/>
              <a:t>C. </a:t>
            </a:r>
            <a:r>
              <a:rPr lang="zh-CN" altLang="en-US" dirty="0"/>
              <a:t>不需要提供太多指导，在他们单独请求帮助时再给予支持</a:t>
            </a:r>
            <a:br>
              <a:rPr lang="zh-CN" altLang="en-US" dirty="0"/>
            </a:br>
            <a:r>
              <a:rPr lang="en-US" altLang="zh-CN" dirty="0"/>
              <a:t>D. </a:t>
            </a:r>
            <a:r>
              <a:rPr lang="zh-CN" altLang="en-US" dirty="0"/>
              <a:t>不提供帮助，因为团队是自组织团队可以自我解决问题</a:t>
            </a:r>
          </a:p>
          <a:p>
            <a:endParaRPr lang="zh-CN" altLang="en-US" dirty="0"/>
          </a:p>
        </p:txBody>
      </p:sp>
    </p:spTree>
    <p:extLst>
      <p:ext uri="{BB962C8B-B14F-4D97-AF65-F5344CB8AC3E}">
        <p14:creationId xmlns:p14="http://schemas.microsoft.com/office/powerpoint/2010/main" val="2265376704"/>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ECA2C8-FA71-8616-8B2E-40AE1800314F}"/>
              </a:ext>
            </a:extLst>
          </p:cNvPr>
          <p:cNvSpPr>
            <a:spLocks noGrp="1"/>
          </p:cNvSpPr>
          <p:nvPr>
            <p:ph type="title"/>
          </p:nvPr>
        </p:nvSpPr>
        <p:spPr>
          <a:xfrm>
            <a:off x="695998" y="360000"/>
            <a:ext cx="6375921" cy="424732"/>
          </a:xfrm>
        </p:spPr>
        <p:txBody>
          <a:bodyPr>
            <a:normAutofit/>
          </a:bodyPr>
          <a:lstStyle/>
          <a:p>
            <a:r>
              <a:rPr lang="en-US" altLang="zh-CN" dirty="0"/>
              <a:t>6.4.4 </a:t>
            </a:r>
            <a:r>
              <a:rPr lang="zh-CN" altLang="en-US" dirty="0"/>
              <a:t>敏捷活动 </a:t>
            </a:r>
            <a:r>
              <a:rPr lang="en-US" altLang="zh-CN" dirty="0"/>
              <a:t>Scrum Events</a:t>
            </a:r>
            <a:endParaRPr lang="zh-CN" altLang="en-US" dirty="0"/>
          </a:p>
        </p:txBody>
      </p:sp>
      <p:sp>
        <p:nvSpPr>
          <p:cNvPr id="17" name="内容占位符 16">
            <a:extLst>
              <a:ext uri="{FF2B5EF4-FFF2-40B4-BE49-F238E27FC236}">
                <a16:creationId xmlns:a16="http://schemas.microsoft.com/office/drawing/2014/main" id="{EA3816E0-FB94-2648-5E22-3FE08E30DA90}"/>
              </a:ext>
            </a:extLst>
          </p:cNvPr>
          <p:cNvSpPr>
            <a:spLocks noGrp="1"/>
          </p:cNvSpPr>
          <p:nvPr>
            <p:ph idx="1"/>
          </p:nvPr>
        </p:nvSpPr>
        <p:spPr>
          <a:xfrm>
            <a:off x="696000" y="864000"/>
            <a:ext cx="10800000" cy="5328000"/>
          </a:xfrm>
        </p:spPr>
        <p:txBody>
          <a:bodyPr/>
          <a:lstStyle/>
          <a:p>
            <a:r>
              <a:rPr lang="en-US" altLang="zh-CN" dirty="0"/>
              <a:t>5</a:t>
            </a:r>
            <a:r>
              <a:rPr lang="zh-CN" altLang="en-US" dirty="0"/>
              <a:t>个事件</a:t>
            </a:r>
            <a:endParaRPr lang="en-US" altLang="zh-CN" dirty="0"/>
          </a:p>
        </p:txBody>
      </p:sp>
      <p:sp>
        <p:nvSpPr>
          <p:cNvPr id="18" name="文本占位符 17">
            <a:extLst>
              <a:ext uri="{FF2B5EF4-FFF2-40B4-BE49-F238E27FC236}">
                <a16:creationId xmlns:a16="http://schemas.microsoft.com/office/drawing/2014/main" id="{FA45CF84-A816-7BD1-F5CA-88546510CE69}"/>
              </a:ext>
            </a:extLst>
          </p:cNvPr>
          <p:cNvSpPr>
            <a:spLocks noGrp="1"/>
          </p:cNvSpPr>
          <p:nvPr>
            <p:ph type="body" sz="quarter" idx="10"/>
          </p:nvPr>
        </p:nvSpPr>
        <p:spPr>
          <a:xfrm>
            <a:off x="7071919" y="360001"/>
            <a:ext cx="4424080" cy="424731"/>
          </a:xfrm>
        </p:spPr>
        <p:txBody>
          <a:bodyPr/>
          <a:lstStyle/>
          <a:p>
            <a:r>
              <a:rPr lang="en-US" altLang="zh-CN" dirty="0"/>
              <a:t>Agile</a:t>
            </a:r>
            <a:endParaRPr lang="zh-CN" altLang="en-US" dirty="0"/>
          </a:p>
        </p:txBody>
      </p:sp>
      <p:graphicFrame>
        <p:nvGraphicFramePr>
          <p:cNvPr id="12" name="图示 11">
            <a:extLst>
              <a:ext uri="{FF2B5EF4-FFF2-40B4-BE49-F238E27FC236}">
                <a16:creationId xmlns:a16="http://schemas.microsoft.com/office/drawing/2014/main" id="{2F59913E-9152-614D-80D9-103E7E331BE2}"/>
              </a:ext>
            </a:extLst>
          </p:cNvPr>
          <p:cNvGraphicFramePr>
            <a:graphicFrameLocks noChangeAspect="1"/>
          </p:cNvGraphicFramePr>
          <p:nvPr>
            <p:extLst>
              <p:ext uri="{D42A27DB-BD31-4B8C-83A1-F6EECF244321}">
                <p14:modId xmlns:p14="http://schemas.microsoft.com/office/powerpoint/2010/main" val="606119711"/>
              </p:ext>
            </p:extLst>
          </p:nvPr>
        </p:nvGraphicFramePr>
        <p:xfrm>
          <a:off x="1775460" y="1846314"/>
          <a:ext cx="8641080" cy="4089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69431483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圆角 4">
            <a:extLst>
              <a:ext uri="{FF2B5EF4-FFF2-40B4-BE49-F238E27FC236}">
                <a16:creationId xmlns:a16="http://schemas.microsoft.com/office/drawing/2014/main" id="{B31D0B73-147B-625B-DF1F-1C975580759C}"/>
              </a:ext>
            </a:extLst>
          </p:cNvPr>
          <p:cNvSpPr/>
          <p:nvPr/>
        </p:nvSpPr>
        <p:spPr>
          <a:xfrm>
            <a:off x="785974" y="4411581"/>
            <a:ext cx="72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6" name="矩形: 圆角 5">
            <a:extLst>
              <a:ext uri="{FF2B5EF4-FFF2-40B4-BE49-F238E27FC236}">
                <a16:creationId xmlns:a16="http://schemas.microsoft.com/office/drawing/2014/main" id="{A9EDADA6-51DE-A6F4-9D65-A2A946731806}"/>
              </a:ext>
            </a:extLst>
          </p:cNvPr>
          <p:cNvSpPr/>
          <p:nvPr/>
        </p:nvSpPr>
        <p:spPr>
          <a:xfrm>
            <a:off x="784079" y="4820181"/>
            <a:ext cx="72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7" name="矩形: 圆角 6">
            <a:extLst>
              <a:ext uri="{FF2B5EF4-FFF2-40B4-BE49-F238E27FC236}">
                <a16:creationId xmlns:a16="http://schemas.microsoft.com/office/drawing/2014/main" id="{E7C6F2D2-0C3E-707C-DBC1-FE27FF3C61BA}"/>
              </a:ext>
            </a:extLst>
          </p:cNvPr>
          <p:cNvSpPr/>
          <p:nvPr/>
        </p:nvSpPr>
        <p:spPr>
          <a:xfrm>
            <a:off x="784079" y="5228781"/>
            <a:ext cx="72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8" name="矩形: 圆角 7">
            <a:extLst>
              <a:ext uri="{FF2B5EF4-FFF2-40B4-BE49-F238E27FC236}">
                <a16:creationId xmlns:a16="http://schemas.microsoft.com/office/drawing/2014/main" id="{85623A42-16A6-602C-83C3-3C8F7B600D53}"/>
              </a:ext>
            </a:extLst>
          </p:cNvPr>
          <p:cNvSpPr/>
          <p:nvPr/>
        </p:nvSpPr>
        <p:spPr>
          <a:xfrm>
            <a:off x="1548415" y="4820181"/>
            <a:ext cx="72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9" name="矩形: 圆角 8">
            <a:extLst>
              <a:ext uri="{FF2B5EF4-FFF2-40B4-BE49-F238E27FC236}">
                <a16:creationId xmlns:a16="http://schemas.microsoft.com/office/drawing/2014/main" id="{F8E0EAAF-6528-B828-3CAE-6F3CABA14ACA}"/>
              </a:ext>
            </a:extLst>
          </p:cNvPr>
          <p:cNvSpPr/>
          <p:nvPr/>
        </p:nvSpPr>
        <p:spPr>
          <a:xfrm>
            <a:off x="1548415" y="5228781"/>
            <a:ext cx="72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10" name="矩形: 圆角 9">
            <a:extLst>
              <a:ext uri="{FF2B5EF4-FFF2-40B4-BE49-F238E27FC236}">
                <a16:creationId xmlns:a16="http://schemas.microsoft.com/office/drawing/2014/main" id="{68132CFB-F09F-C0D9-D627-AF12629EACC3}"/>
              </a:ext>
            </a:extLst>
          </p:cNvPr>
          <p:cNvSpPr/>
          <p:nvPr/>
        </p:nvSpPr>
        <p:spPr>
          <a:xfrm>
            <a:off x="4096763" y="4411581"/>
            <a:ext cx="72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1" name="矩形: 圆角 10">
            <a:extLst>
              <a:ext uri="{FF2B5EF4-FFF2-40B4-BE49-F238E27FC236}">
                <a16:creationId xmlns:a16="http://schemas.microsoft.com/office/drawing/2014/main" id="{79C77528-0F72-6C04-82C1-D6CACF1F1853}"/>
              </a:ext>
            </a:extLst>
          </p:cNvPr>
          <p:cNvSpPr/>
          <p:nvPr/>
        </p:nvSpPr>
        <p:spPr>
          <a:xfrm>
            <a:off x="4094868" y="4660881"/>
            <a:ext cx="72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2" name="矩形: 圆角 11">
            <a:extLst>
              <a:ext uri="{FF2B5EF4-FFF2-40B4-BE49-F238E27FC236}">
                <a16:creationId xmlns:a16="http://schemas.microsoft.com/office/drawing/2014/main" id="{C646DCCB-5721-2031-8798-9B5A9CEE0141}"/>
              </a:ext>
            </a:extLst>
          </p:cNvPr>
          <p:cNvSpPr/>
          <p:nvPr/>
        </p:nvSpPr>
        <p:spPr>
          <a:xfrm>
            <a:off x="4094868" y="5159481"/>
            <a:ext cx="72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3" name="矩形: 圆角 12">
            <a:extLst>
              <a:ext uri="{FF2B5EF4-FFF2-40B4-BE49-F238E27FC236}">
                <a16:creationId xmlns:a16="http://schemas.microsoft.com/office/drawing/2014/main" id="{DA7F826F-2505-2BB1-0337-957126B6BE8C}"/>
              </a:ext>
            </a:extLst>
          </p:cNvPr>
          <p:cNvSpPr/>
          <p:nvPr/>
        </p:nvSpPr>
        <p:spPr>
          <a:xfrm>
            <a:off x="4094868" y="4910181"/>
            <a:ext cx="72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4" name="矩形: 圆角 13">
            <a:extLst>
              <a:ext uri="{FF2B5EF4-FFF2-40B4-BE49-F238E27FC236}">
                <a16:creationId xmlns:a16="http://schemas.microsoft.com/office/drawing/2014/main" id="{4D36BC18-F6EF-E685-3419-1A6C89F2B15B}"/>
              </a:ext>
            </a:extLst>
          </p:cNvPr>
          <p:cNvSpPr/>
          <p:nvPr/>
        </p:nvSpPr>
        <p:spPr>
          <a:xfrm>
            <a:off x="4094868" y="5408781"/>
            <a:ext cx="72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5" name="文本框 14">
            <a:extLst>
              <a:ext uri="{FF2B5EF4-FFF2-40B4-BE49-F238E27FC236}">
                <a16:creationId xmlns:a16="http://schemas.microsoft.com/office/drawing/2014/main" id="{40FBFD0A-8E11-E36D-B89F-C5F8892CA549}"/>
              </a:ext>
            </a:extLst>
          </p:cNvPr>
          <p:cNvSpPr txBox="1"/>
          <p:nvPr/>
        </p:nvSpPr>
        <p:spPr>
          <a:xfrm>
            <a:off x="483860" y="5825192"/>
            <a:ext cx="2129109" cy="369332"/>
          </a:xfrm>
          <a:prstGeom prst="rect">
            <a:avLst/>
          </a:prstGeom>
          <a:noFill/>
        </p:spPr>
        <p:txBody>
          <a:bodyPr wrap="none" rtlCol="0">
            <a:spAutoFit/>
          </a:bodyPr>
          <a:lstStyle/>
          <a:p>
            <a:pPr algn="ctr"/>
            <a:r>
              <a:rPr lang="en-US" altLang="zh-CN" dirty="0"/>
              <a:t>Product Backlog</a:t>
            </a:r>
            <a:endParaRPr lang="zh-CN" altLang="en-US" dirty="0"/>
          </a:p>
        </p:txBody>
      </p:sp>
      <p:sp>
        <p:nvSpPr>
          <p:cNvPr id="16" name="文本框 15">
            <a:extLst>
              <a:ext uri="{FF2B5EF4-FFF2-40B4-BE49-F238E27FC236}">
                <a16:creationId xmlns:a16="http://schemas.microsoft.com/office/drawing/2014/main" id="{4262DDDD-FE14-AFB9-5B56-9B47A1F90D75}"/>
              </a:ext>
            </a:extLst>
          </p:cNvPr>
          <p:cNvSpPr txBox="1"/>
          <p:nvPr/>
        </p:nvSpPr>
        <p:spPr>
          <a:xfrm>
            <a:off x="3476875" y="5825192"/>
            <a:ext cx="1955985" cy="369332"/>
          </a:xfrm>
          <a:prstGeom prst="rect">
            <a:avLst/>
          </a:prstGeom>
          <a:noFill/>
        </p:spPr>
        <p:txBody>
          <a:bodyPr wrap="none" rtlCol="0">
            <a:spAutoFit/>
          </a:bodyPr>
          <a:lstStyle/>
          <a:p>
            <a:pPr algn="ctr"/>
            <a:r>
              <a:rPr lang="en-US" altLang="zh-CN" dirty="0"/>
              <a:t>Sprint Backlog</a:t>
            </a:r>
            <a:endParaRPr lang="zh-CN" altLang="en-US" dirty="0"/>
          </a:p>
        </p:txBody>
      </p:sp>
      <p:sp>
        <p:nvSpPr>
          <p:cNvPr id="19" name="文本框 18">
            <a:extLst>
              <a:ext uri="{FF2B5EF4-FFF2-40B4-BE49-F238E27FC236}">
                <a16:creationId xmlns:a16="http://schemas.microsoft.com/office/drawing/2014/main" id="{51C05E4B-16AF-EB18-51CD-5143A0C4944C}"/>
              </a:ext>
            </a:extLst>
          </p:cNvPr>
          <p:cNvSpPr txBox="1"/>
          <p:nvPr/>
        </p:nvSpPr>
        <p:spPr>
          <a:xfrm>
            <a:off x="9458581" y="5825192"/>
            <a:ext cx="1459054" cy="369332"/>
          </a:xfrm>
          <a:prstGeom prst="rect">
            <a:avLst/>
          </a:prstGeom>
          <a:noFill/>
        </p:spPr>
        <p:txBody>
          <a:bodyPr wrap="none" rtlCol="0">
            <a:spAutoFit/>
          </a:bodyPr>
          <a:lstStyle/>
          <a:p>
            <a:pPr algn="ctr"/>
            <a:r>
              <a:rPr lang="en-US" altLang="zh-CN" dirty="0"/>
              <a:t>Increment</a:t>
            </a:r>
            <a:endParaRPr lang="zh-CN" altLang="en-US" dirty="0"/>
          </a:p>
        </p:txBody>
      </p:sp>
      <p:grpSp>
        <p:nvGrpSpPr>
          <p:cNvPr id="24" name="组合 23">
            <a:extLst>
              <a:ext uri="{FF2B5EF4-FFF2-40B4-BE49-F238E27FC236}">
                <a16:creationId xmlns:a16="http://schemas.microsoft.com/office/drawing/2014/main" id="{CD92B576-D6F3-A678-7038-4ECEED11C852}"/>
              </a:ext>
            </a:extLst>
          </p:cNvPr>
          <p:cNvGrpSpPr/>
          <p:nvPr/>
        </p:nvGrpSpPr>
        <p:grpSpPr>
          <a:xfrm>
            <a:off x="2429688" y="1504950"/>
            <a:ext cx="1455375" cy="1455375"/>
            <a:chOff x="3153586" y="1504950"/>
            <a:chExt cx="1455375" cy="1455375"/>
          </a:xfrm>
        </p:grpSpPr>
        <p:sp>
          <p:nvSpPr>
            <p:cNvPr id="23" name="椭圆 22">
              <a:extLst>
                <a:ext uri="{FF2B5EF4-FFF2-40B4-BE49-F238E27FC236}">
                  <a16:creationId xmlns:a16="http://schemas.microsoft.com/office/drawing/2014/main" id="{7FCA4C26-6C76-5498-6301-373EADA1C481}"/>
                </a:ext>
              </a:extLst>
            </p:cNvPr>
            <p:cNvSpPr/>
            <p:nvPr/>
          </p:nvSpPr>
          <p:spPr>
            <a:xfrm>
              <a:off x="3153586" y="1504950"/>
              <a:ext cx="1455375" cy="1455375"/>
            </a:xfrm>
            <a:prstGeom prst="ellipse">
              <a:avLst/>
            </a:prstGeom>
            <a:ln>
              <a:noFill/>
            </a:ln>
          </p:spPr>
          <p:style>
            <a:lnRef idx="1">
              <a:schemeClr val="accent3"/>
            </a:lnRef>
            <a:fillRef idx="2">
              <a:schemeClr val="accent3"/>
            </a:fillRef>
            <a:effectRef idx="1">
              <a:schemeClr val="accent3"/>
            </a:effectRef>
            <a:fontRef idx="minor">
              <a:schemeClr val="dk1"/>
            </a:fontRef>
          </p:style>
          <p:txBody>
            <a:bodyPr rtlCol="0" anchor="ctr"/>
            <a:lstStyle/>
            <a:p>
              <a:pPr algn="ctr"/>
              <a:endParaRPr lang="zh-CN" altLang="en-US"/>
            </a:p>
          </p:txBody>
        </p:sp>
        <p:pic>
          <p:nvPicPr>
            <p:cNvPr id="21" name="图形 20" descr="人群">
              <a:extLst>
                <a:ext uri="{FF2B5EF4-FFF2-40B4-BE49-F238E27FC236}">
                  <a16:creationId xmlns:a16="http://schemas.microsoft.com/office/drawing/2014/main" id="{07EF8178-A701-AF3F-CF35-038AD2E82CF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424073" y="1775437"/>
              <a:ext cx="914400" cy="914400"/>
            </a:xfrm>
            <a:prstGeom prst="rect">
              <a:avLst/>
            </a:prstGeom>
          </p:spPr>
        </p:pic>
      </p:grpSp>
      <p:grpSp>
        <p:nvGrpSpPr>
          <p:cNvPr id="25" name="组合 24">
            <a:extLst>
              <a:ext uri="{FF2B5EF4-FFF2-40B4-BE49-F238E27FC236}">
                <a16:creationId xmlns:a16="http://schemas.microsoft.com/office/drawing/2014/main" id="{AB9D6BBD-8EB7-023F-EEDF-42196F56DF46}"/>
              </a:ext>
            </a:extLst>
          </p:cNvPr>
          <p:cNvGrpSpPr/>
          <p:nvPr/>
        </p:nvGrpSpPr>
        <p:grpSpPr>
          <a:xfrm>
            <a:off x="8646861" y="1504950"/>
            <a:ext cx="1455375" cy="1455375"/>
            <a:chOff x="3153586" y="1504950"/>
            <a:chExt cx="1455375" cy="1455375"/>
          </a:xfrm>
        </p:grpSpPr>
        <p:sp>
          <p:nvSpPr>
            <p:cNvPr id="26" name="椭圆 25">
              <a:extLst>
                <a:ext uri="{FF2B5EF4-FFF2-40B4-BE49-F238E27FC236}">
                  <a16:creationId xmlns:a16="http://schemas.microsoft.com/office/drawing/2014/main" id="{9471551D-6BA1-BFCA-572B-67E1375C6774}"/>
                </a:ext>
              </a:extLst>
            </p:cNvPr>
            <p:cNvSpPr/>
            <p:nvPr/>
          </p:nvSpPr>
          <p:spPr>
            <a:xfrm>
              <a:off x="3153586" y="1504950"/>
              <a:ext cx="1455375" cy="1455375"/>
            </a:xfrm>
            <a:prstGeom prst="ellipse">
              <a:avLst/>
            </a:prstGeom>
            <a:ln>
              <a:noFill/>
            </a:ln>
          </p:spPr>
          <p:style>
            <a:lnRef idx="1">
              <a:schemeClr val="accent3"/>
            </a:lnRef>
            <a:fillRef idx="2">
              <a:schemeClr val="accent3"/>
            </a:fillRef>
            <a:effectRef idx="1">
              <a:schemeClr val="accent3"/>
            </a:effectRef>
            <a:fontRef idx="minor">
              <a:schemeClr val="dk1"/>
            </a:fontRef>
          </p:style>
          <p:txBody>
            <a:bodyPr rtlCol="0" anchor="ctr"/>
            <a:lstStyle/>
            <a:p>
              <a:pPr algn="ctr"/>
              <a:endParaRPr lang="zh-CN" altLang="en-US"/>
            </a:p>
          </p:txBody>
        </p:sp>
        <p:pic>
          <p:nvPicPr>
            <p:cNvPr id="27" name="图形 26" descr="人群">
              <a:extLst>
                <a:ext uri="{FF2B5EF4-FFF2-40B4-BE49-F238E27FC236}">
                  <a16:creationId xmlns:a16="http://schemas.microsoft.com/office/drawing/2014/main" id="{6DDA19B8-1CA0-EE92-D395-17E7F6C9B78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424073" y="1775437"/>
              <a:ext cx="914400" cy="914400"/>
            </a:xfrm>
            <a:prstGeom prst="rect">
              <a:avLst/>
            </a:prstGeom>
          </p:spPr>
        </p:pic>
      </p:grpSp>
      <p:sp>
        <p:nvSpPr>
          <p:cNvPr id="28" name="文本框 27">
            <a:extLst>
              <a:ext uri="{FF2B5EF4-FFF2-40B4-BE49-F238E27FC236}">
                <a16:creationId xmlns:a16="http://schemas.microsoft.com/office/drawing/2014/main" id="{5EA054E3-2D8B-30EB-1FB9-D427AB4834B5}"/>
              </a:ext>
            </a:extLst>
          </p:cNvPr>
          <p:cNvSpPr txBox="1"/>
          <p:nvPr/>
        </p:nvSpPr>
        <p:spPr>
          <a:xfrm>
            <a:off x="1847561" y="3023132"/>
            <a:ext cx="2619628" cy="369332"/>
          </a:xfrm>
          <a:prstGeom prst="rect">
            <a:avLst/>
          </a:prstGeom>
          <a:noFill/>
        </p:spPr>
        <p:txBody>
          <a:bodyPr wrap="none" rtlCol="0">
            <a:spAutoFit/>
          </a:bodyPr>
          <a:lstStyle/>
          <a:p>
            <a:pPr algn="ctr"/>
            <a:r>
              <a:rPr lang="en-US" altLang="zh-CN" dirty="0"/>
              <a:t>Daily Scrum Meeting</a:t>
            </a:r>
            <a:endParaRPr lang="zh-CN" altLang="en-US" dirty="0"/>
          </a:p>
        </p:txBody>
      </p:sp>
      <p:sp>
        <p:nvSpPr>
          <p:cNvPr id="29" name="文本框 28">
            <a:extLst>
              <a:ext uri="{FF2B5EF4-FFF2-40B4-BE49-F238E27FC236}">
                <a16:creationId xmlns:a16="http://schemas.microsoft.com/office/drawing/2014/main" id="{A99EDA19-CDB9-E837-B15A-D53478C112FE}"/>
              </a:ext>
            </a:extLst>
          </p:cNvPr>
          <p:cNvSpPr txBox="1"/>
          <p:nvPr/>
        </p:nvSpPr>
        <p:spPr>
          <a:xfrm>
            <a:off x="8454264" y="3023132"/>
            <a:ext cx="1840568" cy="369332"/>
          </a:xfrm>
          <a:prstGeom prst="rect">
            <a:avLst/>
          </a:prstGeom>
          <a:noFill/>
        </p:spPr>
        <p:txBody>
          <a:bodyPr wrap="none" rtlCol="0">
            <a:spAutoFit/>
          </a:bodyPr>
          <a:lstStyle/>
          <a:p>
            <a:pPr algn="ctr"/>
            <a:r>
              <a:rPr lang="en-US" altLang="zh-CN" dirty="0"/>
              <a:t>Retrospective</a:t>
            </a:r>
            <a:endParaRPr lang="zh-CN" altLang="en-US" dirty="0"/>
          </a:p>
        </p:txBody>
      </p:sp>
      <p:sp>
        <p:nvSpPr>
          <p:cNvPr id="54" name="文本框 53">
            <a:extLst>
              <a:ext uri="{FF2B5EF4-FFF2-40B4-BE49-F238E27FC236}">
                <a16:creationId xmlns:a16="http://schemas.microsoft.com/office/drawing/2014/main" id="{8CB15623-04C7-DD26-E5DC-1D79846BF18D}"/>
              </a:ext>
            </a:extLst>
          </p:cNvPr>
          <p:cNvSpPr txBox="1"/>
          <p:nvPr/>
        </p:nvSpPr>
        <p:spPr>
          <a:xfrm>
            <a:off x="6291701" y="3999511"/>
            <a:ext cx="1669047" cy="646331"/>
          </a:xfrm>
          <a:prstGeom prst="rect">
            <a:avLst/>
          </a:prstGeom>
          <a:noFill/>
        </p:spPr>
        <p:txBody>
          <a:bodyPr wrap="none" rtlCol="0">
            <a:spAutoFit/>
          </a:bodyPr>
          <a:lstStyle/>
          <a:p>
            <a:pPr algn="ctr"/>
            <a:r>
              <a:rPr lang="en-US" altLang="zh-CN" dirty="0"/>
              <a:t>Sprint</a:t>
            </a:r>
          </a:p>
          <a:p>
            <a:pPr algn="ctr"/>
            <a:r>
              <a:rPr lang="en-US" altLang="zh-CN" dirty="0"/>
              <a:t>2 to 4 weeks</a:t>
            </a:r>
            <a:endParaRPr lang="zh-CN" altLang="en-US" dirty="0"/>
          </a:p>
        </p:txBody>
      </p:sp>
      <p:sp>
        <p:nvSpPr>
          <p:cNvPr id="2075" name="任意多边形: 形状 2074">
            <a:extLst>
              <a:ext uri="{FF2B5EF4-FFF2-40B4-BE49-F238E27FC236}">
                <a16:creationId xmlns:a16="http://schemas.microsoft.com/office/drawing/2014/main" id="{581CF433-7D6E-1FE3-6AA0-7BB4DBB921F9}"/>
              </a:ext>
            </a:extLst>
          </p:cNvPr>
          <p:cNvSpPr/>
          <p:nvPr/>
        </p:nvSpPr>
        <p:spPr>
          <a:xfrm>
            <a:off x="5648688" y="2099582"/>
            <a:ext cx="2955073" cy="3614972"/>
          </a:xfrm>
          <a:custGeom>
            <a:avLst/>
            <a:gdLst>
              <a:gd name="csX0" fmla="*/ 1350132 w 2955073"/>
              <a:gd name="csY0" fmla="*/ 1222504 h 3614972"/>
              <a:gd name="csX1" fmla="*/ 1354318 w 2955073"/>
              <a:gd name="csY1" fmla="*/ 1222504 h 3614972"/>
              <a:gd name="csX2" fmla="*/ 1352225 w 2955073"/>
              <a:gd name="csY2" fmla="*/ 1222715 h 3614972"/>
              <a:gd name="csX3" fmla="*/ 1352225 w 2955073"/>
              <a:gd name="csY3" fmla="*/ 0 h 3614972"/>
              <a:gd name="csX4" fmla="*/ 1951161 w 2955073"/>
              <a:gd name="csY4" fmla="*/ 488147 h 3614972"/>
              <a:gd name="csX5" fmla="*/ 1953857 w 2955073"/>
              <a:gd name="csY5" fmla="*/ 514883 h 3614972"/>
              <a:gd name="csX6" fmla="*/ 2096086 w 2955073"/>
              <a:gd name="csY6" fmla="*/ 538338 h 3614972"/>
              <a:gd name="csX7" fmla="*/ 1949118 w 2955073"/>
              <a:gd name="csY7" fmla="*/ 741149 h 3614972"/>
              <a:gd name="csX8" fmla="*/ 1859910 w 2955073"/>
              <a:gd name="csY8" fmla="*/ 864253 h 3614972"/>
              <a:gd name="csX9" fmla="*/ 1820895 w 2955073"/>
              <a:gd name="csY9" fmla="*/ 738223 h 3614972"/>
              <a:gd name="csX10" fmla="*/ 1740883 w 2955073"/>
              <a:gd name="csY10" fmla="*/ 479763 h 3614972"/>
              <a:gd name="csX11" fmla="*/ 1823665 w 2955073"/>
              <a:gd name="csY11" fmla="*/ 493414 h 3614972"/>
              <a:gd name="csX12" fmla="*/ 1801377 w 2955073"/>
              <a:gd name="csY12" fmla="*/ 421616 h 3614972"/>
              <a:gd name="csX13" fmla="*/ 1352225 w 2955073"/>
              <a:gd name="csY13" fmla="*/ 123898 h 3614972"/>
              <a:gd name="csX14" fmla="*/ 864766 w 2955073"/>
              <a:gd name="csY14" fmla="*/ 611357 h 3614972"/>
              <a:gd name="csX15" fmla="*/ 991399 w 2955073"/>
              <a:gd name="csY15" fmla="*/ 939114 h 3614972"/>
              <a:gd name="csX16" fmla="*/ 1049300 w 2955073"/>
              <a:gd name="csY16" fmla="*/ 989255 h 3614972"/>
              <a:gd name="csX17" fmla="*/ 1197738 w 2955073"/>
              <a:gd name="csY17" fmla="*/ 952112 h 3614972"/>
              <a:gd name="csX18" fmla="*/ 1409085 w 2955073"/>
              <a:gd name="csY18" fmla="*/ 934793 h 3614972"/>
              <a:gd name="csX19" fmla="*/ 2692475 w 2955073"/>
              <a:gd name="csY19" fmla="*/ 2218183 h 3614972"/>
              <a:gd name="csX20" fmla="*/ 2126641 w 2955073"/>
              <a:gd name="csY20" fmla="*/ 3282390 h 3614972"/>
              <a:gd name="csX21" fmla="*/ 2112515 w 2955073"/>
              <a:gd name="csY21" fmla="*/ 3290972 h 3614972"/>
              <a:gd name="csX22" fmla="*/ 2739073 w 2955073"/>
              <a:gd name="csY22" fmla="*/ 3290972 h 3614972"/>
              <a:gd name="csX23" fmla="*/ 2739073 w 2955073"/>
              <a:gd name="csY23" fmla="*/ 3182972 h 3614972"/>
              <a:gd name="csX24" fmla="*/ 2955073 w 2955073"/>
              <a:gd name="csY24" fmla="*/ 3398972 h 3614972"/>
              <a:gd name="csX25" fmla="*/ 2739073 w 2955073"/>
              <a:gd name="csY25" fmla="*/ 3614972 h 3614972"/>
              <a:gd name="csX26" fmla="*/ 2739073 w 2955073"/>
              <a:gd name="csY26" fmla="*/ 3506972 h 3614972"/>
              <a:gd name="csX27" fmla="*/ 228975 w 2955073"/>
              <a:gd name="csY27" fmla="*/ 3506972 h 3614972"/>
              <a:gd name="csX28" fmla="*/ 228975 w 2955073"/>
              <a:gd name="csY28" fmla="*/ 3290972 h 3614972"/>
              <a:gd name="csX29" fmla="*/ 705655 w 2955073"/>
              <a:gd name="csY29" fmla="*/ 3290972 h 3614972"/>
              <a:gd name="csX30" fmla="*/ 797344 w 2955073"/>
              <a:gd name="csY30" fmla="*/ 3346675 h 3614972"/>
              <a:gd name="csX31" fmla="*/ 797370 w 2955073"/>
              <a:gd name="csY31" fmla="*/ 3346687 h 3614972"/>
              <a:gd name="csX32" fmla="*/ 902346 w 2955073"/>
              <a:gd name="csY32" fmla="*/ 3397653 h 3614972"/>
              <a:gd name="csX33" fmla="*/ 924218 w 2955073"/>
              <a:gd name="csY33" fmla="*/ 3405889 h 3614972"/>
              <a:gd name="csX34" fmla="*/ 938497 w 2955073"/>
              <a:gd name="csY34" fmla="*/ 3412553 h 3614972"/>
              <a:gd name="csX35" fmla="*/ 963212 w 2955073"/>
              <a:gd name="csY35" fmla="*/ 3420571 h 3614972"/>
              <a:gd name="csX36" fmla="*/ 1012414 w 2955073"/>
              <a:gd name="csY36" fmla="*/ 3439098 h 3614972"/>
              <a:gd name="csX37" fmla="*/ 1063057 w 2955073"/>
              <a:gd name="csY37" fmla="*/ 3452965 h 3614972"/>
              <a:gd name="csX38" fmla="*/ 1088345 w 2955073"/>
              <a:gd name="csY38" fmla="*/ 3461169 h 3614972"/>
              <a:gd name="csX39" fmla="*/ 1103866 w 2955073"/>
              <a:gd name="csY39" fmla="*/ 3464139 h 3614972"/>
              <a:gd name="csX40" fmla="*/ 1127019 w 2955073"/>
              <a:gd name="csY40" fmla="*/ 3470478 h 3614972"/>
              <a:gd name="csX41" fmla="*/ 1245621 w 2955073"/>
              <a:gd name="csY41" fmla="*/ 3491261 h 3614972"/>
              <a:gd name="csX42" fmla="*/ 1245627 w 2955073"/>
              <a:gd name="csY42" fmla="*/ 3491262 h 3614972"/>
              <a:gd name="csX43" fmla="*/ 1409084 w 2955073"/>
              <a:gd name="csY43" fmla="*/ 3501573 h 3614972"/>
              <a:gd name="csX44" fmla="*/ 1409085 w 2955073"/>
              <a:gd name="csY44" fmla="*/ 3501573 h 3614972"/>
              <a:gd name="csX45" fmla="*/ 1245628 w 2955073"/>
              <a:gd name="csY45" fmla="*/ 3491262 h 3614972"/>
              <a:gd name="csX46" fmla="*/ 1245621 w 2955073"/>
              <a:gd name="csY46" fmla="*/ 3491261 h 3614972"/>
              <a:gd name="csX47" fmla="*/ 1103866 w 2955073"/>
              <a:gd name="csY47" fmla="*/ 3464139 h 3614972"/>
              <a:gd name="csX48" fmla="*/ 1063057 w 2955073"/>
              <a:gd name="csY48" fmla="*/ 3452965 h 3614972"/>
              <a:gd name="csX49" fmla="*/ 963212 w 2955073"/>
              <a:gd name="csY49" fmla="*/ 3420571 h 3614972"/>
              <a:gd name="csX50" fmla="*/ 924218 w 2955073"/>
              <a:gd name="csY50" fmla="*/ 3405889 h 3614972"/>
              <a:gd name="csX51" fmla="*/ 797370 w 2955073"/>
              <a:gd name="csY51" fmla="*/ 3346687 h 3614972"/>
              <a:gd name="csX52" fmla="*/ 797345 w 2955073"/>
              <a:gd name="csY52" fmla="*/ 3346675 h 3614972"/>
              <a:gd name="csX53" fmla="*/ 705656 w 2955073"/>
              <a:gd name="csY53" fmla="*/ 3290972 h 3614972"/>
              <a:gd name="csX54" fmla="*/ 1266550 w 2955073"/>
              <a:gd name="csY54" fmla="*/ 3290972 h 3614972"/>
              <a:gd name="csX55" fmla="*/ 1551619 w 2955073"/>
              <a:gd name="csY55" fmla="*/ 3290972 h 3614972"/>
              <a:gd name="csX56" fmla="*/ 1627393 w 2955073"/>
              <a:gd name="csY56" fmla="*/ 3279408 h 3614972"/>
              <a:gd name="csX57" fmla="*/ 2492316 w 2955073"/>
              <a:gd name="csY57" fmla="*/ 2218183 h 3614972"/>
              <a:gd name="csX58" fmla="*/ 1409084 w 2955073"/>
              <a:gd name="csY58" fmla="*/ 1134951 h 3614972"/>
              <a:gd name="csX59" fmla="*/ 374552 w 2955073"/>
              <a:gd name="csY59" fmla="*/ 1896063 h 3614972"/>
              <a:gd name="csX60" fmla="*/ 362067 w 2955073"/>
              <a:gd name="csY60" fmla="*/ 1944618 h 3614972"/>
              <a:gd name="csX61" fmla="*/ 520755 w 2955073"/>
              <a:gd name="csY61" fmla="*/ 1962116 h 3614972"/>
              <a:gd name="csX62" fmla="*/ 329117 w 2955073"/>
              <a:gd name="csY62" fmla="*/ 2282824 h 3614972"/>
              <a:gd name="csX63" fmla="*/ 197575 w 2955073"/>
              <a:gd name="csY63" fmla="*/ 2502959 h 3614972"/>
              <a:gd name="csX64" fmla="*/ 129696 w 2955073"/>
              <a:gd name="csY64" fmla="*/ 2297420 h 3614972"/>
              <a:gd name="csX65" fmla="*/ 0 w 2955073"/>
              <a:gd name="csY65" fmla="*/ 1904695 h 3614972"/>
              <a:gd name="csX66" fmla="*/ 161297 w 2955073"/>
              <a:gd name="csY66" fmla="*/ 1922481 h 3614972"/>
              <a:gd name="csX67" fmla="*/ 183394 w 2955073"/>
              <a:gd name="csY67" fmla="*/ 1836542 h 3614972"/>
              <a:gd name="csX68" fmla="*/ 811034 w 2955073"/>
              <a:gd name="csY68" fmla="*/ 1082363 h 3614972"/>
              <a:gd name="csX69" fmla="*/ 914998 w 2955073"/>
              <a:gd name="csY69" fmla="*/ 1037674 h 3614972"/>
              <a:gd name="csX70" fmla="*/ 845279 w 2955073"/>
              <a:gd name="csY70" fmla="*/ 953173 h 3614972"/>
              <a:gd name="csX71" fmla="*/ 740868 w 2955073"/>
              <a:gd name="csY71" fmla="*/ 611357 h 3614972"/>
              <a:gd name="csX72" fmla="*/ 1352225 w 2955073"/>
              <a:gd name="csY72" fmla="*/ 0 h 36149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Lst>
            <a:rect l="l" t="t" r="r" b="b"/>
            <a:pathLst>
              <a:path w="2955073" h="3614972">
                <a:moveTo>
                  <a:pt x="1350132" y="1222504"/>
                </a:moveTo>
                <a:lnTo>
                  <a:pt x="1354318" y="1222504"/>
                </a:lnTo>
                <a:lnTo>
                  <a:pt x="1352225" y="1222715"/>
                </a:lnTo>
                <a:close/>
                <a:moveTo>
                  <a:pt x="1352225" y="0"/>
                </a:moveTo>
                <a:cubicBezTo>
                  <a:pt x="1647663" y="0"/>
                  <a:pt x="1894155" y="209562"/>
                  <a:pt x="1951161" y="488147"/>
                </a:cubicBezTo>
                <a:lnTo>
                  <a:pt x="1953857" y="514883"/>
                </a:lnTo>
                <a:lnTo>
                  <a:pt x="2096086" y="538338"/>
                </a:lnTo>
                <a:lnTo>
                  <a:pt x="1949118" y="741149"/>
                </a:lnTo>
                <a:lnTo>
                  <a:pt x="1859910" y="864253"/>
                </a:lnTo>
                <a:lnTo>
                  <a:pt x="1820895" y="738223"/>
                </a:lnTo>
                <a:lnTo>
                  <a:pt x="1740883" y="479763"/>
                </a:lnTo>
                <a:lnTo>
                  <a:pt x="1823665" y="493414"/>
                </a:lnTo>
                <a:lnTo>
                  <a:pt x="1801377" y="421616"/>
                </a:lnTo>
                <a:cubicBezTo>
                  <a:pt x="1727377" y="246660"/>
                  <a:pt x="1554137" y="123898"/>
                  <a:pt x="1352225" y="123898"/>
                </a:cubicBezTo>
                <a:cubicBezTo>
                  <a:pt x="1083009" y="123898"/>
                  <a:pt x="864766" y="342141"/>
                  <a:pt x="864766" y="611357"/>
                </a:cubicBezTo>
                <a:cubicBezTo>
                  <a:pt x="864766" y="737552"/>
                  <a:pt x="912720" y="852547"/>
                  <a:pt x="991399" y="939114"/>
                </a:cubicBezTo>
                <a:lnTo>
                  <a:pt x="1049300" y="989255"/>
                </a:lnTo>
                <a:lnTo>
                  <a:pt x="1197738" y="952112"/>
                </a:lnTo>
                <a:cubicBezTo>
                  <a:pt x="1266495" y="940720"/>
                  <a:pt x="1337098" y="934793"/>
                  <a:pt x="1409085" y="934793"/>
                </a:cubicBezTo>
                <a:cubicBezTo>
                  <a:pt x="2117882" y="934793"/>
                  <a:pt x="2692475" y="1509386"/>
                  <a:pt x="2692475" y="2218183"/>
                </a:cubicBezTo>
                <a:cubicBezTo>
                  <a:pt x="2692475" y="2661181"/>
                  <a:pt x="2468025" y="3051756"/>
                  <a:pt x="2126641" y="3282390"/>
                </a:cubicBezTo>
                <a:lnTo>
                  <a:pt x="2112515" y="3290972"/>
                </a:lnTo>
                <a:lnTo>
                  <a:pt x="2739073" y="3290972"/>
                </a:lnTo>
                <a:lnTo>
                  <a:pt x="2739073" y="3182972"/>
                </a:lnTo>
                <a:lnTo>
                  <a:pt x="2955073" y="3398972"/>
                </a:lnTo>
                <a:lnTo>
                  <a:pt x="2739073" y="3614972"/>
                </a:lnTo>
                <a:lnTo>
                  <a:pt x="2739073" y="3506972"/>
                </a:lnTo>
                <a:lnTo>
                  <a:pt x="228975" y="3506972"/>
                </a:lnTo>
                <a:lnTo>
                  <a:pt x="228975" y="3290972"/>
                </a:lnTo>
                <a:lnTo>
                  <a:pt x="705655" y="3290972"/>
                </a:lnTo>
                <a:lnTo>
                  <a:pt x="797344" y="3346675"/>
                </a:lnTo>
                <a:lnTo>
                  <a:pt x="797370" y="3346687"/>
                </a:lnTo>
                <a:lnTo>
                  <a:pt x="902346" y="3397653"/>
                </a:lnTo>
                <a:lnTo>
                  <a:pt x="924218" y="3405889"/>
                </a:lnTo>
                <a:lnTo>
                  <a:pt x="938497" y="3412553"/>
                </a:lnTo>
                <a:lnTo>
                  <a:pt x="963212" y="3420571"/>
                </a:lnTo>
                <a:lnTo>
                  <a:pt x="1012414" y="3439098"/>
                </a:lnTo>
                <a:lnTo>
                  <a:pt x="1063057" y="3452965"/>
                </a:lnTo>
                <a:lnTo>
                  <a:pt x="1088345" y="3461169"/>
                </a:lnTo>
                <a:lnTo>
                  <a:pt x="1103866" y="3464139"/>
                </a:lnTo>
                <a:lnTo>
                  <a:pt x="1127019" y="3470478"/>
                </a:lnTo>
                <a:lnTo>
                  <a:pt x="1245621" y="3491261"/>
                </a:lnTo>
                <a:lnTo>
                  <a:pt x="1245627" y="3491262"/>
                </a:lnTo>
                <a:cubicBezTo>
                  <a:pt x="1299154" y="3498066"/>
                  <a:pt x="1353710" y="3501573"/>
                  <a:pt x="1409084" y="3501573"/>
                </a:cubicBezTo>
                <a:lnTo>
                  <a:pt x="1409085" y="3501573"/>
                </a:lnTo>
                <a:lnTo>
                  <a:pt x="1245628" y="3491262"/>
                </a:lnTo>
                <a:lnTo>
                  <a:pt x="1245621" y="3491261"/>
                </a:lnTo>
                <a:lnTo>
                  <a:pt x="1103866" y="3464139"/>
                </a:lnTo>
                <a:lnTo>
                  <a:pt x="1063057" y="3452965"/>
                </a:lnTo>
                <a:lnTo>
                  <a:pt x="963212" y="3420571"/>
                </a:lnTo>
                <a:lnTo>
                  <a:pt x="924218" y="3405889"/>
                </a:lnTo>
                <a:lnTo>
                  <a:pt x="797370" y="3346687"/>
                </a:lnTo>
                <a:lnTo>
                  <a:pt x="797345" y="3346675"/>
                </a:lnTo>
                <a:lnTo>
                  <a:pt x="705656" y="3290972"/>
                </a:lnTo>
                <a:lnTo>
                  <a:pt x="1266550" y="3290972"/>
                </a:lnTo>
                <a:lnTo>
                  <a:pt x="1551619" y="3290972"/>
                </a:lnTo>
                <a:lnTo>
                  <a:pt x="1627393" y="3279408"/>
                </a:lnTo>
                <a:cubicBezTo>
                  <a:pt x="2121004" y="3178401"/>
                  <a:pt x="2492316" y="2741655"/>
                  <a:pt x="2492316" y="2218183"/>
                </a:cubicBezTo>
                <a:cubicBezTo>
                  <a:pt x="2492316" y="1619930"/>
                  <a:pt x="2007337" y="1134951"/>
                  <a:pt x="1409084" y="1134951"/>
                </a:cubicBezTo>
                <a:cubicBezTo>
                  <a:pt x="923004" y="1134951"/>
                  <a:pt x="511702" y="1455113"/>
                  <a:pt x="374552" y="1896063"/>
                </a:cubicBezTo>
                <a:lnTo>
                  <a:pt x="362067" y="1944618"/>
                </a:lnTo>
                <a:lnTo>
                  <a:pt x="520755" y="1962116"/>
                </a:lnTo>
                <a:lnTo>
                  <a:pt x="329117" y="2282824"/>
                </a:lnTo>
                <a:lnTo>
                  <a:pt x="197575" y="2502959"/>
                </a:lnTo>
                <a:lnTo>
                  <a:pt x="129696" y="2297420"/>
                </a:lnTo>
                <a:lnTo>
                  <a:pt x="0" y="1904695"/>
                </a:lnTo>
                <a:lnTo>
                  <a:pt x="161297" y="1922481"/>
                </a:lnTo>
                <a:lnTo>
                  <a:pt x="183394" y="1836542"/>
                </a:lnTo>
                <a:cubicBezTo>
                  <a:pt x="284951" y="1510025"/>
                  <a:pt x="513388" y="1239408"/>
                  <a:pt x="811034" y="1082363"/>
                </a:cubicBezTo>
                <a:lnTo>
                  <a:pt x="914998" y="1037674"/>
                </a:lnTo>
                <a:lnTo>
                  <a:pt x="845279" y="953173"/>
                </a:lnTo>
                <a:cubicBezTo>
                  <a:pt x="779360" y="855599"/>
                  <a:pt x="740868" y="737973"/>
                  <a:pt x="740868" y="611357"/>
                </a:cubicBezTo>
                <a:cubicBezTo>
                  <a:pt x="740868" y="273714"/>
                  <a:pt x="1014582" y="0"/>
                  <a:pt x="1352225" y="0"/>
                </a:cubicBezTo>
                <a:close/>
              </a:path>
            </a:pathLst>
          </a:cu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2076" name="箭头: 右 2075">
            <a:extLst>
              <a:ext uri="{FF2B5EF4-FFF2-40B4-BE49-F238E27FC236}">
                <a16:creationId xmlns:a16="http://schemas.microsoft.com/office/drawing/2014/main" id="{5A9E423A-5D87-EE68-FE2B-87AA1D1BC6CE}"/>
              </a:ext>
            </a:extLst>
          </p:cNvPr>
          <p:cNvSpPr/>
          <p:nvPr/>
        </p:nvSpPr>
        <p:spPr>
          <a:xfrm>
            <a:off x="2797375" y="5003059"/>
            <a:ext cx="720000" cy="360000"/>
          </a:xfrm>
          <a:prstGeom prst="rightArrow">
            <a:avLst/>
          </a:prstGeom>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2077" name="文本框 2076">
            <a:extLst>
              <a:ext uri="{FF2B5EF4-FFF2-40B4-BE49-F238E27FC236}">
                <a16:creationId xmlns:a16="http://schemas.microsoft.com/office/drawing/2014/main" id="{A3FFB23E-4458-EE53-9B4F-78D23F2375CA}"/>
              </a:ext>
            </a:extLst>
          </p:cNvPr>
          <p:cNvSpPr txBox="1"/>
          <p:nvPr/>
        </p:nvSpPr>
        <p:spPr>
          <a:xfrm>
            <a:off x="6504970" y="2514197"/>
            <a:ext cx="979755" cy="338554"/>
          </a:xfrm>
          <a:prstGeom prst="rect">
            <a:avLst/>
          </a:prstGeom>
          <a:noFill/>
        </p:spPr>
        <p:txBody>
          <a:bodyPr wrap="none" rtlCol="0">
            <a:spAutoFit/>
          </a:bodyPr>
          <a:lstStyle/>
          <a:p>
            <a:pPr algn="ctr"/>
            <a:r>
              <a:rPr lang="en-US" altLang="zh-CN" sz="1600" dirty="0"/>
              <a:t>24 hour</a:t>
            </a:r>
            <a:endParaRPr lang="zh-CN" altLang="en-US" sz="1600" dirty="0"/>
          </a:p>
        </p:txBody>
      </p:sp>
      <p:sp>
        <p:nvSpPr>
          <p:cNvPr id="2078" name="立方体 2077">
            <a:extLst>
              <a:ext uri="{FF2B5EF4-FFF2-40B4-BE49-F238E27FC236}">
                <a16:creationId xmlns:a16="http://schemas.microsoft.com/office/drawing/2014/main" id="{872FED69-AD78-A5FE-3A99-1DFEEBDAED6A}"/>
              </a:ext>
            </a:extLst>
          </p:cNvPr>
          <p:cNvSpPr/>
          <p:nvPr/>
        </p:nvSpPr>
        <p:spPr>
          <a:xfrm>
            <a:off x="9743585" y="5228781"/>
            <a:ext cx="900000" cy="360000"/>
          </a:xfrm>
          <a:prstGeom prst="cube">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98063656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8376403-9490-E546-9A60-15472BC68971}"/>
              </a:ext>
            </a:extLst>
          </p:cNvPr>
          <p:cNvSpPr>
            <a:spLocks noGrp="1"/>
          </p:cNvSpPr>
          <p:nvPr>
            <p:ph type="title"/>
          </p:nvPr>
        </p:nvSpPr>
        <p:spPr>
          <a:xfrm>
            <a:off x="696000" y="360000"/>
            <a:ext cx="10800000" cy="424732"/>
          </a:xfrm>
        </p:spPr>
        <p:txBody>
          <a:bodyPr>
            <a:normAutofit/>
          </a:bodyPr>
          <a:lstStyle/>
          <a:p>
            <a:r>
              <a:rPr lang="zh-CN" altLang="en-US" dirty="0"/>
              <a:t>鱼骨图 </a:t>
            </a:r>
            <a:r>
              <a:rPr lang="en-US" altLang="zh-CN" dirty="0"/>
              <a:t>Fishbone Diagram</a:t>
            </a:r>
            <a:endParaRPr lang="zh-CN" altLang="en-US" dirty="0"/>
          </a:p>
        </p:txBody>
      </p:sp>
      <p:sp>
        <p:nvSpPr>
          <p:cNvPr id="3" name="内容占位符 2">
            <a:extLst>
              <a:ext uri="{FF2B5EF4-FFF2-40B4-BE49-F238E27FC236}">
                <a16:creationId xmlns:a16="http://schemas.microsoft.com/office/drawing/2014/main" id="{41920068-70E0-6FFB-2FD8-C740C5268823}"/>
              </a:ext>
            </a:extLst>
          </p:cNvPr>
          <p:cNvSpPr>
            <a:spLocks noGrp="1"/>
          </p:cNvSpPr>
          <p:nvPr>
            <p:ph idx="1"/>
          </p:nvPr>
        </p:nvSpPr>
        <p:spPr>
          <a:xfrm>
            <a:off x="696000" y="1080000"/>
            <a:ext cx="10800000" cy="5112000"/>
          </a:xfrm>
        </p:spPr>
        <p:txBody>
          <a:bodyPr/>
          <a:lstStyle/>
          <a:p>
            <a:r>
              <a:rPr lang="zh-CN" altLang="en-US" strike="sngStrike" dirty="0"/>
              <a:t>发明者 </a:t>
            </a:r>
            <a:r>
              <a:rPr lang="en-US" altLang="zh-CN" strike="sngStrike" dirty="0"/>
              <a:t>Kaoru Ishikawa</a:t>
            </a:r>
            <a:endParaRPr lang="zh-CN" altLang="en-US" strike="sngStrike" dirty="0"/>
          </a:p>
          <a:p>
            <a:r>
              <a:rPr lang="zh-CN" altLang="en-US" strike="sngStrike" dirty="0"/>
              <a:t>也称因果图、石川图</a:t>
            </a:r>
            <a:endParaRPr lang="en-US" altLang="zh-CN" strike="sngStrike" dirty="0"/>
          </a:p>
          <a:p>
            <a:r>
              <a:rPr lang="zh-CN" altLang="en-US" strike="sngStrike" dirty="0"/>
              <a:t>主要用于分析问题的根本原因、缺陷，进而推动质量改进</a:t>
            </a:r>
            <a:endParaRPr lang="en-US" altLang="zh-CN" strike="sngStrike" dirty="0"/>
          </a:p>
          <a:p>
            <a:r>
              <a:rPr lang="zh-CN" altLang="en-US" strike="sngStrike" dirty="0"/>
              <a:t>通过图形化的方式展示可能导致特定结果的各种因素，有助于识别问题的核心所在</a:t>
            </a:r>
            <a:endParaRPr lang="en-US" altLang="zh-CN" strike="sngStrike" dirty="0"/>
          </a:p>
          <a:p>
            <a:r>
              <a:rPr lang="zh-CN" altLang="en-US" strike="sngStrike" dirty="0"/>
              <a:t>特点：</a:t>
            </a:r>
          </a:p>
          <a:p>
            <a:pPr lvl="1" algn="l"/>
            <a:r>
              <a:rPr lang="zh-CN" altLang="en-US" strike="sngStrike" dirty="0"/>
              <a:t>图形呈现为鱼骨形状，问题或效果放在“鱼头”位置，“鱼骨”代表主要类别原因</a:t>
            </a:r>
          </a:p>
          <a:p>
            <a:pPr lvl="1"/>
            <a:r>
              <a:rPr lang="zh-CN" altLang="en-US" strike="sngStrike" dirty="0"/>
              <a:t>每个主要原因下还可以细分出多个子原因</a:t>
            </a:r>
          </a:p>
          <a:p>
            <a:pPr lvl="1"/>
            <a:r>
              <a:rPr lang="zh-CN" altLang="en-US" strike="sngStrike" dirty="0"/>
              <a:t>帮助团队系统性思考，避免遗漏重要因素</a:t>
            </a:r>
          </a:p>
        </p:txBody>
      </p:sp>
    </p:spTree>
    <p:extLst>
      <p:ext uri="{BB962C8B-B14F-4D97-AF65-F5344CB8AC3E}">
        <p14:creationId xmlns:p14="http://schemas.microsoft.com/office/powerpoint/2010/main" val="155228733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56293B3D-0978-5811-3D68-57DDCC613C9B}"/>
              </a:ext>
            </a:extLst>
          </p:cNvPr>
          <p:cNvSpPr>
            <a:spLocks noGrp="1"/>
          </p:cNvSpPr>
          <p:nvPr>
            <p:ph type="body" sz="quarter" idx="10"/>
          </p:nvPr>
        </p:nvSpPr>
        <p:spPr/>
        <p:txBody>
          <a:bodyPr/>
          <a:lstStyle/>
          <a:p>
            <a:r>
              <a:rPr lang="zh-CN" altLang="en-US" dirty="0"/>
              <a:t>敏捷开发模式强调根据环境和客户的需求变化来调整项目的工作事项。请问敏捷团队在下面哪一项会议上，确定迭代需要完成的工作事项？</a:t>
            </a:r>
            <a:endParaRPr lang="en-US" altLang="zh-CN" dirty="0"/>
          </a:p>
          <a:p>
            <a:endParaRPr lang="zh-CN" altLang="en-US" dirty="0"/>
          </a:p>
          <a:p>
            <a:r>
              <a:rPr lang="en-US" altLang="zh-CN" dirty="0"/>
              <a:t>A. </a:t>
            </a:r>
            <a:r>
              <a:rPr lang="zh-CN" altLang="en-US" dirty="0"/>
              <a:t>迭代规划会议</a:t>
            </a:r>
          </a:p>
          <a:p>
            <a:r>
              <a:rPr lang="en-US" altLang="zh-CN" dirty="0"/>
              <a:t>B. </a:t>
            </a:r>
            <a:r>
              <a:rPr lang="zh-CN" altLang="en-US" dirty="0"/>
              <a:t>迭代评审会议</a:t>
            </a:r>
          </a:p>
          <a:p>
            <a:r>
              <a:rPr lang="en-US" altLang="zh-CN" dirty="0"/>
              <a:t>C. </a:t>
            </a:r>
            <a:r>
              <a:rPr lang="zh-CN" altLang="en-US" dirty="0"/>
              <a:t>迭代回顾会议</a:t>
            </a:r>
          </a:p>
          <a:p>
            <a:r>
              <a:rPr lang="en-US" altLang="zh-CN" dirty="0"/>
              <a:t>D. </a:t>
            </a:r>
            <a:r>
              <a:rPr lang="zh-CN" altLang="en-US" dirty="0"/>
              <a:t>每日站会</a:t>
            </a:r>
          </a:p>
        </p:txBody>
      </p:sp>
    </p:spTree>
    <p:extLst>
      <p:ext uri="{BB962C8B-B14F-4D97-AF65-F5344CB8AC3E}">
        <p14:creationId xmlns:p14="http://schemas.microsoft.com/office/powerpoint/2010/main" val="3787699573"/>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E97D08A6-D555-C0FE-63E6-CAD274AC77DE}"/>
              </a:ext>
            </a:extLst>
          </p:cNvPr>
          <p:cNvSpPr>
            <a:spLocks noGrp="1"/>
          </p:cNvSpPr>
          <p:nvPr>
            <p:ph type="body" sz="quarter" idx="10"/>
          </p:nvPr>
        </p:nvSpPr>
        <p:spPr/>
        <p:txBody>
          <a:bodyPr/>
          <a:lstStyle/>
          <a:p>
            <a:r>
              <a:rPr lang="zh-CN" altLang="en-US" dirty="0"/>
              <a:t>如果迭代周期是 </a:t>
            </a:r>
            <a:r>
              <a:rPr lang="en-US" altLang="zh-CN" dirty="0"/>
              <a:t>2 </a:t>
            </a:r>
            <a:r>
              <a:rPr lang="zh-CN" altLang="en-US" dirty="0"/>
              <a:t>个星期，那么迭代规划会议需要多长时间？</a:t>
            </a:r>
            <a:endParaRPr lang="en-US" altLang="zh-CN" dirty="0"/>
          </a:p>
          <a:p>
            <a:endParaRPr lang="zh-CN" altLang="en-US" dirty="0"/>
          </a:p>
          <a:p>
            <a:r>
              <a:rPr lang="en-US" altLang="zh-CN" dirty="0"/>
              <a:t>A. </a:t>
            </a:r>
            <a:r>
              <a:rPr lang="zh-CN" altLang="en-US" dirty="0"/>
              <a:t>一小时</a:t>
            </a:r>
          </a:p>
          <a:p>
            <a:r>
              <a:rPr lang="en-US" altLang="zh-CN" dirty="0"/>
              <a:t>B. </a:t>
            </a:r>
            <a:r>
              <a:rPr lang="zh-CN" altLang="en-US" dirty="0"/>
              <a:t>半小时</a:t>
            </a:r>
          </a:p>
          <a:p>
            <a:r>
              <a:rPr lang="en-US" altLang="zh-CN" dirty="0"/>
              <a:t>C. </a:t>
            </a:r>
            <a:r>
              <a:rPr lang="zh-CN" altLang="en-US" dirty="0"/>
              <a:t>四个小时</a:t>
            </a:r>
          </a:p>
          <a:p>
            <a:r>
              <a:rPr lang="en-US" altLang="zh-CN" dirty="0"/>
              <a:t>D. </a:t>
            </a:r>
            <a:r>
              <a:rPr lang="zh-CN" altLang="en-US" dirty="0"/>
              <a:t>十五分钟或更少</a:t>
            </a:r>
          </a:p>
        </p:txBody>
      </p:sp>
    </p:spTree>
    <p:extLst>
      <p:ext uri="{BB962C8B-B14F-4D97-AF65-F5344CB8AC3E}">
        <p14:creationId xmlns:p14="http://schemas.microsoft.com/office/powerpoint/2010/main" val="137190497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E2A95CE3-FD36-7B4D-5DBA-CB17D947B530}"/>
              </a:ext>
            </a:extLst>
          </p:cNvPr>
          <p:cNvSpPr>
            <a:spLocks noGrp="1"/>
          </p:cNvSpPr>
          <p:nvPr>
            <p:ph type="body" sz="quarter" idx="10"/>
          </p:nvPr>
        </p:nvSpPr>
        <p:spPr/>
        <p:txBody>
          <a:bodyPr/>
          <a:lstStyle/>
          <a:p>
            <a:r>
              <a:rPr lang="zh-CN" altLang="en-US" dirty="0"/>
              <a:t>由于业务需求，项目的目标和需求发生变化。新的干系人如何能够参与到这些变化中？</a:t>
            </a:r>
            <a:endParaRPr lang="en-US" altLang="zh-CN" dirty="0"/>
          </a:p>
          <a:p>
            <a:endParaRPr lang="zh-CN" altLang="en-US" dirty="0"/>
          </a:p>
          <a:p>
            <a:r>
              <a:rPr lang="en-US" altLang="zh-CN" dirty="0"/>
              <a:t>A. </a:t>
            </a:r>
            <a:r>
              <a:rPr lang="zh-CN" altLang="en-US" dirty="0"/>
              <a:t>要求产品负责人与新的干系人频繁地召开与产品愿景相关的会议。</a:t>
            </a:r>
          </a:p>
          <a:p>
            <a:r>
              <a:rPr lang="en-US" altLang="zh-CN" dirty="0"/>
              <a:t>B. </a:t>
            </a:r>
            <a:r>
              <a:rPr lang="zh-CN" altLang="en-US" dirty="0"/>
              <a:t>持续更新干系人登记册，包含新的干系人并让他们经常参与。</a:t>
            </a:r>
          </a:p>
          <a:p>
            <a:r>
              <a:rPr lang="en-US" altLang="zh-CN" dirty="0"/>
              <a:t>C. </a:t>
            </a:r>
            <a:r>
              <a:rPr lang="zh-CN" altLang="en-US" dirty="0"/>
              <a:t>邀请新的干系人参加迭代规划会议。</a:t>
            </a:r>
          </a:p>
          <a:p>
            <a:r>
              <a:rPr lang="en-US" altLang="zh-CN" dirty="0"/>
              <a:t>D. </a:t>
            </a:r>
            <a:r>
              <a:rPr lang="zh-CN" altLang="en-US" dirty="0"/>
              <a:t>邀请新的干系人参加每日站会。</a:t>
            </a:r>
          </a:p>
        </p:txBody>
      </p:sp>
    </p:spTree>
    <p:extLst>
      <p:ext uri="{BB962C8B-B14F-4D97-AF65-F5344CB8AC3E}">
        <p14:creationId xmlns:p14="http://schemas.microsoft.com/office/powerpoint/2010/main" val="93987868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FFE2394-ECB3-7620-55FD-DE65CCB01B97}"/>
              </a:ext>
            </a:extLst>
          </p:cNvPr>
          <p:cNvSpPr>
            <a:spLocks noGrp="1"/>
          </p:cNvSpPr>
          <p:nvPr>
            <p:ph type="title"/>
          </p:nvPr>
        </p:nvSpPr>
        <p:spPr>
          <a:xfrm>
            <a:off x="695998" y="360000"/>
            <a:ext cx="6375921" cy="424732"/>
          </a:xfrm>
        </p:spPr>
        <p:txBody>
          <a:bodyPr>
            <a:normAutofit/>
          </a:bodyPr>
          <a:lstStyle/>
          <a:p>
            <a:r>
              <a:rPr lang="en-US" altLang="zh-CN" dirty="0"/>
              <a:t>6.5.5 </a:t>
            </a:r>
            <a:r>
              <a:rPr lang="zh-CN" altLang="en-US" dirty="0"/>
              <a:t>敏捷工件 </a:t>
            </a:r>
            <a:r>
              <a:rPr lang="en-US" altLang="zh-CN" dirty="0"/>
              <a:t>Scrum Artifacts</a:t>
            </a:r>
            <a:endParaRPr lang="zh-CN" altLang="en-US" dirty="0"/>
          </a:p>
        </p:txBody>
      </p:sp>
      <p:sp>
        <p:nvSpPr>
          <p:cNvPr id="11" name="内容占位符 10">
            <a:extLst>
              <a:ext uri="{FF2B5EF4-FFF2-40B4-BE49-F238E27FC236}">
                <a16:creationId xmlns:a16="http://schemas.microsoft.com/office/drawing/2014/main" id="{1F129EC0-C5B1-6B10-226D-A777604FF15E}"/>
              </a:ext>
            </a:extLst>
          </p:cNvPr>
          <p:cNvSpPr>
            <a:spLocks noGrp="1"/>
          </p:cNvSpPr>
          <p:nvPr>
            <p:ph idx="1"/>
          </p:nvPr>
        </p:nvSpPr>
        <p:spPr>
          <a:xfrm>
            <a:off x="696000" y="864000"/>
            <a:ext cx="10800000" cy="5328000"/>
          </a:xfrm>
        </p:spPr>
        <p:txBody>
          <a:bodyPr/>
          <a:lstStyle/>
          <a:p>
            <a:r>
              <a:rPr lang="en-US" altLang="zh-CN" dirty="0"/>
              <a:t>3</a:t>
            </a:r>
            <a:r>
              <a:rPr lang="zh-CN" altLang="en-US" dirty="0"/>
              <a:t>个工件</a:t>
            </a:r>
          </a:p>
        </p:txBody>
      </p:sp>
      <p:sp>
        <p:nvSpPr>
          <p:cNvPr id="4" name="文本占位符 3">
            <a:extLst>
              <a:ext uri="{FF2B5EF4-FFF2-40B4-BE49-F238E27FC236}">
                <a16:creationId xmlns:a16="http://schemas.microsoft.com/office/drawing/2014/main" id="{4EBBFC66-5A08-6FEF-F7CF-0FDBBEC5911A}"/>
              </a:ext>
            </a:extLst>
          </p:cNvPr>
          <p:cNvSpPr>
            <a:spLocks noGrp="1"/>
          </p:cNvSpPr>
          <p:nvPr>
            <p:ph type="body" sz="quarter" idx="10"/>
          </p:nvPr>
        </p:nvSpPr>
        <p:spPr>
          <a:xfrm>
            <a:off x="7071919" y="360001"/>
            <a:ext cx="4424080" cy="424731"/>
          </a:xfrm>
        </p:spPr>
        <p:txBody>
          <a:bodyPr/>
          <a:lstStyle/>
          <a:p>
            <a:r>
              <a:rPr lang="en-US" altLang="zh-CN" dirty="0"/>
              <a:t>Agile</a:t>
            </a:r>
            <a:endParaRPr lang="zh-CN" altLang="en-US" dirty="0"/>
          </a:p>
        </p:txBody>
      </p:sp>
      <p:graphicFrame>
        <p:nvGraphicFramePr>
          <p:cNvPr id="8" name="图示 7">
            <a:extLst>
              <a:ext uri="{FF2B5EF4-FFF2-40B4-BE49-F238E27FC236}">
                <a16:creationId xmlns:a16="http://schemas.microsoft.com/office/drawing/2014/main" id="{FFC84889-F498-3AB3-3F7C-FBC90C200DF6}"/>
              </a:ext>
            </a:extLst>
          </p:cNvPr>
          <p:cNvGraphicFramePr>
            <a:graphicFrameLocks noChangeAspect="1"/>
          </p:cNvGraphicFramePr>
          <p:nvPr>
            <p:extLst>
              <p:ext uri="{D42A27DB-BD31-4B8C-83A1-F6EECF244321}">
                <p14:modId xmlns:p14="http://schemas.microsoft.com/office/powerpoint/2010/main" val="2460247823"/>
              </p:ext>
            </p:extLst>
          </p:nvPr>
        </p:nvGraphicFramePr>
        <p:xfrm>
          <a:off x="3396000" y="1629000"/>
          <a:ext cx="5400000" cy="3600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591929037"/>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0C68888D-4394-9A1B-3ADF-EE7AE1756993}"/>
              </a:ext>
            </a:extLst>
          </p:cNvPr>
          <p:cNvSpPr>
            <a:spLocks noGrp="1"/>
          </p:cNvSpPr>
          <p:nvPr>
            <p:ph type="body" sz="quarter" idx="10"/>
          </p:nvPr>
        </p:nvSpPr>
        <p:spPr/>
        <p:txBody>
          <a:bodyPr/>
          <a:lstStyle/>
          <a:p>
            <a:r>
              <a:rPr lang="zh-CN" altLang="en-US" dirty="0"/>
              <a:t>敏捷项目的项目经理被要求将预算减少</a:t>
            </a:r>
            <a:r>
              <a:rPr lang="en-US" altLang="zh-CN" dirty="0"/>
              <a:t>30%</a:t>
            </a:r>
            <a:r>
              <a:rPr lang="zh-CN" altLang="en-US" dirty="0"/>
              <a:t>。由于这是一个小型项目团队，因此预算主要分配给资源，项目经理应该使用什么策略才能在受限环境中保持交付价值？</a:t>
            </a:r>
            <a:endParaRPr lang="en-US" altLang="zh-CN" dirty="0"/>
          </a:p>
          <a:p>
            <a:endParaRPr lang="zh-CN" altLang="en-US" dirty="0"/>
          </a:p>
          <a:p>
            <a:r>
              <a:rPr lang="en-US" altLang="zh-CN" dirty="0"/>
              <a:t>A. </a:t>
            </a:r>
            <a:r>
              <a:rPr lang="zh-CN" altLang="en-US" dirty="0"/>
              <a:t>平衡项目团队以适应预算挑战，并提供培训以降低绩效低下的风险</a:t>
            </a:r>
          </a:p>
          <a:p>
            <a:r>
              <a:rPr lang="en-US" altLang="zh-CN" dirty="0"/>
              <a:t>B. </a:t>
            </a:r>
            <a:r>
              <a:rPr lang="zh-CN" altLang="en-US" dirty="0"/>
              <a:t>优先考虑产品待办事项，以寻找高业务价值和低工作量的事项，并调整项目预算和人员配置以完成项目</a:t>
            </a:r>
          </a:p>
          <a:p>
            <a:r>
              <a:rPr lang="en-US" altLang="zh-CN" dirty="0"/>
              <a:t>C. </a:t>
            </a:r>
            <a:r>
              <a:rPr lang="zh-CN" altLang="en-US" dirty="0"/>
              <a:t>将项目范围仅限于基本的关键功能，并以当前人员配置水平运行项目，直到用完所有预算</a:t>
            </a:r>
          </a:p>
          <a:p>
            <a:r>
              <a:rPr lang="en-US" altLang="zh-CN" dirty="0"/>
              <a:t>D. </a:t>
            </a:r>
            <a:r>
              <a:rPr lang="zh-CN" altLang="en-US" dirty="0"/>
              <a:t>减少项目人员，并相应调整范围和时间表以支持预算削减</a:t>
            </a:r>
          </a:p>
          <a:p>
            <a:endParaRPr lang="zh-CN" altLang="en-US" dirty="0"/>
          </a:p>
        </p:txBody>
      </p:sp>
    </p:spTree>
    <p:extLst>
      <p:ext uri="{BB962C8B-B14F-4D97-AF65-F5344CB8AC3E}">
        <p14:creationId xmlns:p14="http://schemas.microsoft.com/office/powerpoint/2010/main" val="806929329"/>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064C5986-936F-A884-1A56-BE880319C9B1}"/>
              </a:ext>
            </a:extLst>
          </p:cNvPr>
          <p:cNvSpPr>
            <a:spLocks noGrp="1"/>
          </p:cNvSpPr>
          <p:nvPr>
            <p:ph type="body" sz="quarter" idx="10"/>
          </p:nvPr>
        </p:nvSpPr>
        <p:spPr/>
        <p:txBody>
          <a:bodyPr/>
          <a:lstStyle/>
          <a:p>
            <a:r>
              <a:rPr lang="zh-CN" altLang="en-US" dirty="0"/>
              <a:t>公司正在进行敏捷开发，新来的公司领导对敏捷并不了解，他询问敏捷项目管理专业人士关于待办列表中的事项。敏捷项目管理专业人士该如何答复他？</a:t>
            </a:r>
            <a:endParaRPr lang="en-US" altLang="zh-CN" dirty="0"/>
          </a:p>
          <a:p>
            <a:endParaRPr lang="zh-CN" altLang="en-US" dirty="0"/>
          </a:p>
          <a:p>
            <a:r>
              <a:rPr lang="en-US" altLang="zh-CN" dirty="0"/>
              <a:t>A. </a:t>
            </a:r>
            <a:r>
              <a:rPr lang="zh-CN" altLang="en-US" dirty="0"/>
              <a:t>应该对事项进行精细化分解，并准确估算</a:t>
            </a:r>
          </a:p>
          <a:p>
            <a:r>
              <a:rPr lang="en-US" altLang="zh-CN" dirty="0"/>
              <a:t>B. </a:t>
            </a:r>
            <a:r>
              <a:rPr lang="zh-CN" altLang="en-US" dirty="0"/>
              <a:t>应该对事项进行精细化分解，并在冲刺计划中估算</a:t>
            </a:r>
          </a:p>
          <a:p>
            <a:r>
              <a:rPr lang="en-US" altLang="zh-CN" dirty="0"/>
              <a:t>C. </a:t>
            </a:r>
            <a:r>
              <a:rPr lang="zh-CN" altLang="en-US" dirty="0"/>
              <a:t>应该对事项进行逐步精细化，并在迭代计划中估算</a:t>
            </a:r>
          </a:p>
          <a:p>
            <a:r>
              <a:rPr lang="en-US" altLang="zh-CN" dirty="0"/>
              <a:t>D. </a:t>
            </a:r>
            <a:r>
              <a:rPr lang="zh-CN" altLang="en-US" dirty="0"/>
              <a:t>应该对事项进行精细化分解，并在列入迭代待办列表之前估算</a:t>
            </a:r>
          </a:p>
        </p:txBody>
      </p:sp>
    </p:spTree>
    <p:extLst>
      <p:ext uri="{BB962C8B-B14F-4D97-AF65-F5344CB8AC3E}">
        <p14:creationId xmlns:p14="http://schemas.microsoft.com/office/powerpoint/2010/main" val="3295666804"/>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A2337E66-6F59-A3E2-EA8D-E52582AD0629}"/>
              </a:ext>
            </a:extLst>
          </p:cNvPr>
          <p:cNvSpPr>
            <a:spLocks noGrp="1"/>
          </p:cNvSpPr>
          <p:nvPr>
            <p:ph type="body" sz="quarter" idx="10"/>
          </p:nvPr>
        </p:nvSpPr>
        <p:spPr/>
        <p:txBody>
          <a:bodyPr/>
          <a:lstStyle/>
          <a:p>
            <a:r>
              <a:rPr lang="zh-CN" altLang="en-US" dirty="0"/>
              <a:t>产品负责人正在努力为一个复杂功能编写用户故事，若要处理这个问题，敏捷管理专业人士应该怎么做？</a:t>
            </a:r>
            <a:endParaRPr lang="en-US" altLang="zh-CN" dirty="0"/>
          </a:p>
          <a:p>
            <a:endParaRPr lang="zh-CN" altLang="en-US" dirty="0"/>
          </a:p>
          <a:p>
            <a:r>
              <a:rPr lang="en-US" altLang="zh-CN" dirty="0"/>
              <a:t>A. </a:t>
            </a:r>
            <a:r>
              <a:rPr lang="zh-CN" altLang="en-US" dirty="0"/>
              <a:t>与产品负责人合作，分解故事并专注于其最有价值的部分。</a:t>
            </a:r>
          </a:p>
          <a:p>
            <a:r>
              <a:rPr lang="en-US" altLang="zh-CN" dirty="0"/>
              <a:t>B. </a:t>
            </a:r>
            <a:r>
              <a:rPr lang="zh-CN" altLang="en-US" dirty="0"/>
              <a:t>增加迭代的时间长度，确保满足所有需求。</a:t>
            </a:r>
          </a:p>
          <a:p>
            <a:r>
              <a:rPr lang="en-US" altLang="zh-CN" dirty="0"/>
              <a:t>C. </a:t>
            </a:r>
            <a:r>
              <a:rPr lang="zh-CN" altLang="en-US" dirty="0"/>
              <a:t>将该故事与产品代办列表中的不同故事交换。</a:t>
            </a:r>
          </a:p>
          <a:p>
            <a:r>
              <a:rPr lang="en-US" altLang="zh-CN" dirty="0"/>
              <a:t>D. </a:t>
            </a:r>
            <a:r>
              <a:rPr lang="zh-CN" altLang="en-US" dirty="0"/>
              <a:t>在下一次回顾会议上，与产品负责人一起评审故事内容。</a:t>
            </a:r>
          </a:p>
        </p:txBody>
      </p:sp>
    </p:spTree>
    <p:extLst>
      <p:ext uri="{BB962C8B-B14F-4D97-AF65-F5344CB8AC3E}">
        <p14:creationId xmlns:p14="http://schemas.microsoft.com/office/powerpoint/2010/main" val="1338991550"/>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7BA7E82B-DDE7-A2B6-B15C-AB061F40C272}"/>
              </a:ext>
            </a:extLst>
          </p:cNvPr>
          <p:cNvSpPr>
            <a:spLocks noGrp="1"/>
          </p:cNvSpPr>
          <p:nvPr>
            <p:ph type="body" sz="quarter" idx="10"/>
          </p:nvPr>
        </p:nvSpPr>
        <p:spPr>
          <a:xfrm>
            <a:off x="3219345" y="1629000"/>
            <a:ext cx="8640000" cy="3600000"/>
          </a:xfrm>
        </p:spPr>
        <p:txBody>
          <a:bodyPr/>
          <a:lstStyle/>
          <a:p>
            <a:r>
              <a:rPr lang="zh-CN" altLang="en-US" dirty="0"/>
              <a:t>产品负责人正在对产品待办事项列表中的用户故事进行优先级排序，在排序时重点考虑的因素是？</a:t>
            </a:r>
          </a:p>
          <a:p>
            <a:br>
              <a:rPr lang="zh-CN" altLang="en-US" dirty="0"/>
            </a:br>
            <a:r>
              <a:rPr lang="en-US" altLang="zh-CN" dirty="0"/>
              <a:t>A. </a:t>
            </a:r>
            <a:r>
              <a:rPr lang="zh-CN" altLang="en-US" dirty="0"/>
              <a:t>难度，价值和成本</a:t>
            </a:r>
            <a:br>
              <a:rPr lang="zh-CN" altLang="en-US" dirty="0"/>
            </a:br>
            <a:r>
              <a:rPr lang="en-US" altLang="zh-CN" dirty="0"/>
              <a:t>B. </a:t>
            </a:r>
            <a:r>
              <a:rPr lang="zh-CN" altLang="en-US" dirty="0"/>
              <a:t>价值，风险和难度</a:t>
            </a:r>
            <a:br>
              <a:rPr lang="zh-CN" altLang="en-US" dirty="0"/>
            </a:br>
            <a:r>
              <a:rPr lang="en-US" altLang="zh-CN" dirty="0"/>
              <a:t>C. </a:t>
            </a:r>
            <a:r>
              <a:rPr lang="zh-CN" altLang="en-US" dirty="0"/>
              <a:t>价值，成本和风险</a:t>
            </a:r>
            <a:br>
              <a:rPr lang="zh-CN" altLang="en-US" dirty="0"/>
            </a:br>
            <a:r>
              <a:rPr lang="en-US" altLang="zh-CN" dirty="0"/>
              <a:t>D. </a:t>
            </a:r>
            <a:r>
              <a:rPr lang="zh-CN" altLang="en-US" dirty="0"/>
              <a:t>价值，风险和便利</a:t>
            </a:r>
          </a:p>
          <a:p>
            <a:endParaRPr lang="zh-CN" altLang="en-US" dirty="0"/>
          </a:p>
        </p:txBody>
      </p:sp>
    </p:spTree>
    <p:extLst>
      <p:ext uri="{BB962C8B-B14F-4D97-AF65-F5344CB8AC3E}">
        <p14:creationId xmlns:p14="http://schemas.microsoft.com/office/powerpoint/2010/main" val="1121877618"/>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2F2C8702-FA00-DD7A-9581-48065B4E5361}"/>
              </a:ext>
            </a:extLst>
          </p:cNvPr>
          <p:cNvSpPr>
            <a:spLocks noGrp="1"/>
          </p:cNvSpPr>
          <p:nvPr>
            <p:ph type="body" sz="quarter" idx="10"/>
          </p:nvPr>
        </p:nvSpPr>
        <p:spPr/>
        <p:txBody>
          <a:bodyPr/>
          <a:lstStyle/>
          <a:p>
            <a:r>
              <a:rPr lang="zh-CN" altLang="en-US" dirty="0"/>
              <a:t>一个团队完成了第一版的发布，高层又要开发团队完成第二版的发布，但是这个团队同时又要做第一个版本的运维和支持工作。作为敏捷管理人士，应该怎么办？</a:t>
            </a:r>
            <a:endParaRPr lang="en-US" altLang="zh-CN" dirty="0"/>
          </a:p>
          <a:p>
            <a:endParaRPr lang="zh-CN" altLang="en-US" dirty="0"/>
          </a:p>
          <a:p>
            <a:r>
              <a:rPr lang="en-US" altLang="zh-CN" dirty="0"/>
              <a:t>A. </a:t>
            </a:r>
            <a:r>
              <a:rPr lang="zh-CN" altLang="en-US" dirty="0"/>
              <a:t>团队应该开发新的版本，因为新的版本有高的价值</a:t>
            </a:r>
          </a:p>
          <a:p>
            <a:r>
              <a:rPr lang="en-US" altLang="zh-CN" dirty="0"/>
              <a:t>B. </a:t>
            </a:r>
            <a:r>
              <a:rPr lang="zh-CN" altLang="en-US" dirty="0"/>
              <a:t>满足投资回报率</a:t>
            </a:r>
          </a:p>
          <a:p>
            <a:r>
              <a:rPr lang="en-US" altLang="zh-CN" dirty="0"/>
              <a:t>C. </a:t>
            </a:r>
            <a:r>
              <a:rPr lang="zh-CN" altLang="en-US" dirty="0"/>
              <a:t>计算团队速度时应该考虑维护工作的影响</a:t>
            </a:r>
          </a:p>
          <a:p>
            <a:r>
              <a:rPr lang="en-US" altLang="zh-CN" dirty="0"/>
              <a:t>D. </a:t>
            </a:r>
            <a:r>
              <a:rPr lang="zh-CN" altLang="en-US" dirty="0"/>
              <a:t>团队把维护工作交给其他团队</a:t>
            </a:r>
          </a:p>
        </p:txBody>
      </p:sp>
    </p:spTree>
    <p:extLst>
      <p:ext uri="{BB962C8B-B14F-4D97-AF65-F5344CB8AC3E}">
        <p14:creationId xmlns:p14="http://schemas.microsoft.com/office/powerpoint/2010/main" val="2316305474"/>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A616B498-8E6D-0F88-F7F1-3D47DED9DEDC}"/>
              </a:ext>
            </a:extLst>
          </p:cNvPr>
          <p:cNvSpPr>
            <a:spLocks noGrp="1"/>
          </p:cNvSpPr>
          <p:nvPr>
            <p:ph type="body" sz="quarter" idx="10"/>
          </p:nvPr>
        </p:nvSpPr>
        <p:spPr>
          <a:xfrm>
            <a:off x="3219345" y="1629000"/>
            <a:ext cx="8640000" cy="3600000"/>
          </a:xfrm>
        </p:spPr>
        <p:txBody>
          <a:bodyPr/>
          <a:lstStyle/>
          <a:p>
            <a:r>
              <a:rPr lang="zh-CN" altLang="en-US" dirty="0"/>
              <a:t>作为公司某项目敏捷团队的开发人员，马上要开始这个项目的第一次迭代，你充满了干劲，但是不知道应该从哪里开始做起。为此，你所在的团队应该准备一份文件，里面应该包含本次迭代需要开发的功能以及特征，请问这个文件是指的？</a:t>
            </a:r>
            <a:endParaRPr lang="en-US" altLang="zh-CN" dirty="0"/>
          </a:p>
          <a:p>
            <a:endParaRPr lang="zh-CN" altLang="en-US" dirty="0"/>
          </a:p>
          <a:p>
            <a:r>
              <a:rPr lang="en-US" altLang="zh-CN" dirty="0"/>
              <a:t>A. </a:t>
            </a:r>
            <a:r>
              <a:rPr lang="zh-CN" altLang="en-US" dirty="0"/>
              <a:t>产品待办事项列表</a:t>
            </a:r>
          </a:p>
          <a:p>
            <a:r>
              <a:rPr lang="en-US" altLang="zh-CN" dirty="0"/>
              <a:t>B. </a:t>
            </a:r>
            <a:r>
              <a:rPr lang="zh-CN" altLang="en-US" dirty="0"/>
              <a:t>迭代待办事项列表</a:t>
            </a:r>
          </a:p>
          <a:p>
            <a:r>
              <a:rPr lang="en-US" altLang="zh-CN" dirty="0"/>
              <a:t>C. </a:t>
            </a:r>
            <a:r>
              <a:rPr lang="zh-CN" altLang="en-US" dirty="0"/>
              <a:t>每日计划</a:t>
            </a:r>
          </a:p>
          <a:p>
            <a:r>
              <a:rPr lang="en-US" altLang="zh-CN" dirty="0"/>
              <a:t>D. </a:t>
            </a:r>
            <a:r>
              <a:rPr lang="zh-CN" altLang="en-US" dirty="0"/>
              <a:t>项目章程</a:t>
            </a:r>
          </a:p>
        </p:txBody>
      </p:sp>
    </p:spTree>
    <p:extLst>
      <p:ext uri="{BB962C8B-B14F-4D97-AF65-F5344CB8AC3E}">
        <p14:creationId xmlns:p14="http://schemas.microsoft.com/office/powerpoint/2010/main" val="3475968655"/>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9CEABCBD-2C58-9F6E-74A2-2CB1207A652E}"/>
              </a:ext>
            </a:extLst>
          </p:cNvPr>
          <p:cNvSpPr>
            <a:spLocks noGrp="1"/>
          </p:cNvSpPr>
          <p:nvPr>
            <p:ph type="body" sz="quarter" idx="10"/>
          </p:nvPr>
        </p:nvSpPr>
        <p:spPr/>
        <p:txBody>
          <a:bodyPr/>
          <a:lstStyle/>
          <a:p>
            <a:r>
              <a:rPr lang="zh-CN" altLang="en-US" dirty="0"/>
              <a:t>你是一个汽车行业软件团队的 </a:t>
            </a:r>
            <a:r>
              <a:rPr lang="en-US" altLang="zh-CN" dirty="0"/>
              <a:t>Scrum </a:t>
            </a:r>
            <a:r>
              <a:rPr lang="zh-CN" altLang="en-US" dirty="0"/>
              <a:t>敏捷教练，团队正在为一个防抱死制动系统开发固件。你的团队已经写出了团队完成 </a:t>
            </a:r>
            <a:r>
              <a:rPr lang="en-US" altLang="zh-CN" dirty="0"/>
              <a:t>Sprint </a:t>
            </a:r>
            <a:r>
              <a:rPr lang="zh-CN" altLang="en-US" dirty="0"/>
              <a:t>待办项需要满足的目标。</a:t>
            </a:r>
          </a:p>
          <a:p>
            <a:r>
              <a:rPr lang="zh-CN" altLang="en-US" dirty="0"/>
              <a:t>接下来团队应该做什么？</a:t>
            </a:r>
            <a:endParaRPr lang="en-US" altLang="zh-CN" dirty="0"/>
          </a:p>
          <a:p>
            <a:endParaRPr lang="zh-CN" altLang="en-US" dirty="0"/>
          </a:p>
          <a:p>
            <a:r>
              <a:rPr lang="en-US" altLang="zh-CN" dirty="0"/>
              <a:t>A. </a:t>
            </a:r>
            <a:r>
              <a:rPr lang="zh-CN" altLang="en-US" dirty="0"/>
              <a:t>将 </a:t>
            </a:r>
            <a:r>
              <a:rPr lang="en-US" altLang="zh-CN" dirty="0"/>
              <a:t>Sprint </a:t>
            </a:r>
            <a:r>
              <a:rPr lang="zh-CN" altLang="en-US" dirty="0"/>
              <a:t>待办列表分解为任务</a:t>
            </a:r>
          </a:p>
          <a:p>
            <a:r>
              <a:rPr lang="en-US" altLang="zh-CN" dirty="0"/>
              <a:t>B. </a:t>
            </a:r>
            <a:r>
              <a:rPr lang="zh-CN" altLang="en-US" dirty="0"/>
              <a:t>与用户一起评审可用软件</a:t>
            </a:r>
          </a:p>
          <a:p>
            <a:r>
              <a:rPr lang="en-US" altLang="zh-CN" dirty="0"/>
              <a:t>C. </a:t>
            </a:r>
            <a:r>
              <a:rPr lang="zh-CN" altLang="en-US" dirty="0"/>
              <a:t>与业务客户会面</a:t>
            </a:r>
          </a:p>
          <a:p>
            <a:r>
              <a:rPr lang="en-US" altLang="zh-CN" dirty="0"/>
              <a:t>D. </a:t>
            </a:r>
            <a:r>
              <a:rPr lang="zh-CN" altLang="en-US" dirty="0"/>
              <a:t>确定 </a:t>
            </a:r>
            <a:r>
              <a:rPr lang="en-US" altLang="zh-CN" dirty="0"/>
              <a:t>Sprint </a:t>
            </a:r>
            <a:r>
              <a:rPr lang="zh-CN" altLang="en-US" dirty="0"/>
              <a:t>待办列表中要包含哪些项</a:t>
            </a:r>
          </a:p>
        </p:txBody>
      </p:sp>
    </p:spTree>
    <p:extLst>
      <p:ext uri="{BB962C8B-B14F-4D97-AF65-F5344CB8AC3E}">
        <p14:creationId xmlns:p14="http://schemas.microsoft.com/office/powerpoint/2010/main" val="1382294443"/>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FA1FDED7-8481-262A-E366-5DDCF57BAF70}"/>
              </a:ext>
            </a:extLst>
          </p:cNvPr>
          <p:cNvSpPr>
            <a:spLocks noGrp="1"/>
          </p:cNvSpPr>
          <p:nvPr>
            <p:ph type="body" sz="quarter" idx="10"/>
          </p:nvPr>
        </p:nvSpPr>
        <p:spPr/>
        <p:txBody>
          <a:bodyPr/>
          <a:lstStyle/>
          <a:p>
            <a:r>
              <a:rPr lang="zh-CN" altLang="en-US" dirty="0"/>
              <a:t>一个 </a:t>
            </a:r>
            <a:r>
              <a:rPr lang="en-US" altLang="zh-CN" dirty="0"/>
              <a:t>Scrum </a:t>
            </a:r>
            <a:r>
              <a:rPr lang="zh-CN" altLang="en-US" dirty="0"/>
              <a:t>团队的产品负责人发现利益相关者优先级发生变化，他们还没有开始开发的一个可交付产品现在比目前他们正在完成的一个工作项更重要。团队处理这种情况的最佳方法是什么？</a:t>
            </a:r>
            <a:endParaRPr lang="en-US" altLang="zh-CN" dirty="0"/>
          </a:p>
          <a:p>
            <a:endParaRPr lang="zh-CN" altLang="en-US" dirty="0"/>
          </a:p>
          <a:p>
            <a:r>
              <a:rPr lang="en-US" altLang="zh-CN" dirty="0"/>
              <a:t>A. </a:t>
            </a:r>
            <a:r>
              <a:rPr lang="zh-CN" altLang="en-US" dirty="0"/>
              <a:t>完成当前 </a:t>
            </a:r>
            <a:r>
              <a:rPr lang="en-US" altLang="zh-CN" dirty="0"/>
              <a:t>sprint</a:t>
            </a:r>
            <a:r>
              <a:rPr lang="zh-CN" altLang="en-US" dirty="0"/>
              <a:t>，并在下一个 </a:t>
            </a:r>
            <a:r>
              <a:rPr lang="en-US" altLang="zh-CN" dirty="0"/>
              <a:t>sprint </a:t>
            </a:r>
            <a:r>
              <a:rPr lang="zh-CN" altLang="en-US" dirty="0"/>
              <a:t>计划会议上调整计划。</a:t>
            </a:r>
          </a:p>
          <a:p>
            <a:r>
              <a:rPr lang="en-US" altLang="zh-CN" dirty="0"/>
              <a:t>B. </a:t>
            </a:r>
            <a:r>
              <a:rPr lang="zh-CN" altLang="en-US" dirty="0"/>
              <a:t>通过限制在制品减少瓶颈。</a:t>
            </a:r>
          </a:p>
          <a:p>
            <a:r>
              <a:rPr lang="en-US" altLang="zh-CN" dirty="0"/>
              <a:t>C. </a:t>
            </a:r>
            <a:r>
              <a:rPr lang="zh-CN" altLang="en-US" dirty="0"/>
              <a:t>立即取消当前 </a:t>
            </a:r>
            <a:r>
              <a:rPr lang="en-US" altLang="zh-CN" dirty="0"/>
              <a:t>sprint</a:t>
            </a:r>
            <a:r>
              <a:rPr lang="zh-CN" altLang="en-US" dirty="0"/>
              <a:t>，并创建一个新计划来反映这个新的优先级。</a:t>
            </a:r>
          </a:p>
          <a:p>
            <a:r>
              <a:rPr lang="en-US" altLang="zh-CN" dirty="0"/>
              <a:t>D. </a:t>
            </a:r>
            <a:r>
              <a:rPr lang="zh-CN" altLang="en-US" dirty="0"/>
              <a:t>开始重构代码以反映更新后的优先级。</a:t>
            </a:r>
          </a:p>
        </p:txBody>
      </p:sp>
    </p:spTree>
    <p:extLst>
      <p:ext uri="{BB962C8B-B14F-4D97-AF65-F5344CB8AC3E}">
        <p14:creationId xmlns:p14="http://schemas.microsoft.com/office/powerpoint/2010/main" val="925630007"/>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C79F10DF-7B02-29F2-0036-87165FAB7886}"/>
              </a:ext>
            </a:extLst>
          </p:cNvPr>
          <p:cNvSpPr>
            <a:spLocks noGrp="1"/>
          </p:cNvSpPr>
          <p:nvPr>
            <p:ph type="body" sz="quarter" idx="10"/>
          </p:nvPr>
        </p:nvSpPr>
        <p:spPr/>
        <p:txBody>
          <a:bodyPr>
            <a:noAutofit/>
          </a:bodyPr>
          <a:lstStyle/>
          <a:p>
            <a:r>
              <a:rPr lang="en-US" altLang="zh-CN" dirty="0"/>
              <a:t>Sprint </a:t>
            </a:r>
            <a:r>
              <a:rPr lang="zh-CN" altLang="en-US" dirty="0"/>
              <a:t>进行到一半时，产品负责人收到 </a:t>
            </a:r>
            <a:r>
              <a:rPr lang="en-US" altLang="zh-CN" dirty="0"/>
              <a:t>DevOps</a:t>
            </a:r>
            <a:r>
              <a:rPr lang="zh-CN" altLang="en-US" dirty="0"/>
              <a:t>（开发运维）团队的 </a:t>
            </a:r>
            <a:r>
              <a:rPr lang="en-US" altLang="zh-CN" dirty="0"/>
              <a:t>email</a:t>
            </a:r>
            <a:r>
              <a:rPr lang="zh-CN" altLang="en-US" dirty="0"/>
              <a:t>，该 </a:t>
            </a:r>
            <a:r>
              <a:rPr lang="en-US" altLang="zh-CN" dirty="0"/>
              <a:t>DevOps </a:t>
            </a:r>
            <a:r>
              <a:rPr lang="zh-CN" altLang="en-US" dirty="0"/>
              <a:t>团队负责部署这个团队构建的软件。他们提醒说有一个新政策要求安装脚本做一个修改（所有部署中都必须包含这些安装脚本）。部署是召开 </a:t>
            </a:r>
            <a:r>
              <a:rPr lang="en-US" altLang="zh-CN" dirty="0"/>
              <a:t>Sprint </a:t>
            </a:r>
            <a:r>
              <a:rPr lang="zh-CN" altLang="en-US" dirty="0"/>
              <a:t>评审会议的必要条件。</a:t>
            </a:r>
          </a:p>
          <a:p>
            <a:r>
              <a:rPr lang="zh-CN" altLang="en-US" dirty="0"/>
              <a:t>修改这个脚本会让其他工作延迟到这个 </a:t>
            </a:r>
            <a:r>
              <a:rPr lang="en-US" altLang="zh-CN" dirty="0"/>
              <a:t>Sprint </a:t>
            </a:r>
            <a:r>
              <a:rPr lang="zh-CN" altLang="en-US" dirty="0"/>
              <a:t>结束之后。产品负责人接下来应该做什么？</a:t>
            </a:r>
            <a:endParaRPr lang="en-US" altLang="zh-CN" dirty="0"/>
          </a:p>
          <a:p>
            <a:endParaRPr lang="zh-CN" altLang="en-US" dirty="0"/>
          </a:p>
          <a:p>
            <a:r>
              <a:rPr lang="en-US" altLang="zh-CN" dirty="0"/>
              <a:t>A. </a:t>
            </a:r>
            <a:r>
              <a:rPr lang="zh-CN" altLang="en-US" dirty="0"/>
              <a:t>与团队沟通在 </a:t>
            </a:r>
            <a:r>
              <a:rPr lang="en-US" altLang="zh-CN" dirty="0"/>
              <a:t>Sprint </a:t>
            </a:r>
            <a:r>
              <a:rPr lang="zh-CN" altLang="en-US" dirty="0"/>
              <a:t>待办列表中增加这个脚本修改工作，并把最低优先级的工作项移回到产品待办列表。</a:t>
            </a:r>
          </a:p>
          <a:p>
            <a:r>
              <a:rPr lang="en-US" altLang="zh-CN" dirty="0"/>
              <a:t>B. </a:t>
            </a:r>
            <a:r>
              <a:rPr lang="zh-CN" altLang="en-US" dirty="0"/>
              <a:t>将脚本修改工作增加到产品待办列表。</a:t>
            </a:r>
          </a:p>
          <a:p>
            <a:r>
              <a:rPr lang="en-US" altLang="zh-CN" dirty="0"/>
              <a:t>C. </a:t>
            </a:r>
            <a:r>
              <a:rPr lang="zh-CN" altLang="en-US" dirty="0"/>
              <a:t>延长 </a:t>
            </a:r>
            <a:r>
              <a:rPr lang="en-US" altLang="zh-CN" dirty="0"/>
              <a:t>Sprint </a:t>
            </a:r>
            <a:r>
              <a:rPr lang="zh-CN" altLang="en-US" dirty="0"/>
              <a:t>最后期限，以涵盖这个脚本修改工作。</a:t>
            </a:r>
          </a:p>
          <a:p>
            <a:r>
              <a:rPr lang="en-US" altLang="zh-CN" dirty="0"/>
              <a:t>D. </a:t>
            </a:r>
            <a:r>
              <a:rPr lang="zh-CN" altLang="en-US" dirty="0"/>
              <a:t>安排与 </a:t>
            </a:r>
            <a:r>
              <a:rPr lang="en-US" altLang="zh-CN" dirty="0"/>
              <a:t>DevOps </a:t>
            </a:r>
            <a:r>
              <a:rPr lang="zh-CN" altLang="en-US" dirty="0"/>
              <a:t>团队经理的一个面对面会谈。</a:t>
            </a:r>
          </a:p>
        </p:txBody>
      </p:sp>
    </p:spTree>
    <p:extLst>
      <p:ext uri="{BB962C8B-B14F-4D97-AF65-F5344CB8AC3E}">
        <p14:creationId xmlns:p14="http://schemas.microsoft.com/office/powerpoint/2010/main" val="994412728"/>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7976F8C5-7C29-EF61-8E8A-A2734F0B72B2}"/>
              </a:ext>
            </a:extLst>
          </p:cNvPr>
          <p:cNvSpPr>
            <a:spLocks noGrp="1"/>
          </p:cNvSpPr>
          <p:nvPr>
            <p:ph type="body" sz="quarter" idx="10"/>
          </p:nvPr>
        </p:nvSpPr>
        <p:spPr>
          <a:xfrm>
            <a:off x="3219345" y="1629000"/>
            <a:ext cx="8640000" cy="3600000"/>
          </a:xfrm>
        </p:spPr>
        <p:txBody>
          <a:bodyPr/>
          <a:lstStyle/>
          <a:p>
            <a:r>
              <a:rPr lang="zh-CN" altLang="en-US" dirty="0"/>
              <a:t>敏捷团队在进行一次迭代期间，敏捷教练发现正在开发的一项功能已经不需要了。此时敏捷教练最应该做什么？</a:t>
            </a:r>
            <a:endParaRPr lang="en-US" altLang="zh-CN" dirty="0"/>
          </a:p>
          <a:p>
            <a:endParaRPr lang="zh-CN" altLang="en-US" dirty="0"/>
          </a:p>
          <a:p>
            <a:r>
              <a:rPr lang="en-US" altLang="zh-CN" dirty="0"/>
              <a:t>A. </a:t>
            </a:r>
            <a:r>
              <a:rPr lang="zh-CN" altLang="en-US" dirty="0"/>
              <a:t>尽力找出发生这种变化的原因，以便不再做这样的变更</a:t>
            </a:r>
          </a:p>
          <a:p>
            <a:r>
              <a:rPr lang="en-US" altLang="zh-CN" dirty="0"/>
              <a:t>B. </a:t>
            </a:r>
            <a:r>
              <a:rPr lang="zh-CN" altLang="en-US" dirty="0"/>
              <a:t>完成此次迭代工作，并确定下一次迭代待办列表中的优先级</a:t>
            </a:r>
          </a:p>
          <a:p>
            <a:r>
              <a:rPr lang="en-US" altLang="zh-CN" dirty="0"/>
              <a:t>C. </a:t>
            </a:r>
            <a:r>
              <a:rPr lang="zh-CN" altLang="en-US" dirty="0"/>
              <a:t>建议团队重新确定冲刺待办列表的优先级顺序，并让团队尽快开始处理下一个最高优先级的工作</a:t>
            </a:r>
          </a:p>
          <a:p>
            <a:r>
              <a:rPr lang="en-US" altLang="zh-CN" dirty="0"/>
              <a:t>D. A </a:t>
            </a:r>
            <a:r>
              <a:rPr lang="zh-CN" altLang="en-US" dirty="0"/>
              <a:t>和 </a:t>
            </a:r>
            <a:r>
              <a:rPr lang="en-US" altLang="zh-CN" dirty="0"/>
              <a:t>B</a:t>
            </a:r>
            <a:endParaRPr lang="zh-CN" altLang="en-US" dirty="0"/>
          </a:p>
        </p:txBody>
      </p:sp>
    </p:spTree>
    <p:extLst>
      <p:ext uri="{BB962C8B-B14F-4D97-AF65-F5344CB8AC3E}">
        <p14:creationId xmlns:p14="http://schemas.microsoft.com/office/powerpoint/2010/main" val="793389581"/>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04645137-8A4D-6BC8-43A7-98B353FF7075}"/>
              </a:ext>
            </a:extLst>
          </p:cNvPr>
          <p:cNvSpPr>
            <a:spLocks noGrp="1"/>
          </p:cNvSpPr>
          <p:nvPr>
            <p:ph type="body" sz="quarter" idx="10"/>
          </p:nvPr>
        </p:nvSpPr>
        <p:spPr>
          <a:xfrm>
            <a:off x="3219345" y="1629000"/>
            <a:ext cx="8640000" cy="3600000"/>
          </a:xfrm>
        </p:spPr>
        <p:txBody>
          <a:bodyPr/>
          <a:lstStyle/>
          <a:p>
            <a:r>
              <a:rPr lang="zh-CN" altLang="en-US" dirty="0"/>
              <a:t>某公司中标了一个连锁医疗口腔机构公司的电子病历系统建设项目，该系统需要录入快、检索快、存储量大。该系统由公司经验丰富的团队来完成，采用 </a:t>
            </a:r>
            <a:r>
              <a:rPr lang="en-US" altLang="zh-CN" dirty="0"/>
              <a:t>Scrum </a:t>
            </a:r>
            <a:r>
              <a:rPr lang="zh-CN" altLang="en-US" dirty="0"/>
              <a:t>方法，计划</a:t>
            </a:r>
            <a:r>
              <a:rPr lang="en-US" altLang="zh-CN" dirty="0"/>
              <a:t>10</a:t>
            </a:r>
            <a:r>
              <a:rPr lang="zh-CN" altLang="en-US" dirty="0"/>
              <a:t>个迭代完成整个项目。</a:t>
            </a:r>
          </a:p>
          <a:p>
            <a:r>
              <a:rPr lang="zh-CN" altLang="en-US" dirty="0"/>
              <a:t>每个迭代冲刺的产出物应该是什么？</a:t>
            </a:r>
            <a:endParaRPr lang="en-US" altLang="zh-CN" dirty="0"/>
          </a:p>
          <a:p>
            <a:endParaRPr lang="zh-CN" altLang="en-US" dirty="0"/>
          </a:p>
          <a:p>
            <a:r>
              <a:rPr lang="en-US" altLang="zh-CN" dirty="0"/>
              <a:t>A. </a:t>
            </a:r>
            <a:r>
              <a:rPr lang="zh-CN" altLang="en-US" dirty="0"/>
              <a:t>潜在的封装好的一个产品功能增量</a:t>
            </a:r>
            <a:br>
              <a:rPr lang="zh-CN" altLang="en-US" dirty="0"/>
            </a:br>
            <a:r>
              <a:rPr lang="en-US" altLang="zh-CN" dirty="0"/>
              <a:t>B. </a:t>
            </a:r>
            <a:r>
              <a:rPr lang="zh-CN" altLang="en-US" dirty="0"/>
              <a:t>文档化、规范化的产品需求</a:t>
            </a:r>
            <a:br>
              <a:rPr lang="zh-CN" altLang="en-US" dirty="0"/>
            </a:br>
            <a:r>
              <a:rPr lang="en-US" altLang="zh-CN" dirty="0"/>
              <a:t>C. </a:t>
            </a:r>
            <a:r>
              <a:rPr lang="zh-CN" altLang="en-US" dirty="0"/>
              <a:t>可测量和可测试的版本</a:t>
            </a:r>
            <a:br>
              <a:rPr lang="zh-CN" altLang="en-US" dirty="0"/>
            </a:br>
            <a:r>
              <a:rPr lang="en-US" altLang="zh-CN" dirty="0"/>
              <a:t>D. </a:t>
            </a:r>
            <a:r>
              <a:rPr lang="zh-CN" altLang="en-US" dirty="0"/>
              <a:t>具有可测试性的潜在的一个产品功能增量</a:t>
            </a:r>
          </a:p>
          <a:p>
            <a:endParaRPr lang="zh-CN" altLang="en-US" dirty="0"/>
          </a:p>
        </p:txBody>
      </p:sp>
    </p:spTree>
    <p:extLst>
      <p:ext uri="{BB962C8B-B14F-4D97-AF65-F5344CB8AC3E}">
        <p14:creationId xmlns:p14="http://schemas.microsoft.com/office/powerpoint/2010/main" val="902609329"/>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E97AFB7B-F6C2-062B-6401-ACFEA91B1534}"/>
              </a:ext>
            </a:extLst>
          </p:cNvPr>
          <p:cNvSpPr>
            <a:spLocks noGrp="1"/>
          </p:cNvSpPr>
          <p:nvPr>
            <p:ph type="body" sz="quarter" idx="10"/>
          </p:nvPr>
        </p:nvSpPr>
        <p:spPr/>
        <p:txBody>
          <a:bodyPr/>
          <a:lstStyle/>
          <a:p>
            <a:r>
              <a:rPr lang="zh-CN" altLang="en-US" dirty="0"/>
              <a:t>某公司聘请了一位敏捷管理专业人士对公司内的团队进行敏捷培训，其中多次强调了敏捷团队应该注重不断的交付增量。这是因为增量交付可以？</a:t>
            </a:r>
            <a:endParaRPr lang="en-US" altLang="zh-CN" dirty="0"/>
          </a:p>
          <a:p>
            <a:endParaRPr lang="zh-CN" altLang="en-US" dirty="0"/>
          </a:p>
          <a:p>
            <a:r>
              <a:rPr lang="en-US" altLang="zh-CN" dirty="0"/>
              <a:t>A. </a:t>
            </a:r>
            <a:r>
              <a:rPr lang="zh-CN" altLang="en-US" dirty="0"/>
              <a:t>尽早的交付价值，可以更好的应对变化</a:t>
            </a:r>
          </a:p>
          <a:p>
            <a:r>
              <a:rPr lang="en-US" altLang="zh-CN" dirty="0"/>
              <a:t>B. </a:t>
            </a:r>
            <a:r>
              <a:rPr lang="zh-CN" altLang="en-US" dirty="0"/>
              <a:t>捆绑产品特征，让客户感觉到产出，提高满意度</a:t>
            </a:r>
          </a:p>
          <a:p>
            <a:r>
              <a:rPr lang="en-US" altLang="zh-CN" dirty="0"/>
              <a:t>C. </a:t>
            </a:r>
            <a:r>
              <a:rPr lang="zh-CN" altLang="en-US" dirty="0"/>
              <a:t>消除需求变化的可能性</a:t>
            </a:r>
          </a:p>
          <a:p>
            <a:r>
              <a:rPr lang="en-US" altLang="zh-CN" dirty="0"/>
              <a:t>D. </a:t>
            </a:r>
            <a:r>
              <a:rPr lang="zh-CN" altLang="en-US" dirty="0"/>
              <a:t>使团队工作更简便轻松</a:t>
            </a:r>
          </a:p>
        </p:txBody>
      </p:sp>
    </p:spTree>
    <p:extLst>
      <p:ext uri="{BB962C8B-B14F-4D97-AF65-F5344CB8AC3E}">
        <p14:creationId xmlns:p14="http://schemas.microsoft.com/office/powerpoint/2010/main" val="2671533700"/>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71A49-6642-96FF-D3E8-245E268CA1EB}"/>
            </a:ext>
          </a:extLst>
        </p:cNvPr>
        <p:cNvGrpSpPr/>
        <p:nvPr/>
      </p:nvGrpSpPr>
      <p:grpSpPr>
        <a:xfrm>
          <a:off x="0" y="0"/>
          <a:ext cx="0" cy="0"/>
          <a:chOff x="0" y="0"/>
          <a:chExt cx="0" cy="0"/>
        </a:xfrm>
      </p:grpSpPr>
      <p:pic>
        <p:nvPicPr>
          <p:cNvPr id="16" name="图片占位符 15">
            <a:extLst>
              <a:ext uri="{FF2B5EF4-FFF2-40B4-BE49-F238E27FC236}">
                <a16:creationId xmlns:a16="http://schemas.microsoft.com/office/drawing/2014/main" id="{6A778F49-8449-0DBA-2490-A145BA5C2A72}"/>
              </a:ext>
            </a:extLst>
          </p:cNvPr>
          <p:cNvPicPr>
            <a:picLocks noGrp="1" noChangeAspect="1"/>
          </p:cNvPicPr>
          <p:nvPr>
            <p:ph type="pic" sz="quarter" idx="10"/>
          </p:nvPr>
        </p:nvPicPr>
        <p:blipFill>
          <a:blip r:embed="rId2"/>
          <a:srcRect l="17552" r="17552"/>
          <a:stretch/>
        </p:blipFill>
        <p:spPr>
          <a:xfrm>
            <a:off x="0" y="0"/>
            <a:ext cx="7912359" cy="6858000"/>
          </a:xfrm>
        </p:spPr>
      </p:pic>
      <p:sp>
        <p:nvSpPr>
          <p:cNvPr id="2" name="标题 1">
            <a:extLst>
              <a:ext uri="{FF2B5EF4-FFF2-40B4-BE49-F238E27FC236}">
                <a16:creationId xmlns:a16="http://schemas.microsoft.com/office/drawing/2014/main" id="{183CDE23-4F7C-273E-9402-14A5FA8E90A4}"/>
              </a:ext>
            </a:extLst>
          </p:cNvPr>
          <p:cNvSpPr>
            <a:spLocks noGrp="1"/>
          </p:cNvSpPr>
          <p:nvPr>
            <p:ph type="ctrTitle"/>
          </p:nvPr>
        </p:nvSpPr>
        <p:spPr>
          <a:xfrm>
            <a:off x="4077578" y="3498981"/>
            <a:ext cx="7262228" cy="1440000"/>
          </a:xfrm>
        </p:spPr>
        <p:txBody>
          <a:bodyPr/>
          <a:lstStyle/>
          <a:p>
            <a:r>
              <a:rPr lang="zh-CN" altLang="en-US" dirty="0"/>
              <a:t>软件项目范围计划</a:t>
            </a:r>
          </a:p>
        </p:txBody>
      </p:sp>
      <p:sp>
        <p:nvSpPr>
          <p:cNvPr id="3" name="副标题 2">
            <a:extLst>
              <a:ext uri="{FF2B5EF4-FFF2-40B4-BE49-F238E27FC236}">
                <a16:creationId xmlns:a16="http://schemas.microsoft.com/office/drawing/2014/main" id="{FFCF073F-5134-EF70-B114-973586DD9916}"/>
              </a:ext>
            </a:extLst>
          </p:cNvPr>
          <p:cNvSpPr>
            <a:spLocks noGrp="1"/>
          </p:cNvSpPr>
          <p:nvPr>
            <p:ph type="subTitle" idx="1"/>
          </p:nvPr>
        </p:nvSpPr>
        <p:spPr>
          <a:xfrm>
            <a:off x="4077578" y="4938981"/>
            <a:ext cx="7262228" cy="900000"/>
          </a:xfrm>
        </p:spPr>
        <p:txBody>
          <a:bodyPr/>
          <a:lstStyle/>
          <a:p>
            <a:r>
              <a:rPr lang="en-US" altLang="zh-CN" dirty="0"/>
              <a:t>Section 3 Project Scope</a:t>
            </a:r>
            <a:endParaRPr lang="zh-CN" altLang="en-US" dirty="0"/>
          </a:p>
        </p:txBody>
      </p:sp>
      <p:sp>
        <p:nvSpPr>
          <p:cNvPr id="7" name="文本占位符 6">
            <a:extLst>
              <a:ext uri="{FF2B5EF4-FFF2-40B4-BE49-F238E27FC236}">
                <a16:creationId xmlns:a16="http://schemas.microsoft.com/office/drawing/2014/main" id="{6E8BAE8B-2F22-D362-1B32-D4595C7339D9}"/>
              </a:ext>
            </a:extLst>
          </p:cNvPr>
          <p:cNvSpPr>
            <a:spLocks noGrp="1"/>
          </p:cNvSpPr>
          <p:nvPr>
            <p:ph type="body" sz="quarter" idx="11"/>
          </p:nvPr>
        </p:nvSpPr>
        <p:spPr>
          <a:xfrm>
            <a:off x="7912100" y="1128713"/>
            <a:ext cx="3427413" cy="2300287"/>
          </a:xfrm>
        </p:spPr>
        <p:txBody>
          <a:bodyPr/>
          <a:lstStyle/>
          <a:p>
            <a:endParaRPr lang="zh-CN" altLang="en-US" dirty="0"/>
          </a:p>
        </p:txBody>
      </p:sp>
    </p:spTree>
    <p:extLst>
      <p:ext uri="{BB962C8B-B14F-4D97-AF65-F5344CB8AC3E}">
        <p14:creationId xmlns:p14="http://schemas.microsoft.com/office/powerpoint/2010/main" val="80631451"/>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7459CA-3422-05F2-6B02-BAEA21002EEF}"/>
            </a:ext>
          </a:extLst>
        </p:cNvPr>
        <p:cNvGrpSpPr/>
        <p:nvPr/>
      </p:nvGrpSpPr>
      <p:grpSpPr>
        <a:xfrm>
          <a:off x="0" y="0"/>
          <a:ext cx="0" cy="0"/>
          <a:chOff x="0" y="0"/>
          <a:chExt cx="0" cy="0"/>
        </a:xfrm>
      </p:grpSpPr>
      <p:pic>
        <p:nvPicPr>
          <p:cNvPr id="10" name="Picture Placeholder 9">
            <a:extLst>
              <a:ext uri="{FF2B5EF4-FFF2-40B4-BE49-F238E27FC236}">
                <a16:creationId xmlns:a16="http://schemas.microsoft.com/office/drawing/2014/main" id="{6A62A984-682F-2610-3D00-E57B86F6D214}"/>
              </a:ext>
            </a:extLst>
          </p:cNvPr>
          <p:cNvPicPr>
            <a:picLocks noGrp="1" noChangeAspect="1"/>
          </p:cNvPicPr>
          <p:nvPr>
            <p:ph type="pic" sz="quarter" idx="10"/>
          </p:nvPr>
        </p:nvPicPr>
        <p:blipFill>
          <a:blip r:embed="rId2"/>
          <a:srcRect l="9052" r="9052"/>
          <a:stretch/>
        </p:blipFill>
        <p:spPr>
          <a:xfrm>
            <a:off x="0" y="0"/>
            <a:ext cx="6480000" cy="6858000"/>
          </a:xfrm>
        </p:spPr>
      </p:pic>
      <p:sp>
        <p:nvSpPr>
          <p:cNvPr id="2" name="标题 1">
            <a:extLst>
              <a:ext uri="{FF2B5EF4-FFF2-40B4-BE49-F238E27FC236}">
                <a16:creationId xmlns:a16="http://schemas.microsoft.com/office/drawing/2014/main" id="{BB3640AA-62E5-79DF-6561-D67CED773395}"/>
              </a:ext>
            </a:extLst>
          </p:cNvPr>
          <p:cNvSpPr>
            <a:spLocks noGrp="1"/>
          </p:cNvSpPr>
          <p:nvPr>
            <p:ph type="ctrTitle"/>
          </p:nvPr>
        </p:nvSpPr>
        <p:spPr>
          <a:xfrm>
            <a:off x="4077578" y="3498981"/>
            <a:ext cx="7262228" cy="1440000"/>
          </a:xfrm>
        </p:spPr>
        <p:txBody>
          <a:bodyPr/>
          <a:lstStyle/>
          <a:p>
            <a:r>
              <a:rPr lang="zh-CN" altLang="en-US" dirty="0"/>
              <a:t>软件项目成本计划</a:t>
            </a:r>
          </a:p>
        </p:txBody>
      </p:sp>
      <p:sp>
        <p:nvSpPr>
          <p:cNvPr id="3" name="副标题 2">
            <a:extLst>
              <a:ext uri="{FF2B5EF4-FFF2-40B4-BE49-F238E27FC236}">
                <a16:creationId xmlns:a16="http://schemas.microsoft.com/office/drawing/2014/main" id="{B138680D-15DD-035C-F4EC-29931F7BA0E6}"/>
              </a:ext>
            </a:extLst>
          </p:cNvPr>
          <p:cNvSpPr>
            <a:spLocks noGrp="1"/>
          </p:cNvSpPr>
          <p:nvPr>
            <p:ph type="subTitle" idx="1"/>
          </p:nvPr>
        </p:nvSpPr>
        <p:spPr>
          <a:xfrm>
            <a:off x="4077578" y="4938981"/>
            <a:ext cx="7262228" cy="900000"/>
          </a:xfrm>
        </p:spPr>
        <p:txBody>
          <a:bodyPr/>
          <a:lstStyle/>
          <a:p>
            <a:r>
              <a:rPr lang="en-US" altLang="zh-CN" dirty="0"/>
              <a:t>Section 4 Project Cost</a:t>
            </a:r>
            <a:endParaRPr lang="zh-CN" altLang="en-US" dirty="0"/>
          </a:p>
        </p:txBody>
      </p:sp>
      <p:sp>
        <p:nvSpPr>
          <p:cNvPr id="7" name="文本占位符 6">
            <a:extLst>
              <a:ext uri="{FF2B5EF4-FFF2-40B4-BE49-F238E27FC236}">
                <a16:creationId xmlns:a16="http://schemas.microsoft.com/office/drawing/2014/main" id="{403165B6-7A00-E82A-DCFE-3A6F9D32E758}"/>
              </a:ext>
            </a:extLst>
          </p:cNvPr>
          <p:cNvSpPr>
            <a:spLocks noGrp="1"/>
          </p:cNvSpPr>
          <p:nvPr>
            <p:ph type="body" sz="quarter" idx="11"/>
          </p:nvPr>
        </p:nvSpPr>
        <p:spPr>
          <a:xfrm>
            <a:off x="6480000" y="1128713"/>
            <a:ext cx="4859513" cy="2300287"/>
          </a:xfrm>
        </p:spPr>
        <p:txBody>
          <a:bodyPr/>
          <a:lstStyle/>
          <a:p>
            <a:r>
              <a:rPr lang="zh-CN" altLang="en-US" dirty="0"/>
              <a:t>概念和术语</a:t>
            </a:r>
            <a:endParaRPr lang="en-US" altLang="zh-CN" dirty="0"/>
          </a:p>
          <a:p>
            <a:r>
              <a:rPr lang="zh-CN" altLang="en-US" dirty="0"/>
              <a:t>成本管理计划</a:t>
            </a:r>
            <a:endParaRPr lang="en-US" altLang="zh-CN" dirty="0"/>
          </a:p>
          <a:p>
            <a:r>
              <a:rPr lang="zh-CN" altLang="en-US" dirty="0"/>
              <a:t>成本估算</a:t>
            </a:r>
            <a:endParaRPr lang="en-US" altLang="zh-CN" dirty="0"/>
          </a:p>
          <a:p>
            <a:r>
              <a:rPr lang="zh-CN" altLang="en-US" dirty="0"/>
              <a:t>成本预算</a:t>
            </a:r>
            <a:endParaRPr lang="en-US" altLang="zh-CN" dirty="0"/>
          </a:p>
          <a:p>
            <a:r>
              <a:rPr lang="zh-CN" altLang="en-US" dirty="0"/>
              <a:t>成本控制</a:t>
            </a:r>
          </a:p>
        </p:txBody>
      </p:sp>
    </p:spTree>
    <p:extLst>
      <p:ext uri="{BB962C8B-B14F-4D97-AF65-F5344CB8AC3E}">
        <p14:creationId xmlns:p14="http://schemas.microsoft.com/office/powerpoint/2010/main" val="1822699390"/>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9597B2-B8FB-6B99-4245-BFD30AC1BF11}"/>
              </a:ext>
            </a:extLst>
          </p:cNvPr>
          <p:cNvSpPr>
            <a:spLocks noGrp="1"/>
          </p:cNvSpPr>
          <p:nvPr>
            <p:ph type="title"/>
          </p:nvPr>
        </p:nvSpPr>
        <p:spPr>
          <a:xfrm>
            <a:off x="695998" y="360000"/>
            <a:ext cx="7200000" cy="424732"/>
          </a:xfrm>
        </p:spPr>
        <p:txBody>
          <a:bodyPr>
            <a:normAutofit/>
          </a:bodyPr>
          <a:lstStyle/>
          <a:p>
            <a:r>
              <a:rPr lang="en-US" altLang="zh-CN" dirty="0"/>
              <a:t>1. </a:t>
            </a:r>
            <a:r>
              <a:rPr lang="zh-CN" altLang="en-US" dirty="0"/>
              <a:t>概念和术语 </a:t>
            </a:r>
            <a:r>
              <a:rPr lang="en-US" altLang="zh-CN" dirty="0"/>
              <a:t>– </a:t>
            </a:r>
            <a:r>
              <a:rPr lang="zh-CN" altLang="en-US" dirty="0"/>
              <a:t>成本类型</a:t>
            </a:r>
          </a:p>
        </p:txBody>
      </p:sp>
      <p:sp>
        <p:nvSpPr>
          <p:cNvPr id="3" name="内容占位符 2">
            <a:extLst>
              <a:ext uri="{FF2B5EF4-FFF2-40B4-BE49-F238E27FC236}">
                <a16:creationId xmlns:a16="http://schemas.microsoft.com/office/drawing/2014/main" id="{1833A5F5-064F-4B72-CDDF-29B0CC6FB770}"/>
              </a:ext>
            </a:extLst>
          </p:cNvPr>
          <p:cNvSpPr>
            <a:spLocks noGrp="1"/>
          </p:cNvSpPr>
          <p:nvPr>
            <p:ph idx="1"/>
          </p:nvPr>
        </p:nvSpPr>
        <p:spPr>
          <a:xfrm>
            <a:off x="696000" y="1080000"/>
            <a:ext cx="10800000" cy="5112000"/>
          </a:xfrm>
        </p:spPr>
        <p:txBody>
          <a:bodyPr>
            <a:normAutofit fontScale="92500" lnSpcReduction="20000"/>
          </a:bodyPr>
          <a:lstStyle/>
          <a:p>
            <a:r>
              <a:rPr lang="zh-CN" altLang="en-US" dirty="0"/>
              <a:t>可变成本 </a:t>
            </a:r>
            <a:r>
              <a:rPr lang="en-US" altLang="zh-CN" dirty="0"/>
              <a:t>Variable Costs</a:t>
            </a:r>
          </a:p>
          <a:p>
            <a:r>
              <a:rPr lang="zh-CN" altLang="en-US" dirty="0"/>
              <a:t>固定成本 </a:t>
            </a:r>
            <a:r>
              <a:rPr lang="en-US" altLang="zh-CN" dirty="0"/>
              <a:t>Fixed Costs</a:t>
            </a:r>
          </a:p>
          <a:p>
            <a:r>
              <a:rPr lang="zh-CN" altLang="en-US" dirty="0"/>
              <a:t>直接成本 </a:t>
            </a:r>
            <a:r>
              <a:rPr lang="en-US" altLang="zh-CN" dirty="0"/>
              <a:t>Direct Costs</a:t>
            </a:r>
          </a:p>
          <a:p>
            <a:pPr lvl="1"/>
            <a:r>
              <a:rPr lang="zh-CN" altLang="en-US" dirty="0"/>
              <a:t>人工费、工资</a:t>
            </a:r>
            <a:endParaRPr lang="en-US" altLang="zh-CN" dirty="0"/>
          </a:p>
          <a:p>
            <a:pPr lvl="1"/>
            <a:r>
              <a:rPr lang="zh-CN" altLang="en-US" dirty="0"/>
              <a:t>差旅费（项目相关人员）</a:t>
            </a:r>
            <a:endParaRPr lang="en-US" altLang="zh-CN" dirty="0"/>
          </a:p>
          <a:p>
            <a:pPr lvl="1"/>
            <a:r>
              <a:rPr lang="zh-CN" altLang="en-US" dirty="0"/>
              <a:t>材料费</a:t>
            </a:r>
            <a:endParaRPr lang="en-US" altLang="zh-CN" dirty="0"/>
          </a:p>
          <a:p>
            <a:pPr lvl="1"/>
            <a:r>
              <a:rPr lang="zh-CN" altLang="en-US" dirty="0"/>
              <a:t>专用设备费</a:t>
            </a:r>
            <a:endParaRPr lang="en-US" altLang="zh-CN" dirty="0"/>
          </a:p>
          <a:p>
            <a:pPr lvl="1"/>
            <a:r>
              <a:rPr lang="zh-CN" altLang="en-US" dirty="0"/>
              <a:t>特定工具</a:t>
            </a:r>
            <a:endParaRPr lang="en-US" altLang="zh-CN" dirty="0"/>
          </a:p>
          <a:p>
            <a:r>
              <a:rPr lang="zh-CN" altLang="en-US" dirty="0"/>
              <a:t>间接成本 </a:t>
            </a:r>
            <a:r>
              <a:rPr lang="en-US" altLang="zh-CN" dirty="0"/>
              <a:t>Indirect Costs</a:t>
            </a:r>
          </a:p>
          <a:p>
            <a:pPr lvl="1"/>
            <a:r>
              <a:rPr lang="zh-CN" altLang="en-US" dirty="0"/>
              <a:t>管理费</a:t>
            </a:r>
            <a:endParaRPr lang="en-US" altLang="zh-CN" dirty="0"/>
          </a:p>
          <a:p>
            <a:pPr lvl="1"/>
            <a:r>
              <a:rPr lang="zh-CN" altLang="en-US" dirty="0"/>
              <a:t>办公租金、安保</a:t>
            </a:r>
            <a:endParaRPr lang="en-US" altLang="zh-CN" dirty="0"/>
          </a:p>
          <a:p>
            <a:pPr lvl="1"/>
            <a:r>
              <a:rPr lang="zh-CN" altLang="en-US" dirty="0"/>
              <a:t>行政人员工资</a:t>
            </a:r>
            <a:endParaRPr lang="en-US" altLang="zh-CN" dirty="0"/>
          </a:p>
          <a:p>
            <a:pPr lvl="1"/>
            <a:r>
              <a:rPr lang="zh-CN" altLang="en-US" dirty="0"/>
              <a:t>公司级税金</a:t>
            </a:r>
            <a:endParaRPr lang="en-US" altLang="zh-CN" dirty="0"/>
          </a:p>
          <a:p>
            <a:pPr lvl="1"/>
            <a:r>
              <a:rPr lang="zh-CN" altLang="en-US" dirty="0"/>
              <a:t>通用设备租赁</a:t>
            </a:r>
            <a:endParaRPr lang="en-US" altLang="zh-CN" dirty="0"/>
          </a:p>
          <a:p>
            <a:r>
              <a:rPr lang="zh-CN" altLang="en-US" dirty="0"/>
              <a:t>机会成本 </a:t>
            </a:r>
            <a:endParaRPr lang="en-US" altLang="zh-CN" dirty="0"/>
          </a:p>
          <a:p>
            <a:r>
              <a:rPr lang="zh-CN" altLang="en-US" dirty="0"/>
              <a:t>沉默成本</a:t>
            </a:r>
            <a:endParaRPr lang="en-US" altLang="zh-CN" dirty="0"/>
          </a:p>
          <a:p>
            <a:endParaRPr lang="zh-CN" altLang="en-US" dirty="0"/>
          </a:p>
        </p:txBody>
      </p:sp>
      <p:sp>
        <p:nvSpPr>
          <p:cNvPr id="4" name="文本占位符 3">
            <a:extLst>
              <a:ext uri="{FF2B5EF4-FFF2-40B4-BE49-F238E27FC236}">
                <a16:creationId xmlns:a16="http://schemas.microsoft.com/office/drawing/2014/main" id="{1F01642D-6113-F091-3D7E-9B82C27D457F}"/>
              </a:ext>
            </a:extLst>
          </p:cNvPr>
          <p:cNvSpPr>
            <a:spLocks noGrp="1"/>
          </p:cNvSpPr>
          <p:nvPr>
            <p:ph type="body" sz="quarter" idx="10"/>
          </p:nvPr>
        </p:nvSpPr>
        <p:spPr>
          <a:xfrm>
            <a:off x="6702424" y="360001"/>
            <a:ext cx="4793575" cy="424731"/>
          </a:xfrm>
        </p:spPr>
        <p:txBody>
          <a:bodyPr/>
          <a:lstStyle/>
          <a:p>
            <a:r>
              <a:rPr lang="en-US" altLang="zh-CN" dirty="0"/>
              <a:t>Project Cost</a:t>
            </a:r>
            <a:endParaRPr lang="zh-CN" altLang="en-US" dirty="0"/>
          </a:p>
        </p:txBody>
      </p:sp>
    </p:spTree>
    <p:extLst>
      <p:ext uri="{BB962C8B-B14F-4D97-AF65-F5344CB8AC3E}">
        <p14:creationId xmlns:p14="http://schemas.microsoft.com/office/powerpoint/2010/main" val="356826520"/>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9597B2-B8FB-6B99-4245-BFD30AC1BF11}"/>
              </a:ext>
            </a:extLst>
          </p:cNvPr>
          <p:cNvSpPr>
            <a:spLocks noGrp="1"/>
          </p:cNvSpPr>
          <p:nvPr>
            <p:ph type="title"/>
          </p:nvPr>
        </p:nvSpPr>
        <p:spPr>
          <a:xfrm>
            <a:off x="695998" y="360000"/>
            <a:ext cx="7200000" cy="424732"/>
          </a:xfrm>
        </p:spPr>
        <p:txBody>
          <a:bodyPr>
            <a:normAutofit/>
          </a:bodyPr>
          <a:lstStyle/>
          <a:p>
            <a:r>
              <a:rPr lang="en-US" altLang="zh-CN" dirty="0"/>
              <a:t>1. </a:t>
            </a:r>
            <a:r>
              <a:rPr lang="zh-CN" altLang="en-US" dirty="0"/>
              <a:t>概念和术语 </a:t>
            </a:r>
            <a:r>
              <a:rPr lang="en-US" altLang="zh-CN" dirty="0"/>
              <a:t>- </a:t>
            </a:r>
            <a:r>
              <a:rPr lang="zh-CN" altLang="en-US" dirty="0"/>
              <a:t>应急储备</a:t>
            </a:r>
          </a:p>
        </p:txBody>
      </p:sp>
      <p:sp>
        <p:nvSpPr>
          <p:cNvPr id="10" name="内容占位符 9">
            <a:extLst>
              <a:ext uri="{FF2B5EF4-FFF2-40B4-BE49-F238E27FC236}">
                <a16:creationId xmlns:a16="http://schemas.microsoft.com/office/drawing/2014/main" id="{6B5DF25B-349D-3AAC-9877-296B591DE623}"/>
              </a:ext>
            </a:extLst>
          </p:cNvPr>
          <p:cNvSpPr>
            <a:spLocks noGrp="1"/>
          </p:cNvSpPr>
          <p:nvPr>
            <p:ph idx="1"/>
          </p:nvPr>
        </p:nvSpPr>
        <p:spPr>
          <a:xfrm>
            <a:off x="696000" y="1080000"/>
            <a:ext cx="10800000" cy="5112000"/>
          </a:xfrm>
        </p:spPr>
        <p:txBody>
          <a:bodyPr/>
          <a:lstStyle/>
          <a:p>
            <a:r>
              <a:rPr lang="en-US" altLang="zh-CN" dirty="0"/>
              <a:t>Contingency Reserve</a:t>
            </a:r>
            <a:endParaRPr lang="zh-CN" altLang="en-US" dirty="0"/>
          </a:p>
        </p:txBody>
      </p:sp>
      <p:sp>
        <p:nvSpPr>
          <p:cNvPr id="4" name="文本占位符 3">
            <a:extLst>
              <a:ext uri="{FF2B5EF4-FFF2-40B4-BE49-F238E27FC236}">
                <a16:creationId xmlns:a16="http://schemas.microsoft.com/office/drawing/2014/main" id="{1F01642D-6113-F091-3D7E-9B82C27D457F}"/>
              </a:ext>
            </a:extLst>
          </p:cNvPr>
          <p:cNvSpPr>
            <a:spLocks noGrp="1"/>
          </p:cNvSpPr>
          <p:nvPr>
            <p:ph type="body" sz="quarter" idx="10"/>
          </p:nvPr>
        </p:nvSpPr>
        <p:spPr>
          <a:xfrm>
            <a:off x="6702424" y="360001"/>
            <a:ext cx="4793575" cy="424731"/>
          </a:xfrm>
        </p:spPr>
        <p:txBody>
          <a:bodyPr/>
          <a:lstStyle/>
          <a:p>
            <a:r>
              <a:rPr lang="en-US" altLang="zh-CN" dirty="0"/>
              <a:t>Project Cost</a:t>
            </a:r>
            <a:endParaRPr lang="zh-CN" altLang="en-US" dirty="0"/>
          </a:p>
        </p:txBody>
      </p:sp>
    </p:spTree>
    <p:extLst>
      <p:ext uri="{BB962C8B-B14F-4D97-AF65-F5344CB8AC3E}">
        <p14:creationId xmlns:p14="http://schemas.microsoft.com/office/powerpoint/2010/main" val="540085253"/>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910CC7F-E912-B9B2-78E6-B89219524CBB}"/>
              </a:ext>
            </a:extLst>
          </p:cNvPr>
          <p:cNvSpPr>
            <a:spLocks noGrp="1"/>
          </p:cNvSpPr>
          <p:nvPr>
            <p:ph type="title"/>
          </p:nvPr>
        </p:nvSpPr>
        <p:spPr>
          <a:xfrm>
            <a:off x="695998" y="360000"/>
            <a:ext cx="7200000" cy="424732"/>
          </a:xfrm>
        </p:spPr>
        <p:txBody>
          <a:bodyPr>
            <a:normAutofit/>
          </a:bodyPr>
          <a:lstStyle/>
          <a:p>
            <a:r>
              <a:rPr lang="en-US" altLang="zh-CN" dirty="0"/>
              <a:t>3. </a:t>
            </a:r>
            <a:r>
              <a:rPr lang="zh-CN" altLang="en-US" dirty="0"/>
              <a:t>成本估算</a:t>
            </a:r>
          </a:p>
        </p:txBody>
      </p:sp>
      <p:sp>
        <p:nvSpPr>
          <p:cNvPr id="26" name="内容占位符 25">
            <a:extLst>
              <a:ext uri="{FF2B5EF4-FFF2-40B4-BE49-F238E27FC236}">
                <a16:creationId xmlns:a16="http://schemas.microsoft.com/office/drawing/2014/main" id="{C366CF28-2151-509C-E60F-FED9786FD4E6}"/>
              </a:ext>
            </a:extLst>
          </p:cNvPr>
          <p:cNvSpPr>
            <a:spLocks noGrp="1"/>
          </p:cNvSpPr>
          <p:nvPr>
            <p:ph idx="1"/>
          </p:nvPr>
        </p:nvSpPr>
        <p:spPr>
          <a:xfrm>
            <a:off x="696000" y="1080000"/>
            <a:ext cx="10800000" cy="5112000"/>
          </a:xfrm>
        </p:spPr>
        <p:txBody>
          <a:bodyPr/>
          <a:lstStyle/>
          <a:p>
            <a:endParaRPr lang="zh-CN" altLang="en-US" dirty="0"/>
          </a:p>
        </p:txBody>
      </p:sp>
      <p:sp>
        <p:nvSpPr>
          <p:cNvPr id="4" name="文本占位符 3">
            <a:extLst>
              <a:ext uri="{FF2B5EF4-FFF2-40B4-BE49-F238E27FC236}">
                <a16:creationId xmlns:a16="http://schemas.microsoft.com/office/drawing/2014/main" id="{01CF47DA-7FDF-E0F7-95AE-158D3E03229E}"/>
              </a:ext>
            </a:extLst>
          </p:cNvPr>
          <p:cNvSpPr>
            <a:spLocks noGrp="1"/>
          </p:cNvSpPr>
          <p:nvPr>
            <p:ph type="body" sz="quarter" idx="10"/>
          </p:nvPr>
        </p:nvSpPr>
        <p:spPr>
          <a:xfrm>
            <a:off x="6702424" y="360001"/>
            <a:ext cx="4793575" cy="424731"/>
          </a:xfrm>
        </p:spPr>
        <p:txBody>
          <a:bodyPr/>
          <a:lstStyle/>
          <a:p>
            <a:r>
              <a:rPr lang="en-US" altLang="zh-CN" dirty="0"/>
              <a:t>Project Cost</a:t>
            </a:r>
            <a:endParaRPr lang="zh-CN" altLang="en-US" dirty="0"/>
          </a:p>
        </p:txBody>
      </p:sp>
      <p:graphicFrame>
        <p:nvGraphicFramePr>
          <p:cNvPr id="27" name="内容占位符 4">
            <a:extLst>
              <a:ext uri="{FF2B5EF4-FFF2-40B4-BE49-F238E27FC236}">
                <a16:creationId xmlns:a16="http://schemas.microsoft.com/office/drawing/2014/main" id="{C4FBFAF5-D662-CE32-3DF2-2B156D98900A}"/>
              </a:ext>
            </a:extLst>
          </p:cNvPr>
          <p:cNvGraphicFramePr>
            <a:graphicFrameLocks/>
          </p:cNvGraphicFramePr>
          <p:nvPr>
            <p:extLst>
              <p:ext uri="{D42A27DB-BD31-4B8C-83A1-F6EECF244321}">
                <p14:modId xmlns:p14="http://schemas.microsoft.com/office/powerpoint/2010/main" val="340370057"/>
              </p:ext>
            </p:extLst>
          </p:nvPr>
        </p:nvGraphicFramePr>
        <p:xfrm>
          <a:off x="695325" y="2442960"/>
          <a:ext cx="10801350" cy="3749040"/>
        </p:xfrm>
        <a:graphic>
          <a:graphicData uri="http://schemas.openxmlformats.org/drawingml/2006/table">
            <a:tbl>
              <a:tblPr/>
              <a:tblGrid>
                <a:gridCol w="2076450">
                  <a:extLst>
                    <a:ext uri="{9D8B030D-6E8A-4147-A177-3AD203B41FA5}">
                      <a16:colId xmlns:a16="http://schemas.microsoft.com/office/drawing/2014/main" val="3085145783"/>
                    </a:ext>
                  </a:extLst>
                </a:gridCol>
                <a:gridCol w="4514850">
                  <a:extLst>
                    <a:ext uri="{9D8B030D-6E8A-4147-A177-3AD203B41FA5}">
                      <a16:colId xmlns:a16="http://schemas.microsoft.com/office/drawing/2014/main" val="1127026529"/>
                    </a:ext>
                  </a:extLst>
                </a:gridCol>
                <a:gridCol w="4210050">
                  <a:extLst>
                    <a:ext uri="{9D8B030D-6E8A-4147-A177-3AD203B41FA5}">
                      <a16:colId xmlns:a16="http://schemas.microsoft.com/office/drawing/2014/main" val="177439978"/>
                    </a:ext>
                  </a:extLst>
                </a:gridCol>
              </a:tblGrid>
              <a:tr h="0">
                <a:tc>
                  <a:txBody>
                    <a:bodyPr/>
                    <a:lstStyle/>
                    <a:p>
                      <a:pPr>
                        <a:buNone/>
                      </a:pPr>
                      <a:r>
                        <a:rPr lang="zh-CN" altLang="en-US" dirty="0"/>
                        <a:t>方法</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定义</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特点</a:t>
                      </a:r>
                    </a:p>
                  </a:txBody>
                  <a:tcPr anchor="ctr">
                    <a:lnL>
                      <a:noFill/>
                    </a:lnL>
                    <a:lnR>
                      <a:noFill/>
                    </a:lnR>
                    <a:lnT>
                      <a:noFill/>
                    </a:lnT>
                    <a:lnB w="1270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79677568"/>
                  </a:ext>
                </a:extLst>
              </a:tr>
              <a:tr h="0">
                <a:tc>
                  <a:txBody>
                    <a:bodyPr/>
                    <a:lstStyle/>
                    <a:p>
                      <a:pPr>
                        <a:buNone/>
                      </a:pPr>
                      <a:r>
                        <a:rPr lang="zh-CN" altLang="en-US"/>
                        <a:t>类比估算</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dirty="0"/>
                        <a:t>使用类似项目的实际数据进行估算</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dirty="0"/>
                        <a:t>快速但精度低</a:t>
                      </a:r>
                    </a:p>
                  </a:txBody>
                  <a:tcPr anchor="ctr">
                    <a:lnL>
                      <a:noFill/>
                    </a:lnL>
                    <a:lnR>
                      <a:noFill/>
                    </a:lnR>
                    <a:lnT w="12700" cap="flat" cmpd="sng" algn="ctr">
                      <a:solidFill>
                        <a:schemeClr val="accent2"/>
                      </a:solidFill>
                      <a:prstDash val="solid"/>
                      <a:round/>
                      <a:headEnd type="none" w="med" len="med"/>
                      <a:tailEnd type="none" w="med" len="med"/>
                    </a:lnT>
                    <a:lnB>
                      <a:noFill/>
                    </a:lnB>
                    <a:noFill/>
                  </a:tcPr>
                </a:tc>
                <a:extLst>
                  <a:ext uri="{0D108BD9-81ED-4DB2-BD59-A6C34878D82A}">
                    <a16:rowId xmlns:a16="http://schemas.microsoft.com/office/drawing/2014/main" val="2513466589"/>
                  </a:ext>
                </a:extLst>
              </a:tr>
              <a:tr h="0">
                <a:tc>
                  <a:txBody>
                    <a:bodyPr/>
                    <a:lstStyle/>
                    <a:p>
                      <a:pPr>
                        <a:buNone/>
                      </a:pPr>
                      <a:r>
                        <a:rPr lang="zh-CN" altLang="en-US"/>
                        <a:t>自上而下估算</a:t>
                      </a:r>
                    </a:p>
                  </a:txBody>
                  <a:tcPr anchor="ctr">
                    <a:lnL>
                      <a:noFill/>
                    </a:lnL>
                    <a:lnR>
                      <a:noFill/>
                    </a:lnR>
                    <a:lnT>
                      <a:noFill/>
                    </a:lnT>
                    <a:lnB>
                      <a:noFill/>
                    </a:lnB>
                    <a:noFill/>
                  </a:tcPr>
                </a:tc>
                <a:tc>
                  <a:txBody>
                    <a:bodyPr/>
                    <a:lstStyle/>
                    <a:p>
                      <a:pPr>
                        <a:buNone/>
                      </a:pPr>
                      <a:r>
                        <a:rPr lang="zh-CN" altLang="en-US"/>
                        <a:t>从整体项目开始，分解并分配资源</a:t>
                      </a:r>
                    </a:p>
                  </a:txBody>
                  <a:tcPr anchor="ctr">
                    <a:lnL>
                      <a:noFill/>
                    </a:lnL>
                    <a:lnR>
                      <a:noFill/>
                    </a:lnR>
                    <a:lnT>
                      <a:noFill/>
                    </a:lnT>
                    <a:lnB>
                      <a:noFill/>
                    </a:lnB>
                    <a:noFill/>
                  </a:tcPr>
                </a:tc>
                <a:tc>
                  <a:txBody>
                    <a:bodyPr/>
                    <a:lstStyle/>
                    <a:p>
                      <a:pPr>
                        <a:buNone/>
                      </a:pPr>
                      <a:r>
                        <a:rPr lang="zh-CN" altLang="en-US" dirty="0"/>
                        <a:t>通常用于初步估算，由高层向下分配</a:t>
                      </a:r>
                    </a:p>
                  </a:txBody>
                  <a:tcPr anchor="ctr">
                    <a:lnL>
                      <a:noFill/>
                    </a:lnL>
                    <a:lnR>
                      <a:noFill/>
                    </a:lnR>
                    <a:lnT>
                      <a:noFill/>
                    </a:lnT>
                    <a:lnB>
                      <a:noFill/>
                    </a:lnB>
                    <a:noFill/>
                  </a:tcPr>
                </a:tc>
                <a:extLst>
                  <a:ext uri="{0D108BD9-81ED-4DB2-BD59-A6C34878D82A}">
                    <a16:rowId xmlns:a16="http://schemas.microsoft.com/office/drawing/2014/main" val="1286852194"/>
                  </a:ext>
                </a:extLst>
              </a:tr>
              <a:tr h="0">
                <a:tc>
                  <a:txBody>
                    <a:bodyPr/>
                    <a:lstStyle/>
                    <a:p>
                      <a:pPr>
                        <a:buNone/>
                      </a:pPr>
                      <a:r>
                        <a:rPr lang="zh-CN" altLang="en-US"/>
                        <a:t>自下而上估算</a:t>
                      </a:r>
                    </a:p>
                  </a:txBody>
                  <a:tcPr anchor="ctr">
                    <a:lnL>
                      <a:noFill/>
                    </a:lnL>
                    <a:lnR>
                      <a:noFill/>
                    </a:lnR>
                    <a:lnT>
                      <a:noFill/>
                    </a:lnT>
                    <a:lnB>
                      <a:noFill/>
                    </a:lnB>
                    <a:noFill/>
                  </a:tcPr>
                </a:tc>
                <a:tc>
                  <a:txBody>
                    <a:bodyPr/>
                    <a:lstStyle/>
                    <a:p>
                      <a:pPr>
                        <a:buNone/>
                      </a:pPr>
                      <a:r>
                        <a:rPr lang="zh-CN" altLang="en-US" dirty="0"/>
                        <a:t>先估算每个工作包或活动的成本</a:t>
                      </a:r>
                      <a:r>
                        <a:rPr lang="en-US" altLang="zh-CN" dirty="0"/>
                        <a:t>/</a:t>
                      </a:r>
                      <a:r>
                        <a:rPr lang="zh-CN" altLang="en-US" dirty="0"/>
                        <a:t>工期，再</a:t>
                      </a:r>
                      <a:r>
                        <a:rPr lang="zh-CN" altLang="en-US" dirty="0">
                          <a:solidFill>
                            <a:srgbClr val="FF0000"/>
                          </a:solidFill>
                        </a:rPr>
                        <a:t>汇总</a:t>
                      </a:r>
                      <a:r>
                        <a:rPr lang="zh-CN" altLang="en-US" dirty="0"/>
                        <a:t>到更高层级</a:t>
                      </a:r>
                    </a:p>
                  </a:txBody>
                  <a:tcPr anchor="ctr">
                    <a:lnL>
                      <a:noFill/>
                    </a:lnL>
                    <a:lnR>
                      <a:noFill/>
                    </a:lnR>
                    <a:lnT>
                      <a:noFill/>
                    </a:lnT>
                    <a:lnB>
                      <a:noFill/>
                    </a:lnB>
                    <a:noFill/>
                  </a:tcPr>
                </a:tc>
                <a:tc>
                  <a:txBody>
                    <a:bodyPr/>
                    <a:lstStyle/>
                    <a:p>
                      <a:pPr>
                        <a:buNone/>
                      </a:pPr>
                      <a:r>
                        <a:rPr lang="zh-CN" altLang="en-US" dirty="0"/>
                        <a:t>精度高，基于详细信息</a:t>
                      </a:r>
                    </a:p>
                  </a:txBody>
                  <a:tcPr anchor="ctr">
                    <a:lnL>
                      <a:noFill/>
                    </a:lnL>
                    <a:lnR>
                      <a:noFill/>
                    </a:lnR>
                    <a:lnT>
                      <a:noFill/>
                    </a:lnT>
                    <a:lnB>
                      <a:noFill/>
                    </a:lnB>
                    <a:noFill/>
                  </a:tcPr>
                </a:tc>
                <a:extLst>
                  <a:ext uri="{0D108BD9-81ED-4DB2-BD59-A6C34878D82A}">
                    <a16:rowId xmlns:a16="http://schemas.microsoft.com/office/drawing/2014/main" val="2270663309"/>
                  </a:ext>
                </a:extLst>
              </a:tr>
              <a:tr h="0">
                <a:tc>
                  <a:txBody>
                    <a:bodyPr/>
                    <a:lstStyle/>
                    <a:p>
                      <a:pPr>
                        <a:buNone/>
                      </a:pPr>
                      <a:r>
                        <a:rPr lang="zh-CN" altLang="en-US"/>
                        <a:t>多方案分析估算</a:t>
                      </a:r>
                    </a:p>
                  </a:txBody>
                  <a:tcPr anchor="ctr">
                    <a:lnL>
                      <a:noFill/>
                    </a:lnL>
                    <a:lnR>
                      <a:noFill/>
                    </a:lnR>
                    <a:lnT>
                      <a:noFill/>
                    </a:lnT>
                    <a:lnB>
                      <a:noFill/>
                    </a:lnB>
                    <a:noFill/>
                  </a:tcPr>
                </a:tc>
                <a:tc>
                  <a:txBody>
                    <a:bodyPr/>
                    <a:lstStyle/>
                    <a:p>
                      <a:pPr>
                        <a:buNone/>
                      </a:pPr>
                      <a:r>
                        <a:rPr lang="zh-CN" altLang="en-US" dirty="0"/>
                        <a:t>比较多种技术或方案的成本</a:t>
                      </a:r>
                      <a:r>
                        <a:rPr lang="en-US" altLang="zh-CN" dirty="0"/>
                        <a:t>/</a:t>
                      </a:r>
                      <a:r>
                        <a:rPr lang="zh-CN" altLang="en-US" dirty="0"/>
                        <a:t>收益</a:t>
                      </a:r>
                    </a:p>
                  </a:txBody>
                  <a:tcPr anchor="ctr">
                    <a:lnL>
                      <a:noFill/>
                    </a:lnL>
                    <a:lnR>
                      <a:noFill/>
                    </a:lnR>
                    <a:lnT>
                      <a:noFill/>
                    </a:lnT>
                    <a:lnB>
                      <a:noFill/>
                    </a:lnB>
                    <a:noFill/>
                  </a:tcPr>
                </a:tc>
                <a:tc>
                  <a:txBody>
                    <a:bodyPr/>
                    <a:lstStyle/>
                    <a:p>
                      <a:pPr>
                        <a:buNone/>
                      </a:pPr>
                      <a:r>
                        <a:rPr lang="zh-CN" altLang="en-US" dirty="0"/>
                        <a:t>用于决策支持</a:t>
                      </a:r>
                    </a:p>
                  </a:txBody>
                  <a:tcPr anchor="ctr">
                    <a:lnL>
                      <a:noFill/>
                    </a:lnL>
                    <a:lnR>
                      <a:noFill/>
                    </a:lnR>
                    <a:lnT>
                      <a:noFill/>
                    </a:lnT>
                    <a:lnB>
                      <a:noFill/>
                    </a:lnB>
                    <a:noFill/>
                  </a:tcPr>
                </a:tc>
                <a:extLst>
                  <a:ext uri="{0D108BD9-81ED-4DB2-BD59-A6C34878D82A}">
                    <a16:rowId xmlns:a16="http://schemas.microsoft.com/office/drawing/2014/main" val="3820496958"/>
                  </a:ext>
                </a:extLst>
              </a:tr>
              <a:tr h="0">
                <a:tc>
                  <a:txBody>
                    <a:bodyPr/>
                    <a:lstStyle/>
                    <a:p>
                      <a:pPr>
                        <a:buNone/>
                      </a:pPr>
                      <a:r>
                        <a:rPr lang="zh-CN" altLang="en-US" dirty="0"/>
                        <a:t>参数估算</a:t>
                      </a:r>
                    </a:p>
                  </a:txBody>
                  <a:tcPr anchor="ctr">
                    <a:lnL>
                      <a:noFill/>
                    </a:lnL>
                    <a:lnR>
                      <a:noFill/>
                    </a:lnR>
                    <a:lnT>
                      <a:noFill/>
                    </a:lnT>
                    <a:lnB>
                      <a:noFill/>
                    </a:lnB>
                    <a:noFill/>
                  </a:tcPr>
                </a:tc>
                <a:tc>
                  <a:txBody>
                    <a:bodyPr/>
                    <a:lstStyle/>
                    <a:p>
                      <a:pPr>
                        <a:buNone/>
                      </a:pPr>
                      <a:r>
                        <a:rPr lang="zh-CN" altLang="en-US" dirty="0"/>
                        <a:t>基于数学模型和历史数据（如每米成本）进行估算</a:t>
                      </a:r>
                    </a:p>
                  </a:txBody>
                  <a:tcPr anchor="ctr">
                    <a:lnL>
                      <a:noFill/>
                    </a:lnL>
                    <a:lnR>
                      <a:noFill/>
                    </a:lnR>
                    <a:lnT>
                      <a:noFill/>
                    </a:lnT>
                    <a:lnB>
                      <a:noFill/>
                    </a:lnB>
                    <a:noFill/>
                  </a:tcPr>
                </a:tc>
                <a:tc>
                  <a:txBody>
                    <a:bodyPr/>
                    <a:lstStyle/>
                    <a:p>
                      <a:pPr>
                        <a:buNone/>
                      </a:pPr>
                      <a:endParaRPr lang="zh-CN" altLang="en-US" dirty="0"/>
                    </a:p>
                  </a:txBody>
                  <a:tcPr anchor="ctr">
                    <a:lnL>
                      <a:noFill/>
                    </a:lnL>
                    <a:lnR>
                      <a:noFill/>
                    </a:lnR>
                    <a:lnT>
                      <a:noFill/>
                    </a:lnT>
                    <a:lnB>
                      <a:noFill/>
                    </a:lnB>
                    <a:noFill/>
                  </a:tcPr>
                </a:tc>
                <a:extLst>
                  <a:ext uri="{0D108BD9-81ED-4DB2-BD59-A6C34878D82A}">
                    <a16:rowId xmlns:a16="http://schemas.microsoft.com/office/drawing/2014/main" val="4161272037"/>
                  </a:ext>
                </a:extLst>
              </a:tr>
              <a:tr h="0">
                <a:tc>
                  <a:txBody>
                    <a:bodyPr/>
                    <a:lstStyle/>
                    <a:p>
                      <a:pPr>
                        <a:buNone/>
                      </a:pPr>
                      <a:r>
                        <a:rPr lang="zh-CN" altLang="en-US" dirty="0"/>
                        <a:t>专家判断</a:t>
                      </a:r>
                    </a:p>
                  </a:txBody>
                  <a:tcPr anchor="ctr">
                    <a:lnL>
                      <a:noFill/>
                    </a:lnL>
                    <a:lnR>
                      <a:noFill/>
                    </a:lnR>
                    <a:lnT>
                      <a:noFill/>
                    </a:lnT>
                    <a:lnB>
                      <a:noFill/>
                    </a:lnB>
                    <a:noFill/>
                  </a:tcPr>
                </a:tc>
                <a:tc>
                  <a:txBody>
                    <a:bodyPr/>
                    <a:lstStyle/>
                    <a:p>
                      <a:pPr>
                        <a:buNone/>
                      </a:pPr>
                      <a:r>
                        <a:rPr lang="zh-CN" altLang="en-US"/>
                        <a:t>依靠专家经验进行判断</a:t>
                      </a:r>
                    </a:p>
                  </a:txBody>
                  <a:tcPr anchor="ctr">
                    <a:lnL>
                      <a:noFill/>
                    </a:lnL>
                    <a:lnR>
                      <a:noFill/>
                    </a:lnR>
                    <a:lnT>
                      <a:noFill/>
                    </a:lnT>
                    <a:lnB>
                      <a:noFill/>
                    </a:lnB>
                    <a:noFill/>
                  </a:tcPr>
                </a:tc>
                <a:tc>
                  <a:txBody>
                    <a:bodyPr/>
                    <a:lstStyle/>
                    <a:p>
                      <a:pPr>
                        <a:buNone/>
                      </a:pPr>
                      <a:r>
                        <a:rPr lang="zh-CN" altLang="en-US" dirty="0"/>
                        <a:t>主观，不依赖数值区间</a:t>
                      </a:r>
                    </a:p>
                  </a:txBody>
                  <a:tcPr anchor="ctr">
                    <a:lnL>
                      <a:noFill/>
                    </a:lnL>
                    <a:lnR>
                      <a:noFill/>
                    </a:lnR>
                    <a:lnT>
                      <a:noFill/>
                    </a:lnT>
                    <a:lnB>
                      <a:noFill/>
                    </a:lnB>
                    <a:noFill/>
                  </a:tcPr>
                </a:tc>
                <a:extLst>
                  <a:ext uri="{0D108BD9-81ED-4DB2-BD59-A6C34878D82A}">
                    <a16:rowId xmlns:a16="http://schemas.microsoft.com/office/drawing/2014/main" val="3542723542"/>
                  </a:ext>
                </a:extLst>
              </a:tr>
              <a:tr h="0">
                <a:tc>
                  <a:txBody>
                    <a:bodyPr/>
                    <a:lstStyle/>
                    <a:p>
                      <a:pPr>
                        <a:buNone/>
                      </a:pPr>
                      <a:r>
                        <a:rPr lang="zh-CN" altLang="en-US" dirty="0"/>
                        <a:t>三点估算</a:t>
                      </a:r>
                    </a:p>
                  </a:txBody>
                  <a:tcPr anchor="ctr">
                    <a:lnL>
                      <a:noFill/>
                    </a:lnL>
                    <a:lnR>
                      <a:noFill/>
                    </a:lnR>
                    <a:lnT>
                      <a:noFill/>
                    </a:lnT>
                    <a:lnB>
                      <a:noFill/>
                    </a:lnB>
                    <a:noFill/>
                  </a:tcPr>
                </a:tc>
                <a:tc>
                  <a:txBody>
                    <a:bodyPr/>
                    <a:lstStyle/>
                    <a:p>
                      <a:pPr>
                        <a:buNone/>
                      </a:pPr>
                      <a:r>
                        <a:rPr lang="zh-CN" altLang="en-US" dirty="0"/>
                        <a:t>使用乐观（</a:t>
                      </a:r>
                      <a:r>
                        <a:rPr lang="en-US" altLang="zh-CN" dirty="0"/>
                        <a:t>O</a:t>
                      </a:r>
                      <a:r>
                        <a:rPr lang="zh-CN" altLang="en-US" dirty="0"/>
                        <a:t>）、最可能（</a:t>
                      </a:r>
                      <a:r>
                        <a:rPr lang="en-US" altLang="zh-CN" dirty="0"/>
                        <a:t>M</a:t>
                      </a:r>
                      <a:r>
                        <a:rPr lang="zh-CN" altLang="en-US" dirty="0"/>
                        <a:t>）、悲观（</a:t>
                      </a:r>
                      <a:r>
                        <a:rPr lang="en-US" altLang="zh-CN" dirty="0"/>
                        <a:t>P</a:t>
                      </a:r>
                      <a:r>
                        <a:rPr lang="zh-CN" altLang="en-US" dirty="0"/>
                        <a:t>）三个值，计算期望工期或成本</a:t>
                      </a:r>
                    </a:p>
                  </a:txBody>
                  <a:tcPr anchor="ctr">
                    <a:lnL>
                      <a:noFill/>
                    </a:lnL>
                    <a:lnR>
                      <a:noFill/>
                    </a:lnR>
                    <a:lnT>
                      <a:noFill/>
                    </a:lnT>
                    <a:lnB>
                      <a:noFill/>
                    </a:lnB>
                    <a:noFill/>
                  </a:tcPr>
                </a:tc>
                <a:tc>
                  <a:txBody>
                    <a:bodyPr/>
                    <a:lstStyle/>
                    <a:p>
                      <a:pPr>
                        <a:buNone/>
                      </a:pPr>
                      <a:endParaRPr lang="zh-CN" altLang="en-US" dirty="0"/>
                    </a:p>
                  </a:txBody>
                  <a:tcPr anchor="ctr">
                    <a:lnL>
                      <a:noFill/>
                    </a:lnL>
                    <a:lnR>
                      <a:noFill/>
                    </a:lnR>
                    <a:lnT>
                      <a:noFill/>
                    </a:lnT>
                    <a:lnB>
                      <a:noFill/>
                    </a:lnB>
                    <a:noFill/>
                  </a:tcPr>
                </a:tc>
                <a:extLst>
                  <a:ext uri="{0D108BD9-81ED-4DB2-BD59-A6C34878D82A}">
                    <a16:rowId xmlns:a16="http://schemas.microsoft.com/office/drawing/2014/main" val="1985019332"/>
                  </a:ext>
                </a:extLst>
              </a:tr>
            </a:tbl>
          </a:graphicData>
        </a:graphic>
      </p:graphicFrame>
    </p:spTree>
    <p:extLst>
      <p:ext uri="{BB962C8B-B14F-4D97-AF65-F5344CB8AC3E}">
        <p14:creationId xmlns:p14="http://schemas.microsoft.com/office/powerpoint/2010/main" val="983836152"/>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335B9F-CB6F-B04B-D1E6-D60C2E73FAF3}"/>
              </a:ext>
            </a:extLst>
          </p:cNvPr>
          <p:cNvSpPr>
            <a:spLocks noGrp="1"/>
          </p:cNvSpPr>
          <p:nvPr>
            <p:ph type="title"/>
          </p:nvPr>
        </p:nvSpPr>
        <p:spPr/>
        <p:txBody>
          <a:bodyPr/>
          <a:lstStyle/>
          <a:p>
            <a:r>
              <a:rPr lang="en-US" altLang="zh-CN" dirty="0"/>
              <a:t>4. </a:t>
            </a:r>
            <a:r>
              <a:rPr lang="zh-CN" altLang="en-US" dirty="0"/>
              <a:t>成本预算</a:t>
            </a:r>
          </a:p>
        </p:txBody>
      </p:sp>
      <p:sp>
        <p:nvSpPr>
          <p:cNvPr id="3" name="内容占位符 2">
            <a:extLst>
              <a:ext uri="{FF2B5EF4-FFF2-40B4-BE49-F238E27FC236}">
                <a16:creationId xmlns:a16="http://schemas.microsoft.com/office/drawing/2014/main" id="{0F6BDF95-A5B8-D374-F14B-A9EE16E57C53}"/>
              </a:ext>
            </a:extLst>
          </p:cNvPr>
          <p:cNvSpPr>
            <a:spLocks noGrp="1"/>
          </p:cNvSpPr>
          <p:nvPr>
            <p:ph idx="1"/>
          </p:nvPr>
        </p:nvSpPr>
        <p:spPr>
          <a:xfrm>
            <a:off x="696000" y="1080000"/>
            <a:ext cx="10800000" cy="5112000"/>
          </a:xfrm>
        </p:spPr>
        <p:txBody>
          <a:bodyPr/>
          <a:lstStyle/>
          <a:p>
            <a:r>
              <a:rPr lang="zh-CN" altLang="en-US" dirty="0"/>
              <a:t>总成本分摊到各个工作包</a:t>
            </a:r>
            <a:endParaRPr lang="en-US" altLang="zh-CN" dirty="0"/>
          </a:p>
          <a:p>
            <a:r>
              <a:rPr lang="zh-CN" altLang="en-US" dirty="0"/>
              <a:t>各个工作包分解到各个活动</a:t>
            </a:r>
            <a:endParaRPr lang="en-US" altLang="zh-CN" dirty="0"/>
          </a:p>
          <a:p>
            <a:r>
              <a:rPr lang="zh-CN" altLang="en-US" dirty="0"/>
              <a:t>成本基线：时间计划和成本预算计划</a:t>
            </a:r>
          </a:p>
        </p:txBody>
      </p:sp>
      <p:sp>
        <p:nvSpPr>
          <p:cNvPr id="4" name="文本占位符 3">
            <a:extLst>
              <a:ext uri="{FF2B5EF4-FFF2-40B4-BE49-F238E27FC236}">
                <a16:creationId xmlns:a16="http://schemas.microsoft.com/office/drawing/2014/main" id="{00824E52-CBB0-3D36-4347-9CD6A2D73613}"/>
              </a:ext>
            </a:extLst>
          </p:cNvPr>
          <p:cNvSpPr>
            <a:spLocks noGrp="1"/>
          </p:cNvSpPr>
          <p:nvPr>
            <p:ph type="body" sz="quarter" idx="10"/>
          </p:nvPr>
        </p:nvSpPr>
        <p:spPr/>
        <p:txBody>
          <a:bodyPr/>
          <a:lstStyle/>
          <a:p>
            <a:endParaRPr lang="zh-CN" altLang="en-US"/>
          </a:p>
        </p:txBody>
      </p:sp>
      <p:graphicFrame>
        <p:nvGraphicFramePr>
          <p:cNvPr id="7" name="表格 6">
            <a:extLst>
              <a:ext uri="{FF2B5EF4-FFF2-40B4-BE49-F238E27FC236}">
                <a16:creationId xmlns:a16="http://schemas.microsoft.com/office/drawing/2014/main" id="{B83F3A9F-04B7-6915-36F2-C9069495F755}"/>
              </a:ext>
            </a:extLst>
          </p:cNvPr>
          <p:cNvGraphicFramePr>
            <a:graphicFrameLocks noGrp="1"/>
          </p:cNvGraphicFramePr>
          <p:nvPr>
            <p:extLst>
              <p:ext uri="{D42A27DB-BD31-4B8C-83A1-F6EECF244321}">
                <p14:modId xmlns:p14="http://schemas.microsoft.com/office/powerpoint/2010/main" val="3814384083"/>
              </p:ext>
            </p:extLst>
          </p:nvPr>
        </p:nvGraphicFramePr>
        <p:xfrm>
          <a:off x="1604963" y="3966960"/>
          <a:ext cx="8982075" cy="2225040"/>
        </p:xfrm>
        <a:graphic>
          <a:graphicData uri="http://schemas.openxmlformats.org/drawingml/2006/table">
            <a:tbl>
              <a:tblPr firstRow="1" bandRow="1">
                <a:tableStyleId>{2D5ABB26-0587-4C30-8999-92F81FD0307C}</a:tableStyleId>
              </a:tblPr>
              <a:tblGrid>
                <a:gridCol w="1796415">
                  <a:extLst>
                    <a:ext uri="{9D8B030D-6E8A-4147-A177-3AD203B41FA5}">
                      <a16:colId xmlns:a16="http://schemas.microsoft.com/office/drawing/2014/main" val="3486061816"/>
                    </a:ext>
                  </a:extLst>
                </a:gridCol>
                <a:gridCol w="1796415">
                  <a:extLst>
                    <a:ext uri="{9D8B030D-6E8A-4147-A177-3AD203B41FA5}">
                      <a16:colId xmlns:a16="http://schemas.microsoft.com/office/drawing/2014/main" val="668923197"/>
                    </a:ext>
                  </a:extLst>
                </a:gridCol>
                <a:gridCol w="1796415">
                  <a:extLst>
                    <a:ext uri="{9D8B030D-6E8A-4147-A177-3AD203B41FA5}">
                      <a16:colId xmlns:a16="http://schemas.microsoft.com/office/drawing/2014/main" val="2455732577"/>
                    </a:ext>
                  </a:extLst>
                </a:gridCol>
                <a:gridCol w="1796415">
                  <a:extLst>
                    <a:ext uri="{9D8B030D-6E8A-4147-A177-3AD203B41FA5}">
                      <a16:colId xmlns:a16="http://schemas.microsoft.com/office/drawing/2014/main" val="2364344996"/>
                    </a:ext>
                  </a:extLst>
                </a:gridCol>
                <a:gridCol w="1796415">
                  <a:extLst>
                    <a:ext uri="{9D8B030D-6E8A-4147-A177-3AD203B41FA5}">
                      <a16:colId xmlns:a16="http://schemas.microsoft.com/office/drawing/2014/main" val="3211725333"/>
                    </a:ext>
                  </a:extLst>
                </a:gridCol>
              </a:tblGrid>
              <a:tr h="370840">
                <a:tc>
                  <a:txBody>
                    <a:bodyPr/>
                    <a:lstStyle/>
                    <a:p>
                      <a:pPr algn="ctr"/>
                      <a:r>
                        <a:rPr lang="zh-CN" altLang="en-US" dirty="0"/>
                        <a:t>项目预算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dirty="0"/>
                        <a:t>管理储备</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5217903"/>
                  </a:ext>
                </a:extLst>
              </a:tr>
              <a:tr h="370840">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dirty="0"/>
                        <a:t>成本基准</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dirty="0"/>
                        <a:t>控制账户</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dirty="0"/>
                        <a:t>应急储备</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12426919"/>
                  </a:ext>
                </a:extLst>
              </a:tr>
              <a:tr h="370840">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dirty="0"/>
                        <a:t>工作包成本估算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dirty="0"/>
                        <a:t>活动应急储备</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967089338"/>
                  </a:ext>
                </a:extLst>
              </a:tr>
              <a:tr h="370840">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dirty="0"/>
                        <a:t>活动成本估算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622836508"/>
                  </a:ext>
                </a:extLst>
              </a:tr>
              <a:tr h="370840">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710124179"/>
                  </a:ext>
                </a:extLst>
              </a:tr>
              <a:tr h="370840">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685445719"/>
                  </a:ext>
                </a:extLst>
              </a:tr>
            </a:tbl>
          </a:graphicData>
        </a:graphic>
      </p:graphicFrame>
    </p:spTree>
    <p:extLst>
      <p:ext uri="{BB962C8B-B14F-4D97-AF65-F5344CB8AC3E}">
        <p14:creationId xmlns:p14="http://schemas.microsoft.com/office/powerpoint/2010/main" val="4283516573"/>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795144C-4B92-DD15-973C-B2AED30CE2DF}"/>
              </a:ext>
            </a:extLst>
          </p:cNvPr>
          <p:cNvSpPr>
            <a:spLocks noGrp="1"/>
          </p:cNvSpPr>
          <p:nvPr>
            <p:ph type="title"/>
          </p:nvPr>
        </p:nvSpPr>
        <p:spPr/>
        <p:txBody>
          <a:bodyPr/>
          <a:lstStyle/>
          <a:p>
            <a:r>
              <a:rPr lang="en-US" altLang="zh-CN" dirty="0"/>
              <a:t>5. </a:t>
            </a:r>
            <a:r>
              <a:rPr lang="zh-CN" altLang="en-US" dirty="0"/>
              <a:t>成本控制</a:t>
            </a:r>
          </a:p>
        </p:txBody>
      </p:sp>
      <p:sp>
        <p:nvSpPr>
          <p:cNvPr id="3" name="内容占位符 2">
            <a:extLst>
              <a:ext uri="{FF2B5EF4-FFF2-40B4-BE49-F238E27FC236}">
                <a16:creationId xmlns:a16="http://schemas.microsoft.com/office/drawing/2014/main" id="{98AF83AD-794F-1D12-14C9-F042E1F27FFD}"/>
              </a:ext>
            </a:extLst>
          </p:cNvPr>
          <p:cNvSpPr>
            <a:spLocks noGrp="1"/>
          </p:cNvSpPr>
          <p:nvPr>
            <p:ph idx="1"/>
          </p:nvPr>
        </p:nvSpPr>
        <p:spPr/>
        <p:txBody>
          <a:bodyPr/>
          <a:lstStyle/>
          <a:p>
            <a:endParaRPr lang="zh-CN" altLang="en-US" dirty="0"/>
          </a:p>
        </p:txBody>
      </p:sp>
      <p:sp>
        <p:nvSpPr>
          <p:cNvPr id="4" name="文本占位符 3">
            <a:extLst>
              <a:ext uri="{FF2B5EF4-FFF2-40B4-BE49-F238E27FC236}">
                <a16:creationId xmlns:a16="http://schemas.microsoft.com/office/drawing/2014/main" id="{78B3EE8A-796D-BA78-313D-5276CD090822}"/>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01184686"/>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62FEE3-B0D7-4BBF-CECC-7C8F5191B6B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02BF864-4B34-AA13-FAD8-7A9F2E861C80}"/>
              </a:ext>
            </a:extLst>
          </p:cNvPr>
          <p:cNvSpPr>
            <a:spLocks noGrp="1"/>
          </p:cNvSpPr>
          <p:nvPr>
            <p:ph type="title"/>
          </p:nvPr>
        </p:nvSpPr>
        <p:spPr>
          <a:xfrm>
            <a:off x="695998" y="360000"/>
            <a:ext cx="7200000" cy="424732"/>
          </a:xfrm>
        </p:spPr>
        <p:txBody>
          <a:bodyPr>
            <a:normAutofit/>
          </a:bodyPr>
          <a:lstStyle/>
          <a:p>
            <a:r>
              <a:rPr lang="en-US" altLang="zh-CN" dirty="0"/>
              <a:t>5. </a:t>
            </a:r>
            <a:r>
              <a:rPr lang="zh-CN" altLang="en-US" dirty="0"/>
              <a:t>成本控制 </a:t>
            </a:r>
            <a:r>
              <a:rPr lang="en-US" altLang="zh-CN" dirty="0"/>
              <a:t>– </a:t>
            </a:r>
            <a:r>
              <a:rPr lang="zh-CN" altLang="en-US" dirty="0"/>
              <a:t>挣值分析</a:t>
            </a:r>
          </a:p>
        </p:txBody>
      </p:sp>
      <p:sp>
        <p:nvSpPr>
          <p:cNvPr id="3" name="内容占位符 2">
            <a:extLst>
              <a:ext uri="{FF2B5EF4-FFF2-40B4-BE49-F238E27FC236}">
                <a16:creationId xmlns:a16="http://schemas.microsoft.com/office/drawing/2014/main" id="{1AAB1C94-FFE2-4D5D-30C4-39C80B7FA231}"/>
              </a:ext>
            </a:extLst>
          </p:cNvPr>
          <p:cNvSpPr>
            <a:spLocks noGrp="1"/>
          </p:cNvSpPr>
          <p:nvPr>
            <p:ph idx="1"/>
          </p:nvPr>
        </p:nvSpPr>
        <p:spPr>
          <a:xfrm>
            <a:off x="696000" y="1080000"/>
            <a:ext cx="10800000" cy="5112000"/>
          </a:xfrm>
        </p:spPr>
        <p:txBody>
          <a:bodyPr/>
          <a:lstStyle/>
          <a:p>
            <a:r>
              <a:rPr lang="en-US" altLang="zh-CN" dirty="0"/>
              <a:t>Earned Value Management</a:t>
            </a:r>
          </a:p>
          <a:p>
            <a:r>
              <a:rPr lang="zh-CN" altLang="en-US" dirty="0"/>
              <a:t>要素</a:t>
            </a:r>
            <a:endParaRPr lang="en-US" altLang="zh-CN" dirty="0"/>
          </a:p>
          <a:p>
            <a:pPr lvl="1"/>
            <a:r>
              <a:rPr lang="zh-CN" altLang="en-US" dirty="0"/>
              <a:t>计划价值 </a:t>
            </a:r>
            <a:r>
              <a:rPr lang="en-US" altLang="zh-CN" dirty="0"/>
              <a:t>PV</a:t>
            </a:r>
          </a:p>
          <a:p>
            <a:pPr lvl="1"/>
            <a:r>
              <a:rPr lang="zh-CN" altLang="en-US" dirty="0"/>
              <a:t>挣值 </a:t>
            </a:r>
            <a:r>
              <a:rPr lang="en-US" altLang="zh-CN" dirty="0"/>
              <a:t>EV</a:t>
            </a:r>
          </a:p>
          <a:p>
            <a:pPr lvl="1"/>
            <a:r>
              <a:rPr lang="zh-CN" altLang="en-US" dirty="0"/>
              <a:t>实际成本 </a:t>
            </a:r>
            <a:r>
              <a:rPr lang="en-US" altLang="zh-CN" dirty="0"/>
              <a:t>AC</a:t>
            </a:r>
          </a:p>
          <a:p>
            <a:endParaRPr lang="zh-CN" altLang="en-US" dirty="0"/>
          </a:p>
        </p:txBody>
      </p:sp>
      <p:sp>
        <p:nvSpPr>
          <p:cNvPr id="31" name="文本占位符 30">
            <a:extLst>
              <a:ext uri="{FF2B5EF4-FFF2-40B4-BE49-F238E27FC236}">
                <a16:creationId xmlns:a16="http://schemas.microsoft.com/office/drawing/2014/main" id="{8D67D229-8FEF-25A9-4452-D25167B0B87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903012323"/>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577F2D-14E4-F927-14EB-BAC5AE8A1E3D}"/>
              </a:ext>
            </a:extLst>
          </p:cNvPr>
          <p:cNvSpPr>
            <a:spLocks noGrp="1"/>
          </p:cNvSpPr>
          <p:nvPr>
            <p:ph type="title"/>
          </p:nvPr>
        </p:nvSpPr>
        <p:spPr>
          <a:xfrm>
            <a:off x="695998" y="360000"/>
            <a:ext cx="7200000" cy="424732"/>
          </a:xfrm>
        </p:spPr>
        <p:txBody>
          <a:bodyPr>
            <a:normAutofit/>
          </a:bodyPr>
          <a:lstStyle/>
          <a:p>
            <a:r>
              <a:rPr lang="en-US" altLang="zh-CN" dirty="0"/>
              <a:t>5. </a:t>
            </a:r>
            <a:r>
              <a:rPr lang="zh-CN" altLang="en-US" dirty="0"/>
              <a:t>成本控制 </a:t>
            </a:r>
            <a:r>
              <a:rPr lang="en-US" altLang="zh-CN" dirty="0"/>
              <a:t>– </a:t>
            </a:r>
            <a:r>
              <a:rPr lang="zh-CN" altLang="en-US" dirty="0"/>
              <a:t>挣值分析</a:t>
            </a:r>
          </a:p>
        </p:txBody>
      </p:sp>
      <p:graphicFrame>
        <p:nvGraphicFramePr>
          <p:cNvPr id="8" name="内容占位符 7">
            <a:extLst>
              <a:ext uri="{FF2B5EF4-FFF2-40B4-BE49-F238E27FC236}">
                <a16:creationId xmlns:a16="http://schemas.microsoft.com/office/drawing/2014/main" id="{EA9D3C0A-2B36-DA67-DB4D-28808E0A3314}"/>
              </a:ext>
            </a:extLst>
          </p:cNvPr>
          <p:cNvGraphicFramePr>
            <a:graphicFrameLocks noGrp="1"/>
          </p:cNvGraphicFramePr>
          <p:nvPr>
            <p:ph idx="1"/>
            <p:extLst>
              <p:ext uri="{D42A27DB-BD31-4B8C-83A1-F6EECF244321}">
                <p14:modId xmlns:p14="http://schemas.microsoft.com/office/powerpoint/2010/main" val="948536512"/>
              </p:ext>
            </p:extLst>
          </p:nvPr>
        </p:nvGraphicFramePr>
        <p:xfrm>
          <a:off x="695325" y="1079500"/>
          <a:ext cx="10801350" cy="4937760"/>
        </p:xfrm>
        <a:graphic>
          <a:graphicData uri="http://schemas.openxmlformats.org/drawingml/2006/table">
            <a:tbl>
              <a:tblPr/>
              <a:tblGrid>
                <a:gridCol w="4543425">
                  <a:extLst>
                    <a:ext uri="{9D8B030D-6E8A-4147-A177-3AD203B41FA5}">
                      <a16:colId xmlns:a16="http://schemas.microsoft.com/office/drawing/2014/main" val="1896201931"/>
                    </a:ext>
                  </a:extLst>
                </a:gridCol>
                <a:gridCol w="6257925">
                  <a:extLst>
                    <a:ext uri="{9D8B030D-6E8A-4147-A177-3AD203B41FA5}">
                      <a16:colId xmlns:a16="http://schemas.microsoft.com/office/drawing/2014/main" val="2273142588"/>
                    </a:ext>
                  </a:extLst>
                </a:gridCol>
              </a:tblGrid>
              <a:tr h="0">
                <a:tc>
                  <a:txBody>
                    <a:bodyPr/>
                    <a:lstStyle/>
                    <a:p>
                      <a:pPr>
                        <a:buNone/>
                      </a:pPr>
                      <a:r>
                        <a:rPr lang="en-US" altLang="zh-CN" dirty="0"/>
                        <a:t>Item</a:t>
                      </a:r>
                      <a:endParaRPr lang="zh-CN" altLang="en-US" dirty="0"/>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en-US" altLang="zh-CN" dirty="0"/>
                        <a:t>Description</a:t>
                      </a:r>
                      <a:endParaRPr lang="zh-CN" altLang="en-US" dirty="0"/>
                    </a:p>
                  </a:txBody>
                  <a:tcPr anchor="ctr">
                    <a:lnL>
                      <a:noFill/>
                    </a:lnL>
                    <a:lnR>
                      <a:noFill/>
                    </a:lnR>
                    <a:lnT>
                      <a:noFill/>
                    </a:lnT>
                    <a:lnB w="1270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1969827951"/>
                  </a:ext>
                </a:extLst>
              </a:tr>
              <a:tr h="0">
                <a:tc>
                  <a:txBody>
                    <a:bodyPr/>
                    <a:lstStyle/>
                    <a:p>
                      <a:pPr>
                        <a:buNone/>
                      </a:pPr>
                      <a:r>
                        <a:rPr lang="en-US" dirty="0"/>
                        <a:t>PV</a:t>
                      </a:r>
                      <a:r>
                        <a:rPr lang="zh-CN" altLang="en-US" dirty="0"/>
                        <a:t>，</a:t>
                      </a:r>
                      <a:r>
                        <a:rPr lang="en-US" altLang="zh-CN" dirty="0"/>
                        <a:t>Planned Value</a:t>
                      </a:r>
                      <a:endParaRPr lang="en-US" dirty="0"/>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dirty="0"/>
                        <a:t>计划工作量的预算费用，应该花多少</a:t>
                      </a:r>
                    </a:p>
                  </a:txBody>
                  <a:tcPr anchor="ctr">
                    <a:lnL>
                      <a:noFill/>
                    </a:lnL>
                    <a:lnR>
                      <a:noFill/>
                    </a:lnR>
                    <a:lnT w="12700" cap="flat" cmpd="sng" algn="ctr">
                      <a:solidFill>
                        <a:schemeClr val="accent2"/>
                      </a:solidFill>
                      <a:prstDash val="solid"/>
                      <a:round/>
                      <a:headEnd type="none" w="med" len="med"/>
                      <a:tailEnd type="none" w="med" len="med"/>
                    </a:lnT>
                    <a:lnB>
                      <a:noFill/>
                    </a:lnB>
                    <a:noFill/>
                  </a:tcPr>
                </a:tc>
                <a:extLst>
                  <a:ext uri="{0D108BD9-81ED-4DB2-BD59-A6C34878D82A}">
                    <a16:rowId xmlns:a16="http://schemas.microsoft.com/office/drawing/2014/main" val="1212169119"/>
                  </a:ext>
                </a:extLst>
              </a:tr>
              <a:tr h="0">
                <a:tc>
                  <a:txBody>
                    <a:bodyPr/>
                    <a:lstStyle/>
                    <a:p>
                      <a:pPr>
                        <a:buNone/>
                      </a:pPr>
                      <a:r>
                        <a:rPr lang="en-US" dirty="0"/>
                        <a:t>EV</a:t>
                      </a:r>
                      <a:r>
                        <a:rPr lang="zh-CN" altLang="en-US" dirty="0"/>
                        <a:t>，</a:t>
                      </a:r>
                      <a:r>
                        <a:rPr lang="en-US" altLang="zh-CN" dirty="0"/>
                        <a:t>Earned Value</a:t>
                      </a:r>
                      <a:endParaRPr lang="en-US" dirty="0"/>
                    </a:p>
                  </a:txBody>
                  <a:tcPr anchor="ctr">
                    <a:lnL>
                      <a:noFill/>
                    </a:lnL>
                    <a:lnR>
                      <a:noFill/>
                    </a:lnR>
                    <a:lnT>
                      <a:noFill/>
                    </a:lnT>
                    <a:lnB>
                      <a:noFill/>
                    </a:lnB>
                    <a:noFill/>
                  </a:tcPr>
                </a:tc>
                <a:tc>
                  <a:txBody>
                    <a:bodyPr/>
                    <a:lstStyle/>
                    <a:p>
                      <a:pPr>
                        <a:buNone/>
                      </a:pPr>
                      <a:r>
                        <a:rPr lang="zh-CN" altLang="en-US" dirty="0"/>
                        <a:t>已完成的实际工作量预算费用</a:t>
                      </a:r>
                      <a:r>
                        <a:rPr lang="en-US" altLang="zh-CN" dirty="0"/>
                        <a:t>/</a:t>
                      </a:r>
                      <a:r>
                        <a:rPr lang="zh-CN" altLang="en-US" dirty="0"/>
                        <a:t>价值</a:t>
                      </a:r>
                    </a:p>
                  </a:txBody>
                  <a:tcPr anchor="ctr">
                    <a:lnL>
                      <a:noFill/>
                    </a:lnL>
                    <a:lnR>
                      <a:noFill/>
                    </a:lnR>
                    <a:lnT>
                      <a:noFill/>
                    </a:lnT>
                    <a:lnB>
                      <a:noFill/>
                    </a:lnB>
                    <a:noFill/>
                  </a:tcPr>
                </a:tc>
                <a:extLst>
                  <a:ext uri="{0D108BD9-81ED-4DB2-BD59-A6C34878D82A}">
                    <a16:rowId xmlns:a16="http://schemas.microsoft.com/office/drawing/2014/main" val="1536192706"/>
                  </a:ext>
                </a:extLst>
              </a:tr>
              <a:tr h="0">
                <a:tc>
                  <a:txBody>
                    <a:bodyPr/>
                    <a:lstStyle/>
                    <a:p>
                      <a:pPr>
                        <a:buNone/>
                      </a:pPr>
                      <a:r>
                        <a:rPr lang="en-US" dirty="0"/>
                        <a:t>AC</a:t>
                      </a:r>
                      <a:r>
                        <a:rPr lang="zh-CN" altLang="en-US" dirty="0"/>
                        <a:t>，</a:t>
                      </a:r>
                      <a:r>
                        <a:rPr lang="en-US" altLang="zh-CN" dirty="0"/>
                        <a:t>Actual Cost</a:t>
                      </a:r>
                      <a:endParaRPr lang="en-US" dirty="0"/>
                    </a:p>
                  </a:txBody>
                  <a:tcPr anchor="ctr">
                    <a:lnL>
                      <a:noFill/>
                    </a:lnL>
                    <a:lnR>
                      <a:noFill/>
                    </a:lnR>
                    <a:lnT>
                      <a:noFill/>
                    </a:lnT>
                    <a:lnB>
                      <a:noFill/>
                    </a:lnB>
                    <a:noFill/>
                  </a:tcPr>
                </a:tc>
                <a:tc>
                  <a:txBody>
                    <a:bodyPr/>
                    <a:lstStyle/>
                    <a:p>
                      <a:pPr>
                        <a:buNone/>
                      </a:pPr>
                      <a:r>
                        <a:rPr lang="zh-CN" altLang="en-US" dirty="0"/>
                        <a:t>已完成工作量的实际费用，实际花了多少</a:t>
                      </a:r>
                    </a:p>
                  </a:txBody>
                  <a:tcPr anchor="ctr">
                    <a:lnL>
                      <a:noFill/>
                    </a:lnL>
                    <a:lnR>
                      <a:noFill/>
                    </a:lnR>
                    <a:lnT>
                      <a:noFill/>
                    </a:lnT>
                    <a:lnB>
                      <a:noFill/>
                    </a:lnB>
                    <a:noFill/>
                  </a:tcPr>
                </a:tc>
                <a:extLst>
                  <a:ext uri="{0D108BD9-81ED-4DB2-BD59-A6C34878D82A}">
                    <a16:rowId xmlns:a16="http://schemas.microsoft.com/office/drawing/2014/main" val="482583307"/>
                  </a:ext>
                </a:extLst>
              </a:tr>
              <a:tr h="0">
                <a:tc>
                  <a:txBody>
                    <a:bodyPr/>
                    <a:lstStyle/>
                    <a:p>
                      <a:pPr>
                        <a:buNone/>
                      </a:pPr>
                      <a:r>
                        <a:rPr lang="en-US" dirty="0"/>
                        <a:t>CV</a:t>
                      </a:r>
                      <a:r>
                        <a:rPr lang="zh-CN" altLang="en-US" dirty="0"/>
                        <a:t>，</a:t>
                      </a:r>
                      <a:r>
                        <a:rPr lang="en-US" altLang="zh-CN" dirty="0"/>
                        <a:t>Cost Variance</a:t>
                      </a:r>
                      <a:endParaRPr lang="en-US" dirty="0"/>
                    </a:p>
                  </a:txBody>
                  <a:tcPr anchor="ctr">
                    <a:lnL>
                      <a:noFill/>
                    </a:lnL>
                    <a:lnR>
                      <a:noFill/>
                    </a:lnR>
                    <a:lnT>
                      <a:noFill/>
                    </a:lnT>
                    <a:lnB>
                      <a:noFill/>
                    </a:lnB>
                    <a:noFill/>
                  </a:tcPr>
                </a:tc>
                <a:tc>
                  <a:txBody>
                    <a:bodyPr/>
                    <a:lstStyle/>
                    <a:p>
                      <a:pPr>
                        <a:buNone/>
                      </a:pPr>
                      <a:r>
                        <a:rPr lang="zh-CN" altLang="en-US"/>
                        <a:t>成本偏差 </a:t>
                      </a:r>
                      <a:r>
                        <a:rPr lang="en-US"/>
                        <a:t>CV = EV - AC</a:t>
                      </a:r>
                    </a:p>
                  </a:txBody>
                  <a:tcPr anchor="ctr">
                    <a:lnL>
                      <a:noFill/>
                    </a:lnL>
                    <a:lnR>
                      <a:noFill/>
                    </a:lnR>
                    <a:lnT>
                      <a:noFill/>
                    </a:lnT>
                    <a:lnB>
                      <a:noFill/>
                    </a:lnB>
                    <a:noFill/>
                  </a:tcPr>
                </a:tc>
                <a:extLst>
                  <a:ext uri="{0D108BD9-81ED-4DB2-BD59-A6C34878D82A}">
                    <a16:rowId xmlns:a16="http://schemas.microsoft.com/office/drawing/2014/main" val="1288217352"/>
                  </a:ext>
                </a:extLst>
              </a:tr>
              <a:tr h="0">
                <a:tc>
                  <a:txBody>
                    <a:bodyPr/>
                    <a:lstStyle/>
                    <a:p>
                      <a:pPr>
                        <a:buNone/>
                      </a:pPr>
                      <a:r>
                        <a:rPr lang="en-US" dirty="0"/>
                        <a:t>SV</a:t>
                      </a:r>
                      <a:r>
                        <a:rPr lang="zh-CN" altLang="en-US" dirty="0"/>
                        <a:t>，</a:t>
                      </a:r>
                      <a:r>
                        <a:rPr lang="en-US" altLang="zh-CN" dirty="0"/>
                        <a:t>Schedule Variance</a:t>
                      </a:r>
                      <a:endParaRPr lang="en-US" dirty="0"/>
                    </a:p>
                  </a:txBody>
                  <a:tcPr anchor="ctr">
                    <a:lnL>
                      <a:noFill/>
                    </a:lnL>
                    <a:lnR>
                      <a:noFill/>
                    </a:lnR>
                    <a:lnT>
                      <a:noFill/>
                    </a:lnT>
                    <a:lnB>
                      <a:noFill/>
                    </a:lnB>
                    <a:noFill/>
                  </a:tcPr>
                </a:tc>
                <a:tc>
                  <a:txBody>
                    <a:bodyPr/>
                    <a:lstStyle/>
                    <a:p>
                      <a:pPr>
                        <a:buNone/>
                      </a:pPr>
                      <a:r>
                        <a:rPr lang="zh-CN" altLang="en-US"/>
                        <a:t>进度偏差 </a:t>
                      </a:r>
                      <a:r>
                        <a:rPr lang="en-US"/>
                        <a:t>SV = EV - PV</a:t>
                      </a:r>
                    </a:p>
                  </a:txBody>
                  <a:tcPr anchor="ctr">
                    <a:lnL>
                      <a:noFill/>
                    </a:lnL>
                    <a:lnR>
                      <a:noFill/>
                    </a:lnR>
                    <a:lnT>
                      <a:noFill/>
                    </a:lnT>
                    <a:lnB>
                      <a:noFill/>
                    </a:lnB>
                    <a:noFill/>
                  </a:tcPr>
                </a:tc>
                <a:extLst>
                  <a:ext uri="{0D108BD9-81ED-4DB2-BD59-A6C34878D82A}">
                    <a16:rowId xmlns:a16="http://schemas.microsoft.com/office/drawing/2014/main" val="2443196004"/>
                  </a:ext>
                </a:extLst>
              </a:tr>
              <a:tr h="0">
                <a:tc>
                  <a:txBody>
                    <a:bodyPr/>
                    <a:lstStyle/>
                    <a:p>
                      <a:pPr>
                        <a:buNone/>
                      </a:pPr>
                      <a:r>
                        <a:rPr lang="en-US" dirty="0"/>
                        <a:t>CPI</a:t>
                      </a:r>
                      <a:r>
                        <a:rPr lang="zh-CN" altLang="en-US" dirty="0"/>
                        <a:t>，</a:t>
                      </a:r>
                      <a:r>
                        <a:rPr lang="en-US" altLang="zh-CN" dirty="0"/>
                        <a:t>Cost Performance Index</a:t>
                      </a:r>
                      <a:endParaRPr lang="en-US" dirty="0"/>
                    </a:p>
                  </a:txBody>
                  <a:tcPr anchor="ctr">
                    <a:lnL>
                      <a:noFill/>
                    </a:lnL>
                    <a:lnR>
                      <a:noFill/>
                    </a:lnR>
                    <a:lnT>
                      <a:noFill/>
                    </a:lnT>
                    <a:lnB>
                      <a:noFill/>
                    </a:lnB>
                    <a:noFill/>
                  </a:tcPr>
                </a:tc>
                <a:tc>
                  <a:txBody>
                    <a:bodyPr/>
                    <a:lstStyle/>
                    <a:p>
                      <a:pPr>
                        <a:buNone/>
                      </a:pPr>
                      <a:r>
                        <a:rPr lang="zh-CN" altLang="en-US" dirty="0"/>
                        <a:t>成本绩效指数 </a:t>
                      </a:r>
                      <a:r>
                        <a:rPr lang="en-US" altLang="zh-CN" dirty="0"/>
                        <a:t>CPI = EV / AC</a:t>
                      </a:r>
                    </a:p>
                  </a:txBody>
                  <a:tcPr anchor="ctr">
                    <a:lnL>
                      <a:noFill/>
                    </a:lnL>
                    <a:lnR>
                      <a:noFill/>
                    </a:lnR>
                    <a:lnT>
                      <a:noFill/>
                    </a:lnT>
                    <a:lnB>
                      <a:noFill/>
                    </a:lnB>
                    <a:noFill/>
                  </a:tcPr>
                </a:tc>
                <a:extLst>
                  <a:ext uri="{0D108BD9-81ED-4DB2-BD59-A6C34878D82A}">
                    <a16:rowId xmlns:a16="http://schemas.microsoft.com/office/drawing/2014/main" val="1813460754"/>
                  </a:ext>
                </a:extLst>
              </a:tr>
              <a:tr h="0">
                <a:tc>
                  <a:txBody>
                    <a:bodyPr/>
                    <a:lstStyle/>
                    <a:p>
                      <a:pPr>
                        <a:buNone/>
                      </a:pPr>
                      <a:r>
                        <a:rPr lang="en-US" dirty="0"/>
                        <a:t>SPI</a:t>
                      </a:r>
                      <a:r>
                        <a:rPr lang="zh-CN" altLang="en-US" dirty="0"/>
                        <a:t>，</a:t>
                      </a:r>
                      <a:r>
                        <a:rPr lang="en-US" altLang="zh-CN" dirty="0"/>
                        <a:t>Schedule Performance Index</a:t>
                      </a:r>
                      <a:endParaRPr lang="en-US" dirty="0"/>
                    </a:p>
                  </a:txBody>
                  <a:tcPr anchor="ctr">
                    <a:lnL>
                      <a:noFill/>
                    </a:lnL>
                    <a:lnR>
                      <a:noFill/>
                    </a:lnR>
                    <a:lnT>
                      <a:noFill/>
                    </a:lnT>
                    <a:lnB>
                      <a:noFill/>
                    </a:lnB>
                    <a:noFill/>
                  </a:tcPr>
                </a:tc>
                <a:tc>
                  <a:txBody>
                    <a:bodyPr/>
                    <a:lstStyle/>
                    <a:p>
                      <a:pPr>
                        <a:buNone/>
                      </a:pPr>
                      <a:r>
                        <a:rPr lang="zh-CN" altLang="en-US"/>
                        <a:t>进度绩效指数 </a:t>
                      </a:r>
                      <a:r>
                        <a:rPr lang="en-US"/>
                        <a:t>SPI = EV / PV</a:t>
                      </a:r>
                    </a:p>
                  </a:txBody>
                  <a:tcPr anchor="ctr">
                    <a:lnL>
                      <a:noFill/>
                    </a:lnL>
                    <a:lnR>
                      <a:noFill/>
                    </a:lnR>
                    <a:lnT>
                      <a:noFill/>
                    </a:lnT>
                    <a:lnB>
                      <a:noFill/>
                    </a:lnB>
                    <a:noFill/>
                  </a:tcPr>
                </a:tc>
                <a:extLst>
                  <a:ext uri="{0D108BD9-81ED-4DB2-BD59-A6C34878D82A}">
                    <a16:rowId xmlns:a16="http://schemas.microsoft.com/office/drawing/2014/main" val="3578365379"/>
                  </a:ext>
                </a:extLst>
              </a:tr>
              <a:tr h="0">
                <a:tc>
                  <a:txBody>
                    <a:bodyPr/>
                    <a:lstStyle/>
                    <a:p>
                      <a:pPr>
                        <a:buNone/>
                      </a:pPr>
                      <a:r>
                        <a:rPr lang="en-US" dirty="0"/>
                        <a:t>BAC</a:t>
                      </a:r>
                      <a:r>
                        <a:rPr lang="zh-CN" altLang="en-US" dirty="0"/>
                        <a:t>，</a:t>
                      </a:r>
                      <a:r>
                        <a:rPr lang="en-US" altLang="zh-CN" dirty="0"/>
                        <a:t>Budget at Completion</a:t>
                      </a:r>
                      <a:endParaRPr lang="en-US" dirty="0"/>
                    </a:p>
                  </a:txBody>
                  <a:tcPr anchor="ctr">
                    <a:lnL>
                      <a:noFill/>
                    </a:lnL>
                    <a:lnR>
                      <a:noFill/>
                    </a:lnR>
                    <a:lnT>
                      <a:noFill/>
                    </a:lnT>
                    <a:lnB>
                      <a:noFill/>
                    </a:lnB>
                    <a:noFill/>
                  </a:tcPr>
                </a:tc>
                <a:tc>
                  <a:txBody>
                    <a:bodyPr/>
                    <a:lstStyle/>
                    <a:p>
                      <a:pPr>
                        <a:buNone/>
                      </a:pPr>
                      <a:r>
                        <a:rPr lang="zh-CN" altLang="en-US" dirty="0"/>
                        <a:t>总预算即全部的 </a:t>
                      </a:r>
                      <a:r>
                        <a:rPr lang="en-US" altLang="zh-CN" dirty="0"/>
                        <a:t>PV</a:t>
                      </a:r>
                    </a:p>
                  </a:txBody>
                  <a:tcPr anchor="ctr">
                    <a:lnL>
                      <a:noFill/>
                    </a:lnL>
                    <a:lnR>
                      <a:noFill/>
                    </a:lnR>
                    <a:lnT>
                      <a:noFill/>
                    </a:lnT>
                    <a:lnB>
                      <a:noFill/>
                    </a:lnB>
                    <a:noFill/>
                  </a:tcPr>
                </a:tc>
                <a:extLst>
                  <a:ext uri="{0D108BD9-81ED-4DB2-BD59-A6C34878D82A}">
                    <a16:rowId xmlns:a16="http://schemas.microsoft.com/office/drawing/2014/main" val="3327084754"/>
                  </a:ext>
                </a:extLst>
              </a:tr>
              <a:tr h="0">
                <a:tc>
                  <a:txBody>
                    <a:bodyPr/>
                    <a:lstStyle/>
                    <a:p>
                      <a:pPr>
                        <a:buNone/>
                      </a:pPr>
                      <a:r>
                        <a:rPr lang="en-US" dirty="0"/>
                        <a:t>ETC</a:t>
                      </a:r>
                      <a:r>
                        <a:rPr lang="zh-CN" altLang="en-US" dirty="0"/>
                        <a:t>，</a:t>
                      </a:r>
                      <a:r>
                        <a:rPr lang="en-US" altLang="zh-CN" dirty="0"/>
                        <a:t>Estimate to Complete</a:t>
                      </a:r>
                      <a:endParaRPr lang="en-US" dirty="0"/>
                    </a:p>
                  </a:txBody>
                  <a:tcPr anchor="ctr">
                    <a:lnL>
                      <a:noFill/>
                    </a:lnL>
                    <a:lnR>
                      <a:noFill/>
                    </a:lnR>
                    <a:lnT>
                      <a:noFill/>
                    </a:lnT>
                    <a:lnB>
                      <a:noFill/>
                    </a:lnB>
                    <a:noFill/>
                  </a:tcPr>
                </a:tc>
                <a:tc>
                  <a:txBody>
                    <a:bodyPr/>
                    <a:lstStyle/>
                    <a:p>
                      <a:pPr>
                        <a:buNone/>
                      </a:pPr>
                      <a:r>
                        <a:rPr lang="fr-FR"/>
                        <a:t>完工尚需估算 ETC = EAC - AC</a:t>
                      </a:r>
                    </a:p>
                  </a:txBody>
                  <a:tcPr anchor="ctr">
                    <a:lnL>
                      <a:noFill/>
                    </a:lnL>
                    <a:lnR>
                      <a:noFill/>
                    </a:lnR>
                    <a:lnT>
                      <a:noFill/>
                    </a:lnT>
                    <a:lnB>
                      <a:noFill/>
                    </a:lnB>
                    <a:noFill/>
                  </a:tcPr>
                </a:tc>
                <a:extLst>
                  <a:ext uri="{0D108BD9-81ED-4DB2-BD59-A6C34878D82A}">
                    <a16:rowId xmlns:a16="http://schemas.microsoft.com/office/drawing/2014/main" val="3888247586"/>
                  </a:ext>
                </a:extLst>
              </a:tr>
              <a:tr h="0">
                <a:tc>
                  <a:txBody>
                    <a:bodyPr/>
                    <a:lstStyle/>
                    <a:p>
                      <a:pPr>
                        <a:buNone/>
                      </a:pPr>
                      <a:r>
                        <a:rPr lang="en-US" dirty="0"/>
                        <a:t>EAC</a:t>
                      </a:r>
                      <a:r>
                        <a:rPr lang="zh-CN" altLang="en-US" dirty="0"/>
                        <a:t>，</a:t>
                      </a:r>
                      <a:r>
                        <a:rPr lang="en-US" altLang="zh-CN" dirty="0"/>
                        <a:t>Estimate at Completion</a:t>
                      </a:r>
                      <a:endParaRPr lang="en-US" dirty="0"/>
                    </a:p>
                  </a:txBody>
                  <a:tcPr anchor="ctr">
                    <a:lnL>
                      <a:noFill/>
                    </a:lnL>
                    <a:lnR>
                      <a:noFill/>
                    </a:lnR>
                    <a:lnT>
                      <a:noFill/>
                    </a:lnT>
                    <a:lnB>
                      <a:noFill/>
                    </a:lnB>
                    <a:noFill/>
                  </a:tcPr>
                </a:tc>
                <a:tc>
                  <a:txBody>
                    <a:bodyPr/>
                    <a:lstStyle/>
                    <a:p>
                      <a:pPr>
                        <a:buNone/>
                      </a:pPr>
                      <a:r>
                        <a:rPr lang="zh-CN" altLang="en-US" dirty="0"/>
                        <a:t>完工估算：</a:t>
                      </a:r>
                      <a:endParaRPr lang="en-US" altLang="zh-CN" dirty="0"/>
                    </a:p>
                    <a:p>
                      <a:pPr>
                        <a:buNone/>
                      </a:pPr>
                      <a:r>
                        <a:rPr lang="zh-CN" altLang="en-US" dirty="0"/>
                        <a:t>非典型偏差 </a:t>
                      </a:r>
                      <a:r>
                        <a:rPr lang="en-US" dirty="0"/>
                        <a:t>EAC = AC + (BAC - EV)</a:t>
                      </a:r>
                    </a:p>
                    <a:p>
                      <a:pPr>
                        <a:buNone/>
                      </a:pPr>
                      <a:r>
                        <a:rPr lang="zh-CN" altLang="en-US" dirty="0"/>
                        <a:t>典型偏差 </a:t>
                      </a:r>
                      <a:r>
                        <a:rPr lang="en-US" dirty="0"/>
                        <a:t>EAC = AC + (BAC - EV)/CPI</a:t>
                      </a:r>
                    </a:p>
                  </a:txBody>
                  <a:tcPr anchor="ctr">
                    <a:lnL>
                      <a:noFill/>
                    </a:lnL>
                    <a:lnR>
                      <a:noFill/>
                    </a:lnR>
                    <a:lnT>
                      <a:noFill/>
                    </a:lnT>
                    <a:lnB>
                      <a:noFill/>
                    </a:lnB>
                    <a:noFill/>
                  </a:tcPr>
                </a:tc>
                <a:extLst>
                  <a:ext uri="{0D108BD9-81ED-4DB2-BD59-A6C34878D82A}">
                    <a16:rowId xmlns:a16="http://schemas.microsoft.com/office/drawing/2014/main" val="574668408"/>
                  </a:ext>
                </a:extLst>
              </a:tr>
              <a:tr h="0">
                <a:tc>
                  <a:txBody>
                    <a:bodyPr/>
                    <a:lstStyle/>
                    <a:p>
                      <a:pPr>
                        <a:buNone/>
                      </a:pPr>
                      <a:r>
                        <a:rPr lang="en-US" dirty="0"/>
                        <a:t>VAC</a:t>
                      </a:r>
                      <a:r>
                        <a:rPr lang="zh-CN" altLang="en-US" dirty="0"/>
                        <a:t>，</a:t>
                      </a:r>
                      <a:r>
                        <a:rPr lang="en-US" altLang="zh-CN" dirty="0"/>
                        <a:t>Variance at Completion</a:t>
                      </a:r>
                      <a:endParaRPr lang="en-US" dirty="0"/>
                    </a:p>
                  </a:txBody>
                  <a:tcPr anchor="ctr">
                    <a:lnL>
                      <a:noFill/>
                    </a:lnL>
                    <a:lnR>
                      <a:noFill/>
                    </a:lnR>
                    <a:lnT>
                      <a:noFill/>
                    </a:lnT>
                    <a:lnB>
                      <a:noFill/>
                    </a:lnB>
                    <a:noFill/>
                  </a:tcPr>
                </a:tc>
                <a:tc>
                  <a:txBody>
                    <a:bodyPr/>
                    <a:lstStyle/>
                    <a:p>
                      <a:pPr>
                        <a:buNone/>
                      </a:pPr>
                      <a:r>
                        <a:rPr lang="zh-CN" altLang="en-US" dirty="0"/>
                        <a:t>完工偏差 </a:t>
                      </a:r>
                      <a:r>
                        <a:rPr lang="en-US" dirty="0"/>
                        <a:t>VAC = BAC - EAC</a:t>
                      </a:r>
                    </a:p>
                  </a:txBody>
                  <a:tcPr anchor="ctr">
                    <a:lnL>
                      <a:noFill/>
                    </a:lnL>
                    <a:lnR>
                      <a:noFill/>
                    </a:lnR>
                    <a:lnT>
                      <a:noFill/>
                    </a:lnT>
                    <a:lnB>
                      <a:noFill/>
                    </a:lnB>
                    <a:noFill/>
                  </a:tcPr>
                </a:tc>
                <a:extLst>
                  <a:ext uri="{0D108BD9-81ED-4DB2-BD59-A6C34878D82A}">
                    <a16:rowId xmlns:a16="http://schemas.microsoft.com/office/drawing/2014/main" val="398661105"/>
                  </a:ext>
                </a:extLst>
              </a:tr>
            </a:tbl>
          </a:graphicData>
        </a:graphic>
      </p:graphicFrame>
      <p:sp>
        <p:nvSpPr>
          <p:cNvPr id="23" name="文本占位符 22">
            <a:extLst>
              <a:ext uri="{FF2B5EF4-FFF2-40B4-BE49-F238E27FC236}">
                <a16:creationId xmlns:a16="http://schemas.microsoft.com/office/drawing/2014/main" id="{0020E367-452A-4D45-30EF-2D4EE7BDC88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348319680"/>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0A6881-2811-0782-50AE-663BA0BCE514}"/>
            </a:ext>
          </a:extLst>
        </p:cNvPr>
        <p:cNvGrpSpPr/>
        <p:nvPr/>
      </p:nvGrpSpPr>
      <p:grpSpPr>
        <a:xfrm>
          <a:off x="0" y="0"/>
          <a:ext cx="0" cy="0"/>
          <a:chOff x="0" y="0"/>
          <a:chExt cx="0" cy="0"/>
        </a:xfrm>
      </p:grpSpPr>
      <p:pic>
        <p:nvPicPr>
          <p:cNvPr id="13" name="图片占位符 12">
            <a:extLst>
              <a:ext uri="{FF2B5EF4-FFF2-40B4-BE49-F238E27FC236}">
                <a16:creationId xmlns:a16="http://schemas.microsoft.com/office/drawing/2014/main" id="{9729AAAD-AD68-4ACD-B920-46B41E03DA6A}"/>
              </a:ext>
            </a:extLst>
          </p:cNvPr>
          <p:cNvPicPr>
            <a:picLocks noGrp="1" noChangeAspect="1"/>
          </p:cNvPicPr>
          <p:nvPr>
            <p:ph type="pic" sz="quarter" idx="10"/>
          </p:nvPr>
        </p:nvPicPr>
        <p:blipFill>
          <a:blip r:embed="rId2"/>
          <a:srcRect l="17552" r="17552"/>
          <a:stretch/>
        </p:blipFill>
        <p:spPr>
          <a:xfrm>
            <a:off x="0" y="0"/>
            <a:ext cx="7912100" cy="6858000"/>
          </a:xfrm>
        </p:spPr>
      </p:pic>
      <p:sp>
        <p:nvSpPr>
          <p:cNvPr id="2" name="标题 1">
            <a:extLst>
              <a:ext uri="{FF2B5EF4-FFF2-40B4-BE49-F238E27FC236}">
                <a16:creationId xmlns:a16="http://schemas.microsoft.com/office/drawing/2014/main" id="{1102E6CD-1066-4DCD-924F-C54CF38A52E1}"/>
              </a:ext>
            </a:extLst>
          </p:cNvPr>
          <p:cNvSpPr>
            <a:spLocks noGrp="1"/>
          </p:cNvSpPr>
          <p:nvPr>
            <p:ph type="ctrTitle"/>
          </p:nvPr>
        </p:nvSpPr>
        <p:spPr>
          <a:xfrm>
            <a:off x="4077578" y="3498981"/>
            <a:ext cx="7262228" cy="1440000"/>
          </a:xfrm>
        </p:spPr>
        <p:txBody>
          <a:bodyPr/>
          <a:lstStyle/>
          <a:p>
            <a:r>
              <a:rPr lang="zh-CN" altLang="en-US" dirty="0"/>
              <a:t>软件项目进度计划</a:t>
            </a:r>
          </a:p>
        </p:txBody>
      </p:sp>
      <p:sp>
        <p:nvSpPr>
          <p:cNvPr id="3" name="副标题 2">
            <a:extLst>
              <a:ext uri="{FF2B5EF4-FFF2-40B4-BE49-F238E27FC236}">
                <a16:creationId xmlns:a16="http://schemas.microsoft.com/office/drawing/2014/main" id="{9C76596E-07B7-51B8-4002-5D17DE87F8AB}"/>
              </a:ext>
            </a:extLst>
          </p:cNvPr>
          <p:cNvSpPr>
            <a:spLocks noGrp="1"/>
          </p:cNvSpPr>
          <p:nvPr>
            <p:ph type="subTitle" idx="1"/>
          </p:nvPr>
        </p:nvSpPr>
        <p:spPr>
          <a:xfrm>
            <a:off x="4077578" y="4938981"/>
            <a:ext cx="7262228" cy="900000"/>
          </a:xfrm>
        </p:spPr>
        <p:txBody>
          <a:bodyPr/>
          <a:lstStyle/>
          <a:p>
            <a:r>
              <a:rPr lang="en-US" altLang="zh-CN" dirty="0"/>
              <a:t>Section 5 Project Progress</a:t>
            </a:r>
            <a:endParaRPr lang="zh-CN" altLang="en-US" dirty="0"/>
          </a:p>
        </p:txBody>
      </p:sp>
      <p:sp>
        <p:nvSpPr>
          <p:cNvPr id="7" name="文本占位符 6">
            <a:extLst>
              <a:ext uri="{FF2B5EF4-FFF2-40B4-BE49-F238E27FC236}">
                <a16:creationId xmlns:a16="http://schemas.microsoft.com/office/drawing/2014/main" id="{F47CF8CD-3D05-938E-AC7F-7F6F7A53E49E}"/>
              </a:ext>
            </a:extLst>
          </p:cNvPr>
          <p:cNvSpPr>
            <a:spLocks noGrp="1"/>
          </p:cNvSpPr>
          <p:nvPr>
            <p:ph type="body" sz="quarter" idx="11"/>
          </p:nvPr>
        </p:nvSpPr>
        <p:spPr/>
        <p:txBody>
          <a:bodyPr>
            <a:normAutofit fontScale="92500" lnSpcReduction="10000"/>
          </a:bodyPr>
          <a:lstStyle/>
          <a:p>
            <a:pPr marL="360000" indent="-180000">
              <a:buFont typeface="+mj-lt"/>
              <a:buAutoNum type="arabicPeriod"/>
            </a:pPr>
            <a:r>
              <a:rPr lang="zh-CN" altLang="en-US" dirty="0"/>
              <a:t>规划进度</a:t>
            </a:r>
          </a:p>
          <a:p>
            <a:pPr marL="360000" indent="-180000">
              <a:buFont typeface="+mj-lt"/>
              <a:buAutoNum type="arabicPeriod"/>
            </a:pPr>
            <a:r>
              <a:rPr lang="zh-CN" altLang="en-US" dirty="0"/>
              <a:t>定义活动</a:t>
            </a:r>
          </a:p>
          <a:p>
            <a:pPr marL="360000" indent="-180000">
              <a:buFont typeface="+mj-lt"/>
              <a:buAutoNum type="arabicPeriod"/>
            </a:pPr>
            <a:r>
              <a:rPr lang="zh-CN" altLang="en-US" dirty="0"/>
              <a:t>排列活动顺序</a:t>
            </a:r>
          </a:p>
          <a:p>
            <a:pPr marL="360000" indent="-180000">
              <a:buFont typeface="+mj-lt"/>
              <a:buAutoNum type="arabicPeriod"/>
            </a:pPr>
            <a:r>
              <a:rPr lang="zh-CN" altLang="en-US" dirty="0"/>
              <a:t>估算活动资源</a:t>
            </a:r>
          </a:p>
          <a:p>
            <a:pPr marL="360000" indent="-180000">
              <a:buFont typeface="+mj-lt"/>
              <a:buAutoNum type="arabicPeriod"/>
            </a:pPr>
            <a:r>
              <a:rPr lang="zh-CN" altLang="en-US" dirty="0"/>
              <a:t>估算活动持续时间</a:t>
            </a:r>
          </a:p>
          <a:p>
            <a:pPr marL="360000" indent="-180000">
              <a:buFont typeface="+mj-lt"/>
              <a:buAutoNum type="arabicPeriod"/>
            </a:pPr>
            <a:r>
              <a:rPr lang="zh-CN" altLang="en-US" dirty="0"/>
              <a:t>制定进度计划</a:t>
            </a:r>
          </a:p>
          <a:p>
            <a:pPr marL="360000" indent="-180000">
              <a:buFont typeface="+mj-lt"/>
              <a:buAutoNum type="arabicPeriod"/>
            </a:pPr>
            <a:r>
              <a:rPr lang="zh-CN" altLang="en-US" dirty="0"/>
              <a:t>控制进度过程</a:t>
            </a:r>
          </a:p>
          <a:p>
            <a:endParaRPr lang="zh-CN" altLang="en-US" dirty="0"/>
          </a:p>
        </p:txBody>
      </p:sp>
    </p:spTree>
    <p:extLst>
      <p:ext uri="{BB962C8B-B14F-4D97-AF65-F5344CB8AC3E}">
        <p14:creationId xmlns:p14="http://schemas.microsoft.com/office/powerpoint/2010/main" val="257245194"/>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877B0E4-579B-F75D-861A-21748DD19FA0}"/>
              </a:ext>
            </a:extLst>
          </p:cNvPr>
          <p:cNvSpPr>
            <a:spLocks noGrp="1"/>
          </p:cNvSpPr>
          <p:nvPr>
            <p:ph type="title"/>
          </p:nvPr>
        </p:nvSpPr>
        <p:spPr/>
        <p:txBody>
          <a:bodyPr/>
          <a:lstStyle/>
          <a:p>
            <a:r>
              <a:rPr lang="en-US" altLang="zh-CN" dirty="0"/>
              <a:t>7</a:t>
            </a:r>
            <a:r>
              <a:rPr lang="zh-CN" altLang="en-US" dirty="0"/>
              <a:t>个过程</a:t>
            </a:r>
          </a:p>
        </p:txBody>
      </p:sp>
      <p:sp>
        <p:nvSpPr>
          <p:cNvPr id="3" name="内容占位符 2">
            <a:extLst>
              <a:ext uri="{FF2B5EF4-FFF2-40B4-BE49-F238E27FC236}">
                <a16:creationId xmlns:a16="http://schemas.microsoft.com/office/drawing/2014/main" id="{19067E78-3F4E-4031-7E5D-EBB59106939D}"/>
              </a:ext>
            </a:extLst>
          </p:cNvPr>
          <p:cNvSpPr>
            <a:spLocks noGrp="1"/>
          </p:cNvSpPr>
          <p:nvPr>
            <p:ph idx="1"/>
          </p:nvPr>
        </p:nvSpPr>
        <p:spPr/>
        <p:txBody>
          <a:bodyPr/>
          <a:lstStyle/>
          <a:p>
            <a:r>
              <a:rPr lang="zh-CN" altLang="en-US" dirty="0"/>
              <a:t>规划进度</a:t>
            </a:r>
            <a:endParaRPr lang="en-US" altLang="zh-CN" dirty="0"/>
          </a:p>
          <a:p>
            <a:r>
              <a:rPr lang="zh-CN" altLang="en-US" dirty="0"/>
              <a:t>定义活动</a:t>
            </a:r>
            <a:endParaRPr lang="en-US" altLang="zh-CN" dirty="0"/>
          </a:p>
          <a:p>
            <a:r>
              <a:rPr lang="zh-CN" altLang="en-US" dirty="0"/>
              <a:t>排列活动顺序</a:t>
            </a:r>
            <a:endParaRPr lang="en-US" altLang="zh-CN" dirty="0"/>
          </a:p>
          <a:p>
            <a:r>
              <a:rPr lang="zh-CN" altLang="en-US" dirty="0"/>
              <a:t>估算活动资源</a:t>
            </a:r>
            <a:endParaRPr lang="en-US" altLang="zh-CN" dirty="0"/>
          </a:p>
          <a:p>
            <a:r>
              <a:rPr lang="zh-CN" altLang="en-US" dirty="0"/>
              <a:t>估算活动持续时间</a:t>
            </a:r>
            <a:endParaRPr lang="en-US" altLang="zh-CN" dirty="0"/>
          </a:p>
          <a:p>
            <a:r>
              <a:rPr lang="zh-CN" altLang="en-US" dirty="0"/>
              <a:t>制定进度计划</a:t>
            </a:r>
            <a:endParaRPr lang="en-US" altLang="zh-CN" dirty="0"/>
          </a:p>
          <a:p>
            <a:r>
              <a:rPr lang="zh-CN" altLang="en-US" dirty="0"/>
              <a:t>控制进度过程</a:t>
            </a:r>
          </a:p>
        </p:txBody>
      </p:sp>
      <p:sp>
        <p:nvSpPr>
          <p:cNvPr id="4" name="文本占位符 3">
            <a:extLst>
              <a:ext uri="{FF2B5EF4-FFF2-40B4-BE49-F238E27FC236}">
                <a16:creationId xmlns:a16="http://schemas.microsoft.com/office/drawing/2014/main" id="{B37B95F2-FB0A-C110-6D1D-2ED3DEEB469C}"/>
              </a:ext>
            </a:extLst>
          </p:cNvPr>
          <p:cNvSpPr>
            <a:spLocks noGrp="1"/>
          </p:cNvSpPr>
          <p:nvPr>
            <p:ph type="body" sz="quarter" idx="10"/>
          </p:nvPr>
        </p:nvSpPr>
        <p:spPr/>
        <p:txBody>
          <a:bodyPr/>
          <a:lstStyle/>
          <a:p>
            <a:r>
              <a:rPr lang="en-US" altLang="zh-CN" dirty="0"/>
              <a:t>Project Progress</a:t>
            </a:r>
            <a:endParaRPr lang="zh-CN" altLang="en-US" dirty="0"/>
          </a:p>
        </p:txBody>
      </p:sp>
    </p:spTree>
    <p:extLst>
      <p:ext uri="{BB962C8B-B14F-4D97-AF65-F5344CB8AC3E}">
        <p14:creationId xmlns:p14="http://schemas.microsoft.com/office/powerpoint/2010/main" val="2546759685"/>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BE9381C-02BB-9DC2-CFF0-4964B8E9A09A}"/>
              </a:ext>
            </a:extLst>
          </p:cNvPr>
          <p:cNvSpPr>
            <a:spLocks noGrp="1"/>
          </p:cNvSpPr>
          <p:nvPr>
            <p:ph type="title"/>
          </p:nvPr>
        </p:nvSpPr>
        <p:spPr>
          <a:xfrm>
            <a:off x="695998" y="360000"/>
            <a:ext cx="7200000" cy="424732"/>
          </a:xfrm>
        </p:spPr>
        <p:txBody>
          <a:bodyPr>
            <a:normAutofit/>
          </a:bodyPr>
          <a:lstStyle/>
          <a:p>
            <a:r>
              <a:rPr lang="zh-CN" altLang="en-US" dirty="0"/>
              <a:t>规划进度</a:t>
            </a:r>
          </a:p>
        </p:txBody>
      </p:sp>
      <p:sp>
        <p:nvSpPr>
          <p:cNvPr id="3" name="内容占位符 2">
            <a:extLst>
              <a:ext uri="{FF2B5EF4-FFF2-40B4-BE49-F238E27FC236}">
                <a16:creationId xmlns:a16="http://schemas.microsoft.com/office/drawing/2014/main" id="{39C5046C-40DB-4D12-BEA1-4F809A23504F}"/>
              </a:ext>
            </a:extLst>
          </p:cNvPr>
          <p:cNvSpPr>
            <a:spLocks noGrp="1"/>
          </p:cNvSpPr>
          <p:nvPr>
            <p:ph idx="1"/>
          </p:nvPr>
        </p:nvSpPr>
        <p:spPr/>
        <p:txBody>
          <a:bodyPr/>
          <a:lstStyle/>
          <a:p>
            <a:r>
              <a:rPr lang="zh-CN" altLang="en-US" dirty="0"/>
              <a:t>要求</a:t>
            </a:r>
            <a:endParaRPr lang="en-US" altLang="zh-CN" dirty="0"/>
          </a:p>
          <a:p>
            <a:pPr lvl="1"/>
            <a:r>
              <a:rPr lang="zh-CN" altLang="en-US" dirty="0"/>
              <a:t>正式或非正式</a:t>
            </a:r>
            <a:endParaRPr lang="en-US" altLang="zh-CN" dirty="0"/>
          </a:p>
          <a:p>
            <a:pPr lvl="1"/>
            <a:r>
              <a:rPr lang="zh-CN" altLang="en-US" dirty="0"/>
              <a:t>详细或概括</a:t>
            </a:r>
            <a:endParaRPr lang="en-US" altLang="zh-CN" dirty="0"/>
          </a:p>
          <a:p>
            <a:r>
              <a:rPr lang="zh-CN" altLang="en-US" dirty="0"/>
              <a:t>产出</a:t>
            </a:r>
            <a:endParaRPr lang="en-US" altLang="zh-CN" dirty="0"/>
          </a:p>
          <a:p>
            <a:pPr lvl="1"/>
            <a:r>
              <a:rPr lang="zh-CN" altLang="en-US" dirty="0"/>
              <a:t>项目进度管理计划</a:t>
            </a:r>
          </a:p>
        </p:txBody>
      </p:sp>
      <p:sp>
        <p:nvSpPr>
          <p:cNvPr id="4" name="文本占位符 3">
            <a:extLst>
              <a:ext uri="{FF2B5EF4-FFF2-40B4-BE49-F238E27FC236}">
                <a16:creationId xmlns:a16="http://schemas.microsoft.com/office/drawing/2014/main" id="{2FAC99A9-8C8C-1E4E-9FE3-F3E2E966C61F}"/>
              </a:ext>
            </a:extLst>
          </p:cNvPr>
          <p:cNvSpPr>
            <a:spLocks noGrp="1"/>
          </p:cNvSpPr>
          <p:nvPr>
            <p:ph type="body" sz="quarter" idx="10"/>
          </p:nvPr>
        </p:nvSpPr>
        <p:spPr/>
        <p:txBody>
          <a:bodyPr/>
          <a:lstStyle/>
          <a:p>
            <a:r>
              <a:rPr lang="en-US" altLang="zh-CN" dirty="0"/>
              <a:t>Project Progress</a:t>
            </a:r>
            <a:endParaRPr lang="zh-CN" altLang="en-US" dirty="0"/>
          </a:p>
        </p:txBody>
      </p:sp>
    </p:spTree>
    <p:extLst>
      <p:ext uri="{BB962C8B-B14F-4D97-AF65-F5344CB8AC3E}">
        <p14:creationId xmlns:p14="http://schemas.microsoft.com/office/powerpoint/2010/main" val="1100009547"/>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795F25D-6BA6-0F08-C74A-F9376735DAB6}"/>
              </a:ext>
            </a:extLst>
          </p:cNvPr>
          <p:cNvSpPr>
            <a:spLocks noGrp="1"/>
          </p:cNvSpPr>
          <p:nvPr>
            <p:ph type="title"/>
          </p:nvPr>
        </p:nvSpPr>
        <p:spPr/>
        <p:txBody>
          <a:bodyPr/>
          <a:lstStyle/>
          <a:p>
            <a:r>
              <a:rPr lang="zh-CN" altLang="en-US" dirty="0"/>
              <a:t>活动 </a:t>
            </a:r>
            <a:r>
              <a:rPr lang="en-US" altLang="zh-CN" dirty="0"/>
              <a:t>Activity</a:t>
            </a:r>
            <a:endParaRPr lang="zh-CN" altLang="en-US" dirty="0"/>
          </a:p>
        </p:txBody>
      </p:sp>
      <p:sp>
        <p:nvSpPr>
          <p:cNvPr id="3" name="内容占位符 2">
            <a:extLst>
              <a:ext uri="{FF2B5EF4-FFF2-40B4-BE49-F238E27FC236}">
                <a16:creationId xmlns:a16="http://schemas.microsoft.com/office/drawing/2014/main" id="{34BB9AD9-FADA-BC8E-F7C8-9202F3BB4207}"/>
              </a:ext>
            </a:extLst>
          </p:cNvPr>
          <p:cNvSpPr>
            <a:spLocks noGrp="1"/>
          </p:cNvSpPr>
          <p:nvPr>
            <p:ph idx="1"/>
          </p:nvPr>
        </p:nvSpPr>
        <p:spPr/>
        <p:txBody>
          <a:bodyPr/>
          <a:lstStyle/>
          <a:p>
            <a:r>
              <a:rPr lang="zh-CN" altLang="en-US" dirty="0"/>
              <a:t>完成工作包所进行的工作</a:t>
            </a:r>
            <a:endParaRPr lang="en-US" altLang="zh-CN" dirty="0"/>
          </a:p>
          <a:p>
            <a:r>
              <a:rPr lang="zh-CN" altLang="en-US" dirty="0"/>
              <a:t>与工作包</a:t>
            </a:r>
            <a:endParaRPr lang="en-US" altLang="zh-CN" dirty="0"/>
          </a:p>
          <a:p>
            <a:pPr lvl="1"/>
            <a:r>
              <a:rPr lang="en-US" altLang="zh-CN" dirty="0"/>
              <a:t>1</a:t>
            </a:r>
            <a:r>
              <a:rPr lang="zh-CN" altLang="en-US" dirty="0"/>
              <a:t> </a:t>
            </a:r>
            <a:r>
              <a:rPr lang="en-US" altLang="zh-CN" dirty="0"/>
              <a:t>vs 1</a:t>
            </a:r>
          </a:p>
          <a:p>
            <a:pPr lvl="1"/>
            <a:r>
              <a:rPr lang="en-US" altLang="zh-CN" dirty="0"/>
              <a:t>M vs 1</a:t>
            </a:r>
          </a:p>
          <a:p>
            <a:r>
              <a:rPr lang="zh-CN" altLang="en-US" dirty="0"/>
              <a:t>排列活动的工具</a:t>
            </a:r>
            <a:endParaRPr lang="en-US" altLang="zh-CN" dirty="0"/>
          </a:p>
          <a:p>
            <a:pPr lvl="1"/>
            <a:r>
              <a:rPr lang="zh-CN" altLang="en-US" dirty="0"/>
              <a:t>前导图 </a:t>
            </a:r>
            <a:r>
              <a:rPr lang="en-US" altLang="zh-CN" dirty="0"/>
              <a:t>PDM</a:t>
            </a:r>
            <a:r>
              <a:rPr lang="zh-CN" altLang="en-US" dirty="0"/>
              <a:t>，</a:t>
            </a:r>
            <a:r>
              <a:rPr lang="en-US" altLang="zh-CN" dirty="0"/>
              <a:t>Precedence Diagramming Method</a:t>
            </a:r>
            <a:r>
              <a:rPr lang="zh-CN" altLang="en-US" dirty="0"/>
              <a:t>，也叫单代号网络图</a:t>
            </a:r>
            <a:endParaRPr lang="en-US" altLang="zh-CN" dirty="0"/>
          </a:p>
          <a:p>
            <a:pPr lvl="1"/>
            <a:r>
              <a:rPr lang="zh-CN" altLang="en-US" dirty="0"/>
              <a:t>箭线图 </a:t>
            </a:r>
            <a:r>
              <a:rPr lang="en-US" altLang="zh-CN" dirty="0"/>
              <a:t>ADM</a:t>
            </a:r>
            <a:r>
              <a:rPr lang="zh-CN" altLang="en-US" dirty="0"/>
              <a:t>，</a:t>
            </a:r>
            <a:r>
              <a:rPr lang="en-US" altLang="zh-CN" dirty="0"/>
              <a:t>Arrow Diagramming Method,</a:t>
            </a:r>
            <a:r>
              <a:rPr lang="zh-CN" altLang="en-US" dirty="0"/>
              <a:t>，也叫双代号网络图</a:t>
            </a:r>
          </a:p>
        </p:txBody>
      </p:sp>
      <p:sp>
        <p:nvSpPr>
          <p:cNvPr id="4" name="文本占位符 3">
            <a:extLst>
              <a:ext uri="{FF2B5EF4-FFF2-40B4-BE49-F238E27FC236}">
                <a16:creationId xmlns:a16="http://schemas.microsoft.com/office/drawing/2014/main" id="{FED7A523-834E-7A5E-C065-8EDF02923BBD}"/>
              </a:ext>
            </a:extLst>
          </p:cNvPr>
          <p:cNvSpPr>
            <a:spLocks noGrp="1"/>
          </p:cNvSpPr>
          <p:nvPr>
            <p:ph type="body" sz="quarter" idx="10"/>
          </p:nvPr>
        </p:nvSpPr>
        <p:spPr/>
        <p:txBody>
          <a:bodyPr/>
          <a:lstStyle/>
          <a:p>
            <a:r>
              <a:rPr lang="en-US" altLang="zh-CN" dirty="0"/>
              <a:t>Project Progress</a:t>
            </a:r>
            <a:endParaRPr lang="zh-CN" altLang="en-US" dirty="0"/>
          </a:p>
        </p:txBody>
      </p:sp>
    </p:spTree>
    <p:extLst>
      <p:ext uri="{BB962C8B-B14F-4D97-AF65-F5344CB8AC3E}">
        <p14:creationId xmlns:p14="http://schemas.microsoft.com/office/powerpoint/2010/main" val="1498995671"/>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93513A9-E854-50FB-366E-7E3156E4DD0B}"/>
              </a:ext>
            </a:extLst>
          </p:cNvPr>
          <p:cNvSpPr>
            <a:spLocks noGrp="1"/>
          </p:cNvSpPr>
          <p:nvPr>
            <p:ph type="title"/>
          </p:nvPr>
        </p:nvSpPr>
        <p:spPr>
          <a:xfrm>
            <a:off x="696000" y="360000"/>
            <a:ext cx="10800000" cy="424732"/>
          </a:xfrm>
        </p:spPr>
        <p:txBody>
          <a:bodyPr>
            <a:normAutofit/>
          </a:bodyPr>
          <a:lstStyle/>
          <a:p>
            <a:r>
              <a:rPr lang="zh-CN" altLang="en-US"/>
              <a:t>前导图 </a:t>
            </a:r>
            <a:r>
              <a:rPr lang="en-US" altLang="zh-CN"/>
              <a:t>PDM</a:t>
            </a:r>
            <a:endParaRPr lang="zh-CN" altLang="en-US" dirty="0"/>
          </a:p>
        </p:txBody>
      </p:sp>
      <p:sp>
        <p:nvSpPr>
          <p:cNvPr id="3" name="内容占位符 2">
            <a:extLst>
              <a:ext uri="{FF2B5EF4-FFF2-40B4-BE49-F238E27FC236}">
                <a16:creationId xmlns:a16="http://schemas.microsoft.com/office/drawing/2014/main" id="{9802770C-72B0-D754-C121-5F5B33672F8A}"/>
              </a:ext>
            </a:extLst>
          </p:cNvPr>
          <p:cNvSpPr>
            <a:spLocks noGrp="1"/>
          </p:cNvSpPr>
          <p:nvPr>
            <p:ph sz="quarter" idx="10"/>
          </p:nvPr>
        </p:nvSpPr>
        <p:spPr>
          <a:xfrm>
            <a:off x="695325" y="1079999"/>
            <a:ext cx="5040000" cy="5112000"/>
          </a:xfrm>
        </p:spPr>
        <p:txBody>
          <a:bodyPr>
            <a:normAutofit/>
          </a:bodyPr>
          <a:lstStyle/>
          <a:p>
            <a:r>
              <a:rPr lang="zh-CN" altLang="en-US" dirty="0"/>
              <a:t>活动：方块表示</a:t>
            </a:r>
            <a:endParaRPr lang="en-US" altLang="zh-CN" dirty="0"/>
          </a:p>
          <a:p>
            <a:r>
              <a:rPr lang="zh-CN" altLang="en-US" dirty="0"/>
              <a:t>紧前活动</a:t>
            </a:r>
            <a:endParaRPr lang="en-US" altLang="zh-CN" dirty="0"/>
          </a:p>
          <a:p>
            <a:pPr lvl="1"/>
            <a:r>
              <a:rPr lang="en-US" altLang="zh-CN" dirty="0"/>
              <a:t>H</a:t>
            </a:r>
            <a:r>
              <a:rPr lang="zh-CN" altLang="en-US" dirty="0"/>
              <a:t>是</a:t>
            </a:r>
            <a:r>
              <a:rPr lang="en-US" altLang="zh-CN" dirty="0"/>
              <a:t>I</a:t>
            </a:r>
            <a:r>
              <a:rPr lang="zh-CN" altLang="en-US" dirty="0"/>
              <a:t>的紧前活动</a:t>
            </a:r>
            <a:endParaRPr lang="en-US" altLang="zh-CN" dirty="0"/>
          </a:p>
          <a:p>
            <a:r>
              <a:rPr lang="zh-CN" altLang="en-US" dirty="0"/>
              <a:t>紧后活动</a:t>
            </a:r>
            <a:endParaRPr lang="en-US" altLang="zh-CN" dirty="0"/>
          </a:p>
          <a:p>
            <a:pPr lvl="1"/>
            <a:r>
              <a:rPr lang="en-US" altLang="zh-CN" dirty="0"/>
              <a:t>I</a:t>
            </a:r>
            <a:r>
              <a:rPr lang="zh-CN" altLang="en-US" dirty="0"/>
              <a:t>是</a:t>
            </a:r>
            <a:r>
              <a:rPr lang="en-US" altLang="zh-CN" dirty="0"/>
              <a:t>H</a:t>
            </a:r>
            <a:r>
              <a:rPr lang="zh-CN" altLang="en-US" dirty="0"/>
              <a:t>的紧后活动</a:t>
            </a:r>
            <a:endParaRPr lang="en-US" altLang="zh-CN" dirty="0"/>
          </a:p>
          <a:p>
            <a:endParaRPr lang="en-US" altLang="zh-CN" dirty="0"/>
          </a:p>
          <a:p>
            <a:endParaRPr lang="en-US" altLang="zh-CN" dirty="0"/>
          </a:p>
        </p:txBody>
      </p:sp>
      <p:sp>
        <p:nvSpPr>
          <p:cNvPr id="4" name="文本占位符 3">
            <a:extLst>
              <a:ext uri="{FF2B5EF4-FFF2-40B4-BE49-F238E27FC236}">
                <a16:creationId xmlns:a16="http://schemas.microsoft.com/office/drawing/2014/main" id="{557053F1-A402-4B7F-D341-6B237C412C05}"/>
              </a:ext>
            </a:extLst>
          </p:cNvPr>
          <p:cNvSpPr>
            <a:spLocks noGrp="1"/>
          </p:cNvSpPr>
          <p:nvPr>
            <p:ph sz="quarter" idx="11"/>
          </p:nvPr>
        </p:nvSpPr>
        <p:spPr>
          <a:xfrm>
            <a:off x="6095325" y="1079998"/>
            <a:ext cx="5400675" cy="5040000"/>
          </a:xfrm>
        </p:spPr>
        <p:txBody>
          <a:bodyPr/>
          <a:lstStyle/>
          <a:p>
            <a:r>
              <a:rPr lang="zh-CN" altLang="en-US" dirty="0"/>
              <a:t>结束 </a:t>
            </a:r>
            <a:r>
              <a:rPr lang="en-US" altLang="zh-CN" dirty="0"/>
              <a:t>Finish </a:t>
            </a:r>
            <a:r>
              <a:rPr lang="zh-CN" altLang="en-US" dirty="0"/>
              <a:t>→ 开始 </a:t>
            </a:r>
            <a:r>
              <a:rPr lang="en-US" altLang="zh-CN" dirty="0"/>
              <a:t>Start</a:t>
            </a:r>
            <a:endParaRPr lang="zh-CN" altLang="en-US" dirty="0"/>
          </a:p>
          <a:p>
            <a:pPr lvl="1"/>
            <a:r>
              <a:rPr lang="en-US" altLang="zh-CN" dirty="0"/>
              <a:t>FS</a:t>
            </a:r>
            <a:r>
              <a:rPr lang="zh-CN" altLang="en-US" dirty="0"/>
              <a:t>：</a:t>
            </a:r>
            <a:r>
              <a:rPr lang="en-US" altLang="zh-CN" dirty="0"/>
              <a:t>H</a:t>
            </a:r>
            <a:r>
              <a:rPr lang="zh-CN" altLang="en-US" dirty="0"/>
              <a:t>结束了，</a:t>
            </a:r>
            <a:r>
              <a:rPr lang="en-US" altLang="zh-CN" dirty="0"/>
              <a:t>I</a:t>
            </a:r>
            <a:r>
              <a:rPr lang="zh-CN" altLang="en-US" dirty="0"/>
              <a:t>才可以开始</a:t>
            </a:r>
            <a:endParaRPr lang="en-US" altLang="zh-CN" dirty="0"/>
          </a:p>
          <a:p>
            <a:r>
              <a:rPr lang="zh-CN" altLang="en-US" dirty="0"/>
              <a:t>开始 </a:t>
            </a:r>
            <a:r>
              <a:rPr lang="en-US" altLang="zh-CN" dirty="0"/>
              <a:t>Start</a:t>
            </a:r>
            <a:r>
              <a:rPr lang="zh-CN" altLang="en-US" dirty="0"/>
              <a:t> → 开始 </a:t>
            </a:r>
            <a:r>
              <a:rPr lang="en-US" altLang="zh-CN" dirty="0"/>
              <a:t>Start</a:t>
            </a:r>
          </a:p>
          <a:p>
            <a:pPr lvl="1"/>
            <a:r>
              <a:rPr lang="en-US" altLang="zh-CN" dirty="0"/>
              <a:t>SS</a:t>
            </a:r>
            <a:r>
              <a:rPr lang="zh-CN" altLang="en-US" dirty="0"/>
              <a:t>：</a:t>
            </a:r>
            <a:r>
              <a:rPr lang="en-US" altLang="zh-CN" dirty="0"/>
              <a:t>A</a:t>
            </a:r>
            <a:r>
              <a:rPr lang="zh-CN" altLang="en-US" dirty="0"/>
              <a:t>开始，</a:t>
            </a:r>
            <a:r>
              <a:rPr lang="en-US" altLang="zh-CN" dirty="0"/>
              <a:t>C</a:t>
            </a:r>
            <a:r>
              <a:rPr lang="zh-CN" altLang="en-US" dirty="0"/>
              <a:t>也开始</a:t>
            </a:r>
            <a:endParaRPr lang="en-US" altLang="zh-CN" dirty="0"/>
          </a:p>
          <a:p>
            <a:r>
              <a:rPr lang="zh-CN" altLang="en-US" dirty="0"/>
              <a:t>开始 </a:t>
            </a:r>
            <a:r>
              <a:rPr lang="en-US" altLang="zh-CN" dirty="0"/>
              <a:t>Start</a:t>
            </a:r>
            <a:r>
              <a:rPr lang="zh-CN" altLang="en-US" dirty="0"/>
              <a:t> → 结束 </a:t>
            </a:r>
            <a:r>
              <a:rPr lang="en-US" altLang="zh-CN" dirty="0"/>
              <a:t>Finish</a:t>
            </a:r>
          </a:p>
          <a:p>
            <a:r>
              <a:rPr lang="zh-CN" altLang="en-US" dirty="0"/>
              <a:t>结束 </a:t>
            </a:r>
            <a:r>
              <a:rPr lang="en-US" altLang="zh-CN" dirty="0"/>
              <a:t>Finish</a:t>
            </a:r>
            <a:r>
              <a:rPr lang="zh-CN" altLang="en-US" dirty="0"/>
              <a:t> → 结束 </a:t>
            </a:r>
            <a:r>
              <a:rPr lang="en-US" altLang="zh-CN" dirty="0"/>
              <a:t>Finish</a:t>
            </a:r>
            <a:endParaRPr lang="zh-CN" altLang="en-US" dirty="0"/>
          </a:p>
        </p:txBody>
      </p:sp>
      <p:sp>
        <p:nvSpPr>
          <p:cNvPr id="79" name="矩形 78">
            <a:extLst>
              <a:ext uri="{FF2B5EF4-FFF2-40B4-BE49-F238E27FC236}">
                <a16:creationId xmlns:a16="http://schemas.microsoft.com/office/drawing/2014/main" id="{EFD602AE-0446-000D-C79E-58FD6D7D56FC}"/>
              </a:ext>
            </a:extLst>
          </p:cNvPr>
          <p:cNvSpPr/>
          <p:nvPr/>
        </p:nvSpPr>
        <p:spPr>
          <a:xfrm>
            <a:off x="4521699" y="3943350"/>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80" name="矩形 79">
            <a:extLst>
              <a:ext uri="{FF2B5EF4-FFF2-40B4-BE49-F238E27FC236}">
                <a16:creationId xmlns:a16="http://schemas.microsoft.com/office/drawing/2014/main" id="{2DD8BA39-B41C-8682-7EA5-3BD21D42E0AA}"/>
              </a:ext>
            </a:extLst>
          </p:cNvPr>
          <p:cNvSpPr/>
          <p:nvPr/>
        </p:nvSpPr>
        <p:spPr>
          <a:xfrm>
            <a:off x="5569449" y="3429000"/>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sp>
        <p:nvSpPr>
          <p:cNvPr id="81" name="矩形 80">
            <a:extLst>
              <a:ext uri="{FF2B5EF4-FFF2-40B4-BE49-F238E27FC236}">
                <a16:creationId xmlns:a16="http://schemas.microsoft.com/office/drawing/2014/main" id="{0AD51D9A-3009-F435-84A5-26A0B0077B98}"/>
              </a:ext>
            </a:extLst>
          </p:cNvPr>
          <p:cNvSpPr/>
          <p:nvPr/>
        </p:nvSpPr>
        <p:spPr>
          <a:xfrm>
            <a:off x="6485578" y="4631093"/>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D</a:t>
            </a:r>
            <a:endParaRPr lang="zh-CN" altLang="en-US" sz="1600" dirty="0">
              <a:solidFill>
                <a:schemeClr val="tx1"/>
              </a:solidFill>
            </a:endParaRPr>
          </a:p>
        </p:txBody>
      </p:sp>
      <p:sp>
        <p:nvSpPr>
          <p:cNvPr id="82" name="矩形 81">
            <a:extLst>
              <a:ext uri="{FF2B5EF4-FFF2-40B4-BE49-F238E27FC236}">
                <a16:creationId xmlns:a16="http://schemas.microsoft.com/office/drawing/2014/main" id="{C9C66303-EA0E-CFB5-6198-2AF563509FFF}"/>
              </a:ext>
            </a:extLst>
          </p:cNvPr>
          <p:cNvSpPr/>
          <p:nvPr/>
        </p:nvSpPr>
        <p:spPr>
          <a:xfrm>
            <a:off x="4521699" y="5214076"/>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C</a:t>
            </a:r>
            <a:endParaRPr lang="zh-CN" altLang="en-US" sz="1600" dirty="0">
              <a:solidFill>
                <a:schemeClr val="tx1"/>
              </a:solidFill>
            </a:endParaRPr>
          </a:p>
        </p:txBody>
      </p:sp>
      <p:sp>
        <p:nvSpPr>
          <p:cNvPr id="83" name="矩形 82">
            <a:extLst>
              <a:ext uri="{FF2B5EF4-FFF2-40B4-BE49-F238E27FC236}">
                <a16:creationId xmlns:a16="http://schemas.microsoft.com/office/drawing/2014/main" id="{9EDC1B50-1D75-3B8B-CA52-6548664EC57F}"/>
              </a:ext>
            </a:extLst>
          </p:cNvPr>
          <p:cNvSpPr/>
          <p:nvPr/>
        </p:nvSpPr>
        <p:spPr>
          <a:xfrm>
            <a:off x="8172472" y="4335825"/>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结束</a:t>
            </a:r>
          </a:p>
        </p:txBody>
      </p:sp>
      <p:sp>
        <p:nvSpPr>
          <p:cNvPr id="84" name="矩形 83">
            <a:extLst>
              <a:ext uri="{FF2B5EF4-FFF2-40B4-BE49-F238E27FC236}">
                <a16:creationId xmlns:a16="http://schemas.microsoft.com/office/drawing/2014/main" id="{A9EC7422-20EA-ED3E-6171-B458F5411CA0}"/>
              </a:ext>
            </a:extLst>
          </p:cNvPr>
          <p:cNvSpPr/>
          <p:nvPr/>
        </p:nvSpPr>
        <p:spPr>
          <a:xfrm>
            <a:off x="3371872" y="4515825"/>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开始</a:t>
            </a:r>
          </a:p>
        </p:txBody>
      </p:sp>
      <p:cxnSp>
        <p:nvCxnSpPr>
          <p:cNvPr id="85" name="连接符: 肘形 84">
            <a:extLst>
              <a:ext uri="{FF2B5EF4-FFF2-40B4-BE49-F238E27FC236}">
                <a16:creationId xmlns:a16="http://schemas.microsoft.com/office/drawing/2014/main" id="{2D4C02DD-5CB6-FA20-BDA9-0E8B7B4E9E64}"/>
              </a:ext>
            </a:extLst>
          </p:cNvPr>
          <p:cNvCxnSpPr>
            <a:stCxn id="84" idx="3"/>
            <a:endCxn id="79" idx="1"/>
          </p:cNvCxnSpPr>
          <p:nvPr/>
        </p:nvCxnSpPr>
        <p:spPr>
          <a:xfrm flipV="1">
            <a:off x="4091872" y="4123350"/>
            <a:ext cx="429827" cy="572475"/>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6" name="连接符: 肘形 85">
            <a:extLst>
              <a:ext uri="{FF2B5EF4-FFF2-40B4-BE49-F238E27FC236}">
                <a16:creationId xmlns:a16="http://schemas.microsoft.com/office/drawing/2014/main" id="{944A22EC-9794-2441-9D4B-CC04B6755DBD}"/>
              </a:ext>
            </a:extLst>
          </p:cNvPr>
          <p:cNvCxnSpPr>
            <a:stCxn id="79" idx="3"/>
            <a:endCxn id="80" idx="1"/>
          </p:cNvCxnSpPr>
          <p:nvPr/>
        </p:nvCxnSpPr>
        <p:spPr>
          <a:xfrm flipV="1">
            <a:off x="5241699" y="3609000"/>
            <a:ext cx="327750" cy="514350"/>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7" name="连接符: 肘形 86">
            <a:extLst>
              <a:ext uri="{FF2B5EF4-FFF2-40B4-BE49-F238E27FC236}">
                <a16:creationId xmlns:a16="http://schemas.microsoft.com/office/drawing/2014/main" id="{915337C4-7D82-5802-8980-654CA233B49F}"/>
              </a:ext>
            </a:extLst>
          </p:cNvPr>
          <p:cNvCxnSpPr>
            <a:cxnSpLocks/>
            <a:stCxn id="79" idx="3"/>
            <a:endCxn id="81" idx="1"/>
          </p:cNvCxnSpPr>
          <p:nvPr/>
        </p:nvCxnSpPr>
        <p:spPr>
          <a:xfrm>
            <a:off x="5241699" y="4123350"/>
            <a:ext cx="1243879" cy="687743"/>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8" name="连接符: 肘形 87">
            <a:extLst>
              <a:ext uri="{FF2B5EF4-FFF2-40B4-BE49-F238E27FC236}">
                <a16:creationId xmlns:a16="http://schemas.microsoft.com/office/drawing/2014/main" id="{BB03BBC6-F8AC-B623-8805-B7F3FEC636AC}"/>
              </a:ext>
            </a:extLst>
          </p:cNvPr>
          <p:cNvCxnSpPr>
            <a:stCxn id="82" idx="3"/>
            <a:endCxn id="81" idx="1"/>
          </p:cNvCxnSpPr>
          <p:nvPr/>
        </p:nvCxnSpPr>
        <p:spPr>
          <a:xfrm flipV="1">
            <a:off x="5241699" y="4811093"/>
            <a:ext cx="1243879" cy="582983"/>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9" name="连接符: 肘形 88">
            <a:extLst>
              <a:ext uri="{FF2B5EF4-FFF2-40B4-BE49-F238E27FC236}">
                <a16:creationId xmlns:a16="http://schemas.microsoft.com/office/drawing/2014/main" id="{7D9F1480-A24F-DAFC-6C46-AEDE792EEEF1}"/>
              </a:ext>
            </a:extLst>
          </p:cNvPr>
          <p:cNvCxnSpPr>
            <a:cxnSpLocks/>
            <a:stCxn id="80" idx="3"/>
            <a:endCxn id="83" idx="0"/>
          </p:cNvCxnSpPr>
          <p:nvPr/>
        </p:nvCxnSpPr>
        <p:spPr>
          <a:xfrm>
            <a:off x="6289449" y="3609000"/>
            <a:ext cx="2243023" cy="726825"/>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0" name="连接符: 肘形 89">
            <a:extLst>
              <a:ext uri="{FF2B5EF4-FFF2-40B4-BE49-F238E27FC236}">
                <a16:creationId xmlns:a16="http://schemas.microsoft.com/office/drawing/2014/main" id="{CE1D5130-2B71-3120-27A5-4370AD03F211}"/>
              </a:ext>
            </a:extLst>
          </p:cNvPr>
          <p:cNvCxnSpPr>
            <a:stCxn id="81" idx="3"/>
            <a:endCxn id="83" idx="1"/>
          </p:cNvCxnSpPr>
          <p:nvPr/>
        </p:nvCxnSpPr>
        <p:spPr>
          <a:xfrm flipV="1">
            <a:off x="7205578" y="4515825"/>
            <a:ext cx="966894" cy="295268"/>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91" name="矩形 90">
            <a:extLst>
              <a:ext uri="{FF2B5EF4-FFF2-40B4-BE49-F238E27FC236}">
                <a16:creationId xmlns:a16="http://schemas.microsoft.com/office/drawing/2014/main" id="{C2D58F10-BA92-B9A0-AECE-01E0AC952682}"/>
              </a:ext>
            </a:extLst>
          </p:cNvPr>
          <p:cNvSpPr/>
          <p:nvPr/>
        </p:nvSpPr>
        <p:spPr>
          <a:xfrm>
            <a:off x="7195048" y="5786551"/>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I</a:t>
            </a:r>
            <a:endParaRPr lang="zh-CN" altLang="en-US" sz="1600" dirty="0">
              <a:solidFill>
                <a:schemeClr val="tx1"/>
              </a:solidFill>
            </a:endParaRPr>
          </a:p>
        </p:txBody>
      </p:sp>
      <p:sp>
        <p:nvSpPr>
          <p:cNvPr id="92" name="矩形 91">
            <a:extLst>
              <a:ext uri="{FF2B5EF4-FFF2-40B4-BE49-F238E27FC236}">
                <a16:creationId xmlns:a16="http://schemas.microsoft.com/office/drawing/2014/main" id="{4068D3E1-FC90-FBC5-8B6F-0DB7764A697D}"/>
              </a:ext>
            </a:extLst>
          </p:cNvPr>
          <p:cNvSpPr/>
          <p:nvPr/>
        </p:nvSpPr>
        <p:spPr>
          <a:xfrm>
            <a:off x="4404223" y="5786551"/>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H</a:t>
            </a:r>
            <a:endParaRPr lang="zh-CN" altLang="en-US" sz="1600" dirty="0">
              <a:solidFill>
                <a:schemeClr val="tx1"/>
              </a:solidFill>
            </a:endParaRPr>
          </a:p>
        </p:txBody>
      </p:sp>
      <p:cxnSp>
        <p:nvCxnSpPr>
          <p:cNvPr id="93" name="连接符: 肘形 92">
            <a:extLst>
              <a:ext uri="{FF2B5EF4-FFF2-40B4-BE49-F238E27FC236}">
                <a16:creationId xmlns:a16="http://schemas.microsoft.com/office/drawing/2014/main" id="{3D3E3BF4-4650-DA6F-F680-D8B66B36F6D7}"/>
              </a:ext>
            </a:extLst>
          </p:cNvPr>
          <p:cNvCxnSpPr>
            <a:cxnSpLocks/>
            <a:stCxn id="84" idx="2"/>
            <a:endCxn id="92" idx="1"/>
          </p:cNvCxnSpPr>
          <p:nvPr/>
        </p:nvCxnSpPr>
        <p:spPr>
          <a:xfrm rot="16200000" flipH="1">
            <a:off x="3522684" y="5085012"/>
            <a:ext cx="1090726" cy="672351"/>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4" name="连接符: 肘形 93">
            <a:extLst>
              <a:ext uri="{FF2B5EF4-FFF2-40B4-BE49-F238E27FC236}">
                <a16:creationId xmlns:a16="http://schemas.microsoft.com/office/drawing/2014/main" id="{18D237B7-E3E5-3E6F-57D3-E584A717DCDC}"/>
              </a:ext>
            </a:extLst>
          </p:cNvPr>
          <p:cNvCxnSpPr>
            <a:stCxn id="91" idx="3"/>
            <a:endCxn id="83" idx="2"/>
          </p:cNvCxnSpPr>
          <p:nvPr/>
        </p:nvCxnSpPr>
        <p:spPr>
          <a:xfrm flipV="1">
            <a:off x="7915048" y="4695825"/>
            <a:ext cx="617424" cy="1270726"/>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5" name="直接箭头连接符 94">
            <a:extLst>
              <a:ext uri="{FF2B5EF4-FFF2-40B4-BE49-F238E27FC236}">
                <a16:creationId xmlns:a16="http://schemas.microsoft.com/office/drawing/2014/main" id="{813E49A1-F736-532C-992E-A94025640FFB}"/>
              </a:ext>
            </a:extLst>
          </p:cNvPr>
          <p:cNvCxnSpPr>
            <a:stCxn id="92" idx="3"/>
            <a:endCxn id="91" idx="1"/>
          </p:cNvCxnSpPr>
          <p:nvPr/>
        </p:nvCxnSpPr>
        <p:spPr>
          <a:xfrm>
            <a:off x="5124223" y="5966551"/>
            <a:ext cx="2070825"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6" name="直接箭头连接符 95">
            <a:extLst>
              <a:ext uri="{FF2B5EF4-FFF2-40B4-BE49-F238E27FC236}">
                <a16:creationId xmlns:a16="http://schemas.microsoft.com/office/drawing/2014/main" id="{FAE02679-57E9-6A06-1742-65E1B970FBAD}"/>
              </a:ext>
            </a:extLst>
          </p:cNvPr>
          <p:cNvCxnSpPr>
            <a:cxnSpLocks/>
            <a:stCxn id="79" idx="1"/>
            <a:endCxn id="82" idx="1"/>
          </p:cNvCxnSpPr>
          <p:nvPr/>
        </p:nvCxnSpPr>
        <p:spPr>
          <a:xfrm>
            <a:off x="4521699" y="4123350"/>
            <a:ext cx="0" cy="1270726"/>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81917022"/>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2C2B89-B807-57CE-F265-C560285D855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1BF4697-5F84-BBC6-D419-D3F68EF57889}"/>
              </a:ext>
            </a:extLst>
          </p:cNvPr>
          <p:cNvSpPr>
            <a:spLocks noGrp="1"/>
          </p:cNvSpPr>
          <p:nvPr>
            <p:ph type="title"/>
          </p:nvPr>
        </p:nvSpPr>
        <p:spPr>
          <a:xfrm>
            <a:off x="696000" y="360000"/>
            <a:ext cx="10800000" cy="424732"/>
          </a:xfrm>
        </p:spPr>
        <p:txBody>
          <a:bodyPr>
            <a:normAutofit/>
          </a:bodyPr>
          <a:lstStyle/>
          <a:p>
            <a:r>
              <a:rPr lang="zh-CN" altLang="en-US" dirty="0"/>
              <a:t>前导图 </a:t>
            </a:r>
            <a:r>
              <a:rPr lang="en-US" altLang="zh-CN" dirty="0"/>
              <a:t>PDM</a:t>
            </a:r>
            <a:endParaRPr lang="zh-CN" altLang="en-US" dirty="0"/>
          </a:p>
        </p:txBody>
      </p:sp>
      <p:sp>
        <p:nvSpPr>
          <p:cNvPr id="3" name="内容占位符 2">
            <a:extLst>
              <a:ext uri="{FF2B5EF4-FFF2-40B4-BE49-F238E27FC236}">
                <a16:creationId xmlns:a16="http://schemas.microsoft.com/office/drawing/2014/main" id="{5CFC0552-1CF3-2FCA-9CD6-485BEDE5FC36}"/>
              </a:ext>
            </a:extLst>
          </p:cNvPr>
          <p:cNvSpPr>
            <a:spLocks noGrp="1"/>
          </p:cNvSpPr>
          <p:nvPr>
            <p:ph sz="quarter" idx="10"/>
          </p:nvPr>
        </p:nvSpPr>
        <p:spPr>
          <a:xfrm>
            <a:off x="695325" y="1079999"/>
            <a:ext cx="5040000" cy="5112000"/>
          </a:xfrm>
        </p:spPr>
        <p:txBody>
          <a:bodyPr>
            <a:normAutofit/>
          </a:bodyPr>
          <a:lstStyle/>
          <a:p>
            <a:r>
              <a:rPr lang="zh-CN" altLang="en-US" dirty="0"/>
              <a:t>提前量 </a:t>
            </a:r>
            <a:r>
              <a:rPr lang="en-US" altLang="zh-CN" dirty="0"/>
              <a:t>Lead</a:t>
            </a:r>
          </a:p>
          <a:p>
            <a:pPr lvl="1"/>
            <a:r>
              <a:rPr lang="zh-CN" altLang="en-US" dirty="0"/>
              <a:t>紧前活动还没有完成时，紧后活动可以提前开始的时间量</a:t>
            </a:r>
            <a:endParaRPr lang="en-US" altLang="zh-CN" dirty="0"/>
          </a:p>
          <a:p>
            <a:pPr lvl="1"/>
            <a:r>
              <a:rPr lang="zh-CN" altLang="en-US" dirty="0"/>
              <a:t>负值表示</a:t>
            </a:r>
            <a:endParaRPr lang="en-US" altLang="zh-CN" dirty="0"/>
          </a:p>
          <a:p>
            <a:pPr lvl="1"/>
            <a:r>
              <a:rPr lang="en-US" altLang="zh-CN" dirty="0"/>
              <a:t>FS-2</a:t>
            </a:r>
            <a:r>
              <a:rPr lang="zh-CN" altLang="en-US" dirty="0"/>
              <a:t>：完成到开始，提前</a:t>
            </a:r>
            <a:r>
              <a:rPr lang="en-US" altLang="zh-CN" dirty="0"/>
              <a:t>2</a:t>
            </a:r>
            <a:r>
              <a:rPr lang="zh-CN" altLang="en-US" dirty="0"/>
              <a:t>天，表示紧后活动可以在紧前活动完成前</a:t>
            </a:r>
            <a:r>
              <a:rPr lang="en-US" altLang="zh-CN" dirty="0"/>
              <a:t>2</a:t>
            </a:r>
            <a:r>
              <a:rPr lang="zh-CN" altLang="en-US" dirty="0"/>
              <a:t>天开始</a:t>
            </a:r>
            <a:endParaRPr lang="en-US" altLang="zh-CN" dirty="0"/>
          </a:p>
          <a:p>
            <a:pPr lvl="1"/>
            <a:r>
              <a:rPr lang="zh-CN" altLang="en-US" dirty="0"/>
              <a:t>谨慎使用</a:t>
            </a:r>
            <a:endParaRPr lang="en-US" altLang="zh-CN" dirty="0"/>
          </a:p>
        </p:txBody>
      </p:sp>
      <p:sp>
        <p:nvSpPr>
          <p:cNvPr id="4" name="文本占位符 3">
            <a:extLst>
              <a:ext uri="{FF2B5EF4-FFF2-40B4-BE49-F238E27FC236}">
                <a16:creationId xmlns:a16="http://schemas.microsoft.com/office/drawing/2014/main" id="{BB9A3668-4F3A-07CA-1DD5-1AA4329808A2}"/>
              </a:ext>
            </a:extLst>
          </p:cNvPr>
          <p:cNvSpPr>
            <a:spLocks noGrp="1"/>
          </p:cNvSpPr>
          <p:nvPr>
            <p:ph sz="quarter" idx="11"/>
          </p:nvPr>
        </p:nvSpPr>
        <p:spPr>
          <a:xfrm>
            <a:off x="6095325" y="1079998"/>
            <a:ext cx="5400675" cy="5040000"/>
          </a:xfrm>
        </p:spPr>
        <p:txBody>
          <a:bodyPr/>
          <a:lstStyle/>
          <a:p>
            <a:r>
              <a:rPr lang="zh-CN" altLang="en-US" dirty="0"/>
              <a:t>滞后量 </a:t>
            </a:r>
            <a:r>
              <a:rPr lang="en-US" altLang="zh-CN" dirty="0"/>
              <a:t>Lag</a:t>
            </a:r>
          </a:p>
          <a:p>
            <a:pPr lvl="1"/>
            <a:r>
              <a:rPr lang="zh-CN" altLang="en-US" dirty="0"/>
              <a:t>紧前活动完成时，紧后活动需要推迟开始的时间量</a:t>
            </a:r>
            <a:endParaRPr lang="en-US" altLang="zh-CN" dirty="0"/>
          </a:p>
          <a:p>
            <a:pPr lvl="1"/>
            <a:r>
              <a:rPr lang="zh-CN" altLang="en-US" dirty="0"/>
              <a:t>正值表示</a:t>
            </a:r>
            <a:endParaRPr lang="en-US" altLang="zh-CN" dirty="0"/>
          </a:p>
          <a:p>
            <a:pPr lvl="1"/>
            <a:r>
              <a:rPr lang="en-US" altLang="zh-CN" dirty="0"/>
              <a:t>FS+3</a:t>
            </a:r>
            <a:r>
              <a:rPr lang="zh-CN" altLang="en-US" dirty="0"/>
              <a:t>：完成到开始，滞后</a:t>
            </a:r>
            <a:r>
              <a:rPr lang="en-US" altLang="zh-CN" dirty="0"/>
              <a:t>3</a:t>
            </a:r>
            <a:r>
              <a:rPr lang="zh-CN" altLang="en-US" dirty="0"/>
              <a:t>天，表示紧后活动必须在紧前活动完成后</a:t>
            </a:r>
            <a:r>
              <a:rPr lang="en-US" altLang="zh-CN" dirty="0"/>
              <a:t>3</a:t>
            </a:r>
            <a:r>
              <a:rPr lang="zh-CN" altLang="en-US" dirty="0"/>
              <a:t>天才开始</a:t>
            </a:r>
            <a:endParaRPr lang="en-US" altLang="zh-CN" dirty="0"/>
          </a:p>
        </p:txBody>
      </p:sp>
      <p:sp>
        <p:nvSpPr>
          <p:cNvPr id="11" name="矩形 10">
            <a:extLst>
              <a:ext uri="{FF2B5EF4-FFF2-40B4-BE49-F238E27FC236}">
                <a16:creationId xmlns:a16="http://schemas.microsoft.com/office/drawing/2014/main" id="{EE7DCB57-E7DD-24AF-35DB-77A02E9ED5AF}"/>
              </a:ext>
            </a:extLst>
          </p:cNvPr>
          <p:cNvSpPr/>
          <p:nvPr/>
        </p:nvSpPr>
        <p:spPr>
          <a:xfrm>
            <a:off x="4521699" y="3943350"/>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12" name="矩形 11">
            <a:extLst>
              <a:ext uri="{FF2B5EF4-FFF2-40B4-BE49-F238E27FC236}">
                <a16:creationId xmlns:a16="http://schemas.microsoft.com/office/drawing/2014/main" id="{3251D6FD-8087-CEB6-528D-9FD8FF07A876}"/>
              </a:ext>
            </a:extLst>
          </p:cNvPr>
          <p:cNvSpPr/>
          <p:nvPr/>
        </p:nvSpPr>
        <p:spPr>
          <a:xfrm>
            <a:off x="5569449" y="3429000"/>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sp>
        <p:nvSpPr>
          <p:cNvPr id="13" name="矩形 12">
            <a:extLst>
              <a:ext uri="{FF2B5EF4-FFF2-40B4-BE49-F238E27FC236}">
                <a16:creationId xmlns:a16="http://schemas.microsoft.com/office/drawing/2014/main" id="{DF0825ED-EA88-C0E9-2089-03461A62B943}"/>
              </a:ext>
            </a:extLst>
          </p:cNvPr>
          <p:cNvSpPr/>
          <p:nvPr/>
        </p:nvSpPr>
        <p:spPr>
          <a:xfrm>
            <a:off x="6485578" y="4631093"/>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D</a:t>
            </a:r>
            <a:endParaRPr lang="zh-CN" altLang="en-US" sz="1600" dirty="0">
              <a:solidFill>
                <a:schemeClr val="tx1"/>
              </a:solidFill>
            </a:endParaRPr>
          </a:p>
        </p:txBody>
      </p:sp>
      <p:sp>
        <p:nvSpPr>
          <p:cNvPr id="15" name="矩形 14">
            <a:extLst>
              <a:ext uri="{FF2B5EF4-FFF2-40B4-BE49-F238E27FC236}">
                <a16:creationId xmlns:a16="http://schemas.microsoft.com/office/drawing/2014/main" id="{137CA8B9-0F6F-9B3D-7F77-7BB583A99844}"/>
              </a:ext>
            </a:extLst>
          </p:cNvPr>
          <p:cNvSpPr/>
          <p:nvPr/>
        </p:nvSpPr>
        <p:spPr>
          <a:xfrm>
            <a:off x="4521699" y="5214076"/>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C</a:t>
            </a:r>
            <a:endParaRPr lang="zh-CN" altLang="en-US" sz="1600" dirty="0">
              <a:solidFill>
                <a:schemeClr val="tx1"/>
              </a:solidFill>
            </a:endParaRPr>
          </a:p>
        </p:txBody>
      </p:sp>
      <p:sp>
        <p:nvSpPr>
          <p:cNvPr id="16" name="矩形 15">
            <a:extLst>
              <a:ext uri="{FF2B5EF4-FFF2-40B4-BE49-F238E27FC236}">
                <a16:creationId xmlns:a16="http://schemas.microsoft.com/office/drawing/2014/main" id="{862FA9BD-0708-2737-AC6A-D044A21AEC42}"/>
              </a:ext>
            </a:extLst>
          </p:cNvPr>
          <p:cNvSpPr/>
          <p:nvPr/>
        </p:nvSpPr>
        <p:spPr>
          <a:xfrm>
            <a:off x="8172472" y="4335825"/>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结束</a:t>
            </a:r>
          </a:p>
        </p:txBody>
      </p:sp>
      <p:sp>
        <p:nvSpPr>
          <p:cNvPr id="17" name="矩形 16">
            <a:extLst>
              <a:ext uri="{FF2B5EF4-FFF2-40B4-BE49-F238E27FC236}">
                <a16:creationId xmlns:a16="http://schemas.microsoft.com/office/drawing/2014/main" id="{665F6759-920B-F5E3-FC2A-13DA62AF19A4}"/>
              </a:ext>
            </a:extLst>
          </p:cNvPr>
          <p:cNvSpPr/>
          <p:nvPr/>
        </p:nvSpPr>
        <p:spPr>
          <a:xfrm>
            <a:off x="3371872" y="4515825"/>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开始</a:t>
            </a:r>
          </a:p>
        </p:txBody>
      </p:sp>
      <p:cxnSp>
        <p:nvCxnSpPr>
          <p:cNvPr id="19" name="连接符: 肘形 18">
            <a:extLst>
              <a:ext uri="{FF2B5EF4-FFF2-40B4-BE49-F238E27FC236}">
                <a16:creationId xmlns:a16="http://schemas.microsoft.com/office/drawing/2014/main" id="{F2EFA4C0-695E-8BA2-1E9C-E97F75FC1643}"/>
              </a:ext>
            </a:extLst>
          </p:cNvPr>
          <p:cNvCxnSpPr>
            <a:stCxn id="17" idx="3"/>
            <a:endCxn id="11" idx="1"/>
          </p:cNvCxnSpPr>
          <p:nvPr/>
        </p:nvCxnSpPr>
        <p:spPr>
          <a:xfrm flipV="1">
            <a:off x="4091872" y="4123350"/>
            <a:ext cx="429827" cy="572475"/>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1" name="连接符: 肘形 20">
            <a:extLst>
              <a:ext uri="{FF2B5EF4-FFF2-40B4-BE49-F238E27FC236}">
                <a16:creationId xmlns:a16="http://schemas.microsoft.com/office/drawing/2014/main" id="{9CE9D58F-1CE0-8D24-F1F0-5E3644A1BB88}"/>
              </a:ext>
            </a:extLst>
          </p:cNvPr>
          <p:cNvCxnSpPr>
            <a:stCxn id="11" idx="3"/>
            <a:endCxn id="12" idx="1"/>
          </p:cNvCxnSpPr>
          <p:nvPr/>
        </p:nvCxnSpPr>
        <p:spPr>
          <a:xfrm flipV="1">
            <a:off x="5241699" y="3609000"/>
            <a:ext cx="327750" cy="514350"/>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2" name="连接符: 肘形 21">
            <a:extLst>
              <a:ext uri="{FF2B5EF4-FFF2-40B4-BE49-F238E27FC236}">
                <a16:creationId xmlns:a16="http://schemas.microsoft.com/office/drawing/2014/main" id="{3812E30E-454B-F3A9-219E-AF0CDC66AFDE}"/>
              </a:ext>
            </a:extLst>
          </p:cNvPr>
          <p:cNvCxnSpPr>
            <a:cxnSpLocks/>
            <a:stCxn id="11" idx="3"/>
            <a:endCxn id="13" idx="1"/>
          </p:cNvCxnSpPr>
          <p:nvPr/>
        </p:nvCxnSpPr>
        <p:spPr>
          <a:xfrm>
            <a:off x="5241699" y="4123350"/>
            <a:ext cx="1243879" cy="687743"/>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3" name="连接符: 肘形 22">
            <a:extLst>
              <a:ext uri="{FF2B5EF4-FFF2-40B4-BE49-F238E27FC236}">
                <a16:creationId xmlns:a16="http://schemas.microsoft.com/office/drawing/2014/main" id="{50407FC1-4434-A747-7093-917074379D40}"/>
              </a:ext>
            </a:extLst>
          </p:cNvPr>
          <p:cNvCxnSpPr>
            <a:stCxn id="15" idx="3"/>
            <a:endCxn id="13" idx="1"/>
          </p:cNvCxnSpPr>
          <p:nvPr/>
        </p:nvCxnSpPr>
        <p:spPr>
          <a:xfrm flipV="1">
            <a:off x="5241699" y="4811093"/>
            <a:ext cx="1243879" cy="582983"/>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1D70C322-3B5B-CCE0-4322-297AFB15EBA8}"/>
              </a:ext>
            </a:extLst>
          </p:cNvPr>
          <p:cNvCxnSpPr>
            <a:cxnSpLocks/>
            <a:stCxn id="12" idx="3"/>
            <a:endCxn id="16" idx="0"/>
          </p:cNvCxnSpPr>
          <p:nvPr/>
        </p:nvCxnSpPr>
        <p:spPr>
          <a:xfrm>
            <a:off x="6289449" y="3609000"/>
            <a:ext cx="2243023" cy="726825"/>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7" name="连接符: 肘形 26">
            <a:extLst>
              <a:ext uri="{FF2B5EF4-FFF2-40B4-BE49-F238E27FC236}">
                <a16:creationId xmlns:a16="http://schemas.microsoft.com/office/drawing/2014/main" id="{1204C972-6565-E871-8551-8F22256F4D09}"/>
              </a:ext>
            </a:extLst>
          </p:cNvPr>
          <p:cNvCxnSpPr>
            <a:stCxn id="13" idx="3"/>
            <a:endCxn id="16" idx="1"/>
          </p:cNvCxnSpPr>
          <p:nvPr/>
        </p:nvCxnSpPr>
        <p:spPr>
          <a:xfrm flipV="1">
            <a:off x="7205578" y="4515825"/>
            <a:ext cx="966894" cy="295268"/>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1" name="矩形 30">
            <a:extLst>
              <a:ext uri="{FF2B5EF4-FFF2-40B4-BE49-F238E27FC236}">
                <a16:creationId xmlns:a16="http://schemas.microsoft.com/office/drawing/2014/main" id="{F4EBDC9E-E5A6-7B6A-2F2D-5C9AC06B4D70}"/>
              </a:ext>
            </a:extLst>
          </p:cNvPr>
          <p:cNvSpPr/>
          <p:nvPr/>
        </p:nvSpPr>
        <p:spPr>
          <a:xfrm>
            <a:off x="7195048" y="5786551"/>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F</a:t>
            </a:r>
            <a:endParaRPr lang="zh-CN" altLang="en-US" sz="1600" dirty="0">
              <a:solidFill>
                <a:schemeClr val="tx1"/>
              </a:solidFill>
            </a:endParaRPr>
          </a:p>
        </p:txBody>
      </p:sp>
      <p:sp>
        <p:nvSpPr>
          <p:cNvPr id="33" name="矩形 32">
            <a:extLst>
              <a:ext uri="{FF2B5EF4-FFF2-40B4-BE49-F238E27FC236}">
                <a16:creationId xmlns:a16="http://schemas.microsoft.com/office/drawing/2014/main" id="{2A48A4F9-8A25-B0AC-2F96-FD9546FB8CB6}"/>
              </a:ext>
            </a:extLst>
          </p:cNvPr>
          <p:cNvSpPr/>
          <p:nvPr/>
        </p:nvSpPr>
        <p:spPr>
          <a:xfrm>
            <a:off x="4404223" y="5786551"/>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E</a:t>
            </a:r>
            <a:endParaRPr lang="zh-CN" altLang="en-US" sz="1600" dirty="0">
              <a:solidFill>
                <a:schemeClr val="tx1"/>
              </a:solidFill>
            </a:endParaRPr>
          </a:p>
        </p:txBody>
      </p:sp>
      <p:cxnSp>
        <p:nvCxnSpPr>
          <p:cNvPr id="34" name="连接符: 肘形 33">
            <a:extLst>
              <a:ext uri="{FF2B5EF4-FFF2-40B4-BE49-F238E27FC236}">
                <a16:creationId xmlns:a16="http://schemas.microsoft.com/office/drawing/2014/main" id="{5456B44B-663D-18E3-155E-9A9C8BEF5400}"/>
              </a:ext>
            </a:extLst>
          </p:cNvPr>
          <p:cNvCxnSpPr>
            <a:cxnSpLocks/>
            <a:stCxn id="17" idx="2"/>
            <a:endCxn id="33" idx="1"/>
          </p:cNvCxnSpPr>
          <p:nvPr/>
        </p:nvCxnSpPr>
        <p:spPr>
          <a:xfrm rot="16200000" flipH="1">
            <a:off x="3522684" y="5085012"/>
            <a:ext cx="1090726" cy="672351"/>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83DA6A51-E2CA-1678-8E0D-85E528DEDC71}"/>
              </a:ext>
            </a:extLst>
          </p:cNvPr>
          <p:cNvCxnSpPr>
            <a:stCxn id="31" idx="3"/>
            <a:endCxn id="16" idx="2"/>
          </p:cNvCxnSpPr>
          <p:nvPr/>
        </p:nvCxnSpPr>
        <p:spPr>
          <a:xfrm flipV="1">
            <a:off x="7915048" y="4695825"/>
            <a:ext cx="617424" cy="1270726"/>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F6241E2F-1652-0D09-E172-FD4E91359BF0}"/>
              </a:ext>
            </a:extLst>
          </p:cNvPr>
          <p:cNvCxnSpPr>
            <a:stCxn id="33" idx="3"/>
            <a:endCxn id="31" idx="1"/>
          </p:cNvCxnSpPr>
          <p:nvPr/>
        </p:nvCxnSpPr>
        <p:spPr>
          <a:xfrm>
            <a:off x="5124223" y="5966551"/>
            <a:ext cx="2070825"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5C9936CB-581A-4208-C13B-CDD9E155EA1B}"/>
              </a:ext>
            </a:extLst>
          </p:cNvPr>
          <p:cNvCxnSpPr>
            <a:cxnSpLocks/>
            <a:stCxn id="11" idx="1"/>
            <a:endCxn id="15" idx="1"/>
          </p:cNvCxnSpPr>
          <p:nvPr/>
        </p:nvCxnSpPr>
        <p:spPr>
          <a:xfrm>
            <a:off x="4521699" y="4123350"/>
            <a:ext cx="0" cy="1270726"/>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9" name="文本框 38">
            <a:extLst>
              <a:ext uri="{FF2B5EF4-FFF2-40B4-BE49-F238E27FC236}">
                <a16:creationId xmlns:a16="http://schemas.microsoft.com/office/drawing/2014/main" id="{9F0ED9B3-2F26-2430-35FB-B97D61EC1926}"/>
              </a:ext>
            </a:extLst>
          </p:cNvPr>
          <p:cNvSpPr txBox="1"/>
          <p:nvPr/>
        </p:nvSpPr>
        <p:spPr>
          <a:xfrm>
            <a:off x="5636357" y="5694788"/>
            <a:ext cx="736099" cy="369332"/>
          </a:xfrm>
          <a:prstGeom prst="rect">
            <a:avLst/>
          </a:prstGeom>
          <a:noFill/>
        </p:spPr>
        <p:txBody>
          <a:bodyPr wrap="none" rtlCol="0">
            <a:spAutoFit/>
          </a:bodyPr>
          <a:lstStyle/>
          <a:p>
            <a:r>
              <a:rPr lang="en-US" altLang="zh-CN" dirty="0"/>
              <a:t>FS+3</a:t>
            </a:r>
            <a:endParaRPr lang="zh-CN" altLang="en-US" dirty="0"/>
          </a:p>
        </p:txBody>
      </p:sp>
      <p:sp>
        <p:nvSpPr>
          <p:cNvPr id="47" name="文本框 46">
            <a:extLst>
              <a:ext uri="{FF2B5EF4-FFF2-40B4-BE49-F238E27FC236}">
                <a16:creationId xmlns:a16="http://schemas.microsoft.com/office/drawing/2014/main" id="{C4F5F361-8915-AFD5-E20C-29BE69FD0D28}"/>
              </a:ext>
            </a:extLst>
          </p:cNvPr>
          <p:cNvSpPr txBox="1"/>
          <p:nvPr/>
        </p:nvSpPr>
        <p:spPr>
          <a:xfrm>
            <a:off x="5236801" y="4940768"/>
            <a:ext cx="692818" cy="369332"/>
          </a:xfrm>
          <a:prstGeom prst="rect">
            <a:avLst/>
          </a:prstGeom>
          <a:noFill/>
        </p:spPr>
        <p:txBody>
          <a:bodyPr wrap="none" rtlCol="0">
            <a:spAutoFit/>
          </a:bodyPr>
          <a:lstStyle/>
          <a:p>
            <a:r>
              <a:rPr lang="en-US" altLang="zh-CN" dirty="0"/>
              <a:t>FS-2</a:t>
            </a:r>
            <a:endParaRPr lang="zh-CN" altLang="en-US" dirty="0"/>
          </a:p>
        </p:txBody>
      </p:sp>
      <p:sp>
        <p:nvSpPr>
          <p:cNvPr id="65" name="文本框 64">
            <a:extLst>
              <a:ext uri="{FF2B5EF4-FFF2-40B4-BE49-F238E27FC236}">
                <a16:creationId xmlns:a16="http://schemas.microsoft.com/office/drawing/2014/main" id="{FC9E2D9B-7BF8-3912-0ACF-9D3B8AA714AE}"/>
              </a:ext>
            </a:extLst>
          </p:cNvPr>
          <p:cNvSpPr txBox="1"/>
          <p:nvPr/>
        </p:nvSpPr>
        <p:spPr>
          <a:xfrm>
            <a:off x="4524098" y="4598625"/>
            <a:ext cx="734496" cy="369332"/>
          </a:xfrm>
          <a:prstGeom prst="rect">
            <a:avLst/>
          </a:prstGeom>
          <a:noFill/>
        </p:spPr>
        <p:txBody>
          <a:bodyPr wrap="none" rtlCol="0">
            <a:spAutoFit/>
          </a:bodyPr>
          <a:lstStyle/>
          <a:p>
            <a:r>
              <a:rPr lang="en-US" altLang="zh-CN" dirty="0"/>
              <a:t>SS+2</a:t>
            </a:r>
            <a:endParaRPr lang="zh-CN" altLang="en-US" dirty="0"/>
          </a:p>
        </p:txBody>
      </p:sp>
    </p:spTree>
    <p:extLst>
      <p:ext uri="{BB962C8B-B14F-4D97-AF65-F5344CB8AC3E}">
        <p14:creationId xmlns:p14="http://schemas.microsoft.com/office/powerpoint/2010/main" val="3937002644"/>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3B6CCD-DD02-0DEB-C2A4-74FD8EAB7D2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3058F48-073A-AFDA-5D18-0A2B2C4B076A}"/>
              </a:ext>
            </a:extLst>
          </p:cNvPr>
          <p:cNvSpPr>
            <a:spLocks noGrp="1"/>
          </p:cNvSpPr>
          <p:nvPr>
            <p:ph type="title"/>
          </p:nvPr>
        </p:nvSpPr>
        <p:spPr>
          <a:xfrm>
            <a:off x="695998" y="360000"/>
            <a:ext cx="7200000" cy="424732"/>
          </a:xfrm>
        </p:spPr>
        <p:txBody>
          <a:bodyPr>
            <a:normAutofit/>
          </a:bodyPr>
          <a:lstStyle/>
          <a:p>
            <a:r>
              <a:rPr lang="zh-CN" altLang="en-US" dirty="0"/>
              <a:t>箭线图 </a:t>
            </a:r>
            <a:r>
              <a:rPr lang="en-US" altLang="zh-CN" dirty="0"/>
              <a:t>ADM</a:t>
            </a:r>
            <a:endParaRPr lang="zh-CN" altLang="en-US" dirty="0"/>
          </a:p>
        </p:txBody>
      </p:sp>
      <p:sp>
        <p:nvSpPr>
          <p:cNvPr id="49" name="内容占位符 48">
            <a:extLst>
              <a:ext uri="{FF2B5EF4-FFF2-40B4-BE49-F238E27FC236}">
                <a16:creationId xmlns:a16="http://schemas.microsoft.com/office/drawing/2014/main" id="{481701B1-39B9-6C27-BC8D-D619989005FC}"/>
              </a:ext>
            </a:extLst>
          </p:cNvPr>
          <p:cNvSpPr>
            <a:spLocks noGrp="1"/>
          </p:cNvSpPr>
          <p:nvPr>
            <p:ph idx="1"/>
          </p:nvPr>
        </p:nvSpPr>
        <p:spPr/>
        <p:txBody>
          <a:bodyPr/>
          <a:lstStyle/>
          <a:p>
            <a:r>
              <a:rPr lang="zh-CN" altLang="en-US" dirty="0"/>
              <a:t>活动：以字母表示</a:t>
            </a:r>
          </a:p>
          <a:p>
            <a:r>
              <a:rPr lang="zh-CN" altLang="en-US" dirty="0"/>
              <a:t>圆圈：序号，以数值表示</a:t>
            </a:r>
            <a:endParaRPr lang="en-US" altLang="zh-CN" dirty="0"/>
          </a:p>
          <a:p>
            <a:r>
              <a:rPr lang="zh-CN" altLang="en-US" dirty="0"/>
              <a:t>可以使用虚拟活动 </a:t>
            </a:r>
            <a:r>
              <a:rPr lang="en-US" altLang="zh-CN" dirty="0"/>
              <a:t>dummy activity </a:t>
            </a:r>
            <a:r>
              <a:rPr lang="zh-CN" altLang="en-US" dirty="0"/>
              <a:t>表示依赖关系</a:t>
            </a:r>
            <a:endParaRPr lang="en-US" altLang="zh-CN" dirty="0"/>
          </a:p>
          <a:p>
            <a:endParaRPr lang="en-US" altLang="zh-CN" dirty="0"/>
          </a:p>
        </p:txBody>
      </p:sp>
      <p:sp>
        <p:nvSpPr>
          <p:cNvPr id="50" name="文本占位符 49">
            <a:extLst>
              <a:ext uri="{FF2B5EF4-FFF2-40B4-BE49-F238E27FC236}">
                <a16:creationId xmlns:a16="http://schemas.microsoft.com/office/drawing/2014/main" id="{28E4EE63-2E36-AF73-C696-7936776387B1}"/>
              </a:ext>
            </a:extLst>
          </p:cNvPr>
          <p:cNvSpPr>
            <a:spLocks noGrp="1"/>
          </p:cNvSpPr>
          <p:nvPr>
            <p:ph type="body" sz="quarter" idx="10"/>
          </p:nvPr>
        </p:nvSpPr>
        <p:spPr/>
        <p:txBody>
          <a:bodyPr/>
          <a:lstStyle/>
          <a:p>
            <a:r>
              <a:rPr lang="en-US" altLang="zh-CN" dirty="0"/>
              <a:t>Project Progress</a:t>
            </a:r>
            <a:endParaRPr lang="zh-CN" altLang="en-US" dirty="0"/>
          </a:p>
        </p:txBody>
      </p:sp>
      <p:sp>
        <p:nvSpPr>
          <p:cNvPr id="5" name="椭圆 4">
            <a:extLst>
              <a:ext uri="{FF2B5EF4-FFF2-40B4-BE49-F238E27FC236}">
                <a16:creationId xmlns:a16="http://schemas.microsoft.com/office/drawing/2014/main" id="{6E7A7C02-DAB8-2139-4D9A-EF3985C00A8C}"/>
              </a:ext>
            </a:extLst>
          </p:cNvPr>
          <p:cNvSpPr/>
          <p:nvPr/>
        </p:nvSpPr>
        <p:spPr>
          <a:xfrm>
            <a:off x="4838700" y="3063525"/>
            <a:ext cx="540000" cy="54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2</a:t>
            </a:r>
            <a:endParaRPr lang="zh-CN" altLang="en-US" sz="1600" dirty="0">
              <a:solidFill>
                <a:schemeClr val="tx1"/>
              </a:solidFill>
            </a:endParaRPr>
          </a:p>
        </p:txBody>
      </p:sp>
      <p:sp>
        <p:nvSpPr>
          <p:cNvPr id="6" name="椭圆 5">
            <a:extLst>
              <a:ext uri="{FF2B5EF4-FFF2-40B4-BE49-F238E27FC236}">
                <a16:creationId xmlns:a16="http://schemas.microsoft.com/office/drawing/2014/main" id="{3941E4D0-6EA9-B7D4-A26A-92EAB98B9E86}"/>
              </a:ext>
            </a:extLst>
          </p:cNvPr>
          <p:cNvSpPr/>
          <p:nvPr/>
        </p:nvSpPr>
        <p:spPr>
          <a:xfrm>
            <a:off x="5943600" y="2549175"/>
            <a:ext cx="540000" cy="54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4</a:t>
            </a:r>
            <a:endParaRPr lang="zh-CN" altLang="en-US" sz="1600" dirty="0">
              <a:solidFill>
                <a:schemeClr val="tx1"/>
              </a:solidFill>
            </a:endParaRPr>
          </a:p>
        </p:txBody>
      </p:sp>
      <p:sp>
        <p:nvSpPr>
          <p:cNvPr id="7" name="椭圆 6">
            <a:extLst>
              <a:ext uri="{FF2B5EF4-FFF2-40B4-BE49-F238E27FC236}">
                <a16:creationId xmlns:a16="http://schemas.microsoft.com/office/drawing/2014/main" id="{C490F7CE-4832-AA00-CB8A-30CF18092833}"/>
              </a:ext>
            </a:extLst>
          </p:cNvPr>
          <p:cNvSpPr/>
          <p:nvPr/>
        </p:nvSpPr>
        <p:spPr>
          <a:xfrm>
            <a:off x="6859729" y="3751268"/>
            <a:ext cx="540000" cy="54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5</a:t>
            </a:r>
            <a:endParaRPr lang="zh-CN" altLang="en-US" sz="1600" dirty="0">
              <a:solidFill>
                <a:schemeClr val="tx1"/>
              </a:solidFill>
            </a:endParaRPr>
          </a:p>
        </p:txBody>
      </p:sp>
      <p:sp>
        <p:nvSpPr>
          <p:cNvPr id="8" name="椭圆 7">
            <a:extLst>
              <a:ext uri="{FF2B5EF4-FFF2-40B4-BE49-F238E27FC236}">
                <a16:creationId xmlns:a16="http://schemas.microsoft.com/office/drawing/2014/main" id="{BAE43D7C-7E23-E8EF-6478-1F8107170FDE}"/>
              </a:ext>
            </a:extLst>
          </p:cNvPr>
          <p:cNvSpPr/>
          <p:nvPr/>
        </p:nvSpPr>
        <p:spPr>
          <a:xfrm>
            <a:off x="5477098" y="4334251"/>
            <a:ext cx="540000" cy="54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3</a:t>
            </a:r>
            <a:endParaRPr lang="zh-CN" altLang="en-US" sz="1600" dirty="0">
              <a:solidFill>
                <a:schemeClr val="tx1"/>
              </a:solidFill>
            </a:endParaRPr>
          </a:p>
        </p:txBody>
      </p:sp>
      <p:sp>
        <p:nvSpPr>
          <p:cNvPr id="9" name="矩形 8">
            <a:extLst>
              <a:ext uri="{FF2B5EF4-FFF2-40B4-BE49-F238E27FC236}">
                <a16:creationId xmlns:a16="http://schemas.microsoft.com/office/drawing/2014/main" id="{0A41CA30-F80E-BA4E-599D-3A29F7775A98}"/>
              </a:ext>
            </a:extLst>
          </p:cNvPr>
          <p:cNvSpPr/>
          <p:nvPr/>
        </p:nvSpPr>
        <p:spPr>
          <a:xfrm>
            <a:off x="8289448" y="3456000"/>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结束</a:t>
            </a:r>
          </a:p>
        </p:txBody>
      </p:sp>
      <p:sp>
        <p:nvSpPr>
          <p:cNvPr id="10" name="矩形 9">
            <a:extLst>
              <a:ext uri="{FF2B5EF4-FFF2-40B4-BE49-F238E27FC236}">
                <a16:creationId xmlns:a16="http://schemas.microsoft.com/office/drawing/2014/main" id="{3667BF8F-73ED-D2E2-F717-9184303D48AF}"/>
              </a:ext>
            </a:extLst>
          </p:cNvPr>
          <p:cNvSpPr/>
          <p:nvPr/>
        </p:nvSpPr>
        <p:spPr>
          <a:xfrm>
            <a:off x="3488848" y="3636000"/>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开始</a:t>
            </a:r>
          </a:p>
        </p:txBody>
      </p:sp>
      <p:cxnSp>
        <p:nvCxnSpPr>
          <p:cNvPr id="14" name="连接符: 肘形 13">
            <a:extLst>
              <a:ext uri="{FF2B5EF4-FFF2-40B4-BE49-F238E27FC236}">
                <a16:creationId xmlns:a16="http://schemas.microsoft.com/office/drawing/2014/main" id="{0ED4AE2A-B468-C93D-6DEC-0C6F49DF677A}"/>
              </a:ext>
            </a:extLst>
          </p:cNvPr>
          <p:cNvCxnSpPr>
            <a:cxnSpLocks/>
            <a:stCxn id="10" idx="3"/>
            <a:endCxn id="5" idx="2"/>
          </p:cNvCxnSpPr>
          <p:nvPr/>
        </p:nvCxnSpPr>
        <p:spPr>
          <a:xfrm flipV="1">
            <a:off x="4208848" y="3333525"/>
            <a:ext cx="629852" cy="482475"/>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 name="连接符: 肘形 15">
            <a:extLst>
              <a:ext uri="{FF2B5EF4-FFF2-40B4-BE49-F238E27FC236}">
                <a16:creationId xmlns:a16="http://schemas.microsoft.com/office/drawing/2014/main" id="{CCE2F7B7-A55A-C41D-87F4-E3E189A8D59B}"/>
              </a:ext>
            </a:extLst>
          </p:cNvPr>
          <p:cNvCxnSpPr>
            <a:cxnSpLocks/>
            <a:stCxn id="10" idx="3"/>
            <a:endCxn id="8" idx="2"/>
          </p:cNvCxnSpPr>
          <p:nvPr/>
        </p:nvCxnSpPr>
        <p:spPr>
          <a:xfrm>
            <a:off x="4208848" y="3816000"/>
            <a:ext cx="1268250" cy="788251"/>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 name="连接符: 肘形 17">
            <a:extLst>
              <a:ext uri="{FF2B5EF4-FFF2-40B4-BE49-F238E27FC236}">
                <a16:creationId xmlns:a16="http://schemas.microsoft.com/office/drawing/2014/main" id="{2E548D96-634A-D3AB-5DC4-03C37AC6E0F8}"/>
              </a:ext>
            </a:extLst>
          </p:cNvPr>
          <p:cNvCxnSpPr>
            <a:cxnSpLocks/>
            <a:stCxn id="5" idx="6"/>
            <a:endCxn id="6" idx="2"/>
          </p:cNvCxnSpPr>
          <p:nvPr/>
        </p:nvCxnSpPr>
        <p:spPr>
          <a:xfrm flipV="1">
            <a:off x="5378700" y="2819175"/>
            <a:ext cx="564900" cy="514350"/>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0" name="连接符: 肘形 19">
            <a:extLst>
              <a:ext uri="{FF2B5EF4-FFF2-40B4-BE49-F238E27FC236}">
                <a16:creationId xmlns:a16="http://schemas.microsoft.com/office/drawing/2014/main" id="{C5B93BBE-ED23-5DA0-8D27-AB3FBC8F0315}"/>
              </a:ext>
            </a:extLst>
          </p:cNvPr>
          <p:cNvCxnSpPr>
            <a:cxnSpLocks/>
            <a:stCxn id="5" idx="6"/>
            <a:endCxn id="7" idx="2"/>
          </p:cNvCxnSpPr>
          <p:nvPr/>
        </p:nvCxnSpPr>
        <p:spPr>
          <a:xfrm>
            <a:off x="5378700" y="3333525"/>
            <a:ext cx="1481029" cy="687743"/>
          </a:xfrm>
          <a:prstGeom prst="bentConnector3">
            <a:avLst/>
          </a:prstGeom>
          <a:ln>
            <a:solidFill>
              <a:schemeClr val="bg1">
                <a:lumMod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4" name="连接符: 肘形 23">
            <a:extLst>
              <a:ext uri="{FF2B5EF4-FFF2-40B4-BE49-F238E27FC236}">
                <a16:creationId xmlns:a16="http://schemas.microsoft.com/office/drawing/2014/main" id="{6A66BFAF-A6EB-6032-E82E-CF352F2C19F0}"/>
              </a:ext>
            </a:extLst>
          </p:cNvPr>
          <p:cNvCxnSpPr>
            <a:cxnSpLocks/>
            <a:stCxn id="8" idx="6"/>
            <a:endCxn id="7" idx="2"/>
          </p:cNvCxnSpPr>
          <p:nvPr/>
        </p:nvCxnSpPr>
        <p:spPr>
          <a:xfrm flipV="1">
            <a:off x="6017098" y="4021268"/>
            <a:ext cx="842631" cy="582983"/>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6" name="连接符: 肘形 25">
            <a:extLst>
              <a:ext uri="{FF2B5EF4-FFF2-40B4-BE49-F238E27FC236}">
                <a16:creationId xmlns:a16="http://schemas.microsoft.com/office/drawing/2014/main" id="{D6EC5071-147D-1003-D26C-042364007F12}"/>
              </a:ext>
            </a:extLst>
          </p:cNvPr>
          <p:cNvCxnSpPr>
            <a:cxnSpLocks/>
            <a:stCxn id="6" idx="6"/>
            <a:endCxn id="9" idx="0"/>
          </p:cNvCxnSpPr>
          <p:nvPr/>
        </p:nvCxnSpPr>
        <p:spPr>
          <a:xfrm>
            <a:off x="6483600" y="2819175"/>
            <a:ext cx="2165848" cy="636825"/>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8" name="连接符: 肘形 27">
            <a:extLst>
              <a:ext uri="{FF2B5EF4-FFF2-40B4-BE49-F238E27FC236}">
                <a16:creationId xmlns:a16="http://schemas.microsoft.com/office/drawing/2014/main" id="{8422E494-72B6-B67F-7FB4-58C4E86F6148}"/>
              </a:ext>
            </a:extLst>
          </p:cNvPr>
          <p:cNvCxnSpPr>
            <a:cxnSpLocks/>
            <a:stCxn id="7" idx="6"/>
            <a:endCxn id="9" idx="1"/>
          </p:cNvCxnSpPr>
          <p:nvPr/>
        </p:nvCxnSpPr>
        <p:spPr>
          <a:xfrm flipV="1">
            <a:off x="7399729" y="3636000"/>
            <a:ext cx="889719" cy="385268"/>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9" name="椭圆 28">
            <a:extLst>
              <a:ext uri="{FF2B5EF4-FFF2-40B4-BE49-F238E27FC236}">
                <a16:creationId xmlns:a16="http://schemas.microsoft.com/office/drawing/2014/main" id="{B25264AB-A6F2-6816-CEF4-E9D18B9EC2DA}"/>
              </a:ext>
            </a:extLst>
          </p:cNvPr>
          <p:cNvSpPr/>
          <p:nvPr/>
        </p:nvSpPr>
        <p:spPr>
          <a:xfrm>
            <a:off x="7588249" y="4906726"/>
            <a:ext cx="540000" cy="54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6</a:t>
            </a:r>
            <a:endParaRPr lang="zh-CN" altLang="en-US" sz="1600" dirty="0">
              <a:solidFill>
                <a:schemeClr val="tx1"/>
              </a:solidFill>
            </a:endParaRPr>
          </a:p>
        </p:txBody>
      </p:sp>
      <p:sp>
        <p:nvSpPr>
          <p:cNvPr id="30" name="椭圆 29">
            <a:extLst>
              <a:ext uri="{FF2B5EF4-FFF2-40B4-BE49-F238E27FC236}">
                <a16:creationId xmlns:a16="http://schemas.microsoft.com/office/drawing/2014/main" id="{FF5AFDFE-ADD4-1182-4B25-72CD09D0360A}"/>
              </a:ext>
            </a:extLst>
          </p:cNvPr>
          <p:cNvSpPr/>
          <p:nvPr/>
        </p:nvSpPr>
        <p:spPr>
          <a:xfrm>
            <a:off x="4578349" y="4906726"/>
            <a:ext cx="540000" cy="54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1</a:t>
            </a:r>
            <a:endParaRPr lang="zh-CN" altLang="en-US" sz="1600" dirty="0">
              <a:solidFill>
                <a:schemeClr val="tx1"/>
              </a:solidFill>
            </a:endParaRPr>
          </a:p>
        </p:txBody>
      </p:sp>
      <p:cxnSp>
        <p:nvCxnSpPr>
          <p:cNvPr id="32" name="连接符: 肘形 31">
            <a:extLst>
              <a:ext uri="{FF2B5EF4-FFF2-40B4-BE49-F238E27FC236}">
                <a16:creationId xmlns:a16="http://schemas.microsoft.com/office/drawing/2014/main" id="{F27F93F1-7D30-0909-39FA-8B5A662B05AE}"/>
              </a:ext>
            </a:extLst>
          </p:cNvPr>
          <p:cNvCxnSpPr>
            <a:cxnSpLocks/>
            <a:stCxn id="10" idx="2"/>
            <a:endCxn id="30" idx="2"/>
          </p:cNvCxnSpPr>
          <p:nvPr/>
        </p:nvCxnSpPr>
        <p:spPr>
          <a:xfrm rot="16200000" flipH="1">
            <a:off x="3623235" y="4221612"/>
            <a:ext cx="1180726" cy="729501"/>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6" name="连接符: 肘形 35">
            <a:extLst>
              <a:ext uri="{FF2B5EF4-FFF2-40B4-BE49-F238E27FC236}">
                <a16:creationId xmlns:a16="http://schemas.microsoft.com/office/drawing/2014/main" id="{71B08822-3E59-998E-0DF6-F661F3245266}"/>
              </a:ext>
            </a:extLst>
          </p:cNvPr>
          <p:cNvCxnSpPr>
            <a:cxnSpLocks/>
            <a:stCxn id="29" idx="6"/>
            <a:endCxn id="9" idx="2"/>
          </p:cNvCxnSpPr>
          <p:nvPr/>
        </p:nvCxnSpPr>
        <p:spPr>
          <a:xfrm flipV="1">
            <a:off x="8128249" y="3816000"/>
            <a:ext cx="521199" cy="1360726"/>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258850A9-6513-2E98-430C-00E3A6711474}"/>
              </a:ext>
            </a:extLst>
          </p:cNvPr>
          <p:cNvCxnSpPr>
            <a:cxnSpLocks/>
            <a:stCxn id="30" idx="6"/>
            <a:endCxn id="29" idx="2"/>
          </p:cNvCxnSpPr>
          <p:nvPr/>
        </p:nvCxnSpPr>
        <p:spPr>
          <a:xfrm>
            <a:off x="5118349" y="5176726"/>
            <a:ext cx="2469900"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7" name="文本框 36">
            <a:extLst>
              <a:ext uri="{FF2B5EF4-FFF2-40B4-BE49-F238E27FC236}">
                <a16:creationId xmlns:a16="http://schemas.microsoft.com/office/drawing/2014/main" id="{F52F0372-5392-58A4-49F9-EFEB42108812}"/>
              </a:ext>
            </a:extLst>
          </p:cNvPr>
          <p:cNvSpPr txBox="1"/>
          <p:nvPr/>
        </p:nvSpPr>
        <p:spPr>
          <a:xfrm>
            <a:off x="4208848" y="3086668"/>
            <a:ext cx="349776" cy="369332"/>
          </a:xfrm>
          <a:prstGeom prst="rect">
            <a:avLst/>
          </a:prstGeom>
          <a:noFill/>
        </p:spPr>
        <p:txBody>
          <a:bodyPr wrap="none" rtlCol="0">
            <a:spAutoFit/>
          </a:bodyPr>
          <a:lstStyle/>
          <a:p>
            <a:r>
              <a:rPr lang="en-US" altLang="zh-CN" dirty="0"/>
              <a:t>A</a:t>
            </a:r>
            <a:endParaRPr lang="zh-CN" altLang="en-US" dirty="0"/>
          </a:p>
        </p:txBody>
      </p:sp>
      <p:sp>
        <p:nvSpPr>
          <p:cNvPr id="38" name="文本框 37">
            <a:extLst>
              <a:ext uri="{FF2B5EF4-FFF2-40B4-BE49-F238E27FC236}">
                <a16:creationId xmlns:a16="http://schemas.microsoft.com/office/drawing/2014/main" id="{0C2744B8-3990-3C97-84D5-4203AC2DB825}"/>
              </a:ext>
            </a:extLst>
          </p:cNvPr>
          <p:cNvSpPr txBox="1"/>
          <p:nvPr/>
        </p:nvSpPr>
        <p:spPr>
          <a:xfrm>
            <a:off x="5348873" y="2485970"/>
            <a:ext cx="359394" cy="369332"/>
          </a:xfrm>
          <a:prstGeom prst="rect">
            <a:avLst/>
          </a:prstGeom>
          <a:noFill/>
        </p:spPr>
        <p:txBody>
          <a:bodyPr wrap="none" rtlCol="0">
            <a:spAutoFit/>
          </a:bodyPr>
          <a:lstStyle/>
          <a:p>
            <a:r>
              <a:rPr lang="en-US" altLang="zh-CN" dirty="0"/>
              <a:t>B</a:t>
            </a:r>
            <a:endParaRPr lang="zh-CN" altLang="en-US" dirty="0"/>
          </a:p>
        </p:txBody>
      </p:sp>
      <p:sp>
        <p:nvSpPr>
          <p:cNvPr id="39" name="文本框 38">
            <a:extLst>
              <a:ext uri="{FF2B5EF4-FFF2-40B4-BE49-F238E27FC236}">
                <a16:creationId xmlns:a16="http://schemas.microsoft.com/office/drawing/2014/main" id="{97428327-891F-0A24-4F79-D95ACEF0745A}"/>
              </a:ext>
            </a:extLst>
          </p:cNvPr>
          <p:cNvSpPr txBox="1"/>
          <p:nvPr/>
        </p:nvSpPr>
        <p:spPr>
          <a:xfrm>
            <a:off x="7238473" y="2485970"/>
            <a:ext cx="349776" cy="369332"/>
          </a:xfrm>
          <a:prstGeom prst="rect">
            <a:avLst/>
          </a:prstGeom>
          <a:noFill/>
        </p:spPr>
        <p:txBody>
          <a:bodyPr wrap="none" rtlCol="0">
            <a:spAutoFit/>
          </a:bodyPr>
          <a:lstStyle/>
          <a:p>
            <a:r>
              <a:rPr lang="en-US" altLang="zh-CN" dirty="0"/>
              <a:t>C</a:t>
            </a:r>
            <a:endParaRPr lang="zh-CN" altLang="en-US" dirty="0"/>
          </a:p>
        </p:txBody>
      </p:sp>
      <p:sp>
        <p:nvSpPr>
          <p:cNvPr id="40" name="文本框 39">
            <a:extLst>
              <a:ext uri="{FF2B5EF4-FFF2-40B4-BE49-F238E27FC236}">
                <a16:creationId xmlns:a16="http://schemas.microsoft.com/office/drawing/2014/main" id="{B71DE40E-D4E7-0293-0D1B-32B33B2A0560}"/>
              </a:ext>
            </a:extLst>
          </p:cNvPr>
          <p:cNvSpPr txBox="1"/>
          <p:nvPr/>
        </p:nvSpPr>
        <p:spPr>
          <a:xfrm>
            <a:off x="4144311" y="4816726"/>
            <a:ext cx="375424" cy="369332"/>
          </a:xfrm>
          <a:prstGeom prst="rect">
            <a:avLst/>
          </a:prstGeom>
          <a:noFill/>
        </p:spPr>
        <p:txBody>
          <a:bodyPr wrap="none" rtlCol="0">
            <a:spAutoFit/>
          </a:bodyPr>
          <a:lstStyle/>
          <a:p>
            <a:r>
              <a:rPr lang="en-US" altLang="zh-CN" dirty="0"/>
              <a:t>D</a:t>
            </a:r>
            <a:endParaRPr lang="zh-CN" altLang="en-US" dirty="0"/>
          </a:p>
        </p:txBody>
      </p:sp>
      <p:sp>
        <p:nvSpPr>
          <p:cNvPr id="41" name="文本框 40">
            <a:extLst>
              <a:ext uri="{FF2B5EF4-FFF2-40B4-BE49-F238E27FC236}">
                <a16:creationId xmlns:a16="http://schemas.microsoft.com/office/drawing/2014/main" id="{450F67D7-12C7-B50F-934C-901FDD934F56}"/>
              </a:ext>
            </a:extLst>
          </p:cNvPr>
          <p:cNvSpPr txBox="1"/>
          <p:nvPr/>
        </p:nvSpPr>
        <p:spPr>
          <a:xfrm>
            <a:off x="4976007" y="4201491"/>
            <a:ext cx="349776" cy="369332"/>
          </a:xfrm>
          <a:prstGeom prst="rect">
            <a:avLst/>
          </a:prstGeom>
          <a:noFill/>
        </p:spPr>
        <p:txBody>
          <a:bodyPr wrap="none" rtlCol="0">
            <a:spAutoFit/>
          </a:bodyPr>
          <a:lstStyle/>
          <a:p>
            <a:r>
              <a:rPr lang="en-US" altLang="zh-CN" dirty="0"/>
              <a:t>E</a:t>
            </a:r>
            <a:endParaRPr lang="zh-CN" altLang="en-US" dirty="0"/>
          </a:p>
        </p:txBody>
      </p:sp>
      <p:sp>
        <p:nvSpPr>
          <p:cNvPr id="44" name="文本框 43">
            <a:extLst>
              <a:ext uri="{FF2B5EF4-FFF2-40B4-BE49-F238E27FC236}">
                <a16:creationId xmlns:a16="http://schemas.microsoft.com/office/drawing/2014/main" id="{74D33463-1E1A-832B-DE61-E29F3F2F3C81}"/>
              </a:ext>
            </a:extLst>
          </p:cNvPr>
          <p:cNvSpPr txBox="1"/>
          <p:nvPr/>
        </p:nvSpPr>
        <p:spPr>
          <a:xfrm>
            <a:off x="6149953" y="4179680"/>
            <a:ext cx="362600" cy="369332"/>
          </a:xfrm>
          <a:prstGeom prst="rect">
            <a:avLst/>
          </a:prstGeom>
          <a:noFill/>
        </p:spPr>
        <p:txBody>
          <a:bodyPr wrap="none" rtlCol="0">
            <a:spAutoFit/>
          </a:bodyPr>
          <a:lstStyle/>
          <a:p>
            <a:r>
              <a:rPr lang="en-US" altLang="zh-CN" dirty="0"/>
              <a:t>G</a:t>
            </a:r>
            <a:endParaRPr lang="zh-CN" altLang="en-US" dirty="0"/>
          </a:p>
        </p:txBody>
      </p:sp>
      <p:sp>
        <p:nvSpPr>
          <p:cNvPr id="45" name="文本框 44">
            <a:extLst>
              <a:ext uri="{FF2B5EF4-FFF2-40B4-BE49-F238E27FC236}">
                <a16:creationId xmlns:a16="http://schemas.microsoft.com/office/drawing/2014/main" id="{F76CA728-D0CD-000A-ADE7-348B5DE888A2}"/>
              </a:ext>
            </a:extLst>
          </p:cNvPr>
          <p:cNvSpPr txBox="1"/>
          <p:nvPr/>
        </p:nvSpPr>
        <p:spPr>
          <a:xfrm>
            <a:off x="6912984" y="4807394"/>
            <a:ext cx="372218" cy="369332"/>
          </a:xfrm>
          <a:prstGeom prst="rect">
            <a:avLst/>
          </a:prstGeom>
          <a:noFill/>
        </p:spPr>
        <p:txBody>
          <a:bodyPr wrap="none" rtlCol="0">
            <a:spAutoFit/>
          </a:bodyPr>
          <a:lstStyle/>
          <a:p>
            <a:r>
              <a:rPr lang="en-US" altLang="zh-CN" dirty="0"/>
              <a:t>H</a:t>
            </a:r>
            <a:endParaRPr lang="zh-CN" altLang="en-US" dirty="0"/>
          </a:p>
        </p:txBody>
      </p:sp>
      <p:sp>
        <p:nvSpPr>
          <p:cNvPr id="46" name="文本框 45">
            <a:extLst>
              <a:ext uri="{FF2B5EF4-FFF2-40B4-BE49-F238E27FC236}">
                <a16:creationId xmlns:a16="http://schemas.microsoft.com/office/drawing/2014/main" id="{1E3DFB7D-F8DF-25B3-59BD-92567C861CE1}"/>
              </a:ext>
            </a:extLst>
          </p:cNvPr>
          <p:cNvSpPr txBox="1"/>
          <p:nvPr/>
        </p:nvSpPr>
        <p:spPr>
          <a:xfrm>
            <a:off x="7532437" y="3586005"/>
            <a:ext cx="253596" cy="369332"/>
          </a:xfrm>
          <a:prstGeom prst="rect">
            <a:avLst/>
          </a:prstGeom>
          <a:noFill/>
        </p:spPr>
        <p:txBody>
          <a:bodyPr wrap="none" rtlCol="0">
            <a:spAutoFit/>
          </a:bodyPr>
          <a:lstStyle/>
          <a:p>
            <a:r>
              <a:rPr lang="en-US" altLang="zh-CN" dirty="0"/>
              <a:t>I</a:t>
            </a:r>
            <a:endParaRPr lang="zh-CN" altLang="en-US" dirty="0"/>
          </a:p>
        </p:txBody>
      </p:sp>
      <p:sp>
        <p:nvSpPr>
          <p:cNvPr id="47" name="文本框 46">
            <a:extLst>
              <a:ext uri="{FF2B5EF4-FFF2-40B4-BE49-F238E27FC236}">
                <a16:creationId xmlns:a16="http://schemas.microsoft.com/office/drawing/2014/main" id="{A0E6DEE0-724C-B133-BBF1-63DAC80FC0B4}"/>
              </a:ext>
            </a:extLst>
          </p:cNvPr>
          <p:cNvSpPr txBox="1"/>
          <p:nvPr/>
        </p:nvSpPr>
        <p:spPr>
          <a:xfrm>
            <a:off x="8321598" y="4438062"/>
            <a:ext cx="300082" cy="369332"/>
          </a:xfrm>
          <a:prstGeom prst="rect">
            <a:avLst/>
          </a:prstGeom>
          <a:noFill/>
        </p:spPr>
        <p:txBody>
          <a:bodyPr wrap="none" rtlCol="0">
            <a:spAutoFit/>
          </a:bodyPr>
          <a:lstStyle/>
          <a:p>
            <a:r>
              <a:rPr lang="en-US" altLang="zh-CN" dirty="0"/>
              <a:t>J</a:t>
            </a:r>
            <a:endParaRPr lang="zh-CN" altLang="en-US" dirty="0"/>
          </a:p>
        </p:txBody>
      </p:sp>
    </p:spTree>
    <p:extLst>
      <p:ext uri="{BB962C8B-B14F-4D97-AF65-F5344CB8AC3E}">
        <p14:creationId xmlns:p14="http://schemas.microsoft.com/office/powerpoint/2010/main" val="265636087"/>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DA317D8-55D1-0933-4DDB-EF561856F737}"/>
              </a:ext>
            </a:extLst>
          </p:cNvPr>
          <p:cNvSpPr>
            <a:spLocks noGrp="1"/>
          </p:cNvSpPr>
          <p:nvPr>
            <p:ph type="title"/>
          </p:nvPr>
        </p:nvSpPr>
        <p:spPr/>
        <p:txBody>
          <a:bodyPr/>
          <a:lstStyle/>
          <a:p>
            <a:r>
              <a:rPr lang="en-US" altLang="zh-CN" dirty="0"/>
              <a:t>5. </a:t>
            </a:r>
            <a:r>
              <a:rPr lang="zh-CN" altLang="en-US" dirty="0"/>
              <a:t>估算活动持续时间</a:t>
            </a:r>
          </a:p>
        </p:txBody>
      </p:sp>
      <p:sp>
        <p:nvSpPr>
          <p:cNvPr id="3" name="内容占位符 2">
            <a:extLst>
              <a:ext uri="{FF2B5EF4-FFF2-40B4-BE49-F238E27FC236}">
                <a16:creationId xmlns:a16="http://schemas.microsoft.com/office/drawing/2014/main" id="{3888344A-C993-3676-C067-C34270E30D5A}"/>
              </a:ext>
            </a:extLst>
          </p:cNvPr>
          <p:cNvSpPr>
            <a:spLocks noGrp="1"/>
          </p:cNvSpPr>
          <p:nvPr>
            <p:ph idx="1"/>
          </p:nvPr>
        </p:nvSpPr>
        <p:spPr/>
        <p:txBody>
          <a:bodyPr/>
          <a:lstStyle/>
          <a:p>
            <a:r>
              <a:rPr lang="zh-CN" altLang="en-US" dirty="0"/>
              <a:t>类比估算</a:t>
            </a:r>
            <a:endParaRPr lang="en-US" altLang="zh-CN" dirty="0"/>
          </a:p>
          <a:p>
            <a:r>
              <a:rPr lang="zh-CN" altLang="en-US" dirty="0"/>
              <a:t>三点估算</a:t>
            </a:r>
          </a:p>
        </p:txBody>
      </p:sp>
      <p:sp>
        <p:nvSpPr>
          <p:cNvPr id="4" name="文本占位符 3">
            <a:extLst>
              <a:ext uri="{FF2B5EF4-FFF2-40B4-BE49-F238E27FC236}">
                <a16:creationId xmlns:a16="http://schemas.microsoft.com/office/drawing/2014/main" id="{48D3D086-A333-0E66-8030-96A037E1289B}"/>
              </a:ext>
            </a:extLst>
          </p:cNvPr>
          <p:cNvSpPr>
            <a:spLocks noGrp="1"/>
          </p:cNvSpPr>
          <p:nvPr>
            <p:ph type="body" sz="quarter" idx="10"/>
          </p:nvPr>
        </p:nvSpPr>
        <p:spPr/>
        <p:txBody>
          <a:bodyPr/>
          <a:lstStyle/>
          <a:p>
            <a:r>
              <a:rPr lang="en-US" altLang="zh-CN" dirty="0"/>
              <a:t>Project Progress</a:t>
            </a:r>
            <a:endParaRPr lang="zh-CN" altLang="en-US" dirty="0"/>
          </a:p>
        </p:txBody>
      </p:sp>
    </p:spTree>
    <p:extLst>
      <p:ext uri="{BB962C8B-B14F-4D97-AF65-F5344CB8AC3E}">
        <p14:creationId xmlns:p14="http://schemas.microsoft.com/office/powerpoint/2010/main" val="3117094639"/>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4E5469-7B42-CB80-5266-37043A22DD9B}"/>
              </a:ext>
            </a:extLst>
          </p:cNvPr>
          <p:cNvSpPr>
            <a:spLocks noGrp="1"/>
          </p:cNvSpPr>
          <p:nvPr>
            <p:ph type="title"/>
          </p:nvPr>
        </p:nvSpPr>
        <p:spPr>
          <a:xfrm>
            <a:off x="695998" y="360000"/>
            <a:ext cx="7200000" cy="424732"/>
          </a:xfrm>
        </p:spPr>
        <p:txBody>
          <a:bodyPr>
            <a:normAutofit/>
          </a:bodyPr>
          <a:lstStyle/>
          <a:p>
            <a:r>
              <a:rPr lang="zh-CN" altLang="en-US" dirty="0"/>
              <a:t>甘特图 </a:t>
            </a:r>
            <a:r>
              <a:rPr lang="en-US" altLang="zh-CN" dirty="0"/>
              <a:t>Gantt Chart</a:t>
            </a:r>
            <a:endParaRPr lang="zh-CN" altLang="en-US" dirty="0"/>
          </a:p>
        </p:txBody>
      </p:sp>
      <p:sp>
        <p:nvSpPr>
          <p:cNvPr id="3" name="内容占位符 2">
            <a:extLst>
              <a:ext uri="{FF2B5EF4-FFF2-40B4-BE49-F238E27FC236}">
                <a16:creationId xmlns:a16="http://schemas.microsoft.com/office/drawing/2014/main" id="{13487814-DD5D-0B6B-08D6-B79EA4614178}"/>
              </a:ext>
            </a:extLst>
          </p:cNvPr>
          <p:cNvSpPr>
            <a:spLocks noGrp="1"/>
          </p:cNvSpPr>
          <p:nvPr>
            <p:ph idx="1"/>
          </p:nvPr>
        </p:nvSpPr>
        <p:spPr>
          <a:xfrm>
            <a:off x="696000" y="1080000"/>
            <a:ext cx="10800000" cy="5112000"/>
          </a:xfrm>
        </p:spPr>
        <p:txBody>
          <a:bodyPr>
            <a:normAutofit/>
          </a:bodyPr>
          <a:lstStyle/>
          <a:p>
            <a:r>
              <a:rPr lang="zh-CN" altLang="en-US" dirty="0"/>
              <a:t>甘特图是一种条形图，用于展示项目进度计划以及每个任务的开始时间和结束时间。它帮助团队成员了解项目的时间安排、任务之间的依赖关系以及整个项目的进展情况</a:t>
            </a:r>
            <a:endParaRPr lang="en-US" altLang="zh-CN" dirty="0"/>
          </a:p>
          <a:p>
            <a:r>
              <a:rPr lang="zh-CN" altLang="en-US" dirty="0"/>
              <a:t>组成</a:t>
            </a:r>
          </a:p>
          <a:p>
            <a:pPr lvl="1"/>
            <a:r>
              <a:rPr lang="zh-CN" altLang="en-US" dirty="0"/>
              <a:t>事件号</a:t>
            </a:r>
          </a:p>
          <a:p>
            <a:pPr lvl="1"/>
            <a:r>
              <a:rPr lang="zh-CN" altLang="en-US" dirty="0"/>
              <a:t>最早开始时刻</a:t>
            </a:r>
          </a:p>
          <a:p>
            <a:pPr lvl="1"/>
            <a:r>
              <a:rPr lang="zh-CN" altLang="en-US" dirty="0"/>
              <a:t>最晚开始时刻</a:t>
            </a:r>
          </a:p>
          <a:p>
            <a:pPr lvl="1"/>
            <a:r>
              <a:rPr lang="zh-CN" altLang="en-US" dirty="0"/>
              <a:t>时间持续时间</a:t>
            </a:r>
          </a:p>
          <a:p>
            <a:r>
              <a:rPr lang="zh-CN" altLang="en-US" dirty="0"/>
              <a:t>特点：</a:t>
            </a:r>
          </a:p>
          <a:p>
            <a:pPr lvl="1"/>
            <a:r>
              <a:rPr lang="zh-CN" altLang="en-US" dirty="0"/>
              <a:t>显示每个任务的起止日期 </a:t>
            </a:r>
            <a:r>
              <a:rPr lang="en-US" altLang="zh-CN" dirty="0"/>
              <a:t>- </a:t>
            </a:r>
            <a:r>
              <a:rPr lang="zh-CN" altLang="en-US" dirty="0"/>
              <a:t>进度的安排情况</a:t>
            </a:r>
          </a:p>
          <a:p>
            <a:pPr lvl="1"/>
            <a:r>
              <a:rPr lang="zh-CN" altLang="en-US" dirty="0"/>
              <a:t>可以清晰地看到任务之间的重叠和依赖关系 </a:t>
            </a:r>
            <a:r>
              <a:rPr lang="en-US" altLang="zh-CN" dirty="0"/>
              <a:t>- </a:t>
            </a:r>
            <a:r>
              <a:rPr lang="zh-CN" altLang="en-US" dirty="0"/>
              <a:t>体现并发任务</a:t>
            </a:r>
          </a:p>
          <a:p>
            <a:pPr lvl="1"/>
            <a:r>
              <a:rPr lang="zh-CN" altLang="en-US" dirty="0"/>
              <a:t>帮助项目经理监控项目进度，并根据需要调整资源分配</a:t>
            </a:r>
            <a:endParaRPr lang="en-US" altLang="zh-CN" dirty="0"/>
          </a:p>
          <a:p>
            <a:pPr lvl="1"/>
            <a:r>
              <a:rPr lang="zh-CN" altLang="en-US" dirty="0"/>
              <a:t>前续事件都完成才可以决定当前事件的执行时间</a:t>
            </a:r>
          </a:p>
          <a:p>
            <a:pPr lvl="1"/>
            <a:r>
              <a:rPr lang="zh-CN" altLang="en-US" dirty="0"/>
              <a:t>最后一个的最早时间和最晚时间一样</a:t>
            </a:r>
          </a:p>
          <a:p>
            <a:pPr lvl="1"/>
            <a:r>
              <a:rPr lang="zh-CN" altLang="en-US" dirty="0"/>
              <a:t>不能反映任务之间的依赖关系</a:t>
            </a:r>
          </a:p>
        </p:txBody>
      </p:sp>
      <p:sp>
        <p:nvSpPr>
          <p:cNvPr id="6" name="文本占位符 5">
            <a:extLst>
              <a:ext uri="{FF2B5EF4-FFF2-40B4-BE49-F238E27FC236}">
                <a16:creationId xmlns:a16="http://schemas.microsoft.com/office/drawing/2014/main" id="{BA9B8F71-14C6-E078-C4DA-B32F8D6A87B7}"/>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167855499"/>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80069F9-6F67-A241-0872-B8AAEF4257F0}"/>
              </a:ext>
            </a:extLst>
          </p:cNvPr>
          <p:cNvSpPr>
            <a:spLocks noGrp="1"/>
          </p:cNvSpPr>
          <p:nvPr>
            <p:ph type="title"/>
          </p:nvPr>
        </p:nvSpPr>
        <p:spPr>
          <a:xfrm>
            <a:off x="695998" y="360000"/>
            <a:ext cx="7200000" cy="424732"/>
          </a:xfrm>
        </p:spPr>
        <p:txBody>
          <a:bodyPr>
            <a:normAutofit/>
          </a:bodyPr>
          <a:lstStyle/>
          <a:p>
            <a:r>
              <a:rPr lang="en-US" altLang="zh-CN" dirty="0"/>
              <a:t>PERT</a:t>
            </a:r>
            <a:endParaRPr lang="zh-CN" altLang="en-US" dirty="0"/>
          </a:p>
        </p:txBody>
      </p:sp>
      <p:sp>
        <p:nvSpPr>
          <p:cNvPr id="3" name="内容占位符 2">
            <a:extLst>
              <a:ext uri="{FF2B5EF4-FFF2-40B4-BE49-F238E27FC236}">
                <a16:creationId xmlns:a16="http://schemas.microsoft.com/office/drawing/2014/main" id="{94B6A6CE-2243-158F-08E0-6403EF72B974}"/>
              </a:ext>
            </a:extLst>
          </p:cNvPr>
          <p:cNvSpPr>
            <a:spLocks noGrp="1"/>
          </p:cNvSpPr>
          <p:nvPr>
            <p:ph idx="1"/>
          </p:nvPr>
        </p:nvSpPr>
        <p:spPr>
          <a:xfrm>
            <a:off x="696000" y="1080000"/>
            <a:ext cx="10800000" cy="5112000"/>
          </a:xfrm>
        </p:spPr>
        <p:txBody>
          <a:bodyPr/>
          <a:lstStyle/>
          <a:p>
            <a:r>
              <a:rPr lang="en-US" altLang="zh-CN" dirty="0"/>
              <a:t>Program Evaluation and Review Technique</a:t>
            </a:r>
          </a:p>
          <a:p>
            <a:r>
              <a:rPr lang="zh-CN" altLang="en-US" dirty="0"/>
              <a:t>在项目时间估算中的应用用于估算活动持续时间的统计工具，适用于不确定性较高的项目</a:t>
            </a:r>
            <a:endParaRPr lang="en-US" altLang="zh-CN" dirty="0"/>
          </a:p>
          <a:p>
            <a:r>
              <a:rPr lang="zh-CN" altLang="en-US" dirty="0"/>
              <a:t>组成：任务开始时间、结束时间、完成所需时间、任务之间的先后关系</a:t>
            </a:r>
          </a:p>
          <a:p>
            <a:r>
              <a:rPr lang="zh-CN" altLang="en-US" dirty="0"/>
              <a:t>特点：不能反映任务之间的并行关系</a:t>
            </a:r>
          </a:p>
          <a:p>
            <a:r>
              <a:rPr lang="zh-CN" altLang="en-US" dirty="0"/>
              <a:t>基于三个时间估计值 </a:t>
            </a:r>
            <a:r>
              <a:rPr lang="en-US" altLang="zh-CN" dirty="0"/>
              <a:t>- </a:t>
            </a:r>
            <a:r>
              <a:rPr lang="zh-CN" altLang="en-US" dirty="0"/>
              <a:t>三点估算：</a:t>
            </a:r>
            <a:endParaRPr lang="en-US" altLang="zh-CN" dirty="0"/>
          </a:p>
          <a:p>
            <a:pPr lvl="1"/>
            <a:r>
              <a:rPr lang="zh-CN" altLang="en-US" dirty="0"/>
              <a:t>乐观时间（</a:t>
            </a:r>
            <a:r>
              <a:rPr lang="en-US" altLang="zh-CN" dirty="0"/>
              <a:t>O</a:t>
            </a:r>
            <a:r>
              <a:rPr lang="zh-CN" altLang="en-US" dirty="0"/>
              <a:t>）：最理想情况下的时间</a:t>
            </a:r>
            <a:endParaRPr lang="en-US" altLang="zh-CN" dirty="0"/>
          </a:p>
          <a:p>
            <a:pPr lvl="1"/>
            <a:r>
              <a:rPr lang="zh-CN" altLang="en-US" dirty="0"/>
              <a:t>悲观时间（</a:t>
            </a:r>
            <a:r>
              <a:rPr lang="en-US" altLang="zh-CN" dirty="0"/>
              <a:t>P</a:t>
            </a:r>
            <a:r>
              <a:rPr lang="zh-CN" altLang="en-US" dirty="0"/>
              <a:t>）：最坏情况下的时间</a:t>
            </a:r>
            <a:endParaRPr lang="en-US" altLang="zh-CN" dirty="0"/>
          </a:p>
          <a:p>
            <a:pPr lvl="1"/>
            <a:r>
              <a:rPr lang="zh-CN" altLang="en-US" dirty="0"/>
              <a:t>最可能时间（</a:t>
            </a:r>
            <a:r>
              <a:rPr lang="en-US" altLang="zh-CN" dirty="0"/>
              <a:t>M</a:t>
            </a:r>
            <a:r>
              <a:rPr lang="zh-CN" altLang="en-US" dirty="0"/>
              <a:t>）：正常情况下的时间</a:t>
            </a:r>
          </a:p>
        </p:txBody>
      </p:sp>
      <p:sp>
        <p:nvSpPr>
          <p:cNvPr id="7" name="文本占位符 6">
            <a:extLst>
              <a:ext uri="{FF2B5EF4-FFF2-40B4-BE49-F238E27FC236}">
                <a16:creationId xmlns:a16="http://schemas.microsoft.com/office/drawing/2014/main" id="{A83E169C-82C1-2531-848E-A6270C6852DD}"/>
              </a:ext>
            </a:extLst>
          </p:cNvPr>
          <p:cNvSpPr>
            <a:spLocks noGrp="1"/>
          </p:cNvSpPr>
          <p:nvPr>
            <p:ph type="body" sz="quarter" idx="10"/>
          </p:nvPr>
        </p:nvSpPr>
        <p:spPr>
          <a:xfrm>
            <a:off x="6702424" y="360001"/>
            <a:ext cx="4793575" cy="424731"/>
          </a:xfrm>
        </p:spPr>
        <p:txBody>
          <a:bodyPr/>
          <a:lstStyle/>
          <a:p>
            <a:r>
              <a:rPr lang="en-US" altLang="zh-CN" dirty="0"/>
              <a:t>Project Progress</a:t>
            </a:r>
            <a:endParaRPr lang="zh-CN" altLang="en-US" dirty="0"/>
          </a:p>
        </p:txBody>
      </p:sp>
      <mc:AlternateContent xmlns:mc="http://schemas.openxmlformats.org/markup-compatibility/2006" xmlns:a14="http://schemas.microsoft.com/office/drawing/2010/main">
        <mc:Choice Requires="a14">
          <p:sp>
            <p:nvSpPr>
              <p:cNvPr id="8" name="文本框 7">
                <a:extLst>
                  <a:ext uri="{FF2B5EF4-FFF2-40B4-BE49-F238E27FC236}">
                    <a16:creationId xmlns:a16="http://schemas.microsoft.com/office/drawing/2014/main" id="{77CEA954-E298-90F7-5628-C6AC90EF5CF0}"/>
                  </a:ext>
                </a:extLst>
              </p:cNvPr>
              <p:cNvSpPr txBox="1"/>
              <p:nvPr/>
            </p:nvSpPr>
            <p:spPr>
              <a:xfrm>
                <a:off x="5350956" y="4337201"/>
                <a:ext cx="1490088" cy="5203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b="0" i="1" smtClean="0">
                          <a:latin typeface="Cambria Math" panose="02040503050406030204" pitchFamily="18" charset="0"/>
                        </a:rPr>
                        <m:t>=</m:t>
                      </m:r>
                      <m:f>
                        <m:fPr>
                          <m:ctrlPr>
                            <a:rPr lang="en-US" altLang="zh-CN" b="0" i="1" smtClean="0">
                              <a:latin typeface="Cambria Math" panose="02040503050406030204" pitchFamily="18" charset="0"/>
                            </a:rPr>
                          </m:ctrlPr>
                        </m:fPr>
                        <m:num>
                          <m:r>
                            <a:rPr lang="en-US" altLang="zh-CN" b="0" i="1" smtClean="0">
                              <a:latin typeface="Cambria Math" panose="02040503050406030204" pitchFamily="18" charset="0"/>
                            </a:rPr>
                            <m:t>𝑂</m:t>
                          </m:r>
                          <m:r>
                            <a:rPr lang="en-US" altLang="zh-CN" b="0" i="1" smtClean="0">
                              <a:latin typeface="Cambria Math" panose="02040503050406030204" pitchFamily="18" charset="0"/>
                            </a:rPr>
                            <m:t>+</m:t>
                          </m:r>
                          <m:r>
                            <a:rPr lang="en-US" altLang="zh-CN" b="0" i="1" smtClean="0">
                              <a:latin typeface="Cambria Math" panose="02040503050406030204" pitchFamily="18" charset="0"/>
                            </a:rPr>
                            <m:t>𝑃</m:t>
                          </m:r>
                          <m:r>
                            <a:rPr lang="en-US" altLang="zh-CN" b="0" i="1" smtClean="0">
                              <a:latin typeface="Cambria Math" panose="02040503050406030204" pitchFamily="18" charset="0"/>
                            </a:rPr>
                            <m:t>+4</m:t>
                          </m:r>
                          <m:r>
                            <a:rPr lang="en-US" altLang="zh-CN" b="0" i="1" smtClean="0">
                              <a:latin typeface="Cambria Math" panose="02040503050406030204" pitchFamily="18" charset="0"/>
                            </a:rPr>
                            <m:t>𝑀</m:t>
                          </m:r>
                        </m:num>
                        <m:den>
                          <m:r>
                            <a:rPr lang="en-US" altLang="zh-CN" b="0" i="1" smtClean="0">
                              <a:latin typeface="Cambria Math" panose="02040503050406030204" pitchFamily="18" charset="0"/>
                            </a:rPr>
                            <m:t>6</m:t>
                          </m:r>
                        </m:den>
                      </m:f>
                    </m:oMath>
                  </m:oMathPara>
                </a14:m>
                <a:endParaRPr lang="zh-CN" altLang="en-US" dirty="0"/>
              </a:p>
            </p:txBody>
          </p:sp>
        </mc:Choice>
        <mc:Fallback xmlns="">
          <p:sp>
            <p:nvSpPr>
              <p:cNvPr id="8" name="文本框 7">
                <a:extLst>
                  <a:ext uri="{FF2B5EF4-FFF2-40B4-BE49-F238E27FC236}">
                    <a16:creationId xmlns:a16="http://schemas.microsoft.com/office/drawing/2014/main" id="{77CEA954-E298-90F7-5628-C6AC90EF5CF0}"/>
                  </a:ext>
                </a:extLst>
              </p:cNvPr>
              <p:cNvSpPr txBox="1">
                <a:spLocks noRot="1" noChangeAspect="1" noMove="1" noResize="1" noEditPoints="1" noAdjustHandles="1" noChangeArrowheads="1" noChangeShapeType="1" noTextEdit="1"/>
              </p:cNvSpPr>
              <p:nvPr/>
            </p:nvSpPr>
            <p:spPr>
              <a:xfrm>
                <a:off x="5350956" y="4337201"/>
                <a:ext cx="1490088" cy="520399"/>
              </a:xfrm>
              <a:prstGeom prst="rect">
                <a:avLst/>
              </a:prstGeom>
              <a:blipFill>
                <a:blip r:embed="rId2"/>
                <a:stretch>
                  <a:fillRect/>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2431170974"/>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B9B634-2867-D36D-698B-AA34A97737D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1DF9115-8AE6-9C8B-C314-7196B4D952B2}"/>
              </a:ext>
            </a:extLst>
          </p:cNvPr>
          <p:cNvSpPr>
            <a:spLocks noGrp="1"/>
          </p:cNvSpPr>
          <p:nvPr>
            <p:ph type="title"/>
          </p:nvPr>
        </p:nvSpPr>
        <p:spPr>
          <a:xfrm>
            <a:off x="695998" y="360000"/>
            <a:ext cx="7200000" cy="424732"/>
          </a:xfrm>
        </p:spPr>
        <p:txBody>
          <a:bodyPr>
            <a:normAutofit/>
          </a:bodyPr>
          <a:lstStyle/>
          <a:p>
            <a:r>
              <a:rPr lang="en-US" altLang="zh-CN" dirty="0"/>
              <a:t>PERT</a:t>
            </a:r>
            <a:endParaRPr lang="zh-CN" altLang="en-US" dirty="0"/>
          </a:p>
        </p:txBody>
      </p:sp>
      <p:sp>
        <p:nvSpPr>
          <p:cNvPr id="7" name="内容占位符 6">
            <a:extLst>
              <a:ext uri="{FF2B5EF4-FFF2-40B4-BE49-F238E27FC236}">
                <a16:creationId xmlns:a16="http://schemas.microsoft.com/office/drawing/2014/main" id="{9125C664-9485-C14D-1587-EA8E2E33F6AB}"/>
              </a:ext>
            </a:extLst>
          </p:cNvPr>
          <p:cNvSpPr>
            <a:spLocks noGrp="1"/>
          </p:cNvSpPr>
          <p:nvPr>
            <p:ph idx="1"/>
          </p:nvPr>
        </p:nvSpPr>
        <p:spPr/>
        <p:txBody>
          <a:bodyPr/>
          <a:lstStyle/>
          <a:p>
            <a:r>
              <a:rPr lang="zh-CN" altLang="en-US" dirty="0"/>
              <a:t>求各事件最早时间、最晚时间、总工期、最大路径</a:t>
            </a:r>
          </a:p>
        </p:txBody>
      </p:sp>
      <p:sp>
        <p:nvSpPr>
          <p:cNvPr id="8" name="文本占位符 7">
            <a:extLst>
              <a:ext uri="{FF2B5EF4-FFF2-40B4-BE49-F238E27FC236}">
                <a16:creationId xmlns:a16="http://schemas.microsoft.com/office/drawing/2014/main" id="{2ED86FD3-1061-C0B4-1342-243A0D881139}"/>
              </a:ext>
            </a:extLst>
          </p:cNvPr>
          <p:cNvSpPr>
            <a:spLocks noGrp="1"/>
          </p:cNvSpPr>
          <p:nvPr>
            <p:ph type="body" sz="quarter" idx="10"/>
          </p:nvPr>
        </p:nvSpPr>
        <p:spPr/>
        <p:txBody>
          <a:bodyPr/>
          <a:lstStyle/>
          <a:p>
            <a:endParaRPr lang="zh-CN" altLang="en-US"/>
          </a:p>
        </p:txBody>
      </p:sp>
      <p:grpSp>
        <p:nvGrpSpPr>
          <p:cNvPr id="5" name="组合 4">
            <a:extLst>
              <a:ext uri="{FF2B5EF4-FFF2-40B4-BE49-F238E27FC236}">
                <a16:creationId xmlns:a16="http://schemas.microsoft.com/office/drawing/2014/main" id="{27B11B4B-4CD7-4DFC-311A-4A130A48F7D0}"/>
              </a:ext>
            </a:extLst>
          </p:cNvPr>
          <p:cNvGrpSpPr/>
          <p:nvPr/>
        </p:nvGrpSpPr>
        <p:grpSpPr>
          <a:xfrm>
            <a:off x="2235563" y="2880000"/>
            <a:ext cx="7720875" cy="3159167"/>
            <a:chOff x="2235563" y="1847084"/>
            <a:chExt cx="7720875" cy="3159167"/>
          </a:xfrm>
        </p:grpSpPr>
        <p:grpSp>
          <p:nvGrpSpPr>
            <p:cNvPr id="132" name="组合 131">
              <a:extLst>
                <a:ext uri="{FF2B5EF4-FFF2-40B4-BE49-F238E27FC236}">
                  <a16:creationId xmlns:a16="http://schemas.microsoft.com/office/drawing/2014/main" id="{243AFF04-9967-3886-CA4B-F989416C6C5A}"/>
                </a:ext>
              </a:extLst>
            </p:cNvPr>
            <p:cNvGrpSpPr/>
            <p:nvPr/>
          </p:nvGrpSpPr>
          <p:grpSpPr>
            <a:xfrm>
              <a:off x="2235563" y="1851750"/>
              <a:ext cx="7720875" cy="3154501"/>
              <a:chOff x="1266825" y="2058749"/>
              <a:chExt cx="7720875" cy="3154501"/>
            </a:xfrm>
          </p:grpSpPr>
          <p:grpSp>
            <p:nvGrpSpPr>
              <p:cNvPr id="29" name="组合 28">
                <a:extLst>
                  <a:ext uri="{FF2B5EF4-FFF2-40B4-BE49-F238E27FC236}">
                    <a16:creationId xmlns:a16="http://schemas.microsoft.com/office/drawing/2014/main" id="{3427F676-1EB1-7CDD-C856-328C37783514}"/>
                  </a:ext>
                </a:extLst>
              </p:cNvPr>
              <p:cNvGrpSpPr/>
              <p:nvPr/>
            </p:nvGrpSpPr>
            <p:grpSpPr>
              <a:xfrm>
                <a:off x="1266825" y="2916000"/>
                <a:ext cx="720000" cy="720000"/>
                <a:chOff x="1495425" y="3838582"/>
                <a:chExt cx="720000" cy="720000"/>
              </a:xfrm>
            </p:grpSpPr>
            <p:sp>
              <p:nvSpPr>
                <p:cNvPr id="14" name="椭圆 13">
                  <a:extLst>
                    <a:ext uri="{FF2B5EF4-FFF2-40B4-BE49-F238E27FC236}">
                      <a16:creationId xmlns:a16="http://schemas.microsoft.com/office/drawing/2014/main" id="{CF6E8638-B56C-43EB-CFE6-8FC781802CAC}"/>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16" name="文本框 15">
                  <a:extLst>
                    <a:ext uri="{FF2B5EF4-FFF2-40B4-BE49-F238E27FC236}">
                      <a16:creationId xmlns:a16="http://schemas.microsoft.com/office/drawing/2014/main" id="{AE8008AF-BAFB-E428-488C-7098F97A149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0</a:t>
                  </a:r>
                  <a:endParaRPr lang="zh-CN" altLang="en-US" sz="1400" dirty="0"/>
                </a:p>
              </p:txBody>
            </p:sp>
            <p:sp>
              <p:nvSpPr>
                <p:cNvPr id="17" name="文本框 16">
                  <a:extLst>
                    <a:ext uri="{FF2B5EF4-FFF2-40B4-BE49-F238E27FC236}">
                      <a16:creationId xmlns:a16="http://schemas.microsoft.com/office/drawing/2014/main" id="{E1E0BE42-A9E6-3124-BD36-40681A059361}"/>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18" name="文本框 17">
                  <a:extLst>
                    <a:ext uri="{FF2B5EF4-FFF2-40B4-BE49-F238E27FC236}">
                      <a16:creationId xmlns:a16="http://schemas.microsoft.com/office/drawing/2014/main" id="{B70A8A75-DCC0-ECF6-2476-776EFBFD34AB}"/>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dirty="0"/>
                    <a:t>1</a:t>
                  </a:r>
                  <a:endParaRPr lang="zh-CN" altLang="en-US" sz="1400" dirty="0"/>
                </a:p>
              </p:txBody>
            </p:sp>
            <p:cxnSp>
              <p:nvCxnSpPr>
                <p:cNvPr id="26" name="直接连接符 25">
                  <a:extLst>
                    <a:ext uri="{FF2B5EF4-FFF2-40B4-BE49-F238E27FC236}">
                      <a16:creationId xmlns:a16="http://schemas.microsoft.com/office/drawing/2014/main" id="{8B61E636-6DED-6925-4571-181FB1EC4982}"/>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B92A2966-8194-87F7-67B5-37CA6E7B6A74}"/>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CF50E08F-5948-C277-57BF-38D69CCAADC0}"/>
                  </a:ext>
                </a:extLst>
              </p:cNvPr>
              <p:cNvGrpSpPr/>
              <p:nvPr/>
            </p:nvGrpSpPr>
            <p:grpSpPr>
              <a:xfrm>
                <a:off x="2943225" y="2058750"/>
                <a:ext cx="720000" cy="720000"/>
                <a:chOff x="1495425" y="3838582"/>
                <a:chExt cx="720000" cy="720000"/>
              </a:xfrm>
            </p:grpSpPr>
            <p:sp>
              <p:nvSpPr>
                <p:cNvPr id="31" name="椭圆 30">
                  <a:extLst>
                    <a:ext uri="{FF2B5EF4-FFF2-40B4-BE49-F238E27FC236}">
                      <a16:creationId xmlns:a16="http://schemas.microsoft.com/office/drawing/2014/main" id="{38BBBBC2-876C-6EAC-896A-9208D2BB2BA8}"/>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32" name="文本框 31">
                  <a:extLst>
                    <a:ext uri="{FF2B5EF4-FFF2-40B4-BE49-F238E27FC236}">
                      <a16:creationId xmlns:a16="http://schemas.microsoft.com/office/drawing/2014/main" id="{29E77925-4CF9-7F20-4E4A-0AAD89E7253D}"/>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dirty="0"/>
                </a:p>
              </p:txBody>
            </p:sp>
            <p:sp>
              <p:nvSpPr>
                <p:cNvPr id="33" name="文本框 32">
                  <a:extLst>
                    <a:ext uri="{FF2B5EF4-FFF2-40B4-BE49-F238E27FC236}">
                      <a16:creationId xmlns:a16="http://schemas.microsoft.com/office/drawing/2014/main" id="{01F3FFD1-5E83-6843-E20E-490D6B6A3BB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34" name="文本框 33">
                  <a:extLst>
                    <a:ext uri="{FF2B5EF4-FFF2-40B4-BE49-F238E27FC236}">
                      <a16:creationId xmlns:a16="http://schemas.microsoft.com/office/drawing/2014/main" id="{49192D3D-99D5-347F-6992-657C57305E60}"/>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dirty="0"/>
                    <a:t>2</a:t>
                  </a:r>
                  <a:endParaRPr lang="zh-CN" altLang="en-US" sz="1400" dirty="0"/>
                </a:p>
              </p:txBody>
            </p:sp>
            <p:cxnSp>
              <p:nvCxnSpPr>
                <p:cNvPr id="35" name="直接连接符 34">
                  <a:extLst>
                    <a:ext uri="{FF2B5EF4-FFF2-40B4-BE49-F238E27FC236}">
                      <a16:creationId xmlns:a16="http://schemas.microsoft.com/office/drawing/2014/main" id="{FBC67BD4-CBC3-FC28-BEE6-6C40803B0C3E}"/>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F7C254EA-3096-C784-DDC1-B578000DD44E}"/>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536E0A77-ECB4-FE0D-90E2-99736C5F115E}"/>
                  </a:ext>
                </a:extLst>
              </p:cNvPr>
              <p:cNvGrpSpPr/>
              <p:nvPr/>
            </p:nvGrpSpPr>
            <p:grpSpPr>
              <a:xfrm>
                <a:off x="2929800" y="3276000"/>
                <a:ext cx="720000" cy="720000"/>
                <a:chOff x="1495425" y="3838582"/>
                <a:chExt cx="720000" cy="720000"/>
              </a:xfrm>
            </p:grpSpPr>
            <p:sp>
              <p:nvSpPr>
                <p:cNvPr id="38" name="椭圆 37">
                  <a:extLst>
                    <a:ext uri="{FF2B5EF4-FFF2-40B4-BE49-F238E27FC236}">
                      <a16:creationId xmlns:a16="http://schemas.microsoft.com/office/drawing/2014/main" id="{DA7C686C-12CB-F3A9-CD5B-732A7F7F8D4E}"/>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39" name="文本框 38">
                  <a:extLst>
                    <a:ext uri="{FF2B5EF4-FFF2-40B4-BE49-F238E27FC236}">
                      <a16:creationId xmlns:a16="http://schemas.microsoft.com/office/drawing/2014/main" id="{B3D8BDCC-D3B2-823B-5DFC-B0B22E010D80}"/>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dirty="0"/>
                </a:p>
              </p:txBody>
            </p:sp>
            <p:sp>
              <p:nvSpPr>
                <p:cNvPr id="40" name="文本框 39">
                  <a:extLst>
                    <a:ext uri="{FF2B5EF4-FFF2-40B4-BE49-F238E27FC236}">
                      <a16:creationId xmlns:a16="http://schemas.microsoft.com/office/drawing/2014/main" id="{E34317DF-C0DD-40E3-3556-8BE0FD2074A6}"/>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41" name="文本框 40">
                  <a:extLst>
                    <a:ext uri="{FF2B5EF4-FFF2-40B4-BE49-F238E27FC236}">
                      <a16:creationId xmlns:a16="http://schemas.microsoft.com/office/drawing/2014/main" id="{9073DBB8-9406-6D84-1B96-A8F87EC71DA3}"/>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dirty="0"/>
                    <a:t>3</a:t>
                  </a:r>
                  <a:endParaRPr lang="zh-CN" altLang="en-US" sz="1400" dirty="0"/>
                </a:p>
              </p:txBody>
            </p:sp>
            <p:cxnSp>
              <p:nvCxnSpPr>
                <p:cNvPr id="42" name="直接连接符 41">
                  <a:extLst>
                    <a:ext uri="{FF2B5EF4-FFF2-40B4-BE49-F238E27FC236}">
                      <a16:creationId xmlns:a16="http://schemas.microsoft.com/office/drawing/2014/main" id="{ABCB84D8-BCCA-159D-B424-5620DF031B87}"/>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9A46DE8B-35F3-5326-7BDC-8CA05690670A}"/>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B9C13D5E-4BDF-C846-2C9F-A3AE77318C25}"/>
                  </a:ext>
                </a:extLst>
              </p:cNvPr>
              <p:cNvGrpSpPr/>
              <p:nvPr/>
            </p:nvGrpSpPr>
            <p:grpSpPr>
              <a:xfrm>
                <a:off x="2943225" y="4493250"/>
                <a:ext cx="720000" cy="720000"/>
                <a:chOff x="1495425" y="3838582"/>
                <a:chExt cx="720000" cy="720000"/>
              </a:xfrm>
            </p:grpSpPr>
            <p:sp>
              <p:nvSpPr>
                <p:cNvPr id="45" name="椭圆 44">
                  <a:extLst>
                    <a:ext uri="{FF2B5EF4-FFF2-40B4-BE49-F238E27FC236}">
                      <a16:creationId xmlns:a16="http://schemas.microsoft.com/office/drawing/2014/main" id="{23C7F876-9BB0-B9F1-9364-57EC01FDD378}"/>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46" name="文本框 45">
                  <a:extLst>
                    <a:ext uri="{FF2B5EF4-FFF2-40B4-BE49-F238E27FC236}">
                      <a16:creationId xmlns:a16="http://schemas.microsoft.com/office/drawing/2014/main" id="{BE4DDADB-7ECB-3DBC-F0DC-DFFF7D54E831}"/>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0</a:t>
                  </a:r>
                  <a:endParaRPr lang="zh-CN" altLang="en-US" sz="1400" dirty="0"/>
                </a:p>
              </p:txBody>
            </p:sp>
            <p:sp>
              <p:nvSpPr>
                <p:cNvPr id="47" name="文本框 46">
                  <a:extLst>
                    <a:ext uri="{FF2B5EF4-FFF2-40B4-BE49-F238E27FC236}">
                      <a16:creationId xmlns:a16="http://schemas.microsoft.com/office/drawing/2014/main" id="{32147C95-B426-5F71-7838-A7EA33DDC676}"/>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48" name="文本框 47">
                  <a:extLst>
                    <a:ext uri="{FF2B5EF4-FFF2-40B4-BE49-F238E27FC236}">
                      <a16:creationId xmlns:a16="http://schemas.microsoft.com/office/drawing/2014/main" id="{59FF53DD-D4F7-9F94-650F-A0DE996AC4C3}"/>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dirty="0"/>
                    <a:t>4</a:t>
                  </a:r>
                  <a:endParaRPr lang="zh-CN" altLang="en-US" sz="1400" dirty="0"/>
                </a:p>
              </p:txBody>
            </p:sp>
            <p:cxnSp>
              <p:nvCxnSpPr>
                <p:cNvPr id="49" name="直接连接符 48">
                  <a:extLst>
                    <a:ext uri="{FF2B5EF4-FFF2-40B4-BE49-F238E27FC236}">
                      <a16:creationId xmlns:a16="http://schemas.microsoft.com/office/drawing/2014/main" id="{55133469-D70D-90BF-5D2C-CF376479BFF7}"/>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591728DF-3ED9-D2CC-5D36-0B7F016FC6E9}"/>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D9B061B2-C4B6-A670-1AEE-18826CD708EF}"/>
                  </a:ext>
                </a:extLst>
              </p:cNvPr>
              <p:cNvGrpSpPr/>
              <p:nvPr/>
            </p:nvGrpSpPr>
            <p:grpSpPr>
              <a:xfrm>
                <a:off x="4931025" y="3953250"/>
                <a:ext cx="720000" cy="720000"/>
                <a:chOff x="1495425" y="3838582"/>
                <a:chExt cx="720000" cy="720000"/>
              </a:xfrm>
            </p:grpSpPr>
            <p:sp>
              <p:nvSpPr>
                <p:cNvPr id="52" name="椭圆 51">
                  <a:extLst>
                    <a:ext uri="{FF2B5EF4-FFF2-40B4-BE49-F238E27FC236}">
                      <a16:creationId xmlns:a16="http://schemas.microsoft.com/office/drawing/2014/main" id="{79C0079F-CEB2-96A5-4FB9-11A663EFCFC9}"/>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53" name="文本框 52">
                  <a:extLst>
                    <a:ext uri="{FF2B5EF4-FFF2-40B4-BE49-F238E27FC236}">
                      <a16:creationId xmlns:a16="http://schemas.microsoft.com/office/drawing/2014/main" id="{6E8CBAB2-16AE-3AB1-6B27-8BDAB7321496}"/>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dirty="0"/>
                </a:p>
              </p:txBody>
            </p:sp>
            <p:sp>
              <p:nvSpPr>
                <p:cNvPr id="54" name="文本框 53">
                  <a:extLst>
                    <a:ext uri="{FF2B5EF4-FFF2-40B4-BE49-F238E27FC236}">
                      <a16:creationId xmlns:a16="http://schemas.microsoft.com/office/drawing/2014/main" id="{F8AB7D95-9AC8-4BF7-FA30-009B1BB5F20D}"/>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55" name="文本框 54">
                  <a:extLst>
                    <a:ext uri="{FF2B5EF4-FFF2-40B4-BE49-F238E27FC236}">
                      <a16:creationId xmlns:a16="http://schemas.microsoft.com/office/drawing/2014/main" id="{B47B94A5-4621-069F-B878-6C61DE46BD00}"/>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dirty="0"/>
                    <a:t>6</a:t>
                  </a:r>
                  <a:endParaRPr lang="zh-CN" altLang="en-US" sz="1400" dirty="0"/>
                </a:p>
              </p:txBody>
            </p:sp>
            <p:cxnSp>
              <p:nvCxnSpPr>
                <p:cNvPr id="56" name="直接连接符 55">
                  <a:extLst>
                    <a:ext uri="{FF2B5EF4-FFF2-40B4-BE49-F238E27FC236}">
                      <a16:creationId xmlns:a16="http://schemas.microsoft.com/office/drawing/2014/main" id="{D241F756-CFCF-841E-11B8-440BA545B680}"/>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E61FD52E-9F28-EBFA-0242-9BD1D657A3F9}"/>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7523FB58-BDD0-70C5-77B0-3991026174FF}"/>
                  </a:ext>
                </a:extLst>
              </p:cNvPr>
              <p:cNvGrpSpPr/>
              <p:nvPr/>
            </p:nvGrpSpPr>
            <p:grpSpPr>
              <a:xfrm>
                <a:off x="4931025" y="2058749"/>
                <a:ext cx="720000" cy="720000"/>
                <a:chOff x="1495425" y="3838582"/>
                <a:chExt cx="720000" cy="720000"/>
              </a:xfrm>
            </p:grpSpPr>
            <p:sp>
              <p:nvSpPr>
                <p:cNvPr id="59" name="椭圆 58">
                  <a:extLst>
                    <a:ext uri="{FF2B5EF4-FFF2-40B4-BE49-F238E27FC236}">
                      <a16:creationId xmlns:a16="http://schemas.microsoft.com/office/drawing/2014/main" id="{2FD16A25-78B3-2C29-1FCD-181A884FD813}"/>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60" name="文本框 59">
                  <a:extLst>
                    <a:ext uri="{FF2B5EF4-FFF2-40B4-BE49-F238E27FC236}">
                      <a16:creationId xmlns:a16="http://schemas.microsoft.com/office/drawing/2014/main" id="{A69FC828-DAC6-31F7-ECA0-4C4B767C8221}"/>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dirty="0"/>
                </a:p>
              </p:txBody>
            </p:sp>
            <p:sp>
              <p:nvSpPr>
                <p:cNvPr id="61" name="文本框 60">
                  <a:extLst>
                    <a:ext uri="{FF2B5EF4-FFF2-40B4-BE49-F238E27FC236}">
                      <a16:creationId xmlns:a16="http://schemas.microsoft.com/office/drawing/2014/main" id="{AF7BA364-ED78-AE63-310B-EE6FCCB7C14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62" name="文本框 61">
                  <a:extLst>
                    <a:ext uri="{FF2B5EF4-FFF2-40B4-BE49-F238E27FC236}">
                      <a16:creationId xmlns:a16="http://schemas.microsoft.com/office/drawing/2014/main" id="{CCA01248-423D-AEDB-683F-B6ADFC8DDAD7}"/>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dirty="0"/>
                    <a:t>5</a:t>
                  </a:r>
                  <a:endParaRPr lang="zh-CN" altLang="en-US" sz="1400" dirty="0"/>
                </a:p>
              </p:txBody>
            </p:sp>
            <p:cxnSp>
              <p:nvCxnSpPr>
                <p:cNvPr id="63" name="直接连接符 62">
                  <a:extLst>
                    <a:ext uri="{FF2B5EF4-FFF2-40B4-BE49-F238E27FC236}">
                      <a16:creationId xmlns:a16="http://schemas.microsoft.com/office/drawing/2014/main" id="{64280A35-B665-0C3A-A806-677B6782AB26}"/>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D79EE0B-C613-1328-0151-8C3627268FFF}"/>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449CCDB8-ABC3-A8C0-F40E-6B63D759479A}"/>
                  </a:ext>
                </a:extLst>
              </p:cNvPr>
              <p:cNvGrpSpPr/>
              <p:nvPr/>
            </p:nvGrpSpPr>
            <p:grpSpPr>
              <a:xfrm>
                <a:off x="6629400" y="2058749"/>
                <a:ext cx="720000" cy="720000"/>
                <a:chOff x="1495425" y="3838582"/>
                <a:chExt cx="720000" cy="720000"/>
              </a:xfrm>
            </p:grpSpPr>
            <p:sp>
              <p:nvSpPr>
                <p:cNvPr id="66" name="椭圆 65">
                  <a:extLst>
                    <a:ext uri="{FF2B5EF4-FFF2-40B4-BE49-F238E27FC236}">
                      <a16:creationId xmlns:a16="http://schemas.microsoft.com/office/drawing/2014/main" id="{5B3475F0-9549-B1E9-E0FF-0167B4E3BCD7}"/>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67" name="文本框 66">
                  <a:extLst>
                    <a:ext uri="{FF2B5EF4-FFF2-40B4-BE49-F238E27FC236}">
                      <a16:creationId xmlns:a16="http://schemas.microsoft.com/office/drawing/2014/main" id="{DF0B2924-110F-BFBE-C755-22D4B5FF3BE5}"/>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dirty="0"/>
                </a:p>
              </p:txBody>
            </p:sp>
            <p:sp>
              <p:nvSpPr>
                <p:cNvPr id="68" name="文本框 67">
                  <a:extLst>
                    <a:ext uri="{FF2B5EF4-FFF2-40B4-BE49-F238E27FC236}">
                      <a16:creationId xmlns:a16="http://schemas.microsoft.com/office/drawing/2014/main" id="{F8DE8D95-4594-8D4D-5A12-CC13812CF0A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69" name="文本框 68">
                  <a:extLst>
                    <a:ext uri="{FF2B5EF4-FFF2-40B4-BE49-F238E27FC236}">
                      <a16:creationId xmlns:a16="http://schemas.microsoft.com/office/drawing/2014/main" id="{240837E5-8241-F879-2555-8076BFE0A20A}"/>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dirty="0"/>
                    <a:t>7</a:t>
                  </a:r>
                  <a:endParaRPr lang="zh-CN" altLang="en-US" sz="1400" dirty="0"/>
                </a:p>
              </p:txBody>
            </p:sp>
            <p:cxnSp>
              <p:nvCxnSpPr>
                <p:cNvPr id="70" name="直接连接符 69">
                  <a:extLst>
                    <a:ext uri="{FF2B5EF4-FFF2-40B4-BE49-F238E27FC236}">
                      <a16:creationId xmlns:a16="http://schemas.microsoft.com/office/drawing/2014/main" id="{D24FD6DB-98A1-665C-981A-BB0135542F84}"/>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BAE261F9-DC51-4F59-345B-7796D085EC93}"/>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C8C316C4-2621-2CA4-9296-6FBE9BF47200}"/>
                  </a:ext>
                </a:extLst>
              </p:cNvPr>
              <p:cNvGrpSpPr/>
              <p:nvPr/>
            </p:nvGrpSpPr>
            <p:grpSpPr>
              <a:xfrm>
                <a:off x="6624825" y="3953250"/>
                <a:ext cx="720000" cy="720000"/>
                <a:chOff x="1495425" y="3838582"/>
                <a:chExt cx="720000" cy="720000"/>
              </a:xfrm>
            </p:grpSpPr>
            <p:sp>
              <p:nvSpPr>
                <p:cNvPr id="73" name="椭圆 72">
                  <a:extLst>
                    <a:ext uri="{FF2B5EF4-FFF2-40B4-BE49-F238E27FC236}">
                      <a16:creationId xmlns:a16="http://schemas.microsoft.com/office/drawing/2014/main" id="{6B821DDB-D782-F062-13D8-A50A4716BF1D}"/>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74" name="文本框 73">
                  <a:extLst>
                    <a:ext uri="{FF2B5EF4-FFF2-40B4-BE49-F238E27FC236}">
                      <a16:creationId xmlns:a16="http://schemas.microsoft.com/office/drawing/2014/main" id="{38074E46-A1A1-3AC7-EBD6-5BE81B14612F}"/>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dirty="0"/>
                </a:p>
              </p:txBody>
            </p:sp>
            <p:sp>
              <p:nvSpPr>
                <p:cNvPr id="75" name="文本框 74">
                  <a:extLst>
                    <a:ext uri="{FF2B5EF4-FFF2-40B4-BE49-F238E27FC236}">
                      <a16:creationId xmlns:a16="http://schemas.microsoft.com/office/drawing/2014/main" id="{B84096DD-59DF-DA13-4E95-046642D5B69E}"/>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76" name="文本框 75">
                  <a:extLst>
                    <a:ext uri="{FF2B5EF4-FFF2-40B4-BE49-F238E27FC236}">
                      <a16:creationId xmlns:a16="http://schemas.microsoft.com/office/drawing/2014/main" id="{DF181413-B2BD-697D-C467-4410A483904D}"/>
                    </a:ext>
                  </a:extLst>
                </p:cNvPr>
                <p:cNvSpPr txBox="1"/>
                <p:nvPr/>
              </p:nvSpPr>
              <p:spPr>
                <a:xfrm>
                  <a:off x="1497829" y="4044693"/>
                  <a:ext cx="298480" cy="307777"/>
                </a:xfrm>
                <a:prstGeom prst="rect">
                  <a:avLst/>
                </a:prstGeom>
                <a:noFill/>
                <a:ln>
                  <a:noFill/>
                </a:ln>
              </p:spPr>
              <p:txBody>
                <a:bodyPr wrap="none" rtlCol="0" anchor="ctr" anchorCtr="0">
                  <a:noAutofit/>
                </a:bodyPr>
                <a:lstStyle/>
                <a:p>
                  <a:pPr algn="ctr"/>
                  <a:r>
                    <a:rPr lang="en-US" altLang="zh-CN" sz="1400" dirty="0"/>
                    <a:t>8</a:t>
                  </a:r>
                  <a:endParaRPr lang="zh-CN" altLang="en-US" sz="1400" dirty="0"/>
                </a:p>
              </p:txBody>
            </p:sp>
            <p:cxnSp>
              <p:nvCxnSpPr>
                <p:cNvPr id="77" name="直接连接符 76">
                  <a:extLst>
                    <a:ext uri="{FF2B5EF4-FFF2-40B4-BE49-F238E27FC236}">
                      <a16:creationId xmlns:a16="http://schemas.microsoft.com/office/drawing/2014/main" id="{CF44061E-672D-A017-145F-22EBBF16658E}"/>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2C34EAF0-F990-F165-6985-452E7FC16295}"/>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49797671-0622-3B95-2BC8-162A8E82D129}"/>
                  </a:ext>
                </a:extLst>
              </p:cNvPr>
              <p:cNvGrpSpPr/>
              <p:nvPr/>
            </p:nvGrpSpPr>
            <p:grpSpPr>
              <a:xfrm>
                <a:off x="8267700" y="2667375"/>
                <a:ext cx="720000" cy="720000"/>
                <a:chOff x="1495425" y="3838582"/>
                <a:chExt cx="720000" cy="720000"/>
              </a:xfrm>
            </p:grpSpPr>
            <p:sp>
              <p:nvSpPr>
                <p:cNvPr id="80" name="椭圆 79">
                  <a:extLst>
                    <a:ext uri="{FF2B5EF4-FFF2-40B4-BE49-F238E27FC236}">
                      <a16:creationId xmlns:a16="http://schemas.microsoft.com/office/drawing/2014/main" id="{5698F7AF-7B19-2F2A-36A3-7D9173DFC0AC}"/>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81" name="文本框 80">
                  <a:extLst>
                    <a:ext uri="{FF2B5EF4-FFF2-40B4-BE49-F238E27FC236}">
                      <a16:creationId xmlns:a16="http://schemas.microsoft.com/office/drawing/2014/main" id="{15E325DE-2408-C611-3DFC-AA2982F6131B}"/>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dirty="0"/>
                </a:p>
              </p:txBody>
            </p:sp>
            <p:sp>
              <p:nvSpPr>
                <p:cNvPr id="82" name="文本框 81">
                  <a:extLst>
                    <a:ext uri="{FF2B5EF4-FFF2-40B4-BE49-F238E27FC236}">
                      <a16:creationId xmlns:a16="http://schemas.microsoft.com/office/drawing/2014/main" id="{A6EB38CD-1826-0BEA-0D5A-D7F0B5A4222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83" name="文本框 82">
                  <a:extLst>
                    <a:ext uri="{FF2B5EF4-FFF2-40B4-BE49-F238E27FC236}">
                      <a16:creationId xmlns:a16="http://schemas.microsoft.com/office/drawing/2014/main" id="{715923C7-92C8-4AC4-7EE3-60A86DCF1ADA}"/>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dirty="0"/>
                    <a:t>9</a:t>
                  </a:r>
                  <a:endParaRPr lang="zh-CN" altLang="en-US" sz="1400" dirty="0"/>
                </a:p>
              </p:txBody>
            </p:sp>
            <p:cxnSp>
              <p:nvCxnSpPr>
                <p:cNvPr id="84" name="直接连接符 83">
                  <a:extLst>
                    <a:ext uri="{FF2B5EF4-FFF2-40B4-BE49-F238E27FC236}">
                      <a16:creationId xmlns:a16="http://schemas.microsoft.com/office/drawing/2014/main" id="{C0ED518F-AC39-D747-9FD6-5FF835F8C419}"/>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6CC9FF6E-A8D9-FE9A-9A08-BFBFE6E89E16}"/>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7F32DBF9-880C-F359-36E0-14B12E94ACE5}"/>
                  </a:ext>
                </a:extLst>
              </p:cNvPr>
              <p:cNvCxnSpPr>
                <a:cxnSpLocks/>
                <a:stCxn id="14" idx="6"/>
                <a:endCxn id="34" idx="1"/>
              </p:cNvCxnSpPr>
              <p:nvPr/>
            </p:nvCxnSpPr>
            <p:spPr>
              <a:xfrm flipV="1">
                <a:off x="1986825" y="2418750"/>
                <a:ext cx="964415" cy="85725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B6BDFEC3-2666-5C9A-63B6-2D27F1243744}"/>
                  </a:ext>
                </a:extLst>
              </p:cNvPr>
              <p:cNvCxnSpPr>
                <a:cxnSpLocks/>
                <a:stCxn id="31" idx="6"/>
                <a:endCxn id="62" idx="1"/>
              </p:cNvCxnSpPr>
              <p:nvPr/>
            </p:nvCxnSpPr>
            <p:spPr>
              <a:xfrm flipV="1">
                <a:off x="3663225" y="2418749"/>
                <a:ext cx="1276616" cy="1"/>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A446D59D-4BDD-847F-5498-ECBC19171120}"/>
                  </a:ext>
                </a:extLst>
              </p:cNvPr>
              <p:cNvCxnSpPr>
                <a:cxnSpLocks/>
                <a:stCxn id="59" idx="6"/>
                <a:endCxn id="69" idx="1"/>
              </p:cNvCxnSpPr>
              <p:nvPr/>
            </p:nvCxnSpPr>
            <p:spPr>
              <a:xfrm>
                <a:off x="5651025" y="2418749"/>
                <a:ext cx="984787" cy="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E357EE9C-BA17-2A2E-FEB0-F8CF48C36979}"/>
                  </a:ext>
                </a:extLst>
              </p:cNvPr>
              <p:cNvCxnSpPr>
                <a:cxnSpLocks/>
                <a:stCxn id="66" idx="6"/>
                <a:endCxn id="83" idx="1"/>
              </p:cNvCxnSpPr>
              <p:nvPr/>
            </p:nvCxnSpPr>
            <p:spPr>
              <a:xfrm>
                <a:off x="7349400" y="2418749"/>
                <a:ext cx="923109" cy="608626"/>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830E0563-E4B3-EDE9-7DC0-CD4153613F6B}"/>
                  </a:ext>
                </a:extLst>
              </p:cNvPr>
              <p:cNvCxnSpPr>
                <a:cxnSpLocks/>
                <a:endCxn id="76" idx="1"/>
              </p:cNvCxnSpPr>
              <p:nvPr/>
            </p:nvCxnSpPr>
            <p:spPr>
              <a:xfrm>
                <a:off x="5646217" y="2418748"/>
                <a:ext cx="981012" cy="1894502"/>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04B8A2AB-9331-DE02-3956-8A66C2461C2A}"/>
                  </a:ext>
                </a:extLst>
              </p:cNvPr>
              <p:cNvCxnSpPr>
                <a:cxnSpLocks/>
                <a:stCxn id="73" idx="6"/>
                <a:endCxn id="83" idx="1"/>
              </p:cNvCxnSpPr>
              <p:nvPr/>
            </p:nvCxnSpPr>
            <p:spPr>
              <a:xfrm flipV="1">
                <a:off x="7344825" y="3027375"/>
                <a:ext cx="927684" cy="1285875"/>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D37BFEE1-FFF7-0142-B0AD-CD18E8FBAE78}"/>
                  </a:ext>
                </a:extLst>
              </p:cNvPr>
              <p:cNvCxnSpPr>
                <a:cxnSpLocks/>
                <a:endCxn id="76" idx="1"/>
              </p:cNvCxnSpPr>
              <p:nvPr/>
            </p:nvCxnSpPr>
            <p:spPr>
              <a:xfrm>
                <a:off x="5111025" y="4313249"/>
                <a:ext cx="1516204" cy="1"/>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45DEF8F5-6F41-482D-B1EF-5A7036730064}"/>
                  </a:ext>
                </a:extLst>
              </p:cNvPr>
              <p:cNvCxnSpPr>
                <a:cxnSpLocks/>
                <a:stCxn id="38" idx="6"/>
                <a:endCxn id="55" idx="1"/>
              </p:cNvCxnSpPr>
              <p:nvPr/>
            </p:nvCxnSpPr>
            <p:spPr>
              <a:xfrm>
                <a:off x="3649800" y="3636000"/>
                <a:ext cx="1286034" cy="67725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B520B014-3B93-AD17-3D80-3A0CB8BC68DE}"/>
                  </a:ext>
                </a:extLst>
              </p:cNvPr>
              <p:cNvCxnSpPr>
                <a:cxnSpLocks/>
                <a:endCxn id="52" idx="2"/>
              </p:cNvCxnSpPr>
              <p:nvPr/>
            </p:nvCxnSpPr>
            <p:spPr>
              <a:xfrm flipV="1">
                <a:off x="3663225" y="4313250"/>
                <a:ext cx="1267800" cy="566111"/>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0E49E0A1-484A-7E37-D300-4A46F53C44B9}"/>
                  </a:ext>
                </a:extLst>
              </p:cNvPr>
              <p:cNvCxnSpPr>
                <a:cxnSpLocks/>
                <a:stCxn id="14" idx="6"/>
                <a:endCxn id="41" idx="1"/>
              </p:cNvCxnSpPr>
              <p:nvPr/>
            </p:nvCxnSpPr>
            <p:spPr>
              <a:xfrm>
                <a:off x="1986825" y="3276000"/>
                <a:ext cx="951791" cy="36000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4F4FB25C-1496-B0A0-3BC8-B5910FA5659F}"/>
                  </a:ext>
                </a:extLst>
              </p:cNvPr>
              <p:cNvSpPr txBox="1"/>
              <p:nvPr/>
            </p:nvSpPr>
            <p:spPr>
              <a:xfrm>
                <a:off x="2180754" y="2598749"/>
                <a:ext cx="316112" cy="369332"/>
              </a:xfrm>
              <a:prstGeom prst="rect">
                <a:avLst/>
              </a:prstGeom>
              <a:noFill/>
            </p:spPr>
            <p:txBody>
              <a:bodyPr wrap="none" rtlCol="0">
                <a:noAutofit/>
              </a:bodyPr>
              <a:lstStyle/>
              <a:p>
                <a:r>
                  <a:rPr lang="en-US" altLang="zh-CN" sz="1400" dirty="0"/>
                  <a:t>2</a:t>
                </a:r>
                <a:endParaRPr lang="zh-CN" altLang="en-US" sz="1400" dirty="0"/>
              </a:p>
            </p:txBody>
          </p:sp>
          <p:sp>
            <p:nvSpPr>
              <p:cNvPr id="124" name="文本框 123">
                <a:extLst>
                  <a:ext uri="{FF2B5EF4-FFF2-40B4-BE49-F238E27FC236}">
                    <a16:creationId xmlns:a16="http://schemas.microsoft.com/office/drawing/2014/main" id="{C3E871AC-4854-2B8D-7B77-75430DAD77FC}"/>
                  </a:ext>
                </a:extLst>
              </p:cNvPr>
              <p:cNvSpPr txBox="1"/>
              <p:nvPr/>
            </p:nvSpPr>
            <p:spPr>
              <a:xfrm>
                <a:off x="5998203" y="2080194"/>
                <a:ext cx="316112" cy="369332"/>
              </a:xfrm>
              <a:prstGeom prst="rect">
                <a:avLst/>
              </a:prstGeom>
              <a:noFill/>
            </p:spPr>
            <p:txBody>
              <a:bodyPr wrap="none" rtlCol="0">
                <a:noAutofit/>
              </a:bodyPr>
              <a:lstStyle/>
              <a:p>
                <a:r>
                  <a:rPr lang="en-US" altLang="zh-CN" sz="1400" dirty="0"/>
                  <a:t>5</a:t>
                </a:r>
                <a:endParaRPr lang="zh-CN" altLang="en-US" sz="1400" dirty="0"/>
              </a:p>
            </p:txBody>
          </p:sp>
          <p:sp>
            <p:nvSpPr>
              <p:cNvPr id="125" name="文本框 124">
                <a:extLst>
                  <a:ext uri="{FF2B5EF4-FFF2-40B4-BE49-F238E27FC236}">
                    <a16:creationId xmlns:a16="http://schemas.microsoft.com/office/drawing/2014/main" id="{6B495EA3-8356-E9DC-4B0C-EB9ED5EB3525}"/>
                  </a:ext>
                </a:extLst>
              </p:cNvPr>
              <p:cNvSpPr txBox="1"/>
              <p:nvPr/>
            </p:nvSpPr>
            <p:spPr>
              <a:xfrm>
                <a:off x="2295168" y="3455999"/>
                <a:ext cx="316112" cy="369332"/>
              </a:xfrm>
              <a:prstGeom prst="rect">
                <a:avLst/>
              </a:prstGeom>
              <a:noFill/>
            </p:spPr>
            <p:txBody>
              <a:bodyPr wrap="none" rtlCol="0">
                <a:noAutofit/>
              </a:bodyPr>
              <a:lstStyle/>
              <a:p>
                <a:r>
                  <a:rPr lang="en-US" altLang="zh-CN" sz="1400" dirty="0"/>
                  <a:t>2</a:t>
                </a:r>
                <a:endParaRPr lang="zh-CN" altLang="en-US" sz="1400" dirty="0"/>
              </a:p>
            </p:txBody>
          </p:sp>
          <p:sp>
            <p:nvSpPr>
              <p:cNvPr id="126" name="文本框 125">
                <a:extLst>
                  <a:ext uri="{FF2B5EF4-FFF2-40B4-BE49-F238E27FC236}">
                    <a16:creationId xmlns:a16="http://schemas.microsoft.com/office/drawing/2014/main" id="{93B9C64E-64A0-C911-11CB-2577813449B3}"/>
                  </a:ext>
                </a:extLst>
              </p:cNvPr>
              <p:cNvSpPr txBox="1"/>
              <p:nvPr/>
            </p:nvSpPr>
            <p:spPr>
              <a:xfrm>
                <a:off x="4192774" y="3670312"/>
                <a:ext cx="268022" cy="369332"/>
              </a:xfrm>
              <a:prstGeom prst="rect">
                <a:avLst/>
              </a:prstGeom>
              <a:noFill/>
            </p:spPr>
            <p:txBody>
              <a:bodyPr wrap="none" rtlCol="0">
                <a:noAutofit/>
              </a:bodyPr>
              <a:lstStyle/>
              <a:p>
                <a:r>
                  <a:rPr lang="en-US" altLang="zh-CN" sz="1400" dirty="0"/>
                  <a:t>1</a:t>
                </a:r>
                <a:endParaRPr lang="zh-CN" altLang="en-US" sz="1400" dirty="0"/>
              </a:p>
            </p:txBody>
          </p:sp>
          <p:sp>
            <p:nvSpPr>
              <p:cNvPr id="127" name="文本框 126">
                <a:extLst>
                  <a:ext uri="{FF2B5EF4-FFF2-40B4-BE49-F238E27FC236}">
                    <a16:creationId xmlns:a16="http://schemas.microsoft.com/office/drawing/2014/main" id="{4D134F61-2B67-B5DC-3A81-CE2896264B58}"/>
                  </a:ext>
                </a:extLst>
              </p:cNvPr>
              <p:cNvSpPr txBox="1"/>
              <p:nvPr/>
            </p:nvSpPr>
            <p:spPr>
              <a:xfrm>
                <a:off x="4107173" y="4596305"/>
                <a:ext cx="336952" cy="369332"/>
              </a:xfrm>
              <a:prstGeom prst="rect">
                <a:avLst/>
              </a:prstGeom>
              <a:noFill/>
            </p:spPr>
            <p:txBody>
              <a:bodyPr wrap="none" rtlCol="0">
                <a:noAutofit/>
              </a:bodyPr>
              <a:lstStyle/>
              <a:p>
                <a:r>
                  <a:rPr lang="en-US" altLang="zh-CN" sz="1400" dirty="0"/>
                  <a:t>4</a:t>
                </a:r>
                <a:endParaRPr lang="zh-CN" altLang="en-US" sz="1400" dirty="0"/>
              </a:p>
            </p:txBody>
          </p:sp>
          <p:sp>
            <p:nvSpPr>
              <p:cNvPr id="128" name="文本框 127">
                <a:extLst>
                  <a:ext uri="{FF2B5EF4-FFF2-40B4-BE49-F238E27FC236}">
                    <a16:creationId xmlns:a16="http://schemas.microsoft.com/office/drawing/2014/main" id="{DCB89C8F-8245-ACB5-6752-2EE69794FBAE}"/>
                  </a:ext>
                </a:extLst>
              </p:cNvPr>
              <p:cNvSpPr txBox="1"/>
              <p:nvPr/>
            </p:nvSpPr>
            <p:spPr>
              <a:xfrm>
                <a:off x="5979869" y="3939252"/>
                <a:ext cx="268022" cy="369332"/>
              </a:xfrm>
              <a:prstGeom prst="rect">
                <a:avLst/>
              </a:prstGeom>
              <a:noFill/>
            </p:spPr>
            <p:txBody>
              <a:bodyPr wrap="none" rtlCol="0">
                <a:noAutofit/>
              </a:bodyPr>
              <a:lstStyle/>
              <a:p>
                <a:r>
                  <a:rPr lang="en-US" altLang="zh-CN" sz="1400" dirty="0"/>
                  <a:t>1</a:t>
                </a:r>
                <a:endParaRPr lang="zh-CN" altLang="en-US" sz="1400" dirty="0"/>
              </a:p>
            </p:txBody>
          </p:sp>
          <p:sp>
            <p:nvSpPr>
              <p:cNvPr id="129" name="文本框 128">
                <a:extLst>
                  <a:ext uri="{FF2B5EF4-FFF2-40B4-BE49-F238E27FC236}">
                    <a16:creationId xmlns:a16="http://schemas.microsoft.com/office/drawing/2014/main" id="{BE349338-EF80-5953-3000-8E9AB1A5915F}"/>
                  </a:ext>
                </a:extLst>
              </p:cNvPr>
              <p:cNvSpPr txBox="1"/>
              <p:nvPr/>
            </p:nvSpPr>
            <p:spPr>
              <a:xfrm>
                <a:off x="6163898" y="3104389"/>
                <a:ext cx="316112" cy="369332"/>
              </a:xfrm>
              <a:prstGeom prst="rect">
                <a:avLst/>
              </a:prstGeom>
              <a:noFill/>
            </p:spPr>
            <p:txBody>
              <a:bodyPr wrap="none" rtlCol="0">
                <a:noAutofit/>
              </a:bodyPr>
              <a:lstStyle/>
              <a:p>
                <a:r>
                  <a:rPr lang="en-US" altLang="zh-CN" sz="1400" dirty="0"/>
                  <a:t>5</a:t>
                </a:r>
                <a:endParaRPr lang="zh-CN" altLang="en-US" sz="1400" dirty="0"/>
              </a:p>
            </p:txBody>
          </p:sp>
          <p:sp>
            <p:nvSpPr>
              <p:cNvPr id="130" name="文本框 129">
                <a:extLst>
                  <a:ext uri="{FF2B5EF4-FFF2-40B4-BE49-F238E27FC236}">
                    <a16:creationId xmlns:a16="http://schemas.microsoft.com/office/drawing/2014/main" id="{A13D22B1-56BB-0540-012D-D9BC4A6E0C22}"/>
                  </a:ext>
                </a:extLst>
              </p:cNvPr>
              <p:cNvSpPr txBox="1"/>
              <p:nvPr/>
            </p:nvSpPr>
            <p:spPr>
              <a:xfrm>
                <a:off x="7704591" y="2387971"/>
                <a:ext cx="325730" cy="369332"/>
              </a:xfrm>
              <a:prstGeom prst="rect">
                <a:avLst/>
              </a:prstGeom>
              <a:noFill/>
            </p:spPr>
            <p:txBody>
              <a:bodyPr wrap="none" rtlCol="0">
                <a:noAutofit/>
              </a:bodyPr>
              <a:lstStyle/>
              <a:p>
                <a:r>
                  <a:rPr lang="en-US" altLang="zh-CN" sz="1400" dirty="0"/>
                  <a:t>6</a:t>
                </a:r>
                <a:endParaRPr lang="zh-CN" altLang="en-US" sz="1400" dirty="0"/>
              </a:p>
            </p:txBody>
          </p:sp>
          <p:sp>
            <p:nvSpPr>
              <p:cNvPr id="131" name="文本框 130">
                <a:extLst>
                  <a:ext uri="{FF2B5EF4-FFF2-40B4-BE49-F238E27FC236}">
                    <a16:creationId xmlns:a16="http://schemas.microsoft.com/office/drawing/2014/main" id="{8D7C9612-EB22-4735-63DB-62CC7B65AC0D}"/>
                  </a:ext>
                </a:extLst>
              </p:cNvPr>
              <p:cNvSpPr txBox="1"/>
              <p:nvPr/>
            </p:nvSpPr>
            <p:spPr>
              <a:xfrm>
                <a:off x="7808667" y="3603385"/>
                <a:ext cx="336952" cy="369332"/>
              </a:xfrm>
              <a:prstGeom prst="rect">
                <a:avLst/>
              </a:prstGeom>
              <a:noFill/>
            </p:spPr>
            <p:txBody>
              <a:bodyPr wrap="none" rtlCol="0">
                <a:noAutofit/>
              </a:bodyPr>
              <a:lstStyle/>
              <a:p>
                <a:r>
                  <a:rPr lang="en-US" altLang="zh-CN" sz="1400" dirty="0"/>
                  <a:t>4</a:t>
                </a:r>
                <a:endParaRPr lang="zh-CN" altLang="en-US" sz="1400" dirty="0"/>
              </a:p>
            </p:txBody>
          </p:sp>
        </p:grpSp>
        <p:sp>
          <p:nvSpPr>
            <p:cNvPr id="3" name="文本框 2">
              <a:extLst>
                <a:ext uri="{FF2B5EF4-FFF2-40B4-BE49-F238E27FC236}">
                  <a16:creationId xmlns:a16="http://schemas.microsoft.com/office/drawing/2014/main" id="{55911ACE-2549-386C-656B-331816F8F87D}"/>
                </a:ext>
              </a:extLst>
            </p:cNvPr>
            <p:cNvSpPr txBox="1"/>
            <p:nvPr/>
          </p:nvSpPr>
          <p:spPr>
            <a:xfrm>
              <a:off x="5043964" y="1847084"/>
              <a:ext cx="316112" cy="369332"/>
            </a:xfrm>
            <a:prstGeom prst="rect">
              <a:avLst/>
            </a:prstGeom>
            <a:noFill/>
          </p:spPr>
          <p:txBody>
            <a:bodyPr wrap="none" rtlCol="0">
              <a:noAutofit/>
            </a:bodyPr>
            <a:lstStyle/>
            <a:p>
              <a:r>
                <a:rPr lang="en-US" altLang="zh-CN" sz="1400" dirty="0"/>
                <a:t>2</a:t>
              </a:r>
              <a:endParaRPr lang="zh-CN" altLang="en-US" sz="1400" dirty="0"/>
            </a:p>
          </p:txBody>
        </p:sp>
      </p:grpSp>
    </p:spTree>
    <p:extLst>
      <p:ext uri="{BB962C8B-B14F-4D97-AF65-F5344CB8AC3E}">
        <p14:creationId xmlns:p14="http://schemas.microsoft.com/office/powerpoint/2010/main" val="2540800626"/>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CAF4EF5-24B3-545E-5C0E-909859E88254}"/>
              </a:ext>
            </a:extLst>
          </p:cNvPr>
          <p:cNvSpPr>
            <a:spLocks noGrp="1"/>
          </p:cNvSpPr>
          <p:nvPr>
            <p:ph type="title"/>
          </p:nvPr>
        </p:nvSpPr>
        <p:spPr>
          <a:xfrm>
            <a:off x="695998" y="360000"/>
            <a:ext cx="7200000" cy="424732"/>
          </a:xfrm>
        </p:spPr>
        <p:txBody>
          <a:bodyPr>
            <a:normAutofit/>
          </a:bodyPr>
          <a:lstStyle/>
          <a:p>
            <a:r>
              <a:rPr lang="en-US" altLang="zh-CN" dirty="0"/>
              <a:t>PERT</a:t>
            </a:r>
            <a:endParaRPr lang="zh-CN" altLang="en-US" dirty="0"/>
          </a:p>
        </p:txBody>
      </p:sp>
      <p:sp>
        <p:nvSpPr>
          <p:cNvPr id="139" name="内容占位符 138">
            <a:extLst>
              <a:ext uri="{FF2B5EF4-FFF2-40B4-BE49-F238E27FC236}">
                <a16:creationId xmlns:a16="http://schemas.microsoft.com/office/drawing/2014/main" id="{765C0EBE-290F-68DF-F729-CB11AAEDEBAD}"/>
              </a:ext>
            </a:extLst>
          </p:cNvPr>
          <p:cNvSpPr>
            <a:spLocks noGrp="1"/>
          </p:cNvSpPr>
          <p:nvPr>
            <p:ph idx="1"/>
          </p:nvPr>
        </p:nvSpPr>
        <p:spPr>
          <a:xfrm>
            <a:off x="696000" y="1080000"/>
            <a:ext cx="10800000" cy="5112000"/>
          </a:xfrm>
        </p:spPr>
        <p:txBody>
          <a:bodyPr/>
          <a:lstStyle/>
          <a:p>
            <a:r>
              <a:rPr lang="zh-CN" altLang="en-US" dirty="0"/>
              <a:t>根据各事件持续时间，推算最早开始时间</a:t>
            </a:r>
            <a:endParaRPr lang="en-US" altLang="zh-CN" dirty="0"/>
          </a:p>
          <a:p>
            <a:r>
              <a:rPr lang="zh-CN" altLang="en-US" dirty="0"/>
              <a:t>汇总事件取最大值</a:t>
            </a:r>
            <a:endParaRPr lang="en-US" altLang="zh-CN" dirty="0"/>
          </a:p>
          <a:p>
            <a:r>
              <a:rPr lang="zh-CN" altLang="en-US" dirty="0"/>
              <a:t>总工期 </a:t>
            </a:r>
            <a:r>
              <a:rPr lang="en-US" altLang="zh-CN" dirty="0"/>
              <a:t>15</a:t>
            </a:r>
          </a:p>
          <a:p>
            <a:r>
              <a:rPr lang="zh-CN" altLang="en-US" dirty="0"/>
              <a:t>最长路径 </a:t>
            </a:r>
            <a:r>
              <a:rPr lang="en-US" altLang="zh-CN" dirty="0"/>
              <a:t>1 </a:t>
            </a:r>
            <a:r>
              <a:rPr lang="zh-CN" altLang="en-US" dirty="0"/>
              <a:t>→ </a:t>
            </a:r>
            <a:r>
              <a:rPr lang="en-US" altLang="zh-CN" dirty="0"/>
              <a:t>2 </a:t>
            </a:r>
            <a:r>
              <a:rPr lang="zh-CN" altLang="en-US" dirty="0"/>
              <a:t>→ </a:t>
            </a:r>
            <a:r>
              <a:rPr lang="en-US" altLang="zh-CN" dirty="0"/>
              <a:t>5 </a:t>
            </a:r>
            <a:r>
              <a:rPr lang="zh-CN" altLang="en-US" dirty="0"/>
              <a:t>→ </a:t>
            </a:r>
            <a:r>
              <a:rPr lang="en-US" altLang="zh-CN" dirty="0"/>
              <a:t>7 </a:t>
            </a:r>
            <a:r>
              <a:rPr lang="zh-CN" altLang="en-US" dirty="0"/>
              <a:t>→ </a:t>
            </a:r>
            <a:r>
              <a:rPr lang="en-US" altLang="zh-CN" dirty="0"/>
              <a:t>9</a:t>
            </a:r>
            <a:endParaRPr lang="zh-CN" altLang="en-US" dirty="0"/>
          </a:p>
        </p:txBody>
      </p:sp>
      <p:sp>
        <p:nvSpPr>
          <p:cNvPr id="143" name="文本占位符 142">
            <a:extLst>
              <a:ext uri="{FF2B5EF4-FFF2-40B4-BE49-F238E27FC236}">
                <a16:creationId xmlns:a16="http://schemas.microsoft.com/office/drawing/2014/main" id="{74C61180-0E68-CE1E-C6F7-C2A49817B3D9}"/>
              </a:ext>
            </a:extLst>
          </p:cNvPr>
          <p:cNvSpPr>
            <a:spLocks noGrp="1"/>
          </p:cNvSpPr>
          <p:nvPr>
            <p:ph type="body" sz="quarter" idx="10"/>
          </p:nvPr>
        </p:nvSpPr>
        <p:spPr/>
        <p:txBody>
          <a:bodyPr/>
          <a:lstStyle/>
          <a:p>
            <a:endParaRPr lang="zh-CN" altLang="en-US"/>
          </a:p>
        </p:txBody>
      </p:sp>
      <p:grpSp>
        <p:nvGrpSpPr>
          <p:cNvPr id="144" name="组合 143">
            <a:extLst>
              <a:ext uri="{FF2B5EF4-FFF2-40B4-BE49-F238E27FC236}">
                <a16:creationId xmlns:a16="http://schemas.microsoft.com/office/drawing/2014/main" id="{57595FB2-1906-EA77-F914-2324512627A1}"/>
              </a:ext>
            </a:extLst>
          </p:cNvPr>
          <p:cNvGrpSpPr/>
          <p:nvPr/>
        </p:nvGrpSpPr>
        <p:grpSpPr>
          <a:xfrm>
            <a:off x="2235563" y="2880000"/>
            <a:ext cx="7720875" cy="3159167"/>
            <a:chOff x="2235563" y="1847084"/>
            <a:chExt cx="7720875" cy="3159167"/>
          </a:xfrm>
        </p:grpSpPr>
        <p:grpSp>
          <p:nvGrpSpPr>
            <p:cNvPr id="132" name="组合 131">
              <a:extLst>
                <a:ext uri="{FF2B5EF4-FFF2-40B4-BE49-F238E27FC236}">
                  <a16:creationId xmlns:a16="http://schemas.microsoft.com/office/drawing/2014/main" id="{56BFA625-00FD-A7E8-2186-D7AF2CF10720}"/>
                </a:ext>
              </a:extLst>
            </p:cNvPr>
            <p:cNvGrpSpPr/>
            <p:nvPr/>
          </p:nvGrpSpPr>
          <p:grpSpPr>
            <a:xfrm>
              <a:off x="2235563" y="1851750"/>
              <a:ext cx="7720875" cy="3154501"/>
              <a:chOff x="1266825" y="2058749"/>
              <a:chExt cx="7720875" cy="3154501"/>
            </a:xfrm>
          </p:grpSpPr>
          <p:grpSp>
            <p:nvGrpSpPr>
              <p:cNvPr id="29" name="组合 28">
                <a:extLst>
                  <a:ext uri="{FF2B5EF4-FFF2-40B4-BE49-F238E27FC236}">
                    <a16:creationId xmlns:a16="http://schemas.microsoft.com/office/drawing/2014/main" id="{ACEA3629-7402-51AE-7D5C-B35B58881938}"/>
                  </a:ext>
                </a:extLst>
              </p:cNvPr>
              <p:cNvGrpSpPr/>
              <p:nvPr/>
            </p:nvGrpSpPr>
            <p:grpSpPr>
              <a:xfrm>
                <a:off x="1266825" y="2916000"/>
                <a:ext cx="720000" cy="720000"/>
                <a:chOff x="1495425" y="3838582"/>
                <a:chExt cx="720000" cy="720000"/>
              </a:xfrm>
            </p:grpSpPr>
            <p:sp>
              <p:nvSpPr>
                <p:cNvPr id="14" name="椭圆 13">
                  <a:extLst>
                    <a:ext uri="{FF2B5EF4-FFF2-40B4-BE49-F238E27FC236}">
                      <a16:creationId xmlns:a16="http://schemas.microsoft.com/office/drawing/2014/main" id="{2AF58D42-6406-9E26-2D29-846FC929FBE4}"/>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16" name="文本框 15">
                  <a:extLst>
                    <a:ext uri="{FF2B5EF4-FFF2-40B4-BE49-F238E27FC236}">
                      <a16:creationId xmlns:a16="http://schemas.microsoft.com/office/drawing/2014/main" id="{D81A1290-E283-78B0-1778-2C0175FB4266}"/>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0</a:t>
                  </a:r>
                  <a:endParaRPr lang="zh-CN" altLang="en-US" sz="1400" dirty="0"/>
                </a:p>
              </p:txBody>
            </p:sp>
            <p:sp>
              <p:nvSpPr>
                <p:cNvPr id="17" name="文本框 16">
                  <a:extLst>
                    <a:ext uri="{FF2B5EF4-FFF2-40B4-BE49-F238E27FC236}">
                      <a16:creationId xmlns:a16="http://schemas.microsoft.com/office/drawing/2014/main" id="{25A20525-58A6-3E12-19C9-212BAC9F81B8}"/>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18" name="文本框 17">
                  <a:extLst>
                    <a:ext uri="{FF2B5EF4-FFF2-40B4-BE49-F238E27FC236}">
                      <a16:creationId xmlns:a16="http://schemas.microsoft.com/office/drawing/2014/main" id="{5A17053E-EACE-2511-A327-5835E81309D4}"/>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dirty="0"/>
                    <a:t>1</a:t>
                  </a:r>
                  <a:endParaRPr lang="zh-CN" altLang="en-US" sz="1400" dirty="0"/>
                </a:p>
              </p:txBody>
            </p:sp>
            <p:cxnSp>
              <p:nvCxnSpPr>
                <p:cNvPr id="26" name="直接连接符 25">
                  <a:extLst>
                    <a:ext uri="{FF2B5EF4-FFF2-40B4-BE49-F238E27FC236}">
                      <a16:creationId xmlns:a16="http://schemas.microsoft.com/office/drawing/2014/main" id="{07781AE8-A6D4-47F3-3789-AE253E9BBFA2}"/>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E1DB44D5-C040-1DEF-AA7F-7068B8881337}"/>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BD6ADDB3-4A97-E148-006B-082682588D1E}"/>
                  </a:ext>
                </a:extLst>
              </p:cNvPr>
              <p:cNvGrpSpPr/>
              <p:nvPr/>
            </p:nvGrpSpPr>
            <p:grpSpPr>
              <a:xfrm>
                <a:off x="2943225" y="2058750"/>
                <a:ext cx="720000" cy="720000"/>
                <a:chOff x="1495425" y="3838582"/>
                <a:chExt cx="720000" cy="720000"/>
              </a:xfrm>
            </p:grpSpPr>
            <p:sp>
              <p:nvSpPr>
                <p:cNvPr id="31" name="椭圆 30">
                  <a:extLst>
                    <a:ext uri="{FF2B5EF4-FFF2-40B4-BE49-F238E27FC236}">
                      <a16:creationId xmlns:a16="http://schemas.microsoft.com/office/drawing/2014/main" id="{2566FB15-4ECD-D1EB-D46A-AEF44BF6F139}"/>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32" name="文本框 31">
                  <a:extLst>
                    <a:ext uri="{FF2B5EF4-FFF2-40B4-BE49-F238E27FC236}">
                      <a16:creationId xmlns:a16="http://schemas.microsoft.com/office/drawing/2014/main" id="{20FC750E-FB5A-2EB0-7193-E183D8AE48D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2</a:t>
                  </a:r>
                  <a:endParaRPr lang="zh-CN" altLang="en-US" sz="1400" dirty="0"/>
                </a:p>
              </p:txBody>
            </p:sp>
            <p:sp>
              <p:nvSpPr>
                <p:cNvPr id="33" name="文本框 32">
                  <a:extLst>
                    <a:ext uri="{FF2B5EF4-FFF2-40B4-BE49-F238E27FC236}">
                      <a16:creationId xmlns:a16="http://schemas.microsoft.com/office/drawing/2014/main" id="{B4ED1243-365F-9AF8-8E74-F56BBAB73FD1}"/>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34" name="文本框 33">
                  <a:extLst>
                    <a:ext uri="{FF2B5EF4-FFF2-40B4-BE49-F238E27FC236}">
                      <a16:creationId xmlns:a16="http://schemas.microsoft.com/office/drawing/2014/main" id="{E4370B4F-D5CE-C51E-73E2-BE51F6B80A78}"/>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dirty="0"/>
                    <a:t>2</a:t>
                  </a:r>
                  <a:endParaRPr lang="zh-CN" altLang="en-US" sz="1400" dirty="0"/>
                </a:p>
              </p:txBody>
            </p:sp>
            <p:cxnSp>
              <p:nvCxnSpPr>
                <p:cNvPr id="35" name="直接连接符 34">
                  <a:extLst>
                    <a:ext uri="{FF2B5EF4-FFF2-40B4-BE49-F238E27FC236}">
                      <a16:creationId xmlns:a16="http://schemas.microsoft.com/office/drawing/2014/main" id="{A0300069-E5C2-9E6B-C4D6-066403FB2276}"/>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7C31E5D1-C04B-B16E-D30E-EEF829373C3C}"/>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03D2EFFD-4B09-5B07-D2A7-6A1B58DB58BA}"/>
                  </a:ext>
                </a:extLst>
              </p:cNvPr>
              <p:cNvGrpSpPr/>
              <p:nvPr/>
            </p:nvGrpSpPr>
            <p:grpSpPr>
              <a:xfrm>
                <a:off x="2929800" y="3276000"/>
                <a:ext cx="720000" cy="720000"/>
                <a:chOff x="1495425" y="3838582"/>
                <a:chExt cx="720000" cy="720000"/>
              </a:xfrm>
            </p:grpSpPr>
            <p:sp>
              <p:nvSpPr>
                <p:cNvPr id="38" name="椭圆 37">
                  <a:extLst>
                    <a:ext uri="{FF2B5EF4-FFF2-40B4-BE49-F238E27FC236}">
                      <a16:creationId xmlns:a16="http://schemas.microsoft.com/office/drawing/2014/main" id="{DFD54ED6-3DD0-7BC4-BCA4-8DE81272C914}"/>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39" name="文本框 38">
                  <a:extLst>
                    <a:ext uri="{FF2B5EF4-FFF2-40B4-BE49-F238E27FC236}">
                      <a16:creationId xmlns:a16="http://schemas.microsoft.com/office/drawing/2014/main" id="{422370E0-6512-5306-FAEB-07EF8F4C2B4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2</a:t>
                  </a:r>
                  <a:endParaRPr lang="zh-CN" altLang="en-US" sz="1400" dirty="0"/>
                </a:p>
              </p:txBody>
            </p:sp>
            <p:sp>
              <p:nvSpPr>
                <p:cNvPr id="40" name="文本框 39">
                  <a:extLst>
                    <a:ext uri="{FF2B5EF4-FFF2-40B4-BE49-F238E27FC236}">
                      <a16:creationId xmlns:a16="http://schemas.microsoft.com/office/drawing/2014/main" id="{E9BDD65E-7FBE-020D-33D6-AAF9327A680B}"/>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41" name="文本框 40">
                  <a:extLst>
                    <a:ext uri="{FF2B5EF4-FFF2-40B4-BE49-F238E27FC236}">
                      <a16:creationId xmlns:a16="http://schemas.microsoft.com/office/drawing/2014/main" id="{CDAF8577-1DE4-1E51-0959-DBF81F1B1F18}"/>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dirty="0"/>
                    <a:t>3</a:t>
                  </a:r>
                  <a:endParaRPr lang="zh-CN" altLang="en-US" sz="1400" dirty="0"/>
                </a:p>
              </p:txBody>
            </p:sp>
            <p:cxnSp>
              <p:nvCxnSpPr>
                <p:cNvPr id="42" name="直接连接符 41">
                  <a:extLst>
                    <a:ext uri="{FF2B5EF4-FFF2-40B4-BE49-F238E27FC236}">
                      <a16:creationId xmlns:a16="http://schemas.microsoft.com/office/drawing/2014/main" id="{AA19AF3D-E691-95DB-6D98-0348A1DC5A92}"/>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99DAA8F-F026-1107-1B71-254142E31648}"/>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36F01A12-1D72-F9C5-7005-EC774AD846DC}"/>
                  </a:ext>
                </a:extLst>
              </p:cNvPr>
              <p:cNvGrpSpPr/>
              <p:nvPr/>
            </p:nvGrpSpPr>
            <p:grpSpPr>
              <a:xfrm>
                <a:off x="2943225" y="4493250"/>
                <a:ext cx="720000" cy="720000"/>
                <a:chOff x="1495425" y="3838582"/>
                <a:chExt cx="720000" cy="720000"/>
              </a:xfrm>
            </p:grpSpPr>
            <p:sp>
              <p:nvSpPr>
                <p:cNvPr id="45" name="椭圆 44">
                  <a:extLst>
                    <a:ext uri="{FF2B5EF4-FFF2-40B4-BE49-F238E27FC236}">
                      <a16:creationId xmlns:a16="http://schemas.microsoft.com/office/drawing/2014/main" id="{F6CEBE35-E8EB-398C-05FF-D31E6B669081}"/>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46" name="文本框 45">
                  <a:extLst>
                    <a:ext uri="{FF2B5EF4-FFF2-40B4-BE49-F238E27FC236}">
                      <a16:creationId xmlns:a16="http://schemas.microsoft.com/office/drawing/2014/main" id="{8F98162B-B433-B1BD-06B2-09760E94F24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0</a:t>
                  </a:r>
                  <a:endParaRPr lang="zh-CN" altLang="en-US" sz="1400" dirty="0"/>
                </a:p>
              </p:txBody>
            </p:sp>
            <p:sp>
              <p:nvSpPr>
                <p:cNvPr id="47" name="文本框 46">
                  <a:extLst>
                    <a:ext uri="{FF2B5EF4-FFF2-40B4-BE49-F238E27FC236}">
                      <a16:creationId xmlns:a16="http://schemas.microsoft.com/office/drawing/2014/main" id="{DA21F6AB-2C93-B6AA-149F-CD2BEAB8971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48" name="文本框 47">
                  <a:extLst>
                    <a:ext uri="{FF2B5EF4-FFF2-40B4-BE49-F238E27FC236}">
                      <a16:creationId xmlns:a16="http://schemas.microsoft.com/office/drawing/2014/main" id="{0596BA14-380A-B929-9853-B3F1F749FABC}"/>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dirty="0"/>
                    <a:t>4</a:t>
                  </a:r>
                  <a:endParaRPr lang="zh-CN" altLang="en-US" sz="1400" dirty="0"/>
                </a:p>
              </p:txBody>
            </p:sp>
            <p:cxnSp>
              <p:nvCxnSpPr>
                <p:cNvPr id="49" name="直接连接符 48">
                  <a:extLst>
                    <a:ext uri="{FF2B5EF4-FFF2-40B4-BE49-F238E27FC236}">
                      <a16:creationId xmlns:a16="http://schemas.microsoft.com/office/drawing/2014/main" id="{93B29317-34D9-9135-E80D-99F960982D66}"/>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3BF490E2-B75A-CB56-1CB9-3726C3EADB4C}"/>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BBD05E93-C9DC-DA30-7508-212F6708FFAC}"/>
                  </a:ext>
                </a:extLst>
              </p:cNvPr>
              <p:cNvGrpSpPr/>
              <p:nvPr/>
            </p:nvGrpSpPr>
            <p:grpSpPr>
              <a:xfrm>
                <a:off x="4931025" y="3953250"/>
                <a:ext cx="720000" cy="720000"/>
                <a:chOff x="1495425" y="3838582"/>
                <a:chExt cx="720000" cy="720000"/>
              </a:xfrm>
            </p:grpSpPr>
            <p:sp>
              <p:nvSpPr>
                <p:cNvPr id="52" name="椭圆 51">
                  <a:extLst>
                    <a:ext uri="{FF2B5EF4-FFF2-40B4-BE49-F238E27FC236}">
                      <a16:creationId xmlns:a16="http://schemas.microsoft.com/office/drawing/2014/main" id="{79335525-B450-9913-F18D-B70C86C78DAE}"/>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53" name="文本框 52">
                  <a:extLst>
                    <a:ext uri="{FF2B5EF4-FFF2-40B4-BE49-F238E27FC236}">
                      <a16:creationId xmlns:a16="http://schemas.microsoft.com/office/drawing/2014/main" id="{91F0DF7E-486A-F414-1FC3-07A1594F963B}"/>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solidFill>
                        <a:srgbClr val="FF0000"/>
                      </a:solidFill>
                    </a:rPr>
                    <a:t>4</a:t>
                  </a:r>
                  <a:endParaRPr lang="zh-CN" altLang="en-US" sz="1400" dirty="0">
                    <a:solidFill>
                      <a:srgbClr val="FF0000"/>
                    </a:solidFill>
                  </a:endParaRPr>
                </a:p>
              </p:txBody>
            </p:sp>
            <p:sp>
              <p:nvSpPr>
                <p:cNvPr id="54" name="文本框 53">
                  <a:extLst>
                    <a:ext uri="{FF2B5EF4-FFF2-40B4-BE49-F238E27FC236}">
                      <a16:creationId xmlns:a16="http://schemas.microsoft.com/office/drawing/2014/main" id="{3ED1DE09-2657-E1F9-1137-5B5DAF4D3DC8}"/>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55" name="文本框 54">
                  <a:extLst>
                    <a:ext uri="{FF2B5EF4-FFF2-40B4-BE49-F238E27FC236}">
                      <a16:creationId xmlns:a16="http://schemas.microsoft.com/office/drawing/2014/main" id="{DC47CAA9-766E-93F4-E753-2B79D07E07F9}"/>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dirty="0"/>
                    <a:t>6</a:t>
                  </a:r>
                  <a:endParaRPr lang="zh-CN" altLang="en-US" sz="1400" dirty="0"/>
                </a:p>
              </p:txBody>
            </p:sp>
            <p:cxnSp>
              <p:nvCxnSpPr>
                <p:cNvPr id="56" name="直接连接符 55">
                  <a:extLst>
                    <a:ext uri="{FF2B5EF4-FFF2-40B4-BE49-F238E27FC236}">
                      <a16:creationId xmlns:a16="http://schemas.microsoft.com/office/drawing/2014/main" id="{EDF16111-32C5-1921-030E-049121A476EE}"/>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FF9355EE-8C00-5EE9-B933-F553632374F5}"/>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89588942-6F0F-5D3B-5DA6-8E6FBF0B5E9F}"/>
                  </a:ext>
                </a:extLst>
              </p:cNvPr>
              <p:cNvGrpSpPr/>
              <p:nvPr/>
            </p:nvGrpSpPr>
            <p:grpSpPr>
              <a:xfrm>
                <a:off x="4931025" y="2058749"/>
                <a:ext cx="720000" cy="720000"/>
                <a:chOff x="1495425" y="3838582"/>
                <a:chExt cx="720000" cy="720000"/>
              </a:xfrm>
            </p:grpSpPr>
            <p:sp>
              <p:nvSpPr>
                <p:cNvPr id="59" name="椭圆 58">
                  <a:extLst>
                    <a:ext uri="{FF2B5EF4-FFF2-40B4-BE49-F238E27FC236}">
                      <a16:creationId xmlns:a16="http://schemas.microsoft.com/office/drawing/2014/main" id="{E948D074-A6FC-CE31-1946-98EB98646A42}"/>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60" name="文本框 59">
                  <a:extLst>
                    <a:ext uri="{FF2B5EF4-FFF2-40B4-BE49-F238E27FC236}">
                      <a16:creationId xmlns:a16="http://schemas.microsoft.com/office/drawing/2014/main" id="{DD52194C-7CE2-4A5F-BCF2-6E79FB41EFCD}"/>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4</a:t>
                  </a:r>
                  <a:endParaRPr lang="zh-CN" altLang="en-US" sz="1400" dirty="0"/>
                </a:p>
              </p:txBody>
            </p:sp>
            <p:sp>
              <p:nvSpPr>
                <p:cNvPr id="61" name="文本框 60">
                  <a:extLst>
                    <a:ext uri="{FF2B5EF4-FFF2-40B4-BE49-F238E27FC236}">
                      <a16:creationId xmlns:a16="http://schemas.microsoft.com/office/drawing/2014/main" id="{618A3742-C59F-65D9-974B-F151728EB54B}"/>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62" name="文本框 61">
                  <a:extLst>
                    <a:ext uri="{FF2B5EF4-FFF2-40B4-BE49-F238E27FC236}">
                      <a16:creationId xmlns:a16="http://schemas.microsoft.com/office/drawing/2014/main" id="{2C6D3916-FACC-E9E9-F15A-FD0B248028F7}"/>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dirty="0"/>
                    <a:t>5</a:t>
                  </a:r>
                  <a:endParaRPr lang="zh-CN" altLang="en-US" sz="1400" dirty="0"/>
                </a:p>
              </p:txBody>
            </p:sp>
            <p:cxnSp>
              <p:nvCxnSpPr>
                <p:cNvPr id="63" name="直接连接符 62">
                  <a:extLst>
                    <a:ext uri="{FF2B5EF4-FFF2-40B4-BE49-F238E27FC236}">
                      <a16:creationId xmlns:a16="http://schemas.microsoft.com/office/drawing/2014/main" id="{6A570435-3134-4862-1269-0056E9CDDE57}"/>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635DC142-BF97-1AD6-2FEE-0B432F8A5407}"/>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A159D951-A359-E623-308D-0E6AA46F1A31}"/>
                  </a:ext>
                </a:extLst>
              </p:cNvPr>
              <p:cNvGrpSpPr/>
              <p:nvPr/>
            </p:nvGrpSpPr>
            <p:grpSpPr>
              <a:xfrm>
                <a:off x="6629400" y="2058749"/>
                <a:ext cx="720000" cy="720000"/>
                <a:chOff x="1495425" y="3838582"/>
                <a:chExt cx="720000" cy="720000"/>
              </a:xfrm>
            </p:grpSpPr>
            <p:sp>
              <p:nvSpPr>
                <p:cNvPr id="66" name="椭圆 65">
                  <a:extLst>
                    <a:ext uri="{FF2B5EF4-FFF2-40B4-BE49-F238E27FC236}">
                      <a16:creationId xmlns:a16="http://schemas.microsoft.com/office/drawing/2014/main" id="{B99BD0C3-C263-B66B-67B4-8B830FA9889B}"/>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67" name="文本框 66">
                  <a:extLst>
                    <a:ext uri="{FF2B5EF4-FFF2-40B4-BE49-F238E27FC236}">
                      <a16:creationId xmlns:a16="http://schemas.microsoft.com/office/drawing/2014/main" id="{485275BB-5086-F951-EF64-ABF56169D6D2}"/>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9</a:t>
                  </a:r>
                  <a:endParaRPr lang="zh-CN" altLang="en-US" sz="1400" dirty="0"/>
                </a:p>
              </p:txBody>
            </p:sp>
            <p:sp>
              <p:nvSpPr>
                <p:cNvPr id="68" name="文本框 67">
                  <a:extLst>
                    <a:ext uri="{FF2B5EF4-FFF2-40B4-BE49-F238E27FC236}">
                      <a16:creationId xmlns:a16="http://schemas.microsoft.com/office/drawing/2014/main" id="{7B757852-965D-0797-9423-750360F7865F}"/>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69" name="文本框 68">
                  <a:extLst>
                    <a:ext uri="{FF2B5EF4-FFF2-40B4-BE49-F238E27FC236}">
                      <a16:creationId xmlns:a16="http://schemas.microsoft.com/office/drawing/2014/main" id="{F4F78AD9-09BF-3341-8F3C-4B9AC3F83B0F}"/>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dirty="0"/>
                    <a:t>7</a:t>
                  </a:r>
                  <a:endParaRPr lang="zh-CN" altLang="en-US" sz="1400" dirty="0"/>
                </a:p>
              </p:txBody>
            </p:sp>
            <p:cxnSp>
              <p:nvCxnSpPr>
                <p:cNvPr id="70" name="直接连接符 69">
                  <a:extLst>
                    <a:ext uri="{FF2B5EF4-FFF2-40B4-BE49-F238E27FC236}">
                      <a16:creationId xmlns:a16="http://schemas.microsoft.com/office/drawing/2014/main" id="{C21414CA-07C2-9A0E-96C9-BF18BC2014DB}"/>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9971469A-182B-9776-70DA-F5EE679DF51D}"/>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864F43F5-1FCD-1171-49C4-1B33F7EDCD1B}"/>
                  </a:ext>
                </a:extLst>
              </p:cNvPr>
              <p:cNvGrpSpPr/>
              <p:nvPr/>
            </p:nvGrpSpPr>
            <p:grpSpPr>
              <a:xfrm>
                <a:off x="6624825" y="3953250"/>
                <a:ext cx="720000" cy="720000"/>
                <a:chOff x="1495425" y="3838582"/>
                <a:chExt cx="720000" cy="720000"/>
              </a:xfrm>
            </p:grpSpPr>
            <p:sp>
              <p:nvSpPr>
                <p:cNvPr id="73" name="椭圆 72">
                  <a:extLst>
                    <a:ext uri="{FF2B5EF4-FFF2-40B4-BE49-F238E27FC236}">
                      <a16:creationId xmlns:a16="http://schemas.microsoft.com/office/drawing/2014/main" id="{8D81C921-7B80-7EB3-01C8-3893119FE4A0}"/>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74" name="文本框 73">
                  <a:extLst>
                    <a:ext uri="{FF2B5EF4-FFF2-40B4-BE49-F238E27FC236}">
                      <a16:creationId xmlns:a16="http://schemas.microsoft.com/office/drawing/2014/main" id="{0BEB4CED-6ADE-8C0B-9019-88DD3752A43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solidFill>
                        <a:srgbClr val="FF0000"/>
                      </a:solidFill>
                    </a:rPr>
                    <a:t>9</a:t>
                  </a:r>
                  <a:endParaRPr lang="zh-CN" altLang="en-US" sz="1400" dirty="0">
                    <a:solidFill>
                      <a:srgbClr val="FF0000"/>
                    </a:solidFill>
                  </a:endParaRPr>
                </a:p>
              </p:txBody>
            </p:sp>
            <p:sp>
              <p:nvSpPr>
                <p:cNvPr id="75" name="文本框 74">
                  <a:extLst>
                    <a:ext uri="{FF2B5EF4-FFF2-40B4-BE49-F238E27FC236}">
                      <a16:creationId xmlns:a16="http://schemas.microsoft.com/office/drawing/2014/main" id="{C7FFCA3B-047D-82A7-6185-FD5524D7979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76" name="文本框 75">
                  <a:extLst>
                    <a:ext uri="{FF2B5EF4-FFF2-40B4-BE49-F238E27FC236}">
                      <a16:creationId xmlns:a16="http://schemas.microsoft.com/office/drawing/2014/main" id="{5111B45B-D956-5E20-6214-2D8B839B6B4F}"/>
                    </a:ext>
                  </a:extLst>
                </p:cNvPr>
                <p:cNvSpPr txBox="1"/>
                <p:nvPr/>
              </p:nvSpPr>
              <p:spPr>
                <a:xfrm>
                  <a:off x="1497829" y="4044693"/>
                  <a:ext cx="298480" cy="307777"/>
                </a:xfrm>
                <a:prstGeom prst="rect">
                  <a:avLst/>
                </a:prstGeom>
                <a:noFill/>
                <a:ln>
                  <a:noFill/>
                </a:ln>
              </p:spPr>
              <p:txBody>
                <a:bodyPr wrap="none" rtlCol="0" anchor="ctr" anchorCtr="0">
                  <a:noAutofit/>
                </a:bodyPr>
                <a:lstStyle/>
                <a:p>
                  <a:pPr algn="ctr"/>
                  <a:r>
                    <a:rPr lang="en-US" altLang="zh-CN" sz="1400" dirty="0"/>
                    <a:t>8</a:t>
                  </a:r>
                  <a:endParaRPr lang="zh-CN" altLang="en-US" sz="1400" dirty="0"/>
                </a:p>
              </p:txBody>
            </p:sp>
            <p:cxnSp>
              <p:nvCxnSpPr>
                <p:cNvPr id="77" name="直接连接符 76">
                  <a:extLst>
                    <a:ext uri="{FF2B5EF4-FFF2-40B4-BE49-F238E27FC236}">
                      <a16:creationId xmlns:a16="http://schemas.microsoft.com/office/drawing/2014/main" id="{7969EF8D-9E84-933F-2ABF-2AFF47F2FA31}"/>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EEACFFE4-793D-54CE-A3BE-7CB0627207A8}"/>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34488A61-A025-58DC-3CFF-52A7B0D72F3C}"/>
                  </a:ext>
                </a:extLst>
              </p:cNvPr>
              <p:cNvGrpSpPr/>
              <p:nvPr/>
            </p:nvGrpSpPr>
            <p:grpSpPr>
              <a:xfrm>
                <a:off x="8267700" y="2667375"/>
                <a:ext cx="720000" cy="720000"/>
                <a:chOff x="1495425" y="3838582"/>
                <a:chExt cx="720000" cy="720000"/>
              </a:xfrm>
            </p:grpSpPr>
            <p:sp>
              <p:nvSpPr>
                <p:cNvPr id="80" name="椭圆 79">
                  <a:extLst>
                    <a:ext uri="{FF2B5EF4-FFF2-40B4-BE49-F238E27FC236}">
                      <a16:creationId xmlns:a16="http://schemas.microsoft.com/office/drawing/2014/main" id="{1CC06099-4FE8-9C95-2240-D9F753244C85}"/>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81" name="文本框 80">
                  <a:extLst>
                    <a:ext uri="{FF2B5EF4-FFF2-40B4-BE49-F238E27FC236}">
                      <a16:creationId xmlns:a16="http://schemas.microsoft.com/office/drawing/2014/main" id="{B7A3BBDF-D50A-D3B6-5DFF-B374FEC3702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solidFill>
                        <a:srgbClr val="FF0000"/>
                      </a:solidFill>
                    </a:rPr>
                    <a:t>15</a:t>
                  </a:r>
                  <a:endParaRPr lang="zh-CN" altLang="en-US" sz="1400" dirty="0">
                    <a:solidFill>
                      <a:srgbClr val="FF0000"/>
                    </a:solidFill>
                  </a:endParaRPr>
                </a:p>
              </p:txBody>
            </p:sp>
            <p:sp>
              <p:nvSpPr>
                <p:cNvPr id="82" name="文本框 81">
                  <a:extLst>
                    <a:ext uri="{FF2B5EF4-FFF2-40B4-BE49-F238E27FC236}">
                      <a16:creationId xmlns:a16="http://schemas.microsoft.com/office/drawing/2014/main" id="{AF0F7C6A-0C62-4B6E-8C54-9B041B00BAB7}"/>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83" name="文本框 82">
                  <a:extLst>
                    <a:ext uri="{FF2B5EF4-FFF2-40B4-BE49-F238E27FC236}">
                      <a16:creationId xmlns:a16="http://schemas.microsoft.com/office/drawing/2014/main" id="{D2E1F364-7DD5-EE71-0D16-E8AFA06687BA}"/>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dirty="0"/>
                    <a:t>9</a:t>
                  </a:r>
                  <a:endParaRPr lang="zh-CN" altLang="en-US" sz="1400" dirty="0"/>
                </a:p>
              </p:txBody>
            </p:sp>
            <p:cxnSp>
              <p:nvCxnSpPr>
                <p:cNvPr id="84" name="直接连接符 83">
                  <a:extLst>
                    <a:ext uri="{FF2B5EF4-FFF2-40B4-BE49-F238E27FC236}">
                      <a16:creationId xmlns:a16="http://schemas.microsoft.com/office/drawing/2014/main" id="{A2BD037B-3648-D220-CF3E-B0C6B70BBEB4}"/>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F8C8935C-481F-FD26-3733-F2F9CD656B2E}"/>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65023902-D7C7-C495-3D6A-D47CFFB6D04F}"/>
                  </a:ext>
                </a:extLst>
              </p:cNvPr>
              <p:cNvCxnSpPr>
                <a:cxnSpLocks/>
                <a:stCxn id="14" idx="6"/>
                <a:endCxn id="34" idx="1"/>
              </p:cNvCxnSpPr>
              <p:nvPr/>
            </p:nvCxnSpPr>
            <p:spPr>
              <a:xfrm flipV="1">
                <a:off x="1986825" y="2418750"/>
                <a:ext cx="964415" cy="85725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40A72A92-B7D2-3ECE-275A-11A266213809}"/>
                  </a:ext>
                </a:extLst>
              </p:cNvPr>
              <p:cNvCxnSpPr>
                <a:cxnSpLocks/>
                <a:stCxn id="31" idx="6"/>
                <a:endCxn id="62" idx="1"/>
              </p:cNvCxnSpPr>
              <p:nvPr/>
            </p:nvCxnSpPr>
            <p:spPr>
              <a:xfrm flipV="1">
                <a:off x="3663225" y="2418749"/>
                <a:ext cx="1276616" cy="1"/>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E07F9A4E-F42D-8442-A4F0-24A1EE1D4BBD}"/>
                  </a:ext>
                </a:extLst>
              </p:cNvPr>
              <p:cNvCxnSpPr>
                <a:cxnSpLocks/>
                <a:stCxn id="59" idx="6"/>
                <a:endCxn id="69" idx="1"/>
              </p:cNvCxnSpPr>
              <p:nvPr/>
            </p:nvCxnSpPr>
            <p:spPr>
              <a:xfrm>
                <a:off x="5651025" y="2418749"/>
                <a:ext cx="984787" cy="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8B8D3D15-6F08-42A4-33A7-CF2411AEAA9D}"/>
                  </a:ext>
                </a:extLst>
              </p:cNvPr>
              <p:cNvCxnSpPr>
                <a:cxnSpLocks/>
                <a:stCxn id="66" idx="6"/>
                <a:endCxn id="83" idx="1"/>
              </p:cNvCxnSpPr>
              <p:nvPr/>
            </p:nvCxnSpPr>
            <p:spPr>
              <a:xfrm>
                <a:off x="7349400" y="2418749"/>
                <a:ext cx="923109" cy="608626"/>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4CAE82EB-8FD2-AE1F-93B3-6BB9A68EC7F9}"/>
                  </a:ext>
                </a:extLst>
              </p:cNvPr>
              <p:cNvCxnSpPr>
                <a:cxnSpLocks/>
                <a:endCxn id="76" idx="1"/>
              </p:cNvCxnSpPr>
              <p:nvPr/>
            </p:nvCxnSpPr>
            <p:spPr>
              <a:xfrm>
                <a:off x="5646217" y="2418748"/>
                <a:ext cx="981012" cy="1894502"/>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086AF576-0AC7-7C9F-255F-206E6DF57EAA}"/>
                  </a:ext>
                </a:extLst>
              </p:cNvPr>
              <p:cNvCxnSpPr>
                <a:cxnSpLocks/>
                <a:stCxn id="73" idx="6"/>
                <a:endCxn id="83" idx="1"/>
              </p:cNvCxnSpPr>
              <p:nvPr/>
            </p:nvCxnSpPr>
            <p:spPr>
              <a:xfrm flipV="1">
                <a:off x="7344825" y="3027375"/>
                <a:ext cx="927684" cy="1285875"/>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DFCDBF4A-A9AB-FC92-AB93-CFCD0E2865B9}"/>
                  </a:ext>
                </a:extLst>
              </p:cNvPr>
              <p:cNvCxnSpPr>
                <a:cxnSpLocks/>
                <a:stCxn id="52" idx="6"/>
                <a:endCxn id="76" idx="1"/>
              </p:cNvCxnSpPr>
              <p:nvPr/>
            </p:nvCxnSpPr>
            <p:spPr>
              <a:xfrm>
                <a:off x="5651025" y="4313250"/>
                <a:ext cx="976204" cy="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58CC69AA-B479-50C7-A7A3-A4FAD95B050D}"/>
                  </a:ext>
                </a:extLst>
              </p:cNvPr>
              <p:cNvCxnSpPr>
                <a:cxnSpLocks/>
                <a:stCxn id="38" idx="6"/>
                <a:endCxn id="55" idx="1"/>
              </p:cNvCxnSpPr>
              <p:nvPr/>
            </p:nvCxnSpPr>
            <p:spPr>
              <a:xfrm>
                <a:off x="3649800" y="3636000"/>
                <a:ext cx="1286034" cy="67725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DF6AD75D-7AD9-1EAA-939C-B6D1B0B861FB}"/>
                  </a:ext>
                </a:extLst>
              </p:cNvPr>
              <p:cNvCxnSpPr>
                <a:cxnSpLocks/>
                <a:endCxn id="52" idx="2"/>
              </p:cNvCxnSpPr>
              <p:nvPr/>
            </p:nvCxnSpPr>
            <p:spPr>
              <a:xfrm flipV="1">
                <a:off x="3663225" y="4313250"/>
                <a:ext cx="1267800" cy="566111"/>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23050100-E789-66CE-4F66-76699820D5E9}"/>
                  </a:ext>
                </a:extLst>
              </p:cNvPr>
              <p:cNvCxnSpPr>
                <a:cxnSpLocks/>
                <a:stCxn id="14" idx="6"/>
                <a:endCxn id="41" idx="1"/>
              </p:cNvCxnSpPr>
              <p:nvPr/>
            </p:nvCxnSpPr>
            <p:spPr>
              <a:xfrm>
                <a:off x="1986825" y="3276000"/>
                <a:ext cx="951791" cy="36000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DE24777D-571D-A47C-D306-F5700A5905F2}"/>
                  </a:ext>
                </a:extLst>
              </p:cNvPr>
              <p:cNvSpPr txBox="1"/>
              <p:nvPr/>
            </p:nvSpPr>
            <p:spPr>
              <a:xfrm>
                <a:off x="2180754" y="2598749"/>
                <a:ext cx="316112" cy="369332"/>
              </a:xfrm>
              <a:prstGeom prst="rect">
                <a:avLst/>
              </a:prstGeom>
              <a:noFill/>
            </p:spPr>
            <p:txBody>
              <a:bodyPr wrap="none" rtlCol="0">
                <a:noAutofit/>
              </a:bodyPr>
              <a:lstStyle/>
              <a:p>
                <a:r>
                  <a:rPr lang="en-US" altLang="zh-CN" sz="1400" dirty="0"/>
                  <a:t>2</a:t>
                </a:r>
                <a:endParaRPr lang="zh-CN" altLang="en-US" sz="1400" dirty="0"/>
              </a:p>
            </p:txBody>
          </p:sp>
          <p:sp>
            <p:nvSpPr>
              <p:cNvPr id="124" name="文本框 123">
                <a:extLst>
                  <a:ext uri="{FF2B5EF4-FFF2-40B4-BE49-F238E27FC236}">
                    <a16:creationId xmlns:a16="http://schemas.microsoft.com/office/drawing/2014/main" id="{0783AF57-B8B4-37AA-C586-43CCD1F78D01}"/>
                  </a:ext>
                </a:extLst>
              </p:cNvPr>
              <p:cNvSpPr txBox="1"/>
              <p:nvPr/>
            </p:nvSpPr>
            <p:spPr>
              <a:xfrm>
                <a:off x="5998203" y="2080194"/>
                <a:ext cx="316112" cy="369332"/>
              </a:xfrm>
              <a:prstGeom prst="rect">
                <a:avLst/>
              </a:prstGeom>
              <a:noFill/>
            </p:spPr>
            <p:txBody>
              <a:bodyPr wrap="none" rtlCol="0">
                <a:noAutofit/>
              </a:bodyPr>
              <a:lstStyle/>
              <a:p>
                <a:r>
                  <a:rPr lang="en-US" altLang="zh-CN" sz="1400" dirty="0"/>
                  <a:t>5</a:t>
                </a:r>
                <a:endParaRPr lang="zh-CN" altLang="en-US" sz="1400" dirty="0"/>
              </a:p>
            </p:txBody>
          </p:sp>
          <p:sp>
            <p:nvSpPr>
              <p:cNvPr id="125" name="文本框 124">
                <a:extLst>
                  <a:ext uri="{FF2B5EF4-FFF2-40B4-BE49-F238E27FC236}">
                    <a16:creationId xmlns:a16="http://schemas.microsoft.com/office/drawing/2014/main" id="{CE2D7036-8FAD-78A0-58D2-966188711195}"/>
                  </a:ext>
                </a:extLst>
              </p:cNvPr>
              <p:cNvSpPr txBox="1"/>
              <p:nvPr/>
            </p:nvSpPr>
            <p:spPr>
              <a:xfrm>
                <a:off x="2295168" y="3455999"/>
                <a:ext cx="316112" cy="369332"/>
              </a:xfrm>
              <a:prstGeom prst="rect">
                <a:avLst/>
              </a:prstGeom>
              <a:noFill/>
            </p:spPr>
            <p:txBody>
              <a:bodyPr wrap="none" rtlCol="0">
                <a:noAutofit/>
              </a:bodyPr>
              <a:lstStyle/>
              <a:p>
                <a:r>
                  <a:rPr lang="en-US" altLang="zh-CN" sz="1400" dirty="0"/>
                  <a:t>2</a:t>
                </a:r>
                <a:endParaRPr lang="zh-CN" altLang="en-US" sz="1400" dirty="0"/>
              </a:p>
            </p:txBody>
          </p:sp>
          <p:sp>
            <p:nvSpPr>
              <p:cNvPr id="126" name="文本框 125">
                <a:extLst>
                  <a:ext uri="{FF2B5EF4-FFF2-40B4-BE49-F238E27FC236}">
                    <a16:creationId xmlns:a16="http://schemas.microsoft.com/office/drawing/2014/main" id="{B02E1FC4-6729-3E38-065F-81788FB79822}"/>
                  </a:ext>
                </a:extLst>
              </p:cNvPr>
              <p:cNvSpPr txBox="1"/>
              <p:nvPr/>
            </p:nvSpPr>
            <p:spPr>
              <a:xfrm>
                <a:off x="4192774" y="3670312"/>
                <a:ext cx="268022" cy="369332"/>
              </a:xfrm>
              <a:prstGeom prst="rect">
                <a:avLst/>
              </a:prstGeom>
              <a:noFill/>
            </p:spPr>
            <p:txBody>
              <a:bodyPr wrap="none" rtlCol="0">
                <a:noAutofit/>
              </a:bodyPr>
              <a:lstStyle/>
              <a:p>
                <a:r>
                  <a:rPr lang="en-US" altLang="zh-CN" sz="1400" dirty="0"/>
                  <a:t>1</a:t>
                </a:r>
                <a:endParaRPr lang="zh-CN" altLang="en-US" sz="1400" dirty="0"/>
              </a:p>
            </p:txBody>
          </p:sp>
          <p:sp>
            <p:nvSpPr>
              <p:cNvPr id="127" name="文本框 126">
                <a:extLst>
                  <a:ext uri="{FF2B5EF4-FFF2-40B4-BE49-F238E27FC236}">
                    <a16:creationId xmlns:a16="http://schemas.microsoft.com/office/drawing/2014/main" id="{9D23F614-05DB-2441-655A-52B91CCF1592}"/>
                  </a:ext>
                </a:extLst>
              </p:cNvPr>
              <p:cNvSpPr txBox="1"/>
              <p:nvPr/>
            </p:nvSpPr>
            <p:spPr>
              <a:xfrm>
                <a:off x="4107173" y="4596305"/>
                <a:ext cx="336952" cy="369332"/>
              </a:xfrm>
              <a:prstGeom prst="rect">
                <a:avLst/>
              </a:prstGeom>
              <a:noFill/>
            </p:spPr>
            <p:txBody>
              <a:bodyPr wrap="none" rtlCol="0">
                <a:noAutofit/>
              </a:bodyPr>
              <a:lstStyle/>
              <a:p>
                <a:r>
                  <a:rPr lang="en-US" altLang="zh-CN" sz="1400" dirty="0"/>
                  <a:t>4</a:t>
                </a:r>
                <a:endParaRPr lang="zh-CN" altLang="en-US" sz="1400" dirty="0"/>
              </a:p>
            </p:txBody>
          </p:sp>
          <p:sp>
            <p:nvSpPr>
              <p:cNvPr id="128" name="文本框 127">
                <a:extLst>
                  <a:ext uri="{FF2B5EF4-FFF2-40B4-BE49-F238E27FC236}">
                    <a16:creationId xmlns:a16="http://schemas.microsoft.com/office/drawing/2014/main" id="{5DC1F4A2-0CAB-1581-7C02-D73077359BE0}"/>
                  </a:ext>
                </a:extLst>
              </p:cNvPr>
              <p:cNvSpPr txBox="1"/>
              <p:nvPr/>
            </p:nvSpPr>
            <p:spPr>
              <a:xfrm>
                <a:off x="5979869" y="3939252"/>
                <a:ext cx="268022" cy="369332"/>
              </a:xfrm>
              <a:prstGeom prst="rect">
                <a:avLst/>
              </a:prstGeom>
              <a:noFill/>
            </p:spPr>
            <p:txBody>
              <a:bodyPr wrap="none" rtlCol="0">
                <a:noAutofit/>
              </a:bodyPr>
              <a:lstStyle/>
              <a:p>
                <a:r>
                  <a:rPr lang="en-US" altLang="zh-CN" sz="1400" dirty="0"/>
                  <a:t>1</a:t>
                </a:r>
                <a:endParaRPr lang="zh-CN" altLang="en-US" sz="1400" dirty="0"/>
              </a:p>
            </p:txBody>
          </p:sp>
          <p:sp>
            <p:nvSpPr>
              <p:cNvPr id="129" name="文本框 128">
                <a:extLst>
                  <a:ext uri="{FF2B5EF4-FFF2-40B4-BE49-F238E27FC236}">
                    <a16:creationId xmlns:a16="http://schemas.microsoft.com/office/drawing/2014/main" id="{0920D500-3A7F-D81A-106C-02DAA8584515}"/>
                  </a:ext>
                </a:extLst>
              </p:cNvPr>
              <p:cNvSpPr txBox="1"/>
              <p:nvPr/>
            </p:nvSpPr>
            <p:spPr>
              <a:xfrm>
                <a:off x="6163898" y="3104389"/>
                <a:ext cx="316112" cy="369332"/>
              </a:xfrm>
              <a:prstGeom prst="rect">
                <a:avLst/>
              </a:prstGeom>
              <a:noFill/>
            </p:spPr>
            <p:txBody>
              <a:bodyPr wrap="none" rtlCol="0">
                <a:noAutofit/>
              </a:bodyPr>
              <a:lstStyle/>
              <a:p>
                <a:r>
                  <a:rPr lang="en-US" altLang="zh-CN" sz="1400" dirty="0"/>
                  <a:t>5</a:t>
                </a:r>
                <a:endParaRPr lang="zh-CN" altLang="en-US" sz="1400" dirty="0"/>
              </a:p>
            </p:txBody>
          </p:sp>
          <p:sp>
            <p:nvSpPr>
              <p:cNvPr id="130" name="文本框 129">
                <a:extLst>
                  <a:ext uri="{FF2B5EF4-FFF2-40B4-BE49-F238E27FC236}">
                    <a16:creationId xmlns:a16="http://schemas.microsoft.com/office/drawing/2014/main" id="{DACC29F8-4A83-D7E2-6F5D-A72578FCC15E}"/>
                  </a:ext>
                </a:extLst>
              </p:cNvPr>
              <p:cNvSpPr txBox="1"/>
              <p:nvPr/>
            </p:nvSpPr>
            <p:spPr>
              <a:xfrm>
                <a:off x="7704591" y="2387971"/>
                <a:ext cx="325730" cy="369332"/>
              </a:xfrm>
              <a:prstGeom prst="rect">
                <a:avLst/>
              </a:prstGeom>
              <a:noFill/>
            </p:spPr>
            <p:txBody>
              <a:bodyPr wrap="none" rtlCol="0">
                <a:noAutofit/>
              </a:bodyPr>
              <a:lstStyle/>
              <a:p>
                <a:r>
                  <a:rPr lang="en-US" altLang="zh-CN" sz="1400" dirty="0"/>
                  <a:t>6</a:t>
                </a:r>
                <a:endParaRPr lang="zh-CN" altLang="en-US" sz="1400" dirty="0"/>
              </a:p>
            </p:txBody>
          </p:sp>
          <p:sp>
            <p:nvSpPr>
              <p:cNvPr id="131" name="文本框 130">
                <a:extLst>
                  <a:ext uri="{FF2B5EF4-FFF2-40B4-BE49-F238E27FC236}">
                    <a16:creationId xmlns:a16="http://schemas.microsoft.com/office/drawing/2014/main" id="{6543425A-7FF4-F1F6-8BD8-2F687E6EAE39}"/>
                  </a:ext>
                </a:extLst>
              </p:cNvPr>
              <p:cNvSpPr txBox="1"/>
              <p:nvPr/>
            </p:nvSpPr>
            <p:spPr>
              <a:xfrm>
                <a:off x="7808667" y="3603385"/>
                <a:ext cx="336952" cy="369332"/>
              </a:xfrm>
              <a:prstGeom prst="rect">
                <a:avLst/>
              </a:prstGeom>
              <a:noFill/>
            </p:spPr>
            <p:txBody>
              <a:bodyPr wrap="none" rtlCol="0">
                <a:noAutofit/>
              </a:bodyPr>
              <a:lstStyle/>
              <a:p>
                <a:r>
                  <a:rPr lang="en-US" altLang="zh-CN" sz="1400" dirty="0"/>
                  <a:t>4</a:t>
                </a:r>
                <a:endParaRPr lang="zh-CN" altLang="en-US" sz="1400" dirty="0"/>
              </a:p>
            </p:txBody>
          </p:sp>
        </p:grpSp>
        <p:sp>
          <p:nvSpPr>
            <p:cNvPr id="133" name="文本框 132">
              <a:extLst>
                <a:ext uri="{FF2B5EF4-FFF2-40B4-BE49-F238E27FC236}">
                  <a16:creationId xmlns:a16="http://schemas.microsoft.com/office/drawing/2014/main" id="{4A05FE09-E975-C10D-56EE-E0A31E7C21C5}"/>
                </a:ext>
              </a:extLst>
            </p:cNvPr>
            <p:cNvSpPr txBox="1"/>
            <p:nvPr/>
          </p:nvSpPr>
          <p:spPr>
            <a:xfrm>
              <a:off x="5043964" y="1847084"/>
              <a:ext cx="316112" cy="369332"/>
            </a:xfrm>
            <a:prstGeom prst="rect">
              <a:avLst/>
            </a:prstGeom>
            <a:noFill/>
          </p:spPr>
          <p:txBody>
            <a:bodyPr wrap="none" rtlCol="0">
              <a:noAutofit/>
            </a:bodyPr>
            <a:lstStyle/>
            <a:p>
              <a:r>
                <a:rPr lang="en-US" altLang="zh-CN" sz="1400" dirty="0"/>
                <a:t>2</a:t>
              </a:r>
              <a:endParaRPr lang="zh-CN" altLang="en-US" sz="1400" dirty="0"/>
            </a:p>
          </p:txBody>
        </p:sp>
        <p:sp>
          <p:nvSpPr>
            <p:cNvPr id="134" name="文本框 133">
              <a:extLst>
                <a:ext uri="{FF2B5EF4-FFF2-40B4-BE49-F238E27FC236}">
                  <a16:creationId xmlns:a16="http://schemas.microsoft.com/office/drawing/2014/main" id="{96FB34BF-0ADC-01FE-D80E-F766147D0C86}"/>
                </a:ext>
              </a:extLst>
            </p:cNvPr>
            <p:cNvSpPr txBox="1"/>
            <p:nvPr/>
          </p:nvSpPr>
          <p:spPr>
            <a:xfrm>
              <a:off x="5624762" y="3747932"/>
              <a:ext cx="303288" cy="738664"/>
            </a:xfrm>
            <a:prstGeom prst="rect">
              <a:avLst/>
            </a:prstGeom>
            <a:noFill/>
          </p:spPr>
          <p:txBody>
            <a:bodyPr wrap="none" rtlCol="0">
              <a:spAutoFit/>
            </a:bodyPr>
            <a:lstStyle/>
            <a:p>
              <a:r>
                <a:rPr lang="en-US" altLang="zh-CN" sz="1400" dirty="0">
                  <a:solidFill>
                    <a:srgbClr val="FF0000"/>
                  </a:solidFill>
                </a:rPr>
                <a:t>3</a:t>
              </a:r>
            </a:p>
            <a:p>
              <a:endParaRPr lang="en-US" altLang="zh-CN" sz="1400" dirty="0">
                <a:solidFill>
                  <a:srgbClr val="FF0000"/>
                </a:solidFill>
              </a:endParaRPr>
            </a:p>
            <a:p>
              <a:r>
                <a:rPr lang="en-US" altLang="zh-CN" sz="1400" dirty="0">
                  <a:solidFill>
                    <a:srgbClr val="FF0000"/>
                  </a:solidFill>
                </a:rPr>
                <a:t>4</a:t>
              </a:r>
              <a:endParaRPr lang="zh-CN" altLang="en-US" sz="1400" dirty="0">
                <a:solidFill>
                  <a:srgbClr val="FF0000"/>
                </a:solidFill>
              </a:endParaRPr>
            </a:p>
          </p:txBody>
        </p:sp>
        <p:sp>
          <p:nvSpPr>
            <p:cNvPr id="135" name="文本框 134">
              <a:extLst>
                <a:ext uri="{FF2B5EF4-FFF2-40B4-BE49-F238E27FC236}">
                  <a16:creationId xmlns:a16="http://schemas.microsoft.com/office/drawing/2014/main" id="{2328376C-D098-1FC2-FC10-6879CB97C923}"/>
                </a:ext>
              </a:extLst>
            </p:cNvPr>
            <p:cNvSpPr txBox="1"/>
            <p:nvPr/>
          </p:nvSpPr>
          <p:spPr>
            <a:xfrm>
              <a:off x="7233563" y="3344192"/>
              <a:ext cx="293670" cy="738664"/>
            </a:xfrm>
            <a:prstGeom prst="rect">
              <a:avLst/>
            </a:prstGeom>
            <a:noFill/>
          </p:spPr>
          <p:txBody>
            <a:bodyPr wrap="none" rtlCol="0">
              <a:spAutoFit/>
            </a:bodyPr>
            <a:lstStyle/>
            <a:p>
              <a:r>
                <a:rPr lang="en-US" altLang="zh-CN" sz="1400" dirty="0">
                  <a:solidFill>
                    <a:srgbClr val="FF0000"/>
                  </a:solidFill>
                </a:rPr>
                <a:t>9</a:t>
              </a:r>
            </a:p>
            <a:p>
              <a:endParaRPr lang="en-US" altLang="zh-CN" sz="1400" dirty="0">
                <a:solidFill>
                  <a:srgbClr val="FF0000"/>
                </a:solidFill>
              </a:endParaRPr>
            </a:p>
            <a:p>
              <a:r>
                <a:rPr lang="en-US" altLang="zh-CN" sz="1400" dirty="0">
                  <a:solidFill>
                    <a:srgbClr val="FF0000"/>
                  </a:solidFill>
                </a:rPr>
                <a:t>5</a:t>
              </a:r>
              <a:endParaRPr lang="zh-CN" altLang="en-US" sz="1400" dirty="0">
                <a:solidFill>
                  <a:srgbClr val="FF0000"/>
                </a:solidFill>
              </a:endParaRPr>
            </a:p>
          </p:txBody>
        </p:sp>
        <p:sp>
          <p:nvSpPr>
            <p:cNvPr id="137" name="文本框 136">
              <a:extLst>
                <a:ext uri="{FF2B5EF4-FFF2-40B4-BE49-F238E27FC236}">
                  <a16:creationId xmlns:a16="http://schemas.microsoft.com/office/drawing/2014/main" id="{C08D1D40-2D3A-D648-85C0-43C1B382DF8C}"/>
                </a:ext>
              </a:extLst>
            </p:cNvPr>
            <p:cNvSpPr txBox="1"/>
            <p:nvPr/>
          </p:nvSpPr>
          <p:spPr>
            <a:xfrm>
              <a:off x="8852224" y="2364470"/>
              <a:ext cx="349776" cy="738664"/>
            </a:xfrm>
            <a:prstGeom prst="rect">
              <a:avLst/>
            </a:prstGeom>
            <a:noFill/>
          </p:spPr>
          <p:txBody>
            <a:bodyPr wrap="none" rtlCol="0">
              <a:spAutoFit/>
            </a:bodyPr>
            <a:lstStyle/>
            <a:p>
              <a:r>
                <a:rPr lang="en-US" altLang="zh-CN" sz="1400" dirty="0">
                  <a:solidFill>
                    <a:srgbClr val="FF0000"/>
                  </a:solidFill>
                </a:rPr>
                <a:t>15</a:t>
              </a:r>
            </a:p>
            <a:p>
              <a:endParaRPr lang="en-US" altLang="zh-CN" sz="1400" dirty="0">
                <a:solidFill>
                  <a:srgbClr val="FF0000"/>
                </a:solidFill>
              </a:endParaRPr>
            </a:p>
            <a:p>
              <a:r>
                <a:rPr lang="en-US" altLang="zh-CN" sz="1400" dirty="0">
                  <a:solidFill>
                    <a:srgbClr val="FF0000"/>
                  </a:solidFill>
                </a:rPr>
                <a:t>13</a:t>
              </a:r>
              <a:endParaRPr lang="zh-CN" altLang="en-US" sz="1400" dirty="0">
                <a:solidFill>
                  <a:srgbClr val="FF0000"/>
                </a:solidFill>
              </a:endParaRPr>
            </a:p>
          </p:txBody>
        </p:sp>
      </p:grpSp>
    </p:spTree>
    <p:extLst>
      <p:ext uri="{BB962C8B-B14F-4D97-AF65-F5344CB8AC3E}">
        <p14:creationId xmlns:p14="http://schemas.microsoft.com/office/powerpoint/2010/main" val="2525448756"/>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172797-2758-79E6-EDA1-23F3B2C09F4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03485A4-9E27-138E-F318-FC6527E0970C}"/>
              </a:ext>
            </a:extLst>
          </p:cNvPr>
          <p:cNvSpPr>
            <a:spLocks noGrp="1"/>
          </p:cNvSpPr>
          <p:nvPr>
            <p:ph type="title"/>
          </p:nvPr>
        </p:nvSpPr>
        <p:spPr>
          <a:xfrm>
            <a:off x="695998" y="360000"/>
            <a:ext cx="7200000" cy="424732"/>
          </a:xfrm>
        </p:spPr>
        <p:txBody>
          <a:bodyPr>
            <a:normAutofit/>
          </a:bodyPr>
          <a:lstStyle/>
          <a:p>
            <a:r>
              <a:rPr lang="en-US" altLang="zh-CN" dirty="0"/>
              <a:t>PERT</a:t>
            </a:r>
            <a:endParaRPr lang="zh-CN" altLang="en-US" dirty="0"/>
          </a:p>
        </p:txBody>
      </p:sp>
      <p:sp>
        <p:nvSpPr>
          <p:cNvPr id="139" name="内容占位符 138">
            <a:extLst>
              <a:ext uri="{FF2B5EF4-FFF2-40B4-BE49-F238E27FC236}">
                <a16:creationId xmlns:a16="http://schemas.microsoft.com/office/drawing/2014/main" id="{F180FFFB-5AB1-B923-A819-3DC9E76BB9EA}"/>
              </a:ext>
            </a:extLst>
          </p:cNvPr>
          <p:cNvSpPr>
            <a:spLocks noGrp="1"/>
          </p:cNvSpPr>
          <p:nvPr>
            <p:ph idx="1"/>
          </p:nvPr>
        </p:nvSpPr>
        <p:spPr>
          <a:xfrm>
            <a:off x="696000" y="1080000"/>
            <a:ext cx="10800000" cy="5112000"/>
          </a:xfrm>
        </p:spPr>
        <p:txBody>
          <a:bodyPr/>
          <a:lstStyle/>
          <a:p>
            <a:r>
              <a:rPr lang="zh-CN" altLang="en-US" dirty="0"/>
              <a:t>根据总工期 </a:t>
            </a:r>
            <a:r>
              <a:rPr lang="en-US" altLang="zh-CN" dirty="0"/>
              <a:t>15</a:t>
            </a:r>
            <a:r>
              <a:rPr lang="zh-CN" altLang="en-US" dirty="0"/>
              <a:t>，反推各事件最晚开始时间</a:t>
            </a:r>
            <a:endParaRPr lang="en-US" altLang="zh-CN" dirty="0"/>
          </a:p>
          <a:p>
            <a:r>
              <a:rPr lang="zh-CN" altLang="en-US" dirty="0"/>
              <a:t>事件汇总，取最小值</a:t>
            </a:r>
          </a:p>
        </p:txBody>
      </p:sp>
      <p:sp>
        <p:nvSpPr>
          <p:cNvPr id="143" name="文本占位符 142">
            <a:extLst>
              <a:ext uri="{FF2B5EF4-FFF2-40B4-BE49-F238E27FC236}">
                <a16:creationId xmlns:a16="http://schemas.microsoft.com/office/drawing/2014/main" id="{50B0BEBB-FEBA-708C-0751-94D82FE5C2EC}"/>
              </a:ext>
            </a:extLst>
          </p:cNvPr>
          <p:cNvSpPr>
            <a:spLocks noGrp="1"/>
          </p:cNvSpPr>
          <p:nvPr>
            <p:ph type="body" sz="quarter" idx="10"/>
          </p:nvPr>
        </p:nvSpPr>
        <p:spPr/>
        <p:txBody>
          <a:bodyPr/>
          <a:lstStyle/>
          <a:p>
            <a:endParaRPr lang="zh-CN" altLang="en-US"/>
          </a:p>
        </p:txBody>
      </p:sp>
      <p:grpSp>
        <p:nvGrpSpPr>
          <p:cNvPr id="144" name="组合 143">
            <a:extLst>
              <a:ext uri="{FF2B5EF4-FFF2-40B4-BE49-F238E27FC236}">
                <a16:creationId xmlns:a16="http://schemas.microsoft.com/office/drawing/2014/main" id="{97E84D1C-D390-6EAC-729B-8551FF416614}"/>
              </a:ext>
            </a:extLst>
          </p:cNvPr>
          <p:cNvGrpSpPr/>
          <p:nvPr/>
        </p:nvGrpSpPr>
        <p:grpSpPr>
          <a:xfrm>
            <a:off x="2235563" y="2880000"/>
            <a:ext cx="7720875" cy="3159167"/>
            <a:chOff x="2235563" y="1847084"/>
            <a:chExt cx="7720875" cy="3159167"/>
          </a:xfrm>
        </p:grpSpPr>
        <p:grpSp>
          <p:nvGrpSpPr>
            <p:cNvPr id="132" name="组合 131">
              <a:extLst>
                <a:ext uri="{FF2B5EF4-FFF2-40B4-BE49-F238E27FC236}">
                  <a16:creationId xmlns:a16="http://schemas.microsoft.com/office/drawing/2014/main" id="{62A16811-3A1D-C37A-1A8F-178B72C2606F}"/>
                </a:ext>
              </a:extLst>
            </p:cNvPr>
            <p:cNvGrpSpPr/>
            <p:nvPr/>
          </p:nvGrpSpPr>
          <p:grpSpPr>
            <a:xfrm>
              <a:off x="2235563" y="1851750"/>
              <a:ext cx="7720875" cy="3154501"/>
              <a:chOff x="1266825" y="2058749"/>
              <a:chExt cx="7720875" cy="3154501"/>
            </a:xfrm>
          </p:grpSpPr>
          <p:grpSp>
            <p:nvGrpSpPr>
              <p:cNvPr id="29" name="组合 28">
                <a:extLst>
                  <a:ext uri="{FF2B5EF4-FFF2-40B4-BE49-F238E27FC236}">
                    <a16:creationId xmlns:a16="http://schemas.microsoft.com/office/drawing/2014/main" id="{98E5EA5A-49E1-7CA4-1CAD-5B613ECA0B7D}"/>
                  </a:ext>
                </a:extLst>
              </p:cNvPr>
              <p:cNvGrpSpPr/>
              <p:nvPr/>
            </p:nvGrpSpPr>
            <p:grpSpPr>
              <a:xfrm>
                <a:off x="1266825" y="2916000"/>
                <a:ext cx="720000" cy="720000"/>
                <a:chOff x="1495425" y="3838582"/>
                <a:chExt cx="720000" cy="720000"/>
              </a:xfrm>
            </p:grpSpPr>
            <p:sp>
              <p:nvSpPr>
                <p:cNvPr id="14" name="椭圆 13">
                  <a:extLst>
                    <a:ext uri="{FF2B5EF4-FFF2-40B4-BE49-F238E27FC236}">
                      <a16:creationId xmlns:a16="http://schemas.microsoft.com/office/drawing/2014/main" id="{E50F5DDF-409E-E13E-E258-79155B37C315}"/>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16" name="文本框 15">
                  <a:extLst>
                    <a:ext uri="{FF2B5EF4-FFF2-40B4-BE49-F238E27FC236}">
                      <a16:creationId xmlns:a16="http://schemas.microsoft.com/office/drawing/2014/main" id="{2BB97EA2-0DD6-2314-AC3F-25BCF6663D1C}"/>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0</a:t>
                  </a:r>
                  <a:endParaRPr lang="zh-CN" altLang="en-US" sz="1400" dirty="0"/>
                </a:p>
              </p:txBody>
            </p:sp>
            <p:sp>
              <p:nvSpPr>
                <p:cNvPr id="17" name="文本框 16">
                  <a:extLst>
                    <a:ext uri="{FF2B5EF4-FFF2-40B4-BE49-F238E27FC236}">
                      <a16:creationId xmlns:a16="http://schemas.microsoft.com/office/drawing/2014/main" id="{461CE1E0-9304-79CC-056B-2C3E0756545F}"/>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0000"/>
                      </a:solidFill>
                    </a:rPr>
                    <a:t>2</a:t>
                  </a:r>
                  <a:endParaRPr lang="zh-CN" altLang="en-US" sz="1400" dirty="0">
                    <a:solidFill>
                      <a:srgbClr val="FF0000"/>
                    </a:solidFill>
                  </a:endParaRPr>
                </a:p>
              </p:txBody>
            </p:sp>
            <p:sp>
              <p:nvSpPr>
                <p:cNvPr id="18" name="文本框 17">
                  <a:extLst>
                    <a:ext uri="{FF2B5EF4-FFF2-40B4-BE49-F238E27FC236}">
                      <a16:creationId xmlns:a16="http://schemas.microsoft.com/office/drawing/2014/main" id="{08D88D69-CA01-16BF-9ACE-AB9558813F5F}"/>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dirty="0"/>
                    <a:t>1</a:t>
                  </a:r>
                  <a:endParaRPr lang="zh-CN" altLang="en-US" sz="1400" dirty="0"/>
                </a:p>
              </p:txBody>
            </p:sp>
            <p:cxnSp>
              <p:nvCxnSpPr>
                <p:cNvPr id="26" name="直接连接符 25">
                  <a:extLst>
                    <a:ext uri="{FF2B5EF4-FFF2-40B4-BE49-F238E27FC236}">
                      <a16:creationId xmlns:a16="http://schemas.microsoft.com/office/drawing/2014/main" id="{938314A7-0236-B7D2-EDD2-4947C7264979}"/>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2ABCAECD-ED4F-B079-9735-2C3F3E5C3882}"/>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3489DAFD-08EA-4D90-340E-B7489C1AC91A}"/>
                  </a:ext>
                </a:extLst>
              </p:cNvPr>
              <p:cNvGrpSpPr/>
              <p:nvPr/>
            </p:nvGrpSpPr>
            <p:grpSpPr>
              <a:xfrm>
                <a:off x="2943225" y="2058750"/>
                <a:ext cx="720000" cy="720000"/>
                <a:chOff x="1495425" y="3838582"/>
                <a:chExt cx="720000" cy="720000"/>
              </a:xfrm>
            </p:grpSpPr>
            <p:sp>
              <p:nvSpPr>
                <p:cNvPr id="31" name="椭圆 30">
                  <a:extLst>
                    <a:ext uri="{FF2B5EF4-FFF2-40B4-BE49-F238E27FC236}">
                      <a16:creationId xmlns:a16="http://schemas.microsoft.com/office/drawing/2014/main" id="{F37B5C14-0EAE-01FE-285F-3C6C36AE3A3E}"/>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32" name="文本框 31">
                  <a:extLst>
                    <a:ext uri="{FF2B5EF4-FFF2-40B4-BE49-F238E27FC236}">
                      <a16:creationId xmlns:a16="http://schemas.microsoft.com/office/drawing/2014/main" id="{DF399392-10BF-5FEF-0CBC-75945F388506}"/>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2</a:t>
                  </a:r>
                  <a:endParaRPr lang="zh-CN" altLang="en-US" sz="1400" dirty="0"/>
                </a:p>
              </p:txBody>
            </p:sp>
            <p:sp>
              <p:nvSpPr>
                <p:cNvPr id="33" name="文本框 32">
                  <a:extLst>
                    <a:ext uri="{FF2B5EF4-FFF2-40B4-BE49-F238E27FC236}">
                      <a16:creationId xmlns:a16="http://schemas.microsoft.com/office/drawing/2014/main" id="{4AB950DA-4D70-BDE3-CB1C-1B85479C3DDF}"/>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t>2</a:t>
                  </a:r>
                  <a:endParaRPr lang="zh-CN" altLang="en-US" sz="1400" dirty="0"/>
                </a:p>
              </p:txBody>
            </p:sp>
            <p:sp>
              <p:nvSpPr>
                <p:cNvPr id="34" name="文本框 33">
                  <a:extLst>
                    <a:ext uri="{FF2B5EF4-FFF2-40B4-BE49-F238E27FC236}">
                      <a16:creationId xmlns:a16="http://schemas.microsoft.com/office/drawing/2014/main" id="{0B129DA5-B16E-CDCC-1FAB-70C5F0F4F2CC}"/>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dirty="0"/>
                    <a:t>2</a:t>
                  </a:r>
                  <a:endParaRPr lang="zh-CN" altLang="en-US" sz="1400" dirty="0"/>
                </a:p>
              </p:txBody>
            </p:sp>
            <p:cxnSp>
              <p:nvCxnSpPr>
                <p:cNvPr id="35" name="直接连接符 34">
                  <a:extLst>
                    <a:ext uri="{FF2B5EF4-FFF2-40B4-BE49-F238E27FC236}">
                      <a16:creationId xmlns:a16="http://schemas.microsoft.com/office/drawing/2014/main" id="{9E1B8B51-5CEB-4196-D404-9253B86688FE}"/>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2469C8C5-5BE5-F6C9-6202-F55C7A20B4E5}"/>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ABC5E423-7261-DBE6-1C48-940DC1D74ECB}"/>
                  </a:ext>
                </a:extLst>
              </p:cNvPr>
              <p:cNvGrpSpPr/>
              <p:nvPr/>
            </p:nvGrpSpPr>
            <p:grpSpPr>
              <a:xfrm>
                <a:off x="2929800" y="3276000"/>
                <a:ext cx="720000" cy="720000"/>
                <a:chOff x="1495425" y="3838582"/>
                <a:chExt cx="720000" cy="720000"/>
              </a:xfrm>
            </p:grpSpPr>
            <p:sp>
              <p:nvSpPr>
                <p:cNvPr id="38" name="椭圆 37">
                  <a:extLst>
                    <a:ext uri="{FF2B5EF4-FFF2-40B4-BE49-F238E27FC236}">
                      <a16:creationId xmlns:a16="http://schemas.microsoft.com/office/drawing/2014/main" id="{50CD480D-14AA-EC5A-0129-75BF93185966}"/>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39" name="文本框 38">
                  <a:extLst>
                    <a:ext uri="{FF2B5EF4-FFF2-40B4-BE49-F238E27FC236}">
                      <a16:creationId xmlns:a16="http://schemas.microsoft.com/office/drawing/2014/main" id="{736EE6B9-4274-D5D8-F5EE-259867661793}"/>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2</a:t>
                  </a:r>
                  <a:endParaRPr lang="zh-CN" altLang="en-US" sz="1400" dirty="0"/>
                </a:p>
              </p:txBody>
            </p:sp>
            <p:sp>
              <p:nvSpPr>
                <p:cNvPr id="40" name="文本框 39">
                  <a:extLst>
                    <a:ext uri="{FF2B5EF4-FFF2-40B4-BE49-F238E27FC236}">
                      <a16:creationId xmlns:a16="http://schemas.microsoft.com/office/drawing/2014/main" id="{946C1A6F-5753-52C0-468A-A4114B04534E}"/>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t>9</a:t>
                  </a:r>
                  <a:endParaRPr lang="zh-CN" altLang="en-US" sz="1400" dirty="0"/>
                </a:p>
              </p:txBody>
            </p:sp>
            <p:sp>
              <p:nvSpPr>
                <p:cNvPr id="41" name="文本框 40">
                  <a:extLst>
                    <a:ext uri="{FF2B5EF4-FFF2-40B4-BE49-F238E27FC236}">
                      <a16:creationId xmlns:a16="http://schemas.microsoft.com/office/drawing/2014/main" id="{A3E10255-1570-0790-13C5-3FCE9983A68F}"/>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dirty="0"/>
                    <a:t>3</a:t>
                  </a:r>
                  <a:endParaRPr lang="zh-CN" altLang="en-US" sz="1400" dirty="0"/>
                </a:p>
              </p:txBody>
            </p:sp>
            <p:cxnSp>
              <p:nvCxnSpPr>
                <p:cNvPr id="42" name="直接连接符 41">
                  <a:extLst>
                    <a:ext uri="{FF2B5EF4-FFF2-40B4-BE49-F238E27FC236}">
                      <a16:creationId xmlns:a16="http://schemas.microsoft.com/office/drawing/2014/main" id="{1FBD6E99-821C-0F69-2616-BB10CAB4DA82}"/>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ECD86FCF-A55A-9A1E-F80E-3807DCFAD3C0}"/>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10F2C3CC-3161-2354-DF6A-525CD3537E4C}"/>
                  </a:ext>
                </a:extLst>
              </p:cNvPr>
              <p:cNvGrpSpPr/>
              <p:nvPr/>
            </p:nvGrpSpPr>
            <p:grpSpPr>
              <a:xfrm>
                <a:off x="2943225" y="4493250"/>
                <a:ext cx="720000" cy="720000"/>
                <a:chOff x="1495425" y="3838582"/>
                <a:chExt cx="720000" cy="720000"/>
              </a:xfrm>
            </p:grpSpPr>
            <p:sp>
              <p:nvSpPr>
                <p:cNvPr id="45" name="椭圆 44">
                  <a:extLst>
                    <a:ext uri="{FF2B5EF4-FFF2-40B4-BE49-F238E27FC236}">
                      <a16:creationId xmlns:a16="http://schemas.microsoft.com/office/drawing/2014/main" id="{D71CDE7F-265B-6BF0-0E96-06642A198C2C}"/>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46" name="文本框 45">
                  <a:extLst>
                    <a:ext uri="{FF2B5EF4-FFF2-40B4-BE49-F238E27FC236}">
                      <a16:creationId xmlns:a16="http://schemas.microsoft.com/office/drawing/2014/main" id="{6F109F1D-8031-CAC2-8DD7-4CD4A106CD85}"/>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0</a:t>
                  </a:r>
                  <a:endParaRPr lang="zh-CN" altLang="en-US" sz="1400" dirty="0"/>
                </a:p>
              </p:txBody>
            </p:sp>
            <p:sp>
              <p:nvSpPr>
                <p:cNvPr id="47" name="文本框 46">
                  <a:extLst>
                    <a:ext uri="{FF2B5EF4-FFF2-40B4-BE49-F238E27FC236}">
                      <a16:creationId xmlns:a16="http://schemas.microsoft.com/office/drawing/2014/main" id="{1842F997-2C9A-9552-8BBD-0CCAFD7240B1}"/>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t>6</a:t>
                  </a:r>
                  <a:endParaRPr lang="zh-CN" altLang="en-US" sz="1400" dirty="0"/>
                </a:p>
              </p:txBody>
            </p:sp>
            <p:sp>
              <p:nvSpPr>
                <p:cNvPr id="48" name="文本框 47">
                  <a:extLst>
                    <a:ext uri="{FF2B5EF4-FFF2-40B4-BE49-F238E27FC236}">
                      <a16:creationId xmlns:a16="http://schemas.microsoft.com/office/drawing/2014/main" id="{070864C3-FA80-424F-B38D-E5E13499CA8F}"/>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dirty="0"/>
                    <a:t>4</a:t>
                  </a:r>
                  <a:endParaRPr lang="zh-CN" altLang="en-US" sz="1400" dirty="0"/>
                </a:p>
              </p:txBody>
            </p:sp>
            <p:cxnSp>
              <p:nvCxnSpPr>
                <p:cNvPr id="49" name="直接连接符 48">
                  <a:extLst>
                    <a:ext uri="{FF2B5EF4-FFF2-40B4-BE49-F238E27FC236}">
                      <a16:creationId xmlns:a16="http://schemas.microsoft.com/office/drawing/2014/main" id="{E473AC13-C4E0-1525-690A-2FC8F8755BB1}"/>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5EE7511D-093A-081E-840E-782486B31F62}"/>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EEE66FCA-4CC6-3BEA-96B4-E2CC6906828A}"/>
                  </a:ext>
                </a:extLst>
              </p:cNvPr>
              <p:cNvGrpSpPr/>
              <p:nvPr/>
            </p:nvGrpSpPr>
            <p:grpSpPr>
              <a:xfrm>
                <a:off x="4931025" y="3953250"/>
                <a:ext cx="720000" cy="720000"/>
                <a:chOff x="1495425" y="3838582"/>
                <a:chExt cx="720000" cy="720000"/>
              </a:xfrm>
            </p:grpSpPr>
            <p:sp>
              <p:nvSpPr>
                <p:cNvPr id="52" name="椭圆 51">
                  <a:extLst>
                    <a:ext uri="{FF2B5EF4-FFF2-40B4-BE49-F238E27FC236}">
                      <a16:creationId xmlns:a16="http://schemas.microsoft.com/office/drawing/2014/main" id="{3FCAC17B-94F0-05E0-E72E-259ECAEC43A5}"/>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53" name="文本框 52">
                  <a:extLst>
                    <a:ext uri="{FF2B5EF4-FFF2-40B4-BE49-F238E27FC236}">
                      <a16:creationId xmlns:a16="http://schemas.microsoft.com/office/drawing/2014/main" id="{2AD86915-C78B-A8FF-C5BB-3C5668E20B9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4</a:t>
                  </a:r>
                  <a:endParaRPr lang="zh-CN" altLang="en-US" sz="1400" dirty="0"/>
                </a:p>
              </p:txBody>
            </p:sp>
            <p:sp>
              <p:nvSpPr>
                <p:cNvPr id="54" name="文本框 53">
                  <a:extLst>
                    <a:ext uri="{FF2B5EF4-FFF2-40B4-BE49-F238E27FC236}">
                      <a16:creationId xmlns:a16="http://schemas.microsoft.com/office/drawing/2014/main" id="{1D7F1552-DCE5-751D-1A54-AD28731092F4}"/>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t>10</a:t>
                  </a:r>
                  <a:endParaRPr lang="zh-CN" altLang="en-US" sz="1400" dirty="0"/>
                </a:p>
              </p:txBody>
            </p:sp>
            <p:sp>
              <p:nvSpPr>
                <p:cNvPr id="55" name="文本框 54">
                  <a:extLst>
                    <a:ext uri="{FF2B5EF4-FFF2-40B4-BE49-F238E27FC236}">
                      <a16:creationId xmlns:a16="http://schemas.microsoft.com/office/drawing/2014/main" id="{6FFDAFA1-E39A-6D90-50B3-512269964CA1}"/>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dirty="0"/>
                    <a:t>6</a:t>
                  </a:r>
                  <a:endParaRPr lang="zh-CN" altLang="en-US" sz="1400" dirty="0"/>
                </a:p>
              </p:txBody>
            </p:sp>
            <p:cxnSp>
              <p:nvCxnSpPr>
                <p:cNvPr id="56" name="直接连接符 55">
                  <a:extLst>
                    <a:ext uri="{FF2B5EF4-FFF2-40B4-BE49-F238E27FC236}">
                      <a16:creationId xmlns:a16="http://schemas.microsoft.com/office/drawing/2014/main" id="{C1E0B70C-093E-9A0B-D4D6-4D4CD5F040F4}"/>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EB9953EA-A625-F4B2-9AD1-410D2E9B4505}"/>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709FDDAB-8BD2-7E6F-A4B6-9EF1B562470E}"/>
                  </a:ext>
                </a:extLst>
              </p:cNvPr>
              <p:cNvGrpSpPr/>
              <p:nvPr/>
            </p:nvGrpSpPr>
            <p:grpSpPr>
              <a:xfrm>
                <a:off x="4931025" y="2058749"/>
                <a:ext cx="720000" cy="720000"/>
                <a:chOff x="1495425" y="3838582"/>
                <a:chExt cx="720000" cy="720000"/>
              </a:xfrm>
            </p:grpSpPr>
            <p:sp>
              <p:nvSpPr>
                <p:cNvPr id="59" name="椭圆 58">
                  <a:extLst>
                    <a:ext uri="{FF2B5EF4-FFF2-40B4-BE49-F238E27FC236}">
                      <a16:creationId xmlns:a16="http://schemas.microsoft.com/office/drawing/2014/main" id="{22E0A825-F564-543E-1CAE-7890A4909E73}"/>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60" name="文本框 59">
                  <a:extLst>
                    <a:ext uri="{FF2B5EF4-FFF2-40B4-BE49-F238E27FC236}">
                      <a16:creationId xmlns:a16="http://schemas.microsoft.com/office/drawing/2014/main" id="{7AE3CAF0-EA32-D503-9266-A8DD30A04CC3}"/>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4</a:t>
                  </a:r>
                  <a:endParaRPr lang="zh-CN" altLang="en-US" sz="1400" dirty="0"/>
                </a:p>
              </p:txBody>
            </p:sp>
            <p:sp>
              <p:nvSpPr>
                <p:cNvPr id="61" name="文本框 60">
                  <a:extLst>
                    <a:ext uri="{FF2B5EF4-FFF2-40B4-BE49-F238E27FC236}">
                      <a16:creationId xmlns:a16="http://schemas.microsoft.com/office/drawing/2014/main" id="{C6387BE4-9C0D-C885-27A9-5C1A57AD8FF3}"/>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0000"/>
                      </a:solidFill>
                    </a:rPr>
                    <a:t>4</a:t>
                  </a:r>
                  <a:endParaRPr lang="zh-CN" altLang="en-US" sz="1400" dirty="0">
                    <a:solidFill>
                      <a:srgbClr val="FF0000"/>
                    </a:solidFill>
                  </a:endParaRPr>
                </a:p>
              </p:txBody>
            </p:sp>
            <p:sp>
              <p:nvSpPr>
                <p:cNvPr id="62" name="文本框 61">
                  <a:extLst>
                    <a:ext uri="{FF2B5EF4-FFF2-40B4-BE49-F238E27FC236}">
                      <a16:creationId xmlns:a16="http://schemas.microsoft.com/office/drawing/2014/main" id="{1F511106-F38E-170A-B0EF-77B7A8A828DC}"/>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dirty="0"/>
                    <a:t>5</a:t>
                  </a:r>
                  <a:endParaRPr lang="zh-CN" altLang="en-US" sz="1400" dirty="0"/>
                </a:p>
              </p:txBody>
            </p:sp>
            <p:cxnSp>
              <p:nvCxnSpPr>
                <p:cNvPr id="63" name="直接连接符 62">
                  <a:extLst>
                    <a:ext uri="{FF2B5EF4-FFF2-40B4-BE49-F238E27FC236}">
                      <a16:creationId xmlns:a16="http://schemas.microsoft.com/office/drawing/2014/main" id="{20ED86E6-E92A-E811-C279-8CA0893622E7}"/>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FA2FEA2A-F101-B6E5-20D3-6D725B28F8C2}"/>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0F3C6225-EA51-1483-345B-D51F7A86DB14}"/>
                  </a:ext>
                </a:extLst>
              </p:cNvPr>
              <p:cNvGrpSpPr/>
              <p:nvPr/>
            </p:nvGrpSpPr>
            <p:grpSpPr>
              <a:xfrm>
                <a:off x="6629400" y="2058749"/>
                <a:ext cx="720000" cy="720000"/>
                <a:chOff x="1495425" y="3838582"/>
                <a:chExt cx="720000" cy="720000"/>
              </a:xfrm>
            </p:grpSpPr>
            <p:sp>
              <p:nvSpPr>
                <p:cNvPr id="66" name="椭圆 65">
                  <a:extLst>
                    <a:ext uri="{FF2B5EF4-FFF2-40B4-BE49-F238E27FC236}">
                      <a16:creationId xmlns:a16="http://schemas.microsoft.com/office/drawing/2014/main" id="{788A6CE8-36DF-921B-5568-6B2CA75DCB9A}"/>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67" name="文本框 66">
                  <a:extLst>
                    <a:ext uri="{FF2B5EF4-FFF2-40B4-BE49-F238E27FC236}">
                      <a16:creationId xmlns:a16="http://schemas.microsoft.com/office/drawing/2014/main" id="{F3D9E0E6-6BE1-CC69-AFD2-6E11BE12785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9</a:t>
                  </a:r>
                  <a:endParaRPr lang="zh-CN" altLang="en-US" sz="1400" dirty="0"/>
                </a:p>
              </p:txBody>
            </p:sp>
            <p:sp>
              <p:nvSpPr>
                <p:cNvPr id="68" name="文本框 67">
                  <a:extLst>
                    <a:ext uri="{FF2B5EF4-FFF2-40B4-BE49-F238E27FC236}">
                      <a16:creationId xmlns:a16="http://schemas.microsoft.com/office/drawing/2014/main" id="{688E66E4-B377-8A94-2F24-0FF48568CE28}"/>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t>9</a:t>
                  </a:r>
                  <a:endParaRPr lang="zh-CN" altLang="en-US" sz="1400" dirty="0"/>
                </a:p>
              </p:txBody>
            </p:sp>
            <p:sp>
              <p:nvSpPr>
                <p:cNvPr id="69" name="文本框 68">
                  <a:extLst>
                    <a:ext uri="{FF2B5EF4-FFF2-40B4-BE49-F238E27FC236}">
                      <a16:creationId xmlns:a16="http://schemas.microsoft.com/office/drawing/2014/main" id="{55D7736D-95A8-AE26-FED6-36B23DDD95F3}"/>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dirty="0"/>
                    <a:t>7</a:t>
                  </a:r>
                  <a:endParaRPr lang="zh-CN" altLang="en-US" sz="1400" dirty="0"/>
                </a:p>
              </p:txBody>
            </p:sp>
            <p:cxnSp>
              <p:nvCxnSpPr>
                <p:cNvPr id="70" name="直接连接符 69">
                  <a:extLst>
                    <a:ext uri="{FF2B5EF4-FFF2-40B4-BE49-F238E27FC236}">
                      <a16:creationId xmlns:a16="http://schemas.microsoft.com/office/drawing/2014/main" id="{682C3B9B-96B9-CA57-39B0-7E93E83A1A1F}"/>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4B45ED0E-93CF-E2E9-C9A4-3F2CC7F5C538}"/>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F5B5372B-8E02-18FE-48D2-1EB1CD1AB67A}"/>
                  </a:ext>
                </a:extLst>
              </p:cNvPr>
              <p:cNvGrpSpPr/>
              <p:nvPr/>
            </p:nvGrpSpPr>
            <p:grpSpPr>
              <a:xfrm>
                <a:off x="6624825" y="3953250"/>
                <a:ext cx="720000" cy="720000"/>
                <a:chOff x="1495425" y="3838582"/>
                <a:chExt cx="720000" cy="720000"/>
              </a:xfrm>
            </p:grpSpPr>
            <p:sp>
              <p:nvSpPr>
                <p:cNvPr id="73" name="椭圆 72">
                  <a:extLst>
                    <a:ext uri="{FF2B5EF4-FFF2-40B4-BE49-F238E27FC236}">
                      <a16:creationId xmlns:a16="http://schemas.microsoft.com/office/drawing/2014/main" id="{EC71FA38-4181-4E65-EA7B-39C2F4D798E5}"/>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74" name="文本框 73">
                  <a:extLst>
                    <a:ext uri="{FF2B5EF4-FFF2-40B4-BE49-F238E27FC236}">
                      <a16:creationId xmlns:a16="http://schemas.microsoft.com/office/drawing/2014/main" id="{E9C64EF5-74B4-22CF-2FA5-71508A3F5E94}"/>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9</a:t>
                  </a:r>
                  <a:endParaRPr lang="zh-CN" altLang="en-US" sz="1400" dirty="0"/>
                </a:p>
              </p:txBody>
            </p:sp>
            <p:sp>
              <p:nvSpPr>
                <p:cNvPr id="75" name="文本框 74">
                  <a:extLst>
                    <a:ext uri="{FF2B5EF4-FFF2-40B4-BE49-F238E27FC236}">
                      <a16:creationId xmlns:a16="http://schemas.microsoft.com/office/drawing/2014/main" id="{63AEE155-E358-601B-ECBA-0C5730E6251C}"/>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t>11</a:t>
                  </a:r>
                  <a:endParaRPr lang="zh-CN" altLang="en-US" sz="1400" dirty="0"/>
                </a:p>
              </p:txBody>
            </p:sp>
            <p:sp>
              <p:nvSpPr>
                <p:cNvPr id="76" name="文本框 75">
                  <a:extLst>
                    <a:ext uri="{FF2B5EF4-FFF2-40B4-BE49-F238E27FC236}">
                      <a16:creationId xmlns:a16="http://schemas.microsoft.com/office/drawing/2014/main" id="{3D394CDF-7BD4-8A11-AE1D-A7BFF698985E}"/>
                    </a:ext>
                  </a:extLst>
                </p:cNvPr>
                <p:cNvSpPr txBox="1"/>
                <p:nvPr/>
              </p:nvSpPr>
              <p:spPr>
                <a:xfrm>
                  <a:off x="1497829" y="4044693"/>
                  <a:ext cx="298480" cy="307777"/>
                </a:xfrm>
                <a:prstGeom prst="rect">
                  <a:avLst/>
                </a:prstGeom>
                <a:noFill/>
                <a:ln>
                  <a:noFill/>
                </a:ln>
              </p:spPr>
              <p:txBody>
                <a:bodyPr wrap="none" rtlCol="0" anchor="ctr" anchorCtr="0">
                  <a:noAutofit/>
                </a:bodyPr>
                <a:lstStyle/>
                <a:p>
                  <a:pPr algn="ctr"/>
                  <a:r>
                    <a:rPr lang="en-US" altLang="zh-CN" sz="1400" dirty="0"/>
                    <a:t>8</a:t>
                  </a:r>
                  <a:endParaRPr lang="zh-CN" altLang="en-US" sz="1400" dirty="0"/>
                </a:p>
              </p:txBody>
            </p:sp>
            <p:cxnSp>
              <p:nvCxnSpPr>
                <p:cNvPr id="77" name="直接连接符 76">
                  <a:extLst>
                    <a:ext uri="{FF2B5EF4-FFF2-40B4-BE49-F238E27FC236}">
                      <a16:creationId xmlns:a16="http://schemas.microsoft.com/office/drawing/2014/main" id="{050A4F44-297A-C560-9071-1B3ED1A9B7B3}"/>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0A5DE0EF-280A-0FF2-925E-F561C07566AB}"/>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7C124C10-5078-04AF-1854-C7381FC0B2BF}"/>
                  </a:ext>
                </a:extLst>
              </p:cNvPr>
              <p:cNvGrpSpPr/>
              <p:nvPr/>
            </p:nvGrpSpPr>
            <p:grpSpPr>
              <a:xfrm>
                <a:off x="8267700" y="2667375"/>
                <a:ext cx="720000" cy="720000"/>
                <a:chOff x="1495425" y="3838582"/>
                <a:chExt cx="720000" cy="720000"/>
              </a:xfrm>
            </p:grpSpPr>
            <p:sp>
              <p:nvSpPr>
                <p:cNvPr id="80" name="椭圆 79">
                  <a:extLst>
                    <a:ext uri="{FF2B5EF4-FFF2-40B4-BE49-F238E27FC236}">
                      <a16:creationId xmlns:a16="http://schemas.microsoft.com/office/drawing/2014/main" id="{ACCAFC0B-6893-F928-5FD2-90E91838AC6F}"/>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81" name="文本框 80">
                  <a:extLst>
                    <a:ext uri="{FF2B5EF4-FFF2-40B4-BE49-F238E27FC236}">
                      <a16:creationId xmlns:a16="http://schemas.microsoft.com/office/drawing/2014/main" id="{B988B5F6-B3E4-457F-C221-59A75B5ECD8C}"/>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15</a:t>
                  </a:r>
                  <a:endParaRPr lang="zh-CN" altLang="en-US" sz="1400" dirty="0"/>
                </a:p>
              </p:txBody>
            </p:sp>
            <p:sp>
              <p:nvSpPr>
                <p:cNvPr id="82" name="文本框 81">
                  <a:extLst>
                    <a:ext uri="{FF2B5EF4-FFF2-40B4-BE49-F238E27FC236}">
                      <a16:creationId xmlns:a16="http://schemas.microsoft.com/office/drawing/2014/main" id="{2AFB8FE5-B413-07F7-E306-E1273CBB4992}"/>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t>0</a:t>
                  </a:r>
                  <a:endParaRPr lang="zh-CN" altLang="en-US" sz="1400" dirty="0"/>
                </a:p>
              </p:txBody>
            </p:sp>
            <p:sp>
              <p:nvSpPr>
                <p:cNvPr id="83" name="文本框 82">
                  <a:extLst>
                    <a:ext uri="{FF2B5EF4-FFF2-40B4-BE49-F238E27FC236}">
                      <a16:creationId xmlns:a16="http://schemas.microsoft.com/office/drawing/2014/main" id="{3E76AF97-C51F-70E9-D757-536359CF695C}"/>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dirty="0"/>
                    <a:t>9</a:t>
                  </a:r>
                  <a:endParaRPr lang="zh-CN" altLang="en-US" sz="1400" dirty="0"/>
                </a:p>
              </p:txBody>
            </p:sp>
            <p:cxnSp>
              <p:nvCxnSpPr>
                <p:cNvPr id="84" name="直接连接符 83">
                  <a:extLst>
                    <a:ext uri="{FF2B5EF4-FFF2-40B4-BE49-F238E27FC236}">
                      <a16:creationId xmlns:a16="http://schemas.microsoft.com/office/drawing/2014/main" id="{4CA98FFB-812E-AACB-8F6E-322C44EFCB96}"/>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1759EB35-835C-BEC0-3C4C-12B40DB0779B}"/>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02800C09-234C-95EE-CD52-8F03B020DFD3}"/>
                  </a:ext>
                </a:extLst>
              </p:cNvPr>
              <p:cNvCxnSpPr>
                <a:cxnSpLocks/>
                <a:stCxn id="14" idx="6"/>
                <a:endCxn id="34" idx="1"/>
              </p:cNvCxnSpPr>
              <p:nvPr/>
            </p:nvCxnSpPr>
            <p:spPr>
              <a:xfrm flipV="1">
                <a:off x="1986825" y="2418750"/>
                <a:ext cx="964415" cy="85725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399078EB-5440-4D98-E703-A84DB78D3020}"/>
                  </a:ext>
                </a:extLst>
              </p:cNvPr>
              <p:cNvCxnSpPr>
                <a:cxnSpLocks/>
                <a:stCxn id="31" idx="6"/>
                <a:endCxn id="62" idx="1"/>
              </p:cNvCxnSpPr>
              <p:nvPr/>
            </p:nvCxnSpPr>
            <p:spPr>
              <a:xfrm flipV="1">
                <a:off x="3663225" y="2418749"/>
                <a:ext cx="1276616" cy="1"/>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E9843CA8-FB13-381F-496E-6ED40432B152}"/>
                  </a:ext>
                </a:extLst>
              </p:cNvPr>
              <p:cNvCxnSpPr>
                <a:cxnSpLocks/>
                <a:stCxn id="59" idx="6"/>
                <a:endCxn id="69" idx="1"/>
              </p:cNvCxnSpPr>
              <p:nvPr/>
            </p:nvCxnSpPr>
            <p:spPr>
              <a:xfrm>
                <a:off x="5651025" y="2418749"/>
                <a:ext cx="984787" cy="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958663E6-B14B-793B-0B50-AA0A1B6A676B}"/>
                  </a:ext>
                </a:extLst>
              </p:cNvPr>
              <p:cNvCxnSpPr>
                <a:cxnSpLocks/>
                <a:stCxn id="66" idx="6"/>
                <a:endCxn id="83" idx="1"/>
              </p:cNvCxnSpPr>
              <p:nvPr/>
            </p:nvCxnSpPr>
            <p:spPr>
              <a:xfrm>
                <a:off x="7349400" y="2418749"/>
                <a:ext cx="923109" cy="608626"/>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92831236-75DE-0A1C-7452-8708EB7F6C21}"/>
                  </a:ext>
                </a:extLst>
              </p:cNvPr>
              <p:cNvCxnSpPr>
                <a:cxnSpLocks/>
                <a:endCxn id="76" idx="1"/>
              </p:cNvCxnSpPr>
              <p:nvPr/>
            </p:nvCxnSpPr>
            <p:spPr>
              <a:xfrm>
                <a:off x="5646217" y="2418748"/>
                <a:ext cx="981012" cy="1894502"/>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F505219A-756B-1E91-EEB3-62863B41430A}"/>
                  </a:ext>
                </a:extLst>
              </p:cNvPr>
              <p:cNvCxnSpPr>
                <a:cxnSpLocks/>
                <a:stCxn id="73" idx="6"/>
                <a:endCxn id="83" idx="1"/>
              </p:cNvCxnSpPr>
              <p:nvPr/>
            </p:nvCxnSpPr>
            <p:spPr>
              <a:xfrm flipV="1">
                <a:off x="7344825" y="3027375"/>
                <a:ext cx="927684" cy="1285875"/>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0468ADA3-24D8-1355-24FA-DEF24A3625A4}"/>
                  </a:ext>
                </a:extLst>
              </p:cNvPr>
              <p:cNvCxnSpPr>
                <a:cxnSpLocks/>
                <a:stCxn id="52" idx="6"/>
                <a:endCxn id="76" idx="1"/>
              </p:cNvCxnSpPr>
              <p:nvPr/>
            </p:nvCxnSpPr>
            <p:spPr>
              <a:xfrm>
                <a:off x="5651025" y="4313250"/>
                <a:ext cx="976204" cy="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647962DD-9E39-17A3-61C3-45874CEC686E}"/>
                  </a:ext>
                </a:extLst>
              </p:cNvPr>
              <p:cNvCxnSpPr>
                <a:cxnSpLocks/>
                <a:stCxn id="38" idx="6"/>
                <a:endCxn id="55" idx="1"/>
              </p:cNvCxnSpPr>
              <p:nvPr/>
            </p:nvCxnSpPr>
            <p:spPr>
              <a:xfrm>
                <a:off x="3649800" y="3636000"/>
                <a:ext cx="1286034" cy="67725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0E263A49-3409-3523-362F-8B2F3F4443C7}"/>
                  </a:ext>
                </a:extLst>
              </p:cNvPr>
              <p:cNvCxnSpPr>
                <a:cxnSpLocks/>
                <a:endCxn id="52" idx="2"/>
              </p:cNvCxnSpPr>
              <p:nvPr/>
            </p:nvCxnSpPr>
            <p:spPr>
              <a:xfrm flipV="1">
                <a:off x="3663225" y="4313250"/>
                <a:ext cx="1267800" cy="566111"/>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2D3D45DA-8E59-4BD1-74ED-B79011A71740}"/>
                  </a:ext>
                </a:extLst>
              </p:cNvPr>
              <p:cNvCxnSpPr>
                <a:cxnSpLocks/>
                <a:stCxn id="14" idx="6"/>
                <a:endCxn id="41" idx="1"/>
              </p:cNvCxnSpPr>
              <p:nvPr/>
            </p:nvCxnSpPr>
            <p:spPr>
              <a:xfrm>
                <a:off x="1986825" y="3276000"/>
                <a:ext cx="951791" cy="36000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948B17A6-D6AF-AF09-B52D-F25689BCEFD2}"/>
                  </a:ext>
                </a:extLst>
              </p:cNvPr>
              <p:cNvSpPr txBox="1"/>
              <p:nvPr/>
            </p:nvSpPr>
            <p:spPr>
              <a:xfrm>
                <a:off x="2180754" y="2598749"/>
                <a:ext cx="316112" cy="369332"/>
              </a:xfrm>
              <a:prstGeom prst="rect">
                <a:avLst/>
              </a:prstGeom>
              <a:noFill/>
            </p:spPr>
            <p:txBody>
              <a:bodyPr wrap="none" rtlCol="0">
                <a:noAutofit/>
              </a:bodyPr>
              <a:lstStyle/>
              <a:p>
                <a:r>
                  <a:rPr lang="en-US" altLang="zh-CN" sz="1400" dirty="0"/>
                  <a:t>2</a:t>
                </a:r>
                <a:endParaRPr lang="zh-CN" altLang="en-US" sz="1400" dirty="0"/>
              </a:p>
            </p:txBody>
          </p:sp>
          <p:sp>
            <p:nvSpPr>
              <p:cNvPr id="124" name="文本框 123">
                <a:extLst>
                  <a:ext uri="{FF2B5EF4-FFF2-40B4-BE49-F238E27FC236}">
                    <a16:creationId xmlns:a16="http://schemas.microsoft.com/office/drawing/2014/main" id="{3FE8D917-93D2-2A54-11EF-4B8B82032636}"/>
                  </a:ext>
                </a:extLst>
              </p:cNvPr>
              <p:cNvSpPr txBox="1"/>
              <p:nvPr/>
            </p:nvSpPr>
            <p:spPr>
              <a:xfrm>
                <a:off x="5998203" y="2080194"/>
                <a:ext cx="316112" cy="369332"/>
              </a:xfrm>
              <a:prstGeom prst="rect">
                <a:avLst/>
              </a:prstGeom>
              <a:noFill/>
            </p:spPr>
            <p:txBody>
              <a:bodyPr wrap="none" rtlCol="0">
                <a:noAutofit/>
              </a:bodyPr>
              <a:lstStyle/>
              <a:p>
                <a:r>
                  <a:rPr lang="en-US" altLang="zh-CN" sz="1400" dirty="0"/>
                  <a:t>5</a:t>
                </a:r>
                <a:endParaRPr lang="zh-CN" altLang="en-US" sz="1400" dirty="0"/>
              </a:p>
            </p:txBody>
          </p:sp>
          <p:sp>
            <p:nvSpPr>
              <p:cNvPr id="125" name="文本框 124">
                <a:extLst>
                  <a:ext uri="{FF2B5EF4-FFF2-40B4-BE49-F238E27FC236}">
                    <a16:creationId xmlns:a16="http://schemas.microsoft.com/office/drawing/2014/main" id="{85AE7D87-AE8D-10C8-52A4-A43F6529255C}"/>
                  </a:ext>
                </a:extLst>
              </p:cNvPr>
              <p:cNvSpPr txBox="1"/>
              <p:nvPr/>
            </p:nvSpPr>
            <p:spPr>
              <a:xfrm>
                <a:off x="2295168" y="3455999"/>
                <a:ext cx="316112" cy="369332"/>
              </a:xfrm>
              <a:prstGeom prst="rect">
                <a:avLst/>
              </a:prstGeom>
              <a:noFill/>
            </p:spPr>
            <p:txBody>
              <a:bodyPr wrap="none" rtlCol="0">
                <a:noAutofit/>
              </a:bodyPr>
              <a:lstStyle/>
              <a:p>
                <a:r>
                  <a:rPr lang="en-US" altLang="zh-CN" sz="1400" dirty="0"/>
                  <a:t>2</a:t>
                </a:r>
                <a:endParaRPr lang="zh-CN" altLang="en-US" sz="1400" dirty="0"/>
              </a:p>
            </p:txBody>
          </p:sp>
          <p:sp>
            <p:nvSpPr>
              <p:cNvPr id="126" name="文本框 125">
                <a:extLst>
                  <a:ext uri="{FF2B5EF4-FFF2-40B4-BE49-F238E27FC236}">
                    <a16:creationId xmlns:a16="http://schemas.microsoft.com/office/drawing/2014/main" id="{854458B3-95E4-A44F-4E82-A31A44341F00}"/>
                  </a:ext>
                </a:extLst>
              </p:cNvPr>
              <p:cNvSpPr txBox="1"/>
              <p:nvPr/>
            </p:nvSpPr>
            <p:spPr>
              <a:xfrm>
                <a:off x="4192774" y="3670312"/>
                <a:ext cx="268022" cy="369332"/>
              </a:xfrm>
              <a:prstGeom prst="rect">
                <a:avLst/>
              </a:prstGeom>
              <a:noFill/>
            </p:spPr>
            <p:txBody>
              <a:bodyPr wrap="none" rtlCol="0">
                <a:noAutofit/>
              </a:bodyPr>
              <a:lstStyle/>
              <a:p>
                <a:r>
                  <a:rPr lang="en-US" altLang="zh-CN" sz="1400" dirty="0"/>
                  <a:t>1</a:t>
                </a:r>
                <a:endParaRPr lang="zh-CN" altLang="en-US" sz="1400" dirty="0"/>
              </a:p>
            </p:txBody>
          </p:sp>
          <p:sp>
            <p:nvSpPr>
              <p:cNvPr id="127" name="文本框 126">
                <a:extLst>
                  <a:ext uri="{FF2B5EF4-FFF2-40B4-BE49-F238E27FC236}">
                    <a16:creationId xmlns:a16="http://schemas.microsoft.com/office/drawing/2014/main" id="{02D6BE33-9957-63EE-A568-B6D92A7E6C35}"/>
                  </a:ext>
                </a:extLst>
              </p:cNvPr>
              <p:cNvSpPr txBox="1"/>
              <p:nvPr/>
            </p:nvSpPr>
            <p:spPr>
              <a:xfrm>
                <a:off x="4107173" y="4596305"/>
                <a:ext cx="336952" cy="369332"/>
              </a:xfrm>
              <a:prstGeom prst="rect">
                <a:avLst/>
              </a:prstGeom>
              <a:noFill/>
            </p:spPr>
            <p:txBody>
              <a:bodyPr wrap="none" rtlCol="0">
                <a:noAutofit/>
              </a:bodyPr>
              <a:lstStyle/>
              <a:p>
                <a:r>
                  <a:rPr lang="en-US" altLang="zh-CN" sz="1400" dirty="0"/>
                  <a:t>4</a:t>
                </a:r>
                <a:endParaRPr lang="zh-CN" altLang="en-US" sz="1400" dirty="0"/>
              </a:p>
            </p:txBody>
          </p:sp>
          <p:sp>
            <p:nvSpPr>
              <p:cNvPr id="128" name="文本框 127">
                <a:extLst>
                  <a:ext uri="{FF2B5EF4-FFF2-40B4-BE49-F238E27FC236}">
                    <a16:creationId xmlns:a16="http://schemas.microsoft.com/office/drawing/2014/main" id="{135B024D-852E-7D0E-9CE6-C15A88515F6F}"/>
                  </a:ext>
                </a:extLst>
              </p:cNvPr>
              <p:cNvSpPr txBox="1"/>
              <p:nvPr/>
            </p:nvSpPr>
            <p:spPr>
              <a:xfrm>
                <a:off x="5979869" y="3939252"/>
                <a:ext cx="268022" cy="369332"/>
              </a:xfrm>
              <a:prstGeom prst="rect">
                <a:avLst/>
              </a:prstGeom>
              <a:noFill/>
            </p:spPr>
            <p:txBody>
              <a:bodyPr wrap="none" rtlCol="0">
                <a:noAutofit/>
              </a:bodyPr>
              <a:lstStyle/>
              <a:p>
                <a:r>
                  <a:rPr lang="en-US" altLang="zh-CN" sz="1400" dirty="0"/>
                  <a:t>1</a:t>
                </a:r>
                <a:endParaRPr lang="zh-CN" altLang="en-US" sz="1400" dirty="0"/>
              </a:p>
            </p:txBody>
          </p:sp>
          <p:sp>
            <p:nvSpPr>
              <p:cNvPr id="129" name="文本框 128">
                <a:extLst>
                  <a:ext uri="{FF2B5EF4-FFF2-40B4-BE49-F238E27FC236}">
                    <a16:creationId xmlns:a16="http://schemas.microsoft.com/office/drawing/2014/main" id="{ACE01207-9172-5925-1C00-FC257C2A937B}"/>
                  </a:ext>
                </a:extLst>
              </p:cNvPr>
              <p:cNvSpPr txBox="1"/>
              <p:nvPr/>
            </p:nvSpPr>
            <p:spPr>
              <a:xfrm>
                <a:off x="6163898" y="3104389"/>
                <a:ext cx="316112" cy="369332"/>
              </a:xfrm>
              <a:prstGeom prst="rect">
                <a:avLst/>
              </a:prstGeom>
              <a:noFill/>
            </p:spPr>
            <p:txBody>
              <a:bodyPr wrap="none" rtlCol="0">
                <a:noAutofit/>
              </a:bodyPr>
              <a:lstStyle/>
              <a:p>
                <a:r>
                  <a:rPr lang="en-US" altLang="zh-CN" sz="1400" dirty="0"/>
                  <a:t>5</a:t>
                </a:r>
                <a:endParaRPr lang="zh-CN" altLang="en-US" sz="1400" dirty="0"/>
              </a:p>
            </p:txBody>
          </p:sp>
          <p:sp>
            <p:nvSpPr>
              <p:cNvPr id="130" name="文本框 129">
                <a:extLst>
                  <a:ext uri="{FF2B5EF4-FFF2-40B4-BE49-F238E27FC236}">
                    <a16:creationId xmlns:a16="http://schemas.microsoft.com/office/drawing/2014/main" id="{636C7201-E4A9-E25A-3C36-1BB48601A8C9}"/>
                  </a:ext>
                </a:extLst>
              </p:cNvPr>
              <p:cNvSpPr txBox="1"/>
              <p:nvPr/>
            </p:nvSpPr>
            <p:spPr>
              <a:xfrm>
                <a:off x="7704591" y="2387971"/>
                <a:ext cx="325730" cy="369332"/>
              </a:xfrm>
              <a:prstGeom prst="rect">
                <a:avLst/>
              </a:prstGeom>
              <a:noFill/>
            </p:spPr>
            <p:txBody>
              <a:bodyPr wrap="none" rtlCol="0">
                <a:noAutofit/>
              </a:bodyPr>
              <a:lstStyle/>
              <a:p>
                <a:r>
                  <a:rPr lang="en-US" altLang="zh-CN" sz="1400" dirty="0"/>
                  <a:t>6</a:t>
                </a:r>
                <a:endParaRPr lang="zh-CN" altLang="en-US" sz="1400" dirty="0"/>
              </a:p>
            </p:txBody>
          </p:sp>
          <p:sp>
            <p:nvSpPr>
              <p:cNvPr id="131" name="文本框 130">
                <a:extLst>
                  <a:ext uri="{FF2B5EF4-FFF2-40B4-BE49-F238E27FC236}">
                    <a16:creationId xmlns:a16="http://schemas.microsoft.com/office/drawing/2014/main" id="{2AEE48D5-E924-734D-DD5E-6F84B1E1E6BD}"/>
                  </a:ext>
                </a:extLst>
              </p:cNvPr>
              <p:cNvSpPr txBox="1"/>
              <p:nvPr/>
            </p:nvSpPr>
            <p:spPr>
              <a:xfrm>
                <a:off x="7808667" y="3603385"/>
                <a:ext cx="336952" cy="369332"/>
              </a:xfrm>
              <a:prstGeom prst="rect">
                <a:avLst/>
              </a:prstGeom>
              <a:noFill/>
            </p:spPr>
            <p:txBody>
              <a:bodyPr wrap="none" rtlCol="0">
                <a:noAutofit/>
              </a:bodyPr>
              <a:lstStyle/>
              <a:p>
                <a:r>
                  <a:rPr lang="en-US" altLang="zh-CN" sz="1400" dirty="0"/>
                  <a:t>4</a:t>
                </a:r>
                <a:endParaRPr lang="zh-CN" altLang="en-US" sz="1400" dirty="0"/>
              </a:p>
            </p:txBody>
          </p:sp>
        </p:grpSp>
        <p:sp>
          <p:nvSpPr>
            <p:cNvPr id="133" name="文本框 132">
              <a:extLst>
                <a:ext uri="{FF2B5EF4-FFF2-40B4-BE49-F238E27FC236}">
                  <a16:creationId xmlns:a16="http://schemas.microsoft.com/office/drawing/2014/main" id="{814F9EFA-2379-F2B2-72A9-E2A05865FC3F}"/>
                </a:ext>
              </a:extLst>
            </p:cNvPr>
            <p:cNvSpPr txBox="1"/>
            <p:nvPr/>
          </p:nvSpPr>
          <p:spPr>
            <a:xfrm>
              <a:off x="5043964" y="1847084"/>
              <a:ext cx="316112" cy="369332"/>
            </a:xfrm>
            <a:prstGeom prst="rect">
              <a:avLst/>
            </a:prstGeom>
            <a:noFill/>
          </p:spPr>
          <p:txBody>
            <a:bodyPr wrap="none" rtlCol="0">
              <a:noAutofit/>
            </a:bodyPr>
            <a:lstStyle/>
            <a:p>
              <a:r>
                <a:rPr lang="en-US" altLang="zh-CN" sz="1400" dirty="0"/>
                <a:t>2</a:t>
              </a:r>
              <a:endParaRPr lang="zh-CN" altLang="en-US" sz="1400" dirty="0"/>
            </a:p>
          </p:txBody>
        </p:sp>
      </p:grpSp>
      <p:sp>
        <p:nvSpPr>
          <p:cNvPr id="3" name="文本框 2">
            <a:extLst>
              <a:ext uri="{FF2B5EF4-FFF2-40B4-BE49-F238E27FC236}">
                <a16:creationId xmlns:a16="http://schemas.microsoft.com/office/drawing/2014/main" id="{85FF8E86-9E11-A41A-8B14-8CE36A3EF599}"/>
              </a:ext>
            </a:extLst>
          </p:cNvPr>
          <p:cNvSpPr txBox="1"/>
          <p:nvPr/>
        </p:nvSpPr>
        <p:spPr>
          <a:xfrm>
            <a:off x="6573109" y="2974249"/>
            <a:ext cx="303288" cy="738664"/>
          </a:xfrm>
          <a:prstGeom prst="rect">
            <a:avLst/>
          </a:prstGeom>
          <a:noFill/>
        </p:spPr>
        <p:txBody>
          <a:bodyPr wrap="none" rtlCol="0">
            <a:spAutoFit/>
          </a:bodyPr>
          <a:lstStyle/>
          <a:p>
            <a:r>
              <a:rPr lang="en-US" altLang="zh-CN" sz="1400" dirty="0">
                <a:solidFill>
                  <a:srgbClr val="FF0000"/>
                </a:solidFill>
              </a:rPr>
              <a:t>4</a:t>
            </a:r>
          </a:p>
          <a:p>
            <a:endParaRPr lang="en-US" altLang="zh-CN" sz="1400" dirty="0">
              <a:solidFill>
                <a:srgbClr val="FF0000"/>
              </a:solidFill>
            </a:endParaRPr>
          </a:p>
          <a:p>
            <a:r>
              <a:rPr lang="en-US" altLang="zh-CN" sz="1400" dirty="0">
                <a:solidFill>
                  <a:srgbClr val="FF0000"/>
                </a:solidFill>
              </a:rPr>
              <a:t>6</a:t>
            </a:r>
            <a:endParaRPr lang="zh-CN" altLang="en-US" sz="1400" dirty="0">
              <a:solidFill>
                <a:srgbClr val="FF0000"/>
              </a:solidFill>
            </a:endParaRPr>
          </a:p>
        </p:txBody>
      </p:sp>
      <p:sp>
        <p:nvSpPr>
          <p:cNvPr id="4" name="文本框 3">
            <a:extLst>
              <a:ext uri="{FF2B5EF4-FFF2-40B4-BE49-F238E27FC236}">
                <a16:creationId xmlns:a16="http://schemas.microsoft.com/office/drawing/2014/main" id="{6704D341-60B5-6A5E-DB15-C46C8D4B756B}"/>
              </a:ext>
            </a:extLst>
          </p:cNvPr>
          <p:cNvSpPr txBox="1"/>
          <p:nvPr/>
        </p:nvSpPr>
        <p:spPr>
          <a:xfrm>
            <a:off x="2929492" y="3700340"/>
            <a:ext cx="293670" cy="738664"/>
          </a:xfrm>
          <a:prstGeom prst="rect">
            <a:avLst/>
          </a:prstGeom>
          <a:noFill/>
        </p:spPr>
        <p:txBody>
          <a:bodyPr wrap="none" rtlCol="0">
            <a:spAutoFit/>
          </a:bodyPr>
          <a:lstStyle/>
          <a:p>
            <a:r>
              <a:rPr lang="en-US" altLang="zh-CN" sz="1400" dirty="0">
                <a:solidFill>
                  <a:srgbClr val="FF0000"/>
                </a:solidFill>
              </a:rPr>
              <a:t>2</a:t>
            </a:r>
          </a:p>
          <a:p>
            <a:endParaRPr lang="en-US" altLang="zh-CN" sz="1400" dirty="0">
              <a:solidFill>
                <a:srgbClr val="FF0000"/>
              </a:solidFill>
            </a:endParaRPr>
          </a:p>
          <a:p>
            <a:r>
              <a:rPr lang="en-US" altLang="zh-CN" sz="1400" dirty="0">
                <a:solidFill>
                  <a:srgbClr val="FF0000"/>
                </a:solidFill>
              </a:rPr>
              <a:t>7</a:t>
            </a:r>
            <a:endParaRPr lang="zh-CN" altLang="en-US" sz="1400" dirty="0">
              <a:solidFill>
                <a:srgbClr val="FF0000"/>
              </a:solidFill>
            </a:endParaRPr>
          </a:p>
        </p:txBody>
      </p:sp>
    </p:spTree>
    <p:extLst>
      <p:ext uri="{BB962C8B-B14F-4D97-AF65-F5344CB8AC3E}">
        <p14:creationId xmlns:p14="http://schemas.microsoft.com/office/powerpoint/2010/main" val="2831213795"/>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A6B00A-CA0C-001A-F233-09939BED1B13}"/>
              </a:ext>
            </a:extLst>
          </p:cNvPr>
          <p:cNvSpPr>
            <a:spLocks noGrp="1"/>
          </p:cNvSpPr>
          <p:nvPr>
            <p:ph type="title"/>
          </p:nvPr>
        </p:nvSpPr>
        <p:spPr/>
        <p:txBody>
          <a:bodyPr/>
          <a:lstStyle/>
          <a:p>
            <a:r>
              <a:rPr lang="en-US" altLang="zh-CN" dirty="0"/>
              <a:t>6. </a:t>
            </a:r>
            <a:r>
              <a:rPr lang="zh-CN" altLang="en-US" dirty="0"/>
              <a:t>制定进度计划</a:t>
            </a:r>
          </a:p>
        </p:txBody>
      </p:sp>
      <p:sp>
        <p:nvSpPr>
          <p:cNvPr id="3" name="内容占位符 2">
            <a:extLst>
              <a:ext uri="{FF2B5EF4-FFF2-40B4-BE49-F238E27FC236}">
                <a16:creationId xmlns:a16="http://schemas.microsoft.com/office/drawing/2014/main" id="{06F2CBCE-C602-07B3-97E0-56879C56AFDD}"/>
              </a:ext>
            </a:extLst>
          </p:cNvPr>
          <p:cNvSpPr>
            <a:spLocks noGrp="1"/>
          </p:cNvSpPr>
          <p:nvPr>
            <p:ph idx="1"/>
          </p:nvPr>
        </p:nvSpPr>
        <p:spPr/>
        <p:txBody>
          <a:bodyPr/>
          <a:lstStyle/>
          <a:p>
            <a:r>
              <a:rPr lang="zh-CN" altLang="en-US" dirty="0"/>
              <a:t>关键路径法</a:t>
            </a:r>
          </a:p>
        </p:txBody>
      </p:sp>
      <p:sp>
        <p:nvSpPr>
          <p:cNvPr id="4" name="文本占位符 3">
            <a:extLst>
              <a:ext uri="{FF2B5EF4-FFF2-40B4-BE49-F238E27FC236}">
                <a16:creationId xmlns:a16="http://schemas.microsoft.com/office/drawing/2014/main" id="{5D260287-286B-5AB7-01B3-146030DD959C}"/>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370111000"/>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760439-94DF-5481-8A05-E774222C372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4B1C755-B211-60F8-4E3B-A4805D693060}"/>
              </a:ext>
            </a:extLst>
          </p:cNvPr>
          <p:cNvSpPr>
            <a:spLocks noGrp="1"/>
          </p:cNvSpPr>
          <p:nvPr>
            <p:ph type="title"/>
          </p:nvPr>
        </p:nvSpPr>
        <p:spPr>
          <a:xfrm>
            <a:off x="695998" y="360000"/>
            <a:ext cx="7200000" cy="424732"/>
          </a:xfrm>
        </p:spPr>
        <p:txBody>
          <a:bodyPr>
            <a:normAutofit/>
          </a:bodyPr>
          <a:lstStyle/>
          <a:p>
            <a:r>
              <a:rPr lang="zh-CN" altLang="en-US" dirty="0"/>
              <a:t>关键路径法</a:t>
            </a:r>
            <a:endParaRPr lang="en-US" altLang="zh-CN" dirty="0"/>
          </a:p>
        </p:txBody>
      </p:sp>
      <p:sp>
        <p:nvSpPr>
          <p:cNvPr id="3" name="内容占位符 2">
            <a:extLst>
              <a:ext uri="{FF2B5EF4-FFF2-40B4-BE49-F238E27FC236}">
                <a16:creationId xmlns:a16="http://schemas.microsoft.com/office/drawing/2014/main" id="{AA9FE19F-7E90-F986-CEC2-AE189A0F29E7}"/>
              </a:ext>
            </a:extLst>
          </p:cNvPr>
          <p:cNvSpPr>
            <a:spLocks noGrp="1"/>
          </p:cNvSpPr>
          <p:nvPr>
            <p:ph idx="1"/>
          </p:nvPr>
        </p:nvSpPr>
        <p:spPr>
          <a:xfrm>
            <a:off x="696000" y="1080000"/>
            <a:ext cx="10800000" cy="5112000"/>
          </a:xfrm>
        </p:spPr>
        <p:txBody>
          <a:bodyPr/>
          <a:lstStyle/>
          <a:p>
            <a:r>
              <a:rPr lang="zh-CN" altLang="en-US" dirty="0"/>
              <a:t>可能不止一条</a:t>
            </a:r>
            <a:endParaRPr lang="en-US" altLang="zh-CN" dirty="0"/>
          </a:p>
          <a:p>
            <a:r>
              <a:rPr lang="zh-CN" altLang="en-US" dirty="0"/>
              <a:t>时间参数</a:t>
            </a:r>
            <a:endParaRPr lang="en-US" altLang="zh-CN" dirty="0"/>
          </a:p>
          <a:p>
            <a:pPr lvl="1"/>
            <a:r>
              <a:rPr lang="zh-CN" altLang="en-US" dirty="0"/>
              <a:t>最早开始时间 </a:t>
            </a:r>
            <a:r>
              <a:rPr lang="en-US" altLang="zh-CN" dirty="0"/>
              <a:t>ES - Earliest Start Time</a:t>
            </a:r>
            <a:endParaRPr lang="zh-CN" altLang="en-US" dirty="0"/>
          </a:p>
          <a:p>
            <a:pPr lvl="1"/>
            <a:r>
              <a:rPr lang="zh-CN" altLang="en-US" dirty="0"/>
              <a:t>最晚开始时间 </a:t>
            </a:r>
            <a:r>
              <a:rPr lang="en-US" altLang="zh-CN" dirty="0"/>
              <a:t>LS - Latest Start Time</a:t>
            </a:r>
            <a:endParaRPr lang="zh-CN" altLang="en-US" dirty="0"/>
          </a:p>
          <a:p>
            <a:pPr lvl="1"/>
            <a:r>
              <a:rPr lang="zh-CN" altLang="en-US" dirty="0"/>
              <a:t>最早完成时间 </a:t>
            </a:r>
            <a:r>
              <a:rPr lang="en-US" altLang="zh-CN" dirty="0"/>
              <a:t>EF - Earliest Finish Time</a:t>
            </a:r>
            <a:endParaRPr lang="zh-CN" altLang="en-US" dirty="0"/>
          </a:p>
          <a:p>
            <a:pPr lvl="1"/>
            <a:r>
              <a:rPr lang="zh-CN" altLang="en-US" dirty="0"/>
              <a:t>最晚完成时间 </a:t>
            </a:r>
            <a:r>
              <a:rPr lang="en-US" altLang="zh-CN" dirty="0"/>
              <a:t>LF - Latest Finish Time</a:t>
            </a:r>
            <a:endParaRPr lang="zh-CN" altLang="en-US" dirty="0"/>
          </a:p>
          <a:p>
            <a:r>
              <a:rPr lang="zh-CN" altLang="en-US" dirty="0"/>
              <a:t>浮动时间 </a:t>
            </a:r>
            <a:r>
              <a:rPr lang="en-US" altLang="zh-CN" dirty="0"/>
              <a:t>Total Float</a:t>
            </a:r>
          </a:p>
          <a:p>
            <a:pPr lvl="1"/>
            <a:r>
              <a:rPr lang="zh-CN" altLang="en-US" dirty="0"/>
              <a:t>总时差</a:t>
            </a:r>
            <a:endParaRPr lang="en-US" altLang="zh-CN" dirty="0"/>
          </a:p>
          <a:p>
            <a:pPr lvl="1"/>
            <a:r>
              <a:rPr lang="en-US" altLang="zh-CN" dirty="0"/>
              <a:t>LS – ES = LF - EF</a:t>
            </a:r>
            <a:endParaRPr lang="zh-CN" altLang="en-US" dirty="0"/>
          </a:p>
          <a:p>
            <a:pPr lvl="1"/>
            <a:r>
              <a:rPr lang="zh-CN" altLang="en-US" dirty="0"/>
              <a:t>关键路径上的任务总浮动时间为 </a:t>
            </a:r>
            <a:r>
              <a:rPr lang="en-US" altLang="zh-CN" dirty="0"/>
              <a:t>0</a:t>
            </a:r>
            <a:endParaRPr lang="zh-CN" altLang="en-US" dirty="0"/>
          </a:p>
          <a:p>
            <a:endParaRPr lang="zh-CN" altLang="en-US" dirty="0"/>
          </a:p>
          <a:p>
            <a:endParaRPr lang="zh-CN" altLang="en-US" dirty="0"/>
          </a:p>
        </p:txBody>
      </p:sp>
      <p:sp>
        <p:nvSpPr>
          <p:cNvPr id="18" name="文本占位符 17">
            <a:extLst>
              <a:ext uri="{FF2B5EF4-FFF2-40B4-BE49-F238E27FC236}">
                <a16:creationId xmlns:a16="http://schemas.microsoft.com/office/drawing/2014/main" id="{3182096D-7F0F-D311-5C38-6F46199FDA6D}"/>
              </a:ext>
            </a:extLst>
          </p:cNvPr>
          <p:cNvSpPr>
            <a:spLocks noGrp="1"/>
          </p:cNvSpPr>
          <p:nvPr>
            <p:ph type="body" sz="quarter" idx="10"/>
          </p:nvPr>
        </p:nvSpPr>
        <p:spPr/>
        <p:txBody>
          <a:bodyPr/>
          <a:lstStyle/>
          <a:p>
            <a:endParaRPr lang="zh-CN" altLang="en-US"/>
          </a:p>
        </p:txBody>
      </p:sp>
      <p:graphicFrame>
        <p:nvGraphicFramePr>
          <p:cNvPr id="15" name="表格 14">
            <a:extLst>
              <a:ext uri="{FF2B5EF4-FFF2-40B4-BE49-F238E27FC236}">
                <a16:creationId xmlns:a16="http://schemas.microsoft.com/office/drawing/2014/main" id="{79DA85FC-044A-C2D6-737F-473C4C01A963}"/>
              </a:ext>
            </a:extLst>
          </p:cNvPr>
          <p:cNvGraphicFramePr>
            <a:graphicFrameLocks noGrp="1"/>
          </p:cNvGraphicFramePr>
          <p:nvPr>
            <p:extLst>
              <p:ext uri="{D42A27DB-BD31-4B8C-83A1-F6EECF244321}">
                <p14:modId xmlns:p14="http://schemas.microsoft.com/office/powerpoint/2010/main" val="958660448"/>
              </p:ext>
            </p:extLst>
          </p:nvPr>
        </p:nvGraphicFramePr>
        <p:xfrm>
          <a:off x="6096000" y="2948516"/>
          <a:ext cx="5400000" cy="1097280"/>
        </p:xfrm>
        <a:graphic>
          <a:graphicData uri="http://schemas.openxmlformats.org/drawingml/2006/table">
            <a:tbl>
              <a:tblPr firstRow="1" bandRow="1">
                <a:tableStyleId>{2D5ABB26-0587-4C30-8999-92F81FD0307C}</a:tableStyleId>
              </a:tblPr>
              <a:tblGrid>
                <a:gridCol w="1800000">
                  <a:extLst>
                    <a:ext uri="{9D8B030D-6E8A-4147-A177-3AD203B41FA5}">
                      <a16:colId xmlns:a16="http://schemas.microsoft.com/office/drawing/2014/main" val="3960536262"/>
                    </a:ext>
                  </a:extLst>
                </a:gridCol>
                <a:gridCol w="1800000">
                  <a:extLst>
                    <a:ext uri="{9D8B030D-6E8A-4147-A177-3AD203B41FA5}">
                      <a16:colId xmlns:a16="http://schemas.microsoft.com/office/drawing/2014/main" val="2140318526"/>
                    </a:ext>
                  </a:extLst>
                </a:gridCol>
                <a:gridCol w="1800000">
                  <a:extLst>
                    <a:ext uri="{9D8B030D-6E8A-4147-A177-3AD203B41FA5}">
                      <a16:colId xmlns:a16="http://schemas.microsoft.com/office/drawing/2014/main" val="3000295592"/>
                    </a:ext>
                  </a:extLst>
                </a:gridCol>
              </a:tblGrid>
              <a:tr h="365760">
                <a:tc>
                  <a:txBody>
                    <a:bodyPr/>
                    <a:lstStyle/>
                    <a:p>
                      <a:pPr algn="ctr"/>
                      <a:r>
                        <a:rPr lang="en-US" altLang="zh-CN" dirty="0"/>
                        <a:t>ES</a:t>
                      </a:r>
                      <a:endParaRPr lang="zh-CN" altLang="en-US" dirty="0"/>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tc>
                  <a:txBody>
                    <a:bodyPr/>
                    <a:lstStyle/>
                    <a:p>
                      <a:pPr algn="ctr"/>
                      <a:r>
                        <a:rPr lang="en-US" altLang="zh-CN" dirty="0"/>
                        <a:t>Duration</a:t>
                      </a:r>
                      <a:endParaRPr lang="zh-CN" altLang="en-US" dirty="0"/>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tc>
                  <a:txBody>
                    <a:bodyPr/>
                    <a:lstStyle/>
                    <a:p>
                      <a:pPr algn="ctr"/>
                      <a:r>
                        <a:rPr lang="en-US" altLang="zh-CN" dirty="0"/>
                        <a:t>EF</a:t>
                      </a:r>
                      <a:endParaRPr lang="zh-CN" altLang="en-US" dirty="0"/>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tc>
                  <a:txBody>
                    <a:bodyPr/>
                    <a:lstStyle/>
                    <a:p>
                      <a:pPr algn="ctr"/>
                      <a:r>
                        <a:rPr lang="en-US" altLang="zh-CN" dirty="0"/>
                        <a:t>Event</a:t>
                      </a:r>
                      <a:endParaRPr lang="zh-CN" altLang="en-US" dirty="0"/>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tc>
                  <a:txBody>
                    <a:bodyPr/>
                    <a:lstStyle/>
                    <a:p>
                      <a:pPr algn="ctr"/>
                      <a:endParaRPr lang="zh-CN" altLang="en-US"/>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dirty="0"/>
                        <a:t>LS</a:t>
                      </a:r>
                      <a:endParaRPr lang="zh-CN" altLang="en-US" dirty="0"/>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tc>
                  <a:txBody>
                    <a:bodyPr/>
                    <a:lstStyle/>
                    <a:p>
                      <a:pPr algn="ctr"/>
                      <a:r>
                        <a:rPr lang="en-US" altLang="zh-CN" dirty="0"/>
                        <a:t>Total float</a:t>
                      </a:r>
                      <a:endParaRPr lang="zh-CN" altLang="en-US" dirty="0"/>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tc>
                  <a:txBody>
                    <a:bodyPr/>
                    <a:lstStyle/>
                    <a:p>
                      <a:pPr algn="ctr"/>
                      <a:r>
                        <a:rPr lang="en-US" altLang="zh-CN" dirty="0"/>
                        <a:t>LF</a:t>
                      </a:r>
                      <a:endParaRPr lang="zh-CN" altLang="en-US" dirty="0"/>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spTree>
    <p:extLst>
      <p:ext uri="{BB962C8B-B14F-4D97-AF65-F5344CB8AC3E}">
        <p14:creationId xmlns:p14="http://schemas.microsoft.com/office/powerpoint/2010/main" val="1817770671"/>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6" name="表格 15">
            <a:extLst>
              <a:ext uri="{FF2B5EF4-FFF2-40B4-BE49-F238E27FC236}">
                <a16:creationId xmlns:a16="http://schemas.microsoft.com/office/drawing/2014/main" id="{A889A4D2-B80D-9B28-AF9B-2CB1764B173C}"/>
              </a:ext>
            </a:extLst>
          </p:cNvPr>
          <p:cNvGraphicFramePr>
            <a:graphicFrameLocks noGrp="1"/>
          </p:cNvGraphicFramePr>
          <p:nvPr>
            <p:extLst>
              <p:ext uri="{D42A27DB-BD31-4B8C-83A1-F6EECF244321}">
                <p14:modId xmlns:p14="http://schemas.microsoft.com/office/powerpoint/2010/main" val="1792985712"/>
              </p:ext>
            </p:extLst>
          </p:nvPr>
        </p:nvGraphicFramePr>
        <p:xfrm>
          <a:off x="3219344" y="2344260"/>
          <a:ext cx="8640000" cy="3291840"/>
        </p:xfrm>
        <a:graphic>
          <a:graphicData uri="http://schemas.openxmlformats.org/drawingml/2006/table">
            <a:tbl>
              <a:tblPr/>
              <a:tblGrid>
                <a:gridCol w="2880000">
                  <a:extLst>
                    <a:ext uri="{9D8B030D-6E8A-4147-A177-3AD203B41FA5}">
                      <a16:colId xmlns:a16="http://schemas.microsoft.com/office/drawing/2014/main" val="2371716363"/>
                    </a:ext>
                  </a:extLst>
                </a:gridCol>
                <a:gridCol w="2880000">
                  <a:extLst>
                    <a:ext uri="{9D8B030D-6E8A-4147-A177-3AD203B41FA5}">
                      <a16:colId xmlns:a16="http://schemas.microsoft.com/office/drawing/2014/main" val="3918654137"/>
                    </a:ext>
                  </a:extLst>
                </a:gridCol>
                <a:gridCol w="2880000">
                  <a:extLst>
                    <a:ext uri="{9D8B030D-6E8A-4147-A177-3AD203B41FA5}">
                      <a16:colId xmlns:a16="http://schemas.microsoft.com/office/drawing/2014/main" val="2267508067"/>
                    </a:ext>
                  </a:extLst>
                </a:gridCol>
              </a:tblGrid>
              <a:tr h="323550">
                <a:tc>
                  <a:txBody>
                    <a:bodyPr/>
                    <a:lstStyle/>
                    <a:p>
                      <a:pPr>
                        <a:buNone/>
                      </a:pPr>
                      <a:r>
                        <a:rPr lang="zh-CN" altLang="en-US" dirty="0"/>
                        <a:t>工作代号</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紧前工作</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计划工作历时</a:t>
                      </a:r>
                      <a:r>
                        <a:rPr lang="en-US" altLang="zh-CN" dirty="0"/>
                        <a:t>/</a:t>
                      </a:r>
                      <a:r>
                        <a:rPr lang="zh-CN" altLang="en-US" dirty="0"/>
                        <a:t>天</a:t>
                      </a:r>
                    </a:p>
                  </a:txBody>
                  <a:tcPr anchor="ctr">
                    <a:lnL>
                      <a:noFill/>
                    </a:lnL>
                    <a:lnR>
                      <a:noFill/>
                    </a:lnR>
                    <a:lnT>
                      <a:noFill/>
                    </a:lnT>
                    <a:lnB w="1270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1001802333"/>
                  </a:ext>
                </a:extLst>
              </a:tr>
              <a:tr h="323550">
                <a:tc>
                  <a:txBody>
                    <a:bodyPr/>
                    <a:lstStyle/>
                    <a:p>
                      <a:pPr>
                        <a:buNone/>
                      </a:pPr>
                      <a:r>
                        <a:rPr lang="en-US"/>
                        <a:t>A</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en-US" altLang="zh-CN"/>
                        <a:t>——</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en-US" altLang="zh-CN"/>
                        <a:t>5</a:t>
                      </a:r>
                    </a:p>
                  </a:txBody>
                  <a:tcPr anchor="ctr">
                    <a:lnL>
                      <a:noFill/>
                    </a:lnL>
                    <a:lnR>
                      <a:noFill/>
                    </a:lnR>
                    <a:lnT w="12700" cap="flat" cmpd="sng" algn="ctr">
                      <a:solidFill>
                        <a:schemeClr val="accent2"/>
                      </a:solidFill>
                      <a:prstDash val="solid"/>
                      <a:round/>
                      <a:headEnd type="none" w="med" len="med"/>
                      <a:tailEnd type="none" w="med" len="med"/>
                    </a:lnT>
                    <a:lnB>
                      <a:noFill/>
                    </a:lnB>
                    <a:noFill/>
                  </a:tcPr>
                </a:tc>
                <a:extLst>
                  <a:ext uri="{0D108BD9-81ED-4DB2-BD59-A6C34878D82A}">
                    <a16:rowId xmlns:a16="http://schemas.microsoft.com/office/drawing/2014/main" val="1852081910"/>
                  </a:ext>
                </a:extLst>
              </a:tr>
              <a:tr h="323550">
                <a:tc>
                  <a:txBody>
                    <a:bodyPr/>
                    <a:lstStyle/>
                    <a:p>
                      <a:pPr>
                        <a:buNone/>
                      </a:pPr>
                      <a:r>
                        <a:rPr lang="en-US" dirty="0"/>
                        <a:t>B</a:t>
                      </a:r>
                    </a:p>
                  </a:txBody>
                  <a:tcPr anchor="ctr">
                    <a:lnL>
                      <a:noFill/>
                    </a:lnL>
                    <a:lnR>
                      <a:noFill/>
                    </a:lnR>
                    <a:lnT>
                      <a:noFill/>
                    </a:lnT>
                    <a:lnB>
                      <a:noFill/>
                    </a:lnB>
                    <a:noFill/>
                  </a:tcPr>
                </a:tc>
                <a:tc>
                  <a:txBody>
                    <a:bodyPr/>
                    <a:lstStyle/>
                    <a:p>
                      <a:pPr>
                        <a:buNone/>
                      </a:pPr>
                      <a:r>
                        <a:rPr lang="en-US"/>
                        <a:t>A</a:t>
                      </a:r>
                    </a:p>
                  </a:txBody>
                  <a:tcPr anchor="ctr">
                    <a:lnL>
                      <a:noFill/>
                    </a:lnL>
                    <a:lnR>
                      <a:noFill/>
                    </a:lnR>
                    <a:lnT>
                      <a:noFill/>
                    </a:lnT>
                    <a:lnB>
                      <a:noFill/>
                    </a:lnB>
                    <a:noFill/>
                  </a:tcPr>
                </a:tc>
                <a:tc>
                  <a:txBody>
                    <a:bodyPr/>
                    <a:lstStyle/>
                    <a:p>
                      <a:pPr>
                        <a:buNone/>
                      </a:pPr>
                      <a:r>
                        <a:rPr lang="en-US" altLang="zh-CN" dirty="0"/>
                        <a:t>2</a:t>
                      </a:r>
                    </a:p>
                  </a:txBody>
                  <a:tcPr anchor="ctr">
                    <a:lnL>
                      <a:noFill/>
                    </a:lnL>
                    <a:lnR>
                      <a:noFill/>
                    </a:lnR>
                    <a:lnT>
                      <a:noFill/>
                    </a:lnT>
                    <a:lnB>
                      <a:noFill/>
                    </a:lnB>
                    <a:noFill/>
                  </a:tcPr>
                </a:tc>
                <a:extLst>
                  <a:ext uri="{0D108BD9-81ED-4DB2-BD59-A6C34878D82A}">
                    <a16:rowId xmlns:a16="http://schemas.microsoft.com/office/drawing/2014/main" val="1043277927"/>
                  </a:ext>
                </a:extLst>
              </a:tr>
              <a:tr h="323550">
                <a:tc>
                  <a:txBody>
                    <a:bodyPr/>
                    <a:lstStyle/>
                    <a:p>
                      <a:pPr>
                        <a:buNone/>
                      </a:pPr>
                      <a:r>
                        <a:rPr lang="en-US"/>
                        <a:t>C</a:t>
                      </a:r>
                    </a:p>
                  </a:txBody>
                  <a:tcPr anchor="ctr">
                    <a:lnL>
                      <a:noFill/>
                    </a:lnL>
                    <a:lnR>
                      <a:noFill/>
                    </a:lnR>
                    <a:lnT>
                      <a:noFill/>
                    </a:lnT>
                    <a:lnB>
                      <a:noFill/>
                    </a:lnB>
                    <a:noFill/>
                  </a:tcPr>
                </a:tc>
                <a:tc>
                  <a:txBody>
                    <a:bodyPr/>
                    <a:lstStyle/>
                    <a:p>
                      <a:pPr>
                        <a:buNone/>
                      </a:pPr>
                      <a:r>
                        <a:rPr lang="en-US"/>
                        <a:t>A</a:t>
                      </a:r>
                    </a:p>
                  </a:txBody>
                  <a:tcPr anchor="ctr">
                    <a:lnL>
                      <a:noFill/>
                    </a:lnL>
                    <a:lnR>
                      <a:noFill/>
                    </a:lnR>
                    <a:lnT>
                      <a:noFill/>
                    </a:lnT>
                    <a:lnB>
                      <a:noFill/>
                    </a:lnB>
                    <a:noFill/>
                  </a:tcPr>
                </a:tc>
                <a:tc>
                  <a:txBody>
                    <a:bodyPr/>
                    <a:lstStyle/>
                    <a:p>
                      <a:pPr>
                        <a:buNone/>
                      </a:pPr>
                      <a:r>
                        <a:rPr lang="en-US" altLang="zh-CN" dirty="0"/>
                        <a:t>8</a:t>
                      </a:r>
                    </a:p>
                  </a:txBody>
                  <a:tcPr anchor="ctr">
                    <a:lnL>
                      <a:noFill/>
                    </a:lnL>
                    <a:lnR>
                      <a:noFill/>
                    </a:lnR>
                    <a:lnT>
                      <a:noFill/>
                    </a:lnT>
                    <a:lnB>
                      <a:noFill/>
                    </a:lnB>
                    <a:noFill/>
                  </a:tcPr>
                </a:tc>
                <a:extLst>
                  <a:ext uri="{0D108BD9-81ED-4DB2-BD59-A6C34878D82A}">
                    <a16:rowId xmlns:a16="http://schemas.microsoft.com/office/drawing/2014/main" val="461868069"/>
                  </a:ext>
                </a:extLst>
              </a:tr>
              <a:tr h="323550">
                <a:tc>
                  <a:txBody>
                    <a:bodyPr/>
                    <a:lstStyle/>
                    <a:p>
                      <a:pPr>
                        <a:buNone/>
                      </a:pPr>
                      <a:r>
                        <a:rPr lang="en-US"/>
                        <a:t>D</a:t>
                      </a:r>
                    </a:p>
                  </a:txBody>
                  <a:tcPr anchor="ctr">
                    <a:lnL>
                      <a:noFill/>
                    </a:lnL>
                    <a:lnR>
                      <a:noFill/>
                    </a:lnR>
                    <a:lnT>
                      <a:noFill/>
                    </a:lnT>
                    <a:lnB>
                      <a:noFill/>
                    </a:lnB>
                    <a:noFill/>
                  </a:tcPr>
                </a:tc>
                <a:tc>
                  <a:txBody>
                    <a:bodyPr/>
                    <a:lstStyle/>
                    <a:p>
                      <a:pPr>
                        <a:buNone/>
                      </a:pPr>
                      <a:r>
                        <a:rPr lang="en-US" dirty="0"/>
                        <a:t>B, C</a:t>
                      </a:r>
                    </a:p>
                  </a:txBody>
                  <a:tcPr anchor="ctr">
                    <a:lnL>
                      <a:noFill/>
                    </a:lnL>
                    <a:lnR>
                      <a:noFill/>
                    </a:lnR>
                    <a:lnT>
                      <a:noFill/>
                    </a:lnT>
                    <a:lnB>
                      <a:noFill/>
                    </a:lnB>
                    <a:noFill/>
                  </a:tcPr>
                </a:tc>
                <a:tc>
                  <a:txBody>
                    <a:bodyPr/>
                    <a:lstStyle/>
                    <a:p>
                      <a:pPr>
                        <a:buNone/>
                      </a:pPr>
                      <a:r>
                        <a:rPr lang="en-US" altLang="zh-CN"/>
                        <a:t>10</a:t>
                      </a:r>
                    </a:p>
                  </a:txBody>
                  <a:tcPr anchor="ctr">
                    <a:lnL>
                      <a:noFill/>
                    </a:lnL>
                    <a:lnR>
                      <a:noFill/>
                    </a:lnR>
                    <a:lnT>
                      <a:noFill/>
                    </a:lnT>
                    <a:lnB>
                      <a:noFill/>
                    </a:lnB>
                    <a:noFill/>
                  </a:tcPr>
                </a:tc>
                <a:extLst>
                  <a:ext uri="{0D108BD9-81ED-4DB2-BD59-A6C34878D82A}">
                    <a16:rowId xmlns:a16="http://schemas.microsoft.com/office/drawing/2014/main" val="153292863"/>
                  </a:ext>
                </a:extLst>
              </a:tr>
              <a:tr h="323550">
                <a:tc>
                  <a:txBody>
                    <a:bodyPr/>
                    <a:lstStyle/>
                    <a:p>
                      <a:pPr>
                        <a:buNone/>
                      </a:pPr>
                      <a:r>
                        <a:rPr lang="en-US"/>
                        <a:t>E</a:t>
                      </a:r>
                    </a:p>
                  </a:txBody>
                  <a:tcPr anchor="ctr">
                    <a:lnL>
                      <a:noFill/>
                    </a:lnL>
                    <a:lnR>
                      <a:noFill/>
                    </a:lnR>
                    <a:lnT>
                      <a:noFill/>
                    </a:lnT>
                    <a:lnB>
                      <a:noFill/>
                    </a:lnB>
                    <a:noFill/>
                  </a:tcPr>
                </a:tc>
                <a:tc>
                  <a:txBody>
                    <a:bodyPr/>
                    <a:lstStyle/>
                    <a:p>
                      <a:pPr>
                        <a:buNone/>
                      </a:pPr>
                      <a:r>
                        <a:rPr lang="en-US"/>
                        <a:t>C</a:t>
                      </a:r>
                    </a:p>
                  </a:txBody>
                  <a:tcPr anchor="ctr">
                    <a:lnL>
                      <a:noFill/>
                    </a:lnL>
                    <a:lnR>
                      <a:noFill/>
                    </a:lnR>
                    <a:lnT>
                      <a:noFill/>
                    </a:lnT>
                    <a:lnB>
                      <a:noFill/>
                    </a:lnB>
                    <a:noFill/>
                  </a:tcPr>
                </a:tc>
                <a:tc>
                  <a:txBody>
                    <a:bodyPr/>
                    <a:lstStyle/>
                    <a:p>
                      <a:pPr>
                        <a:buNone/>
                      </a:pPr>
                      <a:r>
                        <a:rPr lang="en-US" altLang="zh-CN"/>
                        <a:t>5</a:t>
                      </a:r>
                    </a:p>
                  </a:txBody>
                  <a:tcPr anchor="ctr">
                    <a:lnL>
                      <a:noFill/>
                    </a:lnL>
                    <a:lnR>
                      <a:noFill/>
                    </a:lnR>
                    <a:lnT>
                      <a:noFill/>
                    </a:lnT>
                    <a:lnB>
                      <a:noFill/>
                    </a:lnB>
                    <a:noFill/>
                  </a:tcPr>
                </a:tc>
                <a:extLst>
                  <a:ext uri="{0D108BD9-81ED-4DB2-BD59-A6C34878D82A}">
                    <a16:rowId xmlns:a16="http://schemas.microsoft.com/office/drawing/2014/main" val="1348767259"/>
                  </a:ext>
                </a:extLst>
              </a:tr>
              <a:tr h="323550">
                <a:tc>
                  <a:txBody>
                    <a:bodyPr/>
                    <a:lstStyle/>
                    <a:p>
                      <a:pPr>
                        <a:buNone/>
                      </a:pPr>
                      <a:r>
                        <a:rPr lang="en-US"/>
                        <a:t>F</a:t>
                      </a:r>
                    </a:p>
                  </a:txBody>
                  <a:tcPr anchor="ctr">
                    <a:lnL>
                      <a:noFill/>
                    </a:lnL>
                    <a:lnR>
                      <a:noFill/>
                    </a:lnR>
                    <a:lnT>
                      <a:noFill/>
                    </a:lnT>
                    <a:lnB>
                      <a:noFill/>
                    </a:lnB>
                    <a:noFill/>
                  </a:tcPr>
                </a:tc>
                <a:tc>
                  <a:txBody>
                    <a:bodyPr/>
                    <a:lstStyle/>
                    <a:p>
                      <a:pPr>
                        <a:buNone/>
                      </a:pPr>
                      <a:r>
                        <a:rPr lang="en-US"/>
                        <a:t>D</a:t>
                      </a:r>
                    </a:p>
                  </a:txBody>
                  <a:tcPr anchor="ctr">
                    <a:lnL>
                      <a:noFill/>
                    </a:lnL>
                    <a:lnR>
                      <a:noFill/>
                    </a:lnR>
                    <a:lnT>
                      <a:noFill/>
                    </a:lnT>
                    <a:lnB>
                      <a:noFill/>
                    </a:lnB>
                    <a:noFill/>
                  </a:tcPr>
                </a:tc>
                <a:tc>
                  <a:txBody>
                    <a:bodyPr/>
                    <a:lstStyle/>
                    <a:p>
                      <a:pPr>
                        <a:buNone/>
                      </a:pPr>
                      <a:r>
                        <a:rPr lang="en-US" altLang="zh-CN"/>
                        <a:t>10</a:t>
                      </a:r>
                    </a:p>
                  </a:txBody>
                  <a:tcPr anchor="ctr">
                    <a:lnL>
                      <a:noFill/>
                    </a:lnL>
                    <a:lnR>
                      <a:noFill/>
                    </a:lnR>
                    <a:lnT>
                      <a:noFill/>
                    </a:lnT>
                    <a:lnB>
                      <a:noFill/>
                    </a:lnB>
                    <a:noFill/>
                  </a:tcPr>
                </a:tc>
                <a:extLst>
                  <a:ext uri="{0D108BD9-81ED-4DB2-BD59-A6C34878D82A}">
                    <a16:rowId xmlns:a16="http://schemas.microsoft.com/office/drawing/2014/main" val="2542228622"/>
                  </a:ext>
                </a:extLst>
              </a:tr>
              <a:tr h="323550">
                <a:tc>
                  <a:txBody>
                    <a:bodyPr/>
                    <a:lstStyle/>
                    <a:p>
                      <a:pPr>
                        <a:buNone/>
                      </a:pPr>
                      <a:r>
                        <a:rPr lang="en-US"/>
                        <a:t>G</a:t>
                      </a:r>
                    </a:p>
                  </a:txBody>
                  <a:tcPr anchor="ctr">
                    <a:lnL>
                      <a:noFill/>
                    </a:lnL>
                    <a:lnR>
                      <a:noFill/>
                    </a:lnR>
                    <a:lnT>
                      <a:noFill/>
                    </a:lnT>
                    <a:lnB>
                      <a:noFill/>
                    </a:lnB>
                    <a:noFill/>
                  </a:tcPr>
                </a:tc>
                <a:tc>
                  <a:txBody>
                    <a:bodyPr/>
                    <a:lstStyle/>
                    <a:p>
                      <a:pPr>
                        <a:buNone/>
                      </a:pPr>
                      <a:r>
                        <a:rPr lang="en-US"/>
                        <a:t>D, E</a:t>
                      </a:r>
                    </a:p>
                  </a:txBody>
                  <a:tcPr anchor="ctr">
                    <a:lnL>
                      <a:noFill/>
                    </a:lnL>
                    <a:lnR>
                      <a:noFill/>
                    </a:lnR>
                    <a:lnT>
                      <a:noFill/>
                    </a:lnT>
                    <a:lnB>
                      <a:noFill/>
                    </a:lnB>
                    <a:noFill/>
                  </a:tcPr>
                </a:tc>
                <a:tc>
                  <a:txBody>
                    <a:bodyPr/>
                    <a:lstStyle/>
                    <a:p>
                      <a:pPr>
                        <a:buNone/>
                      </a:pPr>
                      <a:r>
                        <a:rPr lang="en-US" altLang="zh-CN"/>
                        <a:t>11</a:t>
                      </a:r>
                    </a:p>
                  </a:txBody>
                  <a:tcPr anchor="ctr">
                    <a:lnL>
                      <a:noFill/>
                    </a:lnL>
                    <a:lnR>
                      <a:noFill/>
                    </a:lnR>
                    <a:lnT>
                      <a:noFill/>
                    </a:lnT>
                    <a:lnB>
                      <a:noFill/>
                    </a:lnB>
                    <a:noFill/>
                  </a:tcPr>
                </a:tc>
                <a:extLst>
                  <a:ext uri="{0D108BD9-81ED-4DB2-BD59-A6C34878D82A}">
                    <a16:rowId xmlns:a16="http://schemas.microsoft.com/office/drawing/2014/main" val="2525273505"/>
                  </a:ext>
                </a:extLst>
              </a:tr>
              <a:tr h="323550">
                <a:tc>
                  <a:txBody>
                    <a:bodyPr/>
                    <a:lstStyle/>
                    <a:p>
                      <a:pPr>
                        <a:buNone/>
                      </a:pPr>
                      <a:r>
                        <a:rPr lang="en-US"/>
                        <a:t>H</a:t>
                      </a:r>
                    </a:p>
                  </a:txBody>
                  <a:tcPr anchor="ctr">
                    <a:lnL>
                      <a:noFill/>
                    </a:lnL>
                    <a:lnR>
                      <a:noFill/>
                    </a:lnR>
                    <a:lnT>
                      <a:noFill/>
                    </a:lnT>
                    <a:lnB>
                      <a:noFill/>
                    </a:lnB>
                    <a:noFill/>
                  </a:tcPr>
                </a:tc>
                <a:tc>
                  <a:txBody>
                    <a:bodyPr/>
                    <a:lstStyle/>
                    <a:p>
                      <a:pPr>
                        <a:buNone/>
                      </a:pPr>
                      <a:r>
                        <a:rPr lang="en-US"/>
                        <a:t>F, G</a:t>
                      </a:r>
                    </a:p>
                  </a:txBody>
                  <a:tcPr anchor="ctr">
                    <a:lnL>
                      <a:noFill/>
                    </a:lnL>
                    <a:lnR>
                      <a:noFill/>
                    </a:lnR>
                    <a:lnT>
                      <a:noFill/>
                    </a:lnT>
                    <a:lnB>
                      <a:noFill/>
                    </a:lnB>
                    <a:noFill/>
                  </a:tcPr>
                </a:tc>
                <a:tc>
                  <a:txBody>
                    <a:bodyPr/>
                    <a:lstStyle/>
                    <a:p>
                      <a:pPr>
                        <a:buNone/>
                      </a:pPr>
                      <a:r>
                        <a:rPr lang="en-US" altLang="zh-CN" dirty="0"/>
                        <a:t>10</a:t>
                      </a:r>
                    </a:p>
                  </a:txBody>
                  <a:tcPr anchor="ctr">
                    <a:lnL>
                      <a:noFill/>
                    </a:lnL>
                    <a:lnR>
                      <a:noFill/>
                    </a:lnR>
                    <a:lnT>
                      <a:noFill/>
                    </a:lnT>
                    <a:lnB>
                      <a:noFill/>
                    </a:lnB>
                    <a:noFill/>
                  </a:tcPr>
                </a:tc>
                <a:extLst>
                  <a:ext uri="{0D108BD9-81ED-4DB2-BD59-A6C34878D82A}">
                    <a16:rowId xmlns:a16="http://schemas.microsoft.com/office/drawing/2014/main" val="633991613"/>
                  </a:ext>
                </a:extLst>
              </a:tr>
            </a:tbl>
          </a:graphicData>
        </a:graphic>
      </p:graphicFrame>
      <p:sp>
        <p:nvSpPr>
          <p:cNvPr id="17" name="文本占位符 16">
            <a:extLst>
              <a:ext uri="{FF2B5EF4-FFF2-40B4-BE49-F238E27FC236}">
                <a16:creationId xmlns:a16="http://schemas.microsoft.com/office/drawing/2014/main" id="{C5A9D0C3-5EA5-419A-E2EA-92E150888203}"/>
              </a:ext>
            </a:extLst>
          </p:cNvPr>
          <p:cNvSpPr>
            <a:spLocks noGrp="1"/>
          </p:cNvSpPr>
          <p:nvPr>
            <p:ph type="body" sz="quarter" idx="10"/>
          </p:nvPr>
        </p:nvSpPr>
        <p:spPr/>
        <p:txBody>
          <a:bodyPr/>
          <a:lstStyle/>
          <a:p>
            <a:r>
              <a:rPr lang="zh-CN" altLang="en-US" dirty="0"/>
              <a:t>找出项目的关键路径 </a:t>
            </a:r>
            <a:r>
              <a:rPr lang="en-US" altLang="zh-CN" dirty="0"/>
              <a:t>Critical Path</a:t>
            </a:r>
            <a:r>
              <a:rPr lang="zh-CN" altLang="en-US" dirty="0"/>
              <a:t> 和总工期 </a:t>
            </a:r>
            <a:r>
              <a:rPr lang="en-US" altLang="zh-CN" dirty="0"/>
              <a:t>Project Duration</a:t>
            </a:r>
            <a:endParaRPr lang="zh-CN" altLang="en-US" dirty="0"/>
          </a:p>
        </p:txBody>
      </p:sp>
    </p:spTree>
    <p:extLst>
      <p:ext uri="{BB962C8B-B14F-4D97-AF65-F5344CB8AC3E}">
        <p14:creationId xmlns:p14="http://schemas.microsoft.com/office/powerpoint/2010/main" val="4279547965"/>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a:extLst>
              <a:ext uri="{FF2B5EF4-FFF2-40B4-BE49-F238E27FC236}">
                <a16:creationId xmlns:a16="http://schemas.microsoft.com/office/drawing/2014/main" id="{A1EEB06E-09B3-13BA-E4E9-A2CA6F1B84E0}"/>
              </a:ext>
            </a:extLst>
          </p:cNvPr>
          <p:cNvSpPr txBox="1"/>
          <p:nvPr/>
        </p:nvSpPr>
        <p:spPr>
          <a:xfrm>
            <a:off x="1247775" y="4143375"/>
            <a:ext cx="349776" cy="369332"/>
          </a:xfrm>
          <a:prstGeom prst="rect">
            <a:avLst/>
          </a:prstGeom>
          <a:noFill/>
        </p:spPr>
        <p:txBody>
          <a:bodyPr wrap="none" rtlCol="0">
            <a:spAutoFit/>
          </a:bodyPr>
          <a:lstStyle/>
          <a:p>
            <a:r>
              <a:rPr lang="en-US" altLang="zh-CN" dirty="0"/>
              <a:t>A</a:t>
            </a:r>
            <a:endParaRPr lang="zh-CN" altLang="en-US" dirty="0"/>
          </a:p>
        </p:txBody>
      </p:sp>
      <p:sp>
        <p:nvSpPr>
          <p:cNvPr id="4" name="文本框 3">
            <a:extLst>
              <a:ext uri="{FF2B5EF4-FFF2-40B4-BE49-F238E27FC236}">
                <a16:creationId xmlns:a16="http://schemas.microsoft.com/office/drawing/2014/main" id="{E2F7552E-8E4E-4BB8-9C2F-3EDF889D5F69}"/>
              </a:ext>
            </a:extLst>
          </p:cNvPr>
          <p:cNvSpPr txBox="1"/>
          <p:nvPr/>
        </p:nvSpPr>
        <p:spPr>
          <a:xfrm>
            <a:off x="2476500" y="3619500"/>
            <a:ext cx="359394" cy="369332"/>
          </a:xfrm>
          <a:prstGeom prst="rect">
            <a:avLst/>
          </a:prstGeom>
          <a:noFill/>
        </p:spPr>
        <p:txBody>
          <a:bodyPr wrap="none" rtlCol="0">
            <a:spAutoFit/>
          </a:bodyPr>
          <a:lstStyle/>
          <a:p>
            <a:r>
              <a:rPr lang="en-US" altLang="zh-CN" dirty="0"/>
              <a:t>B</a:t>
            </a:r>
            <a:endParaRPr lang="zh-CN" altLang="en-US" dirty="0"/>
          </a:p>
        </p:txBody>
      </p:sp>
      <p:sp>
        <p:nvSpPr>
          <p:cNvPr id="5" name="文本框 4">
            <a:extLst>
              <a:ext uri="{FF2B5EF4-FFF2-40B4-BE49-F238E27FC236}">
                <a16:creationId xmlns:a16="http://schemas.microsoft.com/office/drawing/2014/main" id="{9639FEA2-0FC3-5C14-77CB-93535DEBB73A}"/>
              </a:ext>
            </a:extLst>
          </p:cNvPr>
          <p:cNvSpPr txBox="1"/>
          <p:nvPr/>
        </p:nvSpPr>
        <p:spPr>
          <a:xfrm>
            <a:off x="2476500" y="4629150"/>
            <a:ext cx="351378" cy="369332"/>
          </a:xfrm>
          <a:prstGeom prst="rect">
            <a:avLst/>
          </a:prstGeom>
          <a:noFill/>
        </p:spPr>
        <p:txBody>
          <a:bodyPr wrap="none" rtlCol="0">
            <a:spAutoFit/>
          </a:bodyPr>
          <a:lstStyle/>
          <a:p>
            <a:r>
              <a:rPr lang="en-US" altLang="zh-CN" dirty="0"/>
              <a:t>C</a:t>
            </a:r>
            <a:endParaRPr lang="zh-CN" altLang="en-US" dirty="0"/>
          </a:p>
        </p:txBody>
      </p:sp>
      <p:cxnSp>
        <p:nvCxnSpPr>
          <p:cNvPr id="7" name="直接箭头连接符 6">
            <a:extLst>
              <a:ext uri="{FF2B5EF4-FFF2-40B4-BE49-F238E27FC236}">
                <a16:creationId xmlns:a16="http://schemas.microsoft.com/office/drawing/2014/main" id="{21C30B8C-7E6A-DD62-5082-8880561EF0C4}"/>
              </a:ext>
            </a:extLst>
          </p:cNvPr>
          <p:cNvCxnSpPr>
            <a:stCxn id="3" idx="3"/>
            <a:endCxn id="4" idx="1"/>
          </p:cNvCxnSpPr>
          <p:nvPr/>
        </p:nvCxnSpPr>
        <p:spPr>
          <a:xfrm flipV="1">
            <a:off x="1597551" y="3804166"/>
            <a:ext cx="878949" cy="5238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文本框 7">
            <a:extLst>
              <a:ext uri="{FF2B5EF4-FFF2-40B4-BE49-F238E27FC236}">
                <a16:creationId xmlns:a16="http://schemas.microsoft.com/office/drawing/2014/main" id="{7B22A5D7-8DB0-DC7F-00E1-877B92809B8F}"/>
              </a:ext>
            </a:extLst>
          </p:cNvPr>
          <p:cNvSpPr txBox="1"/>
          <p:nvPr/>
        </p:nvSpPr>
        <p:spPr>
          <a:xfrm>
            <a:off x="1264607" y="3842266"/>
            <a:ext cx="316112" cy="369332"/>
          </a:xfrm>
          <a:prstGeom prst="rect">
            <a:avLst/>
          </a:prstGeom>
          <a:noFill/>
        </p:spPr>
        <p:txBody>
          <a:bodyPr wrap="none" rtlCol="0">
            <a:spAutoFit/>
          </a:bodyPr>
          <a:lstStyle/>
          <a:p>
            <a:r>
              <a:rPr lang="en-US" altLang="zh-CN" dirty="0"/>
              <a:t>5</a:t>
            </a:r>
            <a:endParaRPr lang="zh-CN" altLang="en-US" dirty="0"/>
          </a:p>
        </p:txBody>
      </p:sp>
      <p:cxnSp>
        <p:nvCxnSpPr>
          <p:cNvPr id="10" name="直接箭头连接符 9">
            <a:extLst>
              <a:ext uri="{FF2B5EF4-FFF2-40B4-BE49-F238E27FC236}">
                <a16:creationId xmlns:a16="http://schemas.microsoft.com/office/drawing/2014/main" id="{1C232C25-3884-778D-2637-20B4C6904DBF}"/>
              </a:ext>
            </a:extLst>
          </p:cNvPr>
          <p:cNvCxnSpPr>
            <a:stCxn id="3" idx="3"/>
            <a:endCxn id="5" idx="1"/>
          </p:cNvCxnSpPr>
          <p:nvPr/>
        </p:nvCxnSpPr>
        <p:spPr>
          <a:xfrm>
            <a:off x="1597551" y="4328041"/>
            <a:ext cx="878949" cy="4857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 name="文本框 11">
            <a:extLst>
              <a:ext uri="{FF2B5EF4-FFF2-40B4-BE49-F238E27FC236}">
                <a16:creationId xmlns:a16="http://schemas.microsoft.com/office/drawing/2014/main" id="{43C7076D-97B3-854C-ACE4-5EE1AAF0DEAD}"/>
              </a:ext>
            </a:extLst>
          </p:cNvPr>
          <p:cNvSpPr txBox="1"/>
          <p:nvPr/>
        </p:nvSpPr>
        <p:spPr>
          <a:xfrm>
            <a:off x="3476625" y="4274582"/>
            <a:ext cx="375424" cy="369332"/>
          </a:xfrm>
          <a:prstGeom prst="rect">
            <a:avLst/>
          </a:prstGeom>
          <a:noFill/>
        </p:spPr>
        <p:txBody>
          <a:bodyPr wrap="none" rtlCol="0">
            <a:spAutoFit/>
          </a:bodyPr>
          <a:lstStyle/>
          <a:p>
            <a:r>
              <a:rPr lang="en-US" altLang="zh-CN" dirty="0"/>
              <a:t>D</a:t>
            </a:r>
            <a:endParaRPr lang="zh-CN" altLang="en-US" dirty="0"/>
          </a:p>
        </p:txBody>
      </p:sp>
      <p:cxnSp>
        <p:nvCxnSpPr>
          <p:cNvPr id="14" name="直接箭头连接符 13">
            <a:extLst>
              <a:ext uri="{FF2B5EF4-FFF2-40B4-BE49-F238E27FC236}">
                <a16:creationId xmlns:a16="http://schemas.microsoft.com/office/drawing/2014/main" id="{8DDD277F-BAE1-BFE8-B58D-790EF9F4285D}"/>
              </a:ext>
            </a:extLst>
          </p:cNvPr>
          <p:cNvCxnSpPr>
            <a:stCxn id="4" idx="3"/>
            <a:endCxn id="12" idx="1"/>
          </p:cNvCxnSpPr>
          <p:nvPr/>
        </p:nvCxnSpPr>
        <p:spPr>
          <a:xfrm>
            <a:off x="2835894" y="3804166"/>
            <a:ext cx="640731" cy="65508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8A08931A-FC26-E229-E9AD-AA153D42D85A}"/>
              </a:ext>
            </a:extLst>
          </p:cNvPr>
          <p:cNvCxnSpPr>
            <a:stCxn id="5" idx="3"/>
            <a:endCxn id="12" idx="1"/>
          </p:cNvCxnSpPr>
          <p:nvPr/>
        </p:nvCxnSpPr>
        <p:spPr>
          <a:xfrm flipV="1">
            <a:off x="2827878" y="4459248"/>
            <a:ext cx="648747" cy="35456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7" name="文本框 16">
            <a:extLst>
              <a:ext uri="{FF2B5EF4-FFF2-40B4-BE49-F238E27FC236}">
                <a16:creationId xmlns:a16="http://schemas.microsoft.com/office/drawing/2014/main" id="{775A7A25-F6DD-2E82-D637-B87C3EE02018}"/>
              </a:ext>
            </a:extLst>
          </p:cNvPr>
          <p:cNvSpPr txBox="1"/>
          <p:nvPr/>
        </p:nvSpPr>
        <p:spPr>
          <a:xfrm>
            <a:off x="2494133" y="3349883"/>
            <a:ext cx="316112" cy="369332"/>
          </a:xfrm>
          <a:prstGeom prst="rect">
            <a:avLst/>
          </a:prstGeom>
          <a:noFill/>
        </p:spPr>
        <p:txBody>
          <a:bodyPr wrap="none" rtlCol="0">
            <a:spAutoFit/>
          </a:bodyPr>
          <a:lstStyle/>
          <a:p>
            <a:r>
              <a:rPr lang="en-US" altLang="zh-CN" dirty="0"/>
              <a:t>2</a:t>
            </a:r>
            <a:endParaRPr lang="zh-CN" altLang="en-US" dirty="0"/>
          </a:p>
        </p:txBody>
      </p:sp>
      <p:sp>
        <p:nvSpPr>
          <p:cNvPr id="18" name="文本框 17">
            <a:extLst>
              <a:ext uri="{FF2B5EF4-FFF2-40B4-BE49-F238E27FC236}">
                <a16:creationId xmlns:a16="http://schemas.microsoft.com/office/drawing/2014/main" id="{7462B772-7874-7A53-AAC6-DD493DFF6A19}"/>
              </a:ext>
            </a:extLst>
          </p:cNvPr>
          <p:cNvSpPr txBox="1"/>
          <p:nvPr/>
        </p:nvSpPr>
        <p:spPr>
          <a:xfrm>
            <a:off x="2510965" y="4406563"/>
            <a:ext cx="332142" cy="369332"/>
          </a:xfrm>
          <a:prstGeom prst="rect">
            <a:avLst/>
          </a:prstGeom>
          <a:noFill/>
        </p:spPr>
        <p:txBody>
          <a:bodyPr wrap="none" rtlCol="0">
            <a:spAutoFit/>
          </a:bodyPr>
          <a:lstStyle/>
          <a:p>
            <a:r>
              <a:rPr lang="en-US" altLang="zh-CN" dirty="0"/>
              <a:t>8</a:t>
            </a:r>
            <a:endParaRPr lang="zh-CN" altLang="en-US" dirty="0"/>
          </a:p>
        </p:txBody>
      </p:sp>
      <p:sp>
        <p:nvSpPr>
          <p:cNvPr id="19" name="文本框 18">
            <a:extLst>
              <a:ext uri="{FF2B5EF4-FFF2-40B4-BE49-F238E27FC236}">
                <a16:creationId xmlns:a16="http://schemas.microsoft.com/office/drawing/2014/main" id="{21BCCF1A-573C-077D-338F-3A717DB74CEA}"/>
              </a:ext>
            </a:extLst>
          </p:cNvPr>
          <p:cNvSpPr txBox="1"/>
          <p:nvPr/>
        </p:nvSpPr>
        <p:spPr>
          <a:xfrm>
            <a:off x="3476625" y="5248275"/>
            <a:ext cx="338554" cy="369332"/>
          </a:xfrm>
          <a:prstGeom prst="rect">
            <a:avLst/>
          </a:prstGeom>
          <a:noFill/>
        </p:spPr>
        <p:txBody>
          <a:bodyPr wrap="none" rtlCol="0">
            <a:spAutoFit/>
          </a:bodyPr>
          <a:lstStyle/>
          <a:p>
            <a:r>
              <a:rPr lang="en-US" altLang="zh-CN" dirty="0"/>
              <a:t>E</a:t>
            </a:r>
            <a:endParaRPr lang="zh-CN" altLang="en-US" dirty="0"/>
          </a:p>
        </p:txBody>
      </p:sp>
      <p:cxnSp>
        <p:nvCxnSpPr>
          <p:cNvPr id="21" name="直接箭头连接符 20">
            <a:extLst>
              <a:ext uri="{FF2B5EF4-FFF2-40B4-BE49-F238E27FC236}">
                <a16:creationId xmlns:a16="http://schemas.microsoft.com/office/drawing/2014/main" id="{F52438E8-F59B-CFC3-FAED-1F2CDB6E25EE}"/>
              </a:ext>
            </a:extLst>
          </p:cNvPr>
          <p:cNvCxnSpPr>
            <a:stCxn id="5" idx="3"/>
            <a:endCxn id="19" idx="1"/>
          </p:cNvCxnSpPr>
          <p:nvPr/>
        </p:nvCxnSpPr>
        <p:spPr>
          <a:xfrm>
            <a:off x="2827878" y="4813816"/>
            <a:ext cx="648747" cy="61912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3" name="文本框 22">
            <a:extLst>
              <a:ext uri="{FF2B5EF4-FFF2-40B4-BE49-F238E27FC236}">
                <a16:creationId xmlns:a16="http://schemas.microsoft.com/office/drawing/2014/main" id="{6AD89484-632E-336C-E93F-6D55EA28F567}"/>
              </a:ext>
            </a:extLst>
          </p:cNvPr>
          <p:cNvSpPr txBox="1"/>
          <p:nvPr/>
        </p:nvSpPr>
        <p:spPr>
          <a:xfrm>
            <a:off x="4686300" y="4274582"/>
            <a:ext cx="330540" cy="369332"/>
          </a:xfrm>
          <a:prstGeom prst="rect">
            <a:avLst/>
          </a:prstGeom>
          <a:noFill/>
        </p:spPr>
        <p:txBody>
          <a:bodyPr wrap="none" rtlCol="0">
            <a:spAutoFit/>
          </a:bodyPr>
          <a:lstStyle/>
          <a:p>
            <a:r>
              <a:rPr lang="en-US" altLang="zh-CN" dirty="0"/>
              <a:t>F</a:t>
            </a:r>
            <a:endParaRPr lang="zh-CN" altLang="en-US" dirty="0"/>
          </a:p>
        </p:txBody>
      </p:sp>
      <p:cxnSp>
        <p:nvCxnSpPr>
          <p:cNvPr id="25" name="直接箭头连接符 24">
            <a:extLst>
              <a:ext uri="{FF2B5EF4-FFF2-40B4-BE49-F238E27FC236}">
                <a16:creationId xmlns:a16="http://schemas.microsoft.com/office/drawing/2014/main" id="{42BE6AB1-C496-9E66-8224-90B8B8E5E767}"/>
              </a:ext>
            </a:extLst>
          </p:cNvPr>
          <p:cNvCxnSpPr>
            <a:stCxn id="12" idx="3"/>
            <a:endCxn id="23" idx="1"/>
          </p:cNvCxnSpPr>
          <p:nvPr/>
        </p:nvCxnSpPr>
        <p:spPr>
          <a:xfrm>
            <a:off x="3852049" y="4459248"/>
            <a:ext cx="83425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6" name="文本框 25">
            <a:extLst>
              <a:ext uri="{FF2B5EF4-FFF2-40B4-BE49-F238E27FC236}">
                <a16:creationId xmlns:a16="http://schemas.microsoft.com/office/drawing/2014/main" id="{21E606B5-BFC0-29AD-FEE1-0D7695CFEE4F}"/>
              </a:ext>
            </a:extLst>
          </p:cNvPr>
          <p:cNvSpPr txBox="1"/>
          <p:nvPr/>
        </p:nvSpPr>
        <p:spPr>
          <a:xfrm>
            <a:off x="3443449" y="4043244"/>
            <a:ext cx="420308" cy="369332"/>
          </a:xfrm>
          <a:prstGeom prst="rect">
            <a:avLst/>
          </a:prstGeom>
          <a:noFill/>
        </p:spPr>
        <p:txBody>
          <a:bodyPr wrap="none" rtlCol="0">
            <a:spAutoFit/>
          </a:bodyPr>
          <a:lstStyle/>
          <a:p>
            <a:r>
              <a:rPr lang="en-US" altLang="zh-CN" dirty="0"/>
              <a:t>10</a:t>
            </a:r>
            <a:endParaRPr lang="zh-CN" altLang="en-US" dirty="0"/>
          </a:p>
        </p:txBody>
      </p:sp>
      <p:sp>
        <p:nvSpPr>
          <p:cNvPr id="27" name="文本框 26">
            <a:extLst>
              <a:ext uri="{FF2B5EF4-FFF2-40B4-BE49-F238E27FC236}">
                <a16:creationId xmlns:a16="http://schemas.microsoft.com/office/drawing/2014/main" id="{5D1CA704-0D72-33DB-01DE-92BE2277F6D3}"/>
              </a:ext>
            </a:extLst>
          </p:cNvPr>
          <p:cNvSpPr txBox="1"/>
          <p:nvPr/>
        </p:nvSpPr>
        <p:spPr>
          <a:xfrm>
            <a:off x="3476625" y="4946094"/>
            <a:ext cx="316112" cy="369332"/>
          </a:xfrm>
          <a:prstGeom prst="rect">
            <a:avLst/>
          </a:prstGeom>
          <a:noFill/>
        </p:spPr>
        <p:txBody>
          <a:bodyPr wrap="none" rtlCol="0">
            <a:spAutoFit/>
          </a:bodyPr>
          <a:lstStyle/>
          <a:p>
            <a:r>
              <a:rPr lang="en-US" altLang="zh-CN" dirty="0"/>
              <a:t>5</a:t>
            </a:r>
            <a:endParaRPr lang="zh-CN" altLang="en-US" dirty="0"/>
          </a:p>
        </p:txBody>
      </p:sp>
      <p:sp>
        <p:nvSpPr>
          <p:cNvPr id="28" name="文本框 27">
            <a:extLst>
              <a:ext uri="{FF2B5EF4-FFF2-40B4-BE49-F238E27FC236}">
                <a16:creationId xmlns:a16="http://schemas.microsoft.com/office/drawing/2014/main" id="{2ADF7969-A354-0346-83CF-301505950CD6}"/>
              </a:ext>
            </a:extLst>
          </p:cNvPr>
          <p:cNvSpPr txBox="1"/>
          <p:nvPr/>
        </p:nvSpPr>
        <p:spPr>
          <a:xfrm>
            <a:off x="4686300" y="5248275"/>
            <a:ext cx="362600" cy="369332"/>
          </a:xfrm>
          <a:prstGeom prst="rect">
            <a:avLst/>
          </a:prstGeom>
          <a:noFill/>
        </p:spPr>
        <p:txBody>
          <a:bodyPr wrap="none" rtlCol="0">
            <a:spAutoFit/>
          </a:bodyPr>
          <a:lstStyle/>
          <a:p>
            <a:r>
              <a:rPr lang="en-US" altLang="zh-CN" dirty="0"/>
              <a:t>G</a:t>
            </a:r>
            <a:endParaRPr lang="zh-CN" altLang="en-US" dirty="0"/>
          </a:p>
        </p:txBody>
      </p:sp>
      <p:cxnSp>
        <p:nvCxnSpPr>
          <p:cNvPr id="30" name="直接箭头连接符 29">
            <a:extLst>
              <a:ext uri="{FF2B5EF4-FFF2-40B4-BE49-F238E27FC236}">
                <a16:creationId xmlns:a16="http://schemas.microsoft.com/office/drawing/2014/main" id="{94A727FC-6C7F-D35D-7C04-723D4C2A780D}"/>
              </a:ext>
            </a:extLst>
          </p:cNvPr>
          <p:cNvCxnSpPr>
            <a:stCxn id="12" idx="3"/>
            <a:endCxn id="28" idx="1"/>
          </p:cNvCxnSpPr>
          <p:nvPr/>
        </p:nvCxnSpPr>
        <p:spPr>
          <a:xfrm>
            <a:off x="3852049" y="4459248"/>
            <a:ext cx="834251" cy="97369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直接箭头连接符 31">
            <a:extLst>
              <a:ext uri="{FF2B5EF4-FFF2-40B4-BE49-F238E27FC236}">
                <a16:creationId xmlns:a16="http://schemas.microsoft.com/office/drawing/2014/main" id="{5A453B17-3F87-E350-7E3A-2AFC74DBDA61}"/>
              </a:ext>
            </a:extLst>
          </p:cNvPr>
          <p:cNvCxnSpPr>
            <a:stCxn id="19" idx="3"/>
            <a:endCxn id="28" idx="1"/>
          </p:cNvCxnSpPr>
          <p:nvPr/>
        </p:nvCxnSpPr>
        <p:spPr>
          <a:xfrm>
            <a:off x="3815179" y="5432941"/>
            <a:ext cx="87112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3" name="文本框 32">
            <a:extLst>
              <a:ext uri="{FF2B5EF4-FFF2-40B4-BE49-F238E27FC236}">
                <a16:creationId xmlns:a16="http://schemas.microsoft.com/office/drawing/2014/main" id="{1FC8C197-6AE9-64E1-30AE-8B1933CE7ACF}"/>
              </a:ext>
            </a:extLst>
          </p:cNvPr>
          <p:cNvSpPr txBox="1"/>
          <p:nvPr/>
        </p:nvSpPr>
        <p:spPr>
          <a:xfrm>
            <a:off x="5723782" y="4813816"/>
            <a:ext cx="372218" cy="369332"/>
          </a:xfrm>
          <a:prstGeom prst="rect">
            <a:avLst/>
          </a:prstGeom>
          <a:noFill/>
        </p:spPr>
        <p:txBody>
          <a:bodyPr wrap="none" rtlCol="0">
            <a:spAutoFit/>
          </a:bodyPr>
          <a:lstStyle/>
          <a:p>
            <a:r>
              <a:rPr lang="en-US" altLang="zh-CN" dirty="0"/>
              <a:t>H</a:t>
            </a:r>
            <a:endParaRPr lang="zh-CN" altLang="en-US" dirty="0"/>
          </a:p>
        </p:txBody>
      </p:sp>
      <p:cxnSp>
        <p:nvCxnSpPr>
          <p:cNvPr id="35" name="直接箭头连接符 34">
            <a:extLst>
              <a:ext uri="{FF2B5EF4-FFF2-40B4-BE49-F238E27FC236}">
                <a16:creationId xmlns:a16="http://schemas.microsoft.com/office/drawing/2014/main" id="{4FE91681-D249-9B65-CFDC-5809DFB10604}"/>
              </a:ext>
            </a:extLst>
          </p:cNvPr>
          <p:cNvCxnSpPr>
            <a:stCxn id="23" idx="3"/>
            <a:endCxn id="33" idx="1"/>
          </p:cNvCxnSpPr>
          <p:nvPr/>
        </p:nvCxnSpPr>
        <p:spPr>
          <a:xfrm>
            <a:off x="5016840" y="4459248"/>
            <a:ext cx="706942" cy="53923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BA1A8A0B-8179-1073-359D-F0B2C147A430}"/>
              </a:ext>
            </a:extLst>
          </p:cNvPr>
          <p:cNvCxnSpPr>
            <a:stCxn id="28" idx="3"/>
            <a:endCxn id="33" idx="1"/>
          </p:cNvCxnSpPr>
          <p:nvPr/>
        </p:nvCxnSpPr>
        <p:spPr>
          <a:xfrm flipV="1">
            <a:off x="5048900" y="4998482"/>
            <a:ext cx="674882" cy="4344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28BC799A-7694-14D9-CEA2-8C5B00FC0B6F}"/>
              </a:ext>
            </a:extLst>
          </p:cNvPr>
          <p:cNvSpPr txBox="1"/>
          <p:nvPr/>
        </p:nvSpPr>
        <p:spPr>
          <a:xfrm>
            <a:off x="4657446" y="4028778"/>
            <a:ext cx="420308" cy="369332"/>
          </a:xfrm>
          <a:prstGeom prst="rect">
            <a:avLst/>
          </a:prstGeom>
          <a:noFill/>
        </p:spPr>
        <p:txBody>
          <a:bodyPr wrap="none" rtlCol="0">
            <a:spAutoFit/>
          </a:bodyPr>
          <a:lstStyle/>
          <a:p>
            <a:r>
              <a:rPr lang="en-US" altLang="zh-CN" dirty="0"/>
              <a:t>10</a:t>
            </a:r>
            <a:endParaRPr lang="zh-CN" altLang="en-US" dirty="0"/>
          </a:p>
        </p:txBody>
      </p:sp>
      <p:sp>
        <p:nvSpPr>
          <p:cNvPr id="39" name="文本框 38">
            <a:extLst>
              <a:ext uri="{FF2B5EF4-FFF2-40B4-BE49-F238E27FC236}">
                <a16:creationId xmlns:a16="http://schemas.microsoft.com/office/drawing/2014/main" id="{F246383B-AA9A-4A46-BFD7-F0EBC2C47C3B}"/>
              </a:ext>
            </a:extLst>
          </p:cNvPr>
          <p:cNvSpPr txBox="1"/>
          <p:nvPr/>
        </p:nvSpPr>
        <p:spPr>
          <a:xfrm>
            <a:off x="4686300" y="4998482"/>
            <a:ext cx="351378" cy="369332"/>
          </a:xfrm>
          <a:prstGeom prst="rect">
            <a:avLst/>
          </a:prstGeom>
          <a:noFill/>
        </p:spPr>
        <p:txBody>
          <a:bodyPr wrap="none" rtlCol="0">
            <a:spAutoFit/>
          </a:bodyPr>
          <a:lstStyle/>
          <a:p>
            <a:r>
              <a:rPr lang="en-US" altLang="zh-CN" dirty="0"/>
              <a:t>11</a:t>
            </a:r>
            <a:endParaRPr lang="zh-CN" altLang="en-US" dirty="0"/>
          </a:p>
        </p:txBody>
      </p:sp>
      <p:sp>
        <p:nvSpPr>
          <p:cNvPr id="40" name="文本框 39">
            <a:extLst>
              <a:ext uri="{FF2B5EF4-FFF2-40B4-BE49-F238E27FC236}">
                <a16:creationId xmlns:a16="http://schemas.microsoft.com/office/drawing/2014/main" id="{2D212E3E-FA41-1DC5-A703-73FA3519FF06}"/>
              </a:ext>
            </a:extLst>
          </p:cNvPr>
          <p:cNvSpPr txBox="1"/>
          <p:nvPr/>
        </p:nvSpPr>
        <p:spPr>
          <a:xfrm>
            <a:off x="5699737" y="4533305"/>
            <a:ext cx="420308" cy="369332"/>
          </a:xfrm>
          <a:prstGeom prst="rect">
            <a:avLst/>
          </a:prstGeom>
          <a:noFill/>
        </p:spPr>
        <p:txBody>
          <a:bodyPr wrap="none" rtlCol="0">
            <a:spAutoFit/>
          </a:bodyPr>
          <a:lstStyle/>
          <a:p>
            <a:r>
              <a:rPr lang="en-US" altLang="zh-CN" dirty="0"/>
              <a:t>10</a:t>
            </a:r>
            <a:endParaRPr lang="zh-CN" altLang="en-US" dirty="0"/>
          </a:p>
        </p:txBody>
      </p:sp>
    </p:spTree>
    <p:extLst>
      <p:ext uri="{BB962C8B-B14F-4D97-AF65-F5344CB8AC3E}">
        <p14:creationId xmlns:p14="http://schemas.microsoft.com/office/powerpoint/2010/main" val="2758940164"/>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6BC6ADA-078B-D663-38EF-ED1FB62F8F5B}"/>
              </a:ext>
            </a:extLst>
          </p:cNvPr>
          <p:cNvSpPr>
            <a:spLocks noGrp="1"/>
          </p:cNvSpPr>
          <p:nvPr>
            <p:ph type="title"/>
          </p:nvPr>
        </p:nvSpPr>
        <p:spPr/>
        <p:txBody>
          <a:bodyPr/>
          <a:lstStyle/>
          <a:p>
            <a:r>
              <a:rPr lang="zh-CN" altLang="en-US" dirty="0"/>
              <a:t>资源优化</a:t>
            </a:r>
          </a:p>
        </p:txBody>
      </p:sp>
      <p:sp>
        <p:nvSpPr>
          <p:cNvPr id="3" name="内容占位符 2">
            <a:extLst>
              <a:ext uri="{FF2B5EF4-FFF2-40B4-BE49-F238E27FC236}">
                <a16:creationId xmlns:a16="http://schemas.microsoft.com/office/drawing/2014/main" id="{6E19B961-2A83-689F-02BF-962417B8756A}"/>
              </a:ext>
            </a:extLst>
          </p:cNvPr>
          <p:cNvSpPr>
            <a:spLocks noGrp="1"/>
          </p:cNvSpPr>
          <p:nvPr>
            <p:ph idx="1"/>
          </p:nvPr>
        </p:nvSpPr>
        <p:spPr/>
        <p:txBody>
          <a:bodyPr/>
          <a:lstStyle/>
          <a:p>
            <a:r>
              <a:rPr lang="zh-CN" altLang="en-US" dirty="0"/>
              <a:t>资源平衡</a:t>
            </a:r>
            <a:endParaRPr lang="en-US" altLang="zh-CN" dirty="0"/>
          </a:p>
          <a:p>
            <a:pPr lvl="1"/>
            <a:r>
              <a:rPr lang="zh-CN" altLang="en-US" dirty="0"/>
              <a:t>改变关键路径，通常是延长</a:t>
            </a:r>
            <a:endParaRPr lang="en-US" altLang="zh-CN" dirty="0"/>
          </a:p>
          <a:p>
            <a:r>
              <a:rPr lang="zh-CN" altLang="en-US" dirty="0"/>
              <a:t>资源平滑</a:t>
            </a:r>
            <a:endParaRPr lang="en-US" altLang="zh-CN" dirty="0"/>
          </a:p>
          <a:p>
            <a:pPr lvl="1"/>
            <a:r>
              <a:rPr lang="zh-CN" altLang="en-US" dirty="0"/>
              <a:t>不会改变关键路径</a:t>
            </a:r>
            <a:endParaRPr lang="en-US" altLang="zh-CN" dirty="0"/>
          </a:p>
          <a:p>
            <a:pPr lvl="1"/>
            <a:r>
              <a:rPr lang="zh-CN" altLang="en-US" dirty="0"/>
              <a:t>无法实现所有资源优化</a:t>
            </a:r>
            <a:endParaRPr lang="en-US" altLang="zh-CN" dirty="0"/>
          </a:p>
          <a:p>
            <a:endParaRPr lang="zh-CN" altLang="en-US" dirty="0"/>
          </a:p>
        </p:txBody>
      </p:sp>
      <p:sp>
        <p:nvSpPr>
          <p:cNvPr id="4" name="文本占位符 3">
            <a:extLst>
              <a:ext uri="{FF2B5EF4-FFF2-40B4-BE49-F238E27FC236}">
                <a16:creationId xmlns:a16="http://schemas.microsoft.com/office/drawing/2014/main" id="{0DFBD7E7-F771-7246-820D-6B80FE8F6978}"/>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610194431"/>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DB9099-8051-AE3F-AACA-4CE981D886C4}"/>
              </a:ext>
            </a:extLst>
          </p:cNvPr>
          <p:cNvSpPr>
            <a:spLocks noGrp="1"/>
          </p:cNvSpPr>
          <p:nvPr>
            <p:ph type="title"/>
          </p:nvPr>
        </p:nvSpPr>
        <p:spPr/>
        <p:txBody>
          <a:bodyPr/>
          <a:lstStyle/>
          <a:p>
            <a:r>
              <a:rPr lang="zh-CN" altLang="en-US" dirty="0"/>
              <a:t>资源压缩</a:t>
            </a:r>
          </a:p>
        </p:txBody>
      </p:sp>
      <p:sp>
        <p:nvSpPr>
          <p:cNvPr id="3" name="内容占位符 2">
            <a:extLst>
              <a:ext uri="{FF2B5EF4-FFF2-40B4-BE49-F238E27FC236}">
                <a16:creationId xmlns:a16="http://schemas.microsoft.com/office/drawing/2014/main" id="{B50D2F66-E7CA-07AC-F20A-1CC1EC48D66F}"/>
              </a:ext>
            </a:extLst>
          </p:cNvPr>
          <p:cNvSpPr>
            <a:spLocks noGrp="1"/>
          </p:cNvSpPr>
          <p:nvPr>
            <p:ph idx="1"/>
          </p:nvPr>
        </p:nvSpPr>
        <p:spPr/>
        <p:txBody>
          <a:bodyPr/>
          <a:lstStyle/>
          <a:p>
            <a:r>
              <a:rPr lang="zh-CN" altLang="en-US" dirty="0"/>
              <a:t>赶工 </a:t>
            </a:r>
            <a:r>
              <a:rPr lang="en-US" altLang="zh-CN" dirty="0"/>
              <a:t>Crashing</a:t>
            </a:r>
          </a:p>
          <a:p>
            <a:pPr lvl="1"/>
            <a:r>
              <a:rPr lang="zh-CN" altLang="en-US" dirty="0"/>
              <a:t>加班</a:t>
            </a:r>
            <a:endParaRPr lang="en-US" altLang="zh-CN" dirty="0"/>
          </a:p>
          <a:p>
            <a:r>
              <a:rPr lang="zh-CN" altLang="en-US" dirty="0"/>
              <a:t>快速跟进 </a:t>
            </a:r>
            <a:r>
              <a:rPr lang="en-US" altLang="zh-CN" dirty="0"/>
              <a:t>Fast Tracking</a:t>
            </a:r>
          </a:p>
          <a:p>
            <a:pPr lvl="1"/>
            <a:r>
              <a:rPr lang="zh-CN" altLang="en-US" dirty="0"/>
              <a:t>串行 → 并行</a:t>
            </a:r>
          </a:p>
        </p:txBody>
      </p:sp>
      <p:sp>
        <p:nvSpPr>
          <p:cNvPr id="4" name="文本占位符 3">
            <a:extLst>
              <a:ext uri="{FF2B5EF4-FFF2-40B4-BE49-F238E27FC236}">
                <a16:creationId xmlns:a16="http://schemas.microsoft.com/office/drawing/2014/main" id="{66A67F6C-85E4-63A7-E0C8-7790EC76721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77212110"/>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658C59-18EC-820F-424D-4377029A877B}"/>
              </a:ext>
            </a:extLst>
          </p:cNvPr>
          <p:cNvSpPr>
            <a:spLocks noGrp="1"/>
          </p:cNvSpPr>
          <p:nvPr>
            <p:ph type="title"/>
          </p:nvPr>
        </p:nvSpPr>
        <p:spPr/>
        <p:txBody>
          <a:bodyPr/>
          <a:lstStyle/>
          <a:p>
            <a:r>
              <a:rPr lang="en-US" altLang="zh-CN" dirty="0"/>
              <a:t>7. </a:t>
            </a:r>
            <a:r>
              <a:rPr lang="zh-CN" altLang="en-US" dirty="0"/>
              <a:t>进度控制</a:t>
            </a:r>
          </a:p>
        </p:txBody>
      </p:sp>
      <p:sp>
        <p:nvSpPr>
          <p:cNvPr id="3" name="内容占位符 2">
            <a:extLst>
              <a:ext uri="{FF2B5EF4-FFF2-40B4-BE49-F238E27FC236}">
                <a16:creationId xmlns:a16="http://schemas.microsoft.com/office/drawing/2014/main" id="{D1BD782F-47F6-81A2-E4B8-EEFB47D64136}"/>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0E651F3E-A570-EFE7-184C-BE8CDDD4C2F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20534762"/>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AE3B8776-2DDA-B04B-9543-9EA90EA9173F}"/>
              </a:ext>
            </a:extLst>
          </p:cNvPr>
          <p:cNvSpPr>
            <a:spLocks noGrp="1"/>
          </p:cNvSpPr>
          <p:nvPr>
            <p:ph type="body" sz="quarter" idx="10"/>
          </p:nvPr>
        </p:nvSpPr>
        <p:spPr/>
        <p:txBody>
          <a:bodyPr/>
          <a:lstStyle/>
          <a:p>
            <a:r>
              <a:rPr lang="en-US" altLang="zh-CN" dirty="0"/>
              <a:t>39</a:t>
            </a:r>
            <a:r>
              <a:rPr lang="zh-CN" altLang="en-US" dirty="0"/>
              <a:t>、某公司与客户签订了一个系统集成项目合同，对于项目的范围和完成时间做出了明确的规定。在制定进度计划时，项目经理发现按照估算的活动时间和资源编制的进度计划无法满足合同工期，为了达到合同要求，项目经理不宜采用的方法是（ ）。</a:t>
            </a:r>
            <a:endParaRPr lang="en-US" altLang="zh-CN" dirty="0"/>
          </a:p>
          <a:p>
            <a:endParaRPr lang="zh-CN" altLang="en-US" dirty="0"/>
          </a:p>
          <a:p>
            <a:r>
              <a:rPr lang="en-US" altLang="zh-CN" dirty="0"/>
              <a:t>A. </a:t>
            </a:r>
            <a:r>
              <a:rPr lang="zh-CN" altLang="en-US" dirty="0"/>
              <a:t>赶工 </a:t>
            </a:r>
            <a:r>
              <a:rPr lang="en-US" altLang="zh-CN" dirty="0"/>
              <a:t>Crashing</a:t>
            </a:r>
            <a:endParaRPr lang="zh-CN" altLang="en-US" dirty="0"/>
          </a:p>
          <a:p>
            <a:r>
              <a:rPr lang="en-US" altLang="zh-CN" dirty="0"/>
              <a:t>B. </a:t>
            </a:r>
            <a:r>
              <a:rPr lang="zh-CN" altLang="en-US" dirty="0"/>
              <a:t>并行施工 </a:t>
            </a:r>
            <a:r>
              <a:rPr lang="en-US" altLang="zh-CN" dirty="0"/>
              <a:t>Fast Tracking</a:t>
            </a:r>
            <a:endParaRPr lang="zh-CN" altLang="en-US" dirty="0"/>
          </a:p>
          <a:p>
            <a:r>
              <a:rPr lang="en-US" altLang="zh-CN" dirty="0"/>
              <a:t>C. </a:t>
            </a:r>
            <a:r>
              <a:rPr lang="zh-CN" altLang="en-US" dirty="0"/>
              <a:t>增加资源投入</a:t>
            </a:r>
          </a:p>
          <a:p>
            <a:r>
              <a:rPr lang="en-US" altLang="zh-CN" dirty="0"/>
              <a:t>D. </a:t>
            </a:r>
            <a:r>
              <a:rPr lang="zh-CN" altLang="en-US" dirty="0"/>
              <a:t>缩小项目范围</a:t>
            </a:r>
          </a:p>
        </p:txBody>
      </p:sp>
    </p:spTree>
    <p:extLst>
      <p:ext uri="{BB962C8B-B14F-4D97-AF65-F5344CB8AC3E}">
        <p14:creationId xmlns:p14="http://schemas.microsoft.com/office/powerpoint/2010/main" val="1256559890"/>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2CB949-84E8-8DA1-66F9-E4D9EDA6DD5B}"/>
            </a:ext>
          </a:extLst>
        </p:cNvPr>
        <p:cNvGrpSpPr/>
        <p:nvPr/>
      </p:nvGrpSpPr>
      <p:grpSpPr>
        <a:xfrm>
          <a:off x="0" y="0"/>
          <a:ext cx="0" cy="0"/>
          <a:chOff x="0" y="0"/>
          <a:chExt cx="0" cy="0"/>
        </a:xfrm>
      </p:grpSpPr>
      <p:pic>
        <p:nvPicPr>
          <p:cNvPr id="6" name="图片占位符 5">
            <a:extLst>
              <a:ext uri="{FF2B5EF4-FFF2-40B4-BE49-F238E27FC236}">
                <a16:creationId xmlns:a16="http://schemas.microsoft.com/office/drawing/2014/main" id="{2EE7E85C-74CD-A4B5-BF70-217737C5115A}"/>
              </a:ext>
            </a:extLst>
          </p:cNvPr>
          <p:cNvPicPr>
            <a:picLocks noGrp="1" noChangeAspect="1"/>
          </p:cNvPicPr>
          <p:nvPr>
            <p:ph type="pic" sz="quarter" idx="10"/>
          </p:nvPr>
        </p:nvPicPr>
        <p:blipFill>
          <a:blip r:embed="rId2"/>
          <a:srcRect l="17552" r="17552"/>
          <a:stretch/>
        </p:blipFill>
        <p:spPr>
          <a:xfrm>
            <a:off x="0" y="0"/>
            <a:ext cx="7912100" cy="6858000"/>
          </a:xfrm>
        </p:spPr>
      </p:pic>
      <p:sp>
        <p:nvSpPr>
          <p:cNvPr id="2" name="标题 1">
            <a:extLst>
              <a:ext uri="{FF2B5EF4-FFF2-40B4-BE49-F238E27FC236}">
                <a16:creationId xmlns:a16="http://schemas.microsoft.com/office/drawing/2014/main" id="{2E4FF08B-DC21-AB20-B906-964C0598AE54}"/>
              </a:ext>
            </a:extLst>
          </p:cNvPr>
          <p:cNvSpPr>
            <a:spLocks noGrp="1"/>
          </p:cNvSpPr>
          <p:nvPr>
            <p:ph type="ctrTitle"/>
          </p:nvPr>
        </p:nvSpPr>
        <p:spPr>
          <a:xfrm>
            <a:off x="4077578" y="3498981"/>
            <a:ext cx="7262228" cy="1440000"/>
          </a:xfrm>
        </p:spPr>
        <p:txBody>
          <a:bodyPr/>
          <a:lstStyle/>
          <a:p>
            <a:r>
              <a:rPr lang="zh-CN" altLang="en-US" dirty="0"/>
              <a:t>软件项目质量计划</a:t>
            </a:r>
          </a:p>
        </p:txBody>
      </p:sp>
      <p:sp>
        <p:nvSpPr>
          <p:cNvPr id="3" name="副标题 2">
            <a:extLst>
              <a:ext uri="{FF2B5EF4-FFF2-40B4-BE49-F238E27FC236}">
                <a16:creationId xmlns:a16="http://schemas.microsoft.com/office/drawing/2014/main" id="{CF173283-8CD8-5341-3326-924D69120130}"/>
              </a:ext>
            </a:extLst>
          </p:cNvPr>
          <p:cNvSpPr>
            <a:spLocks noGrp="1"/>
          </p:cNvSpPr>
          <p:nvPr>
            <p:ph type="subTitle" idx="1"/>
          </p:nvPr>
        </p:nvSpPr>
        <p:spPr>
          <a:xfrm>
            <a:off x="4077578" y="4938981"/>
            <a:ext cx="7262228" cy="900000"/>
          </a:xfrm>
        </p:spPr>
        <p:txBody>
          <a:bodyPr/>
          <a:lstStyle/>
          <a:p>
            <a:r>
              <a:rPr lang="en-US" altLang="zh-CN" dirty="0"/>
              <a:t>Section 6 Project Quality</a:t>
            </a:r>
            <a:endParaRPr lang="zh-CN" altLang="en-US" dirty="0"/>
          </a:p>
        </p:txBody>
      </p:sp>
      <p:sp>
        <p:nvSpPr>
          <p:cNvPr id="8" name="文本占位符 7">
            <a:extLst>
              <a:ext uri="{FF2B5EF4-FFF2-40B4-BE49-F238E27FC236}">
                <a16:creationId xmlns:a16="http://schemas.microsoft.com/office/drawing/2014/main" id="{7A5670C3-A74D-648E-93FA-A816B5AC4EB3}"/>
              </a:ext>
            </a:extLst>
          </p:cNvPr>
          <p:cNvSpPr>
            <a:spLocks noGrp="1"/>
          </p:cNvSpPr>
          <p:nvPr>
            <p:ph type="body" sz="quarter" idx="11"/>
          </p:nvPr>
        </p:nvSpPr>
        <p:spPr/>
        <p:txBody>
          <a:bodyPr/>
          <a:lstStyle/>
          <a:p>
            <a:endParaRPr lang="zh-CN" altLang="en-US"/>
          </a:p>
        </p:txBody>
      </p:sp>
    </p:spTree>
    <p:extLst>
      <p:ext uri="{BB962C8B-B14F-4D97-AF65-F5344CB8AC3E}">
        <p14:creationId xmlns:p14="http://schemas.microsoft.com/office/powerpoint/2010/main" val="145729688"/>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8815C25-4CA3-E93A-9AE7-67A44BC4702F}"/>
              </a:ext>
            </a:extLst>
          </p:cNvPr>
          <p:cNvSpPr>
            <a:spLocks noGrp="1"/>
          </p:cNvSpPr>
          <p:nvPr>
            <p:ph type="title"/>
          </p:nvPr>
        </p:nvSpPr>
        <p:spPr>
          <a:xfrm>
            <a:off x="695998" y="360000"/>
            <a:ext cx="7200000" cy="424732"/>
          </a:xfrm>
        </p:spPr>
        <p:txBody>
          <a:bodyPr>
            <a:normAutofit/>
          </a:bodyPr>
          <a:lstStyle/>
          <a:p>
            <a:r>
              <a:rPr lang="zh-CN" altLang="en-US" dirty="0"/>
              <a:t>六大质量特性 </a:t>
            </a:r>
            <a:r>
              <a:rPr lang="en-US" altLang="zh-CN" dirty="0"/>
              <a:t>Quality Characteristics</a:t>
            </a:r>
            <a:endParaRPr lang="zh-CN" altLang="en-US" dirty="0"/>
          </a:p>
        </p:txBody>
      </p:sp>
      <p:sp>
        <p:nvSpPr>
          <p:cNvPr id="3" name="内容占位符 2">
            <a:extLst>
              <a:ext uri="{FF2B5EF4-FFF2-40B4-BE49-F238E27FC236}">
                <a16:creationId xmlns:a16="http://schemas.microsoft.com/office/drawing/2014/main" id="{0E3593D0-305D-C506-D80C-A1EB6AED4CD8}"/>
              </a:ext>
            </a:extLst>
          </p:cNvPr>
          <p:cNvSpPr>
            <a:spLocks noGrp="1"/>
          </p:cNvSpPr>
          <p:nvPr>
            <p:ph idx="1"/>
          </p:nvPr>
        </p:nvSpPr>
        <p:spPr>
          <a:xfrm>
            <a:off x="696000" y="1080000"/>
            <a:ext cx="10800000" cy="5112000"/>
          </a:xfrm>
        </p:spPr>
        <p:txBody>
          <a:bodyPr/>
          <a:lstStyle/>
          <a:p>
            <a:r>
              <a:rPr lang="zh-CN" altLang="en-US" dirty="0"/>
              <a:t>功能性 </a:t>
            </a:r>
            <a:r>
              <a:rPr lang="en-US" altLang="zh-CN" dirty="0"/>
              <a:t>Functionality</a:t>
            </a:r>
            <a:endParaRPr lang="zh-CN" altLang="en-US" dirty="0"/>
          </a:p>
          <a:p>
            <a:r>
              <a:rPr lang="zh-CN" altLang="en-US" dirty="0"/>
              <a:t>可靠性 </a:t>
            </a:r>
            <a:r>
              <a:rPr lang="en-US" altLang="zh-CN" dirty="0"/>
              <a:t>Reliability</a:t>
            </a:r>
            <a:endParaRPr lang="zh-CN" altLang="en-US" dirty="0"/>
          </a:p>
          <a:p>
            <a:r>
              <a:rPr lang="zh-CN" altLang="en-US" dirty="0"/>
              <a:t>易用性 </a:t>
            </a:r>
            <a:r>
              <a:rPr lang="en-US" altLang="zh-CN" dirty="0"/>
              <a:t>Usability</a:t>
            </a:r>
            <a:endParaRPr lang="zh-CN" altLang="en-US" dirty="0"/>
          </a:p>
          <a:p>
            <a:r>
              <a:rPr lang="zh-CN" altLang="en-US" dirty="0"/>
              <a:t>效率 </a:t>
            </a:r>
            <a:r>
              <a:rPr lang="en-US" altLang="zh-CN" dirty="0"/>
              <a:t>Efficiency</a:t>
            </a:r>
            <a:endParaRPr lang="zh-CN" altLang="en-US" dirty="0"/>
          </a:p>
          <a:p>
            <a:r>
              <a:rPr lang="zh-CN" altLang="en-US" dirty="0"/>
              <a:t>可维护性 </a:t>
            </a:r>
            <a:r>
              <a:rPr lang="en-US" altLang="zh-CN" dirty="0"/>
              <a:t>Maintainability</a:t>
            </a:r>
            <a:endParaRPr lang="zh-CN" altLang="en-US" dirty="0"/>
          </a:p>
          <a:p>
            <a:r>
              <a:rPr lang="zh-CN" altLang="en-US" dirty="0"/>
              <a:t>可移植性 </a:t>
            </a:r>
            <a:r>
              <a:rPr lang="en-US" altLang="zh-CN" dirty="0"/>
              <a:t>Portability</a:t>
            </a:r>
            <a:endParaRPr lang="zh-CN" altLang="en-US" dirty="0"/>
          </a:p>
        </p:txBody>
      </p:sp>
      <p:sp>
        <p:nvSpPr>
          <p:cNvPr id="10" name="文本占位符 9">
            <a:extLst>
              <a:ext uri="{FF2B5EF4-FFF2-40B4-BE49-F238E27FC236}">
                <a16:creationId xmlns:a16="http://schemas.microsoft.com/office/drawing/2014/main" id="{9A909E8D-F138-201C-0193-BCA9DE40743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210762475"/>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D0CC68A-3F4E-DF9D-8922-610038F63895}"/>
              </a:ext>
            </a:extLst>
          </p:cNvPr>
          <p:cNvSpPr>
            <a:spLocks noGrp="1"/>
          </p:cNvSpPr>
          <p:nvPr>
            <p:ph type="title"/>
          </p:nvPr>
        </p:nvSpPr>
        <p:spPr>
          <a:xfrm>
            <a:off x="695998" y="360000"/>
            <a:ext cx="7200000" cy="424732"/>
          </a:xfrm>
        </p:spPr>
        <p:txBody>
          <a:bodyPr>
            <a:normAutofit/>
          </a:bodyPr>
          <a:lstStyle/>
          <a:p>
            <a:r>
              <a:rPr lang="zh-CN" altLang="en-US" dirty="0"/>
              <a:t>可靠性 </a:t>
            </a:r>
            <a:r>
              <a:rPr lang="en-US" altLang="zh-CN" dirty="0"/>
              <a:t>Reliability</a:t>
            </a:r>
            <a:endParaRPr lang="zh-CN" altLang="en-US" dirty="0"/>
          </a:p>
        </p:txBody>
      </p:sp>
      <p:sp>
        <p:nvSpPr>
          <p:cNvPr id="4" name="内容占位符 3">
            <a:extLst>
              <a:ext uri="{FF2B5EF4-FFF2-40B4-BE49-F238E27FC236}">
                <a16:creationId xmlns:a16="http://schemas.microsoft.com/office/drawing/2014/main" id="{15D425BB-BE61-88D7-F888-B9FBCDA56F57}"/>
              </a:ext>
            </a:extLst>
          </p:cNvPr>
          <p:cNvSpPr>
            <a:spLocks noGrp="1"/>
          </p:cNvSpPr>
          <p:nvPr>
            <p:ph idx="1"/>
          </p:nvPr>
        </p:nvSpPr>
        <p:spPr/>
        <p:txBody>
          <a:bodyPr/>
          <a:lstStyle/>
          <a:p>
            <a:endParaRPr lang="zh-CN" altLang="en-US"/>
          </a:p>
        </p:txBody>
      </p:sp>
      <p:sp>
        <p:nvSpPr>
          <p:cNvPr id="5" name="文本占位符 4">
            <a:extLst>
              <a:ext uri="{FF2B5EF4-FFF2-40B4-BE49-F238E27FC236}">
                <a16:creationId xmlns:a16="http://schemas.microsoft.com/office/drawing/2014/main" id="{8FD2B766-D72D-179F-D097-8633DCC89A52}"/>
              </a:ext>
            </a:extLst>
          </p:cNvPr>
          <p:cNvSpPr>
            <a:spLocks noGrp="1"/>
          </p:cNvSpPr>
          <p:nvPr>
            <p:ph type="body" sz="quarter" idx="10"/>
          </p:nvPr>
        </p:nvSpPr>
        <p:spPr/>
        <p:txBody>
          <a:bodyPr/>
          <a:lstStyle/>
          <a:p>
            <a:endParaRPr lang="zh-CN" altLang="en-US"/>
          </a:p>
        </p:txBody>
      </p:sp>
      <p:graphicFrame>
        <p:nvGraphicFramePr>
          <p:cNvPr id="14" name="内容占位符 4">
            <a:extLst>
              <a:ext uri="{FF2B5EF4-FFF2-40B4-BE49-F238E27FC236}">
                <a16:creationId xmlns:a16="http://schemas.microsoft.com/office/drawing/2014/main" id="{977E511B-24F5-9EF1-B10A-AE2CDB911291}"/>
              </a:ext>
            </a:extLst>
          </p:cNvPr>
          <p:cNvGraphicFramePr>
            <a:graphicFrameLocks/>
          </p:cNvGraphicFramePr>
          <p:nvPr>
            <p:extLst>
              <p:ext uri="{D42A27DB-BD31-4B8C-83A1-F6EECF244321}">
                <p14:modId xmlns:p14="http://schemas.microsoft.com/office/powerpoint/2010/main" val="689186405"/>
              </p:ext>
            </p:extLst>
          </p:nvPr>
        </p:nvGraphicFramePr>
        <p:xfrm>
          <a:off x="695997" y="2374900"/>
          <a:ext cx="10800677" cy="1463040"/>
        </p:xfrm>
        <a:graphic>
          <a:graphicData uri="http://schemas.openxmlformats.org/drawingml/2006/table">
            <a:tbl>
              <a:tblPr/>
              <a:tblGrid>
                <a:gridCol w="4009775">
                  <a:extLst>
                    <a:ext uri="{9D8B030D-6E8A-4147-A177-3AD203B41FA5}">
                      <a16:colId xmlns:a16="http://schemas.microsoft.com/office/drawing/2014/main" val="792915361"/>
                    </a:ext>
                  </a:extLst>
                </a:gridCol>
                <a:gridCol w="6790902">
                  <a:extLst>
                    <a:ext uri="{9D8B030D-6E8A-4147-A177-3AD203B41FA5}">
                      <a16:colId xmlns:a16="http://schemas.microsoft.com/office/drawing/2014/main" val="2607753553"/>
                    </a:ext>
                  </a:extLst>
                </a:gridCol>
              </a:tblGrid>
              <a:tr h="0">
                <a:tc>
                  <a:txBody>
                    <a:bodyPr/>
                    <a:lstStyle/>
                    <a:p>
                      <a:pPr>
                        <a:buNone/>
                      </a:pPr>
                      <a:r>
                        <a:rPr lang="zh-CN" altLang="en-US" dirty="0"/>
                        <a:t>子特性</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含义</a:t>
                      </a:r>
                    </a:p>
                  </a:txBody>
                  <a:tcPr anchor="ctr">
                    <a:lnL>
                      <a:noFill/>
                    </a:lnL>
                    <a:lnR>
                      <a:noFill/>
                    </a:lnR>
                    <a:lnT>
                      <a:noFill/>
                    </a:lnT>
                    <a:lnB w="1270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1571778928"/>
                  </a:ext>
                </a:extLst>
              </a:tr>
              <a:tr h="0">
                <a:tc>
                  <a:txBody>
                    <a:bodyPr/>
                    <a:lstStyle/>
                    <a:p>
                      <a:pPr>
                        <a:buNone/>
                      </a:pPr>
                      <a:r>
                        <a:rPr lang="zh-CN" altLang="en-US" dirty="0"/>
                        <a:t>成熟性 </a:t>
                      </a:r>
                      <a:r>
                        <a:rPr lang="en-US" dirty="0"/>
                        <a:t>Maturity</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dirty="0"/>
                        <a:t>软件避免由于错误而导致失效的能力。即软件运行稳定，不崩溃</a:t>
                      </a:r>
                    </a:p>
                  </a:txBody>
                  <a:tcPr anchor="ctr">
                    <a:lnL>
                      <a:noFill/>
                    </a:lnL>
                    <a:lnR>
                      <a:noFill/>
                    </a:lnR>
                    <a:lnT w="12700" cap="flat" cmpd="sng" algn="ctr">
                      <a:solidFill>
                        <a:schemeClr val="accent2"/>
                      </a:solidFill>
                      <a:prstDash val="solid"/>
                      <a:round/>
                      <a:headEnd type="none" w="med" len="med"/>
                      <a:tailEnd type="none" w="med" len="med"/>
                    </a:lnT>
                    <a:lnB>
                      <a:noFill/>
                    </a:lnB>
                    <a:noFill/>
                  </a:tcPr>
                </a:tc>
                <a:extLst>
                  <a:ext uri="{0D108BD9-81ED-4DB2-BD59-A6C34878D82A}">
                    <a16:rowId xmlns:a16="http://schemas.microsoft.com/office/drawing/2014/main" val="1072620879"/>
                  </a:ext>
                </a:extLst>
              </a:tr>
              <a:tr h="0">
                <a:tc>
                  <a:txBody>
                    <a:bodyPr/>
                    <a:lstStyle/>
                    <a:p>
                      <a:pPr>
                        <a:buNone/>
                      </a:pPr>
                      <a:r>
                        <a:rPr lang="zh-CN" altLang="en-US" dirty="0"/>
                        <a:t>容错性 </a:t>
                      </a:r>
                      <a:r>
                        <a:rPr lang="en-US" dirty="0"/>
                        <a:t>Fault Tolerance</a:t>
                      </a:r>
                    </a:p>
                  </a:txBody>
                  <a:tcPr anchor="ctr">
                    <a:lnL>
                      <a:noFill/>
                    </a:lnL>
                    <a:lnR>
                      <a:noFill/>
                    </a:lnR>
                    <a:lnT>
                      <a:noFill/>
                    </a:lnT>
                    <a:lnB>
                      <a:noFill/>
                    </a:lnB>
                    <a:noFill/>
                  </a:tcPr>
                </a:tc>
                <a:tc>
                  <a:txBody>
                    <a:bodyPr/>
                    <a:lstStyle/>
                    <a:p>
                      <a:pPr>
                        <a:buNone/>
                      </a:pPr>
                      <a:r>
                        <a:rPr lang="zh-CN" altLang="en-US" dirty="0"/>
                        <a:t>软件在发生故障时，仍能保持功能或自动恢复的能力</a:t>
                      </a:r>
                    </a:p>
                  </a:txBody>
                  <a:tcPr anchor="ctr">
                    <a:lnL>
                      <a:noFill/>
                    </a:lnL>
                    <a:lnR>
                      <a:noFill/>
                    </a:lnR>
                    <a:lnT>
                      <a:noFill/>
                    </a:lnT>
                    <a:lnB>
                      <a:noFill/>
                    </a:lnB>
                    <a:noFill/>
                  </a:tcPr>
                </a:tc>
                <a:extLst>
                  <a:ext uri="{0D108BD9-81ED-4DB2-BD59-A6C34878D82A}">
                    <a16:rowId xmlns:a16="http://schemas.microsoft.com/office/drawing/2014/main" val="3110707642"/>
                  </a:ext>
                </a:extLst>
              </a:tr>
              <a:tr h="0">
                <a:tc>
                  <a:txBody>
                    <a:bodyPr/>
                    <a:lstStyle/>
                    <a:p>
                      <a:pPr>
                        <a:buNone/>
                      </a:pPr>
                      <a:r>
                        <a:rPr lang="en-US" dirty="0" err="1"/>
                        <a:t>易恢复性</a:t>
                      </a:r>
                      <a:r>
                        <a:rPr lang="en-US" dirty="0"/>
                        <a:t> Recoverability</a:t>
                      </a:r>
                    </a:p>
                  </a:txBody>
                  <a:tcPr anchor="ctr">
                    <a:lnL>
                      <a:noFill/>
                    </a:lnL>
                    <a:lnR>
                      <a:noFill/>
                    </a:lnR>
                    <a:lnT>
                      <a:noFill/>
                    </a:lnT>
                    <a:lnB>
                      <a:noFill/>
                    </a:lnB>
                    <a:noFill/>
                  </a:tcPr>
                </a:tc>
                <a:tc>
                  <a:txBody>
                    <a:bodyPr/>
                    <a:lstStyle/>
                    <a:p>
                      <a:pPr>
                        <a:buNone/>
                      </a:pPr>
                      <a:r>
                        <a:rPr lang="zh-CN" altLang="en-US" dirty="0"/>
                        <a:t>软件在发生故障后，能够快速恢复到正常状态的能力</a:t>
                      </a:r>
                    </a:p>
                  </a:txBody>
                  <a:tcPr anchor="ctr">
                    <a:lnL>
                      <a:noFill/>
                    </a:lnL>
                    <a:lnR>
                      <a:noFill/>
                    </a:lnR>
                    <a:lnT>
                      <a:noFill/>
                    </a:lnT>
                    <a:lnB>
                      <a:noFill/>
                    </a:lnB>
                    <a:noFill/>
                  </a:tcPr>
                </a:tc>
                <a:extLst>
                  <a:ext uri="{0D108BD9-81ED-4DB2-BD59-A6C34878D82A}">
                    <a16:rowId xmlns:a16="http://schemas.microsoft.com/office/drawing/2014/main" val="3479794354"/>
                  </a:ext>
                </a:extLst>
              </a:tr>
            </a:tbl>
          </a:graphicData>
        </a:graphic>
      </p:graphicFrame>
    </p:spTree>
    <p:extLst>
      <p:ext uri="{BB962C8B-B14F-4D97-AF65-F5344CB8AC3E}">
        <p14:creationId xmlns:p14="http://schemas.microsoft.com/office/powerpoint/2010/main" val="1929041919"/>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C4A7A806-F0D1-4FA6-6A6B-430CA61C555C}"/>
              </a:ext>
            </a:extLst>
          </p:cNvPr>
          <p:cNvSpPr>
            <a:spLocks noGrp="1"/>
          </p:cNvSpPr>
          <p:nvPr>
            <p:ph type="body" sz="quarter" idx="10"/>
          </p:nvPr>
        </p:nvSpPr>
        <p:spPr/>
        <p:txBody>
          <a:bodyPr/>
          <a:lstStyle/>
          <a:p>
            <a:r>
              <a:rPr lang="zh-CN" altLang="en-US" dirty="0"/>
              <a:t>在</a:t>
            </a:r>
            <a:r>
              <a:rPr lang="en-US" altLang="zh-CN" dirty="0"/>
              <a:t>ISO/IEC 9126</a:t>
            </a:r>
            <a:r>
              <a:rPr lang="zh-CN" altLang="en-US" dirty="0"/>
              <a:t>软件质量模型中，可靠性质量特性是指在规定的一段时间内和规定的条件下，软件维持在其性能水平有关的能力，其质量子特性不包括（ ）。</a:t>
            </a:r>
          </a:p>
          <a:p>
            <a:endParaRPr lang="zh-CN" altLang="en-US" dirty="0"/>
          </a:p>
          <a:p>
            <a:r>
              <a:rPr lang="en-US" altLang="zh-CN" dirty="0"/>
              <a:t>A. </a:t>
            </a:r>
            <a:r>
              <a:rPr lang="zh-CN" altLang="en-US" dirty="0"/>
              <a:t>安全性</a:t>
            </a:r>
          </a:p>
          <a:p>
            <a:r>
              <a:rPr lang="en-US" altLang="zh-CN" dirty="0"/>
              <a:t>B. </a:t>
            </a:r>
            <a:r>
              <a:rPr lang="zh-CN" altLang="en-US" dirty="0"/>
              <a:t>成熟性</a:t>
            </a:r>
          </a:p>
          <a:p>
            <a:r>
              <a:rPr lang="en-US" altLang="zh-CN" dirty="0"/>
              <a:t>C. </a:t>
            </a:r>
            <a:r>
              <a:rPr lang="zh-CN" altLang="en-US" dirty="0"/>
              <a:t>容错性</a:t>
            </a:r>
          </a:p>
          <a:p>
            <a:r>
              <a:rPr lang="en-US" altLang="zh-CN" dirty="0"/>
              <a:t>D. </a:t>
            </a:r>
            <a:r>
              <a:rPr lang="zh-CN" altLang="en-US" dirty="0"/>
              <a:t>易恢复性</a:t>
            </a:r>
          </a:p>
        </p:txBody>
      </p:sp>
    </p:spTree>
    <p:extLst>
      <p:ext uri="{BB962C8B-B14F-4D97-AF65-F5344CB8AC3E}">
        <p14:creationId xmlns:p14="http://schemas.microsoft.com/office/powerpoint/2010/main" val="121876382"/>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4AB8AAEB-B6CB-1AF3-ACF3-E1DF24E9DA32}"/>
              </a:ext>
            </a:extLst>
          </p:cNvPr>
          <p:cNvSpPr>
            <a:spLocks noGrp="1"/>
          </p:cNvSpPr>
          <p:nvPr>
            <p:ph type="title"/>
          </p:nvPr>
        </p:nvSpPr>
        <p:spPr>
          <a:xfrm>
            <a:off x="695998" y="360000"/>
            <a:ext cx="7200000" cy="424732"/>
          </a:xfrm>
        </p:spPr>
        <p:txBody>
          <a:bodyPr>
            <a:normAutofit/>
          </a:bodyPr>
          <a:lstStyle/>
          <a:p>
            <a:r>
              <a:rPr lang="zh-CN" altLang="en-US" dirty="0"/>
              <a:t>质量管理</a:t>
            </a:r>
          </a:p>
        </p:txBody>
      </p:sp>
      <p:graphicFrame>
        <p:nvGraphicFramePr>
          <p:cNvPr id="6" name="内容占位符 5">
            <a:extLst>
              <a:ext uri="{FF2B5EF4-FFF2-40B4-BE49-F238E27FC236}">
                <a16:creationId xmlns:a16="http://schemas.microsoft.com/office/drawing/2014/main" id="{298D9BC0-2935-4D17-F56C-8B0BA16D1D82}"/>
              </a:ext>
            </a:extLst>
          </p:cNvPr>
          <p:cNvGraphicFramePr>
            <a:graphicFrameLocks noGrp="1"/>
          </p:cNvGraphicFramePr>
          <p:nvPr>
            <p:ph idx="1"/>
            <p:extLst>
              <p:ext uri="{D42A27DB-BD31-4B8C-83A1-F6EECF244321}">
                <p14:modId xmlns:p14="http://schemas.microsoft.com/office/powerpoint/2010/main" val="3494637641"/>
              </p:ext>
            </p:extLst>
          </p:nvPr>
        </p:nvGraphicFramePr>
        <p:xfrm>
          <a:off x="695325" y="1079500"/>
          <a:ext cx="10801350" cy="1828800"/>
        </p:xfrm>
        <a:graphic>
          <a:graphicData uri="http://schemas.openxmlformats.org/drawingml/2006/table">
            <a:tbl>
              <a:tblPr/>
              <a:tblGrid>
                <a:gridCol w="4305300">
                  <a:extLst>
                    <a:ext uri="{9D8B030D-6E8A-4147-A177-3AD203B41FA5}">
                      <a16:colId xmlns:a16="http://schemas.microsoft.com/office/drawing/2014/main" val="142830297"/>
                    </a:ext>
                  </a:extLst>
                </a:gridCol>
                <a:gridCol w="6496050">
                  <a:extLst>
                    <a:ext uri="{9D8B030D-6E8A-4147-A177-3AD203B41FA5}">
                      <a16:colId xmlns:a16="http://schemas.microsoft.com/office/drawing/2014/main" val="3981675338"/>
                    </a:ext>
                  </a:extLst>
                </a:gridCol>
              </a:tblGrid>
              <a:tr h="0">
                <a:tc>
                  <a:txBody>
                    <a:bodyPr/>
                    <a:lstStyle/>
                    <a:p>
                      <a:pPr>
                        <a:buNone/>
                      </a:pPr>
                      <a:r>
                        <a:rPr lang="zh-CN" altLang="en-US" dirty="0"/>
                        <a:t>核心过程</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含义</a:t>
                      </a:r>
                    </a:p>
                  </a:txBody>
                  <a:tcPr anchor="ctr">
                    <a:lnL>
                      <a:noFill/>
                    </a:lnL>
                    <a:lnR>
                      <a:noFill/>
                    </a:lnR>
                    <a:lnT>
                      <a:noFill/>
                    </a:lnT>
                    <a:lnB w="1270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3409838467"/>
                  </a:ext>
                </a:extLst>
              </a:tr>
              <a:tr h="0">
                <a:tc>
                  <a:txBody>
                    <a:bodyPr/>
                    <a:lstStyle/>
                    <a:p>
                      <a:pPr>
                        <a:buNone/>
                      </a:pPr>
                      <a:r>
                        <a:rPr lang="zh-CN" altLang="en-US" dirty="0"/>
                        <a:t>质量规划 </a:t>
                      </a:r>
                      <a:r>
                        <a:rPr lang="en-US" dirty="0"/>
                        <a:t>Quality Planning</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a:t>确定项目质量标准，制定如何满足这些标准的策略</a:t>
                      </a:r>
                    </a:p>
                  </a:txBody>
                  <a:tcPr anchor="ctr">
                    <a:lnL>
                      <a:noFill/>
                    </a:lnL>
                    <a:lnR>
                      <a:noFill/>
                    </a:lnR>
                    <a:lnT w="12700" cap="flat" cmpd="sng" algn="ctr">
                      <a:solidFill>
                        <a:schemeClr val="accent2"/>
                      </a:solidFill>
                      <a:prstDash val="solid"/>
                      <a:round/>
                      <a:headEnd type="none" w="med" len="med"/>
                      <a:tailEnd type="none" w="med" len="med"/>
                    </a:lnT>
                    <a:lnB>
                      <a:noFill/>
                    </a:lnB>
                    <a:noFill/>
                  </a:tcPr>
                </a:tc>
                <a:extLst>
                  <a:ext uri="{0D108BD9-81ED-4DB2-BD59-A6C34878D82A}">
                    <a16:rowId xmlns:a16="http://schemas.microsoft.com/office/drawing/2014/main" val="161995517"/>
                  </a:ext>
                </a:extLst>
              </a:tr>
              <a:tr h="0">
                <a:tc>
                  <a:txBody>
                    <a:bodyPr/>
                    <a:lstStyle/>
                    <a:p>
                      <a:pPr>
                        <a:buNone/>
                      </a:pPr>
                      <a:r>
                        <a:rPr lang="zh-CN" altLang="en-US" dirty="0"/>
                        <a:t>质量保证 </a:t>
                      </a:r>
                      <a:r>
                        <a:rPr lang="en-US" dirty="0"/>
                        <a:t>Quality Assurance, QA</a:t>
                      </a:r>
                    </a:p>
                  </a:txBody>
                  <a:tcPr anchor="ctr">
                    <a:lnL>
                      <a:noFill/>
                    </a:lnL>
                    <a:lnR>
                      <a:noFill/>
                    </a:lnR>
                    <a:lnT>
                      <a:noFill/>
                    </a:lnT>
                    <a:lnB>
                      <a:noFill/>
                    </a:lnB>
                    <a:noFill/>
                  </a:tcPr>
                </a:tc>
                <a:tc>
                  <a:txBody>
                    <a:bodyPr/>
                    <a:lstStyle/>
                    <a:p>
                      <a:pPr>
                        <a:buNone/>
                      </a:pPr>
                      <a:r>
                        <a:rPr lang="zh-CN" altLang="en-US"/>
                        <a:t>通过审计、流程改进等手段确保质量体系有效运行</a:t>
                      </a:r>
                    </a:p>
                  </a:txBody>
                  <a:tcPr anchor="ctr">
                    <a:lnL>
                      <a:noFill/>
                    </a:lnL>
                    <a:lnR>
                      <a:noFill/>
                    </a:lnR>
                    <a:lnT>
                      <a:noFill/>
                    </a:lnT>
                    <a:lnB>
                      <a:noFill/>
                    </a:lnB>
                    <a:noFill/>
                  </a:tcPr>
                </a:tc>
                <a:extLst>
                  <a:ext uri="{0D108BD9-81ED-4DB2-BD59-A6C34878D82A}">
                    <a16:rowId xmlns:a16="http://schemas.microsoft.com/office/drawing/2014/main" val="2620162338"/>
                  </a:ext>
                </a:extLst>
              </a:tr>
              <a:tr h="0">
                <a:tc>
                  <a:txBody>
                    <a:bodyPr/>
                    <a:lstStyle/>
                    <a:p>
                      <a:pPr>
                        <a:buNone/>
                      </a:pPr>
                      <a:r>
                        <a:rPr lang="zh-CN" altLang="en-US" dirty="0"/>
                        <a:t>质量控制 </a:t>
                      </a:r>
                      <a:r>
                        <a:rPr lang="en-US" dirty="0"/>
                        <a:t>Quality Control, QC</a:t>
                      </a:r>
                    </a:p>
                  </a:txBody>
                  <a:tcPr anchor="ctr">
                    <a:lnL>
                      <a:noFill/>
                    </a:lnL>
                    <a:lnR>
                      <a:noFill/>
                    </a:lnR>
                    <a:lnT>
                      <a:noFill/>
                    </a:lnT>
                    <a:lnB>
                      <a:noFill/>
                    </a:lnB>
                    <a:noFill/>
                  </a:tcPr>
                </a:tc>
                <a:tc>
                  <a:txBody>
                    <a:bodyPr/>
                    <a:lstStyle/>
                    <a:p>
                      <a:pPr>
                        <a:buNone/>
                      </a:pPr>
                      <a:r>
                        <a:rPr lang="zh-CN" altLang="en-US"/>
                        <a:t>监控具体成果是否符合质量标准，识别缺陷并纠正</a:t>
                      </a:r>
                    </a:p>
                  </a:txBody>
                  <a:tcPr anchor="ctr">
                    <a:lnL>
                      <a:noFill/>
                    </a:lnL>
                    <a:lnR>
                      <a:noFill/>
                    </a:lnR>
                    <a:lnT>
                      <a:noFill/>
                    </a:lnT>
                    <a:lnB>
                      <a:noFill/>
                    </a:lnB>
                    <a:noFill/>
                  </a:tcPr>
                </a:tc>
                <a:extLst>
                  <a:ext uri="{0D108BD9-81ED-4DB2-BD59-A6C34878D82A}">
                    <a16:rowId xmlns:a16="http://schemas.microsoft.com/office/drawing/2014/main" val="3528719874"/>
                  </a:ext>
                </a:extLst>
              </a:tr>
              <a:tr h="0">
                <a:tc>
                  <a:txBody>
                    <a:bodyPr/>
                    <a:lstStyle/>
                    <a:p>
                      <a:pPr>
                        <a:buNone/>
                      </a:pPr>
                      <a:r>
                        <a:rPr lang="zh-CN" altLang="en-US" dirty="0"/>
                        <a:t>质量改进 </a:t>
                      </a:r>
                      <a:r>
                        <a:rPr lang="en-US" dirty="0"/>
                        <a:t>Quality Improvement</a:t>
                      </a:r>
                    </a:p>
                  </a:txBody>
                  <a:tcPr anchor="ctr">
                    <a:lnL>
                      <a:noFill/>
                    </a:lnL>
                    <a:lnR>
                      <a:noFill/>
                    </a:lnR>
                    <a:lnT>
                      <a:noFill/>
                    </a:lnT>
                    <a:lnB>
                      <a:noFill/>
                    </a:lnB>
                    <a:noFill/>
                  </a:tcPr>
                </a:tc>
                <a:tc>
                  <a:txBody>
                    <a:bodyPr/>
                    <a:lstStyle/>
                    <a:p>
                      <a:pPr>
                        <a:buNone/>
                      </a:pPr>
                      <a:r>
                        <a:rPr lang="zh-CN" altLang="en-US" dirty="0"/>
                        <a:t>持续优化流程，提高效率和质量</a:t>
                      </a:r>
                    </a:p>
                  </a:txBody>
                  <a:tcPr anchor="ctr">
                    <a:lnL>
                      <a:noFill/>
                    </a:lnL>
                    <a:lnR>
                      <a:noFill/>
                    </a:lnR>
                    <a:lnT>
                      <a:noFill/>
                    </a:lnT>
                    <a:lnB>
                      <a:noFill/>
                    </a:lnB>
                    <a:noFill/>
                  </a:tcPr>
                </a:tc>
                <a:extLst>
                  <a:ext uri="{0D108BD9-81ED-4DB2-BD59-A6C34878D82A}">
                    <a16:rowId xmlns:a16="http://schemas.microsoft.com/office/drawing/2014/main" val="1507807469"/>
                  </a:ext>
                </a:extLst>
              </a:tr>
            </a:tbl>
          </a:graphicData>
        </a:graphic>
      </p:graphicFrame>
      <p:sp>
        <p:nvSpPr>
          <p:cNvPr id="9" name="文本占位符 8">
            <a:extLst>
              <a:ext uri="{FF2B5EF4-FFF2-40B4-BE49-F238E27FC236}">
                <a16:creationId xmlns:a16="http://schemas.microsoft.com/office/drawing/2014/main" id="{879250EA-AF5E-4284-7016-6B81272A2B2A}"/>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759774522"/>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AE6768B-C015-A307-E2C1-9233D935AE70}"/>
              </a:ext>
            </a:extLst>
          </p:cNvPr>
          <p:cNvSpPr>
            <a:spLocks noGrp="1"/>
          </p:cNvSpPr>
          <p:nvPr>
            <p:ph type="title"/>
          </p:nvPr>
        </p:nvSpPr>
        <p:spPr/>
        <p:txBody>
          <a:bodyPr/>
          <a:lstStyle/>
          <a:p>
            <a:r>
              <a:rPr lang="zh-CN" altLang="en-US" dirty="0"/>
              <a:t>七大质量管理工具</a:t>
            </a:r>
          </a:p>
        </p:txBody>
      </p:sp>
      <p:sp>
        <p:nvSpPr>
          <p:cNvPr id="3" name="内容占位符 2">
            <a:extLst>
              <a:ext uri="{FF2B5EF4-FFF2-40B4-BE49-F238E27FC236}">
                <a16:creationId xmlns:a16="http://schemas.microsoft.com/office/drawing/2014/main" id="{5FC622DC-6018-EAA6-645B-0EA79272AF1F}"/>
              </a:ext>
            </a:extLst>
          </p:cNvPr>
          <p:cNvSpPr>
            <a:spLocks noGrp="1"/>
          </p:cNvSpPr>
          <p:nvPr>
            <p:ph idx="1"/>
          </p:nvPr>
        </p:nvSpPr>
        <p:spPr/>
        <p:txBody>
          <a:bodyPr/>
          <a:lstStyle/>
          <a:p>
            <a:r>
              <a:rPr lang="zh-CN" altLang="en-US" dirty="0"/>
              <a:t>流</a:t>
            </a:r>
            <a:endParaRPr lang="en-US" altLang="zh-CN" dirty="0"/>
          </a:p>
          <a:p>
            <a:r>
              <a:rPr lang="zh-CN" altLang="en-US" dirty="0"/>
              <a:t>因果图</a:t>
            </a:r>
            <a:endParaRPr lang="en-US" altLang="zh-CN" dirty="0"/>
          </a:p>
          <a:p>
            <a:r>
              <a:rPr lang="zh-CN" altLang="en-US" dirty="0"/>
              <a:t>直方图 </a:t>
            </a:r>
            <a:r>
              <a:rPr lang="en-US" altLang="zh-CN" dirty="0"/>
              <a:t>Histogram</a:t>
            </a:r>
          </a:p>
          <a:p>
            <a:pPr lvl="1"/>
            <a:r>
              <a:rPr lang="zh-CN" altLang="en-US" dirty="0"/>
              <a:t>数据在不同数值区间内出现的频率或次数</a:t>
            </a:r>
            <a:endParaRPr lang="en-US" altLang="zh-CN" dirty="0"/>
          </a:p>
          <a:p>
            <a:r>
              <a:rPr lang="zh-CN" altLang="en-US" dirty="0"/>
              <a:t>散点图</a:t>
            </a:r>
            <a:endParaRPr lang="en-US" altLang="zh-CN" dirty="0"/>
          </a:p>
          <a:p>
            <a:r>
              <a:rPr lang="zh-CN" altLang="en-US" dirty="0"/>
              <a:t>帕累托定律 </a:t>
            </a:r>
            <a:r>
              <a:rPr lang="en-US" altLang="zh-CN" dirty="0"/>
              <a:t>Pareto Principle</a:t>
            </a:r>
          </a:p>
          <a:p>
            <a:pPr lvl="1"/>
            <a:r>
              <a:rPr lang="zh-CN" altLang="en-US" dirty="0"/>
              <a:t>又称 </a:t>
            </a:r>
            <a:r>
              <a:rPr lang="en-US" altLang="zh-CN" dirty="0"/>
              <a:t>80/20 </a:t>
            </a:r>
            <a:r>
              <a:rPr lang="zh-CN" altLang="en-US" dirty="0"/>
              <a:t>法则：大约</a:t>
            </a:r>
            <a:r>
              <a:rPr lang="en-US" altLang="zh-CN" dirty="0"/>
              <a:t>80%</a:t>
            </a:r>
            <a:r>
              <a:rPr lang="zh-CN" altLang="en-US" dirty="0"/>
              <a:t>的结果来自</a:t>
            </a:r>
            <a:r>
              <a:rPr lang="en-US" altLang="zh-CN" dirty="0"/>
              <a:t>20%</a:t>
            </a:r>
            <a:r>
              <a:rPr lang="zh-CN" altLang="en-US" dirty="0"/>
              <a:t>的原因</a:t>
            </a:r>
            <a:endParaRPr lang="en-US" altLang="zh-CN" dirty="0"/>
          </a:p>
          <a:p>
            <a:r>
              <a:rPr lang="zh-CN" altLang="en-US" dirty="0"/>
              <a:t>控制图</a:t>
            </a:r>
            <a:endParaRPr lang="en-US" altLang="zh-CN" dirty="0"/>
          </a:p>
          <a:p>
            <a:r>
              <a:rPr lang="zh-CN" altLang="en-US" dirty="0"/>
              <a:t>核查表</a:t>
            </a:r>
          </a:p>
        </p:txBody>
      </p:sp>
      <p:sp>
        <p:nvSpPr>
          <p:cNvPr id="4" name="文本占位符 3">
            <a:extLst>
              <a:ext uri="{FF2B5EF4-FFF2-40B4-BE49-F238E27FC236}">
                <a16:creationId xmlns:a16="http://schemas.microsoft.com/office/drawing/2014/main" id="{5DB5BE0A-7FDD-822B-0C09-7802F011FE0B}"/>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574684906"/>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B24303-0E45-6D72-428C-35E14C0ED0D8}"/>
            </a:ext>
          </a:extLst>
        </p:cNvPr>
        <p:cNvGrpSpPr/>
        <p:nvPr/>
      </p:nvGrpSpPr>
      <p:grpSpPr>
        <a:xfrm>
          <a:off x="0" y="0"/>
          <a:ext cx="0" cy="0"/>
          <a:chOff x="0" y="0"/>
          <a:chExt cx="0" cy="0"/>
        </a:xfrm>
      </p:grpSpPr>
      <p:pic>
        <p:nvPicPr>
          <p:cNvPr id="6" name="图片占位符 5">
            <a:extLst>
              <a:ext uri="{FF2B5EF4-FFF2-40B4-BE49-F238E27FC236}">
                <a16:creationId xmlns:a16="http://schemas.microsoft.com/office/drawing/2014/main" id="{6B3A6406-DFBD-7E0D-C9E6-C327F94EBD5C}"/>
              </a:ext>
            </a:extLst>
          </p:cNvPr>
          <p:cNvPicPr>
            <a:picLocks noGrp="1" noChangeAspect="1"/>
          </p:cNvPicPr>
          <p:nvPr>
            <p:ph type="pic" sz="quarter" idx="4294967295"/>
          </p:nvPr>
        </p:nvPicPr>
        <p:blipFill>
          <a:blip r:embed="rId2"/>
          <a:srcRect l="17552" r="17552"/>
          <a:stretch/>
        </p:blipFill>
        <p:spPr>
          <a:xfrm>
            <a:off x="0" y="0"/>
            <a:ext cx="7912359" cy="6858000"/>
          </a:xfrm>
        </p:spPr>
      </p:pic>
      <p:sp>
        <p:nvSpPr>
          <p:cNvPr id="2" name="标题 1">
            <a:extLst>
              <a:ext uri="{FF2B5EF4-FFF2-40B4-BE49-F238E27FC236}">
                <a16:creationId xmlns:a16="http://schemas.microsoft.com/office/drawing/2014/main" id="{CA69BC13-D868-0C5E-EA19-9911C0317A53}"/>
              </a:ext>
            </a:extLst>
          </p:cNvPr>
          <p:cNvSpPr>
            <a:spLocks noGrp="1"/>
          </p:cNvSpPr>
          <p:nvPr>
            <p:ph type="ctrTitle"/>
          </p:nvPr>
        </p:nvSpPr>
        <p:spPr>
          <a:xfrm>
            <a:off x="4077578" y="3498981"/>
            <a:ext cx="7262228" cy="1440000"/>
          </a:xfrm>
        </p:spPr>
        <p:txBody>
          <a:bodyPr/>
          <a:lstStyle/>
          <a:p>
            <a:r>
              <a:rPr lang="zh-CN" altLang="en-US" dirty="0"/>
              <a:t>软件配置管理计划</a:t>
            </a:r>
          </a:p>
        </p:txBody>
      </p:sp>
      <p:sp>
        <p:nvSpPr>
          <p:cNvPr id="3" name="副标题 2">
            <a:extLst>
              <a:ext uri="{FF2B5EF4-FFF2-40B4-BE49-F238E27FC236}">
                <a16:creationId xmlns:a16="http://schemas.microsoft.com/office/drawing/2014/main" id="{7496C533-BD3D-41DF-66A8-6437270E1F9E}"/>
              </a:ext>
            </a:extLst>
          </p:cNvPr>
          <p:cNvSpPr>
            <a:spLocks noGrp="1"/>
          </p:cNvSpPr>
          <p:nvPr>
            <p:ph type="subTitle" idx="1"/>
          </p:nvPr>
        </p:nvSpPr>
        <p:spPr>
          <a:xfrm>
            <a:off x="4077578" y="4938981"/>
            <a:ext cx="7262228" cy="900000"/>
          </a:xfrm>
        </p:spPr>
        <p:txBody>
          <a:bodyPr/>
          <a:lstStyle/>
          <a:p>
            <a:r>
              <a:rPr lang="en-US" altLang="zh-CN" dirty="0"/>
              <a:t>Section 7 Project Config</a:t>
            </a:r>
            <a:endParaRPr lang="zh-CN" altLang="en-US" dirty="0"/>
          </a:p>
        </p:txBody>
      </p:sp>
    </p:spTree>
    <p:extLst>
      <p:ext uri="{BB962C8B-B14F-4D97-AF65-F5344CB8AC3E}">
        <p14:creationId xmlns:p14="http://schemas.microsoft.com/office/powerpoint/2010/main" val="2693216358"/>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D6FFAE74-23AC-1DA8-F855-039D8D87097F}"/>
              </a:ext>
            </a:extLst>
          </p:cNvPr>
          <p:cNvSpPr>
            <a:spLocks noGrp="1"/>
          </p:cNvSpPr>
          <p:nvPr>
            <p:ph type="title"/>
          </p:nvPr>
        </p:nvSpPr>
        <p:spPr/>
        <p:txBody>
          <a:bodyPr/>
          <a:lstStyle/>
          <a:p>
            <a:r>
              <a:rPr lang="zh-CN" altLang="en-US" dirty="0"/>
              <a:t>配置管理</a:t>
            </a:r>
          </a:p>
        </p:txBody>
      </p:sp>
      <p:sp>
        <p:nvSpPr>
          <p:cNvPr id="3" name="内容占位符 2">
            <a:extLst>
              <a:ext uri="{FF2B5EF4-FFF2-40B4-BE49-F238E27FC236}">
                <a16:creationId xmlns:a16="http://schemas.microsoft.com/office/drawing/2014/main" id="{CAA70400-60B9-663C-0EFA-2583B992D6EF}"/>
              </a:ext>
            </a:extLst>
          </p:cNvPr>
          <p:cNvSpPr>
            <a:spLocks noGrp="1"/>
          </p:cNvSpPr>
          <p:nvPr>
            <p:ph idx="1"/>
          </p:nvPr>
        </p:nvSpPr>
        <p:spPr>
          <a:xfrm>
            <a:off x="696000" y="1080000"/>
            <a:ext cx="10800000" cy="5112000"/>
          </a:xfrm>
        </p:spPr>
        <p:txBody>
          <a:bodyPr/>
          <a:lstStyle/>
          <a:p>
            <a:r>
              <a:rPr lang="en-US" altLang="zh-CN" dirty="0"/>
              <a:t>Configuration Management - CM</a:t>
            </a:r>
          </a:p>
          <a:p>
            <a:r>
              <a:rPr lang="zh-CN" altLang="en-US" dirty="0"/>
              <a:t>是项目管理、系统工程和软件工程中的一个关键过程</a:t>
            </a:r>
            <a:endParaRPr lang="en-US" altLang="zh-CN" dirty="0"/>
          </a:p>
          <a:p>
            <a:r>
              <a:rPr lang="zh-CN" altLang="en-US" dirty="0"/>
              <a:t>旨在系统化地识别、控制、记录和审计产品、服务或系统在其生命周期内的功能特性和物理特性，以确保其性能、功能和实体属性与需求、设计和操作信息保持一致</a:t>
            </a:r>
          </a:p>
        </p:txBody>
      </p:sp>
      <p:sp>
        <p:nvSpPr>
          <p:cNvPr id="7" name="文本占位符 6">
            <a:extLst>
              <a:ext uri="{FF2B5EF4-FFF2-40B4-BE49-F238E27FC236}">
                <a16:creationId xmlns:a16="http://schemas.microsoft.com/office/drawing/2014/main" id="{BA7A1F1A-D8B4-E050-1D4D-260C169B412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62935932"/>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73CA703-03E7-58BF-3456-356831C95DA4}"/>
              </a:ext>
            </a:extLst>
          </p:cNvPr>
          <p:cNvSpPr>
            <a:spLocks noGrp="1"/>
          </p:cNvSpPr>
          <p:nvPr>
            <p:ph type="title"/>
          </p:nvPr>
        </p:nvSpPr>
        <p:spPr/>
        <p:txBody>
          <a:bodyPr/>
          <a:lstStyle/>
          <a:p>
            <a:r>
              <a:rPr lang="zh-CN" altLang="en-US" dirty="0"/>
              <a:t>六个活动</a:t>
            </a:r>
          </a:p>
        </p:txBody>
      </p:sp>
      <p:sp>
        <p:nvSpPr>
          <p:cNvPr id="3" name="内容占位符 2">
            <a:extLst>
              <a:ext uri="{FF2B5EF4-FFF2-40B4-BE49-F238E27FC236}">
                <a16:creationId xmlns:a16="http://schemas.microsoft.com/office/drawing/2014/main" id="{335F6017-DDC9-817C-9C5F-5A9160EFB8E8}"/>
              </a:ext>
            </a:extLst>
          </p:cNvPr>
          <p:cNvSpPr>
            <a:spLocks noGrp="1"/>
          </p:cNvSpPr>
          <p:nvPr>
            <p:ph idx="1"/>
          </p:nvPr>
        </p:nvSpPr>
        <p:spPr/>
        <p:txBody>
          <a:bodyPr/>
          <a:lstStyle/>
          <a:p>
            <a:r>
              <a:rPr lang="zh-CN" altLang="en-US" dirty="0"/>
              <a:t>制定配置管理计划</a:t>
            </a:r>
            <a:endParaRPr lang="en-US" altLang="zh-CN" dirty="0"/>
          </a:p>
          <a:p>
            <a:r>
              <a:rPr lang="zh-CN" altLang="en-US" dirty="0"/>
              <a:t>配置标识</a:t>
            </a:r>
            <a:endParaRPr lang="en-US" altLang="zh-CN" dirty="0"/>
          </a:p>
          <a:p>
            <a:r>
              <a:rPr lang="zh-CN" altLang="en-US" dirty="0"/>
              <a:t>配置控制</a:t>
            </a:r>
            <a:endParaRPr lang="en-US" altLang="zh-CN" dirty="0"/>
          </a:p>
          <a:p>
            <a:r>
              <a:rPr lang="zh-CN" altLang="en-US" dirty="0"/>
              <a:t>配置状态报告</a:t>
            </a:r>
            <a:endParaRPr lang="en-US" altLang="zh-CN" dirty="0"/>
          </a:p>
          <a:p>
            <a:r>
              <a:rPr lang="zh-CN" altLang="en-US" dirty="0"/>
              <a:t>配置审计</a:t>
            </a:r>
            <a:endParaRPr lang="en-US" altLang="zh-CN" dirty="0"/>
          </a:p>
          <a:p>
            <a:r>
              <a:rPr lang="zh-CN" altLang="en-US" dirty="0"/>
              <a:t>发布管理和交付</a:t>
            </a:r>
          </a:p>
        </p:txBody>
      </p:sp>
      <p:sp>
        <p:nvSpPr>
          <p:cNvPr id="4" name="文本占位符 3">
            <a:extLst>
              <a:ext uri="{FF2B5EF4-FFF2-40B4-BE49-F238E27FC236}">
                <a16:creationId xmlns:a16="http://schemas.microsoft.com/office/drawing/2014/main" id="{94810505-0417-82E5-3B0F-CFF53A7B60E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978100626"/>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2F09870-CFF1-4F59-24C4-6BBD21F9A4C2}"/>
              </a:ext>
            </a:extLst>
          </p:cNvPr>
          <p:cNvSpPr>
            <a:spLocks noGrp="1"/>
          </p:cNvSpPr>
          <p:nvPr>
            <p:ph type="title"/>
          </p:nvPr>
        </p:nvSpPr>
        <p:spPr/>
        <p:txBody>
          <a:bodyPr/>
          <a:lstStyle/>
          <a:p>
            <a:r>
              <a:rPr lang="zh-CN" altLang="en-US" dirty="0"/>
              <a:t>配置项版本管理</a:t>
            </a:r>
          </a:p>
        </p:txBody>
      </p:sp>
      <p:sp>
        <p:nvSpPr>
          <p:cNvPr id="3" name="内容占位符 2">
            <a:extLst>
              <a:ext uri="{FF2B5EF4-FFF2-40B4-BE49-F238E27FC236}">
                <a16:creationId xmlns:a16="http://schemas.microsoft.com/office/drawing/2014/main" id="{59C9B529-B587-26C6-BB18-6D1DAA3CDF3B}"/>
              </a:ext>
            </a:extLst>
          </p:cNvPr>
          <p:cNvSpPr>
            <a:spLocks noGrp="1"/>
          </p:cNvSpPr>
          <p:nvPr>
            <p:ph idx="1"/>
          </p:nvPr>
        </p:nvSpPr>
        <p:spPr>
          <a:xfrm>
            <a:off x="696000" y="1080000"/>
            <a:ext cx="10800000" cy="5112000"/>
          </a:xfrm>
        </p:spPr>
        <p:txBody>
          <a:bodyPr/>
          <a:lstStyle/>
          <a:p>
            <a:r>
              <a:rPr lang="zh-CN" altLang="en-US" dirty="0"/>
              <a:t>主版本号 </a:t>
            </a:r>
            <a:r>
              <a:rPr lang="en-US" altLang="zh-CN" dirty="0"/>
              <a:t>Major</a:t>
            </a:r>
            <a:r>
              <a:rPr lang="zh-CN" altLang="en-US" dirty="0"/>
              <a:t>：重大变更、架构调整、不兼容升级</a:t>
            </a:r>
          </a:p>
          <a:p>
            <a:r>
              <a:rPr lang="zh-CN" altLang="en-US" dirty="0"/>
              <a:t>次版本号 </a:t>
            </a:r>
            <a:r>
              <a:rPr lang="en-US" altLang="zh-CN" dirty="0"/>
              <a:t>Minor</a:t>
            </a:r>
            <a:r>
              <a:rPr lang="zh-CN" altLang="en-US" dirty="0"/>
              <a:t>：新增功能、小幅改进</a:t>
            </a:r>
          </a:p>
          <a:p>
            <a:r>
              <a:rPr lang="zh-CN" altLang="en-US" dirty="0"/>
              <a:t>修订号 </a:t>
            </a:r>
            <a:r>
              <a:rPr lang="en-US" altLang="zh-CN" dirty="0"/>
              <a:t>Patch</a:t>
            </a:r>
            <a:r>
              <a:rPr lang="zh-CN" altLang="en-US" dirty="0"/>
              <a:t>：</a:t>
            </a:r>
            <a:r>
              <a:rPr lang="en-US" altLang="zh-CN" dirty="0"/>
              <a:t>Bug</a:t>
            </a:r>
            <a:r>
              <a:rPr lang="zh-CN" altLang="en-US" dirty="0"/>
              <a:t>修复、小调整</a:t>
            </a:r>
            <a:endParaRPr lang="en-US" altLang="zh-CN" dirty="0"/>
          </a:p>
          <a:p>
            <a:endParaRPr lang="en-US" altLang="zh-CN" dirty="0"/>
          </a:p>
        </p:txBody>
      </p:sp>
      <p:sp>
        <p:nvSpPr>
          <p:cNvPr id="4" name="文本占位符 3">
            <a:extLst>
              <a:ext uri="{FF2B5EF4-FFF2-40B4-BE49-F238E27FC236}">
                <a16:creationId xmlns:a16="http://schemas.microsoft.com/office/drawing/2014/main" id="{6D85B44E-8E15-FDA7-E070-2DCFFCC2D44C}"/>
              </a:ext>
            </a:extLst>
          </p:cNvPr>
          <p:cNvSpPr>
            <a:spLocks noGrp="1"/>
          </p:cNvSpPr>
          <p:nvPr>
            <p:ph type="body" sz="quarter" idx="10"/>
          </p:nvPr>
        </p:nvSpPr>
        <p:spPr/>
        <p:txBody>
          <a:bodyPr/>
          <a:lstStyle/>
          <a:p>
            <a:endParaRPr lang="zh-CN" altLang="en-US"/>
          </a:p>
        </p:txBody>
      </p:sp>
      <p:graphicFrame>
        <p:nvGraphicFramePr>
          <p:cNvPr id="5" name="表格 4">
            <a:extLst>
              <a:ext uri="{FF2B5EF4-FFF2-40B4-BE49-F238E27FC236}">
                <a16:creationId xmlns:a16="http://schemas.microsoft.com/office/drawing/2014/main" id="{956B6824-2049-5AAD-ECA8-7359298709F5}"/>
              </a:ext>
            </a:extLst>
          </p:cNvPr>
          <p:cNvGraphicFramePr>
            <a:graphicFrameLocks noGrp="1"/>
          </p:cNvGraphicFramePr>
          <p:nvPr>
            <p:extLst>
              <p:ext uri="{D42A27DB-BD31-4B8C-83A1-F6EECF244321}">
                <p14:modId xmlns:p14="http://schemas.microsoft.com/office/powerpoint/2010/main" val="1419129082"/>
              </p:ext>
            </p:extLst>
          </p:nvPr>
        </p:nvGraphicFramePr>
        <p:xfrm>
          <a:off x="695325" y="4728960"/>
          <a:ext cx="10801350" cy="1463040"/>
        </p:xfrm>
        <a:graphic>
          <a:graphicData uri="http://schemas.openxmlformats.org/drawingml/2006/table">
            <a:tbl>
              <a:tblPr/>
              <a:tblGrid>
                <a:gridCol w="3600450">
                  <a:extLst>
                    <a:ext uri="{9D8B030D-6E8A-4147-A177-3AD203B41FA5}">
                      <a16:colId xmlns:a16="http://schemas.microsoft.com/office/drawing/2014/main" val="1412152516"/>
                    </a:ext>
                  </a:extLst>
                </a:gridCol>
                <a:gridCol w="3600450">
                  <a:extLst>
                    <a:ext uri="{9D8B030D-6E8A-4147-A177-3AD203B41FA5}">
                      <a16:colId xmlns:a16="http://schemas.microsoft.com/office/drawing/2014/main" val="999299804"/>
                    </a:ext>
                  </a:extLst>
                </a:gridCol>
                <a:gridCol w="3600450">
                  <a:extLst>
                    <a:ext uri="{9D8B030D-6E8A-4147-A177-3AD203B41FA5}">
                      <a16:colId xmlns:a16="http://schemas.microsoft.com/office/drawing/2014/main" val="203989512"/>
                    </a:ext>
                  </a:extLst>
                </a:gridCol>
              </a:tblGrid>
              <a:tr h="0">
                <a:tc>
                  <a:txBody>
                    <a:bodyPr/>
                    <a:lstStyle/>
                    <a:p>
                      <a:pPr>
                        <a:buNone/>
                      </a:pPr>
                      <a:r>
                        <a:rPr lang="zh-CN" altLang="en-US"/>
                        <a:t>状态</a:t>
                      </a:r>
                    </a:p>
                  </a:txBody>
                  <a:tcPr anchor="ctr">
                    <a:lnL>
                      <a:noFill/>
                    </a:lnL>
                    <a:lnR>
                      <a:noFill/>
                    </a:lnR>
                    <a:lnT>
                      <a:noFill/>
                    </a:lnT>
                    <a:lnB>
                      <a:noFill/>
                    </a:lnB>
                    <a:noFill/>
                  </a:tcPr>
                </a:tc>
                <a:tc>
                  <a:txBody>
                    <a:bodyPr/>
                    <a:lstStyle/>
                    <a:p>
                      <a:pPr>
                        <a:buNone/>
                      </a:pPr>
                      <a:r>
                        <a:rPr lang="zh-CN" altLang="en-US"/>
                        <a:t>版本号格式</a:t>
                      </a:r>
                    </a:p>
                  </a:txBody>
                  <a:tcPr anchor="ctr">
                    <a:lnL>
                      <a:noFill/>
                    </a:lnL>
                    <a:lnR>
                      <a:noFill/>
                    </a:lnR>
                    <a:lnT>
                      <a:noFill/>
                    </a:lnT>
                    <a:lnB>
                      <a:noFill/>
                    </a:lnB>
                    <a:noFill/>
                  </a:tcPr>
                </a:tc>
                <a:tc>
                  <a:txBody>
                    <a:bodyPr/>
                    <a:lstStyle/>
                    <a:p>
                      <a:pPr>
                        <a:buNone/>
                      </a:pPr>
                      <a:r>
                        <a:rPr lang="zh-CN" altLang="en-US"/>
                        <a:t>说明</a:t>
                      </a:r>
                    </a:p>
                  </a:txBody>
                  <a:tcPr anchor="ctr">
                    <a:lnL>
                      <a:noFill/>
                    </a:lnL>
                    <a:lnR>
                      <a:noFill/>
                    </a:lnR>
                    <a:lnT>
                      <a:noFill/>
                    </a:lnT>
                    <a:lnB>
                      <a:noFill/>
                    </a:lnB>
                    <a:noFill/>
                  </a:tcPr>
                </a:tc>
                <a:extLst>
                  <a:ext uri="{0D108BD9-81ED-4DB2-BD59-A6C34878D82A}">
                    <a16:rowId xmlns:a16="http://schemas.microsoft.com/office/drawing/2014/main" val="1316052283"/>
                  </a:ext>
                </a:extLst>
              </a:tr>
              <a:tr h="0">
                <a:tc>
                  <a:txBody>
                    <a:bodyPr/>
                    <a:lstStyle/>
                    <a:p>
                      <a:pPr>
                        <a:buNone/>
                      </a:pPr>
                      <a:r>
                        <a:rPr lang="zh-CN" altLang="en-US" dirty="0"/>
                        <a:t>草稿 </a:t>
                      </a:r>
                      <a:r>
                        <a:rPr lang="en-US" dirty="0"/>
                        <a:t>Draft</a:t>
                      </a:r>
                    </a:p>
                  </a:txBody>
                  <a:tcPr anchor="ctr">
                    <a:lnL>
                      <a:noFill/>
                    </a:lnL>
                    <a:lnR>
                      <a:noFill/>
                    </a:lnR>
                    <a:lnT>
                      <a:noFill/>
                    </a:lnT>
                    <a:lnB>
                      <a:noFill/>
                    </a:lnB>
                    <a:noFill/>
                  </a:tcPr>
                </a:tc>
                <a:tc>
                  <a:txBody>
                    <a:bodyPr/>
                    <a:lstStyle/>
                    <a:p>
                      <a:pPr>
                        <a:buNone/>
                      </a:pPr>
                      <a:r>
                        <a:rPr lang="es-ES">
                          <a:latin typeface="Courier New" panose="02070309020205020404" pitchFamily="49" charset="0"/>
                        </a:rPr>
                        <a:t>0.Y</a:t>
                      </a:r>
                      <a:r>
                        <a:rPr lang="es-ES"/>
                        <a:t> 或 </a:t>
                      </a:r>
                      <a:r>
                        <a:rPr lang="es-ES">
                          <a:latin typeface="Courier New" panose="02070309020205020404" pitchFamily="49" charset="0"/>
                        </a:rPr>
                        <a:t>0.YZ</a:t>
                      </a:r>
                      <a:endParaRPr lang="es-ES"/>
                    </a:p>
                  </a:txBody>
                  <a:tcPr anchor="ctr">
                    <a:lnL>
                      <a:noFill/>
                    </a:lnL>
                    <a:lnR>
                      <a:noFill/>
                    </a:lnR>
                    <a:lnT>
                      <a:noFill/>
                    </a:lnT>
                    <a:lnB>
                      <a:noFill/>
                    </a:lnB>
                    <a:noFill/>
                  </a:tcPr>
                </a:tc>
                <a:tc>
                  <a:txBody>
                    <a:bodyPr/>
                    <a:lstStyle/>
                    <a:p>
                      <a:pPr>
                        <a:buNone/>
                      </a:pPr>
                      <a:r>
                        <a:rPr lang="zh-CN" altLang="en-US"/>
                        <a:t>初始编写阶段，尚未评审通过</a:t>
                      </a:r>
                    </a:p>
                  </a:txBody>
                  <a:tcPr anchor="ctr">
                    <a:lnL>
                      <a:noFill/>
                    </a:lnL>
                    <a:lnR>
                      <a:noFill/>
                    </a:lnR>
                    <a:lnT>
                      <a:noFill/>
                    </a:lnT>
                    <a:lnB>
                      <a:noFill/>
                    </a:lnB>
                    <a:noFill/>
                  </a:tcPr>
                </a:tc>
                <a:extLst>
                  <a:ext uri="{0D108BD9-81ED-4DB2-BD59-A6C34878D82A}">
                    <a16:rowId xmlns:a16="http://schemas.microsoft.com/office/drawing/2014/main" val="426911041"/>
                  </a:ext>
                </a:extLst>
              </a:tr>
              <a:tr h="0">
                <a:tc>
                  <a:txBody>
                    <a:bodyPr/>
                    <a:lstStyle/>
                    <a:p>
                      <a:pPr>
                        <a:buNone/>
                      </a:pPr>
                      <a:r>
                        <a:rPr lang="zh-CN" altLang="en-US" dirty="0"/>
                        <a:t>正式 </a:t>
                      </a:r>
                      <a:r>
                        <a:rPr lang="en-US" dirty="0"/>
                        <a:t>Formal</a:t>
                      </a:r>
                    </a:p>
                  </a:txBody>
                  <a:tcPr anchor="ctr">
                    <a:lnL>
                      <a:noFill/>
                    </a:lnL>
                    <a:lnR>
                      <a:noFill/>
                    </a:lnR>
                    <a:lnT>
                      <a:noFill/>
                    </a:lnT>
                    <a:lnB>
                      <a:noFill/>
                    </a:lnB>
                    <a:noFill/>
                  </a:tcPr>
                </a:tc>
                <a:tc>
                  <a:txBody>
                    <a:bodyPr/>
                    <a:lstStyle/>
                    <a:p>
                      <a:pPr>
                        <a:buNone/>
                      </a:pPr>
                      <a:r>
                        <a:rPr lang="fr-FR">
                          <a:latin typeface="Courier New" panose="02070309020205020404" pitchFamily="49" charset="0"/>
                        </a:rPr>
                        <a:t>1.X</a:t>
                      </a:r>
                      <a:r>
                        <a:rPr lang="fr-FR"/>
                        <a:t> 或 </a:t>
                      </a:r>
                      <a:r>
                        <a:rPr lang="fr-FR">
                          <a:latin typeface="Courier New" panose="02070309020205020404" pitchFamily="49" charset="0"/>
                        </a:rPr>
                        <a:t>X.Y</a:t>
                      </a:r>
                      <a:endParaRPr lang="fr-FR"/>
                    </a:p>
                  </a:txBody>
                  <a:tcPr anchor="ctr">
                    <a:lnL>
                      <a:noFill/>
                    </a:lnL>
                    <a:lnR>
                      <a:noFill/>
                    </a:lnR>
                    <a:lnT>
                      <a:noFill/>
                    </a:lnT>
                    <a:lnB>
                      <a:noFill/>
                    </a:lnB>
                    <a:noFill/>
                  </a:tcPr>
                </a:tc>
                <a:tc>
                  <a:txBody>
                    <a:bodyPr/>
                    <a:lstStyle/>
                    <a:p>
                      <a:pPr>
                        <a:buNone/>
                      </a:pPr>
                      <a:r>
                        <a:rPr lang="zh-CN" altLang="en-US"/>
                        <a:t>经过评审、批准后发布</a:t>
                      </a:r>
                    </a:p>
                  </a:txBody>
                  <a:tcPr anchor="ctr">
                    <a:lnL>
                      <a:noFill/>
                    </a:lnL>
                    <a:lnR>
                      <a:noFill/>
                    </a:lnR>
                    <a:lnT>
                      <a:noFill/>
                    </a:lnT>
                    <a:lnB>
                      <a:noFill/>
                    </a:lnB>
                    <a:noFill/>
                  </a:tcPr>
                </a:tc>
                <a:extLst>
                  <a:ext uri="{0D108BD9-81ED-4DB2-BD59-A6C34878D82A}">
                    <a16:rowId xmlns:a16="http://schemas.microsoft.com/office/drawing/2014/main" val="610376463"/>
                  </a:ext>
                </a:extLst>
              </a:tr>
              <a:tr h="0">
                <a:tc>
                  <a:txBody>
                    <a:bodyPr/>
                    <a:lstStyle/>
                    <a:p>
                      <a:pPr>
                        <a:buNone/>
                      </a:pPr>
                      <a:r>
                        <a:rPr lang="zh-CN" altLang="en-US" dirty="0"/>
                        <a:t>修改 </a:t>
                      </a:r>
                      <a:r>
                        <a:rPr lang="en-US" dirty="0"/>
                        <a:t>Modified</a:t>
                      </a:r>
                    </a:p>
                  </a:txBody>
                  <a:tcPr anchor="ctr">
                    <a:lnL>
                      <a:noFill/>
                    </a:lnL>
                    <a:lnR>
                      <a:noFill/>
                    </a:lnR>
                    <a:lnT>
                      <a:noFill/>
                    </a:lnT>
                    <a:lnB>
                      <a:noFill/>
                    </a:lnB>
                    <a:noFill/>
                  </a:tcPr>
                </a:tc>
                <a:tc>
                  <a:txBody>
                    <a:bodyPr/>
                    <a:lstStyle/>
                    <a:p>
                      <a:pPr>
                        <a:buNone/>
                      </a:pPr>
                      <a:r>
                        <a:rPr lang="zh-CN" altLang="en-US"/>
                        <a:t>在原基础上递增</a:t>
                      </a:r>
                    </a:p>
                  </a:txBody>
                  <a:tcPr anchor="ctr">
                    <a:lnL>
                      <a:noFill/>
                    </a:lnL>
                    <a:lnR>
                      <a:noFill/>
                    </a:lnR>
                    <a:lnT>
                      <a:noFill/>
                    </a:lnT>
                    <a:lnB>
                      <a:noFill/>
                    </a:lnB>
                    <a:noFill/>
                  </a:tcPr>
                </a:tc>
                <a:tc>
                  <a:txBody>
                    <a:bodyPr/>
                    <a:lstStyle/>
                    <a:p>
                      <a:pPr>
                        <a:buNone/>
                      </a:pPr>
                      <a:r>
                        <a:rPr lang="zh-CN" altLang="en-US" dirty="0"/>
                        <a:t>如从 </a:t>
                      </a:r>
                      <a:r>
                        <a:rPr lang="en-US" altLang="zh-CN" dirty="0"/>
                        <a:t>1.0 → 1.1</a:t>
                      </a:r>
                    </a:p>
                  </a:txBody>
                  <a:tcPr anchor="ctr">
                    <a:lnL>
                      <a:noFill/>
                    </a:lnL>
                    <a:lnR>
                      <a:noFill/>
                    </a:lnR>
                    <a:lnT>
                      <a:noFill/>
                    </a:lnT>
                    <a:lnB>
                      <a:noFill/>
                    </a:lnB>
                    <a:noFill/>
                  </a:tcPr>
                </a:tc>
                <a:extLst>
                  <a:ext uri="{0D108BD9-81ED-4DB2-BD59-A6C34878D82A}">
                    <a16:rowId xmlns:a16="http://schemas.microsoft.com/office/drawing/2014/main" val="360668883"/>
                  </a:ext>
                </a:extLst>
              </a:tr>
            </a:tbl>
          </a:graphicData>
        </a:graphic>
      </p:graphicFrame>
    </p:spTree>
    <p:extLst>
      <p:ext uri="{BB962C8B-B14F-4D97-AF65-F5344CB8AC3E}">
        <p14:creationId xmlns:p14="http://schemas.microsoft.com/office/powerpoint/2010/main" val="1438620618"/>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5F77529-85B9-C63C-938C-84E604370C2C}"/>
              </a:ext>
            </a:extLst>
          </p:cNvPr>
          <p:cNvSpPr>
            <a:spLocks noGrp="1"/>
          </p:cNvSpPr>
          <p:nvPr>
            <p:ph type="title"/>
          </p:nvPr>
        </p:nvSpPr>
        <p:spPr>
          <a:xfrm>
            <a:off x="695998" y="360000"/>
            <a:ext cx="7200000" cy="424732"/>
          </a:xfrm>
        </p:spPr>
        <p:txBody>
          <a:bodyPr>
            <a:normAutofit/>
          </a:bodyPr>
          <a:lstStyle/>
          <a:p>
            <a:r>
              <a:rPr lang="zh-CN" altLang="en-US" dirty="0"/>
              <a:t>配置库</a:t>
            </a:r>
          </a:p>
        </p:txBody>
      </p:sp>
      <p:sp>
        <p:nvSpPr>
          <p:cNvPr id="10" name="内容占位符 9">
            <a:extLst>
              <a:ext uri="{FF2B5EF4-FFF2-40B4-BE49-F238E27FC236}">
                <a16:creationId xmlns:a16="http://schemas.microsoft.com/office/drawing/2014/main" id="{3DCD1D8E-B27C-A1B7-7B1A-1D1374A13BA8}"/>
              </a:ext>
            </a:extLst>
          </p:cNvPr>
          <p:cNvSpPr>
            <a:spLocks noGrp="1"/>
          </p:cNvSpPr>
          <p:nvPr>
            <p:ph idx="1"/>
          </p:nvPr>
        </p:nvSpPr>
        <p:spPr/>
        <p:txBody>
          <a:bodyPr/>
          <a:lstStyle/>
          <a:p>
            <a:endParaRPr lang="zh-CN" altLang="en-US"/>
          </a:p>
        </p:txBody>
      </p:sp>
      <p:sp>
        <p:nvSpPr>
          <p:cNvPr id="11" name="文本占位符 10">
            <a:extLst>
              <a:ext uri="{FF2B5EF4-FFF2-40B4-BE49-F238E27FC236}">
                <a16:creationId xmlns:a16="http://schemas.microsoft.com/office/drawing/2014/main" id="{96A439B1-72D3-A74A-30B5-4C598C02D240}"/>
              </a:ext>
            </a:extLst>
          </p:cNvPr>
          <p:cNvSpPr>
            <a:spLocks noGrp="1"/>
          </p:cNvSpPr>
          <p:nvPr>
            <p:ph type="body" sz="quarter" idx="10"/>
          </p:nvPr>
        </p:nvSpPr>
        <p:spPr/>
        <p:txBody>
          <a:bodyPr/>
          <a:lstStyle/>
          <a:p>
            <a:endParaRPr lang="zh-CN" altLang="en-US"/>
          </a:p>
        </p:txBody>
      </p:sp>
      <p:graphicFrame>
        <p:nvGraphicFramePr>
          <p:cNvPr id="5" name="表格 4">
            <a:extLst>
              <a:ext uri="{FF2B5EF4-FFF2-40B4-BE49-F238E27FC236}">
                <a16:creationId xmlns:a16="http://schemas.microsoft.com/office/drawing/2014/main" id="{44206B78-1D35-1765-C4B6-598BF7AD7D4E}"/>
              </a:ext>
            </a:extLst>
          </p:cNvPr>
          <p:cNvGraphicFramePr>
            <a:graphicFrameLocks noGrp="1"/>
          </p:cNvGraphicFramePr>
          <p:nvPr>
            <p:extLst>
              <p:ext uri="{D42A27DB-BD31-4B8C-83A1-F6EECF244321}">
                <p14:modId xmlns:p14="http://schemas.microsoft.com/office/powerpoint/2010/main" val="4201298460"/>
              </p:ext>
            </p:extLst>
          </p:nvPr>
        </p:nvGraphicFramePr>
        <p:xfrm>
          <a:off x="695325" y="3083040"/>
          <a:ext cx="10801350" cy="3108960"/>
        </p:xfrm>
        <a:graphic>
          <a:graphicData uri="http://schemas.openxmlformats.org/drawingml/2006/table">
            <a:tbl>
              <a:tblPr/>
              <a:tblGrid>
                <a:gridCol w="3600450">
                  <a:extLst>
                    <a:ext uri="{9D8B030D-6E8A-4147-A177-3AD203B41FA5}">
                      <a16:colId xmlns:a16="http://schemas.microsoft.com/office/drawing/2014/main" val="2891901840"/>
                    </a:ext>
                  </a:extLst>
                </a:gridCol>
                <a:gridCol w="3600450">
                  <a:extLst>
                    <a:ext uri="{9D8B030D-6E8A-4147-A177-3AD203B41FA5}">
                      <a16:colId xmlns:a16="http://schemas.microsoft.com/office/drawing/2014/main" val="948026499"/>
                    </a:ext>
                  </a:extLst>
                </a:gridCol>
                <a:gridCol w="3600450">
                  <a:extLst>
                    <a:ext uri="{9D8B030D-6E8A-4147-A177-3AD203B41FA5}">
                      <a16:colId xmlns:a16="http://schemas.microsoft.com/office/drawing/2014/main" val="1701205498"/>
                    </a:ext>
                  </a:extLst>
                </a:gridCol>
              </a:tblGrid>
              <a:tr h="0">
                <a:tc>
                  <a:txBody>
                    <a:bodyPr/>
                    <a:lstStyle/>
                    <a:p>
                      <a:pPr>
                        <a:buNone/>
                      </a:pPr>
                      <a:r>
                        <a:rPr lang="zh-CN" altLang="en-US"/>
                        <a:t>库类型</a:t>
                      </a:r>
                    </a:p>
                  </a:txBody>
                  <a:tcPr anchor="ctr">
                    <a:lnL>
                      <a:noFill/>
                    </a:lnL>
                    <a:lnR>
                      <a:noFill/>
                    </a:lnR>
                    <a:lnT>
                      <a:noFill/>
                    </a:lnT>
                    <a:lnB>
                      <a:noFill/>
                    </a:lnB>
                    <a:noFill/>
                  </a:tcPr>
                </a:tc>
                <a:tc>
                  <a:txBody>
                    <a:bodyPr/>
                    <a:lstStyle/>
                    <a:p>
                      <a:pPr>
                        <a:buNone/>
                      </a:pPr>
                      <a:r>
                        <a:rPr lang="zh-CN" altLang="en-US"/>
                        <a:t>用途</a:t>
                      </a:r>
                    </a:p>
                  </a:txBody>
                  <a:tcPr anchor="ctr">
                    <a:lnL>
                      <a:noFill/>
                    </a:lnL>
                    <a:lnR>
                      <a:noFill/>
                    </a:lnR>
                    <a:lnT>
                      <a:noFill/>
                    </a:lnT>
                    <a:lnB>
                      <a:noFill/>
                    </a:lnB>
                    <a:noFill/>
                  </a:tcPr>
                </a:tc>
                <a:tc>
                  <a:txBody>
                    <a:bodyPr/>
                    <a:lstStyle/>
                    <a:p>
                      <a:pPr>
                        <a:buNone/>
                      </a:pPr>
                      <a:r>
                        <a:rPr lang="zh-CN" altLang="en-US"/>
                        <a:t>特点</a:t>
                      </a:r>
                    </a:p>
                  </a:txBody>
                  <a:tcPr anchor="ctr">
                    <a:lnL>
                      <a:noFill/>
                    </a:lnL>
                    <a:lnR>
                      <a:noFill/>
                    </a:lnR>
                    <a:lnT>
                      <a:noFill/>
                    </a:lnT>
                    <a:lnB>
                      <a:noFill/>
                    </a:lnB>
                    <a:noFill/>
                  </a:tcPr>
                </a:tc>
                <a:extLst>
                  <a:ext uri="{0D108BD9-81ED-4DB2-BD59-A6C34878D82A}">
                    <a16:rowId xmlns:a16="http://schemas.microsoft.com/office/drawing/2014/main" val="2198119768"/>
                  </a:ext>
                </a:extLst>
              </a:tr>
              <a:tr h="0">
                <a:tc>
                  <a:txBody>
                    <a:bodyPr/>
                    <a:lstStyle/>
                    <a:p>
                      <a:pPr>
                        <a:buNone/>
                      </a:pPr>
                      <a:r>
                        <a:rPr lang="zh-CN" altLang="en-US"/>
                        <a:t>开发库（</a:t>
                      </a:r>
                      <a:r>
                        <a:rPr lang="en-US"/>
                        <a:t>Development Library）</a:t>
                      </a:r>
                    </a:p>
                  </a:txBody>
                  <a:tcPr anchor="ctr">
                    <a:lnL>
                      <a:noFill/>
                    </a:lnL>
                    <a:lnR>
                      <a:noFill/>
                    </a:lnR>
                    <a:lnT>
                      <a:noFill/>
                    </a:lnT>
                    <a:lnB>
                      <a:noFill/>
                    </a:lnB>
                    <a:noFill/>
                  </a:tcPr>
                </a:tc>
                <a:tc>
                  <a:txBody>
                    <a:bodyPr/>
                    <a:lstStyle/>
                    <a:p>
                      <a:pPr>
                        <a:buNone/>
                      </a:pPr>
                      <a:r>
                        <a:rPr lang="zh-CN" altLang="en-US"/>
                        <a:t>存放开发人员正在工作的文件</a:t>
                      </a:r>
                    </a:p>
                  </a:txBody>
                  <a:tcPr anchor="ctr">
                    <a:lnL>
                      <a:noFill/>
                    </a:lnL>
                    <a:lnR>
                      <a:noFill/>
                    </a:lnR>
                    <a:lnT>
                      <a:noFill/>
                    </a:lnT>
                    <a:lnB>
                      <a:noFill/>
                    </a:lnB>
                    <a:noFill/>
                  </a:tcPr>
                </a:tc>
                <a:tc>
                  <a:txBody>
                    <a:bodyPr/>
                    <a:lstStyle/>
                    <a:p>
                      <a:pPr>
                        <a:buNone/>
                      </a:pPr>
                      <a:r>
                        <a:rPr lang="en-US" altLang="zh-CN"/>
                        <a:t>- </a:t>
                      </a:r>
                      <a:r>
                        <a:rPr lang="zh-CN" altLang="en-US"/>
                        <a:t>个人或团队工作空间</a:t>
                      </a:r>
                      <a:br>
                        <a:rPr lang="zh-CN" altLang="en-US"/>
                      </a:br>
                      <a:r>
                        <a:rPr lang="en-US" altLang="zh-CN"/>
                        <a:t>- </a:t>
                      </a:r>
                      <a:r>
                        <a:rPr lang="zh-CN" altLang="en-US"/>
                        <a:t>无严格版本控制</a:t>
                      </a:r>
                      <a:br>
                        <a:rPr lang="zh-CN" altLang="en-US"/>
                      </a:br>
                      <a:r>
                        <a:rPr lang="en-US" altLang="zh-CN"/>
                        <a:t>- </a:t>
                      </a:r>
                      <a:r>
                        <a:rPr lang="zh-CN" altLang="en-US"/>
                        <a:t>可自由修改</a:t>
                      </a:r>
                    </a:p>
                  </a:txBody>
                  <a:tcPr anchor="ctr">
                    <a:lnL>
                      <a:noFill/>
                    </a:lnL>
                    <a:lnR>
                      <a:noFill/>
                    </a:lnR>
                    <a:lnT>
                      <a:noFill/>
                    </a:lnT>
                    <a:lnB>
                      <a:noFill/>
                    </a:lnB>
                    <a:noFill/>
                  </a:tcPr>
                </a:tc>
                <a:extLst>
                  <a:ext uri="{0D108BD9-81ED-4DB2-BD59-A6C34878D82A}">
                    <a16:rowId xmlns:a16="http://schemas.microsoft.com/office/drawing/2014/main" val="2574645017"/>
                  </a:ext>
                </a:extLst>
              </a:tr>
              <a:tr h="0">
                <a:tc>
                  <a:txBody>
                    <a:bodyPr/>
                    <a:lstStyle/>
                    <a:p>
                      <a:pPr>
                        <a:buNone/>
                      </a:pPr>
                      <a:r>
                        <a:rPr lang="zh-CN" altLang="en-US"/>
                        <a:t>受控库（</a:t>
                      </a:r>
                      <a:r>
                        <a:rPr lang="en-US"/>
                        <a:t>Controlled Library）</a:t>
                      </a:r>
                    </a:p>
                  </a:txBody>
                  <a:tcPr anchor="ctr">
                    <a:lnL>
                      <a:noFill/>
                    </a:lnL>
                    <a:lnR>
                      <a:noFill/>
                    </a:lnR>
                    <a:lnT>
                      <a:noFill/>
                    </a:lnT>
                    <a:lnB>
                      <a:noFill/>
                    </a:lnB>
                    <a:noFill/>
                  </a:tcPr>
                </a:tc>
                <a:tc>
                  <a:txBody>
                    <a:bodyPr/>
                    <a:lstStyle/>
                    <a:p>
                      <a:pPr>
                        <a:buNone/>
                      </a:pPr>
                      <a:r>
                        <a:rPr lang="zh-CN" altLang="en-US"/>
                        <a:t>存放已提交、需变更控制的配置项</a:t>
                      </a:r>
                    </a:p>
                  </a:txBody>
                  <a:tcPr anchor="ctr">
                    <a:lnL>
                      <a:noFill/>
                    </a:lnL>
                    <a:lnR>
                      <a:noFill/>
                    </a:lnR>
                    <a:lnT>
                      <a:noFill/>
                    </a:lnT>
                    <a:lnB>
                      <a:noFill/>
                    </a:lnB>
                    <a:noFill/>
                  </a:tcPr>
                </a:tc>
                <a:tc>
                  <a:txBody>
                    <a:bodyPr/>
                    <a:lstStyle/>
                    <a:p>
                      <a:pPr>
                        <a:buNone/>
                      </a:pPr>
                      <a:r>
                        <a:rPr lang="en-US" altLang="zh-CN"/>
                        <a:t>- </a:t>
                      </a:r>
                      <a:r>
                        <a:rPr lang="zh-CN" altLang="en-US"/>
                        <a:t>经审批后才能修改</a:t>
                      </a:r>
                      <a:br>
                        <a:rPr lang="zh-CN" altLang="en-US"/>
                      </a:br>
                      <a:r>
                        <a:rPr lang="en-US" altLang="zh-CN"/>
                        <a:t>- </a:t>
                      </a:r>
                      <a:r>
                        <a:rPr lang="zh-CN" altLang="en-US"/>
                        <a:t>用于集成、测试</a:t>
                      </a:r>
                      <a:br>
                        <a:rPr lang="zh-CN" altLang="en-US"/>
                      </a:br>
                      <a:r>
                        <a:rPr lang="en-US" altLang="zh-CN"/>
                        <a:t>- </a:t>
                      </a:r>
                      <a:r>
                        <a:rPr lang="zh-CN" altLang="en-US"/>
                        <a:t>实现版本控制</a:t>
                      </a:r>
                    </a:p>
                  </a:txBody>
                  <a:tcPr anchor="ctr">
                    <a:lnL>
                      <a:noFill/>
                    </a:lnL>
                    <a:lnR>
                      <a:noFill/>
                    </a:lnR>
                    <a:lnT>
                      <a:noFill/>
                    </a:lnT>
                    <a:lnB>
                      <a:noFill/>
                    </a:lnB>
                    <a:noFill/>
                  </a:tcPr>
                </a:tc>
                <a:extLst>
                  <a:ext uri="{0D108BD9-81ED-4DB2-BD59-A6C34878D82A}">
                    <a16:rowId xmlns:a16="http://schemas.microsoft.com/office/drawing/2014/main" val="2738728833"/>
                  </a:ext>
                </a:extLst>
              </a:tr>
              <a:tr h="0">
                <a:tc>
                  <a:txBody>
                    <a:bodyPr/>
                    <a:lstStyle/>
                    <a:p>
                      <a:pPr>
                        <a:buNone/>
                      </a:pPr>
                      <a:r>
                        <a:rPr lang="zh-CN" altLang="en-US"/>
                        <a:t>产品库（</a:t>
                      </a:r>
                      <a:r>
                        <a:rPr lang="en-US"/>
                        <a:t>Product Library）</a:t>
                      </a:r>
                    </a:p>
                  </a:txBody>
                  <a:tcPr anchor="ctr">
                    <a:lnL>
                      <a:noFill/>
                    </a:lnL>
                    <a:lnR>
                      <a:noFill/>
                    </a:lnR>
                    <a:lnT>
                      <a:noFill/>
                    </a:lnT>
                    <a:lnB>
                      <a:noFill/>
                    </a:lnB>
                    <a:noFill/>
                  </a:tcPr>
                </a:tc>
                <a:tc>
                  <a:txBody>
                    <a:bodyPr/>
                    <a:lstStyle/>
                    <a:p>
                      <a:pPr>
                        <a:buNone/>
                      </a:pPr>
                      <a:r>
                        <a:rPr lang="zh-CN" altLang="en-US"/>
                        <a:t>存放已发布、正式交付的产品版本</a:t>
                      </a:r>
                    </a:p>
                  </a:txBody>
                  <a:tcPr anchor="ctr">
                    <a:lnL>
                      <a:noFill/>
                    </a:lnL>
                    <a:lnR>
                      <a:noFill/>
                    </a:lnR>
                    <a:lnT>
                      <a:noFill/>
                    </a:lnT>
                    <a:lnB>
                      <a:noFill/>
                    </a:lnB>
                    <a:noFill/>
                  </a:tcPr>
                </a:tc>
                <a:tc>
                  <a:txBody>
                    <a:bodyPr/>
                    <a:lstStyle/>
                    <a:p>
                      <a:pPr>
                        <a:buNone/>
                      </a:pPr>
                      <a:r>
                        <a:rPr lang="en-US" altLang="zh-CN" dirty="0"/>
                        <a:t>- </a:t>
                      </a:r>
                      <a:r>
                        <a:rPr lang="zh-CN" altLang="en-US" dirty="0"/>
                        <a:t>最终版本</a:t>
                      </a:r>
                      <a:br>
                        <a:rPr lang="zh-CN" altLang="en-US" dirty="0"/>
                      </a:br>
                      <a:r>
                        <a:rPr lang="en-US" altLang="zh-CN" dirty="0"/>
                        <a:t>- </a:t>
                      </a:r>
                      <a:r>
                        <a:rPr lang="zh-CN" altLang="en-US" dirty="0"/>
                        <a:t>不可随意修改</a:t>
                      </a:r>
                      <a:br>
                        <a:rPr lang="zh-CN" altLang="en-US" dirty="0"/>
                      </a:br>
                      <a:r>
                        <a:rPr lang="en-US" altLang="zh-CN" dirty="0"/>
                        <a:t>- </a:t>
                      </a:r>
                      <a:r>
                        <a:rPr lang="zh-CN" altLang="en-US" dirty="0"/>
                        <a:t>供发布和交付使用</a:t>
                      </a:r>
                    </a:p>
                  </a:txBody>
                  <a:tcPr anchor="ctr">
                    <a:lnL>
                      <a:noFill/>
                    </a:lnL>
                    <a:lnR>
                      <a:noFill/>
                    </a:lnR>
                    <a:lnT>
                      <a:noFill/>
                    </a:lnT>
                    <a:lnB>
                      <a:noFill/>
                    </a:lnB>
                    <a:noFill/>
                  </a:tcPr>
                </a:tc>
                <a:extLst>
                  <a:ext uri="{0D108BD9-81ED-4DB2-BD59-A6C34878D82A}">
                    <a16:rowId xmlns:a16="http://schemas.microsoft.com/office/drawing/2014/main" val="1033103633"/>
                  </a:ext>
                </a:extLst>
              </a:tr>
            </a:tbl>
          </a:graphicData>
        </a:graphic>
      </p:graphicFrame>
    </p:spTree>
    <p:extLst>
      <p:ext uri="{BB962C8B-B14F-4D97-AF65-F5344CB8AC3E}">
        <p14:creationId xmlns:p14="http://schemas.microsoft.com/office/powerpoint/2010/main" val="3358279613"/>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A77D3B2-C106-DA07-4CB8-C5FFBB7270C3}"/>
              </a:ext>
            </a:extLst>
          </p:cNvPr>
          <p:cNvSpPr>
            <a:spLocks noGrp="1"/>
          </p:cNvSpPr>
          <p:nvPr>
            <p:ph type="title"/>
          </p:nvPr>
        </p:nvSpPr>
        <p:spPr>
          <a:xfrm>
            <a:off x="695998" y="360000"/>
            <a:ext cx="7200000" cy="424732"/>
          </a:xfrm>
        </p:spPr>
        <p:txBody>
          <a:bodyPr>
            <a:normAutofit/>
          </a:bodyPr>
          <a:lstStyle/>
          <a:p>
            <a:r>
              <a:rPr lang="zh-CN" altLang="en-US" dirty="0"/>
              <a:t>发布管理和交付</a:t>
            </a:r>
          </a:p>
        </p:txBody>
      </p:sp>
      <p:sp>
        <p:nvSpPr>
          <p:cNvPr id="7" name="内容占位符 6">
            <a:extLst>
              <a:ext uri="{FF2B5EF4-FFF2-40B4-BE49-F238E27FC236}">
                <a16:creationId xmlns:a16="http://schemas.microsoft.com/office/drawing/2014/main" id="{D892140F-B850-4693-A64C-E54A18855B5E}"/>
              </a:ext>
            </a:extLst>
          </p:cNvPr>
          <p:cNvSpPr>
            <a:spLocks noGrp="1"/>
          </p:cNvSpPr>
          <p:nvPr>
            <p:ph idx="1"/>
          </p:nvPr>
        </p:nvSpPr>
        <p:spPr/>
        <p:txBody>
          <a:bodyPr/>
          <a:lstStyle/>
          <a:p>
            <a:endParaRPr lang="zh-CN" altLang="en-US"/>
          </a:p>
        </p:txBody>
      </p:sp>
      <p:sp>
        <p:nvSpPr>
          <p:cNvPr id="8" name="文本占位符 7">
            <a:extLst>
              <a:ext uri="{FF2B5EF4-FFF2-40B4-BE49-F238E27FC236}">
                <a16:creationId xmlns:a16="http://schemas.microsoft.com/office/drawing/2014/main" id="{0452B3B2-C907-0D96-A11E-32EBF2F96739}"/>
              </a:ext>
            </a:extLst>
          </p:cNvPr>
          <p:cNvSpPr>
            <a:spLocks noGrp="1"/>
          </p:cNvSpPr>
          <p:nvPr>
            <p:ph type="body" sz="quarter" idx="10"/>
          </p:nvPr>
        </p:nvSpPr>
        <p:spPr/>
        <p:txBody>
          <a:bodyPr/>
          <a:lstStyle/>
          <a:p>
            <a:endParaRPr lang="zh-CN" altLang="en-US"/>
          </a:p>
        </p:txBody>
      </p:sp>
      <p:graphicFrame>
        <p:nvGraphicFramePr>
          <p:cNvPr id="5" name="表格 4">
            <a:extLst>
              <a:ext uri="{FF2B5EF4-FFF2-40B4-BE49-F238E27FC236}">
                <a16:creationId xmlns:a16="http://schemas.microsoft.com/office/drawing/2014/main" id="{CC566A08-D280-8720-FEEF-7071062E7FB4}"/>
              </a:ext>
            </a:extLst>
          </p:cNvPr>
          <p:cNvGraphicFramePr>
            <a:graphicFrameLocks noGrp="1"/>
          </p:cNvGraphicFramePr>
          <p:nvPr>
            <p:extLst>
              <p:ext uri="{D42A27DB-BD31-4B8C-83A1-F6EECF244321}">
                <p14:modId xmlns:p14="http://schemas.microsoft.com/office/powerpoint/2010/main" val="4285379649"/>
              </p:ext>
            </p:extLst>
          </p:nvPr>
        </p:nvGraphicFramePr>
        <p:xfrm>
          <a:off x="695325" y="3448800"/>
          <a:ext cx="10801350" cy="2743200"/>
        </p:xfrm>
        <a:graphic>
          <a:graphicData uri="http://schemas.openxmlformats.org/drawingml/2006/table">
            <a:tbl>
              <a:tblPr/>
              <a:tblGrid>
                <a:gridCol w="5400675">
                  <a:extLst>
                    <a:ext uri="{9D8B030D-6E8A-4147-A177-3AD203B41FA5}">
                      <a16:colId xmlns:a16="http://schemas.microsoft.com/office/drawing/2014/main" val="4199016566"/>
                    </a:ext>
                  </a:extLst>
                </a:gridCol>
                <a:gridCol w="5400675">
                  <a:extLst>
                    <a:ext uri="{9D8B030D-6E8A-4147-A177-3AD203B41FA5}">
                      <a16:colId xmlns:a16="http://schemas.microsoft.com/office/drawing/2014/main" val="2395728285"/>
                    </a:ext>
                  </a:extLst>
                </a:gridCol>
              </a:tblGrid>
              <a:tr h="0">
                <a:tc>
                  <a:txBody>
                    <a:bodyPr/>
                    <a:lstStyle/>
                    <a:p>
                      <a:pPr>
                        <a:buNone/>
                      </a:pPr>
                      <a:r>
                        <a:rPr lang="zh-CN" altLang="en-US"/>
                        <a:t>活动</a:t>
                      </a:r>
                    </a:p>
                  </a:txBody>
                  <a:tcPr anchor="ctr">
                    <a:lnL>
                      <a:noFill/>
                    </a:lnL>
                    <a:lnR>
                      <a:noFill/>
                    </a:lnR>
                    <a:lnT>
                      <a:noFill/>
                    </a:lnT>
                    <a:lnB>
                      <a:noFill/>
                    </a:lnB>
                    <a:noFill/>
                  </a:tcPr>
                </a:tc>
                <a:tc>
                  <a:txBody>
                    <a:bodyPr/>
                    <a:lstStyle/>
                    <a:p>
                      <a:pPr>
                        <a:buNone/>
                      </a:pPr>
                      <a:r>
                        <a:rPr lang="zh-CN" altLang="en-US"/>
                        <a:t>说明</a:t>
                      </a:r>
                    </a:p>
                  </a:txBody>
                  <a:tcPr anchor="ctr">
                    <a:lnL>
                      <a:noFill/>
                    </a:lnL>
                    <a:lnR>
                      <a:noFill/>
                    </a:lnR>
                    <a:lnT>
                      <a:noFill/>
                    </a:lnT>
                    <a:lnB>
                      <a:noFill/>
                    </a:lnB>
                    <a:noFill/>
                  </a:tcPr>
                </a:tc>
                <a:extLst>
                  <a:ext uri="{0D108BD9-81ED-4DB2-BD59-A6C34878D82A}">
                    <a16:rowId xmlns:a16="http://schemas.microsoft.com/office/drawing/2014/main" val="3254290677"/>
                  </a:ext>
                </a:extLst>
              </a:tr>
              <a:tr h="0">
                <a:tc>
                  <a:txBody>
                    <a:bodyPr/>
                    <a:lstStyle/>
                    <a:p>
                      <a:pPr>
                        <a:buNone/>
                      </a:pPr>
                      <a:r>
                        <a:rPr lang="zh-CN" altLang="en-US" dirty="0"/>
                        <a:t>打包 </a:t>
                      </a:r>
                      <a:r>
                        <a:rPr lang="en-US" dirty="0"/>
                        <a:t>Packaging</a:t>
                      </a:r>
                    </a:p>
                  </a:txBody>
                  <a:tcPr anchor="ctr">
                    <a:lnL>
                      <a:noFill/>
                    </a:lnL>
                    <a:lnR>
                      <a:noFill/>
                    </a:lnR>
                    <a:lnT>
                      <a:noFill/>
                    </a:lnT>
                    <a:lnB>
                      <a:noFill/>
                    </a:lnB>
                    <a:noFill/>
                  </a:tcPr>
                </a:tc>
                <a:tc>
                  <a:txBody>
                    <a:bodyPr/>
                    <a:lstStyle/>
                    <a:p>
                      <a:pPr>
                        <a:buNone/>
                      </a:pPr>
                      <a:r>
                        <a:rPr lang="zh-CN" altLang="en-US"/>
                        <a:t>将多个配置项（如代码、文档、配置文件）组合成一个可发布的单元（如安装包、镜像）</a:t>
                      </a:r>
                    </a:p>
                  </a:txBody>
                  <a:tcPr anchor="ctr">
                    <a:lnL>
                      <a:noFill/>
                    </a:lnL>
                    <a:lnR>
                      <a:noFill/>
                    </a:lnR>
                    <a:lnT>
                      <a:noFill/>
                    </a:lnT>
                    <a:lnB>
                      <a:noFill/>
                    </a:lnB>
                    <a:noFill/>
                  </a:tcPr>
                </a:tc>
                <a:extLst>
                  <a:ext uri="{0D108BD9-81ED-4DB2-BD59-A6C34878D82A}">
                    <a16:rowId xmlns:a16="http://schemas.microsoft.com/office/drawing/2014/main" val="2836428169"/>
                  </a:ext>
                </a:extLst>
              </a:tr>
              <a:tr h="0">
                <a:tc>
                  <a:txBody>
                    <a:bodyPr/>
                    <a:lstStyle/>
                    <a:p>
                      <a:pPr>
                        <a:buNone/>
                      </a:pPr>
                      <a:r>
                        <a:rPr lang="zh-CN" altLang="en-US" dirty="0"/>
                        <a:t>复制 </a:t>
                      </a:r>
                      <a:r>
                        <a:rPr lang="en-US" dirty="0"/>
                        <a:t>Replication</a:t>
                      </a:r>
                    </a:p>
                  </a:txBody>
                  <a:tcPr anchor="ctr">
                    <a:lnL>
                      <a:noFill/>
                    </a:lnL>
                    <a:lnR>
                      <a:noFill/>
                    </a:lnR>
                    <a:lnT>
                      <a:noFill/>
                    </a:lnT>
                    <a:lnB>
                      <a:noFill/>
                    </a:lnB>
                    <a:noFill/>
                  </a:tcPr>
                </a:tc>
                <a:tc>
                  <a:txBody>
                    <a:bodyPr/>
                    <a:lstStyle/>
                    <a:p>
                      <a:pPr>
                        <a:buNone/>
                      </a:pPr>
                      <a:r>
                        <a:rPr lang="zh-CN" altLang="en-US"/>
                        <a:t>将发布版本复制到目标环境（如测试、生产、客户）</a:t>
                      </a:r>
                    </a:p>
                  </a:txBody>
                  <a:tcPr anchor="ctr">
                    <a:lnL>
                      <a:noFill/>
                    </a:lnL>
                    <a:lnR>
                      <a:noFill/>
                    </a:lnR>
                    <a:lnT>
                      <a:noFill/>
                    </a:lnT>
                    <a:lnB>
                      <a:noFill/>
                    </a:lnB>
                    <a:noFill/>
                  </a:tcPr>
                </a:tc>
                <a:extLst>
                  <a:ext uri="{0D108BD9-81ED-4DB2-BD59-A6C34878D82A}">
                    <a16:rowId xmlns:a16="http://schemas.microsoft.com/office/drawing/2014/main" val="781879113"/>
                  </a:ext>
                </a:extLst>
              </a:tr>
              <a:tr h="0">
                <a:tc>
                  <a:txBody>
                    <a:bodyPr/>
                    <a:lstStyle/>
                    <a:p>
                      <a:pPr>
                        <a:buNone/>
                      </a:pPr>
                      <a:r>
                        <a:rPr lang="zh-CN" altLang="en-US" dirty="0"/>
                        <a:t>存储 </a:t>
                      </a:r>
                      <a:r>
                        <a:rPr lang="en-US" dirty="0"/>
                        <a:t>Storage</a:t>
                      </a:r>
                    </a:p>
                  </a:txBody>
                  <a:tcPr anchor="ctr">
                    <a:lnL>
                      <a:noFill/>
                    </a:lnL>
                    <a:lnR>
                      <a:noFill/>
                    </a:lnR>
                    <a:lnT>
                      <a:noFill/>
                    </a:lnT>
                    <a:lnB>
                      <a:noFill/>
                    </a:lnB>
                    <a:noFill/>
                  </a:tcPr>
                </a:tc>
                <a:tc>
                  <a:txBody>
                    <a:bodyPr/>
                    <a:lstStyle/>
                    <a:p>
                      <a:pPr>
                        <a:buNone/>
                      </a:pPr>
                      <a:r>
                        <a:rPr lang="zh-CN" altLang="en-US"/>
                        <a:t>将发布版本存放在产品库或发布服务器中，供后续使用或回滚</a:t>
                      </a:r>
                    </a:p>
                  </a:txBody>
                  <a:tcPr anchor="ctr">
                    <a:lnL>
                      <a:noFill/>
                    </a:lnL>
                    <a:lnR>
                      <a:noFill/>
                    </a:lnR>
                    <a:lnT>
                      <a:noFill/>
                    </a:lnT>
                    <a:lnB>
                      <a:noFill/>
                    </a:lnB>
                    <a:noFill/>
                  </a:tcPr>
                </a:tc>
                <a:extLst>
                  <a:ext uri="{0D108BD9-81ED-4DB2-BD59-A6C34878D82A}">
                    <a16:rowId xmlns:a16="http://schemas.microsoft.com/office/drawing/2014/main" val="3735302203"/>
                  </a:ext>
                </a:extLst>
              </a:tr>
              <a:tr h="0">
                <a:tc>
                  <a:txBody>
                    <a:bodyPr/>
                    <a:lstStyle/>
                    <a:p>
                      <a:pPr>
                        <a:buNone/>
                      </a:pPr>
                      <a:r>
                        <a:rPr lang="zh-CN" altLang="en-US" dirty="0"/>
                        <a:t>分发 </a:t>
                      </a:r>
                      <a:r>
                        <a:rPr lang="en-US" dirty="0"/>
                        <a:t>Distribution</a:t>
                      </a:r>
                    </a:p>
                  </a:txBody>
                  <a:tcPr anchor="ctr">
                    <a:lnL>
                      <a:noFill/>
                    </a:lnL>
                    <a:lnR>
                      <a:noFill/>
                    </a:lnR>
                    <a:lnT>
                      <a:noFill/>
                    </a:lnT>
                    <a:lnB>
                      <a:noFill/>
                    </a:lnB>
                    <a:noFill/>
                  </a:tcPr>
                </a:tc>
                <a:tc>
                  <a:txBody>
                    <a:bodyPr/>
                    <a:lstStyle/>
                    <a:p>
                      <a:pPr>
                        <a:buNone/>
                      </a:pPr>
                      <a:r>
                        <a:rPr lang="zh-CN" altLang="en-US"/>
                        <a:t>向用户或运维团队提供发布包</a:t>
                      </a:r>
                    </a:p>
                  </a:txBody>
                  <a:tcPr anchor="ctr">
                    <a:lnL>
                      <a:noFill/>
                    </a:lnL>
                    <a:lnR>
                      <a:noFill/>
                    </a:lnR>
                    <a:lnT>
                      <a:noFill/>
                    </a:lnT>
                    <a:lnB>
                      <a:noFill/>
                    </a:lnB>
                    <a:noFill/>
                  </a:tcPr>
                </a:tc>
                <a:extLst>
                  <a:ext uri="{0D108BD9-81ED-4DB2-BD59-A6C34878D82A}">
                    <a16:rowId xmlns:a16="http://schemas.microsoft.com/office/drawing/2014/main" val="360829072"/>
                  </a:ext>
                </a:extLst>
              </a:tr>
              <a:tr h="0">
                <a:tc>
                  <a:txBody>
                    <a:bodyPr/>
                    <a:lstStyle/>
                    <a:p>
                      <a:pPr>
                        <a:buNone/>
                      </a:pPr>
                      <a:r>
                        <a:rPr lang="zh-CN" altLang="en-US" dirty="0"/>
                        <a:t>部署 </a:t>
                      </a:r>
                      <a:r>
                        <a:rPr lang="en-US" dirty="0"/>
                        <a:t>Deployment</a:t>
                      </a:r>
                    </a:p>
                  </a:txBody>
                  <a:tcPr anchor="ctr">
                    <a:lnL>
                      <a:noFill/>
                    </a:lnL>
                    <a:lnR>
                      <a:noFill/>
                    </a:lnR>
                    <a:lnT>
                      <a:noFill/>
                    </a:lnT>
                    <a:lnB>
                      <a:noFill/>
                    </a:lnB>
                    <a:noFill/>
                  </a:tcPr>
                </a:tc>
                <a:tc>
                  <a:txBody>
                    <a:bodyPr/>
                    <a:lstStyle/>
                    <a:p>
                      <a:pPr>
                        <a:buNone/>
                      </a:pPr>
                      <a:r>
                        <a:rPr lang="zh-CN" altLang="en-US" dirty="0"/>
                        <a:t>在目标环境中安装和运行发布包</a:t>
                      </a:r>
                    </a:p>
                  </a:txBody>
                  <a:tcPr anchor="ctr">
                    <a:lnL>
                      <a:noFill/>
                    </a:lnL>
                    <a:lnR>
                      <a:noFill/>
                    </a:lnR>
                    <a:lnT>
                      <a:noFill/>
                    </a:lnT>
                    <a:lnB>
                      <a:noFill/>
                    </a:lnB>
                    <a:noFill/>
                  </a:tcPr>
                </a:tc>
                <a:extLst>
                  <a:ext uri="{0D108BD9-81ED-4DB2-BD59-A6C34878D82A}">
                    <a16:rowId xmlns:a16="http://schemas.microsoft.com/office/drawing/2014/main" val="1335279391"/>
                  </a:ext>
                </a:extLst>
              </a:tr>
            </a:tbl>
          </a:graphicData>
        </a:graphic>
      </p:graphicFrame>
    </p:spTree>
    <p:extLst>
      <p:ext uri="{BB962C8B-B14F-4D97-AF65-F5344CB8AC3E}">
        <p14:creationId xmlns:p14="http://schemas.microsoft.com/office/powerpoint/2010/main" val="137838702"/>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F95133-4102-7AF4-8B4B-6B85CA43B57B}"/>
            </a:ext>
          </a:extLst>
        </p:cNvPr>
        <p:cNvGrpSpPr/>
        <p:nvPr/>
      </p:nvGrpSpPr>
      <p:grpSpPr>
        <a:xfrm>
          <a:off x="0" y="0"/>
          <a:ext cx="0" cy="0"/>
          <a:chOff x="0" y="0"/>
          <a:chExt cx="0" cy="0"/>
        </a:xfrm>
      </p:grpSpPr>
      <p:pic>
        <p:nvPicPr>
          <p:cNvPr id="6" name="图片占位符 5">
            <a:extLst>
              <a:ext uri="{FF2B5EF4-FFF2-40B4-BE49-F238E27FC236}">
                <a16:creationId xmlns:a16="http://schemas.microsoft.com/office/drawing/2014/main" id="{A433D9DE-825E-3B68-2E0B-ACEEA249B341}"/>
              </a:ext>
            </a:extLst>
          </p:cNvPr>
          <p:cNvPicPr>
            <a:picLocks noGrp="1" noChangeAspect="1"/>
          </p:cNvPicPr>
          <p:nvPr>
            <p:ph type="pic" sz="quarter" idx="4294967295"/>
          </p:nvPr>
        </p:nvPicPr>
        <p:blipFill>
          <a:blip r:embed="rId2"/>
          <a:srcRect l="17552" r="17552"/>
          <a:stretch/>
        </p:blipFill>
        <p:spPr>
          <a:xfrm>
            <a:off x="0" y="0"/>
            <a:ext cx="7912359" cy="6858000"/>
          </a:xfrm>
        </p:spPr>
      </p:pic>
      <p:sp>
        <p:nvSpPr>
          <p:cNvPr id="2" name="标题 1">
            <a:extLst>
              <a:ext uri="{FF2B5EF4-FFF2-40B4-BE49-F238E27FC236}">
                <a16:creationId xmlns:a16="http://schemas.microsoft.com/office/drawing/2014/main" id="{AF6D2CA8-4058-642D-7AB4-6195060DA8C4}"/>
              </a:ext>
            </a:extLst>
          </p:cNvPr>
          <p:cNvSpPr>
            <a:spLocks noGrp="1"/>
          </p:cNvSpPr>
          <p:nvPr>
            <p:ph type="ctrTitle"/>
          </p:nvPr>
        </p:nvSpPr>
        <p:spPr>
          <a:xfrm>
            <a:off x="4077578" y="3498981"/>
            <a:ext cx="7262228" cy="1440000"/>
          </a:xfrm>
        </p:spPr>
        <p:txBody>
          <a:bodyPr/>
          <a:lstStyle/>
          <a:p>
            <a:r>
              <a:rPr lang="zh-CN" altLang="en-US" dirty="0"/>
              <a:t>软件项目团队计划</a:t>
            </a:r>
          </a:p>
        </p:txBody>
      </p:sp>
      <p:sp>
        <p:nvSpPr>
          <p:cNvPr id="3" name="副标题 2">
            <a:extLst>
              <a:ext uri="{FF2B5EF4-FFF2-40B4-BE49-F238E27FC236}">
                <a16:creationId xmlns:a16="http://schemas.microsoft.com/office/drawing/2014/main" id="{1AD1E055-DA02-DD1A-AB84-AA031CACB41F}"/>
              </a:ext>
            </a:extLst>
          </p:cNvPr>
          <p:cNvSpPr>
            <a:spLocks noGrp="1"/>
          </p:cNvSpPr>
          <p:nvPr>
            <p:ph type="subTitle" idx="1"/>
          </p:nvPr>
        </p:nvSpPr>
        <p:spPr>
          <a:xfrm>
            <a:off x="4077578" y="4938981"/>
            <a:ext cx="7262228" cy="900000"/>
          </a:xfrm>
        </p:spPr>
        <p:txBody>
          <a:bodyPr/>
          <a:lstStyle/>
          <a:p>
            <a:r>
              <a:rPr lang="en-US" altLang="zh-CN" dirty="0"/>
              <a:t>Section 8 Project Team</a:t>
            </a:r>
            <a:endParaRPr lang="zh-CN" altLang="en-US" dirty="0"/>
          </a:p>
        </p:txBody>
      </p:sp>
    </p:spTree>
    <p:extLst>
      <p:ext uri="{BB962C8B-B14F-4D97-AF65-F5344CB8AC3E}">
        <p14:creationId xmlns:p14="http://schemas.microsoft.com/office/powerpoint/2010/main" val="1657808287"/>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CF6A98E-B257-8F8D-43F4-280E31A276D5}"/>
              </a:ext>
            </a:extLst>
          </p:cNvPr>
          <p:cNvSpPr>
            <a:spLocks noGrp="1"/>
          </p:cNvSpPr>
          <p:nvPr>
            <p:ph type="title"/>
          </p:nvPr>
        </p:nvSpPr>
        <p:spPr>
          <a:xfrm>
            <a:off x="696000" y="360000"/>
            <a:ext cx="10800000" cy="424732"/>
          </a:xfrm>
        </p:spPr>
        <p:txBody>
          <a:bodyPr>
            <a:normAutofit/>
          </a:bodyPr>
          <a:lstStyle/>
          <a:p>
            <a:r>
              <a:rPr lang="zh-CN" altLang="en-US" dirty="0"/>
              <a:t>团队发展四阶段</a:t>
            </a:r>
          </a:p>
        </p:txBody>
      </p:sp>
      <p:sp>
        <p:nvSpPr>
          <p:cNvPr id="6" name="内容占位符 5">
            <a:extLst>
              <a:ext uri="{FF2B5EF4-FFF2-40B4-BE49-F238E27FC236}">
                <a16:creationId xmlns:a16="http://schemas.microsoft.com/office/drawing/2014/main" id="{503C520A-0517-88D9-2579-58A7AFF26F11}"/>
              </a:ext>
            </a:extLst>
          </p:cNvPr>
          <p:cNvSpPr>
            <a:spLocks noGrp="1"/>
          </p:cNvSpPr>
          <p:nvPr>
            <p:ph idx="1"/>
          </p:nvPr>
        </p:nvSpPr>
        <p:spPr>
          <a:xfrm>
            <a:off x="695325" y="1079500"/>
            <a:ext cx="10801350" cy="5111750"/>
          </a:xfrm>
        </p:spPr>
        <p:txBody>
          <a:bodyPr/>
          <a:lstStyle/>
          <a:p>
            <a:r>
              <a:rPr lang="zh-CN" altLang="en-US" dirty="0"/>
              <a:t>塔克曼 </a:t>
            </a:r>
            <a:r>
              <a:rPr lang="en-US" altLang="zh-CN" dirty="0"/>
              <a:t>Bruce Tuckman </a:t>
            </a:r>
            <a:r>
              <a:rPr lang="zh-CN" altLang="en-US" dirty="0"/>
              <a:t>于</a:t>
            </a:r>
            <a:r>
              <a:rPr lang="en-US" altLang="zh-CN" dirty="0"/>
              <a:t>1965</a:t>
            </a:r>
            <a:r>
              <a:rPr lang="zh-CN" altLang="en-US" dirty="0"/>
              <a:t>年提出</a:t>
            </a:r>
          </a:p>
        </p:txBody>
      </p:sp>
      <p:graphicFrame>
        <p:nvGraphicFramePr>
          <p:cNvPr id="7" name="内容占位符 3">
            <a:extLst>
              <a:ext uri="{FF2B5EF4-FFF2-40B4-BE49-F238E27FC236}">
                <a16:creationId xmlns:a16="http://schemas.microsoft.com/office/drawing/2014/main" id="{41ADDA13-5CBF-85AA-451B-87DB06B8AC63}"/>
              </a:ext>
            </a:extLst>
          </p:cNvPr>
          <p:cNvGraphicFramePr>
            <a:graphicFrameLocks/>
          </p:cNvGraphicFramePr>
          <p:nvPr>
            <p:extLst>
              <p:ext uri="{D42A27DB-BD31-4B8C-83A1-F6EECF244321}">
                <p14:modId xmlns:p14="http://schemas.microsoft.com/office/powerpoint/2010/main" val="2597332294"/>
              </p:ext>
            </p:extLst>
          </p:nvPr>
        </p:nvGraphicFramePr>
        <p:xfrm>
          <a:off x="695325" y="3996690"/>
          <a:ext cx="10801350" cy="2194560"/>
        </p:xfrm>
        <a:graphic>
          <a:graphicData uri="http://schemas.openxmlformats.org/drawingml/2006/table">
            <a:tbl>
              <a:tblPr/>
              <a:tblGrid>
                <a:gridCol w="5400675">
                  <a:extLst>
                    <a:ext uri="{9D8B030D-6E8A-4147-A177-3AD203B41FA5}">
                      <a16:colId xmlns:a16="http://schemas.microsoft.com/office/drawing/2014/main" val="98282091"/>
                    </a:ext>
                  </a:extLst>
                </a:gridCol>
                <a:gridCol w="5400675">
                  <a:extLst>
                    <a:ext uri="{9D8B030D-6E8A-4147-A177-3AD203B41FA5}">
                      <a16:colId xmlns:a16="http://schemas.microsoft.com/office/drawing/2014/main" val="3840129698"/>
                    </a:ext>
                  </a:extLst>
                </a:gridCol>
              </a:tblGrid>
              <a:tr h="0">
                <a:tc>
                  <a:txBody>
                    <a:bodyPr/>
                    <a:lstStyle/>
                    <a:p>
                      <a:pPr>
                        <a:buNone/>
                      </a:pPr>
                      <a:r>
                        <a:rPr lang="en-US" altLang="zh-CN" dirty="0">
                          <a:solidFill>
                            <a:schemeClr val="bg1"/>
                          </a:solidFill>
                        </a:rPr>
                        <a:t>Item</a:t>
                      </a:r>
                      <a:endParaRPr lang="zh-CN" altLang="en-US" dirty="0">
                        <a:solidFill>
                          <a:schemeClr val="bg1"/>
                        </a:solidFill>
                      </a:endParaRPr>
                    </a:p>
                  </a:txBody>
                  <a:tcPr anchor="ctr">
                    <a:lnL>
                      <a:noFill/>
                    </a:lnL>
                    <a:lnR>
                      <a:noFill/>
                    </a:lnR>
                    <a:lnT>
                      <a:noFill/>
                    </a:lnT>
                    <a:lnB>
                      <a:noFill/>
                    </a:lnB>
                    <a:solidFill>
                      <a:schemeClr val="accent2"/>
                    </a:solidFill>
                  </a:tcPr>
                </a:tc>
                <a:tc>
                  <a:txBody>
                    <a:bodyPr/>
                    <a:lstStyle/>
                    <a:p>
                      <a:pPr>
                        <a:buNone/>
                      </a:pPr>
                      <a:r>
                        <a:rPr lang="en-US" altLang="zh-CN" dirty="0">
                          <a:solidFill>
                            <a:schemeClr val="bg1"/>
                          </a:solidFill>
                        </a:rPr>
                        <a:t>Description</a:t>
                      </a:r>
                      <a:endParaRPr lang="zh-CN" altLang="en-US" dirty="0">
                        <a:solidFill>
                          <a:schemeClr val="bg1"/>
                        </a:solidFill>
                      </a:endParaRPr>
                    </a:p>
                  </a:txBody>
                  <a:tcPr anchor="ctr">
                    <a:lnL>
                      <a:noFill/>
                    </a:lnL>
                    <a:lnR>
                      <a:noFill/>
                    </a:lnR>
                    <a:lnT>
                      <a:noFill/>
                    </a:lnT>
                    <a:lnB>
                      <a:noFill/>
                    </a:lnB>
                    <a:solidFill>
                      <a:schemeClr val="accent2"/>
                    </a:solidFill>
                  </a:tcPr>
                </a:tc>
                <a:extLst>
                  <a:ext uri="{0D108BD9-81ED-4DB2-BD59-A6C34878D82A}">
                    <a16:rowId xmlns:a16="http://schemas.microsoft.com/office/drawing/2014/main" val="4294107049"/>
                  </a:ext>
                </a:extLst>
              </a:tr>
              <a:tr h="0">
                <a:tc>
                  <a:txBody>
                    <a:bodyPr/>
                    <a:lstStyle/>
                    <a:p>
                      <a:pPr>
                        <a:buNone/>
                      </a:pPr>
                      <a:r>
                        <a:rPr lang="en-US" dirty="0"/>
                        <a:t>Forming</a:t>
                      </a:r>
                    </a:p>
                  </a:txBody>
                  <a:tcPr anchor="ctr">
                    <a:lnL>
                      <a:noFill/>
                    </a:lnL>
                    <a:lnR>
                      <a:noFill/>
                    </a:lnR>
                    <a:lnT>
                      <a:noFill/>
                    </a:lnT>
                    <a:lnB w="6350" cap="flat" cmpd="sng" algn="ctr">
                      <a:solidFill>
                        <a:schemeClr val="accent2"/>
                      </a:solidFill>
                      <a:prstDash val="solid"/>
                      <a:round/>
                      <a:headEnd type="none" w="med" len="med"/>
                      <a:tailEnd type="none" w="med" len="med"/>
                    </a:lnB>
                    <a:noFill/>
                  </a:tcPr>
                </a:tc>
                <a:tc>
                  <a:txBody>
                    <a:bodyPr/>
                    <a:lstStyle/>
                    <a:p>
                      <a:pPr>
                        <a:buNone/>
                      </a:pPr>
                      <a:r>
                        <a:rPr lang="zh-CN" altLang="en-US" dirty="0"/>
                        <a:t>形成期</a:t>
                      </a:r>
                    </a:p>
                  </a:txBody>
                  <a:tcPr anchor="ctr">
                    <a:lnL>
                      <a:noFill/>
                    </a:lnL>
                    <a:lnR>
                      <a:noFill/>
                    </a:lnR>
                    <a:lnT>
                      <a:noFill/>
                    </a:lnT>
                    <a:lnB w="635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2310982016"/>
                  </a:ext>
                </a:extLst>
              </a:tr>
              <a:tr h="0">
                <a:tc>
                  <a:txBody>
                    <a:bodyPr/>
                    <a:lstStyle/>
                    <a:p>
                      <a:pPr>
                        <a:buNone/>
                      </a:pPr>
                      <a:r>
                        <a:rPr lang="en-US" dirty="0"/>
                        <a:t>Storming</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tc>
                  <a:txBody>
                    <a:bodyPr/>
                    <a:lstStyle/>
                    <a:p>
                      <a:pPr>
                        <a:buNone/>
                      </a:pPr>
                      <a:r>
                        <a:rPr lang="zh-CN" altLang="en-US" dirty="0"/>
                        <a:t>震荡期或磨合期</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1937801575"/>
                  </a:ext>
                </a:extLst>
              </a:tr>
              <a:tr h="0">
                <a:tc>
                  <a:txBody>
                    <a:bodyPr/>
                    <a:lstStyle/>
                    <a:p>
                      <a:pPr>
                        <a:buNone/>
                      </a:pPr>
                      <a:r>
                        <a:rPr lang="en-US" dirty="0"/>
                        <a:t>Norming</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tc>
                  <a:txBody>
                    <a:bodyPr/>
                    <a:lstStyle/>
                    <a:p>
                      <a:pPr>
                        <a:buNone/>
                      </a:pPr>
                      <a:r>
                        <a:rPr lang="zh-CN" altLang="en-US" dirty="0"/>
                        <a:t>规范期</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380702055"/>
                  </a:ext>
                </a:extLst>
              </a:tr>
              <a:tr h="0">
                <a:tc>
                  <a:txBody>
                    <a:bodyPr/>
                    <a:lstStyle/>
                    <a:p>
                      <a:pPr>
                        <a:buNone/>
                      </a:pPr>
                      <a:r>
                        <a:rPr lang="en-US" dirty="0"/>
                        <a:t>Performing</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tc>
                  <a:txBody>
                    <a:bodyPr/>
                    <a:lstStyle/>
                    <a:p>
                      <a:pPr>
                        <a:buNone/>
                      </a:pPr>
                      <a:r>
                        <a:rPr lang="zh-CN" altLang="en-US" dirty="0"/>
                        <a:t>表现期 </a:t>
                      </a:r>
                      <a:r>
                        <a:rPr lang="en-US" altLang="zh-CN" dirty="0"/>
                        <a:t>/ </a:t>
                      </a:r>
                      <a:r>
                        <a:rPr lang="zh-CN" altLang="en-US" dirty="0"/>
                        <a:t>执行期 </a:t>
                      </a:r>
                      <a:r>
                        <a:rPr lang="en-US" altLang="zh-CN" dirty="0"/>
                        <a:t>/ </a:t>
                      </a:r>
                      <a:r>
                        <a:rPr lang="zh-CN" altLang="en-US" dirty="0"/>
                        <a:t>高绩效期</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437711081"/>
                  </a:ext>
                </a:extLst>
              </a:tr>
              <a:tr h="0">
                <a:tc>
                  <a:txBody>
                    <a:bodyPr/>
                    <a:lstStyle/>
                    <a:p>
                      <a:pPr>
                        <a:buNone/>
                      </a:pPr>
                      <a:r>
                        <a:rPr lang="en-US" dirty="0"/>
                        <a:t>Adjourning</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tc>
                  <a:txBody>
                    <a:bodyPr/>
                    <a:lstStyle/>
                    <a:p>
                      <a:pPr>
                        <a:buNone/>
                      </a:pPr>
                      <a:r>
                        <a:rPr lang="zh-CN" altLang="en-US" dirty="0"/>
                        <a:t>结束期</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3318831288"/>
                  </a:ext>
                </a:extLst>
              </a:tr>
            </a:tbl>
          </a:graphicData>
        </a:graphic>
      </p:graphicFrame>
    </p:spTree>
    <p:extLst>
      <p:ext uri="{BB962C8B-B14F-4D97-AF65-F5344CB8AC3E}">
        <p14:creationId xmlns:p14="http://schemas.microsoft.com/office/powerpoint/2010/main" val="1090686238"/>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15FF807-D4AD-87BB-16C5-2AFE892CC52F}"/>
              </a:ext>
            </a:extLst>
          </p:cNvPr>
          <p:cNvSpPr>
            <a:spLocks noGrp="1"/>
          </p:cNvSpPr>
          <p:nvPr>
            <p:ph type="title"/>
          </p:nvPr>
        </p:nvSpPr>
        <p:spPr>
          <a:xfrm>
            <a:off x="695998" y="360000"/>
            <a:ext cx="7200000" cy="424732"/>
          </a:xfrm>
        </p:spPr>
        <p:txBody>
          <a:bodyPr>
            <a:normAutofit/>
          </a:bodyPr>
          <a:lstStyle/>
          <a:p>
            <a:r>
              <a:rPr lang="zh-CN" altLang="en-US" dirty="0"/>
              <a:t>人力资源管理</a:t>
            </a:r>
          </a:p>
        </p:txBody>
      </p:sp>
      <p:sp>
        <p:nvSpPr>
          <p:cNvPr id="3" name="内容占位符 2">
            <a:extLst>
              <a:ext uri="{FF2B5EF4-FFF2-40B4-BE49-F238E27FC236}">
                <a16:creationId xmlns:a16="http://schemas.microsoft.com/office/drawing/2014/main" id="{7C6EFB41-CF6A-0D4C-135E-BED5FD9FCF8A}"/>
              </a:ext>
            </a:extLst>
          </p:cNvPr>
          <p:cNvSpPr>
            <a:spLocks noGrp="1"/>
          </p:cNvSpPr>
          <p:nvPr>
            <p:ph idx="1"/>
          </p:nvPr>
        </p:nvSpPr>
        <p:spPr>
          <a:xfrm>
            <a:off x="696000" y="1080000"/>
            <a:ext cx="10800000" cy="5112000"/>
          </a:xfrm>
        </p:spPr>
        <p:txBody>
          <a:bodyPr/>
          <a:lstStyle/>
          <a:p>
            <a:r>
              <a:rPr lang="zh-CN" altLang="en-US" dirty="0"/>
              <a:t>编制</a:t>
            </a:r>
            <a:endParaRPr lang="en-US" altLang="zh-CN" dirty="0"/>
          </a:p>
          <a:p>
            <a:r>
              <a:rPr lang="zh-CN" altLang="en-US" dirty="0"/>
              <a:t>组建</a:t>
            </a:r>
            <a:endParaRPr lang="en-US" altLang="zh-CN" dirty="0"/>
          </a:p>
          <a:p>
            <a:r>
              <a:rPr lang="zh-CN" altLang="en-US" dirty="0"/>
              <a:t>建设</a:t>
            </a:r>
            <a:endParaRPr lang="en-US" altLang="zh-CN" dirty="0"/>
          </a:p>
          <a:p>
            <a:r>
              <a:rPr lang="zh-CN" altLang="en-US" dirty="0"/>
              <a:t>管理</a:t>
            </a:r>
          </a:p>
        </p:txBody>
      </p:sp>
      <p:sp>
        <p:nvSpPr>
          <p:cNvPr id="7" name="文本占位符 6">
            <a:extLst>
              <a:ext uri="{FF2B5EF4-FFF2-40B4-BE49-F238E27FC236}">
                <a16:creationId xmlns:a16="http://schemas.microsoft.com/office/drawing/2014/main" id="{E4D80183-5D5C-9F96-1EAD-FA430280F90B}"/>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925032"/>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43A66D8-DFC3-8B22-E43E-6F49408D04EC}"/>
              </a:ext>
            </a:extLst>
          </p:cNvPr>
          <p:cNvSpPr>
            <a:spLocks noGrp="1"/>
          </p:cNvSpPr>
          <p:nvPr>
            <p:ph type="title"/>
          </p:nvPr>
        </p:nvSpPr>
        <p:spPr>
          <a:xfrm>
            <a:off x="695998" y="360000"/>
            <a:ext cx="7200000" cy="424732"/>
          </a:xfrm>
        </p:spPr>
        <p:txBody>
          <a:bodyPr>
            <a:normAutofit/>
          </a:bodyPr>
          <a:lstStyle/>
          <a:p>
            <a:r>
              <a:rPr lang="zh-CN" altLang="en-US" dirty="0"/>
              <a:t>责任分配矩阵</a:t>
            </a:r>
          </a:p>
        </p:txBody>
      </p:sp>
      <p:graphicFrame>
        <p:nvGraphicFramePr>
          <p:cNvPr id="5" name="内容占位符 4">
            <a:extLst>
              <a:ext uri="{FF2B5EF4-FFF2-40B4-BE49-F238E27FC236}">
                <a16:creationId xmlns:a16="http://schemas.microsoft.com/office/drawing/2014/main" id="{611D0D26-6BE3-8125-4D93-A2C3B4AAE019}"/>
              </a:ext>
            </a:extLst>
          </p:cNvPr>
          <p:cNvGraphicFramePr>
            <a:graphicFrameLocks noGrp="1"/>
          </p:cNvGraphicFramePr>
          <p:nvPr>
            <p:ph idx="1"/>
            <p:extLst>
              <p:ext uri="{D42A27DB-BD31-4B8C-83A1-F6EECF244321}">
                <p14:modId xmlns:p14="http://schemas.microsoft.com/office/powerpoint/2010/main" val="1690111738"/>
              </p:ext>
            </p:extLst>
          </p:nvPr>
        </p:nvGraphicFramePr>
        <p:xfrm>
          <a:off x="695325" y="1079500"/>
          <a:ext cx="10801350" cy="1854200"/>
        </p:xfrm>
        <a:graphic>
          <a:graphicData uri="http://schemas.openxmlformats.org/drawingml/2006/table">
            <a:tbl>
              <a:tblPr firstRow="1" bandRow="1">
                <a:tableStyleId>{21E4AEA4-8DFA-4A89-87EB-49C32662AFE0}</a:tableStyleId>
              </a:tblPr>
              <a:tblGrid>
                <a:gridCol w="2160270">
                  <a:extLst>
                    <a:ext uri="{9D8B030D-6E8A-4147-A177-3AD203B41FA5}">
                      <a16:colId xmlns:a16="http://schemas.microsoft.com/office/drawing/2014/main" val="3999067801"/>
                    </a:ext>
                  </a:extLst>
                </a:gridCol>
                <a:gridCol w="2160270">
                  <a:extLst>
                    <a:ext uri="{9D8B030D-6E8A-4147-A177-3AD203B41FA5}">
                      <a16:colId xmlns:a16="http://schemas.microsoft.com/office/drawing/2014/main" val="1734416110"/>
                    </a:ext>
                  </a:extLst>
                </a:gridCol>
                <a:gridCol w="2160270">
                  <a:extLst>
                    <a:ext uri="{9D8B030D-6E8A-4147-A177-3AD203B41FA5}">
                      <a16:colId xmlns:a16="http://schemas.microsoft.com/office/drawing/2014/main" val="1798037809"/>
                    </a:ext>
                  </a:extLst>
                </a:gridCol>
                <a:gridCol w="2160270">
                  <a:extLst>
                    <a:ext uri="{9D8B030D-6E8A-4147-A177-3AD203B41FA5}">
                      <a16:colId xmlns:a16="http://schemas.microsoft.com/office/drawing/2014/main" val="3458534209"/>
                    </a:ext>
                  </a:extLst>
                </a:gridCol>
                <a:gridCol w="2160270">
                  <a:extLst>
                    <a:ext uri="{9D8B030D-6E8A-4147-A177-3AD203B41FA5}">
                      <a16:colId xmlns:a16="http://schemas.microsoft.com/office/drawing/2014/main" val="798378600"/>
                    </a:ext>
                  </a:extLst>
                </a:gridCol>
              </a:tblGrid>
              <a:tr h="370840">
                <a:tc gridSpan="5">
                  <a:txBody>
                    <a:bodyPr/>
                    <a:lstStyle/>
                    <a:p>
                      <a:pPr algn="ctr"/>
                      <a:r>
                        <a:rPr lang="zh-CN" altLang="en-US" baseline="0" dirty="0">
                          <a:latin typeface="Montserrat" panose="00000500000000000000" pitchFamily="2" charset="0"/>
                          <a:ea typeface="微软雅黑 Light" panose="020B0502040204020203" pitchFamily="34" charset="-122"/>
                        </a:rPr>
                        <a:t>人员</a:t>
                      </a: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1005089365"/>
                  </a:ext>
                </a:extLst>
              </a:tr>
              <a:tr h="370840">
                <a:tc>
                  <a:txBody>
                    <a:bodyPr/>
                    <a:lstStyle/>
                    <a:p>
                      <a:pPr algn="ctr"/>
                      <a:r>
                        <a:rPr lang="zh-CN" altLang="en-US" baseline="0" dirty="0">
                          <a:latin typeface="Montserrat" panose="00000500000000000000" pitchFamily="2" charset="0"/>
                          <a:ea typeface="微软雅黑 Light" panose="020B0502040204020203" pitchFamily="34" charset="-122"/>
                        </a:rPr>
                        <a:t>需求定义</a:t>
                      </a:r>
                    </a:p>
                  </a:txBody>
                  <a:tcPr anchor="ctr"/>
                </a:tc>
                <a:tc>
                  <a:txBody>
                    <a:bodyPr/>
                    <a:lstStyle/>
                    <a:p>
                      <a:pPr algn="ctr"/>
                      <a:r>
                        <a:rPr lang="zh-CN" altLang="en-US" baseline="0" dirty="0">
                          <a:latin typeface="Montserrat" panose="00000500000000000000" pitchFamily="2" charset="0"/>
                          <a:ea typeface="微软雅黑 Light" panose="020B0502040204020203" pitchFamily="34" charset="-122"/>
                        </a:rPr>
                        <a:t>张三</a:t>
                      </a:r>
                    </a:p>
                  </a:txBody>
                  <a:tcPr anchor="ctr"/>
                </a:tc>
                <a:tc>
                  <a:txBody>
                    <a:bodyPr/>
                    <a:lstStyle/>
                    <a:p>
                      <a:pPr algn="ctr"/>
                      <a:r>
                        <a:rPr lang="zh-CN" altLang="en-US" baseline="0" dirty="0">
                          <a:latin typeface="Montserrat" panose="00000500000000000000" pitchFamily="2" charset="0"/>
                          <a:ea typeface="微软雅黑 Light" panose="020B0502040204020203" pitchFamily="34" charset="-122"/>
                        </a:rPr>
                        <a:t>李四</a:t>
                      </a:r>
                    </a:p>
                  </a:txBody>
                  <a:tcPr anchor="ctr"/>
                </a:tc>
                <a:tc>
                  <a:txBody>
                    <a:bodyPr/>
                    <a:lstStyle/>
                    <a:p>
                      <a:pPr algn="ctr"/>
                      <a:r>
                        <a:rPr lang="zh-CN" altLang="en-US" baseline="0" dirty="0">
                          <a:latin typeface="Montserrat" panose="00000500000000000000" pitchFamily="2" charset="0"/>
                          <a:ea typeface="微软雅黑 Light" panose="020B0502040204020203" pitchFamily="34" charset="-122"/>
                        </a:rPr>
                        <a:t>王五</a:t>
                      </a:r>
                    </a:p>
                  </a:txBody>
                  <a:tcPr anchor="ctr"/>
                </a:tc>
                <a:tc>
                  <a:txBody>
                    <a:bodyPr/>
                    <a:lstStyle/>
                    <a:p>
                      <a:pPr algn="ctr"/>
                      <a:r>
                        <a:rPr lang="zh-CN" altLang="en-US" baseline="0" dirty="0">
                          <a:latin typeface="Montserrat" panose="00000500000000000000" pitchFamily="2" charset="0"/>
                          <a:ea typeface="微软雅黑 Light" panose="020B0502040204020203" pitchFamily="34" charset="-122"/>
                        </a:rPr>
                        <a:t>赵六</a:t>
                      </a:r>
                    </a:p>
                  </a:txBody>
                  <a:tcPr anchor="ctr"/>
                </a:tc>
                <a:extLst>
                  <a:ext uri="{0D108BD9-81ED-4DB2-BD59-A6C34878D82A}">
                    <a16:rowId xmlns:a16="http://schemas.microsoft.com/office/drawing/2014/main" val="3178040689"/>
                  </a:ext>
                </a:extLst>
              </a:tr>
              <a:tr h="370840">
                <a:tc>
                  <a:txBody>
                    <a:bodyPr/>
                    <a:lstStyle/>
                    <a:p>
                      <a:pPr algn="ctr"/>
                      <a:r>
                        <a:rPr lang="zh-CN" altLang="en-US" baseline="0" dirty="0">
                          <a:latin typeface="Montserrat" panose="00000500000000000000" pitchFamily="2" charset="0"/>
                          <a:ea typeface="微软雅黑 Light" panose="020B0502040204020203" pitchFamily="34" charset="-122"/>
                        </a:rPr>
                        <a:t>系统设计</a:t>
                      </a:r>
                    </a:p>
                  </a:txBody>
                  <a:tcPr anchor="ctr"/>
                </a:tc>
                <a:tc>
                  <a:txBody>
                    <a:bodyPr/>
                    <a:lstStyle/>
                    <a:p>
                      <a:pPr algn="ctr"/>
                      <a:r>
                        <a:rPr lang="zh-CN" altLang="en-US" baseline="0" dirty="0">
                          <a:latin typeface="Montserrat" panose="00000500000000000000" pitchFamily="2" charset="0"/>
                          <a:ea typeface="微软雅黑 Light" panose="020B0502040204020203" pitchFamily="34" charset="-122"/>
                        </a:rPr>
                        <a:t>🔺</a:t>
                      </a:r>
                    </a:p>
                  </a:txBody>
                  <a:tcPr anchor="ctr"/>
                </a:tc>
                <a:tc>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a:txBody>
                    <a:bodyPr/>
                    <a:lstStyle/>
                    <a:p>
                      <a:pPr algn="ctr"/>
                      <a:r>
                        <a:rPr lang="zh-CN" altLang="en-US" baseline="0" dirty="0">
                          <a:latin typeface="Montserrat" panose="00000500000000000000" pitchFamily="2" charset="0"/>
                          <a:ea typeface="微软雅黑 Light" panose="020B0502040204020203" pitchFamily="34" charset="-122"/>
                        </a:rPr>
                        <a:t>⭕</a:t>
                      </a:r>
                    </a:p>
                  </a:txBody>
                  <a:tcPr anchor="ctr"/>
                </a:tc>
                <a:tc>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1787288823"/>
                  </a:ext>
                </a:extLst>
              </a:tr>
              <a:tr h="370840">
                <a:tc>
                  <a:txBody>
                    <a:bodyPr/>
                    <a:lstStyle/>
                    <a:p>
                      <a:pPr algn="ctr"/>
                      <a:r>
                        <a:rPr lang="zh-CN" altLang="en-US" baseline="0" dirty="0">
                          <a:latin typeface="Montserrat" panose="00000500000000000000" pitchFamily="2" charset="0"/>
                          <a:ea typeface="微软雅黑 Light" panose="020B0502040204020203" pitchFamily="34" charset="-122"/>
                        </a:rPr>
                        <a:t>系统开发</a:t>
                      </a:r>
                    </a:p>
                  </a:txBody>
                  <a:tcPr anchor="ctr"/>
                </a:tc>
                <a:tc>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a:txBody>
                    <a:bodyPr/>
                    <a:lstStyle/>
                    <a:p>
                      <a:pPr algn="ctr"/>
                      <a:r>
                        <a:rPr lang="zh-CN" altLang="en-US" baseline="0" dirty="0">
                          <a:latin typeface="Montserrat" panose="00000500000000000000" pitchFamily="2" charset="0"/>
                          <a:ea typeface="微软雅黑 Light" panose="020B0502040204020203" pitchFamily="34" charset="-122"/>
                        </a:rPr>
                        <a:t>□</a:t>
                      </a:r>
                    </a:p>
                  </a:txBody>
                  <a:tcPr anchor="ctr"/>
                </a:tc>
                <a:tc>
                  <a:txBody>
                    <a:bodyPr/>
                    <a:lstStyle/>
                    <a:p>
                      <a:pPr algn="ctr"/>
                      <a:endParaRPr lang="zh-CN" altLang="en-US" baseline="0">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858659324"/>
                  </a:ext>
                </a:extLst>
              </a:tr>
              <a:tr h="370840">
                <a:tc>
                  <a:txBody>
                    <a:bodyPr/>
                    <a:lstStyle/>
                    <a:p>
                      <a:pPr algn="ctr"/>
                      <a:r>
                        <a:rPr lang="zh-CN" altLang="en-US" baseline="0" dirty="0">
                          <a:latin typeface="Montserrat" panose="00000500000000000000" pitchFamily="2" charset="0"/>
                          <a:ea typeface="微软雅黑 Light" panose="020B0502040204020203" pitchFamily="34" charset="-122"/>
                        </a:rPr>
                        <a:t>测试</a:t>
                      </a:r>
                    </a:p>
                  </a:txBody>
                  <a:tcPr anchor="ctr"/>
                </a:tc>
                <a:tc>
                  <a:txBody>
                    <a:bodyPr/>
                    <a:lstStyle/>
                    <a:p>
                      <a:pPr algn="ctr"/>
                      <a:r>
                        <a:rPr lang="zh-CN" altLang="en-US" baseline="0" dirty="0">
                          <a:latin typeface="Montserrat" panose="00000500000000000000" pitchFamily="2" charset="0"/>
                          <a:ea typeface="微软雅黑 Light" panose="020B0502040204020203" pitchFamily="34" charset="-122"/>
                        </a:rPr>
                        <a:t>■</a:t>
                      </a:r>
                    </a:p>
                  </a:txBody>
                  <a:tcPr anchor="ctr"/>
                </a:tc>
                <a:tc>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a:txBody>
                    <a:bodyPr/>
                    <a:lstStyle/>
                    <a:p>
                      <a:pPr algn="ctr"/>
                      <a:r>
                        <a:rPr lang="zh-CN" altLang="en-US" baseline="0" dirty="0">
                          <a:latin typeface="Montserrat" panose="00000500000000000000" pitchFamily="2" charset="0"/>
                          <a:ea typeface="微软雅黑 Light" panose="020B0502040204020203" pitchFamily="34" charset="-122"/>
                        </a:rPr>
                        <a:t>♦</a:t>
                      </a:r>
                    </a:p>
                  </a:txBody>
                  <a:tcPr anchor="ctr"/>
                </a:tc>
                <a:tc>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086058177"/>
                  </a:ext>
                </a:extLst>
              </a:tr>
            </a:tbl>
          </a:graphicData>
        </a:graphic>
      </p:graphicFrame>
      <p:sp>
        <p:nvSpPr>
          <p:cNvPr id="8" name="文本占位符 7">
            <a:extLst>
              <a:ext uri="{FF2B5EF4-FFF2-40B4-BE49-F238E27FC236}">
                <a16:creationId xmlns:a16="http://schemas.microsoft.com/office/drawing/2014/main" id="{0ECC5807-08BD-2855-4C2B-1ECB4E862F2B}"/>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739220882"/>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5ADA6BB-7092-7A20-3592-407F582001D6}"/>
              </a:ext>
            </a:extLst>
          </p:cNvPr>
          <p:cNvSpPr>
            <a:spLocks noGrp="1"/>
          </p:cNvSpPr>
          <p:nvPr>
            <p:ph type="title"/>
          </p:nvPr>
        </p:nvSpPr>
        <p:spPr>
          <a:xfrm>
            <a:off x="695998" y="360000"/>
            <a:ext cx="7200000" cy="424732"/>
          </a:xfrm>
        </p:spPr>
        <p:txBody>
          <a:bodyPr>
            <a:normAutofit/>
          </a:bodyPr>
          <a:lstStyle/>
          <a:p>
            <a:r>
              <a:rPr lang="zh-CN" altLang="en-US" dirty="0"/>
              <a:t>冲突解决</a:t>
            </a:r>
          </a:p>
        </p:txBody>
      </p:sp>
      <p:graphicFrame>
        <p:nvGraphicFramePr>
          <p:cNvPr id="7" name="内容占位符 6">
            <a:extLst>
              <a:ext uri="{FF2B5EF4-FFF2-40B4-BE49-F238E27FC236}">
                <a16:creationId xmlns:a16="http://schemas.microsoft.com/office/drawing/2014/main" id="{35EC6306-489D-3B87-CDEB-A1AA53E45B24}"/>
              </a:ext>
            </a:extLst>
          </p:cNvPr>
          <p:cNvGraphicFramePr>
            <a:graphicFrameLocks noGrp="1"/>
          </p:cNvGraphicFramePr>
          <p:nvPr>
            <p:ph idx="1"/>
            <p:extLst>
              <p:ext uri="{D42A27DB-BD31-4B8C-83A1-F6EECF244321}">
                <p14:modId xmlns:p14="http://schemas.microsoft.com/office/powerpoint/2010/main" val="2448555077"/>
              </p:ext>
            </p:extLst>
          </p:nvPr>
        </p:nvGraphicFramePr>
        <p:xfrm>
          <a:off x="695325" y="1079500"/>
          <a:ext cx="10801350" cy="2194560"/>
        </p:xfrm>
        <a:graphic>
          <a:graphicData uri="http://schemas.openxmlformats.org/drawingml/2006/table">
            <a:tbl>
              <a:tblPr/>
              <a:tblGrid>
                <a:gridCol w="4133850">
                  <a:extLst>
                    <a:ext uri="{9D8B030D-6E8A-4147-A177-3AD203B41FA5}">
                      <a16:colId xmlns:a16="http://schemas.microsoft.com/office/drawing/2014/main" val="4113968149"/>
                    </a:ext>
                  </a:extLst>
                </a:gridCol>
                <a:gridCol w="3552825">
                  <a:extLst>
                    <a:ext uri="{9D8B030D-6E8A-4147-A177-3AD203B41FA5}">
                      <a16:colId xmlns:a16="http://schemas.microsoft.com/office/drawing/2014/main" val="1412753861"/>
                    </a:ext>
                  </a:extLst>
                </a:gridCol>
                <a:gridCol w="3114675">
                  <a:extLst>
                    <a:ext uri="{9D8B030D-6E8A-4147-A177-3AD203B41FA5}">
                      <a16:colId xmlns:a16="http://schemas.microsoft.com/office/drawing/2014/main" val="3967122305"/>
                    </a:ext>
                  </a:extLst>
                </a:gridCol>
              </a:tblGrid>
              <a:tr h="0">
                <a:tc>
                  <a:txBody>
                    <a:bodyPr/>
                    <a:lstStyle/>
                    <a:p>
                      <a:pPr>
                        <a:buNone/>
                      </a:pPr>
                      <a:r>
                        <a:rPr lang="zh-CN" altLang="en-US" dirty="0"/>
                        <a:t>技术</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特点</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适用场景</a:t>
                      </a:r>
                    </a:p>
                  </a:txBody>
                  <a:tcPr anchor="ctr">
                    <a:lnL>
                      <a:noFill/>
                    </a:lnL>
                    <a:lnR>
                      <a:noFill/>
                    </a:lnR>
                    <a:lnT>
                      <a:noFill/>
                    </a:lnT>
                    <a:lnB w="1270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497453913"/>
                  </a:ext>
                </a:extLst>
              </a:tr>
              <a:tr h="0">
                <a:tc>
                  <a:txBody>
                    <a:bodyPr/>
                    <a:lstStyle/>
                    <a:p>
                      <a:pPr>
                        <a:buNone/>
                      </a:pPr>
                      <a:r>
                        <a:rPr lang="zh-CN" altLang="en-US" dirty="0"/>
                        <a:t>回避</a:t>
                      </a:r>
                      <a:r>
                        <a:rPr lang="en-US" altLang="zh-CN" dirty="0"/>
                        <a:t>/</a:t>
                      </a:r>
                      <a:r>
                        <a:rPr lang="zh-CN" altLang="en-US" dirty="0"/>
                        <a:t>撤退 </a:t>
                      </a:r>
                      <a:r>
                        <a:rPr lang="en-US" dirty="0"/>
                        <a:t>Avoiding/Withdrawal</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a:t>回避问题，不处理</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a:t>临时回避，或问题不重要时</a:t>
                      </a:r>
                    </a:p>
                  </a:txBody>
                  <a:tcPr anchor="ctr">
                    <a:lnL>
                      <a:noFill/>
                    </a:lnL>
                    <a:lnR>
                      <a:noFill/>
                    </a:lnR>
                    <a:lnT w="12700" cap="flat" cmpd="sng" algn="ctr">
                      <a:solidFill>
                        <a:schemeClr val="accent2"/>
                      </a:solidFill>
                      <a:prstDash val="solid"/>
                      <a:round/>
                      <a:headEnd type="none" w="med" len="med"/>
                      <a:tailEnd type="none" w="med" len="med"/>
                    </a:lnT>
                    <a:lnB>
                      <a:noFill/>
                    </a:lnB>
                    <a:noFill/>
                  </a:tcPr>
                </a:tc>
                <a:extLst>
                  <a:ext uri="{0D108BD9-81ED-4DB2-BD59-A6C34878D82A}">
                    <a16:rowId xmlns:a16="http://schemas.microsoft.com/office/drawing/2014/main" val="1523555536"/>
                  </a:ext>
                </a:extLst>
              </a:tr>
              <a:tr h="0">
                <a:tc>
                  <a:txBody>
                    <a:bodyPr/>
                    <a:lstStyle/>
                    <a:p>
                      <a:pPr>
                        <a:buNone/>
                      </a:pPr>
                      <a:r>
                        <a:rPr lang="zh-CN" altLang="en-US" dirty="0"/>
                        <a:t>安抚</a:t>
                      </a:r>
                      <a:r>
                        <a:rPr lang="en-US" altLang="zh-CN" dirty="0"/>
                        <a:t>/</a:t>
                      </a:r>
                      <a:r>
                        <a:rPr lang="zh-CN" altLang="en-US" dirty="0"/>
                        <a:t>迁就 </a:t>
                      </a:r>
                      <a:r>
                        <a:rPr lang="en-US" dirty="0"/>
                        <a:t>Accommodating</a:t>
                      </a:r>
                    </a:p>
                  </a:txBody>
                  <a:tcPr anchor="ctr">
                    <a:lnL>
                      <a:noFill/>
                    </a:lnL>
                    <a:lnR>
                      <a:noFill/>
                    </a:lnR>
                    <a:lnT>
                      <a:noFill/>
                    </a:lnT>
                    <a:lnB>
                      <a:noFill/>
                    </a:lnB>
                    <a:noFill/>
                  </a:tcPr>
                </a:tc>
                <a:tc>
                  <a:txBody>
                    <a:bodyPr/>
                    <a:lstStyle/>
                    <a:p>
                      <a:pPr>
                        <a:buNone/>
                      </a:pPr>
                      <a:r>
                        <a:rPr lang="zh-CN" altLang="en-US"/>
                        <a:t>优先考虑他人需求，牺牲自己</a:t>
                      </a:r>
                    </a:p>
                  </a:txBody>
                  <a:tcPr anchor="ctr">
                    <a:lnL>
                      <a:noFill/>
                    </a:lnL>
                    <a:lnR>
                      <a:noFill/>
                    </a:lnR>
                    <a:lnT>
                      <a:noFill/>
                    </a:lnT>
                    <a:lnB>
                      <a:noFill/>
                    </a:lnB>
                    <a:noFill/>
                  </a:tcPr>
                </a:tc>
                <a:tc>
                  <a:txBody>
                    <a:bodyPr/>
                    <a:lstStyle/>
                    <a:p>
                      <a:pPr>
                        <a:buNone/>
                      </a:pPr>
                      <a:r>
                        <a:rPr lang="zh-CN" altLang="en-US"/>
                        <a:t>维护关系，暂时让步</a:t>
                      </a:r>
                    </a:p>
                  </a:txBody>
                  <a:tcPr anchor="ctr">
                    <a:lnL>
                      <a:noFill/>
                    </a:lnL>
                    <a:lnR>
                      <a:noFill/>
                    </a:lnR>
                    <a:lnT>
                      <a:noFill/>
                    </a:lnT>
                    <a:lnB>
                      <a:noFill/>
                    </a:lnB>
                    <a:noFill/>
                  </a:tcPr>
                </a:tc>
                <a:extLst>
                  <a:ext uri="{0D108BD9-81ED-4DB2-BD59-A6C34878D82A}">
                    <a16:rowId xmlns:a16="http://schemas.microsoft.com/office/drawing/2014/main" val="410821334"/>
                  </a:ext>
                </a:extLst>
              </a:tr>
              <a:tr h="0">
                <a:tc>
                  <a:txBody>
                    <a:bodyPr/>
                    <a:lstStyle/>
                    <a:p>
                      <a:pPr>
                        <a:buNone/>
                      </a:pPr>
                      <a:r>
                        <a:rPr lang="zh-CN" altLang="en-US" dirty="0"/>
                        <a:t>妥协 </a:t>
                      </a:r>
                      <a:r>
                        <a:rPr lang="en-US" dirty="0"/>
                        <a:t>Compromising</a:t>
                      </a:r>
                    </a:p>
                  </a:txBody>
                  <a:tcPr anchor="ctr">
                    <a:lnL>
                      <a:noFill/>
                    </a:lnL>
                    <a:lnR>
                      <a:noFill/>
                    </a:lnR>
                    <a:lnT>
                      <a:noFill/>
                    </a:lnT>
                    <a:lnB>
                      <a:noFill/>
                    </a:lnB>
                    <a:noFill/>
                  </a:tcPr>
                </a:tc>
                <a:tc>
                  <a:txBody>
                    <a:bodyPr/>
                    <a:lstStyle/>
                    <a:p>
                      <a:pPr>
                        <a:buNone/>
                      </a:pPr>
                      <a:r>
                        <a:rPr lang="zh-CN" altLang="en-US"/>
                        <a:t>双方各让一步，达成折中</a:t>
                      </a:r>
                    </a:p>
                  </a:txBody>
                  <a:tcPr anchor="ctr">
                    <a:lnL>
                      <a:noFill/>
                    </a:lnL>
                    <a:lnR>
                      <a:noFill/>
                    </a:lnR>
                    <a:lnT>
                      <a:noFill/>
                    </a:lnT>
                    <a:lnB>
                      <a:noFill/>
                    </a:lnB>
                    <a:noFill/>
                  </a:tcPr>
                </a:tc>
                <a:tc>
                  <a:txBody>
                    <a:bodyPr/>
                    <a:lstStyle/>
                    <a:p>
                      <a:pPr>
                        <a:buNone/>
                      </a:pPr>
                      <a:r>
                        <a:rPr lang="zh-CN" altLang="en-US"/>
                        <a:t>时间紧迫，双方都有利害</a:t>
                      </a:r>
                    </a:p>
                  </a:txBody>
                  <a:tcPr anchor="ctr">
                    <a:lnL>
                      <a:noFill/>
                    </a:lnL>
                    <a:lnR>
                      <a:noFill/>
                    </a:lnR>
                    <a:lnT>
                      <a:noFill/>
                    </a:lnT>
                    <a:lnB>
                      <a:noFill/>
                    </a:lnB>
                    <a:noFill/>
                  </a:tcPr>
                </a:tc>
                <a:extLst>
                  <a:ext uri="{0D108BD9-81ED-4DB2-BD59-A6C34878D82A}">
                    <a16:rowId xmlns:a16="http://schemas.microsoft.com/office/drawing/2014/main" val="1933499686"/>
                  </a:ext>
                </a:extLst>
              </a:tr>
              <a:tr h="0">
                <a:tc>
                  <a:txBody>
                    <a:bodyPr/>
                    <a:lstStyle/>
                    <a:p>
                      <a:pPr>
                        <a:buNone/>
                      </a:pPr>
                      <a:r>
                        <a:rPr lang="zh-CN" altLang="en-US" dirty="0"/>
                        <a:t>强制 </a:t>
                      </a:r>
                      <a:r>
                        <a:rPr lang="en-US" dirty="0"/>
                        <a:t>Forcing</a:t>
                      </a:r>
                    </a:p>
                  </a:txBody>
                  <a:tcPr anchor="ctr">
                    <a:lnL>
                      <a:noFill/>
                    </a:lnL>
                    <a:lnR>
                      <a:noFill/>
                    </a:lnR>
                    <a:lnT>
                      <a:noFill/>
                    </a:lnT>
                    <a:lnB>
                      <a:noFill/>
                    </a:lnB>
                    <a:noFill/>
                  </a:tcPr>
                </a:tc>
                <a:tc>
                  <a:txBody>
                    <a:bodyPr/>
                    <a:lstStyle/>
                    <a:p>
                      <a:pPr>
                        <a:buNone/>
                      </a:pPr>
                      <a:r>
                        <a:rPr lang="zh-CN" altLang="en-US"/>
                        <a:t>强行推动自己的观点</a:t>
                      </a:r>
                    </a:p>
                  </a:txBody>
                  <a:tcPr anchor="ctr">
                    <a:lnL>
                      <a:noFill/>
                    </a:lnL>
                    <a:lnR>
                      <a:noFill/>
                    </a:lnR>
                    <a:lnT>
                      <a:noFill/>
                    </a:lnT>
                    <a:lnB>
                      <a:noFill/>
                    </a:lnB>
                    <a:noFill/>
                  </a:tcPr>
                </a:tc>
                <a:tc>
                  <a:txBody>
                    <a:bodyPr/>
                    <a:lstStyle/>
                    <a:p>
                      <a:pPr>
                        <a:buNone/>
                      </a:pPr>
                      <a:r>
                        <a:rPr lang="zh-CN" altLang="en-US"/>
                        <a:t>权力大、必须决策时</a:t>
                      </a:r>
                    </a:p>
                  </a:txBody>
                  <a:tcPr anchor="ctr">
                    <a:lnL>
                      <a:noFill/>
                    </a:lnL>
                    <a:lnR>
                      <a:noFill/>
                    </a:lnR>
                    <a:lnT>
                      <a:noFill/>
                    </a:lnT>
                    <a:lnB>
                      <a:noFill/>
                    </a:lnB>
                    <a:noFill/>
                  </a:tcPr>
                </a:tc>
                <a:extLst>
                  <a:ext uri="{0D108BD9-81ED-4DB2-BD59-A6C34878D82A}">
                    <a16:rowId xmlns:a16="http://schemas.microsoft.com/office/drawing/2014/main" val="600407737"/>
                  </a:ext>
                </a:extLst>
              </a:tr>
              <a:tr h="0">
                <a:tc>
                  <a:txBody>
                    <a:bodyPr/>
                    <a:lstStyle/>
                    <a:p>
                      <a:pPr>
                        <a:buNone/>
                      </a:pPr>
                      <a:r>
                        <a:rPr lang="zh-CN" altLang="en-US" dirty="0"/>
                        <a:t>合作</a:t>
                      </a:r>
                      <a:r>
                        <a:rPr lang="en-US" altLang="zh-CN" dirty="0"/>
                        <a:t>/</a:t>
                      </a:r>
                      <a:r>
                        <a:rPr lang="zh-CN" altLang="en-US" dirty="0"/>
                        <a:t>解决问题 </a:t>
                      </a:r>
                      <a:r>
                        <a:rPr lang="en-US" dirty="0"/>
                        <a:t>Collaborating</a:t>
                      </a:r>
                    </a:p>
                  </a:txBody>
                  <a:tcPr anchor="ctr">
                    <a:lnL>
                      <a:noFill/>
                    </a:lnL>
                    <a:lnR>
                      <a:noFill/>
                    </a:lnR>
                    <a:lnT>
                      <a:noFill/>
                    </a:lnT>
                    <a:lnB>
                      <a:noFill/>
                    </a:lnB>
                    <a:noFill/>
                  </a:tcPr>
                </a:tc>
                <a:tc>
                  <a:txBody>
                    <a:bodyPr/>
                    <a:lstStyle/>
                    <a:p>
                      <a:pPr>
                        <a:buNone/>
                      </a:pPr>
                      <a:r>
                        <a:rPr lang="zh-CN" altLang="en-US" dirty="0"/>
                        <a:t>共同探讨，寻找双赢方案</a:t>
                      </a:r>
                    </a:p>
                  </a:txBody>
                  <a:tcPr anchor="ctr">
                    <a:lnL>
                      <a:noFill/>
                    </a:lnL>
                    <a:lnR>
                      <a:noFill/>
                    </a:lnR>
                    <a:lnT>
                      <a:noFill/>
                    </a:lnT>
                    <a:lnB>
                      <a:noFill/>
                    </a:lnB>
                    <a:noFill/>
                  </a:tcPr>
                </a:tc>
                <a:tc>
                  <a:txBody>
                    <a:bodyPr/>
                    <a:lstStyle/>
                    <a:p>
                      <a:pPr>
                        <a:buNone/>
                      </a:pPr>
                      <a:r>
                        <a:rPr lang="zh-CN" altLang="en-US" dirty="0"/>
                        <a:t>复杂问题，需要共识</a:t>
                      </a:r>
                    </a:p>
                  </a:txBody>
                  <a:tcPr anchor="ctr">
                    <a:lnL>
                      <a:noFill/>
                    </a:lnL>
                    <a:lnR>
                      <a:noFill/>
                    </a:lnR>
                    <a:lnT>
                      <a:noFill/>
                    </a:lnT>
                    <a:lnB>
                      <a:noFill/>
                    </a:lnB>
                    <a:noFill/>
                  </a:tcPr>
                </a:tc>
                <a:extLst>
                  <a:ext uri="{0D108BD9-81ED-4DB2-BD59-A6C34878D82A}">
                    <a16:rowId xmlns:a16="http://schemas.microsoft.com/office/drawing/2014/main" val="2418812145"/>
                  </a:ext>
                </a:extLst>
              </a:tr>
            </a:tbl>
          </a:graphicData>
        </a:graphic>
      </p:graphicFrame>
      <p:sp>
        <p:nvSpPr>
          <p:cNvPr id="10" name="文本占位符 9">
            <a:extLst>
              <a:ext uri="{FF2B5EF4-FFF2-40B4-BE49-F238E27FC236}">
                <a16:creationId xmlns:a16="http://schemas.microsoft.com/office/drawing/2014/main" id="{2D686AD8-7AB5-0C0F-8F5E-DEEE1EEDDDE2}"/>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798594967"/>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A8FF2FAC-A162-3CE6-9267-D3AFEB4A826B}"/>
              </a:ext>
            </a:extLst>
          </p:cNvPr>
          <p:cNvSpPr>
            <a:spLocks noGrp="1"/>
          </p:cNvSpPr>
          <p:nvPr>
            <p:ph type="title"/>
          </p:nvPr>
        </p:nvSpPr>
        <p:spPr>
          <a:xfrm>
            <a:off x="695998" y="360000"/>
            <a:ext cx="7200000" cy="424732"/>
          </a:xfrm>
        </p:spPr>
        <p:txBody>
          <a:bodyPr>
            <a:normAutofit/>
          </a:bodyPr>
          <a:lstStyle/>
          <a:p>
            <a:r>
              <a:rPr lang="zh-CN" altLang="en-US" dirty="0"/>
              <a:t>马斯洛需要层次理论</a:t>
            </a:r>
          </a:p>
        </p:txBody>
      </p:sp>
      <p:graphicFrame>
        <p:nvGraphicFramePr>
          <p:cNvPr id="5" name="内容占位符 4">
            <a:extLst>
              <a:ext uri="{FF2B5EF4-FFF2-40B4-BE49-F238E27FC236}">
                <a16:creationId xmlns:a16="http://schemas.microsoft.com/office/drawing/2014/main" id="{6AD8818F-00AC-2B08-F138-AB3AD8688B5F}"/>
              </a:ext>
            </a:extLst>
          </p:cNvPr>
          <p:cNvGraphicFramePr>
            <a:graphicFrameLocks noGrp="1"/>
          </p:cNvGraphicFramePr>
          <p:nvPr>
            <p:ph idx="1"/>
            <p:extLst>
              <p:ext uri="{D42A27DB-BD31-4B8C-83A1-F6EECF244321}">
                <p14:modId xmlns:p14="http://schemas.microsoft.com/office/powerpoint/2010/main" val="2241920159"/>
              </p:ext>
            </p:extLst>
          </p:nvPr>
        </p:nvGraphicFramePr>
        <p:xfrm>
          <a:off x="695325" y="1079500"/>
          <a:ext cx="10801350" cy="2194560"/>
        </p:xfrm>
        <a:graphic>
          <a:graphicData uri="http://schemas.openxmlformats.org/drawingml/2006/table">
            <a:tbl>
              <a:tblPr/>
              <a:tblGrid>
                <a:gridCol w="1247775">
                  <a:extLst>
                    <a:ext uri="{9D8B030D-6E8A-4147-A177-3AD203B41FA5}">
                      <a16:colId xmlns:a16="http://schemas.microsoft.com/office/drawing/2014/main" val="1510409188"/>
                    </a:ext>
                  </a:extLst>
                </a:gridCol>
                <a:gridCol w="4867275">
                  <a:extLst>
                    <a:ext uri="{9D8B030D-6E8A-4147-A177-3AD203B41FA5}">
                      <a16:colId xmlns:a16="http://schemas.microsoft.com/office/drawing/2014/main" val="2212586778"/>
                    </a:ext>
                  </a:extLst>
                </a:gridCol>
                <a:gridCol w="4686300">
                  <a:extLst>
                    <a:ext uri="{9D8B030D-6E8A-4147-A177-3AD203B41FA5}">
                      <a16:colId xmlns:a16="http://schemas.microsoft.com/office/drawing/2014/main" val="1462968597"/>
                    </a:ext>
                  </a:extLst>
                </a:gridCol>
              </a:tblGrid>
              <a:tr h="0">
                <a:tc>
                  <a:txBody>
                    <a:bodyPr/>
                    <a:lstStyle/>
                    <a:p>
                      <a:pPr>
                        <a:buNone/>
                      </a:pPr>
                      <a:r>
                        <a:rPr lang="zh-CN" altLang="en-US"/>
                        <a:t>层次</a:t>
                      </a:r>
                    </a:p>
                  </a:txBody>
                  <a:tcPr anchor="ctr">
                    <a:lnL>
                      <a:noFill/>
                    </a:lnL>
                    <a:lnR>
                      <a:noFill/>
                    </a:lnR>
                    <a:lnT>
                      <a:noFill/>
                    </a:lnT>
                    <a:lnB>
                      <a:noFill/>
                    </a:lnB>
                    <a:noFill/>
                  </a:tcPr>
                </a:tc>
                <a:tc>
                  <a:txBody>
                    <a:bodyPr/>
                    <a:lstStyle/>
                    <a:p>
                      <a:pPr>
                        <a:buNone/>
                      </a:pPr>
                      <a:r>
                        <a:rPr lang="zh-CN" altLang="en-US"/>
                        <a:t>名称</a:t>
                      </a:r>
                    </a:p>
                  </a:txBody>
                  <a:tcPr anchor="ctr">
                    <a:lnL>
                      <a:noFill/>
                    </a:lnL>
                    <a:lnR>
                      <a:noFill/>
                    </a:lnR>
                    <a:lnT>
                      <a:noFill/>
                    </a:lnT>
                    <a:lnB>
                      <a:noFill/>
                    </a:lnB>
                    <a:noFill/>
                  </a:tcPr>
                </a:tc>
                <a:tc>
                  <a:txBody>
                    <a:bodyPr/>
                    <a:lstStyle/>
                    <a:p>
                      <a:pPr>
                        <a:buNone/>
                      </a:pPr>
                      <a:r>
                        <a:rPr lang="zh-CN" altLang="en-US"/>
                        <a:t>典型表现</a:t>
                      </a:r>
                    </a:p>
                  </a:txBody>
                  <a:tcPr anchor="ctr">
                    <a:lnL>
                      <a:noFill/>
                    </a:lnL>
                    <a:lnR>
                      <a:noFill/>
                    </a:lnR>
                    <a:lnT>
                      <a:noFill/>
                    </a:lnT>
                    <a:lnB>
                      <a:noFill/>
                    </a:lnB>
                    <a:noFill/>
                  </a:tcPr>
                </a:tc>
                <a:extLst>
                  <a:ext uri="{0D108BD9-81ED-4DB2-BD59-A6C34878D82A}">
                    <a16:rowId xmlns:a16="http://schemas.microsoft.com/office/drawing/2014/main" val="1201168794"/>
                  </a:ext>
                </a:extLst>
              </a:tr>
              <a:tr h="0">
                <a:tc>
                  <a:txBody>
                    <a:bodyPr/>
                    <a:lstStyle/>
                    <a:p>
                      <a:pPr>
                        <a:buNone/>
                      </a:pPr>
                      <a:r>
                        <a:rPr lang="en-US" altLang="zh-CN"/>
                        <a:t>1</a:t>
                      </a:r>
                    </a:p>
                  </a:txBody>
                  <a:tcPr anchor="ctr">
                    <a:lnL>
                      <a:noFill/>
                    </a:lnL>
                    <a:lnR>
                      <a:noFill/>
                    </a:lnR>
                    <a:lnT>
                      <a:noFill/>
                    </a:lnT>
                    <a:lnB>
                      <a:noFill/>
                    </a:lnB>
                    <a:noFill/>
                  </a:tcPr>
                </a:tc>
                <a:tc>
                  <a:txBody>
                    <a:bodyPr/>
                    <a:lstStyle/>
                    <a:p>
                      <a:pPr>
                        <a:buNone/>
                      </a:pPr>
                      <a:r>
                        <a:rPr lang="zh-CN" altLang="en-US" dirty="0"/>
                        <a:t>生理需求（</a:t>
                      </a:r>
                      <a:r>
                        <a:rPr lang="en-US" altLang="zh-CN" dirty="0"/>
                        <a:t>Physiological</a:t>
                      </a:r>
                      <a:r>
                        <a:rPr lang="en-US" dirty="0"/>
                        <a:t>）</a:t>
                      </a:r>
                    </a:p>
                  </a:txBody>
                  <a:tcPr anchor="ctr">
                    <a:lnL>
                      <a:noFill/>
                    </a:lnL>
                    <a:lnR>
                      <a:noFill/>
                    </a:lnR>
                    <a:lnT>
                      <a:noFill/>
                    </a:lnT>
                    <a:lnB>
                      <a:noFill/>
                    </a:lnB>
                    <a:noFill/>
                  </a:tcPr>
                </a:tc>
                <a:tc>
                  <a:txBody>
                    <a:bodyPr/>
                    <a:lstStyle/>
                    <a:p>
                      <a:pPr>
                        <a:buNone/>
                      </a:pPr>
                      <a:r>
                        <a:rPr lang="zh-CN" altLang="en-US" dirty="0"/>
                        <a:t>饮食、睡眠、休息等基本生存需求</a:t>
                      </a:r>
                    </a:p>
                  </a:txBody>
                  <a:tcPr anchor="ctr">
                    <a:lnL>
                      <a:noFill/>
                    </a:lnL>
                    <a:lnR>
                      <a:noFill/>
                    </a:lnR>
                    <a:lnT>
                      <a:noFill/>
                    </a:lnT>
                    <a:lnB>
                      <a:noFill/>
                    </a:lnB>
                    <a:noFill/>
                  </a:tcPr>
                </a:tc>
                <a:extLst>
                  <a:ext uri="{0D108BD9-81ED-4DB2-BD59-A6C34878D82A}">
                    <a16:rowId xmlns:a16="http://schemas.microsoft.com/office/drawing/2014/main" val="3990555722"/>
                  </a:ext>
                </a:extLst>
              </a:tr>
              <a:tr h="0">
                <a:tc>
                  <a:txBody>
                    <a:bodyPr/>
                    <a:lstStyle/>
                    <a:p>
                      <a:pPr>
                        <a:buNone/>
                      </a:pPr>
                      <a:r>
                        <a:rPr lang="en-US" altLang="zh-CN"/>
                        <a:t>2</a:t>
                      </a:r>
                    </a:p>
                  </a:txBody>
                  <a:tcPr anchor="ctr">
                    <a:lnL>
                      <a:noFill/>
                    </a:lnL>
                    <a:lnR>
                      <a:noFill/>
                    </a:lnR>
                    <a:lnT>
                      <a:noFill/>
                    </a:lnT>
                    <a:lnB>
                      <a:noFill/>
                    </a:lnB>
                    <a:noFill/>
                  </a:tcPr>
                </a:tc>
                <a:tc>
                  <a:txBody>
                    <a:bodyPr/>
                    <a:lstStyle/>
                    <a:p>
                      <a:pPr>
                        <a:buNone/>
                      </a:pPr>
                      <a:r>
                        <a:rPr lang="zh-CN" altLang="en-US" dirty="0"/>
                        <a:t>安全需求（</a:t>
                      </a:r>
                      <a:r>
                        <a:rPr lang="en-US" altLang="zh-CN" dirty="0"/>
                        <a:t>Safety</a:t>
                      </a:r>
                      <a:r>
                        <a:rPr lang="en-US" dirty="0"/>
                        <a:t>）</a:t>
                      </a:r>
                    </a:p>
                  </a:txBody>
                  <a:tcPr anchor="ctr">
                    <a:lnL>
                      <a:noFill/>
                    </a:lnL>
                    <a:lnR>
                      <a:noFill/>
                    </a:lnR>
                    <a:lnT>
                      <a:noFill/>
                    </a:lnT>
                    <a:lnB>
                      <a:noFill/>
                    </a:lnB>
                    <a:noFill/>
                  </a:tcPr>
                </a:tc>
                <a:tc>
                  <a:txBody>
                    <a:bodyPr/>
                    <a:lstStyle/>
                    <a:p>
                      <a:pPr>
                        <a:buNone/>
                      </a:pPr>
                      <a:r>
                        <a:rPr lang="zh-CN" altLang="en-US"/>
                        <a:t>工作稳定、健康保障、职业安全等</a:t>
                      </a:r>
                    </a:p>
                  </a:txBody>
                  <a:tcPr anchor="ctr">
                    <a:lnL>
                      <a:noFill/>
                    </a:lnL>
                    <a:lnR>
                      <a:noFill/>
                    </a:lnR>
                    <a:lnT>
                      <a:noFill/>
                    </a:lnT>
                    <a:lnB>
                      <a:noFill/>
                    </a:lnB>
                    <a:noFill/>
                  </a:tcPr>
                </a:tc>
                <a:extLst>
                  <a:ext uri="{0D108BD9-81ED-4DB2-BD59-A6C34878D82A}">
                    <a16:rowId xmlns:a16="http://schemas.microsoft.com/office/drawing/2014/main" val="931442999"/>
                  </a:ext>
                </a:extLst>
              </a:tr>
              <a:tr h="0">
                <a:tc>
                  <a:txBody>
                    <a:bodyPr/>
                    <a:lstStyle/>
                    <a:p>
                      <a:pPr>
                        <a:buNone/>
                      </a:pPr>
                      <a:r>
                        <a:rPr lang="en-US" altLang="zh-CN"/>
                        <a:t>3</a:t>
                      </a:r>
                    </a:p>
                  </a:txBody>
                  <a:tcPr anchor="ctr">
                    <a:lnL>
                      <a:noFill/>
                    </a:lnL>
                    <a:lnR>
                      <a:noFill/>
                    </a:lnR>
                    <a:lnT>
                      <a:noFill/>
                    </a:lnT>
                    <a:lnB>
                      <a:noFill/>
                    </a:lnB>
                    <a:noFill/>
                  </a:tcPr>
                </a:tc>
                <a:tc>
                  <a:txBody>
                    <a:bodyPr/>
                    <a:lstStyle/>
                    <a:p>
                      <a:pPr>
                        <a:buNone/>
                      </a:pPr>
                      <a:r>
                        <a:rPr lang="zh-CN" altLang="en-US" dirty="0"/>
                        <a:t>社会交往需求（</a:t>
                      </a:r>
                      <a:r>
                        <a:rPr lang="en-US" dirty="0"/>
                        <a:t>Love/Belonging）</a:t>
                      </a:r>
                    </a:p>
                  </a:txBody>
                  <a:tcPr anchor="ctr">
                    <a:lnL>
                      <a:noFill/>
                    </a:lnL>
                    <a:lnR>
                      <a:noFill/>
                    </a:lnR>
                    <a:lnT>
                      <a:noFill/>
                    </a:lnT>
                    <a:lnB>
                      <a:noFill/>
                    </a:lnB>
                    <a:noFill/>
                  </a:tcPr>
                </a:tc>
                <a:tc>
                  <a:txBody>
                    <a:bodyPr/>
                    <a:lstStyle/>
                    <a:p>
                      <a:pPr>
                        <a:buNone/>
                      </a:pPr>
                      <a:r>
                        <a:rPr lang="zh-CN" altLang="en-US"/>
                        <a:t>友谊、爱情、团队归属、被接纳</a:t>
                      </a:r>
                    </a:p>
                  </a:txBody>
                  <a:tcPr anchor="ctr">
                    <a:lnL>
                      <a:noFill/>
                    </a:lnL>
                    <a:lnR>
                      <a:noFill/>
                    </a:lnR>
                    <a:lnT>
                      <a:noFill/>
                    </a:lnT>
                    <a:lnB>
                      <a:noFill/>
                    </a:lnB>
                    <a:noFill/>
                  </a:tcPr>
                </a:tc>
                <a:extLst>
                  <a:ext uri="{0D108BD9-81ED-4DB2-BD59-A6C34878D82A}">
                    <a16:rowId xmlns:a16="http://schemas.microsoft.com/office/drawing/2014/main" val="703633182"/>
                  </a:ext>
                </a:extLst>
              </a:tr>
              <a:tr h="0">
                <a:tc>
                  <a:txBody>
                    <a:bodyPr/>
                    <a:lstStyle/>
                    <a:p>
                      <a:pPr>
                        <a:buNone/>
                      </a:pPr>
                      <a:r>
                        <a:rPr lang="en-US" altLang="zh-CN"/>
                        <a:t>4</a:t>
                      </a:r>
                    </a:p>
                  </a:txBody>
                  <a:tcPr anchor="ctr">
                    <a:lnL>
                      <a:noFill/>
                    </a:lnL>
                    <a:lnR>
                      <a:noFill/>
                    </a:lnR>
                    <a:lnT>
                      <a:noFill/>
                    </a:lnT>
                    <a:lnB>
                      <a:noFill/>
                    </a:lnB>
                    <a:noFill/>
                  </a:tcPr>
                </a:tc>
                <a:tc>
                  <a:txBody>
                    <a:bodyPr/>
                    <a:lstStyle/>
                    <a:p>
                      <a:pPr>
                        <a:buNone/>
                      </a:pPr>
                      <a:r>
                        <a:rPr lang="zh-CN" altLang="en-US" dirty="0"/>
                        <a:t>自尊需求（</a:t>
                      </a:r>
                      <a:r>
                        <a:rPr lang="en-US" dirty="0"/>
                        <a:t>Esteem）</a:t>
                      </a:r>
                    </a:p>
                  </a:txBody>
                  <a:tcPr anchor="ctr">
                    <a:lnL>
                      <a:noFill/>
                    </a:lnL>
                    <a:lnR>
                      <a:noFill/>
                    </a:lnR>
                    <a:lnT>
                      <a:noFill/>
                    </a:lnT>
                    <a:lnB>
                      <a:noFill/>
                    </a:lnB>
                    <a:noFill/>
                  </a:tcPr>
                </a:tc>
                <a:tc>
                  <a:txBody>
                    <a:bodyPr/>
                    <a:lstStyle/>
                    <a:p>
                      <a:pPr>
                        <a:buNone/>
                      </a:pPr>
                      <a:r>
                        <a:rPr lang="zh-CN" altLang="en-US"/>
                        <a:t>获得尊重、认可、成就感、地位</a:t>
                      </a:r>
                    </a:p>
                  </a:txBody>
                  <a:tcPr anchor="ctr">
                    <a:lnL>
                      <a:noFill/>
                    </a:lnL>
                    <a:lnR>
                      <a:noFill/>
                    </a:lnR>
                    <a:lnT>
                      <a:noFill/>
                    </a:lnT>
                    <a:lnB>
                      <a:noFill/>
                    </a:lnB>
                    <a:noFill/>
                  </a:tcPr>
                </a:tc>
                <a:extLst>
                  <a:ext uri="{0D108BD9-81ED-4DB2-BD59-A6C34878D82A}">
                    <a16:rowId xmlns:a16="http://schemas.microsoft.com/office/drawing/2014/main" val="1437657656"/>
                  </a:ext>
                </a:extLst>
              </a:tr>
              <a:tr h="0">
                <a:tc>
                  <a:txBody>
                    <a:bodyPr/>
                    <a:lstStyle/>
                    <a:p>
                      <a:pPr>
                        <a:buNone/>
                      </a:pPr>
                      <a:r>
                        <a:rPr lang="en-US" altLang="zh-CN"/>
                        <a:t>5</a:t>
                      </a:r>
                    </a:p>
                  </a:txBody>
                  <a:tcPr anchor="ctr">
                    <a:lnL>
                      <a:noFill/>
                    </a:lnL>
                    <a:lnR>
                      <a:noFill/>
                    </a:lnR>
                    <a:lnT>
                      <a:noFill/>
                    </a:lnT>
                    <a:lnB>
                      <a:noFill/>
                    </a:lnB>
                    <a:noFill/>
                  </a:tcPr>
                </a:tc>
                <a:tc>
                  <a:txBody>
                    <a:bodyPr/>
                    <a:lstStyle/>
                    <a:p>
                      <a:pPr>
                        <a:buNone/>
                      </a:pPr>
                      <a:r>
                        <a:rPr lang="zh-CN" altLang="en-US" dirty="0"/>
                        <a:t>自我实现（</a:t>
                      </a:r>
                      <a:r>
                        <a:rPr lang="en-US" dirty="0"/>
                        <a:t>Self-actualization）</a:t>
                      </a:r>
                    </a:p>
                  </a:txBody>
                  <a:tcPr anchor="ctr">
                    <a:lnL>
                      <a:noFill/>
                    </a:lnL>
                    <a:lnR>
                      <a:noFill/>
                    </a:lnR>
                    <a:lnT>
                      <a:noFill/>
                    </a:lnT>
                    <a:lnB>
                      <a:noFill/>
                    </a:lnB>
                    <a:noFill/>
                  </a:tcPr>
                </a:tc>
                <a:tc>
                  <a:txBody>
                    <a:bodyPr/>
                    <a:lstStyle/>
                    <a:p>
                      <a:pPr>
                        <a:buNone/>
                      </a:pPr>
                      <a:r>
                        <a:rPr lang="zh-CN" altLang="en-US" dirty="0"/>
                        <a:t>实现潜能、追求理想、创造性发挥</a:t>
                      </a:r>
                    </a:p>
                  </a:txBody>
                  <a:tcPr anchor="ctr">
                    <a:lnL>
                      <a:noFill/>
                    </a:lnL>
                    <a:lnR>
                      <a:noFill/>
                    </a:lnR>
                    <a:lnT>
                      <a:noFill/>
                    </a:lnT>
                    <a:lnB>
                      <a:noFill/>
                    </a:lnB>
                    <a:noFill/>
                  </a:tcPr>
                </a:tc>
                <a:extLst>
                  <a:ext uri="{0D108BD9-81ED-4DB2-BD59-A6C34878D82A}">
                    <a16:rowId xmlns:a16="http://schemas.microsoft.com/office/drawing/2014/main" val="1790960172"/>
                  </a:ext>
                </a:extLst>
              </a:tr>
            </a:tbl>
          </a:graphicData>
        </a:graphic>
      </p:graphicFrame>
      <p:sp>
        <p:nvSpPr>
          <p:cNvPr id="18" name="文本占位符 17">
            <a:extLst>
              <a:ext uri="{FF2B5EF4-FFF2-40B4-BE49-F238E27FC236}">
                <a16:creationId xmlns:a16="http://schemas.microsoft.com/office/drawing/2014/main" id="{FE8B8999-0759-901C-8C72-D99F7A6B13E8}"/>
              </a:ext>
            </a:extLst>
          </p:cNvPr>
          <p:cNvSpPr>
            <a:spLocks noGrp="1"/>
          </p:cNvSpPr>
          <p:nvPr>
            <p:ph type="body" sz="quarter" idx="10"/>
          </p:nvPr>
        </p:nvSpPr>
        <p:spPr/>
        <p:txBody>
          <a:bodyPr/>
          <a:lstStyle/>
          <a:p>
            <a:endParaRPr lang="zh-CN" altLang="en-US"/>
          </a:p>
        </p:txBody>
      </p:sp>
      <p:graphicFrame>
        <p:nvGraphicFramePr>
          <p:cNvPr id="12" name="图示 11">
            <a:extLst>
              <a:ext uri="{FF2B5EF4-FFF2-40B4-BE49-F238E27FC236}">
                <a16:creationId xmlns:a16="http://schemas.microsoft.com/office/drawing/2014/main" id="{F1F94AB0-4D1E-AA5D-1AE2-D069DC398F95}"/>
              </a:ext>
            </a:extLst>
          </p:cNvPr>
          <p:cNvGraphicFramePr>
            <a:graphicFrameLocks noChangeAspect="1"/>
          </p:cNvGraphicFramePr>
          <p:nvPr>
            <p:extLst>
              <p:ext uri="{D42A27DB-BD31-4B8C-83A1-F6EECF244321}">
                <p14:modId xmlns:p14="http://schemas.microsoft.com/office/powerpoint/2010/main" val="547967781"/>
              </p:ext>
            </p:extLst>
          </p:nvPr>
        </p:nvGraphicFramePr>
        <p:xfrm>
          <a:off x="3396000" y="2178500"/>
          <a:ext cx="5400000" cy="3600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65935852"/>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6CDFF28B-8D76-76D8-95C0-568C5C876B00}"/>
              </a:ext>
            </a:extLst>
          </p:cNvPr>
          <p:cNvSpPr>
            <a:spLocks noGrp="1"/>
          </p:cNvSpPr>
          <p:nvPr>
            <p:ph type="title"/>
          </p:nvPr>
        </p:nvSpPr>
        <p:spPr>
          <a:xfrm>
            <a:off x="695998" y="360000"/>
            <a:ext cx="7200000" cy="424732"/>
          </a:xfrm>
        </p:spPr>
        <p:txBody>
          <a:bodyPr>
            <a:normAutofit/>
          </a:bodyPr>
          <a:lstStyle/>
          <a:p>
            <a:r>
              <a:rPr lang="zh-CN" altLang="en-US" dirty="0"/>
              <a:t>赫茨伯格双因素激励理论</a:t>
            </a:r>
          </a:p>
        </p:txBody>
      </p:sp>
      <p:sp>
        <p:nvSpPr>
          <p:cNvPr id="3" name="内容占位符 2">
            <a:extLst>
              <a:ext uri="{FF2B5EF4-FFF2-40B4-BE49-F238E27FC236}">
                <a16:creationId xmlns:a16="http://schemas.microsoft.com/office/drawing/2014/main" id="{16070594-59BF-C8BF-E4A7-5205D1D32623}"/>
              </a:ext>
            </a:extLst>
          </p:cNvPr>
          <p:cNvSpPr>
            <a:spLocks noGrp="1"/>
          </p:cNvSpPr>
          <p:nvPr>
            <p:ph idx="1"/>
          </p:nvPr>
        </p:nvSpPr>
        <p:spPr>
          <a:xfrm>
            <a:off x="696000" y="1080000"/>
            <a:ext cx="10800000" cy="5112000"/>
          </a:xfrm>
        </p:spPr>
        <p:txBody>
          <a:bodyPr>
            <a:normAutofit fontScale="85000" lnSpcReduction="20000"/>
          </a:bodyPr>
          <a:lstStyle/>
          <a:p>
            <a:r>
              <a:rPr lang="en-US" altLang="zh-CN" dirty="0"/>
              <a:t>Herzberg's Motivation-Hygiene Theory</a:t>
            </a:r>
          </a:p>
          <a:p>
            <a:r>
              <a:rPr lang="zh-CN" altLang="en-US" dirty="0"/>
              <a:t>由美国心理学家弗雷德里克</a:t>
            </a:r>
            <a:r>
              <a:rPr lang="en-US" altLang="zh-CN" dirty="0"/>
              <a:t>·</a:t>
            </a:r>
            <a:r>
              <a:rPr lang="zh-CN" altLang="en-US" dirty="0"/>
              <a:t>赫茨伯格（</a:t>
            </a:r>
            <a:r>
              <a:rPr lang="en-US" altLang="zh-CN" dirty="0"/>
              <a:t>Frederick Herzberg</a:t>
            </a:r>
            <a:r>
              <a:rPr lang="zh-CN" altLang="en-US" dirty="0"/>
              <a:t>）于</a:t>
            </a:r>
            <a:r>
              <a:rPr lang="en-US" altLang="zh-CN" dirty="0">
                <a:solidFill>
                  <a:srgbClr val="FF0000"/>
                </a:solidFill>
              </a:rPr>
              <a:t>20</a:t>
            </a:r>
            <a:r>
              <a:rPr lang="zh-CN" altLang="en-US" dirty="0">
                <a:solidFill>
                  <a:srgbClr val="FF0000"/>
                </a:solidFill>
              </a:rPr>
              <a:t>世纪</a:t>
            </a:r>
            <a:r>
              <a:rPr lang="en-US" altLang="zh-CN" dirty="0">
                <a:solidFill>
                  <a:srgbClr val="FF0000"/>
                </a:solidFill>
              </a:rPr>
              <a:t>50</a:t>
            </a:r>
            <a:r>
              <a:rPr lang="zh-CN" altLang="en-US" dirty="0">
                <a:solidFill>
                  <a:srgbClr val="FF0000"/>
                </a:solidFill>
              </a:rPr>
              <a:t>年代末</a:t>
            </a:r>
            <a:r>
              <a:rPr lang="zh-CN" altLang="en-US" dirty="0"/>
              <a:t>提出的一种关于工作动机和员工满意度的重要理论</a:t>
            </a:r>
            <a:endParaRPr lang="en-US" altLang="zh-CN" dirty="0"/>
          </a:p>
          <a:p>
            <a:r>
              <a:rPr lang="zh-CN" altLang="en-US" dirty="0"/>
              <a:t>激励因素 </a:t>
            </a:r>
            <a:r>
              <a:rPr lang="en-US" altLang="zh-CN" dirty="0"/>
              <a:t>Motivators</a:t>
            </a:r>
            <a:r>
              <a:rPr lang="zh-CN" altLang="en-US" dirty="0"/>
              <a:t> </a:t>
            </a:r>
            <a:r>
              <a:rPr lang="en-US" altLang="zh-CN" dirty="0"/>
              <a:t>- </a:t>
            </a:r>
            <a:r>
              <a:rPr lang="zh-CN" altLang="en-US" dirty="0"/>
              <a:t>提升积极性</a:t>
            </a:r>
          </a:p>
          <a:p>
            <a:pPr lvl="1"/>
            <a:r>
              <a:rPr lang="zh-CN" altLang="en-US" dirty="0"/>
              <a:t>成就感（</a:t>
            </a:r>
            <a:r>
              <a:rPr lang="en-US" altLang="zh-CN" dirty="0"/>
              <a:t>Achievement</a:t>
            </a:r>
            <a:r>
              <a:rPr lang="zh-CN" altLang="en-US" dirty="0"/>
              <a:t>）</a:t>
            </a:r>
          </a:p>
          <a:p>
            <a:pPr lvl="1"/>
            <a:r>
              <a:rPr lang="zh-CN" altLang="en-US" dirty="0"/>
              <a:t>认可</a:t>
            </a:r>
            <a:r>
              <a:rPr lang="en-US" altLang="zh-CN" dirty="0"/>
              <a:t>/</a:t>
            </a:r>
            <a:r>
              <a:rPr lang="zh-CN" altLang="en-US" dirty="0"/>
              <a:t>赞赏（</a:t>
            </a:r>
            <a:r>
              <a:rPr lang="en-US" altLang="zh-CN" dirty="0"/>
              <a:t>Recognition</a:t>
            </a:r>
            <a:r>
              <a:rPr lang="zh-CN" altLang="en-US" dirty="0"/>
              <a:t>）</a:t>
            </a:r>
          </a:p>
          <a:p>
            <a:pPr lvl="1"/>
            <a:r>
              <a:rPr lang="zh-CN" altLang="en-US" dirty="0"/>
              <a:t>工作本身（</a:t>
            </a:r>
            <a:r>
              <a:rPr lang="en-US" altLang="zh-CN" dirty="0"/>
              <a:t>The work itself</a:t>
            </a:r>
            <a:r>
              <a:rPr lang="zh-CN" altLang="en-US" dirty="0"/>
              <a:t>）</a:t>
            </a:r>
          </a:p>
          <a:p>
            <a:pPr lvl="1"/>
            <a:r>
              <a:rPr lang="zh-CN" altLang="en-US" dirty="0"/>
              <a:t>责任感（</a:t>
            </a:r>
            <a:r>
              <a:rPr lang="en-US" altLang="zh-CN" dirty="0"/>
              <a:t>Responsibility</a:t>
            </a:r>
            <a:r>
              <a:rPr lang="zh-CN" altLang="en-US" dirty="0"/>
              <a:t>）</a:t>
            </a:r>
          </a:p>
          <a:p>
            <a:pPr lvl="1"/>
            <a:r>
              <a:rPr lang="zh-CN" altLang="en-US" dirty="0"/>
              <a:t>晋升机会（</a:t>
            </a:r>
            <a:r>
              <a:rPr lang="en-US" altLang="zh-CN" dirty="0"/>
              <a:t>Advancement</a:t>
            </a:r>
            <a:r>
              <a:rPr lang="zh-CN" altLang="en-US" dirty="0"/>
              <a:t>）</a:t>
            </a:r>
          </a:p>
          <a:p>
            <a:pPr lvl="1"/>
            <a:r>
              <a:rPr lang="zh-CN" altLang="en-US" dirty="0"/>
              <a:t>成长与发展（</a:t>
            </a:r>
            <a:r>
              <a:rPr lang="en-US" altLang="zh-CN" dirty="0"/>
              <a:t>Growth</a:t>
            </a:r>
            <a:r>
              <a:rPr lang="zh-CN" altLang="en-US" dirty="0"/>
              <a:t>）</a:t>
            </a:r>
            <a:endParaRPr lang="en-US" altLang="zh-CN" dirty="0"/>
          </a:p>
          <a:p>
            <a:r>
              <a:rPr lang="zh-CN" altLang="en-US" dirty="0"/>
              <a:t>保健因素 </a:t>
            </a:r>
            <a:r>
              <a:rPr lang="en-US" altLang="zh-CN" dirty="0"/>
              <a:t>Hygiene Factors</a:t>
            </a:r>
            <a:r>
              <a:rPr lang="zh-CN" altLang="en-US" dirty="0"/>
              <a:t> </a:t>
            </a:r>
            <a:r>
              <a:rPr lang="en-US" altLang="zh-CN" dirty="0"/>
              <a:t>-</a:t>
            </a:r>
            <a:r>
              <a:rPr lang="zh-CN" altLang="en-US" dirty="0"/>
              <a:t> 避免不满</a:t>
            </a:r>
          </a:p>
          <a:p>
            <a:pPr lvl="1"/>
            <a:r>
              <a:rPr lang="zh-CN" altLang="en-US" dirty="0"/>
              <a:t>公司政策与管理（</a:t>
            </a:r>
            <a:r>
              <a:rPr lang="en-US" altLang="zh-CN" dirty="0"/>
              <a:t>Company policy</a:t>
            </a:r>
            <a:r>
              <a:rPr lang="zh-CN" altLang="en-US" dirty="0"/>
              <a:t>）</a:t>
            </a:r>
          </a:p>
          <a:p>
            <a:pPr lvl="1"/>
            <a:r>
              <a:rPr lang="zh-CN" altLang="en-US" dirty="0"/>
              <a:t>监督方式（</a:t>
            </a:r>
            <a:r>
              <a:rPr lang="en-US" altLang="zh-CN" dirty="0"/>
              <a:t>Supervision</a:t>
            </a:r>
            <a:r>
              <a:rPr lang="zh-CN" altLang="en-US" dirty="0"/>
              <a:t>）</a:t>
            </a:r>
          </a:p>
          <a:p>
            <a:pPr lvl="1"/>
            <a:r>
              <a:rPr lang="zh-CN" altLang="en-US" dirty="0"/>
              <a:t>工作条件（</a:t>
            </a:r>
            <a:r>
              <a:rPr lang="en-US" altLang="zh-CN" dirty="0"/>
              <a:t>Working conditions</a:t>
            </a:r>
            <a:r>
              <a:rPr lang="zh-CN" altLang="en-US" dirty="0"/>
              <a:t>）</a:t>
            </a:r>
          </a:p>
          <a:p>
            <a:pPr lvl="1"/>
            <a:r>
              <a:rPr lang="zh-CN" altLang="en-US" dirty="0"/>
              <a:t>薪资待遇（</a:t>
            </a:r>
            <a:r>
              <a:rPr lang="en-US" altLang="zh-CN" dirty="0"/>
              <a:t>Salary</a:t>
            </a:r>
            <a:r>
              <a:rPr lang="zh-CN" altLang="en-US" dirty="0"/>
              <a:t>）</a:t>
            </a:r>
          </a:p>
          <a:p>
            <a:pPr lvl="1"/>
            <a:r>
              <a:rPr lang="zh-CN" altLang="en-US" dirty="0"/>
              <a:t>同事关系（</a:t>
            </a:r>
            <a:r>
              <a:rPr lang="en-US" altLang="zh-CN" dirty="0"/>
              <a:t>Interpersonal relations</a:t>
            </a:r>
            <a:r>
              <a:rPr lang="zh-CN" altLang="en-US" dirty="0"/>
              <a:t>）</a:t>
            </a:r>
          </a:p>
          <a:p>
            <a:pPr lvl="1"/>
            <a:r>
              <a:rPr lang="zh-CN" altLang="en-US" dirty="0"/>
              <a:t>地位（</a:t>
            </a:r>
            <a:r>
              <a:rPr lang="en-US" altLang="zh-CN" dirty="0"/>
              <a:t>Status</a:t>
            </a:r>
            <a:r>
              <a:rPr lang="zh-CN" altLang="en-US" dirty="0"/>
              <a:t>）</a:t>
            </a:r>
          </a:p>
          <a:p>
            <a:pPr lvl="1"/>
            <a:r>
              <a:rPr lang="zh-CN" altLang="en-US" dirty="0"/>
              <a:t>工作安全感（</a:t>
            </a:r>
            <a:r>
              <a:rPr lang="en-US" altLang="zh-CN" dirty="0"/>
              <a:t>Job security</a:t>
            </a:r>
            <a:r>
              <a:rPr lang="zh-CN" altLang="en-US" dirty="0"/>
              <a:t>）</a:t>
            </a:r>
          </a:p>
        </p:txBody>
      </p:sp>
      <p:sp>
        <p:nvSpPr>
          <p:cNvPr id="20" name="文本占位符 19">
            <a:extLst>
              <a:ext uri="{FF2B5EF4-FFF2-40B4-BE49-F238E27FC236}">
                <a16:creationId xmlns:a16="http://schemas.microsoft.com/office/drawing/2014/main" id="{57568756-3691-79AE-C834-25C4DBD0D9DA}"/>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786837647"/>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13F4761-7A73-9624-CF8C-257621ACD1F6}"/>
              </a:ext>
            </a:extLst>
          </p:cNvPr>
          <p:cNvSpPr>
            <a:spLocks noGrp="1"/>
          </p:cNvSpPr>
          <p:nvPr>
            <p:ph type="title"/>
          </p:nvPr>
        </p:nvSpPr>
        <p:spPr/>
        <p:txBody>
          <a:bodyPr/>
          <a:lstStyle/>
          <a:p>
            <a:r>
              <a:rPr lang="zh-CN" altLang="en-US" dirty="0"/>
              <a:t>虚拟团队</a:t>
            </a:r>
          </a:p>
        </p:txBody>
      </p:sp>
      <p:sp>
        <p:nvSpPr>
          <p:cNvPr id="3" name="内容占位符 2">
            <a:extLst>
              <a:ext uri="{FF2B5EF4-FFF2-40B4-BE49-F238E27FC236}">
                <a16:creationId xmlns:a16="http://schemas.microsoft.com/office/drawing/2014/main" id="{CB14E2EF-9B74-95AC-A6BD-45F074662EF3}"/>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72870D9C-DB4E-6F59-A800-3E8D38FCAE02}"/>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973382067"/>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图片 5">
            <a:extLst>
              <a:ext uri="{FF2B5EF4-FFF2-40B4-BE49-F238E27FC236}">
                <a16:creationId xmlns:a16="http://schemas.microsoft.com/office/drawing/2014/main" id="{078D7896-D496-BE2A-A9D1-E159830ADCD9}"/>
              </a:ext>
            </a:extLst>
          </p:cNvPr>
          <p:cNvPicPr>
            <a:picLocks noChangeAspect="1"/>
          </p:cNvPicPr>
          <p:nvPr/>
        </p:nvPicPr>
        <p:blipFill>
          <a:blip r:embed="rId2"/>
          <a:stretch>
            <a:fillRect/>
          </a:stretch>
        </p:blipFill>
        <p:spPr>
          <a:xfrm>
            <a:off x="2496000" y="1605190"/>
            <a:ext cx="7200000" cy="3647619"/>
          </a:xfrm>
          <a:prstGeom prst="rect">
            <a:avLst/>
          </a:prstGeom>
        </p:spPr>
      </p:pic>
    </p:spTree>
    <p:extLst>
      <p:ext uri="{BB962C8B-B14F-4D97-AF65-F5344CB8AC3E}">
        <p14:creationId xmlns:p14="http://schemas.microsoft.com/office/powerpoint/2010/main" val="2284119812"/>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34BE1F5-59ED-7E7D-698B-A53657B4E930}"/>
              </a:ext>
            </a:extLst>
          </p:cNvPr>
          <p:cNvSpPr>
            <a:spLocks noGrp="1"/>
          </p:cNvSpPr>
          <p:nvPr>
            <p:ph type="title"/>
          </p:nvPr>
        </p:nvSpPr>
        <p:spPr/>
        <p:txBody>
          <a:bodyPr/>
          <a:lstStyle/>
          <a:p>
            <a:r>
              <a:rPr lang="zh-CN" altLang="en-US" dirty="0"/>
              <a:t>沟通管理 </a:t>
            </a:r>
            <a:r>
              <a:rPr lang="en-US" altLang="zh-CN" dirty="0"/>
              <a:t>Communication Mgt</a:t>
            </a:r>
            <a:endParaRPr lang="zh-CN" altLang="en-US" dirty="0"/>
          </a:p>
        </p:txBody>
      </p:sp>
      <p:sp>
        <p:nvSpPr>
          <p:cNvPr id="3" name="内容占位符 2">
            <a:extLst>
              <a:ext uri="{FF2B5EF4-FFF2-40B4-BE49-F238E27FC236}">
                <a16:creationId xmlns:a16="http://schemas.microsoft.com/office/drawing/2014/main" id="{1FBD17D4-5C3D-93D7-36E0-B2EC2A05A0BC}"/>
              </a:ext>
            </a:extLst>
          </p:cNvPr>
          <p:cNvSpPr>
            <a:spLocks noGrp="1"/>
          </p:cNvSpPr>
          <p:nvPr>
            <p:ph idx="1"/>
          </p:nvPr>
        </p:nvSpPr>
        <p:spPr>
          <a:xfrm>
            <a:off x="696000" y="1080000"/>
            <a:ext cx="10800000" cy="5112000"/>
          </a:xfrm>
        </p:spPr>
        <p:txBody>
          <a:bodyPr/>
          <a:lstStyle/>
          <a:p>
            <a:r>
              <a:rPr lang="zh-CN" altLang="en-US" dirty="0"/>
              <a:t>规划管理过程</a:t>
            </a:r>
            <a:endParaRPr lang="en-US" altLang="zh-CN" dirty="0"/>
          </a:p>
          <a:p>
            <a:r>
              <a:rPr lang="zh-CN" altLang="en-US" dirty="0"/>
              <a:t>管理沟通</a:t>
            </a:r>
            <a:endParaRPr lang="en-US" altLang="zh-CN" dirty="0"/>
          </a:p>
          <a:p>
            <a:r>
              <a:rPr lang="zh-CN" altLang="en-US" dirty="0"/>
              <a:t>控制管理过程</a:t>
            </a:r>
            <a:endParaRPr lang="en-US" altLang="zh-CN" dirty="0"/>
          </a:p>
          <a:p>
            <a:pPr lvl="1"/>
            <a:r>
              <a:rPr lang="zh-CN" altLang="en-US" dirty="0"/>
              <a:t>有效沟通：效果和效率</a:t>
            </a:r>
          </a:p>
        </p:txBody>
      </p:sp>
      <p:sp>
        <p:nvSpPr>
          <p:cNvPr id="4" name="文本占位符 3">
            <a:extLst>
              <a:ext uri="{FF2B5EF4-FFF2-40B4-BE49-F238E27FC236}">
                <a16:creationId xmlns:a16="http://schemas.microsoft.com/office/drawing/2014/main" id="{90F7F3FB-D1EE-633E-E4EF-D94AE24673E1}"/>
              </a:ext>
            </a:extLst>
          </p:cNvPr>
          <p:cNvSpPr>
            <a:spLocks noGrp="1"/>
          </p:cNvSpPr>
          <p:nvPr>
            <p:ph type="body" sz="quarter" idx="10"/>
          </p:nvPr>
        </p:nvSpPr>
        <p:spPr/>
        <p:txBody>
          <a:bodyPr/>
          <a:lstStyle/>
          <a:p>
            <a:endParaRPr lang="zh-CN" altLang="en-US"/>
          </a:p>
        </p:txBody>
      </p:sp>
      <p:graphicFrame>
        <p:nvGraphicFramePr>
          <p:cNvPr id="6" name="表格 5">
            <a:extLst>
              <a:ext uri="{FF2B5EF4-FFF2-40B4-BE49-F238E27FC236}">
                <a16:creationId xmlns:a16="http://schemas.microsoft.com/office/drawing/2014/main" id="{D2F70561-1685-3745-9C7B-BB5DA5858FC1}"/>
              </a:ext>
            </a:extLst>
          </p:cNvPr>
          <p:cNvGraphicFramePr>
            <a:graphicFrameLocks noGrp="1"/>
          </p:cNvGraphicFramePr>
          <p:nvPr>
            <p:extLst>
              <p:ext uri="{D42A27DB-BD31-4B8C-83A1-F6EECF244321}">
                <p14:modId xmlns:p14="http://schemas.microsoft.com/office/powerpoint/2010/main" val="130552118"/>
              </p:ext>
            </p:extLst>
          </p:nvPr>
        </p:nvGraphicFramePr>
        <p:xfrm>
          <a:off x="695325" y="3540240"/>
          <a:ext cx="10801350" cy="2651760"/>
        </p:xfrm>
        <a:graphic>
          <a:graphicData uri="http://schemas.openxmlformats.org/drawingml/2006/table">
            <a:tbl>
              <a:tblPr/>
              <a:tblGrid>
                <a:gridCol w="3600450">
                  <a:extLst>
                    <a:ext uri="{9D8B030D-6E8A-4147-A177-3AD203B41FA5}">
                      <a16:colId xmlns:a16="http://schemas.microsoft.com/office/drawing/2014/main" val="4038116095"/>
                    </a:ext>
                  </a:extLst>
                </a:gridCol>
                <a:gridCol w="3600450">
                  <a:extLst>
                    <a:ext uri="{9D8B030D-6E8A-4147-A177-3AD203B41FA5}">
                      <a16:colId xmlns:a16="http://schemas.microsoft.com/office/drawing/2014/main" val="2845909379"/>
                    </a:ext>
                  </a:extLst>
                </a:gridCol>
                <a:gridCol w="3600450">
                  <a:extLst>
                    <a:ext uri="{9D8B030D-6E8A-4147-A177-3AD203B41FA5}">
                      <a16:colId xmlns:a16="http://schemas.microsoft.com/office/drawing/2014/main" val="2152632391"/>
                    </a:ext>
                  </a:extLst>
                </a:gridCol>
              </a:tblGrid>
              <a:tr h="0">
                <a:tc>
                  <a:txBody>
                    <a:bodyPr/>
                    <a:lstStyle/>
                    <a:p>
                      <a:pPr>
                        <a:buNone/>
                      </a:pPr>
                      <a:r>
                        <a:rPr lang="zh-CN" altLang="en-US"/>
                        <a:t>类型</a:t>
                      </a:r>
                    </a:p>
                  </a:txBody>
                  <a:tcPr anchor="ctr">
                    <a:lnL>
                      <a:noFill/>
                    </a:lnL>
                    <a:lnR>
                      <a:noFill/>
                    </a:lnR>
                    <a:lnT>
                      <a:noFill/>
                    </a:lnT>
                    <a:lnB>
                      <a:noFill/>
                    </a:lnB>
                    <a:noFill/>
                  </a:tcPr>
                </a:tc>
                <a:tc>
                  <a:txBody>
                    <a:bodyPr/>
                    <a:lstStyle/>
                    <a:p>
                      <a:pPr>
                        <a:buNone/>
                      </a:pPr>
                      <a:r>
                        <a:rPr lang="zh-CN" altLang="en-US"/>
                        <a:t>定义</a:t>
                      </a:r>
                    </a:p>
                  </a:txBody>
                  <a:tcPr anchor="ctr">
                    <a:lnL>
                      <a:noFill/>
                    </a:lnL>
                    <a:lnR>
                      <a:noFill/>
                    </a:lnR>
                    <a:lnT>
                      <a:noFill/>
                    </a:lnT>
                    <a:lnB>
                      <a:noFill/>
                    </a:lnB>
                    <a:noFill/>
                  </a:tcPr>
                </a:tc>
                <a:tc>
                  <a:txBody>
                    <a:bodyPr/>
                    <a:lstStyle/>
                    <a:p>
                      <a:pPr>
                        <a:buNone/>
                      </a:pPr>
                      <a:r>
                        <a:rPr lang="zh-CN" altLang="en-US"/>
                        <a:t>特点</a:t>
                      </a:r>
                    </a:p>
                  </a:txBody>
                  <a:tcPr anchor="ctr">
                    <a:lnL>
                      <a:noFill/>
                    </a:lnL>
                    <a:lnR>
                      <a:noFill/>
                    </a:lnR>
                    <a:lnT>
                      <a:noFill/>
                    </a:lnT>
                    <a:lnB>
                      <a:noFill/>
                    </a:lnB>
                    <a:noFill/>
                  </a:tcPr>
                </a:tc>
                <a:extLst>
                  <a:ext uri="{0D108BD9-81ED-4DB2-BD59-A6C34878D82A}">
                    <a16:rowId xmlns:a16="http://schemas.microsoft.com/office/drawing/2014/main" val="894886506"/>
                  </a:ext>
                </a:extLst>
              </a:tr>
              <a:tr h="0">
                <a:tc>
                  <a:txBody>
                    <a:bodyPr/>
                    <a:lstStyle/>
                    <a:p>
                      <a:pPr>
                        <a:buNone/>
                      </a:pPr>
                      <a:r>
                        <a:rPr lang="en-US"/>
                        <a:t>A. </a:t>
                      </a:r>
                      <a:r>
                        <a:rPr lang="zh-CN" altLang="en-US"/>
                        <a:t>正式沟通</a:t>
                      </a:r>
                    </a:p>
                  </a:txBody>
                  <a:tcPr anchor="ctr">
                    <a:lnL>
                      <a:noFill/>
                    </a:lnL>
                    <a:lnR>
                      <a:noFill/>
                    </a:lnR>
                    <a:lnT>
                      <a:noFill/>
                    </a:lnT>
                    <a:lnB>
                      <a:noFill/>
                    </a:lnB>
                    <a:noFill/>
                  </a:tcPr>
                </a:tc>
                <a:tc>
                  <a:txBody>
                    <a:bodyPr/>
                    <a:lstStyle/>
                    <a:p>
                      <a:pPr>
                        <a:buNone/>
                      </a:pPr>
                      <a:r>
                        <a:rPr lang="zh-CN" altLang="en-US"/>
                        <a:t>通过组织结构、书面文件、会议等正规渠道进行</a:t>
                      </a:r>
                    </a:p>
                  </a:txBody>
                  <a:tcPr anchor="ctr">
                    <a:lnL>
                      <a:noFill/>
                    </a:lnL>
                    <a:lnR>
                      <a:noFill/>
                    </a:lnR>
                    <a:lnT>
                      <a:noFill/>
                    </a:lnT>
                    <a:lnB>
                      <a:noFill/>
                    </a:lnB>
                    <a:noFill/>
                  </a:tcPr>
                </a:tc>
                <a:tc>
                  <a:txBody>
                    <a:bodyPr/>
                    <a:lstStyle/>
                    <a:p>
                      <a:pPr>
                        <a:buNone/>
                      </a:pPr>
                      <a:r>
                        <a:rPr lang="zh-CN" altLang="en-US"/>
                        <a:t>规范、有记录、可控性强</a:t>
                      </a:r>
                    </a:p>
                  </a:txBody>
                  <a:tcPr anchor="ctr">
                    <a:lnL>
                      <a:noFill/>
                    </a:lnL>
                    <a:lnR>
                      <a:noFill/>
                    </a:lnR>
                    <a:lnT>
                      <a:noFill/>
                    </a:lnT>
                    <a:lnB>
                      <a:noFill/>
                    </a:lnB>
                    <a:noFill/>
                  </a:tcPr>
                </a:tc>
                <a:extLst>
                  <a:ext uri="{0D108BD9-81ED-4DB2-BD59-A6C34878D82A}">
                    <a16:rowId xmlns:a16="http://schemas.microsoft.com/office/drawing/2014/main" val="4195844813"/>
                  </a:ext>
                </a:extLst>
              </a:tr>
              <a:tr h="0">
                <a:tc>
                  <a:txBody>
                    <a:bodyPr/>
                    <a:lstStyle/>
                    <a:p>
                      <a:pPr>
                        <a:buNone/>
                      </a:pPr>
                      <a:r>
                        <a:rPr lang="en-US"/>
                        <a:t>B. </a:t>
                      </a:r>
                      <a:r>
                        <a:rPr lang="zh-CN" altLang="en-US"/>
                        <a:t>非正式沟通</a:t>
                      </a:r>
                    </a:p>
                  </a:txBody>
                  <a:tcPr anchor="ctr">
                    <a:lnL>
                      <a:noFill/>
                    </a:lnL>
                    <a:lnR>
                      <a:noFill/>
                    </a:lnR>
                    <a:lnT>
                      <a:noFill/>
                    </a:lnT>
                    <a:lnB>
                      <a:noFill/>
                    </a:lnB>
                    <a:noFill/>
                  </a:tcPr>
                </a:tc>
                <a:tc>
                  <a:txBody>
                    <a:bodyPr/>
                    <a:lstStyle/>
                    <a:p>
                      <a:pPr>
                        <a:buNone/>
                      </a:pPr>
                      <a:r>
                        <a:rPr lang="zh-CN" altLang="en-US"/>
                        <a:t>口头交流、闲聊、社交互动等非官方形式</a:t>
                      </a:r>
                    </a:p>
                  </a:txBody>
                  <a:tcPr anchor="ctr">
                    <a:lnL>
                      <a:noFill/>
                    </a:lnL>
                    <a:lnR>
                      <a:noFill/>
                    </a:lnR>
                    <a:lnT>
                      <a:noFill/>
                    </a:lnT>
                    <a:lnB>
                      <a:noFill/>
                    </a:lnB>
                    <a:noFill/>
                  </a:tcPr>
                </a:tc>
                <a:tc>
                  <a:txBody>
                    <a:bodyPr/>
                    <a:lstStyle/>
                    <a:p>
                      <a:pPr>
                        <a:buNone/>
                      </a:pPr>
                      <a:r>
                        <a:rPr lang="zh-CN" altLang="en-US"/>
                        <a:t>灵活、快速、但可能失真</a:t>
                      </a:r>
                    </a:p>
                  </a:txBody>
                  <a:tcPr anchor="ctr">
                    <a:lnL>
                      <a:noFill/>
                    </a:lnL>
                    <a:lnR>
                      <a:noFill/>
                    </a:lnR>
                    <a:lnT>
                      <a:noFill/>
                    </a:lnT>
                    <a:lnB>
                      <a:noFill/>
                    </a:lnB>
                    <a:noFill/>
                  </a:tcPr>
                </a:tc>
                <a:extLst>
                  <a:ext uri="{0D108BD9-81ED-4DB2-BD59-A6C34878D82A}">
                    <a16:rowId xmlns:a16="http://schemas.microsoft.com/office/drawing/2014/main" val="3965573547"/>
                  </a:ext>
                </a:extLst>
              </a:tr>
              <a:tr h="0">
                <a:tc>
                  <a:txBody>
                    <a:bodyPr/>
                    <a:lstStyle/>
                    <a:p>
                      <a:pPr>
                        <a:buNone/>
                      </a:pPr>
                      <a:r>
                        <a:rPr lang="en-US"/>
                        <a:t>C. </a:t>
                      </a:r>
                      <a:r>
                        <a:rPr lang="zh-CN" altLang="en-US"/>
                        <a:t>垂直沟通</a:t>
                      </a:r>
                    </a:p>
                  </a:txBody>
                  <a:tcPr anchor="ctr">
                    <a:lnL>
                      <a:noFill/>
                    </a:lnL>
                    <a:lnR>
                      <a:noFill/>
                    </a:lnR>
                    <a:lnT>
                      <a:noFill/>
                    </a:lnT>
                    <a:lnB>
                      <a:noFill/>
                    </a:lnB>
                    <a:noFill/>
                  </a:tcPr>
                </a:tc>
                <a:tc>
                  <a:txBody>
                    <a:bodyPr/>
                    <a:lstStyle/>
                    <a:p>
                      <a:pPr>
                        <a:buNone/>
                      </a:pPr>
                      <a:r>
                        <a:rPr lang="zh-CN" altLang="en-US"/>
                        <a:t>上下级之间的沟通（如项目经理与下属）</a:t>
                      </a:r>
                    </a:p>
                  </a:txBody>
                  <a:tcPr anchor="ctr">
                    <a:lnL>
                      <a:noFill/>
                    </a:lnL>
                    <a:lnR>
                      <a:noFill/>
                    </a:lnR>
                    <a:lnT>
                      <a:noFill/>
                    </a:lnT>
                    <a:lnB>
                      <a:noFill/>
                    </a:lnB>
                    <a:noFill/>
                  </a:tcPr>
                </a:tc>
                <a:tc>
                  <a:txBody>
                    <a:bodyPr/>
                    <a:lstStyle/>
                    <a:p>
                      <a:pPr>
                        <a:buNone/>
                      </a:pPr>
                      <a:r>
                        <a:rPr lang="zh-CN" altLang="en-US"/>
                        <a:t>权责明确，流程清晰</a:t>
                      </a:r>
                    </a:p>
                  </a:txBody>
                  <a:tcPr anchor="ctr">
                    <a:lnL>
                      <a:noFill/>
                    </a:lnL>
                    <a:lnR>
                      <a:noFill/>
                    </a:lnR>
                    <a:lnT>
                      <a:noFill/>
                    </a:lnT>
                    <a:lnB>
                      <a:noFill/>
                    </a:lnB>
                    <a:noFill/>
                  </a:tcPr>
                </a:tc>
                <a:extLst>
                  <a:ext uri="{0D108BD9-81ED-4DB2-BD59-A6C34878D82A}">
                    <a16:rowId xmlns:a16="http://schemas.microsoft.com/office/drawing/2014/main" val="67305166"/>
                  </a:ext>
                </a:extLst>
              </a:tr>
              <a:tr h="0">
                <a:tc>
                  <a:txBody>
                    <a:bodyPr/>
                    <a:lstStyle/>
                    <a:p>
                      <a:pPr>
                        <a:buNone/>
                      </a:pPr>
                      <a:r>
                        <a:rPr lang="en-US"/>
                        <a:t>D. </a:t>
                      </a:r>
                      <a:r>
                        <a:rPr lang="zh-CN" altLang="en-US"/>
                        <a:t>水平沟通</a:t>
                      </a:r>
                    </a:p>
                  </a:txBody>
                  <a:tcPr anchor="ctr">
                    <a:lnL>
                      <a:noFill/>
                    </a:lnL>
                    <a:lnR>
                      <a:noFill/>
                    </a:lnR>
                    <a:lnT>
                      <a:noFill/>
                    </a:lnT>
                    <a:lnB>
                      <a:noFill/>
                    </a:lnB>
                    <a:noFill/>
                  </a:tcPr>
                </a:tc>
                <a:tc>
                  <a:txBody>
                    <a:bodyPr/>
                    <a:lstStyle/>
                    <a:p>
                      <a:pPr>
                        <a:buNone/>
                      </a:pPr>
                      <a:r>
                        <a:rPr lang="zh-CN" altLang="en-US"/>
                        <a:t>同级之间或跨部门之间的沟通</a:t>
                      </a:r>
                    </a:p>
                  </a:txBody>
                  <a:tcPr anchor="ctr">
                    <a:lnL>
                      <a:noFill/>
                    </a:lnL>
                    <a:lnR>
                      <a:noFill/>
                    </a:lnR>
                    <a:lnT>
                      <a:noFill/>
                    </a:lnT>
                    <a:lnB>
                      <a:noFill/>
                    </a:lnB>
                    <a:noFill/>
                  </a:tcPr>
                </a:tc>
                <a:tc>
                  <a:txBody>
                    <a:bodyPr/>
                    <a:lstStyle/>
                    <a:p>
                      <a:pPr>
                        <a:buNone/>
                      </a:pPr>
                      <a:r>
                        <a:rPr lang="zh-CN" altLang="en-US" dirty="0"/>
                        <a:t>协调难度大，易受多方影响</a:t>
                      </a:r>
                    </a:p>
                  </a:txBody>
                  <a:tcPr anchor="ctr">
                    <a:lnL>
                      <a:noFill/>
                    </a:lnL>
                    <a:lnR>
                      <a:noFill/>
                    </a:lnR>
                    <a:lnT>
                      <a:noFill/>
                    </a:lnT>
                    <a:lnB>
                      <a:noFill/>
                    </a:lnB>
                    <a:noFill/>
                  </a:tcPr>
                </a:tc>
                <a:extLst>
                  <a:ext uri="{0D108BD9-81ED-4DB2-BD59-A6C34878D82A}">
                    <a16:rowId xmlns:a16="http://schemas.microsoft.com/office/drawing/2014/main" val="2852754276"/>
                  </a:ext>
                </a:extLst>
              </a:tr>
            </a:tbl>
          </a:graphicData>
        </a:graphic>
      </p:graphicFrame>
    </p:spTree>
    <p:extLst>
      <p:ext uri="{BB962C8B-B14F-4D97-AF65-F5344CB8AC3E}">
        <p14:creationId xmlns:p14="http://schemas.microsoft.com/office/powerpoint/2010/main" val="347102458"/>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0EF26FB-B0DE-4125-134A-4E0614469BD3}"/>
              </a:ext>
            </a:extLst>
          </p:cNvPr>
          <p:cNvSpPr>
            <a:spLocks noGrp="1"/>
          </p:cNvSpPr>
          <p:nvPr>
            <p:ph type="title"/>
          </p:nvPr>
        </p:nvSpPr>
        <p:spPr>
          <a:xfrm>
            <a:off x="695998" y="360000"/>
            <a:ext cx="7200000" cy="424732"/>
          </a:xfrm>
        </p:spPr>
        <p:txBody>
          <a:bodyPr>
            <a:normAutofit/>
          </a:bodyPr>
          <a:lstStyle/>
          <a:p>
            <a:r>
              <a:rPr lang="zh-CN" altLang="en-US" dirty="0"/>
              <a:t>干系人管理 </a:t>
            </a:r>
            <a:r>
              <a:rPr lang="en-US" altLang="zh-CN" dirty="0"/>
              <a:t>Stakeholders Mgt</a:t>
            </a:r>
            <a:endParaRPr lang="zh-CN" altLang="en-US" dirty="0"/>
          </a:p>
        </p:txBody>
      </p:sp>
      <p:sp>
        <p:nvSpPr>
          <p:cNvPr id="3" name="内容占位符 2">
            <a:extLst>
              <a:ext uri="{FF2B5EF4-FFF2-40B4-BE49-F238E27FC236}">
                <a16:creationId xmlns:a16="http://schemas.microsoft.com/office/drawing/2014/main" id="{1A53E66D-42F5-9025-C7D2-0B9DE6AC81CF}"/>
              </a:ext>
            </a:extLst>
          </p:cNvPr>
          <p:cNvSpPr>
            <a:spLocks noGrp="1"/>
          </p:cNvSpPr>
          <p:nvPr>
            <p:ph idx="1"/>
          </p:nvPr>
        </p:nvSpPr>
        <p:spPr>
          <a:xfrm>
            <a:off x="696000" y="1080000"/>
            <a:ext cx="10800000" cy="5112000"/>
          </a:xfrm>
        </p:spPr>
        <p:txBody>
          <a:bodyPr/>
          <a:lstStyle/>
          <a:p>
            <a:r>
              <a:rPr lang="zh-CN" altLang="en-US" dirty="0"/>
              <a:t>典型流程：</a:t>
            </a:r>
          </a:p>
          <a:p>
            <a:pPr lvl="1"/>
            <a:r>
              <a:rPr lang="zh-CN" altLang="en-US" dirty="0"/>
              <a:t>识别干系人 </a:t>
            </a:r>
            <a:r>
              <a:rPr lang="en-US" altLang="zh-CN" dirty="0"/>
              <a:t>Identify Stakeholders</a:t>
            </a:r>
            <a:r>
              <a:rPr lang="zh-CN" altLang="en-US" dirty="0"/>
              <a:t> </a:t>
            </a:r>
            <a:r>
              <a:rPr lang="en-US" altLang="zh-CN" dirty="0"/>
              <a:t>-</a:t>
            </a:r>
            <a:r>
              <a:rPr lang="zh-CN" altLang="en-US" dirty="0"/>
              <a:t> 找出谁是干系人，并收集基本信息（如姓名、角色、部门）</a:t>
            </a:r>
          </a:p>
          <a:p>
            <a:pPr lvl="1"/>
            <a:r>
              <a:rPr lang="zh-CN" altLang="en-US" dirty="0"/>
              <a:t>评估干系人 </a:t>
            </a:r>
            <a:r>
              <a:rPr lang="en-US" altLang="zh-CN" dirty="0"/>
              <a:t>Analyze Stakeholders</a:t>
            </a:r>
            <a:r>
              <a:rPr lang="zh-CN" altLang="en-US" dirty="0"/>
              <a:t> </a:t>
            </a:r>
            <a:r>
              <a:rPr lang="en-US" altLang="zh-CN" dirty="0"/>
              <a:t>-</a:t>
            </a:r>
            <a:r>
              <a:rPr lang="zh-CN" altLang="en-US" dirty="0"/>
              <a:t> 分析他们的诉求、期望、影响力、权力等</a:t>
            </a:r>
          </a:p>
          <a:p>
            <a:pPr lvl="1"/>
            <a:r>
              <a:rPr lang="zh-CN" altLang="en-US" dirty="0"/>
              <a:t>对干系人分类 </a:t>
            </a:r>
            <a:r>
              <a:rPr lang="en-US" altLang="zh-CN" dirty="0"/>
              <a:t>Categorize Stakeholders</a:t>
            </a:r>
            <a:r>
              <a:rPr lang="zh-CN" altLang="en-US" dirty="0"/>
              <a:t> </a:t>
            </a:r>
            <a:r>
              <a:rPr lang="en-US" altLang="zh-CN" dirty="0"/>
              <a:t>-</a:t>
            </a:r>
            <a:r>
              <a:rPr lang="zh-CN" altLang="en-US" dirty="0"/>
              <a:t> 使用方格模型（如权利</a:t>
            </a:r>
            <a:r>
              <a:rPr lang="en-US" altLang="zh-CN" dirty="0"/>
              <a:t>/</a:t>
            </a:r>
            <a:r>
              <a:rPr lang="zh-CN" altLang="en-US" dirty="0"/>
              <a:t>利益方格）进行归类</a:t>
            </a:r>
          </a:p>
          <a:p>
            <a:pPr lvl="1"/>
            <a:r>
              <a:rPr lang="zh-CN" altLang="en-US" dirty="0"/>
              <a:t>制定干系人管理计划 </a:t>
            </a:r>
            <a:r>
              <a:rPr lang="en-US" altLang="zh-CN" dirty="0"/>
              <a:t>Develop Stakeholder Management Plan</a:t>
            </a:r>
            <a:r>
              <a:rPr lang="zh-CN" altLang="en-US" dirty="0"/>
              <a:t> </a:t>
            </a:r>
            <a:r>
              <a:rPr lang="en-US" altLang="zh-CN" dirty="0"/>
              <a:t>-</a:t>
            </a:r>
            <a:r>
              <a:rPr lang="zh-CN" altLang="en-US" dirty="0"/>
              <a:t> 根据分类结果，制定沟通策略、管理方式等</a:t>
            </a:r>
          </a:p>
          <a:p>
            <a:pPr lvl="1"/>
            <a:endParaRPr lang="zh-CN" altLang="en-US" dirty="0"/>
          </a:p>
        </p:txBody>
      </p:sp>
      <p:sp>
        <p:nvSpPr>
          <p:cNvPr id="10" name="文本占位符 9">
            <a:extLst>
              <a:ext uri="{FF2B5EF4-FFF2-40B4-BE49-F238E27FC236}">
                <a16:creationId xmlns:a16="http://schemas.microsoft.com/office/drawing/2014/main" id="{377EB90D-9546-0F4F-C74F-49212539F80F}"/>
              </a:ext>
            </a:extLst>
          </p:cNvPr>
          <p:cNvSpPr>
            <a:spLocks noGrp="1"/>
          </p:cNvSpPr>
          <p:nvPr>
            <p:ph type="body" sz="quarter" idx="10"/>
          </p:nvPr>
        </p:nvSpPr>
        <p:spPr/>
        <p:txBody>
          <a:bodyPr/>
          <a:lstStyle/>
          <a:p>
            <a:endParaRPr lang="zh-CN" altLang="en-US"/>
          </a:p>
        </p:txBody>
      </p:sp>
      <p:graphicFrame>
        <p:nvGraphicFramePr>
          <p:cNvPr id="4" name="表格 3">
            <a:extLst>
              <a:ext uri="{FF2B5EF4-FFF2-40B4-BE49-F238E27FC236}">
                <a16:creationId xmlns:a16="http://schemas.microsoft.com/office/drawing/2014/main" id="{5F35F9D5-5F2E-5744-9D5A-37E2016EB489}"/>
              </a:ext>
            </a:extLst>
          </p:cNvPr>
          <p:cNvGraphicFramePr>
            <a:graphicFrameLocks noGrp="1"/>
          </p:cNvGraphicFramePr>
          <p:nvPr>
            <p:extLst>
              <p:ext uri="{D42A27DB-BD31-4B8C-83A1-F6EECF244321}">
                <p14:modId xmlns:p14="http://schemas.microsoft.com/office/powerpoint/2010/main" val="1269176232"/>
              </p:ext>
            </p:extLst>
          </p:nvPr>
        </p:nvGraphicFramePr>
        <p:xfrm>
          <a:off x="695325" y="4363200"/>
          <a:ext cx="10800674" cy="1828800"/>
        </p:xfrm>
        <a:graphic>
          <a:graphicData uri="http://schemas.openxmlformats.org/drawingml/2006/table">
            <a:tbl>
              <a:tblPr/>
              <a:tblGrid>
                <a:gridCol w="2526146">
                  <a:extLst>
                    <a:ext uri="{9D8B030D-6E8A-4147-A177-3AD203B41FA5}">
                      <a16:colId xmlns:a16="http://schemas.microsoft.com/office/drawing/2014/main" val="2475006854"/>
                    </a:ext>
                  </a:extLst>
                </a:gridCol>
                <a:gridCol w="8274528">
                  <a:extLst>
                    <a:ext uri="{9D8B030D-6E8A-4147-A177-3AD203B41FA5}">
                      <a16:colId xmlns:a16="http://schemas.microsoft.com/office/drawing/2014/main" val="522252834"/>
                    </a:ext>
                  </a:extLst>
                </a:gridCol>
              </a:tblGrid>
              <a:tr h="0">
                <a:tc>
                  <a:txBody>
                    <a:bodyPr/>
                    <a:lstStyle/>
                    <a:p>
                      <a:pPr>
                        <a:buNone/>
                      </a:pPr>
                      <a:r>
                        <a:rPr lang="zh-CN" altLang="en-US" dirty="0"/>
                        <a:t>输入</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说明</a:t>
                      </a:r>
                    </a:p>
                  </a:txBody>
                  <a:tcPr anchor="ctr">
                    <a:lnL>
                      <a:noFill/>
                    </a:lnL>
                    <a:lnR>
                      <a:noFill/>
                    </a:lnR>
                    <a:lnT>
                      <a:noFill/>
                    </a:lnT>
                    <a:lnB w="1270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1952262433"/>
                  </a:ext>
                </a:extLst>
              </a:tr>
              <a:tr h="0">
                <a:tc>
                  <a:txBody>
                    <a:bodyPr/>
                    <a:lstStyle/>
                    <a:p>
                      <a:pPr>
                        <a:buNone/>
                      </a:pPr>
                      <a:r>
                        <a:rPr lang="zh-CN" altLang="en-US" dirty="0"/>
                        <a:t>项目章程</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a:t>包含高层级干系人信息，如发起人、客户等</a:t>
                      </a:r>
                    </a:p>
                  </a:txBody>
                  <a:tcPr anchor="ctr">
                    <a:lnL>
                      <a:noFill/>
                    </a:lnL>
                    <a:lnR>
                      <a:noFill/>
                    </a:lnR>
                    <a:lnT w="12700" cap="flat" cmpd="sng" algn="ctr">
                      <a:solidFill>
                        <a:schemeClr val="accent2"/>
                      </a:solidFill>
                      <a:prstDash val="solid"/>
                      <a:round/>
                      <a:headEnd type="none" w="med" len="med"/>
                      <a:tailEnd type="none" w="med" len="med"/>
                    </a:lnT>
                    <a:lnB>
                      <a:noFill/>
                    </a:lnB>
                    <a:noFill/>
                  </a:tcPr>
                </a:tc>
                <a:extLst>
                  <a:ext uri="{0D108BD9-81ED-4DB2-BD59-A6C34878D82A}">
                    <a16:rowId xmlns:a16="http://schemas.microsoft.com/office/drawing/2014/main" val="3299531260"/>
                  </a:ext>
                </a:extLst>
              </a:tr>
              <a:tr h="0">
                <a:tc>
                  <a:txBody>
                    <a:bodyPr/>
                    <a:lstStyle/>
                    <a:p>
                      <a:pPr>
                        <a:buNone/>
                      </a:pPr>
                      <a:r>
                        <a:rPr lang="zh-CN" altLang="en-US" dirty="0"/>
                        <a:t>采购文件</a:t>
                      </a:r>
                    </a:p>
                  </a:txBody>
                  <a:tcPr anchor="ctr">
                    <a:lnL>
                      <a:noFill/>
                    </a:lnL>
                    <a:lnR>
                      <a:noFill/>
                    </a:lnR>
                    <a:lnT>
                      <a:noFill/>
                    </a:lnT>
                    <a:lnB>
                      <a:noFill/>
                    </a:lnB>
                    <a:noFill/>
                  </a:tcPr>
                </a:tc>
                <a:tc>
                  <a:txBody>
                    <a:bodyPr/>
                    <a:lstStyle/>
                    <a:p>
                      <a:pPr>
                        <a:buNone/>
                      </a:pPr>
                      <a:r>
                        <a:rPr lang="zh-CN" altLang="en-US" dirty="0"/>
                        <a:t>如合同、招标书，涉及供应商、承包商等外部干系人</a:t>
                      </a:r>
                    </a:p>
                  </a:txBody>
                  <a:tcPr anchor="ctr">
                    <a:lnL>
                      <a:noFill/>
                    </a:lnL>
                    <a:lnR>
                      <a:noFill/>
                    </a:lnR>
                    <a:lnT>
                      <a:noFill/>
                    </a:lnT>
                    <a:lnB>
                      <a:noFill/>
                    </a:lnB>
                    <a:noFill/>
                  </a:tcPr>
                </a:tc>
                <a:extLst>
                  <a:ext uri="{0D108BD9-81ED-4DB2-BD59-A6C34878D82A}">
                    <a16:rowId xmlns:a16="http://schemas.microsoft.com/office/drawing/2014/main" val="549295670"/>
                  </a:ext>
                </a:extLst>
              </a:tr>
              <a:tr h="0">
                <a:tc>
                  <a:txBody>
                    <a:bodyPr/>
                    <a:lstStyle/>
                    <a:p>
                      <a:pPr>
                        <a:buNone/>
                      </a:pPr>
                      <a:r>
                        <a:rPr lang="zh-CN" altLang="en-US" dirty="0"/>
                        <a:t>干系人记录模板</a:t>
                      </a:r>
                    </a:p>
                  </a:txBody>
                  <a:tcPr anchor="ctr">
                    <a:lnL>
                      <a:noFill/>
                    </a:lnL>
                    <a:lnR>
                      <a:noFill/>
                    </a:lnR>
                    <a:lnT>
                      <a:noFill/>
                    </a:lnT>
                    <a:lnB>
                      <a:noFill/>
                    </a:lnB>
                    <a:noFill/>
                  </a:tcPr>
                </a:tc>
                <a:tc>
                  <a:txBody>
                    <a:bodyPr/>
                    <a:lstStyle/>
                    <a:p>
                      <a:pPr>
                        <a:buNone/>
                      </a:pPr>
                      <a:r>
                        <a:rPr lang="zh-CN" altLang="en-US"/>
                        <a:t>组织内部使用的标准化表格，用于记录干系人信息</a:t>
                      </a:r>
                    </a:p>
                  </a:txBody>
                  <a:tcPr anchor="ctr">
                    <a:lnL>
                      <a:noFill/>
                    </a:lnL>
                    <a:lnR>
                      <a:noFill/>
                    </a:lnR>
                    <a:lnT>
                      <a:noFill/>
                    </a:lnT>
                    <a:lnB>
                      <a:noFill/>
                    </a:lnB>
                    <a:noFill/>
                  </a:tcPr>
                </a:tc>
                <a:extLst>
                  <a:ext uri="{0D108BD9-81ED-4DB2-BD59-A6C34878D82A}">
                    <a16:rowId xmlns:a16="http://schemas.microsoft.com/office/drawing/2014/main" val="1774221116"/>
                  </a:ext>
                </a:extLst>
              </a:tr>
              <a:tr h="0">
                <a:tc>
                  <a:txBody>
                    <a:bodyPr/>
                    <a:lstStyle/>
                    <a:p>
                      <a:pPr>
                        <a:buNone/>
                      </a:pPr>
                      <a:r>
                        <a:rPr lang="zh-CN" altLang="en-US" dirty="0"/>
                        <a:t>组织过程资产</a:t>
                      </a:r>
                    </a:p>
                  </a:txBody>
                  <a:tcPr anchor="ctr">
                    <a:lnL>
                      <a:noFill/>
                    </a:lnL>
                    <a:lnR>
                      <a:noFill/>
                    </a:lnR>
                    <a:lnT>
                      <a:noFill/>
                    </a:lnT>
                    <a:lnB>
                      <a:noFill/>
                    </a:lnB>
                    <a:noFill/>
                  </a:tcPr>
                </a:tc>
                <a:tc>
                  <a:txBody>
                    <a:bodyPr/>
                    <a:lstStyle/>
                    <a:p>
                      <a:pPr>
                        <a:buNone/>
                      </a:pPr>
                      <a:r>
                        <a:rPr lang="zh-CN" altLang="en-US" dirty="0"/>
                        <a:t>包括以往项目的干系人清单、模板、经验教训等</a:t>
                      </a:r>
                    </a:p>
                  </a:txBody>
                  <a:tcPr anchor="ctr">
                    <a:lnL>
                      <a:noFill/>
                    </a:lnL>
                    <a:lnR>
                      <a:noFill/>
                    </a:lnR>
                    <a:lnT>
                      <a:noFill/>
                    </a:lnT>
                    <a:lnB>
                      <a:noFill/>
                    </a:lnB>
                    <a:noFill/>
                  </a:tcPr>
                </a:tc>
                <a:extLst>
                  <a:ext uri="{0D108BD9-81ED-4DB2-BD59-A6C34878D82A}">
                    <a16:rowId xmlns:a16="http://schemas.microsoft.com/office/drawing/2014/main" val="1219526502"/>
                  </a:ext>
                </a:extLst>
              </a:tr>
            </a:tbl>
          </a:graphicData>
        </a:graphic>
      </p:graphicFrame>
    </p:spTree>
    <p:extLst>
      <p:ext uri="{BB962C8B-B14F-4D97-AF65-F5344CB8AC3E}">
        <p14:creationId xmlns:p14="http://schemas.microsoft.com/office/powerpoint/2010/main" val="2137977114"/>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59578-7087-52F7-997F-3737C639765A}"/>
              </a:ext>
            </a:extLst>
          </p:cNvPr>
          <p:cNvSpPr>
            <a:spLocks noGrp="1"/>
          </p:cNvSpPr>
          <p:nvPr>
            <p:ph type="title"/>
          </p:nvPr>
        </p:nvSpPr>
        <p:spPr>
          <a:xfrm>
            <a:off x="695998" y="360000"/>
            <a:ext cx="7200000" cy="424732"/>
          </a:xfrm>
        </p:spPr>
        <p:txBody>
          <a:bodyPr>
            <a:normAutofit/>
          </a:bodyPr>
          <a:lstStyle/>
          <a:p>
            <a:r>
              <a:rPr lang="zh-CN" altLang="en-US" dirty="0"/>
              <a:t>凸显模型 </a:t>
            </a:r>
            <a:r>
              <a:rPr lang="en-US" altLang="zh-CN" dirty="0"/>
              <a:t>Salience Model</a:t>
            </a:r>
            <a:endParaRPr lang="zh-CN" altLang="en-US" dirty="0"/>
          </a:p>
        </p:txBody>
      </p:sp>
      <p:sp>
        <p:nvSpPr>
          <p:cNvPr id="7" name="内容占位符 6">
            <a:extLst>
              <a:ext uri="{FF2B5EF4-FFF2-40B4-BE49-F238E27FC236}">
                <a16:creationId xmlns:a16="http://schemas.microsoft.com/office/drawing/2014/main" id="{D5DEF375-EABB-C052-1129-394C77F256CA}"/>
              </a:ext>
            </a:extLst>
          </p:cNvPr>
          <p:cNvSpPr>
            <a:spLocks noGrp="1"/>
          </p:cNvSpPr>
          <p:nvPr>
            <p:ph idx="1"/>
          </p:nvPr>
        </p:nvSpPr>
        <p:spPr/>
        <p:txBody>
          <a:bodyPr/>
          <a:lstStyle/>
          <a:p>
            <a:endParaRPr lang="zh-CN" altLang="en-US" dirty="0"/>
          </a:p>
        </p:txBody>
      </p:sp>
      <p:sp>
        <p:nvSpPr>
          <p:cNvPr id="8" name="文本占位符 7">
            <a:extLst>
              <a:ext uri="{FF2B5EF4-FFF2-40B4-BE49-F238E27FC236}">
                <a16:creationId xmlns:a16="http://schemas.microsoft.com/office/drawing/2014/main" id="{498FEE96-7E09-9E8B-5042-2211161898F0}"/>
              </a:ext>
            </a:extLst>
          </p:cNvPr>
          <p:cNvSpPr>
            <a:spLocks noGrp="1"/>
          </p:cNvSpPr>
          <p:nvPr>
            <p:ph type="body" sz="quarter" idx="10"/>
          </p:nvPr>
        </p:nvSpPr>
        <p:spPr/>
        <p:txBody>
          <a:bodyPr/>
          <a:lstStyle/>
          <a:p>
            <a:endParaRPr lang="zh-CN" altLang="en-US"/>
          </a:p>
        </p:txBody>
      </p:sp>
      <p:graphicFrame>
        <p:nvGraphicFramePr>
          <p:cNvPr id="9" name="内容占位符 5">
            <a:extLst>
              <a:ext uri="{FF2B5EF4-FFF2-40B4-BE49-F238E27FC236}">
                <a16:creationId xmlns:a16="http://schemas.microsoft.com/office/drawing/2014/main" id="{28CD73D4-2AD0-D999-55A3-A7BD54DBD2B5}"/>
              </a:ext>
            </a:extLst>
          </p:cNvPr>
          <p:cNvGraphicFramePr>
            <a:graphicFrameLocks/>
          </p:cNvGraphicFramePr>
          <p:nvPr/>
        </p:nvGraphicFramePr>
        <p:xfrm>
          <a:off x="695325" y="4528552"/>
          <a:ext cx="10801350" cy="1663448"/>
        </p:xfrm>
        <a:graphic>
          <a:graphicData uri="http://schemas.openxmlformats.org/drawingml/2006/table">
            <a:tbl>
              <a:tblPr>
                <a:tableStyleId>{72833802-FEF1-4C79-8D5D-14CF1EAF98D9}</a:tableStyleId>
              </a:tblPr>
              <a:tblGrid>
                <a:gridCol w="5400675">
                  <a:extLst>
                    <a:ext uri="{9D8B030D-6E8A-4147-A177-3AD203B41FA5}">
                      <a16:colId xmlns:a16="http://schemas.microsoft.com/office/drawing/2014/main" val="2257498338"/>
                    </a:ext>
                  </a:extLst>
                </a:gridCol>
                <a:gridCol w="5400675">
                  <a:extLst>
                    <a:ext uri="{9D8B030D-6E8A-4147-A177-3AD203B41FA5}">
                      <a16:colId xmlns:a16="http://schemas.microsoft.com/office/drawing/2014/main" val="772762208"/>
                    </a:ext>
                  </a:extLst>
                </a:gridCol>
              </a:tblGrid>
              <a:tr h="0">
                <a:tc>
                  <a:txBody>
                    <a:bodyPr/>
                    <a:lstStyle/>
                    <a:p>
                      <a:pPr>
                        <a:lnSpc>
                          <a:spcPct val="150000"/>
                        </a:lnSpc>
                        <a:buNone/>
                      </a:pPr>
                      <a:r>
                        <a:rPr lang="zh-CN" altLang="en-US" sz="1600" dirty="0">
                          <a:solidFill>
                            <a:schemeClr val="bg1"/>
                          </a:solidFill>
                        </a:rPr>
                        <a:t>维度</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solidFill>
                      <a:schemeClr val="accent2"/>
                    </a:solidFill>
                  </a:tcPr>
                </a:tc>
                <a:tc>
                  <a:txBody>
                    <a:bodyPr/>
                    <a:lstStyle/>
                    <a:p>
                      <a:pPr>
                        <a:lnSpc>
                          <a:spcPct val="150000"/>
                        </a:lnSpc>
                        <a:buNone/>
                      </a:pPr>
                      <a:r>
                        <a:rPr lang="zh-CN" altLang="en-US" sz="1600" dirty="0">
                          <a:solidFill>
                            <a:schemeClr val="bg1"/>
                          </a:solidFill>
                        </a:rPr>
                        <a:t>含义</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solidFill>
                      <a:schemeClr val="accent2"/>
                    </a:solidFill>
                  </a:tcPr>
                </a:tc>
                <a:extLst>
                  <a:ext uri="{0D108BD9-81ED-4DB2-BD59-A6C34878D82A}">
                    <a16:rowId xmlns:a16="http://schemas.microsoft.com/office/drawing/2014/main" val="1950792618"/>
                  </a:ext>
                </a:extLst>
              </a:tr>
              <a:tr h="0">
                <a:tc>
                  <a:txBody>
                    <a:bodyPr/>
                    <a:lstStyle/>
                    <a:p>
                      <a:pPr>
                        <a:lnSpc>
                          <a:spcPct val="150000"/>
                        </a:lnSpc>
                        <a:buNone/>
                      </a:pPr>
                      <a:r>
                        <a:rPr lang="zh-CN" altLang="en-US" sz="1600" dirty="0"/>
                        <a:t>权力 </a:t>
                      </a:r>
                      <a:r>
                        <a:rPr lang="en-US" sz="1600" dirty="0"/>
                        <a:t>Power</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是否有能力影响项目决策或资源分配？</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314146267"/>
                  </a:ext>
                </a:extLst>
              </a:tr>
              <a:tr h="0">
                <a:tc>
                  <a:txBody>
                    <a:bodyPr/>
                    <a:lstStyle/>
                    <a:p>
                      <a:pPr>
                        <a:lnSpc>
                          <a:spcPct val="150000"/>
                        </a:lnSpc>
                        <a:buNone/>
                      </a:pPr>
                      <a:r>
                        <a:rPr lang="zh-CN" altLang="en-US" sz="1600" dirty="0"/>
                        <a:t>合法性 </a:t>
                      </a:r>
                      <a:r>
                        <a:rPr lang="en-US" sz="1600" dirty="0"/>
                        <a:t>Legitimacy</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其参与是否符合规则、道德或社会期望？</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4004831539"/>
                  </a:ext>
                </a:extLst>
              </a:tr>
              <a:tr h="0">
                <a:tc>
                  <a:txBody>
                    <a:bodyPr/>
                    <a:lstStyle/>
                    <a:p>
                      <a:pPr>
                        <a:lnSpc>
                          <a:spcPct val="150000"/>
                        </a:lnSpc>
                        <a:buNone/>
                      </a:pPr>
                      <a:r>
                        <a:rPr lang="zh-CN" altLang="en-US" sz="1600" dirty="0"/>
                        <a:t>紧迫性 </a:t>
                      </a:r>
                      <a:r>
                        <a:rPr lang="en-US" sz="1600" dirty="0"/>
                        <a:t>Urgency</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是否需要立即响应？是否有时间压力？</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184911823"/>
                  </a:ext>
                </a:extLst>
              </a:tr>
            </a:tbl>
          </a:graphicData>
        </a:graphic>
      </p:graphicFrame>
    </p:spTree>
    <p:extLst>
      <p:ext uri="{BB962C8B-B14F-4D97-AF65-F5344CB8AC3E}">
        <p14:creationId xmlns:p14="http://schemas.microsoft.com/office/powerpoint/2010/main" val="2048020882"/>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B596F958-C726-0557-68E6-F92B50677791}"/>
              </a:ext>
            </a:extLst>
          </p:cNvPr>
          <p:cNvSpPr>
            <a:spLocks noGrp="1"/>
          </p:cNvSpPr>
          <p:nvPr>
            <p:ph type="title"/>
          </p:nvPr>
        </p:nvSpPr>
        <p:spPr>
          <a:xfrm>
            <a:off x="695998" y="360000"/>
            <a:ext cx="7200000" cy="424732"/>
          </a:xfrm>
        </p:spPr>
        <p:txBody>
          <a:bodyPr>
            <a:normAutofit/>
          </a:bodyPr>
          <a:lstStyle/>
          <a:p>
            <a:r>
              <a:rPr lang="zh-CN" altLang="en-US" dirty="0"/>
              <a:t>干系人 </a:t>
            </a:r>
            <a:r>
              <a:rPr lang="en-US" altLang="zh-CN" dirty="0"/>
              <a:t>Stakeholders</a:t>
            </a:r>
            <a:endParaRPr lang="zh-CN" altLang="en-US" dirty="0"/>
          </a:p>
        </p:txBody>
      </p:sp>
      <p:sp>
        <p:nvSpPr>
          <p:cNvPr id="3" name="内容占位符 2">
            <a:extLst>
              <a:ext uri="{FF2B5EF4-FFF2-40B4-BE49-F238E27FC236}">
                <a16:creationId xmlns:a16="http://schemas.microsoft.com/office/drawing/2014/main" id="{0AFE9DF8-165F-8ADF-4AA7-3991D9C773F9}"/>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07EF861D-4CCF-2E00-F4C2-E18650662A43}"/>
              </a:ext>
            </a:extLst>
          </p:cNvPr>
          <p:cNvSpPr>
            <a:spLocks noGrp="1"/>
          </p:cNvSpPr>
          <p:nvPr>
            <p:ph type="body" sz="quarter" idx="10"/>
          </p:nvPr>
        </p:nvSpPr>
        <p:spPr/>
        <p:txBody>
          <a:bodyPr/>
          <a:lstStyle/>
          <a:p>
            <a:endParaRPr lang="zh-CN" altLang="en-US"/>
          </a:p>
        </p:txBody>
      </p:sp>
      <p:graphicFrame>
        <p:nvGraphicFramePr>
          <p:cNvPr id="9" name="内容占位符 3">
            <a:extLst>
              <a:ext uri="{FF2B5EF4-FFF2-40B4-BE49-F238E27FC236}">
                <a16:creationId xmlns:a16="http://schemas.microsoft.com/office/drawing/2014/main" id="{B7830169-B500-B273-3FB2-332093BAA4B1}"/>
              </a:ext>
            </a:extLst>
          </p:cNvPr>
          <p:cNvGraphicFramePr>
            <a:graphicFrameLocks/>
          </p:cNvGraphicFramePr>
          <p:nvPr/>
        </p:nvGraphicFramePr>
        <p:xfrm>
          <a:off x="695325" y="2994807"/>
          <a:ext cx="10800000" cy="3197193"/>
        </p:xfrm>
        <a:graphic>
          <a:graphicData uri="http://schemas.openxmlformats.org/drawingml/2006/table">
            <a:tbl>
              <a:tblPr>
                <a:tableStyleId>{72833802-FEF1-4C79-8D5D-14CF1EAF98D9}</a:tableStyleId>
              </a:tblPr>
              <a:tblGrid>
                <a:gridCol w="647608">
                  <a:extLst>
                    <a:ext uri="{9D8B030D-6E8A-4147-A177-3AD203B41FA5}">
                      <a16:colId xmlns:a16="http://schemas.microsoft.com/office/drawing/2014/main" val="3977532349"/>
                    </a:ext>
                  </a:extLst>
                </a:gridCol>
                <a:gridCol w="2995127">
                  <a:extLst>
                    <a:ext uri="{9D8B030D-6E8A-4147-A177-3AD203B41FA5}">
                      <a16:colId xmlns:a16="http://schemas.microsoft.com/office/drawing/2014/main" val="3201153781"/>
                    </a:ext>
                  </a:extLst>
                </a:gridCol>
                <a:gridCol w="1119673">
                  <a:extLst>
                    <a:ext uri="{9D8B030D-6E8A-4147-A177-3AD203B41FA5}">
                      <a16:colId xmlns:a16="http://schemas.microsoft.com/office/drawing/2014/main" val="790501837"/>
                    </a:ext>
                  </a:extLst>
                </a:gridCol>
                <a:gridCol w="6037592">
                  <a:extLst>
                    <a:ext uri="{9D8B030D-6E8A-4147-A177-3AD203B41FA5}">
                      <a16:colId xmlns:a16="http://schemas.microsoft.com/office/drawing/2014/main" val="246903288"/>
                    </a:ext>
                  </a:extLst>
                </a:gridCol>
              </a:tblGrid>
              <a:tr h="0">
                <a:tc>
                  <a:txBody>
                    <a:bodyPr/>
                    <a:lstStyle/>
                    <a:p>
                      <a:pPr algn="ctr">
                        <a:lnSpc>
                          <a:spcPct val="150000"/>
                        </a:lnSpc>
                        <a:buNone/>
                      </a:pPr>
                      <a:r>
                        <a:rPr lang="zh-CN" altLang="en-US" sz="1600" dirty="0">
                          <a:solidFill>
                            <a:schemeClr val="bg1"/>
                          </a:solidFill>
                        </a:rPr>
                        <a:t>编号</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solidFill>
                      <a:schemeClr val="accent2"/>
                    </a:solidFill>
                  </a:tcPr>
                </a:tc>
                <a:tc>
                  <a:txBody>
                    <a:bodyPr/>
                    <a:lstStyle/>
                    <a:p>
                      <a:pPr>
                        <a:lnSpc>
                          <a:spcPct val="150000"/>
                        </a:lnSpc>
                        <a:buNone/>
                      </a:pPr>
                      <a:r>
                        <a:rPr lang="zh-CN" altLang="en-US" sz="1600" dirty="0">
                          <a:solidFill>
                            <a:schemeClr val="bg1"/>
                          </a:solidFill>
                        </a:rPr>
                        <a:t>英文名称</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solidFill>
                      <a:schemeClr val="accent2"/>
                    </a:solidFill>
                  </a:tcPr>
                </a:tc>
                <a:tc>
                  <a:txBody>
                    <a:bodyPr/>
                    <a:lstStyle/>
                    <a:p>
                      <a:pPr>
                        <a:lnSpc>
                          <a:spcPct val="150000"/>
                        </a:lnSpc>
                        <a:buNone/>
                      </a:pPr>
                      <a:r>
                        <a:rPr lang="zh-CN" altLang="en-US" sz="1600" dirty="0">
                          <a:solidFill>
                            <a:schemeClr val="bg1"/>
                          </a:solidFill>
                        </a:rPr>
                        <a:t>中文名称</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solidFill>
                      <a:schemeClr val="accent2"/>
                    </a:solidFill>
                  </a:tcPr>
                </a:tc>
                <a:tc>
                  <a:txBody>
                    <a:bodyPr/>
                    <a:lstStyle/>
                    <a:p>
                      <a:pPr>
                        <a:lnSpc>
                          <a:spcPct val="150000"/>
                        </a:lnSpc>
                        <a:buNone/>
                      </a:pPr>
                      <a:r>
                        <a:rPr lang="zh-CN" altLang="en-US" sz="1600" dirty="0">
                          <a:solidFill>
                            <a:schemeClr val="bg1"/>
                          </a:solidFill>
                        </a:rPr>
                        <a:t>特征说明</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solidFill>
                      <a:schemeClr val="accent2"/>
                    </a:solidFill>
                  </a:tcPr>
                </a:tc>
                <a:extLst>
                  <a:ext uri="{0D108BD9-81ED-4DB2-BD59-A6C34878D82A}">
                    <a16:rowId xmlns:a16="http://schemas.microsoft.com/office/drawing/2014/main" val="127923883"/>
                  </a:ext>
                </a:extLst>
              </a:tr>
              <a:tr h="0">
                <a:tc>
                  <a:txBody>
                    <a:bodyPr/>
                    <a:lstStyle/>
                    <a:p>
                      <a:pPr algn="ctr">
                        <a:lnSpc>
                          <a:spcPct val="150000"/>
                        </a:lnSpc>
                        <a:buNone/>
                      </a:pPr>
                      <a:r>
                        <a:rPr lang="en-US" altLang="zh-CN" sz="1600" dirty="0"/>
                        <a:t>1</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en-US" sz="1600" dirty="0"/>
                        <a:t>Dormant Stakeholders</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潜伏型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有权力但不主动，合法且非紧急。可暂时忽略，但需监控</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2590803437"/>
                  </a:ext>
                </a:extLst>
              </a:tr>
              <a:tr h="0">
                <a:tc>
                  <a:txBody>
                    <a:bodyPr/>
                    <a:lstStyle/>
                    <a:p>
                      <a:pPr algn="ctr">
                        <a:lnSpc>
                          <a:spcPct val="150000"/>
                        </a:lnSpc>
                        <a:buNone/>
                      </a:pPr>
                      <a:r>
                        <a:rPr lang="en-US" altLang="zh-CN" sz="1600" dirty="0"/>
                        <a:t>2</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en-US" sz="1600" dirty="0"/>
                        <a:t>Discretionary Stakeholders</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随意型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无权力，但合法且紧急。例如：临时求助的同事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4224256384"/>
                  </a:ext>
                </a:extLst>
              </a:tr>
              <a:tr h="0">
                <a:tc>
                  <a:txBody>
                    <a:bodyPr/>
                    <a:lstStyle/>
                    <a:p>
                      <a:pPr algn="ctr">
                        <a:lnSpc>
                          <a:spcPct val="150000"/>
                        </a:lnSpc>
                        <a:buNone/>
                      </a:pPr>
                      <a:r>
                        <a:rPr lang="en-US" altLang="zh-CN" sz="1600" dirty="0"/>
                        <a:t>3</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en-US" sz="1600" dirty="0"/>
                        <a:t>Demanding Stakeholders</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娇情型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有权、合法但不紧急。喜欢提要求，但不会立刻施压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1075907110"/>
                  </a:ext>
                </a:extLst>
              </a:tr>
              <a:tr h="0">
                <a:tc>
                  <a:txBody>
                    <a:bodyPr/>
                    <a:lstStyle/>
                    <a:p>
                      <a:pPr algn="ctr">
                        <a:lnSpc>
                          <a:spcPct val="150000"/>
                        </a:lnSpc>
                        <a:buNone/>
                      </a:pPr>
                      <a:r>
                        <a:rPr lang="en-US" altLang="zh-CN" sz="1600" dirty="0"/>
                        <a:t>4</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en-US" sz="1600" dirty="0"/>
                        <a:t>Dominant Stakeholders</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权贵型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有权、合法、但不紧急。典型如高层领导、董事会成员</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2980077829"/>
                  </a:ext>
                </a:extLst>
              </a:tr>
              <a:tr h="0">
                <a:tc>
                  <a:txBody>
                    <a:bodyPr/>
                    <a:lstStyle/>
                    <a:p>
                      <a:pPr algn="ctr">
                        <a:lnSpc>
                          <a:spcPct val="150000"/>
                        </a:lnSpc>
                        <a:buNone/>
                      </a:pPr>
                      <a:r>
                        <a:rPr lang="en-US" altLang="zh-CN" sz="1600" dirty="0"/>
                        <a:t>5</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en-US" sz="1600" dirty="0"/>
                        <a:t>Dangerous Stakeholders</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危险型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有权、不合法、但紧急。可能违法或破坏项目，需警惕</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2484786950"/>
                  </a:ext>
                </a:extLst>
              </a:tr>
              <a:tr h="0">
                <a:tc>
                  <a:txBody>
                    <a:bodyPr/>
                    <a:lstStyle/>
                    <a:p>
                      <a:pPr algn="ctr">
                        <a:lnSpc>
                          <a:spcPct val="150000"/>
                        </a:lnSpc>
                        <a:buNone/>
                      </a:pPr>
                      <a:r>
                        <a:rPr lang="en-US" altLang="zh-CN" sz="1600" dirty="0"/>
                        <a:t>6</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en-US" sz="1600" dirty="0"/>
                        <a:t>Dependent Stakeholders</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从众型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无权、不合法、也不紧急。依赖他人支持，影响力小</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2214180841"/>
                  </a:ext>
                </a:extLst>
              </a:tr>
              <a:tr h="0">
                <a:tc>
                  <a:txBody>
                    <a:bodyPr/>
                    <a:lstStyle/>
                    <a:p>
                      <a:pPr algn="ctr">
                        <a:lnSpc>
                          <a:spcPct val="150000"/>
                        </a:lnSpc>
                        <a:buNone/>
                      </a:pPr>
                      <a:r>
                        <a:rPr lang="en-US" altLang="zh-CN" sz="1600" dirty="0"/>
                        <a:t>7</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en-US" sz="1600" dirty="0"/>
                        <a:t>Definitive Stakeholders</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统治型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三者俱全：有权、合法、紧急。最核心的干系人，必须重点管理</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1880363959"/>
                  </a:ext>
                </a:extLst>
              </a:tr>
            </a:tbl>
          </a:graphicData>
        </a:graphic>
      </p:graphicFrame>
    </p:spTree>
    <p:extLst>
      <p:ext uri="{BB962C8B-B14F-4D97-AF65-F5344CB8AC3E}">
        <p14:creationId xmlns:p14="http://schemas.microsoft.com/office/powerpoint/2010/main" val="245479388"/>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B44D96D-6654-6337-7F4E-B73C7116D111}"/>
              </a:ext>
            </a:extLst>
          </p:cNvPr>
          <p:cNvSpPr>
            <a:spLocks noGrp="1"/>
          </p:cNvSpPr>
          <p:nvPr>
            <p:ph type="title"/>
          </p:nvPr>
        </p:nvSpPr>
        <p:spPr>
          <a:xfrm>
            <a:off x="695998" y="360000"/>
            <a:ext cx="7200000" cy="424732"/>
          </a:xfrm>
        </p:spPr>
        <p:txBody>
          <a:bodyPr>
            <a:normAutofit/>
          </a:bodyPr>
          <a:lstStyle/>
          <a:p>
            <a:r>
              <a:rPr lang="zh-CN" altLang="en-US" dirty="0"/>
              <a:t>干系人 </a:t>
            </a:r>
            <a:r>
              <a:rPr lang="en-US" altLang="zh-CN" dirty="0"/>
              <a:t>Stakeholders</a:t>
            </a:r>
            <a:endParaRPr lang="zh-CN" altLang="en-US" dirty="0"/>
          </a:p>
        </p:txBody>
      </p:sp>
      <p:sp>
        <p:nvSpPr>
          <p:cNvPr id="8" name="内容占位符 7">
            <a:extLst>
              <a:ext uri="{FF2B5EF4-FFF2-40B4-BE49-F238E27FC236}">
                <a16:creationId xmlns:a16="http://schemas.microsoft.com/office/drawing/2014/main" id="{8CEA8E8B-1623-8C4B-D566-A15898E38EBF}"/>
              </a:ext>
            </a:extLst>
          </p:cNvPr>
          <p:cNvSpPr>
            <a:spLocks noGrp="1"/>
          </p:cNvSpPr>
          <p:nvPr>
            <p:ph idx="1"/>
          </p:nvPr>
        </p:nvSpPr>
        <p:spPr>
          <a:xfrm>
            <a:off x="696000" y="1080000"/>
            <a:ext cx="10800000" cy="5112000"/>
          </a:xfrm>
        </p:spPr>
        <p:txBody>
          <a:bodyPr/>
          <a:lstStyle/>
          <a:p>
            <a:r>
              <a:rPr lang="zh-CN" altLang="en-US" dirty="0"/>
              <a:t>利益方格 </a:t>
            </a:r>
            <a:r>
              <a:rPr lang="en-US" altLang="zh-CN" dirty="0"/>
              <a:t>Power/Interest Grid</a:t>
            </a:r>
          </a:p>
          <a:p>
            <a:pPr lvl="1"/>
            <a:r>
              <a:rPr lang="en-US" altLang="zh-CN" dirty="0"/>
              <a:t>Manage closely</a:t>
            </a:r>
            <a:endParaRPr lang="zh-CN" altLang="en-US" dirty="0"/>
          </a:p>
        </p:txBody>
      </p:sp>
      <p:sp>
        <p:nvSpPr>
          <p:cNvPr id="27" name="文本占位符 26">
            <a:extLst>
              <a:ext uri="{FF2B5EF4-FFF2-40B4-BE49-F238E27FC236}">
                <a16:creationId xmlns:a16="http://schemas.microsoft.com/office/drawing/2014/main" id="{B7BA12E2-D94B-EA9B-F1E6-F64FE15840AC}"/>
              </a:ext>
            </a:extLst>
          </p:cNvPr>
          <p:cNvSpPr>
            <a:spLocks noGrp="1"/>
          </p:cNvSpPr>
          <p:nvPr>
            <p:ph type="body" sz="quarter" idx="10"/>
          </p:nvPr>
        </p:nvSpPr>
        <p:spPr/>
        <p:txBody>
          <a:bodyPr/>
          <a:lstStyle/>
          <a:p>
            <a:endParaRPr lang="zh-CN" altLang="en-US"/>
          </a:p>
        </p:txBody>
      </p:sp>
      <p:pic>
        <p:nvPicPr>
          <p:cNvPr id="6" name="图片 5">
            <a:extLst>
              <a:ext uri="{FF2B5EF4-FFF2-40B4-BE49-F238E27FC236}">
                <a16:creationId xmlns:a16="http://schemas.microsoft.com/office/drawing/2014/main" id="{34007022-4AEA-80DD-D86A-2F972ECE7309}"/>
              </a:ext>
            </a:extLst>
          </p:cNvPr>
          <p:cNvPicPr>
            <a:picLocks noChangeAspect="1"/>
          </p:cNvPicPr>
          <p:nvPr/>
        </p:nvPicPr>
        <p:blipFill>
          <a:blip r:embed="rId2"/>
          <a:stretch>
            <a:fillRect/>
          </a:stretch>
        </p:blipFill>
        <p:spPr>
          <a:xfrm>
            <a:off x="4224827" y="298936"/>
            <a:ext cx="3742346" cy="2112000"/>
          </a:xfrm>
          <a:prstGeom prst="rect">
            <a:avLst/>
          </a:prstGeom>
        </p:spPr>
      </p:pic>
      <p:graphicFrame>
        <p:nvGraphicFramePr>
          <p:cNvPr id="24" name="表格 23">
            <a:extLst>
              <a:ext uri="{FF2B5EF4-FFF2-40B4-BE49-F238E27FC236}">
                <a16:creationId xmlns:a16="http://schemas.microsoft.com/office/drawing/2014/main" id="{E70260A3-0C8C-09EA-9B0D-93371E845C68}"/>
              </a:ext>
            </a:extLst>
          </p:cNvPr>
          <p:cNvGraphicFramePr>
            <a:graphicFrameLocks noGrp="1"/>
          </p:cNvGraphicFramePr>
          <p:nvPr>
            <p:extLst>
              <p:ext uri="{D42A27DB-BD31-4B8C-83A1-F6EECF244321}">
                <p14:modId xmlns:p14="http://schemas.microsoft.com/office/powerpoint/2010/main" val="3462938410"/>
              </p:ext>
            </p:extLst>
          </p:nvPr>
        </p:nvGraphicFramePr>
        <p:xfrm>
          <a:off x="695324" y="3814560"/>
          <a:ext cx="10800001" cy="1828800"/>
        </p:xfrm>
        <a:graphic>
          <a:graphicData uri="http://schemas.openxmlformats.org/drawingml/2006/table">
            <a:tbl>
              <a:tblPr/>
              <a:tblGrid>
                <a:gridCol w="2421372">
                  <a:extLst>
                    <a:ext uri="{9D8B030D-6E8A-4147-A177-3AD203B41FA5}">
                      <a16:colId xmlns:a16="http://schemas.microsoft.com/office/drawing/2014/main" val="3982195049"/>
                    </a:ext>
                  </a:extLst>
                </a:gridCol>
                <a:gridCol w="2562417">
                  <a:extLst>
                    <a:ext uri="{9D8B030D-6E8A-4147-A177-3AD203B41FA5}">
                      <a16:colId xmlns:a16="http://schemas.microsoft.com/office/drawing/2014/main" val="1411995689"/>
                    </a:ext>
                  </a:extLst>
                </a:gridCol>
                <a:gridCol w="5816212">
                  <a:extLst>
                    <a:ext uri="{9D8B030D-6E8A-4147-A177-3AD203B41FA5}">
                      <a16:colId xmlns:a16="http://schemas.microsoft.com/office/drawing/2014/main" val="1413315509"/>
                    </a:ext>
                  </a:extLst>
                </a:gridCol>
              </a:tblGrid>
              <a:tr h="0">
                <a:tc>
                  <a:txBody>
                    <a:bodyPr/>
                    <a:lstStyle/>
                    <a:p>
                      <a:pPr>
                        <a:buNone/>
                      </a:pPr>
                      <a:r>
                        <a:rPr lang="zh-CN" altLang="en-US" dirty="0"/>
                        <a:t>权力 </a:t>
                      </a:r>
                      <a:r>
                        <a:rPr lang="en-US" dirty="0"/>
                        <a:t>Power</a:t>
                      </a:r>
                    </a:p>
                  </a:txBody>
                  <a:tcPr anchor="ctr">
                    <a:lnL>
                      <a:noFill/>
                    </a:lnL>
                    <a:lnR>
                      <a:noFill/>
                    </a:lnR>
                    <a:lnT>
                      <a:noFill/>
                    </a:lnT>
                    <a:lnB>
                      <a:noFill/>
                    </a:lnB>
                    <a:noFill/>
                  </a:tcPr>
                </a:tc>
                <a:tc>
                  <a:txBody>
                    <a:bodyPr/>
                    <a:lstStyle/>
                    <a:p>
                      <a:pPr>
                        <a:buNone/>
                      </a:pPr>
                      <a:r>
                        <a:rPr lang="zh-CN" altLang="en-US" dirty="0"/>
                        <a:t>利益 </a:t>
                      </a:r>
                      <a:r>
                        <a:rPr lang="en-US" dirty="0"/>
                        <a:t>Interest</a:t>
                      </a:r>
                    </a:p>
                  </a:txBody>
                  <a:tcPr anchor="ctr">
                    <a:lnL>
                      <a:noFill/>
                    </a:lnL>
                    <a:lnR>
                      <a:noFill/>
                    </a:lnR>
                    <a:lnT>
                      <a:noFill/>
                    </a:lnT>
                    <a:lnB>
                      <a:noFill/>
                    </a:lnB>
                    <a:noFill/>
                  </a:tcPr>
                </a:tc>
                <a:tc>
                  <a:txBody>
                    <a:bodyPr/>
                    <a:lstStyle/>
                    <a:p>
                      <a:pPr>
                        <a:buNone/>
                      </a:pPr>
                      <a:r>
                        <a:rPr lang="zh-CN" altLang="en-US" dirty="0"/>
                        <a:t>管理策略</a:t>
                      </a:r>
                    </a:p>
                  </a:txBody>
                  <a:tcPr anchor="ctr">
                    <a:lnL>
                      <a:noFill/>
                    </a:lnL>
                    <a:lnR>
                      <a:noFill/>
                    </a:lnR>
                    <a:lnT>
                      <a:noFill/>
                    </a:lnT>
                    <a:lnB>
                      <a:noFill/>
                    </a:lnB>
                    <a:noFill/>
                  </a:tcPr>
                </a:tc>
                <a:extLst>
                  <a:ext uri="{0D108BD9-81ED-4DB2-BD59-A6C34878D82A}">
                    <a16:rowId xmlns:a16="http://schemas.microsoft.com/office/drawing/2014/main" val="809978989"/>
                  </a:ext>
                </a:extLst>
              </a:tr>
              <a:tr h="0">
                <a:tc>
                  <a:txBody>
                    <a:bodyPr/>
                    <a:lstStyle/>
                    <a:p>
                      <a:pPr>
                        <a:buNone/>
                      </a:pPr>
                      <a:r>
                        <a:rPr lang="zh-CN" altLang="en-US" dirty="0"/>
                        <a:t>高</a:t>
                      </a:r>
                    </a:p>
                  </a:txBody>
                  <a:tcPr anchor="ctr">
                    <a:lnL>
                      <a:noFill/>
                    </a:lnL>
                    <a:lnR>
                      <a:noFill/>
                    </a:lnR>
                    <a:lnT>
                      <a:noFill/>
                    </a:lnT>
                    <a:lnB>
                      <a:noFill/>
                    </a:lnB>
                    <a:noFill/>
                  </a:tcPr>
                </a:tc>
                <a:tc>
                  <a:txBody>
                    <a:bodyPr/>
                    <a:lstStyle/>
                    <a:p>
                      <a:pPr>
                        <a:buNone/>
                      </a:pPr>
                      <a:r>
                        <a:rPr lang="zh-CN" altLang="en-US" dirty="0"/>
                        <a:t>高</a:t>
                      </a:r>
                    </a:p>
                  </a:txBody>
                  <a:tcPr anchor="ctr">
                    <a:lnL>
                      <a:noFill/>
                    </a:lnL>
                    <a:lnR>
                      <a:noFill/>
                    </a:lnR>
                    <a:lnT>
                      <a:noFill/>
                    </a:lnT>
                    <a:lnB>
                      <a:noFill/>
                    </a:lnB>
                    <a:noFill/>
                  </a:tcPr>
                </a:tc>
                <a:tc>
                  <a:txBody>
                    <a:bodyPr/>
                    <a:lstStyle/>
                    <a:p>
                      <a:pPr>
                        <a:buNone/>
                      </a:pPr>
                      <a:r>
                        <a:rPr lang="zh-CN" altLang="en-US" dirty="0"/>
                        <a:t>重点管理 </a:t>
                      </a:r>
                      <a:r>
                        <a:rPr lang="en-US" dirty="0"/>
                        <a:t>Manage closely</a:t>
                      </a:r>
                    </a:p>
                  </a:txBody>
                  <a:tcPr anchor="ctr">
                    <a:lnL>
                      <a:noFill/>
                    </a:lnL>
                    <a:lnR>
                      <a:noFill/>
                    </a:lnR>
                    <a:lnT>
                      <a:noFill/>
                    </a:lnT>
                    <a:lnB>
                      <a:noFill/>
                    </a:lnB>
                    <a:noFill/>
                  </a:tcPr>
                </a:tc>
                <a:extLst>
                  <a:ext uri="{0D108BD9-81ED-4DB2-BD59-A6C34878D82A}">
                    <a16:rowId xmlns:a16="http://schemas.microsoft.com/office/drawing/2014/main" val="1266278497"/>
                  </a:ext>
                </a:extLst>
              </a:tr>
              <a:tr h="0">
                <a:tc>
                  <a:txBody>
                    <a:bodyPr/>
                    <a:lstStyle/>
                    <a:p>
                      <a:pPr>
                        <a:buNone/>
                      </a:pPr>
                      <a:r>
                        <a:rPr lang="zh-CN" altLang="en-US"/>
                        <a:t>高</a:t>
                      </a:r>
                    </a:p>
                  </a:txBody>
                  <a:tcPr anchor="ctr">
                    <a:lnL>
                      <a:noFill/>
                    </a:lnL>
                    <a:lnR>
                      <a:noFill/>
                    </a:lnR>
                    <a:lnT>
                      <a:noFill/>
                    </a:lnT>
                    <a:lnB>
                      <a:noFill/>
                    </a:lnB>
                    <a:noFill/>
                  </a:tcPr>
                </a:tc>
                <a:tc>
                  <a:txBody>
                    <a:bodyPr/>
                    <a:lstStyle/>
                    <a:p>
                      <a:pPr>
                        <a:buNone/>
                      </a:pPr>
                      <a:r>
                        <a:rPr lang="zh-CN" altLang="en-US"/>
                        <a:t>低</a:t>
                      </a:r>
                    </a:p>
                  </a:txBody>
                  <a:tcPr anchor="ctr">
                    <a:lnL>
                      <a:noFill/>
                    </a:lnL>
                    <a:lnR>
                      <a:noFill/>
                    </a:lnR>
                    <a:lnT>
                      <a:noFill/>
                    </a:lnT>
                    <a:lnB>
                      <a:noFill/>
                    </a:lnB>
                    <a:noFill/>
                  </a:tcPr>
                </a:tc>
                <a:tc>
                  <a:txBody>
                    <a:bodyPr/>
                    <a:lstStyle/>
                    <a:p>
                      <a:pPr>
                        <a:buNone/>
                      </a:pPr>
                      <a:r>
                        <a:rPr lang="zh-CN" altLang="en-US" dirty="0"/>
                        <a:t>监督 </a:t>
                      </a:r>
                      <a:r>
                        <a:rPr lang="en-US" dirty="0"/>
                        <a:t>Keep satisfied</a:t>
                      </a:r>
                    </a:p>
                  </a:txBody>
                  <a:tcPr anchor="ctr">
                    <a:lnL>
                      <a:noFill/>
                    </a:lnL>
                    <a:lnR>
                      <a:noFill/>
                    </a:lnR>
                    <a:lnT>
                      <a:noFill/>
                    </a:lnT>
                    <a:lnB>
                      <a:noFill/>
                    </a:lnB>
                    <a:noFill/>
                  </a:tcPr>
                </a:tc>
                <a:extLst>
                  <a:ext uri="{0D108BD9-81ED-4DB2-BD59-A6C34878D82A}">
                    <a16:rowId xmlns:a16="http://schemas.microsoft.com/office/drawing/2014/main" val="2112310039"/>
                  </a:ext>
                </a:extLst>
              </a:tr>
              <a:tr h="0">
                <a:tc>
                  <a:txBody>
                    <a:bodyPr/>
                    <a:lstStyle/>
                    <a:p>
                      <a:pPr>
                        <a:buNone/>
                      </a:pPr>
                      <a:r>
                        <a:rPr lang="zh-CN" altLang="en-US"/>
                        <a:t>低</a:t>
                      </a:r>
                    </a:p>
                  </a:txBody>
                  <a:tcPr anchor="ctr">
                    <a:lnL>
                      <a:noFill/>
                    </a:lnL>
                    <a:lnR>
                      <a:noFill/>
                    </a:lnR>
                    <a:lnT>
                      <a:noFill/>
                    </a:lnT>
                    <a:lnB>
                      <a:noFill/>
                    </a:lnB>
                    <a:noFill/>
                  </a:tcPr>
                </a:tc>
                <a:tc>
                  <a:txBody>
                    <a:bodyPr/>
                    <a:lstStyle/>
                    <a:p>
                      <a:pPr>
                        <a:buNone/>
                      </a:pPr>
                      <a:r>
                        <a:rPr lang="zh-CN" altLang="en-US"/>
                        <a:t>高</a:t>
                      </a:r>
                    </a:p>
                  </a:txBody>
                  <a:tcPr anchor="ctr">
                    <a:lnL>
                      <a:noFill/>
                    </a:lnL>
                    <a:lnR>
                      <a:noFill/>
                    </a:lnR>
                    <a:lnT>
                      <a:noFill/>
                    </a:lnT>
                    <a:lnB>
                      <a:noFill/>
                    </a:lnB>
                    <a:noFill/>
                  </a:tcPr>
                </a:tc>
                <a:tc>
                  <a:txBody>
                    <a:bodyPr/>
                    <a:lstStyle/>
                    <a:p>
                      <a:pPr>
                        <a:buNone/>
                      </a:pPr>
                      <a:r>
                        <a:rPr lang="zh-CN" altLang="en-US" dirty="0"/>
                        <a:t>随时告知 </a:t>
                      </a:r>
                      <a:r>
                        <a:rPr lang="en-US" dirty="0"/>
                        <a:t>Keep informed</a:t>
                      </a:r>
                    </a:p>
                  </a:txBody>
                  <a:tcPr anchor="ctr">
                    <a:lnL>
                      <a:noFill/>
                    </a:lnL>
                    <a:lnR>
                      <a:noFill/>
                    </a:lnR>
                    <a:lnT>
                      <a:noFill/>
                    </a:lnT>
                    <a:lnB>
                      <a:noFill/>
                    </a:lnB>
                    <a:noFill/>
                  </a:tcPr>
                </a:tc>
                <a:extLst>
                  <a:ext uri="{0D108BD9-81ED-4DB2-BD59-A6C34878D82A}">
                    <a16:rowId xmlns:a16="http://schemas.microsoft.com/office/drawing/2014/main" val="2996962581"/>
                  </a:ext>
                </a:extLst>
              </a:tr>
              <a:tr h="0">
                <a:tc>
                  <a:txBody>
                    <a:bodyPr/>
                    <a:lstStyle/>
                    <a:p>
                      <a:pPr>
                        <a:buNone/>
                      </a:pPr>
                      <a:r>
                        <a:rPr lang="zh-CN" altLang="en-US" dirty="0"/>
                        <a:t>低</a:t>
                      </a:r>
                    </a:p>
                  </a:txBody>
                  <a:tcPr anchor="ctr">
                    <a:lnL>
                      <a:noFill/>
                    </a:lnL>
                    <a:lnR>
                      <a:noFill/>
                    </a:lnR>
                    <a:lnT>
                      <a:noFill/>
                    </a:lnT>
                    <a:lnB>
                      <a:noFill/>
                    </a:lnB>
                    <a:noFill/>
                  </a:tcPr>
                </a:tc>
                <a:tc>
                  <a:txBody>
                    <a:bodyPr/>
                    <a:lstStyle/>
                    <a:p>
                      <a:pPr>
                        <a:buNone/>
                      </a:pPr>
                      <a:r>
                        <a:rPr lang="zh-CN" altLang="en-US"/>
                        <a:t>低</a:t>
                      </a:r>
                    </a:p>
                  </a:txBody>
                  <a:tcPr anchor="ctr">
                    <a:lnL>
                      <a:noFill/>
                    </a:lnL>
                    <a:lnR>
                      <a:noFill/>
                    </a:lnR>
                    <a:lnT>
                      <a:noFill/>
                    </a:lnT>
                    <a:lnB>
                      <a:noFill/>
                    </a:lnB>
                    <a:noFill/>
                  </a:tcPr>
                </a:tc>
                <a:tc>
                  <a:txBody>
                    <a:bodyPr/>
                    <a:lstStyle/>
                    <a:p>
                      <a:pPr>
                        <a:buNone/>
                      </a:pPr>
                      <a:r>
                        <a:rPr lang="zh-CN" altLang="en-US" dirty="0"/>
                        <a:t>令其满意 </a:t>
                      </a:r>
                      <a:r>
                        <a:rPr lang="en-US" dirty="0"/>
                        <a:t>Minimal effort</a:t>
                      </a:r>
                    </a:p>
                  </a:txBody>
                  <a:tcPr anchor="ctr">
                    <a:lnL>
                      <a:noFill/>
                    </a:lnL>
                    <a:lnR>
                      <a:noFill/>
                    </a:lnR>
                    <a:lnT>
                      <a:noFill/>
                    </a:lnT>
                    <a:lnB>
                      <a:noFill/>
                    </a:lnB>
                    <a:noFill/>
                  </a:tcPr>
                </a:tc>
                <a:extLst>
                  <a:ext uri="{0D108BD9-81ED-4DB2-BD59-A6C34878D82A}">
                    <a16:rowId xmlns:a16="http://schemas.microsoft.com/office/drawing/2014/main" val="2885854794"/>
                  </a:ext>
                </a:extLst>
              </a:tr>
            </a:tbl>
          </a:graphicData>
        </a:graphic>
      </p:graphicFrame>
    </p:spTree>
    <p:extLst>
      <p:ext uri="{BB962C8B-B14F-4D97-AF65-F5344CB8AC3E}">
        <p14:creationId xmlns:p14="http://schemas.microsoft.com/office/powerpoint/2010/main" val="4076603631"/>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92E1B-CC01-8AC8-A66B-322CF5D88F17}"/>
            </a:ext>
          </a:extLst>
        </p:cNvPr>
        <p:cNvGrpSpPr/>
        <p:nvPr/>
      </p:nvGrpSpPr>
      <p:grpSpPr>
        <a:xfrm>
          <a:off x="0" y="0"/>
          <a:ext cx="0" cy="0"/>
          <a:chOff x="0" y="0"/>
          <a:chExt cx="0" cy="0"/>
        </a:xfrm>
      </p:grpSpPr>
      <p:pic>
        <p:nvPicPr>
          <p:cNvPr id="6" name="图片占位符 5">
            <a:extLst>
              <a:ext uri="{FF2B5EF4-FFF2-40B4-BE49-F238E27FC236}">
                <a16:creationId xmlns:a16="http://schemas.microsoft.com/office/drawing/2014/main" id="{27505069-8134-6A7E-341C-2B0F3E9FE1BB}"/>
              </a:ext>
            </a:extLst>
          </p:cNvPr>
          <p:cNvPicPr>
            <a:picLocks noGrp="1" noChangeAspect="1"/>
          </p:cNvPicPr>
          <p:nvPr>
            <p:ph type="pic" sz="quarter" idx="10"/>
          </p:nvPr>
        </p:nvPicPr>
        <p:blipFill>
          <a:blip r:embed="rId2"/>
          <a:srcRect l="17552" r="17552"/>
          <a:stretch/>
        </p:blipFill>
        <p:spPr>
          <a:xfrm>
            <a:off x="0" y="0"/>
            <a:ext cx="7912100" cy="6858000"/>
          </a:xfrm>
        </p:spPr>
      </p:pic>
      <p:sp>
        <p:nvSpPr>
          <p:cNvPr id="2" name="标题 1">
            <a:extLst>
              <a:ext uri="{FF2B5EF4-FFF2-40B4-BE49-F238E27FC236}">
                <a16:creationId xmlns:a16="http://schemas.microsoft.com/office/drawing/2014/main" id="{2FA2AC6E-2E60-4CC5-C9A6-F5BA80A3D0CA}"/>
              </a:ext>
            </a:extLst>
          </p:cNvPr>
          <p:cNvSpPr>
            <a:spLocks noGrp="1"/>
          </p:cNvSpPr>
          <p:nvPr>
            <p:ph type="ctrTitle"/>
          </p:nvPr>
        </p:nvSpPr>
        <p:spPr>
          <a:xfrm>
            <a:off x="4077578" y="3498981"/>
            <a:ext cx="7262228" cy="1440000"/>
          </a:xfrm>
        </p:spPr>
        <p:txBody>
          <a:bodyPr/>
          <a:lstStyle/>
          <a:p>
            <a:r>
              <a:rPr lang="zh-CN" altLang="en-US" dirty="0"/>
              <a:t>软件项目风险计划</a:t>
            </a:r>
          </a:p>
        </p:txBody>
      </p:sp>
      <p:sp>
        <p:nvSpPr>
          <p:cNvPr id="3" name="副标题 2">
            <a:extLst>
              <a:ext uri="{FF2B5EF4-FFF2-40B4-BE49-F238E27FC236}">
                <a16:creationId xmlns:a16="http://schemas.microsoft.com/office/drawing/2014/main" id="{D2E92DC8-52E0-411B-37EA-ADF0C576B182}"/>
              </a:ext>
            </a:extLst>
          </p:cNvPr>
          <p:cNvSpPr>
            <a:spLocks noGrp="1"/>
          </p:cNvSpPr>
          <p:nvPr>
            <p:ph type="subTitle" idx="1"/>
          </p:nvPr>
        </p:nvSpPr>
        <p:spPr>
          <a:xfrm>
            <a:off x="4077578" y="4938981"/>
            <a:ext cx="7262228" cy="900000"/>
          </a:xfrm>
        </p:spPr>
        <p:txBody>
          <a:bodyPr/>
          <a:lstStyle/>
          <a:p>
            <a:r>
              <a:rPr lang="en-US" altLang="zh-CN" dirty="0"/>
              <a:t>Section 9 Project Risk</a:t>
            </a:r>
            <a:endParaRPr lang="zh-CN" altLang="en-US" dirty="0"/>
          </a:p>
        </p:txBody>
      </p:sp>
      <p:sp>
        <p:nvSpPr>
          <p:cNvPr id="8" name="文本占位符 7">
            <a:extLst>
              <a:ext uri="{FF2B5EF4-FFF2-40B4-BE49-F238E27FC236}">
                <a16:creationId xmlns:a16="http://schemas.microsoft.com/office/drawing/2014/main" id="{49EC83D8-BFDC-74C7-9EE5-B930BB8DDDCE}"/>
              </a:ext>
            </a:extLst>
          </p:cNvPr>
          <p:cNvSpPr>
            <a:spLocks noGrp="1"/>
          </p:cNvSpPr>
          <p:nvPr>
            <p:ph type="body" sz="quarter" idx="11"/>
          </p:nvPr>
        </p:nvSpPr>
        <p:spPr/>
        <p:txBody>
          <a:bodyPr/>
          <a:lstStyle/>
          <a:p>
            <a:r>
              <a:rPr lang="zh-CN" altLang="en-US" dirty="0"/>
              <a:t>类型</a:t>
            </a:r>
            <a:endParaRPr lang="en-US" altLang="zh-CN" dirty="0"/>
          </a:p>
          <a:p>
            <a:r>
              <a:rPr lang="en-US" altLang="zh-CN" dirty="0"/>
              <a:t>3</a:t>
            </a:r>
            <a:r>
              <a:rPr lang="zh-CN" altLang="en-US" dirty="0"/>
              <a:t>要素</a:t>
            </a:r>
            <a:endParaRPr lang="en-US" altLang="zh-CN" dirty="0"/>
          </a:p>
          <a:p>
            <a:r>
              <a:rPr lang="en-US" altLang="zh-CN" dirty="0"/>
              <a:t>4</a:t>
            </a:r>
            <a:r>
              <a:rPr lang="zh-CN" altLang="en-US" dirty="0"/>
              <a:t>过程</a:t>
            </a:r>
          </a:p>
        </p:txBody>
      </p:sp>
    </p:spTree>
    <p:extLst>
      <p:ext uri="{BB962C8B-B14F-4D97-AF65-F5344CB8AC3E}">
        <p14:creationId xmlns:p14="http://schemas.microsoft.com/office/powerpoint/2010/main" val="727486452"/>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15361A0B-565C-7023-6ABD-0E5EA9F1A7A6}"/>
              </a:ext>
            </a:extLst>
          </p:cNvPr>
          <p:cNvSpPr>
            <a:spLocks noGrp="1"/>
          </p:cNvSpPr>
          <p:nvPr>
            <p:ph type="title"/>
          </p:nvPr>
        </p:nvSpPr>
        <p:spPr/>
        <p:txBody>
          <a:bodyPr/>
          <a:lstStyle/>
          <a:p>
            <a:r>
              <a:rPr lang="zh-CN" altLang="en-US" dirty="0"/>
              <a:t>风险定义</a:t>
            </a:r>
          </a:p>
        </p:txBody>
      </p:sp>
      <p:sp>
        <p:nvSpPr>
          <p:cNvPr id="3" name="内容占位符 2">
            <a:extLst>
              <a:ext uri="{FF2B5EF4-FFF2-40B4-BE49-F238E27FC236}">
                <a16:creationId xmlns:a16="http://schemas.microsoft.com/office/drawing/2014/main" id="{C0EC0E5A-BD73-5906-9071-34221B9112EB}"/>
              </a:ext>
            </a:extLst>
          </p:cNvPr>
          <p:cNvSpPr>
            <a:spLocks noGrp="1"/>
          </p:cNvSpPr>
          <p:nvPr>
            <p:ph idx="1"/>
          </p:nvPr>
        </p:nvSpPr>
        <p:spPr>
          <a:xfrm>
            <a:off x="696000" y="1080000"/>
            <a:ext cx="10800000" cy="5112000"/>
          </a:xfrm>
        </p:spPr>
        <p:txBody>
          <a:bodyPr/>
          <a:lstStyle/>
          <a:p>
            <a:r>
              <a:rPr lang="zh-CN" altLang="zh-CN" dirty="0"/>
              <a:t>风险是对潜在的、未来可能发生损害的一种度量</a:t>
            </a:r>
            <a:endParaRPr lang="en-US" altLang="zh-CN" dirty="0"/>
          </a:p>
          <a:p>
            <a:r>
              <a:rPr lang="zh-CN" altLang="zh-CN" dirty="0"/>
              <a:t>软件风险对软件开发过程及软件产品本身可能造成的伤害或损失。</a:t>
            </a:r>
            <a:endParaRPr lang="zh-CN" altLang="en-US" dirty="0"/>
          </a:p>
          <a:p>
            <a:endParaRPr lang="zh-CN" altLang="en-US" dirty="0"/>
          </a:p>
        </p:txBody>
      </p:sp>
      <p:sp>
        <p:nvSpPr>
          <p:cNvPr id="7" name="文本占位符 6">
            <a:extLst>
              <a:ext uri="{FF2B5EF4-FFF2-40B4-BE49-F238E27FC236}">
                <a16:creationId xmlns:a16="http://schemas.microsoft.com/office/drawing/2014/main" id="{EDDA363B-D62F-ECA3-FF2A-CA594FF77FB3}"/>
              </a:ext>
            </a:extLst>
          </p:cNvPr>
          <p:cNvSpPr>
            <a:spLocks noGrp="1"/>
          </p:cNvSpPr>
          <p:nvPr>
            <p:ph type="body" sz="quarter" idx="10"/>
          </p:nvPr>
        </p:nvSpPr>
        <p:spPr/>
        <p:txBody>
          <a:bodyPr/>
          <a:lstStyle/>
          <a:p>
            <a:r>
              <a:rPr lang="en-US" altLang="zh-CN" dirty="0"/>
              <a:t>Risk</a:t>
            </a:r>
            <a:endParaRPr lang="zh-CN" altLang="en-US" dirty="0"/>
          </a:p>
        </p:txBody>
      </p:sp>
    </p:spTree>
    <p:extLst>
      <p:ext uri="{BB962C8B-B14F-4D97-AF65-F5344CB8AC3E}">
        <p14:creationId xmlns:p14="http://schemas.microsoft.com/office/powerpoint/2010/main" val="2873615642"/>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066E777-684F-CAC8-57C7-9223DF2BA9E1}"/>
              </a:ext>
            </a:extLst>
          </p:cNvPr>
          <p:cNvSpPr>
            <a:spLocks noGrp="1"/>
          </p:cNvSpPr>
          <p:nvPr>
            <p:ph type="title"/>
          </p:nvPr>
        </p:nvSpPr>
        <p:spPr>
          <a:xfrm>
            <a:off x="695998" y="360000"/>
            <a:ext cx="7200000" cy="424732"/>
          </a:xfrm>
        </p:spPr>
        <p:txBody>
          <a:bodyPr>
            <a:normAutofit/>
          </a:bodyPr>
          <a:lstStyle/>
          <a:p>
            <a:r>
              <a:rPr lang="zh-CN" altLang="en-US" dirty="0"/>
              <a:t>风险曝光度 </a:t>
            </a:r>
            <a:r>
              <a:rPr lang="en-US" altLang="zh-CN" dirty="0"/>
              <a:t>Risk Exposure</a:t>
            </a:r>
            <a:endParaRPr lang="zh-CN" altLang="en-US" dirty="0"/>
          </a:p>
        </p:txBody>
      </p:sp>
      <p:sp>
        <p:nvSpPr>
          <p:cNvPr id="3" name="内容占位符 2">
            <a:extLst>
              <a:ext uri="{FF2B5EF4-FFF2-40B4-BE49-F238E27FC236}">
                <a16:creationId xmlns:a16="http://schemas.microsoft.com/office/drawing/2014/main" id="{4A547EE7-1307-FF8C-9F17-320997923783}"/>
              </a:ext>
            </a:extLst>
          </p:cNvPr>
          <p:cNvSpPr>
            <a:spLocks noGrp="1"/>
          </p:cNvSpPr>
          <p:nvPr>
            <p:ph idx="1"/>
          </p:nvPr>
        </p:nvSpPr>
        <p:spPr>
          <a:xfrm>
            <a:off x="696000" y="1080000"/>
            <a:ext cx="10800000" cy="5112000"/>
          </a:xfrm>
        </p:spPr>
        <p:txBody>
          <a:bodyPr/>
          <a:lstStyle/>
          <a:p>
            <a:r>
              <a:rPr lang="zh-CN" altLang="en-US" dirty="0"/>
              <a:t>风险概率*可能的损失</a:t>
            </a:r>
          </a:p>
          <a:p>
            <a:r>
              <a:rPr lang="zh-CN" altLang="en-US" dirty="0"/>
              <a:t>管理风险可能会带来新的风险</a:t>
            </a:r>
          </a:p>
          <a:p>
            <a:r>
              <a:rPr lang="zh-CN" altLang="en-US" dirty="0"/>
              <a:t>风险是客观存在的，不可能完全避免</a:t>
            </a:r>
          </a:p>
          <a:p>
            <a:r>
              <a:rPr lang="zh-CN" altLang="en-US" dirty="0"/>
              <a:t>风险管理应贯穿整个项目管理过程</a:t>
            </a:r>
          </a:p>
          <a:p>
            <a:endParaRPr lang="zh-CN" altLang="en-US" dirty="0"/>
          </a:p>
        </p:txBody>
      </p:sp>
      <p:sp>
        <p:nvSpPr>
          <p:cNvPr id="7" name="文本占位符 6">
            <a:extLst>
              <a:ext uri="{FF2B5EF4-FFF2-40B4-BE49-F238E27FC236}">
                <a16:creationId xmlns:a16="http://schemas.microsoft.com/office/drawing/2014/main" id="{2387A5B7-4AFF-C41D-7F2E-2F5F19117A3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08216162"/>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4BDBA0B4-1274-134A-B92A-FB9BF14F651C}"/>
              </a:ext>
            </a:extLst>
          </p:cNvPr>
          <p:cNvSpPr>
            <a:spLocks noGrp="1"/>
          </p:cNvSpPr>
          <p:nvPr>
            <p:ph type="body" sz="quarter" idx="10"/>
          </p:nvPr>
        </p:nvSpPr>
        <p:spPr/>
        <p:txBody>
          <a:bodyPr/>
          <a:lstStyle/>
          <a:p>
            <a:r>
              <a:rPr lang="zh-CN" altLang="en-US" dirty="0"/>
              <a:t>在风险管理中，通常需要进行风险监测，其目的不包括（ ）。</a:t>
            </a:r>
            <a:endParaRPr lang="en-US" altLang="zh-CN" dirty="0"/>
          </a:p>
          <a:p>
            <a:endParaRPr lang="zh-CN" altLang="en-US" dirty="0"/>
          </a:p>
          <a:p>
            <a:r>
              <a:rPr lang="en-US" altLang="zh-CN" dirty="0"/>
              <a:t>A. </a:t>
            </a:r>
            <a:r>
              <a:rPr lang="zh-CN" altLang="en-US" dirty="0"/>
              <a:t>消除风险</a:t>
            </a:r>
          </a:p>
          <a:p>
            <a:r>
              <a:rPr lang="en-US" altLang="zh-CN" dirty="0"/>
              <a:t>B. </a:t>
            </a:r>
            <a:r>
              <a:rPr lang="zh-CN" altLang="en-US" dirty="0"/>
              <a:t>评估所预测的风险是否发生</a:t>
            </a:r>
          </a:p>
          <a:p>
            <a:r>
              <a:rPr lang="en-US" altLang="zh-CN" dirty="0"/>
              <a:t>C. </a:t>
            </a:r>
            <a:r>
              <a:rPr lang="zh-CN" altLang="en-US" dirty="0"/>
              <a:t>保证正确实施了风险缓解步骤</a:t>
            </a:r>
          </a:p>
          <a:p>
            <a:r>
              <a:rPr lang="en-US" altLang="zh-CN" dirty="0"/>
              <a:t>D. </a:t>
            </a:r>
            <a:r>
              <a:rPr lang="zh-CN" altLang="en-US" dirty="0"/>
              <a:t>收集用于后续进行风险分析的信息</a:t>
            </a:r>
          </a:p>
        </p:txBody>
      </p:sp>
    </p:spTree>
    <p:extLst>
      <p:ext uri="{BB962C8B-B14F-4D97-AF65-F5344CB8AC3E}">
        <p14:creationId xmlns:p14="http://schemas.microsoft.com/office/powerpoint/2010/main" val="1905268078"/>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内容占位符 20">
            <a:extLst>
              <a:ext uri="{FF2B5EF4-FFF2-40B4-BE49-F238E27FC236}">
                <a16:creationId xmlns:a16="http://schemas.microsoft.com/office/drawing/2014/main" id="{779E8394-A7B2-0749-E9F1-362CE870A853}"/>
              </a:ext>
            </a:extLst>
          </p:cNvPr>
          <p:cNvSpPr>
            <a:spLocks noGrp="1"/>
          </p:cNvSpPr>
          <p:nvPr>
            <p:ph idx="1"/>
          </p:nvPr>
        </p:nvSpPr>
        <p:spPr>
          <a:xfrm>
            <a:off x="696000" y="1080000"/>
            <a:ext cx="10800000" cy="5112000"/>
          </a:xfrm>
        </p:spPr>
        <p:txBody>
          <a:bodyPr/>
          <a:lstStyle/>
          <a:p>
            <a:endParaRPr lang="zh-CN" altLang="en-US" dirty="0"/>
          </a:p>
        </p:txBody>
      </p:sp>
      <p:sp>
        <p:nvSpPr>
          <p:cNvPr id="2" name="标题 1">
            <a:extLst>
              <a:ext uri="{FF2B5EF4-FFF2-40B4-BE49-F238E27FC236}">
                <a16:creationId xmlns:a16="http://schemas.microsoft.com/office/drawing/2014/main" id="{F3F1A405-8053-D546-D28C-96878C1B8B0B}"/>
              </a:ext>
            </a:extLst>
          </p:cNvPr>
          <p:cNvSpPr>
            <a:spLocks noGrp="1"/>
          </p:cNvSpPr>
          <p:nvPr>
            <p:ph type="title"/>
          </p:nvPr>
        </p:nvSpPr>
        <p:spPr>
          <a:xfrm>
            <a:off x="695998" y="360000"/>
            <a:ext cx="7200000" cy="424732"/>
          </a:xfrm>
        </p:spPr>
        <p:txBody>
          <a:bodyPr>
            <a:normAutofit/>
          </a:bodyPr>
          <a:lstStyle/>
          <a:p>
            <a:r>
              <a:rPr lang="zh-CN" altLang="en-US" dirty="0"/>
              <a:t>风险类型</a:t>
            </a:r>
          </a:p>
        </p:txBody>
      </p:sp>
      <p:sp>
        <p:nvSpPr>
          <p:cNvPr id="4" name="文本占位符 3">
            <a:extLst>
              <a:ext uri="{FF2B5EF4-FFF2-40B4-BE49-F238E27FC236}">
                <a16:creationId xmlns:a16="http://schemas.microsoft.com/office/drawing/2014/main" id="{065B829C-66A5-32AB-3718-593C67C41EDD}"/>
              </a:ext>
            </a:extLst>
          </p:cNvPr>
          <p:cNvSpPr>
            <a:spLocks noGrp="1"/>
          </p:cNvSpPr>
          <p:nvPr>
            <p:ph type="body" sz="quarter" idx="10"/>
          </p:nvPr>
        </p:nvSpPr>
        <p:spPr>
          <a:xfrm>
            <a:off x="6702424" y="360001"/>
            <a:ext cx="4793575" cy="424731"/>
          </a:xfrm>
        </p:spPr>
        <p:txBody>
          <a:bodyPr/>
          <a:lstStyle/>
          <a:p>
            <a:r>
              <a:rPr lang="en-US" altLang="zh-CN" dirty="0"/>
              <a:t>Risk</a:t>
            </a:r>
            <a:endParaRPr lang="zh-CN" altLang="en-US" dirty="0"/>
          </a:p>
        </p:txBody>
      </p:sp>
      <p:sp>
        <p:nvSpPr>
          <p:cNvPr id="26" name="矩形: 圆角 25">
            <a:extLst>
              <a:ext uri="{FF2B5EF4-FFF2-40B4-BE49-F238E27FC236}">
                <a16:creationId xmlns:a16="http://schemas.microsoft.com/office/drawing/2014/main" id="{01EB9A67-1F99-9040-F429-82403580C4DB}"/>
              </a:ext>
            </a:extLst>
          </p:cNvPr>
          <p:cNvSpPr/>
          <p:nvPr/>
        </p:nvSpPr>
        <p:spPr>
          <a:xfrm>
            <a:off x="4028994" y="1669800"/>
            <a:ext cx="5034013" cy="1872000"/>
          </a:xfrm>
          <a:prstGeom prst="roundRect">
            <a:avLst>
              <a:gd name="adj" fmla="val 3299"/>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1080000" rtlCol="0" anchor="ctr"/>
          <a:lstStyle/>
          <a:p>
            <a:r>
              <a:rPr lang="zh-CN" altLang="en-US" dirty="0">
                <a:solidFill>
                  <a:schemeClr val="tx1"/>
                </a:solidFill>
              </a:rPr>
              <a:t>已知风险 </a:t>
            </a:r>
            <a:r>
              <a:rPr lang="en-US" altLang="zh-CN" dirty="0">
                <a:solidFill>
                  <a:schemeClr val="tx1"/>
                </a:solidFill>
              </a:rPr>
              <a:t>Known known</a:t>
            </a:r>
          </a:p>
          <a:p>
            <a:r>
              <a:rPr lang="zh-CN" altLang="en-US" dirty="0">
                <a:solidFill>
                  <a:schemeClr val="tx1"/>
                </a:solidFill>
              </a:rPr>
              <a:t>可预测风险 </a:t>
            </a:r>
            <a:r>
              <a:rPr lang="en-US" altLang="zh-CN" dirty="0">
                <a:solidFill>
                  <a:schemeClr val="tx1"/>
                </a:solidFill>
              </a:rPr>
              <a:t>Known unknown </a:t>
            </a:r>
          </a:p>
          <a:p>
            <a:r>
              <a:rPr lang="zh-CN" altLang="en-US" dirty="0">
                <a:solidFill>
                  <a:schemeClr val="tx1"/>
                </a:solidFill>
              </a:rPr>
              <a:t>不可预测风险 </a:t>
            </a:r>
            <a:r>
              <a:rPr lang="en-US" altLang="zh-CN" dirty="0">
                <a:solidFill>
                  <a:schemeClr val="tx1"/>
                </a:solidFill>
              </a:rPr>
              <a:t>unknown unknown</a:t>
            </a:r>
            <a:endParaRPr lang="zh-CN" altLang="en-US" dirty="0">
              <a:solidFill>
                <a:schemeClr val="tx1"/>
              </a:solidFill>
            </a:endParaRPr>
          </a:p>
        </p:txBody>
      </p:sp>
      <p:sp useBgFill="1">
        <p:nvSpPr>
          <p:cNvPr id="24" name="椭圆 23">
            <a:extLst>
              <a:ext uri="{FF2B5EF4-FFF2-40B4-BE49-F238E27FC236}">
                <a16:creationId xmlns:a16="http://schemas.microsoft.com/office/drawing/2014/main" id="{559E505D-8730-6DEF-DD20-2B1EFC27626B}"/>
              </a:ext>
            </a:extLst>
          </p:cNvPr>
          <p:cNvSpPr>
            <a:spLocks noChangeAspect="1"/>
          </p:cNvSpPr>
          <p:nvPr/>
        </p:nvSpPr>
        <p:spPr>
          <a:xfrm>
            <a:off x="3056994" y="1633800"/>
            <a:ext cx="1944000" cy="19440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5" name="椭圆 24">
            <a:extLst>
              <a:ext uri="{FF2B5EF4-FFF2-40B4-BE49-F238E27FC236}">
                <a16:creationId xmlns:a16="http://schemas.microsoft.com/office/drawing/2014/main" id="{5FD3B350-E310-8E20-6E47-BD3EC35F32D2}"/>
              </a:ext>
            </a:extLst>
          </p:cNvPr>
          <p:cNvSpPr>
            <a:spLocks noChangeAspect="1"/>
          </p:cNvSpPr>
          <p:nvPr/>
        </p:nvSpPr>
        <p:spPr>
          <a:xfrm>
            <a:off x="3128994" y="1705800"/>
            <a:ext cx="1800000" cy="1800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dirty="0"/>
              <a:t>预测角度</a:t>
            </a:r>
          </a:p>
        </p:txBody>
      </p:sp>
      <p:sp>
        <p:nvSpPr>
          <p:cNvPr id="29" name="矩形: 圆角 28">
            <a:extLst>
              <a:ext uri="{FF2B5EF4-FFF2-40B4-BE49-F238E27FC236}">
                <a16:creationId xmlns:a16="http://schemas.microsoft.com/office/drawing/2014/main" id="{F2EB48A2-5B80-C4A7-E6B3-B9FC4DF544AE}"/>
              </a:ext>
            </a:extLst>
          </p:cNvPr>
          <p:cNvSpPr/>
          <p:nvPr/>
        </p:nvSpPr>
        <p:spPr>
          <a:xfrm>
            <a:off x="4100994" y="3730200"/>
            <a:ext cx="5034013" cy="1872000"/>
          </a:xfrm>
          <a:prstGeom prst="roundRect">
            <a:avLst>
              <a:gd name="adj" fmla="val 3299"/>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1080000" rtlCol="0" anchor="ctr"/>
          <a:lstStyle/>
          <a:p>
            <a:r>
              <a:rPr lang="zh-CN" altLang="en-US" dirty="0">
                <a:solidFill>
                  <a:schemeClr val="tx1"/>
                </a:solidFill>
              </a:rPr>
              <a:t>商业风险、管理风险、人员风险、技术风险、开发环境风险、客户风险、过程风险、产品规模风险等。</a:t>
            </a:r>
          </a:p>
        </p:txBody>
      </p:sp>
      <p:sp useBgFill="1">
        <p:nvSpPr>
          <p:cNvPr id="30" name="椭圆 29">
            <a:extLst>
              <a:ext uri="{FF2B5EF4-FFF2-40B4-BE49-F238E27FC236}">
                <a16:creationId xmlns:a16="http://schemas.microsoft.com/office/drawing/2014/main" id="{4135D35B-7347-C479-FAA8-7243B061AFBC}"/>
              </a:ext>
            </a:extLst>
          </p:cNvPr>
          <p:cNvSpPr>
            <a:spLocks noChangeAspect="1"/>
          </p:cNvSpPr>
          <p:nvPr/>
        </p:nvSpPr>
        <p:spPr>
          <a:xfrm>
            <a:off x="3128994" y="3694200"/>
            <a:ext cx="1944000" cy="19440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1" name="椭圆 30">
            <a:extLst>
              <a:ext uri="{FF2B5EF4-FFF2-40B4-BE49-F238E27FC236}">
                <a16:creationId xmlns:a16="http://schemas.microsoft.com/office/drawing/2014/main" id="{48B1AAA5-F3FC-DDCC-1342-35B361927B07}"/>
              </a:ext>
            </a:extLst>
          </p:cNvPr>
          <p:cNvSpPr>
            <a:spLocks noChangeAspect="1"/>
          </p:cNvSpPr>
          <p:nvPr/>
        </p:nvSpPr>
        <p:spPr>
          <a:xfrm>
            <a:off x="3200994" y="3766200"/>
            <a:ext cx="1800000" cy="1800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dirty="0"/>
              <a:t>范围角度</a:t>
            </a:r>
          </a:p>
        </p:txBody>
      </p:sp>
    </p:spTree>
    <p:extLst>
      <p:ext uri="{BB962C8B-B14F-4D97-AF65-F5344CB8AC3E}">
        <p14:creationId xmlns:p14="http://schemas.microsoft.com/office/powerpoint/2010/main" val="3069181260"/>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F011341-F3F5-4FB8-3FB0-EB4F2F3BC121}"/>
              </a:ext>
            </a:extLst>
          </p:cNvPr>
          <p:cNvSpPr>
            <a:spLocks noGrp="1"/>
          </p:cNvSpPr>
          <p:nvPr>
            <p:ph type="title"/>
          </p:nvPr>
        </p:nvSpPr>
        <p:spPr/>
        <p:txBody>
          <a:bodyPr/>
          <a:lstStyle/>
          <a:p>
            <a:r>
              <a:rPr lang="zh-CN" altLang="en-US" dirty="0"/>
              <a:t>风险</a:t>
            </a:r>
            <a:r>
              <a:rPr lang="en-US" altLang="zh-CN" dirty="0"/>
              <a:t>3</a:t>
            </a:r>
            <a:r>
              <a:rPr lang="zh-CN" altLang="en-US" dirty="0"/>
              <a:t>个要素</a:t>
            </a:r>
          </a:p>
        </p:txBody>
      </p:sp>
      <p:sp>
        <p:nvSpPr>
          <p:cNvPr id="3" name="内容占位符 2">
            <a:extLst>
              <a:ext uri="{FF2B5EF4-FFF2-40B4-BE49-F238E27FC236}">
                <a16:creationId xmlns:a16="http://schemas.microsoft.com/office/drawing/2014/main" id="{CFC541F1-FF1E-B63F-3E29-DFA05055E338}"/>
              </a:ext>
            </a:extLst>
          </p:cNvPr>
          <p:cNvSpPr>
            <a:spLocks noGrp="1"/>
          </p:cNvSpPr>
          <p:nvPr>
            <p:ph idx="1"/>
          </p:nvPr>
        </p:nvSpPr>
        <p:spPr/>
        <p:txBody>
          <a:bodyPr/>
          <a:lstStyle/>
          <a:p>
            <a:endParaRPr lang="zh-CN" altLang="en-US" dirty="0"/>
          </a:p>
        </p:txBody>
      </p:sp>
      <p:sp>
        <p:nvSpPr>
          <p:cNvPr id="4" name="文本占位符 3">
            <a:extLst>
              <a:ext uri="{FF2B5EF4-FFF2-40B4-BE49-F238E27FC236}">
                <a16:creationId xmlns:a16="http://schemas.microsoft.com/office/drawing/2014/main" id="{DD75DE52-A397-4D17-090A-A365021F6EDD}"/>
              </a:ext>
            </a:extLst>
          </p:cNvPr>
          <p:cNvSpPr>
            <a:spLocks noGrp="1"/>
          </p:cNvSpPr>
          <p:nvPr>
            <p:ph type="body" sz="quarter" idx="10"/>
          </p:nvPr>
        </p:nvSpPr>
        <p:spPr/>
        <p:txBody>
          <a:bodyPr/>
          <a:lstStyle/>
          <a:p>
            <a:r>
              <a:rPr lang="en-US" altLang="zh-CN" dirty="0"/>
              <a:t>Risk</a:t>
            </a:r>
            <a:endParaRPr lang="zh-CN" altLang="en-US" dirty="0"/>
          </a:p>
        </p:txBody>
      </p:sp>
      <p:graphicFrame>
        <p:nvGraphicFramePr>
          <p:cNvPr id="5" name="图示 4">
            <a:extLst>
              <a:ext uri="{FF2B5EF4-FFF2-40B4-BE49-F238E27FC236}">
                <a16:creationId xmlns:a16="http://schemas.microsoft.com/office/drawing/2014/main" id="{BF459B8C-642D-034F-BCC1-91B48B18E127}"/>
              </a:ext>
            </a:extLst>
          </p:cNvPr>
          <p:cNvGraphicFramePr/>
          <p:nvPr>
            <p:extLst>
              <p:ext uri="{D42A27DB-BD31-4B8C-83A1-F6EECF244321}">
                <p14:modId xmlns:p14="http://schemas.microsoft.com/office/powerpoint/2010/main" val="2367306395"/>
              </p:ext>
            </p:extLst>
          </p:nvPr>
        </p:nvGraphicFramePr>
        <p:xfrm>
          <a:off x="2387588" y="1848148"/>
          <a:ext cx="7416824" cy="31617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382383428"/>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E04AE96-883C-AC4C-5B52-DC85348D62F1}"/>
              </a:ext>
            </a:extLst>
          </p:cNvPr>
          <p:cNvSpPr>
            <a:spLocks noGrp="1"/>
          </p:cNvSpPr>
          <p:nvPr>
            <p:ph type="title"/>
          </p:nvPr>
        </p:nvSpPr>
        <p:spPr/>
        <p:txBody>
          <a:bodyPr/>
          <a:lstStyle/>
          <a:p>
            <a:r>
              <a:rPr lang="zh-CN" altLang="en-US" dirty="0"/>
              <a:t>风险</a:t>
            </a:r>
            <a:r>
              <a:rPr lang="en-US" altLang="zh-CN" dirty="0"/>
              <a:t>4</a:t>
            </a:r>
            <a:r>
              <a:rPr lang="zh-CN" altLang="en-US" dirty="0"/>
              <a:t>个过程</a:t>
            </a:r>
          </a:p>
        </p:txBody>
      </p:sp>
      <p:sp>
        <p:nvSpPr>
          <p:cNvPr id="3" name="内容占位符 2">
            <a:extLst>
              <a:ext uri="{FF2B5EF4-FFF2-40B4-BE49-F238E27FC236}">
                <a16:creationId xmlns:a16="http://schemas.microsoft.com/office/drawing/2014/main" id="{32D252C7-0F7D-13EA-79C7-11AAF89A90AF}"/>
              </a:ext>
            </a:extLst>
          </p:cNvPr>
          <p:cNvSpPr>
            <a:spLocks noGrp="1"/>
          </p:cNvSpPr>
          <p:nvPr>
            <p:ph idx="1"/>
          </p:nvPr>
        </p:nvSpPr>
        <p:spPr>
          <a:xfrm>
            <a:off x="696000" y="1080000"/>
            <a:ext cx="10800000" cy="5112000"/>
          </a:xfrm>
        </p:spPr>
        <p:txBody>
          <a:bodyPr/>
          <a:lstStyle/>
          <a:p>
            <a:endParaRPr lang="zh-CN" altLang="en-US"/>
          </a:p>
        </p:txBody>
      </p:sp>
      <p:sp>
        <p:nvSpPr>
          <p:cNvPr id="4" name="文本占位符 3">
            <a:extLst>
              <a:ext uri="{FF2B5EF4-FFF2-40B4-BE49-F238E27FC236}">
                <a16:creationId xmlns:a16="http://schemas.microsoft.com/office/drawing/2014/main" id="{FF7ADC87-433E-D27E-ED1B-FC45F43DD6E9}"/>
              </a:ext>
            </a:extLst>
          </p:cNvPr>
          <p:cNvSpPr>
            <a:spLocks noGrp="1"/>
          </p:cNvSpPr>
          <p:nvPr>
            <p:ph type="body" sz="quarter" idx="10"/>
          </p:nvPr>
        </p:nvSpPr>
        <p:spPr/>
        <p:txBody>
          <a:bodyPr/>
          <a:lstStyle/>
          <a:p>
            <a:endParaRPr lang="zh-CN" altLang="en-US"/>
          </a:p>
        </p:txBody>
      </p:sp>
      <p:sp>
        <p:nvSpPr>
          <p:cNvPr id="5" name="Text Box 2052">
            <a:extLst>
              <a:ext uri="{FF2B5EF4-FFF2-40B4-BE49-F238E27FC236}">
                <a16:creationId xmlns:a16="http://schemas.microsoft.com/office/drawing/2014/main" id="{CA1D709B-CDCF-07F3-9E26-06DD038859A6}"/>
              </a:ext>
            </a:extLst>
          </p:cNvPr>
          <p:cNvSpPr txBox="1">
            <a:spLocks noChangeArrowheads="1"/>
          </p:cNvSpPr>
          <p:nvPr/>
        </p:nvSpPr>
        <p:spPr bwMode="auto">
          <a:xfrm>
            <a:off x="2514600" y="2235795"/>
            <a:ext cx="1905000" cy="525886"/>
          </a:xfrm>
          <a:prstGeom prst="rect">
            <a:avLst/>
          </a:prstGeom>
          <a:ln>
            <a:headEnd type="none" w="sm" len="sm"/>
            <a:tailEnd type="none" w="med" len="lg"/>
          </a:ln>
        </p:spPr>
        <p:style>
          <a:lnRef idx="0">
            <a:schemeClr val="accent6"/>
          </a:lnRef>
          <a:fillRef idx="3">
            <a:schemeClr val="accent6"/>
          </a:fillRef>
          <a:effectRef idx="3">
            <a:schemeClr val="accent6"/>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2000" dirty="0">
                <a:solidFill>
                  <a:schemeClr val="bg1"/>
                </a:solidFill>
              </a:rPr>
              <a:t>风险识别</a:t>
            </a:r>
          </a:p>
        </p:txBody>
      </p:sp>
      <p:sp>
        <p:nvSpPr>
          <p:cNvPr id="6" name="Text Box 2053">
            <a:extLst>
              <a:ext uri="{FF2B5EF4-FFF2-40B4-BE49-F238E27FC236}">
                <a16:creationId xmlns:a16="http://schemas.microsoft.com/office/drawing/2014/main" id="{E2257356-D1E9-BF5D-191C-5EF6C4999A39}"/>
              </a:ext>
            </a:extLst>
          </p:cNvPr>
          <p:cNvSpPr txBox="1">
            <a:spLocks noChangeArrowheads="1"/>
          </p:cNvSpPr>
          <p:nvPr/>
        </p:nvSpPr>
        <p:spPr bwMode="auto">
          <a:xfrm>
            <a:off x="4267200" y="3035895"/>
            <a:ext cx="1905000" cy="525886"/>
          </a:xfrm>
          <a:prstGeom prst="rect">
            <a:avLst/>
          </a:prstGeom>
          <a:ln>
            <a:headEnd type="none" w="sm" len="sm"/>
            <a:tailEnd type="none" w="med" len="lg"/>
          </a:ln>
        </p:spPr>
        <p:style>
          <a:lnRef idx="0">
            <a:schemeClr val="accent5"/>
          </a:lnRef>
          <a:fillRef idx="3">
            <a:schemeClr val="accent5"/>
          </a:fillRef>
          <a:effectRef idx="3">
            <a:schemeClr val="accent5"/>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2000" dirty="0">
                <a:solidFill>
                  <a:schemeClr val="bg1"/>
                </a:solidFill>
              </a:rPr>
              <a:t>风险评估</a:t>
            </a:r>
          </a:p>
        </p:txBody>
      </p:sp>
      <p:sp>
        <p:nvSpPr>
          <p:cNvPr id="7" name="Text Box 2054">
            <a:extLst>
              <a:ext uri="{FF2B5EF4-FFF2-40B4-BE49-F238E27FC236}">
                <a16:creationId xmlns:a16="http://schemas.microsoft.com/office/drawing/2014/main" id="{AC792638-07F2-9765-3355-DED555C83E5A}"/>
              </a:ext>
            </a:extLst>
          </p:cNvPr>
          <p:cNvSpPr txBox="1">
            <a:spLocks noChangeArrowheads="1"/>
          </p:cNvSpPr>
          <p:nvPr/>
        </p:nvSpPr>
        <p:spPr bwMode="auto">
          <a:xfrm>
            <a:off x="6019800" y="3835995"/>
            <a:ext cx="1905000" cy="525886"/>
          </a:xfrm>
          <a:prstGeom prst="rect">
            <a:avLst/>
          </a:prstGeom>
          <a:ln>
            <a:headEnd type="none" w="sm" len="sm"/>
            <a:tailEnd type="none" w="med" len="lg"/>
          </a:ln>
        </p:spPr>
        <p:style>
          <a:lnRef idx="0">
            <a:schemeClr val="accent4"/>
          </a:lnRef>
          <a:fillRef idx="3">
            <a:schemeClr val="accent4"/>
          </a:fillRef>
          <a:effectRef idx="3">
            <a:schemeClr val="accent4"/>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2000" dirty="0">
                <a:solidFill>
                  <a:schemeClr val="bg1"/>
                </a:solidFill>
              </a:rPr>
              <a:t>风险规划</a:t>
            </a:r>
          </a:p>
        </p:txBody>
      </p:sp>
      <p:sp>
        <p:nvSpPr>
          <p:cNvPr id="8" name="Text Box 2055">
            <a:extLst>
              <a:ext uri="{FF2B5EF4-FFF2-40B4-BE49-F238E27FC236}">
                <a16:creationId xmlns:a16="http://schemas.microsoft.com/office/drawing/2014/main" id="{7D1DD01A-9198-EFCF-7C69-D78D1E069B05}"/>
              </a:ext>
            </a:extLst>
          </p:cNvPr>
          <p:cNvSpPr txBox="1">
            <a:spLocks noChangeArrowheads="1"/>
          </p:cNvSpPr>
          <p:nvPr/>
        </p:nvSpPr>
        <p:spPr bwMode="auto">
          <a:xfrm>
            <a:off x="7772400" y="4636095"/>
            <a:ext cx="1905000" cy="525886"/>
          </a:xfrm>
          <a:prstGeom prst="rect">
            <a:avLst/>
          </a:prstGeom>
          <a:ln>
            <a:headEnd type="none" w="sm" len="sm"/>
            <a:tailEnd type="none" w="med" len="lg"/>
          </a:ln>
        </p:spPr>
        <p:style>
          <a:lnRef idx="0">
            <a:schemeClr val="accent2"/>
          </a:lnRef>
          <a:fillRef idx="3">
            <a:schemeClr val="accent2"/>
          </a:fillRef>
          <a:effectRef idx="3">
            <a:schemeClr val="accent2"/>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2000" dirty="0">
                <a:solidFill>
                  <a:schemeClr val="bg1"/>
                </a:solidFill>
              </a:rPr>
              <a:t>风险控制</a:t>
            </a:r>
          </a:p>
        </p:txBody>
      </p:sp>
      <p:cxnSp>
        <p:nvCxnSpPr>
          <p:cNvPr id="10" name="连接符: 肘形 9">
            <a:extLst>
              <a:ext uri="{FF2B5EF4-FFF2-40B4-BE49-F238E27FC236}">
                <a16:creationId xmlns:a16="http://schemas.microsoft.com/office/drawing/2014/main" id="{F99466C6-96A9-6206-226E-A57C8ADB4FCC}"/>
              </a:ext>
            </a:extLst>
          </p:cNvPr>
          <p:cNvCxnSpPr>
            <a:stCxn id="5" idx="3"/>
            <a:endCxn id="6" idx="0"/>
          </p:cNvCxnSpPr>
          <p:nvPr/>
        </p:nvCxnSpPr>
        <p:spPr>
          <a:xfrm>
            <a:off x="4419600" y="2498738"/>
            <a:ext cx="800100" cy="537157"/>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 name="连接符: 肘形 11">
            <a:extLst>
              <a:ext uri="{FF2B5EF4-FFF2-40B4-BE49-F238E27FC236}">
                <a16:creationId xmlns:a16="http://schemas.microsoft.com/office/drawing/2014/main" id="{1DF7859D-94F7-EE56-DA38-967BA5771DA5}"/>
              </a:ext>
            </a:extLst>
          </p:cNvPr>
          <p:cNvCxnSpPr>
            <a:stCxn id="6" idx="3"/>
            <a:endCxn id="7" idx="0"/>
          </p:cNvCxnSpPr>
          <p:nvPr/>
        </p:nvCxnSpPr>
        <p:spPr>
          <a:xfrm>
            <a:off x="6172200" y="3298838"/>
            <a:ext cx="800100" cy="537157"/>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27EB518E-9970-9347-2919-FBDA91345FD2}"/>
              </a:ext>
            </a:extLst>
          </p:cNvPr>
          <p:cNvCxnSpPr>
            <a:stCxn id="7" idx="3"/>
            <a:endCxn id="8" idx="0"/>
          </p:cNvCxnSpPr>
          <p:nvPr/>
        </p:nvCxnSpPr>
        <p:spPr>
          <a:xfrm>
            <a:off x="7924800" y="4098938"/>
            <a:ext cx="800100" cy="537157"/>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90122500"/>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3BC44F0-92C4-C4B4-A33A-9DE7C4C8C932}"/>
              </a:ext>
            </a:extLst>
          </p:cNvPr>
          <p:cNvSpPr>
            <a:spLocks noGrp="1"/>
          </p:cNvSpPr>
          <p:nvPr>
            <p:ph type="title"/>
          </p:nvPr>
        </p:nvSpPr>
        <p:spPr/>
        <p:txBody>
          <a:bodyPr>
            <a:normAutofit/>
          </a:bodyPr>
          <a:lstStyle/>
          <a:p>
            <a:r>
              <a:rPr lang="en-US" altLang="zh-CN" dirty="0"/>
              <a:t>SWOT</a:t>
            </a:r>
            <a:endParaRPr lang="zh-CN" altLang="en-US" dirty="0"/>
          </a:p>
        </p:txBody>
      </p:sp>
      <p:graphicFrame>
        <p:nvGraphicFramePr>
          <p:cNvPr id="5" name="内容占位符 4">
            <a:extLst>
              <a:ext uri="{FF2B5EF4-FFF2-40B4-BE49-F238E27FC236}">
                <a16:creationId xmlns:a16="http://schemas.microsoft.com/office/drawing/2014/main" id="{A1F2E5C5-23E0-44A1-BA78-3C0CB3147C40}"/>
              </a:ext>
            </a:extLst>
          </p:cNvPr>
          <p:cNvGraphicFramePr>
            <a:graphicFrameLocks noGrp="1"/>
          </p:cNvGraphicFramePr>
          <p:nvPr>
            <p:ph idx="1"/>
          </p:nvPr>
        </p:nvGraphicFramePr>
        <p:xfrm>
          <a:off x="695325" y="2172335"/>
          <a:ext cx="10801350" cy="2926080"/>
        </p:xfrm>
        <a:graphic>
          <a:graphicData uri="http://schemas.openxmlformats.org/drawingml/2006/table">
            <a:tbl>
              <a:tblPr/>
              <a:tblGrid>
                <a:gridCol w="3600450">
                  <a:extLst>
                    <a:ext uri="{9D8B030D-6E8A-4147-A177-3AD203B41FA5}">
                      <a16:colId xmlns:a16="http://schemas.microsoft.com/office/drawing/2014/main" val="3235320488"/>
                    </a:ext>
                  </a:extLst>
                </a:gridCol>
                <a:gridCol w="3600450">
                  <a:extLst>
                    <a:ext uri="{9D8B030D-6E8A-4147-A177-3AD203B41FA5}">
                      <a16:colId xmlns:a16="http://schemas.microsoft.com/office/drawing/2014/main" val="2701589756"/>
                    </a:ext>
                  </a:extLst>
                </a:gridCol>
                <a:gridCol w="3600450">
                  <a:extLst>
                    <a:ext uri="{9D8B030D-6E8A-4147-A177-3AD203B41FA5}">
                      <a16:colId xmlns:a16="http://schemas.microsoft.com/office/drawing/2014/main" val="3445678426"/>
                    </a:ext>
                  </a:extLst>
                </a:gridCol>
              </a:tblGrid>
              <a:tr h="0">
                <a:tc>
                  <a:txBody>
                    <a:bodyPr/>
                    <a:lstStyle/>
                    <a:p>
                      <a:pPr>
                        <a:buNone/>
                      </a:pPr>
                      <a:r>
                        <a:rPr lang="zh-CN" altLang="en-US"/>
                        <a:t>字母</a:t>
                      </a:r>
                    </a:p>
                  </a:txBody>
                  <a:tcPr anchor="ctr">
                    <a:lnL>
                      <a:noFill/>
                    </a:lnL>
                    <a:lnR>
                      <a:noFill/>
                    </a:lnR>
                    <a:lnT>
                      <a:noFill/>
                    </a:lnT>
                    <a:lnB>
                      <a:noFill/>
                    </a:lnB>
                    <a:noFill/>
                  </a:tcPr>
                </a:tc>
                <a:tc>
                  <a:txBody>
                    <a:bodyPr/>
                    <a:lstStyle/>
                    <a:p>
                      <a:pPr>
                        <a:buNone/>
                      </a:pPr>
                      <a:r>
                        <a:rPr lang="zh-CN" altLang="en-US"/>
                        <a:t>含义</a:t>
                      </a:r>
                    </a:p>
                  </a:txBody>
                  <a:tcPr anchor="ctr">
                    <a:lnL>
                      <a:noFill/>
                    </a:lnL>
                    <a:lnR>
                      <a:noFill/>
                    </a:lnR>
                    <a:lnT>
                      <a:noFill/>
                    </a:lnT>
                    <a:lnB>
                      <a:noFill/>
                    </a:lnB>
                    <a:noFill/>
                  </a:tcPr>
                </a:tc>
                <a:tc>
                  <a:txBody>
                    <a:bodyPr/>
                    <a:lstStyle/>
                    <a:p>
                      <a:pPr>
                        <a:buNone/>
                      </a:pPr>
                      <a:r>
                        <a:rPr lang="zh-CN" altLang="en-US"/>
                        <a:t>内容</a:t>
                      </a:r>
                    </a:p>
                  </a:txBody>
                  <a:tcPr anchor="ctr">
                    <a:lnL>
                      <a:noFill/>
                    </a:lnL>
                    <a:lnR>
                      <a:noFill/>
                    </a:lnR>
                    <a:lnT>
                      <a:noFill/>
                    </a:lnT>
                    <a:lnB>
                      <a:noFill/>
                    </a:lnB>
                    <a:noFill/>
                  </a:tcPr>
                </a:tc>
                <a:extLst>
                  <a:ext uri="{0D108BD9-81ED-4DB2-BD59-A6C34878D82A}">
                    <a16:rowId xmlns:a16="http://schemas.microsoft.com/office/drawing/2014/main" val="1578355106"/>
                  </a:ext>
                </a:extLst>
              </a:tr>
              <a:tr h="0">
                <a:tc>
                  <a:txBody>
                    <a:bodyPr/>
                    <a:lstStyle/>
                    <a:p>
                      <a:pPr>
                        <a:buNone/>
                      </a:pPr>
                      <a:r>
                        <a:rPr lang="en-US"/>
                        <a:t>S</a:t>
                      </a:r>
                    </a:p>
                  </a:txBody>
                  <a:tcPr anchor="ctr">
                    <a:lnL>
                      <a:noFill/>
                    </a:lnL>
                    <a:lnR>
                      <a:noFill/>
                    </a:lnR>
                    <a:lnT>
                      <a:noFill/>
                    </a:lnT>
                    <a:lnB>
                      <a:noFill/>
                    </a:lnB>
                    <a:noFill/>
                  </a:tcPr>
                </a:tc>
                <a:tc>
                  <a:txBody>
                    <a:bodyPr/>
                    <a:lstStyle/>
                    <a:p>
                      <a:pPr>
                        <a:buNone/>
                      </a:pPr>
                      <a:r>
                        <a:rPr lang="en-US"/>
                        <a:t>Strengths（</a:t>
                      </a:r>
                      <a:r>
                        <a:rPr lang="zh-CN" altLang="en-US"/>
                        <a:t>优势）</a:t>
                      </a:r>
                    </a:p>
                  </a:txBody>
                  <a:tcPr anchor="ctr">
                    <a:lnL>
                      <a:noFill/>
                    </a:lnL>
                    <a:lnR>
                      <a:noFill/>
                    </a:lnR>
                    <a:lnT>
                      <a:noFill/>
                    </a:lnT>
                    <a:lnB>
                      <a:noFill/>
                    </a:lnB>
                    <a:noFill/>
                  </a:tcPr>
                </a:tc>
                <a:tc>
                  <a:txBody>
                    <a:bodyPr/>
                    <a:lstStyle/>
                    <a:p>
                      <a:pPr>
                        <a:buNone/>
                      </a:pPr>
                      <a:r>
                        <a:rPr lang="zh-CN" altLang="en-US"/>
                        <a:t>组织内部的积极因素（如技术强、团队经验丰富）</a:t>
                      </a:r>
                    </a:p>
                  </a:txBody>
                  <a:tcPr anchor="ctr">
                    <a:lnL>
                      <a:noFill/>
                    </a:lnL>
                    <a:lnR>
                      <a:noFill/>
                    </a:lnR>
                    <a:lnT>
                      <a:noFill/>
                    </a:lnT>
                    <a:lnB>
                      <a:noFill/>
                    </a:lnB>
                    <a:noFill/>
                  </a:tcPr>
                </a:tc>
                <a:extLst>
                  <a:ext uri="{0D108BD9-81ED-4DB2-BD59-A6C34878D82A}">
                    <a16:rowId xmlns:a16="http://schemas.microsoft.com/office/drawing/2014/main" val="3466432399"/>
                  </a:ext>
                </a:extLst>
              </a:tr>
              <a:tr h="0">
                <a:tc>
                  <a:txBody>
                    <a:bodyPr/>
                    <a:lstStyle/>
                    <a:p>
                      <a:pPr>
                        <a:buNone/>
                      </a:pPr>
                      <a:r>
                        <a:rPr lang="en-US"/>
                        <a:t>W</a:t>
                      </a:r>
                    </a:p>
                  </a:txBody>
                  <a:tcPr anchor="ctr">
                    <a:lnL>
                      <a:noFill/>
                    </a:lnL>
                    <a:lnR>
                      <a:noFill/>
                    </a:lnR>
                    <a:lnT>
                      <a:noFill/>
                    </a:lnT>
                    <a:lnB>
                      <a:noFill/>
                    </a:lnB>
                    <a:noFill/>
                  </a:tcPr>
                </a:tc>
                <a:tc>
                  <a:txBody>
                    <a:bodyPr/>
                    <a:lstStyle/>
                    <a:p>
                      <a:pPr>
                        <a:buNone/>
                      </a:pPr>
                      <a:r>
                        <a:rPr lang="en-US"/>
                        <a:t>Weaknesses（</a:t>
                      </a:r>
                      <a:r>
                        <a:rPr lang="zh-CN" altLang="en-US"/>
                        <a:t>劣势）</a:t>
                      </a:r>
                    </a:p>
                  </a:txBody>
                  <a:tcPr anchor="ctr">
                    <a:lnL>
                      <a:noFill/>
                    </a:lnL>
                    <a:lnR>
                      <a:noFill/>
                    </a:lnR>
                    <a:lnT>
                      <a:noFill/>
                    </a:lnT>
                    <a:lnB>
                      <a:noFill/>
                    </a:lnB>
                    <a:noFill/>
                  </a:tcPr>
                </a:tc>
                <a:tc>
                  <a:txBody>
                    <a:bodyPr/>
                    <a:lstStyle/>
                    <a:p>
                      <a:pPr>
                        <a:buNone/>
                      </a:pPr>
                      <a:r>
                        <a:rPr lang="zh-CN" altLang="en-US"/>
                        <a:t>组织内部的消极因素（如资源不足、流程混乱）</a:t>
                      </a:r>
                    </a:p>
                  </a:txBody>
                  <a:tcPr anchor="ctr">
                    <a:lnL>
                      <a:noFill/>
                    </a:lnL>
                    <a:lnR>
                      <a:noFill/>
                    </a:lnR>
                    <a:lnT>
                      <a:noFill/>
                    </a:lnT>
                    <a:lnB>
                      <a:noFill/>
                    </a:lnB>
                    <a:noFill/>
                  </a:tcPr>
                </a:tc>
                <a:extLst>
                  <a:ext uri="{0D108BD9-81ED-4DB2-BD59-A6C34878D82A}">
                    <a16:rowId xmlns:a16="http://schemas.microsoft.com/office/drawing/2014/main" val="1920212666"/>
                  </a:ext>
                </a:extLst>
              </a:tr>
              <a:tr h="0">
                <a:tc>
                  <a:txBody>
                    <a:bodyPr/>
                    <a:lstStyle/>
                    <a:p>
                      <a:pPr>
                        <a:buNone/>
                      </a:pPr>
                      <a:r>
                        <a:rPr lang="en-US"/>
                        <a:t>O</a:t>
                      </a:r>
                    </a:p>
                  </a:txBody>
                  <a:tcPr anchor="ctr">
                    <a:lnL>
                      <a:noFill/>
                    </a:lnL>
                    <a:lnR>
                      <a:noFill/>
                    </a:lnR>
                    <a:lnT>
                      <a:noFill/>
                    </a:lnT>
                    <a:lnB>
                      <a:noFill/>
                    </a:lnB>
                    <a:noFill/>
                  </a:tcPr>
                </a:tc>
                <a:tc>
                  <a:txBody>
                    <a:bodyPr/>
                    <a:lstStyle/>
                    <a:p>
                      <a:pPr>
                        <a:buNone/>
                      </a:pPr>
                      <a:r>
                        <a:rPr lang="en-US"/>
                        <a:t>Opportunities（</a:t>
                      </a:r>
                      <a:r>
                        <a:rPr lang="zh-CN" altLang="en-US"/>
                        <a:t>机会）</a:t>
                      </a:r>
                    </a:p>
                  </a:txBody>
                  <a:tcPr anchor="ctr">
                    <a:lnL>
                      <a:noFill/>
                    </a:lnL>
                    <a:lnR>
                      <a:noFill/>
                    </a:lnR>
                    <a:lnT>
                      <a:noFill/>
                    </a:lnT>
                    <a:lnB>
                      <a:noFill/>
                    </a:lnB>
                    <a:noFill/>
                  </a:tcPr>
                </a:tc>
                <a:tc>
                  <a:txBody>
                    <a:bodyPr/>
                    <a:lstStyle/>
                    <a:p>
                      <a:pPr>
                        <a:buNone/>
                      </a:pPr>
                      <a:r>
                        <a:rPr lang="zh-CN" altLang="en-US"/>
                        <a:t>外部环境中的有利条件（如政策支持、市场需求增长）</a:t>
                      </a:r>
                    </a:p>
                  </a:txBody>
                  <a:tcPr anchor="ctr">
                    <a:lnL>
                      <a:noFill/>
                    </a:lnL>
                    <a:lnR>
                      <a:noFill/>
                    </a:lnR>
                    <a:lnT>
                      <a:noFill/>
                    </a:lnT>
                    <a:lnB>
                      <a:noFill/>
                    </a:lnB>
                    <a:noFill/>
                  </a:tcPr>
                </a:tc>
                <a:extLst>
                  <a:ext uri="{0D108BD9-81ED-4DB2-BD59-A6C34878D82A}">
                    <a16:rowId xmlns:a16="http://schemas.microsoft.com/office/drawing/2014/main" val="2296084666"/>
                  </a:ext>
                </a:extLst>
              </a:tr>
              <a:tr h="0">
                <a:tc>
                  <a:txBody>
                    <a:bodyPr/>
                    <a:lstStyle/>
                    <a:p>
                      <a:pPr>
                        <a:buNone/>
                      </a:pPr>
                      <a:r>
                        <a:rPr lang="en-US"/>
                        <a:t>T</a:t>
                      </a:r>
                    </a:p>
                  </a:txBody>
                  <a:tcPr anchor="ctr">
                    <a:lnL>
                      <a:noFill/>
                    </a:lnL>
                    <a:lnR>
                      <a:noFill/>
                    </a:lnR>
                    <a:lnT>
                      <a:noFill/>
                    </a:lnT>
                    <a:lnB>
                      <a:noFill/>
                    </a:lnB>
                    <a:noFill/>
                  </a:tcPr>
                </a:tc>
                <a:tc>
                  <a:txBody>
                    <a:bodyPr/>
                    <a:lstStyle/>
                    <a:p>
                      <a:pPr>
                        <a:buNone/>
                      </a:pPr>
                      <a:r>
                        <a:rPr lang="en-US"/>
                        <a:t>Threats（</a:t>
                      </a:r>
                      <a:r>
                        <a:rPr lang="zh-CN" altLang="en-US"/>
                        <a:t>威胁）</a:t>
                      </a:r>
                    </a:p>
                  </a:txBody>
                  <a:tcPr anchor="ctr">
                    <a:lnL>
                      <a:noFill/>
                    </a:lnL>
                    <a:lnR>
                      <a:noFill/>
                    </a:lnR>
                    <a:lnT>
                      <a:noFill/>
                    </a:lnT>
                    <a:lnB>
                      <a:noFill/>
                    </a:lnB>
                    <a:noFill/>
                  </a:tcPr>
                </a:tc>
                <a:tc>
                  <a:txBody>
                    <a:bodyPr/>
                    <a:lstStyle/>
                    <a:p>
                      <a:pPr>
                        <a:buNone/>
                      </a:pPr>
                      <a:r>
                        <a:rPr lang="zh-CN" altLang="en-US" dirty="0"/>
                        <a:t>外部环境中的不利因素（如竞争加剧、法规变化）</a:t>
                      </a:r>
                    </a:p>
                  </a:txBody>
                  <a:tcPr anchor="ctr">
                    <a:lnL>
                      <a:noFill/>
                    </a:lnL>
                    <a:lnR>
                      <a:noFill/>
                    </a:lnR>
                    <a:lnT>
                      <a:noFill/>
                    </a:lnT>
                    <a:lnB>
                      <a:noFill/>
                    </a:lnB>
                    <a:noFill/>
                  </a:tcPr>
                </a:tc>
                <a:extLst>
                  <a:ext uri="{0D108BD9-81ED-4DB2-BD59-A6C34878D82A}">
                    <a16:rowId xmlns:a16="http://schemas.microsoft.com/office/drawing/2014/main" val="2796590102"/>
                  </a:ext>
                </a:extLst>
              </a:tr>
            </a:tbl>
          </a:graphicData>
        </a:graphic>
      </p:graphicFrame>
      <p:sp>
        <p:nvSpPr>
          <p:cNvPr id="4" name="文本占位符 3">
            <a:extLst>
              <a:ext uri="{FF2B5EF4-FFF2-40B4-BE49-F238E27FC236}">
                <a16:creationId xmlns:a16="http://schemas.microsoft.com/office/drawing/2014/main" id="{B1B1E4F2-0F21-B41A-E5B1-92F2B34E2C28}"/>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97068749"/>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5E864C-DE7A-373C-28CB-06F14EBB7435}"/>
            </a:ext>
          </a:extLst>
        </p:cNvPr>
        <p:cNvGrpSpPr/>
        <p:nvPr/>
      </p:nvGrpSpPr>
      <p:grpSpPr>
        <a:xfrm>
          <a:off x="0" y="0"/>
          <a:ext cx="0" cy="0"/>
          <a:chOff x="0" y="0"/>
          <a:chExt cx="0" cy="0"/>
        </a:xfrm>
      </p:grpSpPr>
      <p:pic>
        <p:nvPicPr>
          <p:cNvPr id="13" name="图片占位符 12">
            <a:extLst>
              <a:ext uri="{FF2B5EF4-FFF2-40B4-BE49-F238E27FC236}">
                <a16:creationId xmlns:a16="http://schemas.microsoft.com/office/drawing/2014/main" id="{8134C41F-B840-F4A9-4C6C-08964B75F661}"/>
              </a:ext>
            </a:extLst>
          </p:cNvPr>
          <p:cNvPicPr>
            <a:picLocks noGrp="1" noChangeAspect="1"/>
          </p:cNvPicPr>
          <p:nvPr>
            <p:ph type="pic" sz="quarter" idx="10"/>
          </p:nvPr>
        </p:nvPicPr>
        <p:blipFill>
          <a:blip r:embed="rId2"/>
          <a:srcRect l="17552" r="17552"/>
          <a:stretch/>
        </p:blipFill>
        <p:spPr>
          <a:xfrm>
            <a:off x="0" y="0"/>
            <a:ext cx="7912359" cy="6858000"/>
          </a:xfrm>
        </p:spPr>
      </p:pic>
      <p:sp>
        <p:nvSpPr>
          <p:cNvPr id="2" name="标题 1">
            <a:extLst>
              <a:ext uri="{FF2B5EF4-FFF2-40B4-BE49-F238E27FC236}">
                <a16:creationId xmlns:a16="http://schemas.microsoft.com/office/drawing/2014/main" id="{4C0C5531-7387-B661-BFEC-B09C57B0FBAA}"/>
              </a:ext>
            </a:extLst>
          </p:cNvPr>
          <p:cNvSpPr>
            <a:spLocks noGrp="1"/>
          </p:cNvSpPr>
          <p:nvPr>
            <p:ph type="ctrTitle"/>
          </p:nvPr>
        </p:nvSpPr>
        <p:spPr>
          <a:xfrm>
            <a:off x="4077578" y="3498981"/>
            <a:ext cx="7262228" cy="1440000"/>
          </a:xfrm>
        </p:spPr>
        <p:txBody>
          <a:bodyPr/>
          <a:lstStyle/>
          <a:p>
            <a:r>
              <a:rPr lang="zh-CN" altLang="en-US" dirty="0"/>
              <a:t>软件项目合同计划</a:t>
            </a:r>
          </a:p>
        </p:txBody>
      </p:sp>
      <p:sp>
        <p:nvSpPr>
          <p:cNvPr id="3" name="副标题 2">
            <a:extLst>
              <a:ext uri="{FF2B5EF4-FFF2-40B4-BE49-F238E27FC236}">
                <a16:creationId xmlns:a16="http://schemas.microsoft.com/office/drawing/2014/main" id="{DDD4B680-CFA0-3545-6F6D-5A5B2BDC2A9E}"/>
              </a:ext>
            </a:extLst>
          </p:cNvPr>
          <p:cNvSpPr>
            <a:spLocks noGrp="1"/>
          </p:cNvSpPr>
          <p:nvPr>
            <p:ph type="subTitle" idx="1"/>
          </p:nvPr>
        </p:nvSpPr>
        <p:spPr>
          <a:xfrm>
            <a:off x="4077578" y="4938981"/>
            <a:ext cx="7262228" cy="900000"/>
          </a:xfrm>
        </p:spPr>
        <p:txBody>
          <a:bodyPr/>
          <a:lstStyle/>
          <a:p>
            <a:r>
              <a:rPr lang="en-US" altLang="zh-CN" dirty="0"/>
              <a:t>Section 10 Project Contract</a:t>
            </a:r>
            <a:endParaRPr lang="zh-CN" altLang="en-US" dirty="0"/>
          </a:p>
        </p:txBody>
      </p:sp>
      <p:sp>
        <p:nvSpPr>
          <p:cNvPr id="7" name="文本占位符 6">
            <a:extLst>
              <a:ext uri="{FF2B5EF4-FFF2-40B4-BE49-F238E27FC236}">
                <a16:creationId xmlns:a16="http://schemas.microsoft.com/office/drawing/2014/main" id="{CD0DC986-6C52-389D-D888-384E2EB5718F}"/>
              </a:ext>
            </a:extLst>
          </p:cNvPr>
          <p:cNvSpPr>
            <a:spLocks noGrp="1"/>
          </p:cNvSpPr>
          <p:nvPr>
            <p:ph type="body" sz="quarter" idx="11"/>
          </p:nvPr>
        </p:nvSpPr>
        <p:spPr>
          <a:xfrm>
            <a:off x="7912100" y="1128713"/>
            <a:ext cx="3427413" cy="2300287"/>
          </a:xfrm>
        </p:spPr>
        <p:txBody>
          <a:bodyPr/>
          <a:lstStyle/>
          <a:p>
            <a:r>
              <a:rPr lang="zh-CN" altLang="en-US" dirty="0"/>
              <a:t>类型</a:t>
            </a:r>
          </a:p>
          <a:p>
            <a:r>
              <a:rPr lang="zh-CN" altLang="en-US" dirty="0"/>
              <a:t>签订</a:t>
            </a:r>
          </a:p>
          <a:p>
            <a:r>
              <a:rPr lang="zh-CN" altLang="en-US" dirty="0"/>
              <a:t>管理</a:t>
            </a:r>
          </a:p>
        </p:txBody>
      </p:sp>
    </p:spTree>
    <p:extLst>
      <p:ext uri="{BB962C8B-B14F-4D97-AF65-F5344CB8AC3E}">
        <p14:creationId xmlns:p14="http://schemas.microsoft.com/office/powerpoint/2010/main" val="910411400"/>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图形 5" descr="硬币">
            <a:extLst>
              <a:ext uri="{FF2B5EF4-FFF2-40B4-BE49-F238E27FC236}">
                <a16:creationId xmlns:a16="http://schemas.microsoft.com/office/drawing/2014/main" id="{F4B1C69E-0459-2730-8B96-4DB75D36A77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638800" y="2971800"/>
            <a:ext cx="914400" cy="914400"/>
          </a:xfrm>
          <a:prstGeom prst="rect">
            <a:avLst/>
          </a:prstGeom>
        </p:spPr>
      </p:pic>
    </p:spTree>
    <p:extLst>
      <p:ext uri="{BB962C8B-B14F-4D97-AF65-F5344CB8AC3E}">
        <p14:creationId xmlns:p14="http://schemas.microsoft.com/office/powerpoint/2010/main" val="3325319116"/>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a:extLst>
              <a:ext uri="{FF2B5EF4-FFF2-40B4-BE49-F238E27FC236}">
                <a16:creationId xmlns:a16="http://schemas.microsoft.com/office/drawing/2014/main" id="{3549B240-05D2-6DAB-FC46-A9585CDC32A9}"/>
              </a:ext>
            </a:extLst>
          </p:cNvPr>
          <p:cNvSpPr>
            <a:spLocks noGrp="1"/>
          </p:cNvSpPr>
          <p:nvPr>
            <p:ph type="title"/>
          </p:nvPr>
        </p:nvSpPr>
        <p:spPr>
          <a:xfrm>
            <a:off x="695998" y="360000"/>
            <a:ext cx="7200000" cy="424732"/>
          </a:xfrm>
        </p:spPr>
        <p:txBody>
          <a:bodyPr>
            <a:normAutofit/>
          </a:bodyPr>
          <a:lstStyle/>
          <a:p>
            <a:r>
              <a:rPr lang="zh-CN" altLang="en-US" dirty="0"/>
              <a:t>合同</a:t>
            </a:r>
          </a:p>
        </p:txBody>
      </p:sp>
      <p:sp>
        <p:nvSpPr>
          <p:cNvPr id="3" name="内容占位符 2">
            <a:extLst>
              <a:ext uri="{FF2B5EF4-FFF2-40B4-BE49-F238E27FC236}">
                <a16:creationId xmlns:a16="http://schemas.microsoft.com/office/drawing/2014/main" id="{F82CDEF5-AE47-C929-46F3-7753132DC443}"/>
              </a:ext>
            </a:extLst>
          </p:cNvPr>
          <p:cNvSpPr>
            <a:spLocks noGrp="1"/>
          </p:cNvSpPr>
          <p:nvPr>
            <p:ph idx="1"/>
          </p:nvPr>
        </p:nvSpPr>
        <p:spPr>
          <a:xfrm>
            <a:off x="696000" y="1080000"/>
            <a:ext cx="10800000" cy="5112000"/>
          </a:xfrm>
        </p:spPr>
        <p:txBody>
          <a:bodyPr/>
          <a:lstStyle/>
          <a:p>
            <a:r>
              <a:rPr lang="zh-CN" altLang="en-US" dirty="0"/>
              <a:t>合同是具有法律</a:t>
            </a:r>
            <a:r>
              <a:rPr lang="zh-CN" altLang="zh-CN" dirty="0"/>
              <a:t>效力</a:t>
            </a:r>
            <a:r>
              <a:rPr lang="zh-CN" altLang="en-US" dirty="0"/>
              <a:t>的协议</a:t>
            </a:r>
            <a:endParaRPr lang="en-US" altLang="zh-CN" dirty="0"/>
          </a:p>
          <a:p>
            <a:r>
              <a:rPr lang="zh-CN" altLang="en-US" dirty="0"/>
              <a:t>双方自愿达成的协议</a:t>
            </a:r>
            <a:endParaRPr lang="en-US" altLang="zh-CN" dirty="0"/>
          </a:p>
          <a:p>
            <a:r>
              <a:rPr lang="zh-CN" altLang="en-US" dirty="0"/>
              <a:t>签订者具有相应的法律能力</a:t>
            </a:r>
          </a:p>
          <a:p>
            <a:r>
              <a:rPr lang="zh-CN" altLang="en-US" dirty="0"/>
              <a:t>有充分的签约理由</a:t>
            </a:r>
          </a:p>
          <a:p>
            <a:r>
              <a:rPr lang="zh-CN" altLang="en-US" dirty="0"/>
              <a:t>具有合法的目的</a:t>
            </a:r>
          </a:p>
          <a:p>
            <a:endParaRPr lang="en-US" altLang="zh-CN" dirty="0"/>
          </a:p>
          <a:p>
            <a:endParaRPr lang="zh-CN" altLang="en-US" dirty="0"/>
          </a:p>
        </p:txBody>
      </p:sp>
      <p:sp>
        <p:nvSpPr>
          <p:cNvPr id="13" name="文本占位符 12">
            <a:extLst>
              <a:ext uri="{FF2B5EF4-FFF2-40B4-BE49-F238E27FC236}">
                <a16:creationId xmlns:a16="http://schemas.microsoft.com/office/drawing/2014/main" id="{F06A705A-DFFC-F6FD-3137-E9F33331FB64}"/>
              </a:ext>
            </a:extLst>
          </p:cNvPr>
          <p:cNvSpPr>
            <a:spLocks noGrp="1"/>
          </p:cNvSpPr>
          <p:nvPr>
            <p:ph type="body" sz="quarter" idx="10"/>
          </p:nvPr>
        </p:nvSpPr>
        <p:spPr/>
        <p:txBody>
          <a:bodyPr/>
          <a:lstStyle/>
          <a:p>
            <a:r>
              <a:rPr lang="en-US" altLang="zh-CN" dirty="0"/>
              <a:t>Contract</a:t>
            </a:r>
            <a:endParaRPr lang="zh-CN" altLang="en-US" dirty="0"/>
          </a:p>
        </p:txBody>
      </p:sp>
    </p:spTree>
    <p:extLst>
      <p:ext uri="{BB962C8B-B14F-4D97-AF65-F5344CB8AC3E}">
        <p14:creationId xmlns:p14="http://schemas.microsoft.com/office/powerpoint/2010/main" val="2278580081"/>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8C1675C-D9D4-EFAC-141C-76EE60502248}"/>
              </a:ext>
            </a:extLst>
          </p:cNvPr>
          <p:cNvSpPr>
            <a:spLocks noGrp="1"/>
          </p:cNvSpPr>
          <p:nvPr>
            <p:ph type="title"/>
          </p:nvPr>
        </p:nvSpPr>
        <p:spPr>
          <a:xfrm>
            <a:off x="695998" y="360000"/>
            <a:ext cx="7200000" cy="424732"/>
          </a:xfrm>
        </p:spPr>
        <p:txBody>
          <a:bodyPr>
            <a:normAutofit/>
          </a:bodyPr>
          <a:lstStyle/>
          <a:p>
            <a:r>
              <a:rPr lang="zh-CN" altLang="en-US" dirty="0"/>
              <a:t>合同类型</a:t>
            </a:r>
          </a:p>
        </p:txBody>
      </p:sp>
      <p:sp>
        <p:nvSpPr>
          <p:cNvPr id="9" name="内容占位符 8">
            <a:extLst>
              <a:ext uri="{FF2B5EF4-FFF2-40B4-BE49-F238E27FC236}">
                <a16:creationId xmlns:a16="http://schemas.microsoft.com/office/drawing/2014/main" id="{938D46F7-64A7-3CA4-3B6A-E9A13556341D}"/>
              </a:ext>
            </a:extLst>
          </p:cNvPr>
          <p:cNvSpPr>
            <a:spLocks noGrp="1"/>
          </p:cNvSpPr>
          <p:nvPr>
            <p:ph idx="1"/>
          </p:nvPr>
        </p:nvSpPr>
        <p:spPr>
          <a:xfrm>
            <a:off x="696000" y="1080000"/>
            <a:ext cx="10800000" cy="5112000"/>
          </a:xfrm>
        </p:spPr>
        <p:txBody>
          <a:bodyPr/>
          <a:lstStyle/>
          <a:p>
            <a:r>
              <a:rPr lang="zh-CN" altLang="en-US" dirty="0"/>
              <a:t>按范围方式</a:t>
            </a:r>
            <a:endParaRPr lang="en-US" altLang="zh-CN" dirty="0"/>
          </a:p>
          <a:p>
            <a:pPr lvl="1"/>
            <a:r>
              <a:rPr lang="zh-CN" altLang="en-US" dirty="0"/>
              <a:t>总承包合同</a:t>
            </a:r>
            <a:endParaRPr lang="en-US" altLang="zh-CN" dirty="0"/>
          </a:p>
          <a:p>
            <a:pPr lvl="1"/>
            <a:r>
              <a:rPr lang="zh-CN" altLang="en-US" dirty="0"/>
              <a:t>单项工程承包合同</a:t>
            </a:r>
            <a:endParaRPr lang="en-US" altLang="zh-CN" dirty="0"/>
          </a:p>
          <a:p>
            <a:pPr lvl="1"/>
            <a:r>
              <a:rPr lang="zh-CN" altLang="en-US" dirty="0"/>
              <a:t>分包合同</a:t>
            </a:r>
          </a:p>
        </p:txBody>
      </p:sp>
      <p:sp>
        <p:nvSpPr>
          <p:cNvPr id="10" name="文本占位符 9">
            <a:extLst>
              <a:ext uri="{FF2B5EF4-FFF2-40B4-BE49-F238E27FC236}">
                <a16:creationId xmlns:a16="http://schemas.microsoft.com/office/drawing/2014/main" id="{F40D03E2-0B45-9C63-7726-A637EAF44051}"/>
              </a:ext>
            </a:extLst>
          </p:cNvPr>
          <p:cNvSpPr>
            <a:spLocks noGrp="1"/>
          </p:cNvSpPr>
          <p:nvPr>
            <p:ph type="body" sz="quarter" idx="10"/>
          </p:nvPr>
        </p:nvSpPr>
        <p:spPr/>
        <p:txBody>
          <a:bodyPr/>
          <a:lstStyle/>
          <a:p>
            <a:r>
              <a:rPr lang="en-US" altLang="zh-CN" dirty="0"/>
              <a:t>Contract</a:t>
            </a:r>
            <a:endParaRPr lang="zh-CN" altLang="en-US" dirty="0"/>
          </a:p>
        </p:txBody>
      </p:sp>
    </p:spTree>
    <p:extLst>
      <p:ext uri="{BB962C8B-B14F-4D97-AF65-F5344CB8AC3E}">
        <p14:creationId xmlns:p14="http://schemas.microsoft.com/office/powerpoint/2010/main" val="663516078"/>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B7A7C4-EF2C-4FCC-0120-9AFFBD891DD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D4AF04-483C-85C3-5DB6-1EEF6DF5130A}"/>
              </a:ext>
            </a:extLst>
          </p:cNvPr>
          <p:cNvSpPr>
            <a:spLocks noGrp="1"/>
          </p:cNvSpPr>
          <p:nvPr>
            <p:ph type="title"/>
          </p:nvPr>
        </p:nvSpPr>
        <p:spPr>
          <a:xfrm>
            <a:off x="695998" y="360000"/>
            <a:ext cx="7200000" cy="424732"/>
          </a:xfrm>
        </p:spPr>
        <p:txBody>
          <a:bodyPr>
            <a:normAutofit/>
          </a:bodyPr>
          <a:lstStyle/>
          <a:p>
            <a:r>
              <a:rPr lang="zh-CN" altLang="en-US" dirty="0"/>
              <a:t>合同类型</a:t>
            </a:r>
          </a:p>
        </p:txBody>
      </p:sp>
      <p:sp>
        <p:nvSpPr>
          <p:cNvPr id="9" name="内容占位符 8">
            <a:extLst>
              <a:ext uri="{FF2B5EF4-FFF2-40B4-BE49-F238E27FC236}">
                <a16:creationId xmlns:a16="http://schemas.microsoft.com/office/drawing/2014/main" id="{6C66189E-D093-DFBA-2EFF-97DF49E3D75B}"/>
              </a:ext>
            </a:extLst>
          </p:cNvPr>
          <p:cNvSpPr>
            <a:spLocks noGrp="1"/>
          </p:cNvSpPr>
          <p:nvPr>
            <p:ph idx="1"/>
          </p:nvPr>
        </p:nvSpPr>
        <p:spPr>
          <a:xfrm>
            <a:off x="696000" y="1080000"/>
            <a:ext cx="10800000" cy="5112000"/>
          </a:xfrm>
        </p:spPr>
        <p:txBody>
          <a:bodyPr/>
          <a:lstStyle/>
          <a:p>
            <a:r>
              <a:rPr lang="zh-CN" altLang="en-US" dirty="0"/>
              <a:t>按支付方式</a:t>
            </a:r>
          </a:p>
        </p:txBody>
      </p:sp>
      <p:sp>
        <p:nvSpPr>
          <p:cNvPr id="10" name="文本占位符 9">
            <a:extLst>
              <a:ext uri="{FF2B5EF4-FFF2-40B4-BE49-F238E27FC236}">
                <a16:creationId xmlns:a16="http://schemas.microsoft.com/office/drawing/2014/main" id="{6D144D97-7E6E-80FB-EEB2-2E0E42851833}"/>
              </a:ext>
            </a:extLst>
          </p:cNvPr>
          <p:cNvSpPr>
            <a:spLocks noGrp="1"/>
          </p:cNvSpPr>
          <p:nvPr>
            <p:ph type="body" sz="quarter" idx="10"/>
          </p:nvPr>
        </p:nvSpPr>
        <p:spPr/>
        <p:txBody>
          <a:bodyPr/>
          <a:lstStyle/>
          <a:p>
            <a:r>
              <a:rPr lang="en-US" altLang="zh-CN" dirty="0"/>
              <a:t>Contract</a:t>
            </a:r>
            <a:endParaRPr lang="zh-CN" altLang="en-US" dirty="0"/>
          </a:p>
        </p:txBody>
      </p:sp>
      <p:graphicFrame>
        <p:nvGraphicFramePr>
          <p:cNvPr id="5" name="Diagram 3">
            <a:extLst>
              <a:ext uri="{FF2B5EF4-FFF2-40B4-BE49-F238E27FC236}">
                <a16:creationId xmlns:a16="http://schemas.microsoft.com/office/drawing/2014/main" id="{12F70F5D-11A6-1105-6569-EABA8689B05C}"/>
              </a:ext>
            </a:extLst>
          </p:cNvPr>
          <p:cNvGraphicFramePr/>
          <p:nvPr>
            <p:extLst>
              <p:ext uri="{D42A27DB-BD31-4B8C-83A1-F6EECF244321}">
                <p14:modId xmlns:p14="http://schemas.microsoft.com/office/powerpoint/2010/main" val="873720391"/>
              </p:ext>
            </p:extLst>
          </p:nvPr>
        </p:nvGraphicFramePr>
        <p:xfrm>
          <a:off x="3023828" y="1863916"/>
          <a:ext cx="6144344" cy="354416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2011692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randombar(horizontal)">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p:bldAsOne/>
      </p:bldGraphic>
    </p:bldLst>
  </p:timing>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7ACA5A02-D3D0-9288-4D3F-1E3D0A3115F4}"/>
              </a:ext>
            </a:extLst>
          </p:cNvPr>
          <p:cNvSpPr>
            <a:spLocks noGrp="1"/>
          </p:cNvSpPr>
          <p:nvPr>
            <p:ph type="title"/>
          </p:nvPr>
        </p:nvSpPr>
        <p:spPr>
          <a:xfrm>
            <a:off x="695998" y="360000"/>
            <a:ext cx="7200000" cy="424732"/>
          </a:xfrm>
        </p:spPr>
        <p:txBody>
          <a:bodyPr>
            <a:normAutofit/>
          </a:bodyPr>
          <a:lstStyle/>
          <a:p>
            <a:r>
              <a:rPr lang="zh-CN" altLang="en-US" dirty="0"/>
              <a:t>合同类型 </a:t>
            </a:r>
            <a:r>
              <a:rPr lang="en-US" altLang="zh-CN" dirty="0"/>
              <a:t>- </a:t>
            </a:r>
            <a:r>
              <a:rPr lang="zh-CN" altLang="zh-CN" dirty="0"/>
              <a:t>总价合同</a:t>
            </a:r>
            <a:endParaRPr lang="zh-CN" altLang="en-US" dirty="0"/>
          </a:p>
        </p:txBody>
      </p:sp>
      <p:sp>
        <p:nvSpPr>
          <p:cNvPr id="3" name="内容占位符 2">
            <a:extLst>
              <a:ext uri="{FF2B5EF4-FFF2-40B4-BE49-F238E27FC236}">
                <a16:creationId xmlns:a16="http://schemas.microsoft.com/office/drawing/2014/main" id="{E540BA42-101F-0F9B-842F-C9FB35A45283}"/>
              </a:ext>
            </a:extLst>
          </p:cNvPr>
          <p:cNvSpPr>
            <a:spLocks noGrp="1"/>
          </p:cNvSpPr>
          <p:nvPr>
            <p:ph idx="1"/>
          </p:nvPr>
        </p:nvSpPr>
        <p:spPr>
          <a:xfrm>
            <a:off x="696000" y="1080000"/>
            <a:ext cx="10800000" cy="5112000"/>
          </a:xfrm>
        </p:spPr>
        <p:txBody>
          <a:bodyPr/>
          <a:lstStyle/>
          <a:p>
            <a:r>
              <a:rPr lang="en-US" altLang="zh-CN" dirty="0"/>
              <a:t>Fixed Price</a:t>
            </a:r>
          </a:p>
          <a:p>
            <a:r>
              <a:rPr lang="zh-CN" altLang="zh-CN" dirty="0"/>
              <a:t>总价合同为既定产品、服务或成果的采购设定一个总价</a:t>
            </a:r>
            <a:endParaRPr lang="en-US" altLang="zh-CN" dirty="0"/>
          </a:p>
          <a:p>
            <a:r>
              <a:rPr lang="zh-CN" altLang="en-US" dirty="0"/>
              <a:t>预算固定、成本可控</a:t>
            </a:r>
            <a:endParaRPr lang="en-US" altLang="zh-CN" dirty="0"/>
          </a:p>
          <a:p>
            <a:r>
              <a:rPr lang="zh-CN" altLang="en-US" dirty="0"/>
              <a:t>适用：需求明确，且不会出现重大范围变更。</a:t>
            </a:r>
          </a:p>
          <a:p>
            <a:endParaRPr lang="zh-CN" altLang="en-US" dirty="0"/>
          </a:p>
        </p:txBody>
      </p:sp>
      <p:sp>
        <p:nvSpPr>
          <p:cNvPr id="10" name="文本占位符 9">
            <a:extLst>
              <a:ext uri="{FF2B5EF4-FFF2-40B4-BE49-F238E27FC236}">
                <a16:creationId xmlns:a16="http://schemas.microsoft.com/office/drawing/2014/main" id="{4481E9A3-6640-67FB-4AE7-CF4DCB7775FE}"/>
              </a:ext>
            </a:extLst>
          </p:cNvPr>
          <p:cNvSpPr>
            <a:spLocks noGrp="1"/>
          </p:cNvSpPr>
          <p:nvPr>
            <p:ph type="body" sz="quarter" idx="10"/>
          </p:nvPr>
        </p:nvSpPr>
        <p:spPr>
          <a:xfrm>
            <a:off x="6702424" y="360001"/>
            <a:ext cx="4793575" cy="424731"/>
          </a:xfrm>
        </p:spPr>
        <p:txBody>
          <a:bodyPr/>
          <a:lstStyle/>
          <a:p>
            <a:r>
              <a:rPr lang="en-US" altLang="zh-CN" dirty="0"/>
              <a:t>Contract</a:t>
            </a:r>
            <a:endParaRPr lang="zh-CN" altLang="en-US" dirty="0"/>
          </a:p>
        </p:txBody>
      </p:sp>
    </p:spTree>
    <p:extLst>
      <p:ext uri="{BB962C8B-B14F-4D97-AF65-F5344CB8AC3E}">
        <p14:creationId xmlns:p14="http://schemas.microsoft.com/office/powerpoint/2010/main" val="677469773"/>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3940D74-7173-CF68-1783-21AD36EA6DE2}"/>
              </a:ext>
            </a:extLst>
          </p:cNvPr>
          <p:cNvSpPr>
            <a:spLocks noGrp="1"/>
          </p:cNvSpPr>
          <p:nvPr>
            <p:ph type="title"/>
          </p:nvPr>
        </p:nvSpPr>
        <p:spPr>
          <a:xfrm>
            <a:off x="695998" y="360000"/>
            <a:ext cx="7200000" cy="424732"/>
          </a:xfrm>
        </p:spPr>
        <p:txBody>
          <a:bodyPr>
            <a:normAutofit/>
          </a:bodyPr>
          <a:lstStyle/>
          <a:p>
            <a:r>
              <a:rPr lang="zh-CN" altLang="en-US" dirty="0"/>
              <a:t>合同类型 </a:t>
            </a:r>
            <a:r>
              <a:rPr lang="en-US" altLang="zh-CN" dirty="0"/>
              <a:t>- </a:t>
            </a:r>
            <a:r>
              <a:rPr lang="zh-CN" altLang="en-US" dirty="0"/>
              <a:t>成本补偿合同</a:t>
            </a:r>
          </a:p>
        </p:txBody>
      </p:sp>
      <p:sp>
        <p:nvSpPr>
          <p:cNvPr id="3" name="内容占位符 2">
            <a:extLst>
              <a:ext uri="{FF2B5EF4-FFF2-40B4-BE49-F238E27FC236}">
                <a16:creationId xmlns:a16="http://schemas.microsoft.com/office/drawing/2014/main" id="{EFA53254-CB8C-AD50-AEE5-C8B49EBB66C8}"/>
              </a:ext>
            </a:extLst>
          </p:cNvPr>
          <p:cNvSpPr>
            <a:spLocks noGrp="1"/>
          </p:cNvSpPr>
          <p:nvPr>
            <p:ph idx="1"/>
          </p:nvPr>
        </p:nvSpPr>
        <p:spPr>
          <a:xfrm>
            <a:off x="696000" y="1080000"/>
            <a:ext cx="10800000" cy="5112000"/>
          </a:xfrm>
        </p:spPr>
        <p:txBody>
          <a:bodyPr/>
          <a:lstStyle/>
          <a:p>
            <a:r>
              <a:rPr lang="en-US" altLang="zh-CN" dirty="0"/>
              <a:t>Cost Reimbursable</a:t>
            </a:r>
          </a:p>
          <a:p>
            <a:r>
              <a:rPr lang="zh-CN" altLang="zh-CN" dirty="0"/>
              <a:t>向卖方支付为完成工作而发生的全部合法实际成本，外加一笔费用作为卖方的利润。</a:t>
            </a:r>
            <a:endParaRPr lang="en-US" altLang="zh-CN" dirty="0"/>
          </a:p>
          <a:p>
            <a:r>
              <a:rPr lang="zh-CN" altLang="en-US" dirty="0"/>
              <a:t>组成：实际成本</a:t>
            </a:r>
            <a:r>
              <a:rPr lang="en-US" altLang="zh-CN" dirty="0"/>
              <a:t>+</a:t>
            </a:r>
            <a:r>
              <a:rPr lang="zh-CN" altLang="en-US" dirty="0"/>
              <a:t>酬金</a:t>
            </a:r>
            <a:r>
              <a:rPr lang="en-US" altLang="zh-CN" dirty="0"/>
              <a:t>/</a:t>
            </a:r>
            <a:r>
              <a:rPr lang="zh-CN" altLang="en-US" dirty="0"/>
              <a:t>利润</a:t>
            </a:r>
            <a:endParaRPr lang="en-US" altLang="zh-CN" dirty="0"/>
          </a:p>
          <a:p>
            <a:r>
              <a:rPr lang="zh-CN" altLang="zh-CN" dirty="0"/>
              <a:t>适用：工作范围预计会在合同执行期间发生重大变更</a:t>
            </a:r>
            <a:endParaRPr lang="zh-CN" altLang="en-US" dirty="0"/>
          </a:p>
          <a:p>
            <a:endParaRPr lang="zh-CN" altLang="en-US" dirty="0"/>
          </a:p>
        </p:txBody>
      </p:sp>
      <p:sp>
        <p:nvSpPr>
          <p:cNvPr id="10" name="文本占位符 9">
            <a:extLst>
              <a:ext uri="{FF2B5EF4-FFF2-40B4-BE49-F238E27FC236}">
                <a16:creationId xmlns:a16="http://schemas.microsoft.com/office/drawing/2014/main" id="{B3AF4AE6-D4C2-F31C-67F2-D143A8E4158B}"/>
              </a:ext>
            </a:extLst>
          </p:cNvPr>
          <p:cNvSpPr>
            <a:spLocks noGrp="1"/>
          </p:cNvSpPr>
          <p:nvPr>
            <p:ph type="body" sz="quarter" idx="10"/>
          </p:nvPr>
        </p:nvSpPr>
        <p:spPr>
          <a:xfrm>
            <a:off x="6702424" y="360001"/>
            <a:ext cx="4793575" cy="424731"/>
          </a:xfrm>
        </p:spPr>
        <p:txBody>
          <a:bodyPr/>
          <a:lstStyle/>
          <a:p>
            <a:r>
              <a:rPr lang="en-US" altLang="zh-CN" dirty="0"/>
              <a:t>Contract</a:t>
            </a:r>
            <a:endParaRPr lang="zh-CN" altLang="en-US" dirty="0"/>
          </a:p>
        </p:txBody>
      </p:sp>
    </p:spTree>
    <p:extLst>
      <p:ext uri="{BB962C8B-B14F-4D97-AF65-F5344CB8AC3E}">
        <p14:creationId xmlns:p14="http://schemas.microsoft.com/office/powerpoint/2010/main" val="925197643"/>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F4F80-2816-F9B5-3291-77E7EE5C40BE}"/>
            </a:ext>
          </a:extLst>
        </p:cNvPr>
        <p:cNvGrpSpPr/>
        <p:nvPr/>
      </p:nvGrpSpPr>
      <p:grpSpPr>
        <a:xfrm>
          <a:off x="0" y="0"/>
          <a:ext cx="0" cy="0"/>
          <a:chOff x="0" y="0"/>
          <a:chExt cx="0" cy="0"/>
        </a:xfrm>
      </p:grpSpPr>
      <p:sp>
        <p:nvSpPr>
          <p:cNvPr id="6" name="标题 5">
            <a:extLst>
              <a:ext uri="{FF2B5EF4-FFF2-40B4-BE49-F238E27FC236}">
                <a16:creationId xmlns:a16="http://schemas.microsoft.com/office/drawing/2014/main" id="{4047BE50-A982-92BA-2E62-DC4782CAAD77}"/>
              </a:ext>
            </a:extLst>
          </p:cNvPr>
          <p:cNvSpPr>
            <a:spLocks noGrp="1"/>
          </p:cNvSpPr>
          <p:nvPr>
            <p:ph type="title"/>
          </p:nvPr>
        </p:nvSpPr>
        <p:spPr>
          <a:xfrm>
            <a:off x="695998" y="360000"/>
            <a:ext cx="7200000" cy="424732"/>
          </a:xfrm>
        </p:spPr>
        <p:txBody>
          <a:bodyPr>
            <a:normAutofit/>
          </a:bodyPr>
          <a:lstStyle/>
          <a:p>
            <a:r>
              <a:rPr lang="zh-CN" altLang="en-US" dirty="0"/>
              <a:t>合同类型 </a:t>
            </a:r>
            <a:r>
              <a:rPr lang="en-US" altLang="zh-CN" dirty="0"/>
              <a:t>- </a:t>
            </a:r>
            <a:r>
              <a:rPr lang="zh-CN" altLang="zh-CN" dirty="0"/>
              <a:t>工料合同</a:t>
            </a:r>
            <a:r>
              <a:rPr lang="en-US" altLang="zh-CN" dirty="0"/>
              <a:t> T&amp;M</a:t>
            </a:r>
            <a:endParaRPr lang="zh-CN" altLang="en-US" dirty="0"/>
          </a:p>
        </p:txBody>
      </p:sp>
      <p:sp>
        <p:nvSpPr>
          <p:cNvPr id="3" name="内容占位符 2">
            <a:extLst>
              <a:ext uri="{FF2B5EF4-FFF2-40B4-BE49-F238E27FC236}">
                <a16:creationId xmlns:a16="http://schemas.microsoft.com/office/drawing/2014/main" id="{1297FCE9-58FE-B161-9BF7-90ED1863167D}"/>
              </a:ext>
            </a:extLst>
          </p:cNvPr>
          <p:cNvSpPr>
            <a:spLocks noGrp="1"/>
          </p:cNvSpPr>
          <p:nvPr>
            <p:ph idx="1"/>
          </p:nvPr>
        </p:nvSpPr>
        <p:spPr>
          <a:xfrm>
            <a:off x="696000" y="1080000"/>
            <a:ext cx="10800000" cy="5112000"/>
          </a:xfrm>
        </p:spPr>
        <p:txBody>
          <a:bodyPr/>
          <a:lstStyle/>
          <a:p>
            <a:r>
              <a:rPr lang="en-US" altLang="zh-CN" dirty="0"/>
              <a:t>Time &amp; Material</a:t>
            </a:r>
            <a:r>
              <a:rPr lang="zh-CN" altLang="en-US" dirty="0"/>
              <a:t>，</a:t>
            </a:r>
            <a:r>
              <a:rPr lang="en-US" altLang="zh-CN" dirty="0"/>
              <a:t>T&amp;M</a:t>
            </a:r>
          </a:p>
          <a:p>
            <a:r>
              <a:rPr lang="zh-CN" altLang="en-US" dirty="0"/>
              <a:t>兼具：成本补偿合同和总价合同的特点</a:t>
            </a:r>
            <a:endParaRPr lang="en-US" altLang="zh-CN" dirty="0"/>
          </a:p>
          <a:p>
            <a:r>
              <a:rPr lang="zh-CN" altLang="en-US" dirty="0"/>
              <a:t>组成：实际成本</a:t>
            </a:r>
            <a:r>
              <a:rPr lang="en-US" altLang="zh-CN" dirty="0"/>
              <a:t>+</a:t>
            </a:r>
            <a:r>
              <a:rPr lang="zh-CN" altLang="en-US" dirty="0"/>
              <a:t>管理</a:t>
            </a:r>
            <a:endParaRPr lang="en-US" altLang="zh-CN" dirty="0"/>
          </a:p>
          <a:p>
            <a:r>
              <a:rPr lang="zh-CN" altLang="zh-CN" dirty="0"/>
              <a:t>必须为每一个单位的工作量付出一定的报酬</a:t>
            </a:r>
            <a:endParaRPr lang="en-US" altLang="zh-CN" dirty="0"/>
          </a:p>
          <a:p>
            <a:r>
              <a:rPr lang="zh-CN" altLang="en-US" dirty="0"/>
              <a:t>适用范围：宽</a:t>
            </a:r>
            <a:endParaRPr lang="en-US" altLang="zh-CN" dirty="0"/>
          </a:p>
          <a:p>
            <a:endParaRPr lang="en-US" altLang="zh-CN" dirty="0"/>
          </a:p>
        </p:txBody>
      </p:sp>
      <p:sp>
        <p:nvSpPr>
          <p:cNvPr id="10" name="文本占位符 9">
            <a:extLst>
              <a:ext uri="{FF2B5EF4-FFF2-40B4-BE49-F238E27FC236}">
                <a16:creationId xmlns:a16="http://schemas.microsoft.com/office/drawing/2014/main" id="{D2BE1C04-C2F3-1328-997C-90C2FD04D7B7}"/>
              </a:ext>
            </a:extLst>
          </p:cNvPr>
          <p:cNvSpPr>
            <a:spLocks noGrp="1"/>
          </p:cNvSpPr>
          <p:nvPr>
            <p:ph type="body" sz="quarter" idx="10"/>
          </p:nvPr>
        </p:nvSpPr>
        <p:spPr>
          <a:xfrm>
            <a:off x="6702424" y="360001"/>
            <a:ext cx="4793575" cy="424731"/>
          </a:xfrm>
        </p:spPr>
        <p:txBody>
          <a:bodyPr/>
          <a:lstStyle/>
          <a:p>
            <a:r>
              <a:rPr lang="en-US" altLang="zh-CN" dirty="0"/>
              <a:t>Contract</a:t>
            </a:r>
            <a:endParaRPr lang="zh-CN" altLang="en-US" dirty="0"/>
          </a:p>
        </p:txBody>
      </p:sp>
      <p:graphicFrame>
        <p:nvGraphicFramePr>
          <p:cNvPr id="2" name="表格 1">
            <a:extLst>
              <a:ext uri="{FF2B5EF4-FFF2-40B4-BE49-F238E27FC236}">
                <a16:creationId xmlns:a16="http://schemas.microsoft.com/office/drawing/2014/main" id="{F423D624-3B3A-A01B-66EC-D327A1FD85EA}"/>
              </a:ext>
            </a:extLst>
          </p:cNvPr>
          <p:cNvGraphicFramePr>
            <a:graphicFrameLocks noGrp="1"/>
          </p:cNvGraphicFramePr>
          <p:nvPr>
            <p:extLst>
              <p:ext uri="{D42A27DB-BD31-4B8C-83A1-F6EECF244321}">
                <p14:modId xmlns:p14="http://schemas.microsoft.com/office/powerpoint/2010/main" val="57045550"/>
              </p:ext>
            </p:extLst>
          </p:nvPr>
        </p:nvGraphicFramePr>
        <p:xfrm>
          <a:off x="695325" y="3265920"/>
          <a:ext cx="10801350" cy="2926080"/>
        </p:xfrm>
        <a:graphic>
          <a:graphicData uri="http://schemas.openxmlformats.org/drawingml/2006/table">
            <a:tbl>
              <a:tblPr/>
              <a:tblGrid>
                <a:gridCol w="3600450">
                  <a:extLst>
                    <a:ext uri="{9D8B030D-6E8A-4147-A177-3AD203B41FA5}">
                      <a16:colId xmlns:a16="http://schemas.microsoft.com/office/drawing/2014/main" val="614271366"/>
                    </a:ext>
                  </a:extLst>
                </a:gridCol>
                <a:gridCol w="3600450">
                  <a:extLst>
                    <a:ext uri="{9D8B030D-6E8A-4147-A177-3AD203B41FA5}">
                      <a16:colId xmlns:a16="http://schemas.microsoft.com/office/drawing/2014/main" val="1158038926"/>
                    </a:ext>
                  </a:extLst>
                </a:gridCol>
                <a:gridCol w="3600450">
                  <a:extLst>
                    <a:ext uri="{9D8B030D-6E8A-4147-A177-3AD203B41FA5}">
                      <a16:colId xmlns:a16="http://schemas.microsoft.com/office/drawing/2014/main" val="2296356246"/>
                    </a:ext>
                  </a:extLst>
                </a:gridCol>
              </a:tblGrid>
              <a:tr h="0">
                <a:tc>
                  <a:txBody>
                    <a:bodyPr/>
                    <a:lstStyle/>
                    <a:p>
                      <a:pPr>
                        <a:buNone/>
                      </a:pPr>
                      <a:r>
                        <a:rPr lang="zh-CN" altLang="en-US" dirty="0"/>
                        <a:t>合同类型</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特点</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适用场景</a:t>
                      </a:r>
                    </a:p>
                  </a:txBody>
                  <a:tcPr anchor="ctr">
                    <a:lnL>
                      <a:noFill/>
                    </a:lnL>
                    <a:lnR>
                      <a:noFill/>
                    </a:lnR>
                    <a:lnT>
                      <a:noFill/>
                    </a:lnT>
                    <a:lnB w="1270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1561265677"/>
                  </a:ext>
                </a:extLst>
              </a:tr>
              <a:tr h="0">
                <a:tc>
                  <a:txBody>
                    <a:bodyPr/>
                    <a:lstStyle/>
                    <a:p>
                      <a:pPr>
                        <a:buNone/>
                      </a:pPr>
                      <a:r>
                        <a:rPr lang="zh-CN" altLang="en-US" dirty="0"/>
                        <a:t>总价合同</a:t>
                      </a:r>
                      <a:endParaRPr lang="en-US" dirty="0"/>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a:t>单价或总价固定，风险由卖方承担</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dirty="0"/>
                        <a:t>范围明确、需求清晰</a:t>
                      </a:r>
                    </a:p>
                  </a:txBody>
                  <a:tcPr anchor="ctr">
                    <a:lnL>
                      <a:noFill/>
                    </a:lnL>
                    <a:lnR>
                      <a:noFill/>
                    </a:lnR>
                    <a:lnT w="12700" cap="flat" cmpd="sng" algn="ctr">
                      <a:solidFill>
                        <a:schemeClr val="accent2"/>
                      </a:solidFill>
                      <a:prstDash val="solid"/>
                      <a:round/>
                      <a:headEnd type="none" w="med" len="med"/>
                      <a:tailEnd type="none" w="med" len="med"/>
                    </a:lnT>
                    <a:lnB>
                      <a:noFill/>
                    </a:lnB>
                    <a:noFill/>
                  </a:tcPr>
                </a:tc>
                <a:extLst>
                  <a:ext uri="{0D108BD9-81ED-4DB2-BD59-A6C34878D82A}">
                    <a16:rowId xmlns:a16="http://schemas.microsoft.com/office/drawing/2014/main" val="2756097127"/>
                  </a:ext>
                </a:extLst>
              </a:tr>
              <a:tr h="0">
                <a:tc>
                  <a:txBody>
                    <a:bodyPr/>
                    <a:lstStyle/>
                    <a:p>
                      <a:pPr>
                        <a:buNone/>
                      </a:pPr>
                      <a:r>
                        <a:rPr lang="zh-CN" altLang="en-US" dirty="0"/>
                        <a:t>成本补偿合同</a:t>
                      </a:r>
                      <a:endParaRPr lang="en-US" dirty="0"/>
                    </a:p>
                  </a:txBody>
                  <a:tcPr anchor="ctr">
                    <a:lnL>
                      <a:noFill/>
                    </a:lnL>
                    <a:lnR>
                      <a:noFill/>
                    </a:lnR>
                    <a:lnT>
                      <a:noFill/>
                    </a:lnT>
                    <a:lnB>
                      <a:noFill/>
                    </a:lnB>
                    <a:noFill/>
                  </a:tcPr>
                </a:tc>
                <a:tc>
                  <a:txBody>
                    <a:bodyPr/>
                    <a:lstStyle/>
                    <a:p>
                      <a:pPr>
                        <a:buNone/>
                      </a:pPr>
                      <a:r>
                        <a:rPr lang="zh-CN" altLang="en-US"/>
                        <a:t>支付实际成本</a:t>
                      </a:r>
                      <a:r>
                        <a:rPr lang="en-US" altLang="zh-CN"/>
                        <a:t>+</a:t>
                      </a:r>
                      <a:r>
                        <a:rPr lang="zh-CN" altLang="en-US"/>
                        <a:t>酬金，买方承担大部分风险</a:t>
                      </a:r>
                    </a:p>
                  </a:txBody>
                  <a:tcPr anchor="ctr">
                    <a:lnL>
                      <a:noFill/>
                    </a:lnL>
                    <a:lnR>
                      <a:noFill/>
                    </a:lnR>
                    <a:lnT>
                      <a:noFill/>
                    </a:lnT>
                    <a:lnB>
                      <a:noFill/>
                    </a:lnB>
                    <a:noFill/>
                  </a:tcPr>
                </a:tc>
                <a:tc>
                  <a:txBody>
                    <a:bodyPr/>
                    <a:lstStyle/>
                    <a:p>
                      <a:pPr>
                        <a:buNone/>
                      </a:pPr>
                      <a:r>
                        <a:rPr lang="zh-CN" altLang="en-US" dirty="0"/>
                        <a:t>范围不确定、需灵活调整</a:t>
                      </a:r>
                    </a:p>
                  </a:txBody>
                  <a:tcPr anchor="ctr">
                    <a:lnL>
                      <a:noFill/>
                    </a:lnL>
                    <a:lnR>
                      <a:noFill/>
                    </a:lnR>
                    <a:lnT>
                      <a:noFill/>
                    </a:lnT>
                    <a:lnB>
                      <a:noFill/>
                    </a:lnB>
                    <a:noFill/>
                  </a:tcPr>
                </a:tc>
                <a:extLst>
                  <a:ext uri="{0D108BD9-81ED-4DB2-BD59-A6C34878D82A}">
                    <a16:rowId xmlns:a16="http://schemas.microsoft.com/office/drawing/2014/main" val="594792854"/>
                  </a:ext>
                </a:extLst>
              </a:tr>
              <a:tr h="0">
                <a:tc>
                  <a:txBody>
                    <a:bodyPr/>
                    <a:lstStyle/>
                    <a:p>
                      <a:pPr>
                        <a:buNone/>
                      </a:pPr>
                      <a:r>
                        <a:rPr lang="zh-CN" altLang="en-US" dirty="0"/>
                        <a:t>工料合同</a:t>
                      </a:r>
                      <a:endParaRPr lang="en-US" dirty="0"/>
                    </a:p>
                  </a:txBody>
                  <a:tcPr anchor="ctr">
                    <a:lnL>
                      <a:noFill/>
                    </a:lnL>
                    <a:lnR>
                      <a:noFill/>
                    </a:lnR>
                    <a:lnT>
                      <a:noFill/>
                    </a:lnT>
                    <a:lnB>
                      <a:noFill/>
                    </a:lnB>
                    <a:noFill/>
                  </a:tcPr>
                </a:tc>
                <a:tc>
                  <a:txBody>
                    <a:bodyPr/>
                    <a:lstStyle/>
                    <a:p>
                      <a:pPr>
                        <a:buNone/>
                      </a:pPr>
                      <a:r>
                        <a:rPr lang="zh-CN" altLang="en-US"/>
                        <a:t>按工时和材料计费，单价固定，总量不固定</a:t>
                      </a:r>
                    </a:p>
                  </a:txBody>
                  <a:tcPr anchor="ctr">
                    <a:lnL>
                      <a:noFill/>
                    </a:lnL>
                    <a:lnR>
                      <a:noFill/>
                    </a:lnR>
                    <a:lnT>
                      <a:noFill/>
                    </a:lnT>
                    <a:lnB>
                      <a:noFill/>
                    </a:lnB>
                    <a:noFill/>
                  </a:tcPr>
                </a:tc>
                <a:tc>
                  <a:txBody>
                    <a:bodyPr/>
                    <a:lstStyle/>
                    <a:p>
                      <a:pPr>
                        <a:buNone/>
                      </a:pPr>
                      <a:r>
                        <a:rPr lang="zh-CN" altLang="en-US" dirty="0"/>
                        <a:t>范围不清但可定义工作单元</a:t>
                      </a:r>
                    </a:p>
                  </a:txBody>
                  <a:tcPr anchor="ctr">
                    <a:lnL>
                      <a:noFill/>
                    </a:lnL>
                    <a:lnR>
                      <a:noFill/>
                    </a:lnR>
                    <a:lnT>
                      <a:noFill/>
                    </a:lnT>
                    <a:lnB>
                      <a:noFill/>
                    </a:lnB>
                    <a:noFill/>
                  </a:tcPr>
                </a:tc>
                <a:extLst>
                  <a:ext uri="{0D108BD9-81ED-4DB2-BD59-A6C34878D82A}">
                    <a16:rowId xmlns:a16="http://schemas.microsoft.com/office/drawing/2014/main" val="49766670"/>
                  </a:ext>
                </a:extLst>
              </a:tr>
              <a:tr h="0">
                <a:tc>
                  <a:txBody>
                    <a:bodyPr/>
                    <a:lstStyle/>
                    <a:p>
                      <a:pPr>
                        <a:buNone/>
                      </a:pPr>
                      <a:r>
                        <a:rPr lang="zh-CN" altLang="en-US" dirty="0"/>
                        <a:t>采购单合同 </a:t>
                      </a:r>
                      <a:r>
                        <a:rPr lang="en-US" dirty="0"/>
                        <a:t>Purchase Order</a:t>
                      </a:r>
                    </a:p>
                  </a:txBody>
                  <a:tcPr anchor="ctr">
                    <a:lnL>
                      <a:noFill/>
                    </a:lnL>
                    <a:lnR>
                      <a:noFill/>
                    </a:lnR>
                    <a:lnT>
                      <a:noFill/>
                    </a:lnT>
                    <a:lnB>
                      <a:noFill/>
                    </a:lnB>
                    <a:noFill/>
                  </a:tcPr>
                </a:tc>
                <a:tc>
                  <a:txBody>
                    <a:bodyPr/>
                    <a:lstStyle/>
                    <a:p>
                      <a:pPr>
                        <a:buNone/>
                      </a:pPr>
                      <a:r>
                        <a:rPr lang="zh-CN" altLang="en-US"/>
                        <a:t>简单采购订单，用于一次性商品</a:t>
                      </a:r>
                      <a:r>
                        <a:rPr lang="en-US" altLang="zh-CN"/>
                        <a:t>/</a:t>
                      </a:r>
                      <a:r>
                        <a:rPr lang="zh-CN" altLang="en-US"/>
                        <a:t>服务</a:t>
                      </a:r>
                    </a:p>
                  </a:txBody>
                  <a:tcPr anchor="ctr">
                    <a:lnL>
                      <a:noFill/>
                    </a:lnL>
                    <a:lnR>
                      <a:noFill/>
                    </a:lnR>
                    <a:lnT>
                      <a:noFill/>
                    </a:lnT>
                    <a:lnB>
                      <a:noFill/>
                    </a:lnB>
                    <a:noFill/>
                  </a:tcPr>
                </a:tc>
                <a:tc>
                  <a:txBody>
                    <a:bodyPr/>
                    <a:lstStyle/>
                    <a:p>
                      <a:pPr>
                        <a:buNone/>
                      </a:pPr>
                      <a:r>
                        <a:rPr lang="zh-CN" altLang="en-US" dirty="0"/>
                        <a:t>小额、标准品、非复杂项目</a:t>
                      </a:r>
                    </a:p>
                  </a:txBody>
                  <a:tcPr anchor="ctr">
                    <a:lnL>
                      <a:noFill/>
                    </a:lnL>
                    <a:lnR>
                      <a:noFill/>
                    </a:lnR>
                    <a:lnT>
                      <a:noFill/>
                    </a:lnT>
                    <a:lnB>
                      <a:noFill/>
                    </a:lnB>
                    <a:noFill/>
                  </a:tcPr>
                </a:tc>
                <a:extLst>
                  <a:ext uri="{0D108BD9-81ED-4DB2-BD59-A6C34878D82A}">
                    <a16:rowId xmlns:a16="http://schemas.microsoft.com/office/drawing/2014/main" val="451906080"/>
                  </a:ext>
                </a:extLst>
              </a:tr>
            </a:tbl>
          </a:graphicData>
        </a:graphic>
      </p:graphicFrame>
    </p:spTree>
    <p:extLst>
      <p:ext uri="{BB962C8B-B14F-4D97-AF65-F5344CB8AC3E}">
        <p14:creationId xmlns:p14="http://schemas.microsoft.com/office/powerpoint/2010/main" val="1508166779"/>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E6909BE-C634-C009-21DC-890CD8C4D0FF}"/>
              </a:ext>
            </a:extLst>
          </p:cNvPr>
          <p:cNvSpPr>
            <a:spLocks noGrp="1"/>
          </p:cNvSpPr>
          <p:nvPr>
            <p:ph type="title"/>
          </p:nvPr>
        </p:nvSpPr>
        <p:spPr>
          <a:xfrm>
            <a:off x="695998" y="360000"/>
            <a:ext cx="7200000" cy="424732"/>
          </a:xfrm>
        </p:spPr>
        <p:txBody>
          <a:bodyPr>
            <a:normAutofit/>
          </a:bodyPr>
          <a:lstStyle/>
          <a:p>
            <a:r>
              <a:rPr lang="zh-CN" altLang="en-US" dirty="0"/>
              <a:t>合同计划</a:t>
            </a:r>
          </a:p>
        </p:txBody>
      </p:sp>
      <p:sp>
        <p:nvSpPr>
          <p:cNvPr id="3" name="内容占位符 2">
            <a:extLst>
              <a:ext uri="{FF2B5EF4-FFF2-40B4-BE49-F238E27FC236}">
                <a16:creationId xmlns:a16="http://schemas.microsoft.com/office/drawing/2014/main" id="{2B0AD88F-ABF5-9EF1-CEAF-95F1FB9706E0}"/>
              </a:ext>
            </a:extLst>
          </p:cNvPr>
          <p:cNvSpPr>
            <a:spLocks noGrp="1"/>
          </p:cNvSpPr>
          <p:nvPr>
            <p:ph idx="1"/>
          </p:nvPr>
        </p:nvSpPr>
        <p:spPr>
          <a:xfrm>
            <a:off x="696000" y="1080000"/>
            <a:ext cx="10800000" cy="5112000"/>
          </a:xfrm>
        </p:spPr>
        <p:txBody>
          <a:bodyPr/>
          <a:lstStyle/>
          <a:p>
            <a:r>
              <a:rPr lang="zh-CN" altLang="en-US" dirty="0"/>
              <a:t>明确如何进行委托、委托什么项目、何时进行、费用如何等</a:t>
            </a:r>
            <a:endParaRPr lang="en-US" altLang="zh-CN" dirty="0"/>
          </a:p>
          <a:p>
            <a:r>
              <a:rPr lang="zh-CN" altLang="en-US" dirty="0"/>
              <a:t>选择需要的合同类型，采用的招标方式、合同形式等</a:t>
            </a:r>
            <a:endParaRPr lang="en-US" altLang="zh-CN" dirty="0"/>
          </a:p>
          <a:p>
            <a:r>
              <a:rPr lang="zh-CN" altLang="en-US" dirty="0"/>
              <a:t>输出</a:t>
            </a:r>
            <a:endParaRPr lang="en-US" altLang="zh-CN" dirty="0"/>
          </a:p>
          <a:p>
            <a:pPr lvl="1"/>
            <a:r>
              <a:rPr lang="zh-CN" altLang="en-US" dirty="0"/>
              <a:t>招标书或者类似招标书的形式体现的   </a:t>
            </a:r>
          </a:p>
          <a:p>
            <a:endParaRPr lang="zh-CN" altLang="en-US" dirty="0"/>
          </a:p>
          <a:p>
            <a:endParaRPr lang="en-US" altLang="zh-CN" dirty="0"/>
          </a:p>
          <a:p>
            <a:endParaRPr lang="zh-CN" altLang="en-US" dirty="0"/>
          </a:p>
          <a:p>
            <a:endParaRPr lang="zh-CN" altLang="en-US" dirty="0"/>
          </a:p>
        </p:txBody>
      </p:sp>
      <p:sp>
        <p:nvSpPr>
          <p:cNvPr id="7" name="文本占位符 6">
            <a:extLst>
              <a:ext uri="{FF2B5EF4-FFF2-40B4-BE49-F238E27FC236}">
                <a16:creationId xmlns:a16="http://schemas.microsoft.com/office/drawing/2014/main" id="{3DF23212-1543-7DFD-428C-DC9A9DBA489C}"/>
              </a:ext>
            </a:extLst>
          </p:cNvPr>
          <p:cNvSpPr>
            <a:spLocks noGrp="1"/>
          </p:cNvSpPr>
          <p:nvPr>
            <p:ph type="body" sz="quarter" idx="10"/>
          </p:nvPr>
        </p:nvSpPr>
        <p:spPr>
          <a:xfrm>
            <a:off x="6702424" y="360001"/>
            <a:ext cx="4793575" cy="424731"/>
          </a:xfrm>
        </p:spPr>
        <p:txBody>
          <a:bodyPr/>
          <a:lstStyle/>
          <a:p>
            <a:r>
              <a:rPr lang="en-US" altLang="zh-CN" dirty="0"/>
              <a:t>Contract</a:t>
            </a:r>
            <a:endParaRPr lang="zh-CN" altLang="en-US" dirty="0"/>
          </a:p>
        </p:txBody>
      </p:sp>
    </p:spTree>
    <p:extLst>
      <p:ext uri="{BB962C8B-B14F-4D97-AF65-F5344CB8AC3E}">
        <p14:creationId xmlns:p14="http://schemas.microsoft.com/office/powerpoint/2010/main" val="3984208002"/>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E6909BE-C634-C009-21DC-890CD8C4D0FF}"/>
              </a:ext>
            </a:extLst>
          </p:cNvPr>
          <p:cNvSpPr>
            <a:spLocks noGrp="1"/>
          </p:cNvSpPr>
          <p:nvPr>
            <p:ph type="title"/>
          </p:nvPr>
        </p:nvSpPr>
        <p:spPr>
          <a:xfrm>
            <a:off x="695998" y="360000"/>
            <a:ext cx="7200000" cy="424732"/>
          </a:xfrm>
        </p:spPr>
        <p:txBody>
          <a:bodyPr>
            <a:normAutofit/>
          </a:bodyPr>
          <a:lstStyle/>
          <a:p>
            <a:r>
              <a:rPr lang="zh-CN" altLang="en-US" dirty="0"/>
              <a:t>敏捷合同策略</a:t>
            </a:r>
          </a:p>
        </p:txBody>
      </p:sp>
      <p:sp>
        <p:nvSpPr>
          <p:cNvPr id="3" name="内容占位符 2">
            <a:extLst>
              <a:ext uri="{FF2B5EF4-FFF2-40B4-BE49-F238E27FC236}">
                <a16:creationId xmlns:a16="http://schemas.microsoft.com/office/drawing/2014/main" id="{2B0AD88F-ABF5-9EF1-CEAF-95F1FB9706E0}"/>
              </a:ext>
            </a:extLst>
          </p:cNvPr>
          <p:cNvSpPr>
            <a:spLocks noGrp="1"/>
          </p:cNvSpPr>
          <p:nvPr>
            <p:ph idx="1"/>
          </p:nvPr>
        </p:nvSpPr>
        <p:spPr>
          <a:xfrm>
            <a:off x="696000" y="1080000"/>
            <a:ext cx="10800000" cy="5112000"/>
          </a:xfrm>
        </p:spPr>
        <p:txBody>
          <a:bodyPr/>
          <a:lstStyle/>
          <a:p>
            <a:r>
              <a:rPr lang="zh-CN" altLang="zh-CN" dirty="0"/>
              <a:t>多层</a:t>
            </a:r>
            <a:r>
              <a:rPr lang="zh-CN" altLang="en-US" dirty="0"/>
              <a:t>协议</a:t>
            </a:r>
            <a:r>
              <a:rPr lang="zh-CN" altLang="zh-CN" dirty="0"/>
              <a:t>结构</a:t>
            </a:r>
            <a:endParaRPr lang="en-US" altLang="zh-CN" dirty="0"/>
          </a:p>
          <a:p>
            <a:r>
              <a:rPr lang="zh-CN" altLang="zh-CN" dirty="0"/>
              <a:t>价值交付</a:t>
            </a:r>
            <a:r>
              <a:rPr lang="zh-CN" altLang="en-US" dirty="0"/>
              <a:t>（例如迭代付费）</a:t>
            </a:r>
            <a:endParaRPr lang="en-US" altLang="zh-CN" dirty="0"/>
          </a:p>
          <a:p>
            <a:r>
              <a:rPr lang="zh-CN" altLang="zh-CN" dirty="0"/>
              <a:t>总价增量</a:t>
            </a:r>
            <a:r>
              <a:rPr lang="en-US" altLang="zh-CN" dirty="0"/>
              <a:t> </a:t>
            </a:r>
            <a:r>
              <a:rPr lang="zh-CN" altLang="en-US" dirty="0"/>
              <a:t>（例如基于</a:t>
            </a:r>
            <a:r>
              <a:rPr lang="en-US" altLang="zh-CN" dirty="0"/>
              <a:t>Story</a:t>
            </a:r>
            <a:r>
              <a:rPr lang="zh-CN" altLang="en-US" dirty="0"/>
              <a:t>付费）</a:t>
            </a:r>
            <a:endParaRPr lang="en-US" altLang="zh-CN" dirty="0"/>
          </a:p>
          <a:p>
            <a:r>
              <a:rPr lang="zh-CN" altLang="en-US" dirty="0"/>
              <a:t>灵活总价</a:t>
            </a:r>
            <a:r>
              <a:rPr lang="zh-CN" altLang="zh-CN" dirty="0"/>
              <a:t>方案</a:t>
            </a:r>
            <a:endParaRPr lang="en-US" altLang="zh-CN" dirty="0"/>
          </a:p>
          <a:p>
            <a:r>
              <a:rPr lang="zh-CN" altLang="zh-CN" dirty="0"/>
              <a:t>动态范围方案</a:t>
            </a:r>
            <a:endParaRPr lang="zh-CN" altLang="en-US" dirty="0"/>
          </a:p>
        </p:txBody>
      </p:sp>
      <p:sp>
        <p:nvSpPr>
          <p:cNvPr id="7" name="文本占位符 6">
            <a:extLst>
              <a:ext uri="{FF2B5EF4-FFF2-40B4-BE49-F238E27FC236}">
                <a16:creationId xmlns:a16="http://schemas.microsoft.com/office/drawing/2014/main" id="{3DF23212-1543-7DFD-428C-DC9A9DBA489C}"/>
              </a:ext>
            </a:extLst>
          </p:cNvPr>
          <p:cNvSpPr>
            <a:spLocks noGrp="1"/>
          </p:cNvSpPr>
          <p:nvPr>
            <p:ph type="body" sz="quarter" idx="10"/>
          </p:nvPr>
        </p:nvSpPr>
        <p:spPr>
          <a:xfrm>
            <a:off x="6702424" y="360001"/>
            <a:ext cx="4793575" cy="424731"/>
          </a:xfrm>
        </p:spPr>
        <p:txBody>
          <a:bodyPr/>
          <a:lstStyle/>
          <a:p>
            <a:r>
              <a:rPr lang="en-US" altLang="zh-CN" dirty="0"/>
              <a:t>Contract</a:t>
            </a:r>
            <a:endParaRPr lang="zh-CN" altLang="en-US" dirty="0"/>
          </a:p>
        </p:txBody>
      </p:sp>
    </p:spTree>
    <p:extLst>
      <p:ext uri="{BB962C8B-B14F-4D97-AF65-F5344CB8AC3E}">
        <p14:creationId xmlns:p14="http://schemas.microsoft.com/office/powerpoint/2010/main" val="879014748"/>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C919C3E-D004-66D6-E45B-4F48C2A5A6CE}"/>
              </a:ext>
            </a:extLst>
          </p:cNvPr>
          <p:cNvSpPr>
            <a:spLocks noGrp="1"/>
          </p:cNvSpPr>
          <p:nvPr>
            <p:ph type="title"/>
          </p:nvPr>
        </p:nvSpPr>
        <p:spPr/>
        <p:txBody>
          <a:bodyPr/>
          <a:lstStyle/>
          <a:p>
            <a:r>
              <a:rPr lang="zh-CN" altLang="en-US" dirty="0"/>
              <a:t>合同索赔</a:t>
            </a:r>
          </a:p>
        </p:txBody>
      </p:sp>
      <p:sp>
        <p:nvSpPr>
          <p:cNvPr id="3" name="内容占位符 2">
            <a:extLst>
              <a:ext uri="{FF2B5EF4-FFF2-40B4-BE49-F238E27FC236}">
                <a16:creationId xmlns:a16="http://schemas.microsoft.com/office/drawing/2014/main" id="{CE4BBCFC-AF71-E6BA-11B2-B266D793195D}"/>
              </a:ext>
            </a:extLst>
          </p:cNvPr>
          <p:cNvSpPr>
            <a:spLocks noGrp="1"/>
          </p:cNvSpPr>
          <p:nvPr>
            <p:ph idx="1"/>
          </p:nvPr>
        </p:nvSpPr>
        <p:spPr/>
        <p:txBody>
          <a:bodyPr/>
          <a:lstStyle/>
          <a:p>
            <a:r>
              <a:rPr lang="zh-CN" altLang="en-US" dirty="0"/>
              <a:t>经济补偿，不是处罚</a:t>
            </a:r>
            <a:endParaRPr lang="en-US" altLang="zh-CN" dirty="0"/>
          </a:p>
          <a:p>
            <a:r>
              <a:rPr lang="zh-CN" altLang="en-US" dirty="0"/>
              <a:t>分类：</a:t>
            </a:r>
            <a:endParaRPr lang="en-US" altLang="zh-CN" dirty="0"/>
          </a:p>
          <a:p>
            <a:pPr lvl="1"/>
            <a:r>
              <a:rPr lang="zh-CN" altLang="en-US" dirty="0"/>
              <a:t>工期索赔</a:t>
            </a:r>
            <a:endParaRPr lang="en-US" altLang="zh-CN" dirty="0"/>
          </a:p>
          <a:p>
            <a:pPr lvl="1"/>
            <a:r>
              <a:rPr lang="zh-CN" altLang="en-US" dirty="0"/>
              <a:t>费用索赔</a:t>
            </a:r>
            <a:endParaRPr lang="en-US" altLang="zh-CN" dirty="0"/>
          </a:p>
          <a:p>
            <a:r>
              <a:rPr lang="zh-CN" altLang="en-US" dirty="0"/>
              <a:t>期限：每个阶段均为</a:t>
            </a:r>
            <a:r>
              <a:rPr lang="en-US" altLang="zh-CN" dirty="0"/>
              <a:t>28</a:t>
            </a:r>
            <a:r>
              <a:rPr lang="zh-CN" altLang="en-US" dirty="0"/>
              <a:t>天</a:t>
            </a:r>
          </a:p>
        </p:txBody>
      </p:sp>
      <p:sp>
        <p:nvSpPr>
          <p:cNvPr id="4" name="文本占位符 3">
            <a:extLst>
              <a:ext uri="{FF2B5EF4-FFF2-40B4-BE49-F238E27FC236}">
                <a16:creationId xmlns:a16="http://schemas.microsoft.com/office/drawing/2014/main" id="{53EB425B-6570-9958-E58F-8060C25A311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90271841"/>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EF699-E234-3E7D-BF2D-C3FE1ACC7E82}"/>
              </a:ext>
            </a:extLst>
          </p:cNvPr>
          <p:cNvSpPr>
            <a:spLocks noGrp="1"/>
          </p:cNvSpPr>
          <p:nvPr>
            <p:ph type="title"/>
          </p:nvPr>
        </p:nvSpPr>
        <p:spPr/>
        <p:txBody>
          <a:bodyPr/>
          <a:lstStyle/>
          <a:p>
            <a:r>
              <a:rPr lang="zh-CN" altLang="en-US" dirty="0"/>
              <a:t>合同变更</a:t>
            </a:r>
          </a:p>
        </p:txBody>
      </p:sp>
      <p:sp>
        <p:nvSpPr>
          <p:cNvPr id="3" name="内容占位符 2">
            <a:extLst>
              <a:ext uri="{FF2B5EF4-FFF2-40B4-BE49-F238E27FC236}">
                <a16:creationId xmlns:a16="http://schemas.microsoft.com/office/drawing/2014/main" id="{817B270B-4B52-77FF-32C5-34C7AA380A93}"/>
              </a:ext>
            </a:extLst>
          </p:cNvPr>
          <p:cNvSpPr>
            <a:spLocks noGrp="1"/>
          </p:cNvSpPr>
          <p:nvPr>
            <p:ph idx="1"/>
          </p:nvPr>
        </p:nvSpPr>
        <p:spPr/>
        <p:txBody>
          <a:bodyPr/>
          <a:lstStyle/>
          <a:p>
            <a:r>
              <a:rPr lang="zh-CN" altLang="en-US" dirty="0"/>
              <a:t>合同变更是一个管理闭环过程，通常遵循以下顺序：</a:t>
            </a:r>
          </a:p>
          <a:p>
            <a:pPr lvl="1"/>
            <a:r>
              <a:rPr lang="zh-CN" altLang="en-US" dirty="0"/>
              <a:t>变更提出 </a:t>
            </a:r>
            <a:r>
              <a:rPr lang="en-US" altLang="zh-CN" dirty="0"/>
              <a:t>Change Request Submitted</a:t>
            </a:r>
            <a:r>
              <a:rPr lang="zh-CN" altLang="en-US" dirty="0"/>
              <a:t>：一方（如业主、承包商）提出变更需求</a:t>
            </a:r>
          </a:p>
          <a:p>
            <a:pPr lvl="1"/>
            <a:r>
              <a:rPr lang="zh-CN" altLang="en-US" dirty="0"/>
              <a:t>变更请求审查 </a:t>
            </a:r>
            <a:r>
              <a:rPr lang="en-US" altLang="zh-CN" dirty="0"/>
              <a:t>Review of Change Request</a:t>
            </a:r>
            <a:r>
              <a:rPr lang="zh-CN" altLang="en-US" dirty="0"/>
              <a:t>：对变更的影响进行评估（成本、工期、质量等）</a:t>
            </a:r>
          </a:p>
          <a:p>
            <a:pPr lvl="1"/>
            <a:r>
              <a:rPr lang="zh-CN" altLang="en-US" dirty="0"/>
              <a:t>变更批准 </a:t>
            </a:r>
            <a:r>
              <a:rPr lang="en-US" altLang="zh-CN" dirty="0"/>
              <a:t>Approval of Change</a:t>
            </a:r>
            <a:r>
              <a:rPr lang="zh-CN" altLang="en-US" dirty="0"/>
              <a:t>：经审批后决定是否接受变更</a:t>
            </a:r>
          </a:p>
          <a:p>
            <a:pPr lvl="1"/>
            <a:r>
              <a:rPr lang="zh-CN" altLang="en-US" dirty="0"/>
              <a:t>变更实施 </a:t>
            </a:r>
            <a:r>
              <a:rPr lang="en-US" altLang="zh-CN" dirty="0"/>
              <a:t>Implementation of Change</a:t>
            </a:r>
            <a:r>
              <a:rPr lang="zh-CN" altLang="en-US" dirty="0"/>
              <a:t>：执行变更内容，并记录结果</a:t>
            </a:r>
          </a:p>
        </p:txBody>
      </p:sp>
      <p:sp>
        <p:nvSpPr>
          <p:cNvPr id="4" name="文本占位符 3">
            <a:extLst>
              <a:ext uri="{FF2B5EF4-FFF2-40B4-BE49-F238E27FC236}">
                <a16:creationId xmlns:a16="http://schemas.microsoft.com/office/drawing/2014/main" id="{AD073962-92DA-ABE5-61BB-8AE6377FBAF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88424488"/>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81CBA1-7920-566D-076A-0C4C93EDAE11}"/>
            </a:ext>
          </a:extLst>
        </p:cNvPr>
        <p:cNvGrpSpPr/>
        <p:nvPr/>
      </p:nvGrpSpPr>
      <p:grpSpPr>
        <a:xfrm>
          <a:off x="0" y="0"/>
          <a:ext cx="0" cy="0"/>
          <a:chOff x="0" y="0"/>
          <a:chExt cx="0" cy="0"/>
        </a:xfrm>
      </p:grpSpPr>
      <p:pic>
        <p:nvPicPr>
          <p:cNvPr id="6" name="图片占位符 5">
            <a:extLst>
              <a:ext uri="{FF2B5EF4-FFF2-40B4-BE49-F238E27FC236}">
                <a16:creationId xmlns:a16="http://schemas.microsoft.com/office/drawing/2014/main" id="{1CF0E67B-3E77-50D1-C7BC-0C28D3011005}"/>
              </a:ext>
            </a:extLst>
          </p:cNvPr>
          <p:cNvPicPr>
            <a:picLocks noGrp="1" noChangeAspect="1"/>
          </p:cNvPicPr>
          <p:nvPr>
            <p:ph type="pic" sz="quarter" idx="4294967295"/>
          </p:nvPr>
        </p:nvPicPr>
        <p:blipFill>
          <a:blip r:embed="rId2"/>
          <a:srcRect l="17552" r="17552"/>
          <a:stretch/>
        </p:blipFill>
        <p:spPr>
          <a:xfrm>
            <a:off x="0" y="0"/>
            <a:ext cx="7912359" cy="6858000"/>
          </a:xfrm>
        </p:spPr>
      </p:pic>
      <p:sp>
        <p:nvSpPr>
          <p:cNvPr id="2" name="标题 1">
            <a:extLst>
              <a:ext uri="{FF2B5EF4-FFF2-40B4-BE49-F238E27FC236}">
                <a16:creationId xmlns:a16="http://schemas.microsoft.com/office/drawing/2014/main" id="{1D349DE4-986C-14E7-ACB1-53EDCE907EC5}"/>
              </a:ext>
            </a:extLst>
          </p:cNvPr>
          <p:cNvSpPr>
            <a:spLocks noGrp="1"/>
          </p:cNvSpPr>
          <p:nvPr>
            <p:ph type="ctrTitle"/>
          </p:nvPr>
        </p:nvSpPr>
        <p:spPr>
          <a:xfrm>
            <a:off x="4077578" y="3498981"/>
            <a:ext cx="7262228" cy="1440000"/>
          </a:xfrm>
        </p:spPr>
        <p:txBody>
          <a:bodyPr/>
          <a:lstStyle/>
          <a:p>
            <a:r>
              <a:rPr lang="zh-CN" altLang="en-US" dirty="0"/>
              <a:t>项目执行控制</a:t>
            </a:r>
          </a:p>
        </p:txBody>
      </p:sp>
      <p:sp>
        <p:nvSpPr>
          <p:cNvPr id="3" name="副标题 2">
            <a:extLst>
              <a:ext uri="{FF2B5EF4-FFF2-40B4-BE49-F238E27FC236}">
                <a16:creationId xmlns:a16="http://schemas.microsoft.com/office/drawing/2014/main" id="{45E81968-EC65-6418-2D93-61134A1A82BB}"/>
              </a:ext>
            </a:extLst>
          </p:cNvPr>
          <p:cNvSpPr>
            <a:spLocks noGrp="1"/>
          </p:cNvSpPr>
          <p:nvPr>
            <p:ph type="subTitle" idx="1"/>
          </p:nvPr>
        </p:nvSpPr>
        <p:spPr>
          <a:xfrm>
            <a:off x="4077578" y="4938981"/>
            <a:ext cx="7262228" cy="900000"/>
          </a:xfrm>
        </p:spPr>
        <p:txBody>
          <a:bodyPr/>
          <a:lstStyle/>
          <a:p>
            <a:r>
              <a:rPr lang="en-US" altLang="zh-CN" dirty="0"/>
              <a:t>Section 11 Project Execution &amp; Control</a:t>
            </a:r>
            <a:endParaRPr lang="zh-CN" altLang="en-US" dirty="0"/>
          </a:p>
        </p:txBody>
      </p:sp>
    </p:spTree>
    <p:extLst>
      <p:ext uri="{BB962C8B-B14F-4D97-AF65-F5344CB8AC3E}">
        <p14:creationId xmlns:p14="http://schemas.microsoft.com/office/powerpoint/2010/main" val="3343414957"/>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ADB7F772-A5F9-D03C-DAAA-E86D13AE54A7}"/>
              </a:ext>
            </a:extLst>
          </p:cNvPr>
          <p:cNvSpPr>
            <a:spLocks noGrp="1"/>
          </p:cNvSpPr>
          <p:nvPr>
            <p:ph type="title"/>
          </p:nvPr>
        </p:nvSpPr>
        <p:spPr/>
        <p:txBody>
          <a:bodyPr>
            <a:normAutofit/>
          </a:bodyPr>
          <a:lstStyle/>
          <a:p>
            <a:endParaRPr lang="zh-CN" altLang="en-US"/>
          </a:p>
        </p:txBody>
      </p:sp>
      <p:sp>
        <p:nvSpPr>
          <p:cNvPr id="3" name="内容占位符 2">
            <a:extLst>
              <a:ext uri="{FF2B5EF4-FFF2-40B4-BE49-F238E27FC236}">
                <a16:creationId xmlns:a16="http://schemas.microsoft.com/office/drawing/2014/main" id="{EEB89858-C280-1068-A843-45DF719F2FF4}"/>
              </a:ext>
            </a:extLst>
          </p:cNvPr>
          <p:cNvSpPr>
            <a:spLocks noGrp="1"/>
          </p:cNvSpPr>
          <p:nvPr>
            <p:ph idx="1"/>
          </p:nvPr>
        </p:nvSpPr>
        <p:spPr>
          <a:xfrm>
            <a:off x="696000" y="1080000"/>
            <a:ext cx="10800000" cy="5112000"/>
          </a:xfrm>
        </p:spPr>
        <p:txBody>
          <a:bodyPr/>
          <a:lstStyle/>
          <a:p>
            <a:r>
              <a:rPr lang="zh-CN" altLang="en-US" dirty="0"/>
              <a:t>马云和比尔盖茨都表达过类似的观点：“一流的战略、三流的执行”不如“三流的战略、一流的执行”。一流的战略和一流的执行，似乎就像鱼与熊掌一样不可兼得。</a:t>
            </a:r>
          </a:p>
          <a:p>
            <a:endParaRPr lang="zh-CN" altLang="en-US" dirty="0"/>
          </a:p>
        </p:txBody>
      </p:sp>
      <p:sp>
        <p:nvSpPr>
          <p:cNvPr id="7" name="文本占位符 6">
            <a:extLst>
              <a:ext uri="{FF2B5EF4-FFF2-40B4-BE49-F238E27FC236}">
                <a16:creationId xmlns:a16="http://schemas.microsoft.com/office/drawing/2014/main" id="{845A5F07-788A-C31A-362F-674C5F9659D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835528488"/>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内容占位符 8">
            <a:extLst>
              <a:ext uri="{FF2B5EF4-FFF2-40B4-BE49-F238E27FC236}">
                <a16:creationId xmlns:a16="http://schemas.microsoft.com/office/drawing/2014/main" id="{03DD6A68-E284-9765-27FB-5C4B1E7464E6}"/>
              </a:ext>
            </a:extLst>
          </p:cNvPr>
          <p:cNvGraphicFramePr>
            <a:graphicFrameLocks noChangeAspect="1"/>
          </p:cNvGraphicFramePr>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83C1A01B-1C73-8662-947E-7752092AADE1}"/>
              </a:ext>
            </a:extLst>
          </p:cNvPr>
          <p:cNvSpPr>
            <a:spLocks noGrp="1"/>
          </p:cNvSpPr>
          <p:nvPr>
            <p:ph type="title"/>
          </p:nvPr>
        </p:nvSpPr>
        <p:spPr>
          <a:xfrm>
            <a:off x="696000" y="360000"/>
            <a:ext cx="10800000" cy="424732"/>
          </a:xfrm>
        </p:spPr>
        <p:txBody>
          <a:bodyPr>
            <a:normAutofit/>
          </a:bodyPr>
          <a:lstStyle/>
          <a:p>
            <a:r>
              <a:rPr lang="en-US" altLang="zh-CN" dirty="0"/>
              <a:t>Triple Constraint Diagram</a:t>
            </a:r>
            <a:endParaRPr lang="zh-CN" altLang="en-US" dirty="0"/>
          </a:p>
        </p:txBody>
      </p:sp>
      <p:pic>
        <p:nvPicPr>
          <p:cNvPr id="27" name="内容占位符 26" descr="时钟">
            <a:extLst>
              <a:ext uri="{FF2B5EF4-FFF2-40B4-BE49-F238E27FC236}">
                <a16:creationId xmlns:a16="http://schemas.microsoft.com/office/drawing/2014/main" id="{2FA749CD-DA96-5D61-98F9-DDE1A6EA1D16}"/>
              </a:ext>
            </a:extLst>
          </p:cNvPr>
          <p:cNvPicPr>
            <a:picLocks noGrp="1" noChangeAspect="1"/>
          </p:cNvPicPr>
          <p:nvPr>
            <p:ph idx="1"/>
          </p:nvPr>
        </p:nvPicPr>
        <p:blipFill>
          <a:blip r:embed="rId7">
            <a:extLst>
              <a:ext uri="{96DAC541-7B7A-43D3-8B79-37D633B846F1}">
                <asvg:svgBlip xmlns:asvg="http://schemas.microsoft.com/office/drawing/2016/SVG/main" r:embed="rId8"/>
              </a:ext>
            </a:extLst>
          </a:blip>
          <a:stretch>
            <a:fillRect/>
          </a:stretch>
        </p:blipFill>
        <p:spPr>
          <a:xfrm>
            <a:off x="6834378" y="4198978"/>
            <a:ext cx="540000" cy="540000"/>
          </a:xfrm>
        </p:spPr>
      </p:pic>
      <p:sp>
        <p:nvSpPr>
          <p:cNvPr id="21" name="文本框 20">
            <a:extLst>
              <a:ext uri="{FF2B5EF4-FFF2-40B4-BE49-F238E27FC236}">
                <a16:creationId xmlns:a16="http://schemas.microsoft.com/office/drawing/2014/main" id="{F998C7B8-46D9-E83C-D2AC-790D6EC6195B}"/>
              </a:ext>
            </a:extLst>
          </p:cNvPr>
          <p:cNvSpPr txBox="1"/>
          <p:nvPr/>
        </p:nvSpPr>
        <p:spPr>
          <a:xfrm>
            <a:off x="4310743" y="1249144"/>
            <a:ext cx="4330032" cy="646331"/>
          </a:xfrm>
          <a:prstGeom prst="rect">
            <a:avLst/>
          </a:prstGeom>
          <a:noFill/>
        </p:spPr>
        <p:txBody>
          <a:bodyPr wrap="none" rtlCol="0">
            <a:spAutoFit/>
          </a:bodyPr>
          <a:lstStyle/>
          <a:p>
            <a:r>
              <a:rPr lang="en-US" altLang="zh-CN" dirty="0"/>
              <a:t>The tasks</a:t>
            </a:r>
          </a:p>
          <a:p>
            <a:r>
              <a:rPr lang="en-US" altLang="zh-CN" dirty="0"/>
              <a:t>required to fulfill the project’s goals</a:t>
            </a:r>
          </a:p>
        </p:txBody>
      </p:sp>
      <p:sp>
        <p:nvSpPr>
          <p:cNvPr id="22" name="文本框 21">
            <a:extLst>
              <a:ext uri="{FF2B5EF4-FFF2-40B4-BE49-F238E27FC236}">
                <a16:creationId xmlns:a16="http://schemas.microsoft.com/office/drawing/2014/main" id="{E2DA17C7-80A0-40A4-D18C-CEAA73FA21C7}"/>
              </a:ext>
            </a:extLst>
          </p:cNvPr>
          <p:cNvSpPr txBox="1"/>
          <p:nvPr/>
        </p:nvSpPr>
        <p:spPr>
          <a:xfrm>
            <a:off x="821094" y="3815648"/>
            <a:ext cx="3489649" cy="923330"/>
          </a:xfrm>
          <a:prstGeom prst="rect">
            <a:avLst/>
          </a:prstGeom>
          <a:noFill/>
        </p:spPr>
        <p:txBody>
          <a:bodyPr wrap="square" rtlCol="0">
            <a:spAutoFit/>
          </a:bodyPr>
          <a:lstStyle/>
          <a:p>
            <a:pPr algn="r"/>
            <a:r>
              <a:rPr lang="en-US" altLang="zh-CN" dirty="0"/>
              <a:t>The financial constraints of a project, also known as the project budget</a:t>
            </a:r>
          </a:p>
        </p:txBody>
      </p:sp>
      <p:sp>
        <p:nvSpPr>
          <p:cNvPr id="25" name="文本框 24">
            <a:extLst>
              <a:ext uri="{FF2B5EF4-FFF2-40B4-BE49-F238E27FC236}">
                <a16:creationId xmlns:a16="http://schemas.microsoft.com/office/drawing/2014/main" id="{0646777D-4340-C671-94EC-0995E0A595AA}"/>
              </a:ext>
            </a:extLst>
          </p:cNvPr>
          <p:cNvSpPr txBox="1"/>
          <p:nvPr/>
        </p:nvSpPr>
        <p:spPr>
          <a:xfrm>
            <a:off x="7881259" y="3815648"/>
            <a:ext cx="2855595" cy="923330"/>
          </a:xfrm>
          <a:prstGeom prst="rect">
            <a:avLst/>
          </a:prstGeom>
          <a:noFill/>
        </p:spPr>
        <p:txBody>
          <a:bodyPr wrap="square" rtlCol="0">
            <a:spAutoFit/>
          </a:bodyPr>
          <a:lstStyle/>
          <a:p>
            <a:r>
              <a:rPr lang="en-US" altLang="zh-CN" dirty="0"/>
              <a:t>The schedule</a:t>
            </a:r>
          </a:p>
          <a:p>
            <a:r>
              <a:rPr lang="en-US" altLang="zh-CN" dirty="0"/>
              <a:t>for the project to reach completion</a:t>
            </a:r>
            <a:endParaRPr lang="zh-CN" altLang="en-US" dirty="0"/>
          </a:p>
        </p:txBody>
      </p:sp>
      <p:pic>
        <p:nvPicPr>
          <p:cNvPr id="29" name="图形 28" descr="硬币">
            <a:extLst>
              <a:ext uri="{FF2B5EF4-FFF2-40B4-BE49-F238E27FC236}">
                <a16:creationId xmlns:a16="http://schemas.microsoft.com/office/drawing/2014/main" id="{DAF165AB-7164-78C7-FA98-223268FDE5E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4884627" y="4198978"/>
            <a:ext cx="540000" cy="540000"/>
          </a:xfrm>
          <a:prstGeom prst="rect">
            <a:avLst/>
          </a:prstGeom>
        </p:spPr>
      </p:pic>
      <p:pic>
        <p:nvPicPr>
          <p:cNvPr id="31" name="图形 30" descr="清单">
            <a:extLst>
              <a:ext uri="{FF2B5EF4-FFF2-40B4-BE49-F238E27FC236}">
                <a16:creationId xmlns:a16="http://schemas.microsoft.com/office/drawing/2014/main" id="{7E3A5C84-3367-F662-C583-279FB6DF2FDD}"/>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5826000" y="2466725"/>
            <a:ext cx="540000" cy="540000"/>
          </a:xfrm>
          <a:prstGeom prst="rect">
            <a:avLst/>
          </a:prstGeom>
        </p:spPr>
      </p:pic>
    </p:spTree>
    <p:extLst>
      <p:ext uri="{BB962C8B-B14F-4D97-AF65-F5344CB8AC3E}">
        <p14:creationId xmlns:p14="http://schemas.microsoft.com/office/powerpoint/2010/main" val="4057873813"/>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336B65-CD14-D8DC-209A-4A34FFB3E405}"/>
              </a:ext>
            </a:extLst>
          </p:cNvPr>
          <p:cNvSpPr>
            <a:spLocks noGrp="1"/>
          </p:cNvSpPr>
          <p:nvPr>
            <p:ph type="title"/>
          </p:nvPr>
        </p:nvSpPr>
        <p:spPr>
          <a:xfrm>
            <a:off x="696000" y="360000"/>
            <a:ext cx="10800000" cy="424732"/>
          </a:xfrm>
        </p:spPr>
        <p:txBody>
          <a:bodyPr>
            <a:normAutofit/>
          </a:bodyPr>
          <a:lstStyle/>
          <a:p>
            <a:r>
              <a:rPr lang="en-US" altLang="zh-CN" dirty="0"/>
              <a:t>Construction project Triple Constraint Example</a:t>
            </a:r>
            <a:endParaRPr lang="zh-CN" altLang="en-US" dirty="0"/>
          </a:p>
        </p:txBody>
      </p:sp>
      <p:sp>
        <p:nvSpPr>
          <p:cNvPr id="5" name="内容占位符 4">
            <a:extLst>
              <a:ext uri="{FF2B5EF4-FFF2-40B4-BE49-F238E27FC236}">
                <a16:creationId xmlns:a16="http://schemas.microsoft.com/office/drawing/2014/main" id="{6533F0E3-E562-1BD0-CC49-2E461DB0A6D8}"/>
              </a:ext>
            </a:extLst>
          </p:cNvPr>
          <p:cNvSpPr>
            <a:spLocks noGrp="1"/>
          </p:cNvSpPr>
          <p:nvPr>
            <p:ph idx="1"/>
          </p:nvPr>
        </p:nvSpPr>
        <p:spPr>
          <a:xfrm>
            <a:off x="696000" y="1080000"/>
            <a:ext cx="10800000" cy="5112000"/>
          </a:xfrm>
        </p:spPr>
        <p:txBody>
          <a:bodyPr/>
          <a:lstStyle/>
          <a:p>
            <a:r>
              <a:rPr lang="zh-CN" altLang="en-US" dirty="0"/>
              <a:t>假设正在建设一个小型零售店，大约</a:t>
            </a:r>
            <a:r>
              <a:rPr lang="en-US" altLang="zh-CN" dirty="0"/>
              <a:t>2,000</a:t>
            </a:r>
            <a:r>
              <a:rPr lang="zh-CN" altLang="en-US" dirty="0"/>
              <a:t>平方英尺。项目时间为</a:t>
            </a:r>
            <a:r>
              <a:rPr lang="en-US" altLang="zh-CN" dirty="0"/>
              <a:t>6</a:t>
            </a:r>
            <a:r>
              <a:rPr lang="zh-CN" altLang="en-US" dirty="0"/>
              <a:t>个月，预算为</a:t>
            </a:r>
            <a:r>
              <a:rPr lang="en-US" altLang="zh-CN" dirty="0"/>
              <a:t>30</a:t>
            </a:r>
            <a:r>
              <a:rPr lang="zh-CN" altLang="en-US" dirty="0"/>
              <a:t>万美元</a:t>
            </a:r>
            <a:endParaRPr lang="en-US" altLang="zh-CN" dirty="0"/>
          </a:p>
          <a:p>
            <a:r>
              <a:rPr lang="zh-CN" altLang="en-US" dirty="0"/>
              <a:t>如果客户在最后一刻提出增加</a:t>
            </a:r>
            <a:r>
              <a:rPr lang="en-US" altLang="zh-CN" dirty="0"/>
              <a:t>500</a:t>
            </a:r>
            <a:r>
              <a:rPr lang="zh-CN" altLang="en-US" dirty="0"/>
              <a:t>平方英尺的要求：</a:t>
            </a:r>
            <a:endParaRPr lang="en-US" altLang="zh-CN" dirty="0"/>
          </a:p>
          <a:p>
            <a:pPr lvl="1"/>
            <a:r>
              <a:rPr lang="zh-CN" altLang="en-US" dirty="0"/>
              <a:t>扩大项目范围</a:t>
            </a:r>
            <a:endParaRPr lang="en-US" altLang="zh-CN" dirty="0"/>
          </a:p>
          <a:p>
            <a:pPr lvl="1"/>
            <a:r>
              <a:rPr lang="zh-CN" altLang="en-US" dirty="0"/>
              <a:t>要么时间表必须推迟，要么预算增加</a:t>
            </a:r>
          </a:p>
        </p:txBody>
      </p:sp>
    </p:spTree>
    <p:extLst>
      <p:ext uri="{BB962C8B-B14F-4D97-AF65-F5344CB8AC3E}">
        <p14:creationId xmlns:p14="http://schemas.microsoft.com/office/powerpoint/2010/main" val="100991124"/>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457E22E-3DE1-3CC9-4281-208AB4D4CFB4}"/>
              </a:ext>
            </a:extLst>
          </p:cNvPr>
          <p:cNvSpPr>
            <a:spLocks noGrp="1"/>
          </p:cNvSpPr>
          <p:nvPr>
            <p:ph type="title"/>
          </p:nvPr>
        </p:nvSpPr>
        <p:spPr>
          <a:xfrm>
            <a:off x="696000" y="360000"/>
            <a:ext cx="10800000" cy="424732"/>
          </a:xfrm>
        </p:spPr>
        <p:txBody>
          <a:bodyPr>
            <a:normAutofit/>
          </a:bodyPr>
          <a:lstStyle/>
          <a:p>
            <a:r>
              <a:rPr lang="en-US" altLang="zh-CN" dirty="0"/>
              <a:t>IT project Triple Constraint Example</a:t>
            </a:r>
            <a:endParaRPr lang="zh-CN" altLang="en-US" dirty="0"/>
          </a:p>
        </p:txBody>
      </p:sp>
      <p:sp>
        <p:nvSpPr>
          <p:cNvPr id="3" name="内容占位符 2">
            <a:extLst>
              <a:ext uri="{FF2B5EF4-FFF2-40B4-BE49-F238E27FC236}">
                <a16:creationId xmlns:a16="http://schemas.microsoft.com/office/drawing/2014/main" id="{E10AADB8-38F4-68BF-D326-32B00A7E0275}"/>
              </a:ext>
            </a:extLst>
          </p:cNvPr>
          <p:cNvSpPr>
            <a:spLocks noGrp="1"/>
          </p:cNvSpPr>
          <p:nvPr>
            <p:ph idx="1"/>
          </p:nvPr>
        </p:nvSpPr>
        <p:spPr>
          <a:xfrm>
            <a:off x="696000" y="1080000"/>
            <a:ext cx="10800000" cy="5112000"/>
          </a:xfrm>
        </p:spPr>
        <p:txBody>
          <a:bodyPr/>
          <a:lstStyle/>
          <a:p>
            <a:r>
              <a:rPr lang="zh-CN" altLang="en-US" dirty="0"/>
              <a:t>如果一个销售团队需要建立一个新的客户关系管理系统</a:t>
            </a:r>
            <a:r>
              <a:rPr lang="en-US" altLang="zh-CN" dirty="0"/>
              <a:t>CRM</a:t>
            </a:r>
            <a:r>
              <a:rPr lang="zh-CN" altLang="en-US" dirty="0"/>
              <a:t>，他们可能有</a:t>
            </a:r>
            <a:r>
              <a:rPr lang="en-US" altLang="zh-CN" dirty="0"/>
              <a:t>9</a:t>
            </a:r>
            <a:r>
              <a:rPr lang="zh-CN" altLang="en-US" dirty="0"/>
              <a:t>个月的时间框架和</a:t>
            </a:r>
            <a:r>
              <a:rPr lang="en-US" altLang="zh-CN" dirty="0"/>
              <a:t>25</a:t>
            </a:r>
            <a:r>
              <a:rPr lang="zh-CN" altLang="en-US" dirty="0"/>
              <a:t>万美元的预算。在范围方面，</a:t>
            </a:r>
            <a:r>
              <a:rPr lang="en-US" altLang="zh-CN" dirty="0"/>
              <a:t>CRM</a:t>
            </a:r>
            <a:r>
              <a:rPr lang="zh-CN" altLang="en-US" dirty="0"/>
              <a:t>需要包括潜在客户管理、销售报告和联系跟踪</a:t>
            </a:r>
            <a:endParaRPr lang="en-US" altLang="zh-CN" dirty="0"/>
          </a:p>
          <a:p>
            <a:r>
              <a:rPr lang="zh-CN" altLang="en-US" dirty="0"/>
              <a:t>如果销售团队要求系统在</a:t>
            </a:r>
            <a:r>
              <a:rPr lang="en-US" altLang="zh-CN" dirty="0"/>
              <a:t>6</a:t>
            </a:r>
            <a:r>
              <a:rPr lang="zh-CN" altLang="en-US" dirty="0"/>
              <a:t>个月内准备就绪：</a:t>
            </a:r>
            <a:endParaRPr lang="en-US" altLang="zh-CN" dirty="0"/>
          </a:p>
          <a:p>
            <a:pPr lvl="1"/>
            <a:r>
              <a:rPr lang="zh-CN" altLang="en-US" dirty="0"/>
              <a:t>减少范围</a:t>
            </a:r>
            <a:endParaRPr lang="en-US" altLang="zh-CN" dirty="0"/>
          </a:p>
          <a:p>
            <a:pPr lvl="1"/>
            <a:r>
              <a:rPr lang="zh-CN" altLang="en-US" dirty="0"/>
              <a:t>增加预算</a:t>
            </a:r>
          </a:p>
        </p:txBody>
      </p:sp>
    </p:spTree>
    <p:extLst>
      <p:ext uri="{BB962C8B-B14F-4D97-AF65-F5344CB8AC3E}">
        <p14:creationId xmlns:p14="http://schemas.microsoft.com/office/powerpoint/2010/main" val="338979811"/>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7E78845-DCE9-B251-2BAF-6A8452142989}"/>
              </a:ext>
            </a:extLst>
          </p:cNvPr>
          <p:cNvSpPr>
            <a:spLocks noGrp="1"/>
          </p:cNvSpPr>
          <p:nvPr>
            <p:ph type="title"/>
          </p:nvPr>
        </p:nvSpPr>
        <p:spPr>
          <a:xfrm>
            <a:off x="696000" y="360000"/>
            <a:ext cx="10800000" cy="424732"/>
          </a:xfrm>
        </p:spPr>
        <p:txBody>
          <a:bodyPr>
            <a:normAutofit/>
          </a:bodyPr>
          <a:lstStyle/>
          <a:p>
            <a:r>
              <a:rPr lang="en-US" altLang="zh-CN" dirty="0"/>
              <a:t>Manufacturing Triple Constraint Example</a:t>
            </a:r>
            <a:endParaRPr lang="zh-CN" altLang="en-US" dirty="0"/>
          </a:p>
        </p:txBody>
      </p:sp>
      <p:sp>
        <p:nvSpPr>
          <p:cNvPr id="5" name="内容占位符 4">
            <a:extLst>
              <a:ext uri="{FF2B5EF4-FFF2-40B4-BE49-F238E27FC236}">
                <a16:creationId xmlns:a16="http://schemas.microsoft.com/office/drawing/2014/main" id="{67A14637-32C6-3EBE-553B-85FD5C9D17D2}"/>
              </a:ext>
            </a:extLst>
          </p:cNvPr>
          <p:cNvSpPr>
            <a:spLocks noGrp="1"/>
          </p:cNvSpPr>
          <p:nvPr>
            <p:ph idx="1"/>
          </p:nvPr>
        </p:nvSpPr>
        <p:spPr/>
        <p:txBody>
          <a:bodyPr/>
          <a:lstStyle/>
          <a:p>
            <a:r>
              <a:rPr lang="zh-CN" altLang="en-US" dirty="0"/>
              <a:t>假设一家制造公司正在生产</a:t>
            </a:r>
            <a:r>
              <a:rPr lang="en-US" altLang="zh-CN" dirty="0"/>
              <a:t>5,000</a:t>
            </a:r>
            <a:r>
              <a:rPr lang="zh-CN" altLang="en-US" dirty="0"/>
              <a:t>台新型智能家居设备。它需要包含应用程序集成和语音控制，每台设备的制造成本不能超过</a:t>
            </a:r>
            <a:r>
              <a:rPr lang="en-US" altLang="zh-CN" dirty="0"/>
              <a:t>50</a:t>
            </a:r>
            <a:r>
              <a:rPr lang="zh-CN" altLang="en-US" dirty="0"/>
              <a:t>美元，并且所有设备必须在</a:t>
            </a:r>
            <a:r>
              <a:rPr lang="en-US" altLang="zh-CN" dirty="0"/>
              <a:t>3</a:t>
            </a:r>
            <a:r>
              <a:rPr lang="zh-CN" altLang="en-US" dirty="0"/>
              <a:t>个月内生产完成</a:t>
            </a:r>
            <a:endParaRPr lang="en-US" altLang="zh-CN" dirty="0"/>
          </a:p>
          <a:p>
            <a:r>
              <a:rPr lang="zh-CN" altLang="en-US" dirty="0"/>
              <a:t>如果预算中突然出现成本变化，并且每台设备的制造成本不能超过</a:t>
            </a:r>
            <a:r>
              <a:rPr lang="en-US" altLang="zh-CN" dirty="0"/>
              <a:t>40</a:t>
            </a:r>
            <a:r>
              <a:rPr lang="zh-CN" altLang="en-US" dirty="0"/>
              <a:t>美元：</a:t>
            </a:r>
            <a:endParaRPr lang="en-US" altLang="zh-CN" dirty="0"/>
          </a:p>
          <a:p>
            <a:pPr lvl="1"/>
            <a:r>
              <a:rPr lang="zh-CN" altLang="en-US" dirty="0"/>
              <a:t>要么需要放慢速度，这将延长预算</a:t>
            </a:r>
            <a:endParaRPr lang="en-US" altLang="zh-CN" dirty="0"/>
          </a:p>
          <a:p>
            <a:pPr lvl="1"/>
            <a:r>
              <a:rPr lang="zh-CN" altLang="en-US" dirty="0"/>
              <a:t>要么范围将需要缩减</a:t>
            </a:r>
          </a:p>
        </p:txBody>
      </p:sp>
    </p:spTree>
    <p:extLst>
      <p:ext uri="{BB962C8B-B14F-4D97-AF65-F5344CB8AC3E}">
        <p14:creationId xmlns:p14="http://schemas.microsoft.com/office/powerpoint/2010/main" val="364262728"/>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CE3AA5-6235-0E22-9AB2-CDC282765F88}"/>
            </a:ext>
          </a:extLst>
        </p:cNvPr>
        <p:cNvGrpSpPr/>
        <p:nvPr/>
      </p:nvGrpSpPr>
      <p:grpSpPr>
        <a:xfrm>
          <a:off x="0" y="0"/>
          <a:ext cx="0" cy="0"/>
          <a:chOff x="0" y="0"/>
          <a:chExt cx="0" cy="0"/>
        </a:xfrm>
      </p:grpSpPr>
      <p:pic>
        <p:nvPicPr>
          <p:cNvPr id="6" name="图片占位符 5">
            <a:extLst>
              <a:ext uri="{FF2B5EF4-FFF2-40B4-BE49-F238E27FC236}">
                <a16:creationId xmlns:a16="http://schemas.microsoft.com/office/drawing/2014/main" id="{BB551C51-19B0-1DCE-1098-39A95BCD0BB1}"/>
              </a:ext>
            </a:extLst>
          </p:cNvPr>
          <p:cNvPicPr>
            <a:picLocks noGrp="1" noChangeAspect="1"/>
          </p:cNvPicPr>
          <p:nvPr>
            <p:ph type="pic" sz="quarter" idx="10"/>
          </p:nvPr>
        </p:nvPicPr>
        <p:blipFill>
          <a:blip r:embed="rId2"/>
          <a:srcRect l="17552" r="17552"/>
          <a:stretch/>
        </p:blipFill>
        <p:spPr>
          <a:xfrm>
            <a:off x="0" y="0"/>
            <a:ext cx="7912359" cy="6858000"/>
          </a:xfrm>
        </p:spPr>
      </p:pic>
      <p:sp>
        <p:nvSpPr>
          <p:cNvPr id="2" name="标题 1">
            <a:extLst>
              <a:ext uri="{FF2B5EF4-FFF2-40B4-BE49-F238E27FC236}">
                <a16:creationId xmlns:a16="http://schemas.microsoft.com/office/drawing/2014/main" id="{BBE58437-882C-21E9-813E-164FFBFD2BC0}"/>
              </a:ext>
            </a:extLst>
          </p:cNvPr>
          <p:cNvSpPr>
            <a:spLocks noGrp="1"/>
          </p:cNvSpPr>
          <p:nvPr>
            <p:ph type="ctrTitle"/>
          </p:nvPr>
        </p:nvSpPr>
        <p:spPr>
          <a:xfrm>
            <a:off x="4077578" y="3498981"/>
            <a:ext cx="7262228" cy="1440000"/>
          </a:xfrm>
        </p:spPr>
        <p:txBody>
          <a:bodyPr/>
          <a:lstStyle/>
          <a:p>
            <a:r>
              <a:rPr lang="zh-CN" altLang="en-US" dirty="0"/>
              <a:t>项目结束</a:t>
            </a:r>
          </a:p>
        </p:txBody>
      </p:sp>
      <p:sp>
        <p:nvSpPr>
          <p:cNvPr id="3" name="副标题 2">
            <a:extLst>
              <a:ext uri="{FF2B5EF4-FFF2-40B4-BE49-F238E27FC236}">
                <a16:creationId xmlns:a16="http://schemas.microsoft.com/office/drawing/2014/main" id="{96EDA69B-AE1D-30B4-9A84-9FF3D5640890}"/>
              </a:ext>
            </a:extLst>
          </p:cNvPr>
          <p:cNvSpPr>
            <a:spLocks noGrp="1"/>
          </p:cNvSpPr>
          <p:nvPr>
            <p:ph type="subTitle" idx="1"/>
          </p:nvPr>
        </p:nvSpPr>
        <p:spPr>
          <a:xfrm>
            <a:off x="4077578" y="4938981"/>
            <a:ext cx="7262228" cy="900000"/>
          </a:xfrm>
        </p:spPr>
        <p:txBody>
          <a:bodyPr/>
          <a:lstStyle/>
          <a:p>
            <a:r>
              <a:rPr lang="en-US" altLang="zh-CN" dirty="0"/>
              <a:t>Section 12 Project Closure</a:t>
            </a:r>
            <a:endParaRPr lang="zh-CN" altLang="en-US" dirty="0"/>
          </a:p>
        </p:txBody>
      </p:sp>
      <p:sp>
        <p:nvSpPr>
          <p:cNvPr id="8" name="文本占位符 7">
            <a:extLst>
              <a:ext uri="{FF2B5EF4-FFF2-40B4-BE49-F238E27FC236}">
                <a16:creationId xmlns:a16="http://schemas.microsoft.com/office/drawing/2014/main" id="{CC2A82D6-C565-7E48-CAC8-7F767E2947A2}"/>
              </a:ext>
            </a:extLst>
          </p:cNvPr>
          <p:cNvSpPr>
            <a:spLocks noGrp="1"/>
          </p:cNvSpPr>
          <p:nvPr>
            <p:ph type="body" sz="quarter" idx="11"/>
          </p:nvPr>
        </p:nvSpPr>
        <p:spPr>
          <a:xfrm>
            <a:off x="7912100" y="1128713"/>
            <a:ext cx="3427413" cy="2300287"/>
          </a:xfrm>
        </p:spPr>
        <p:txBody>
          <a:bodyPr/>
          <a:lstStyle/>
          <a:p>
            <a:r>
              <a:rPr lang="zh-CN" altLang="en-US" dirty="0"/>
              <a:t>项目终止</a:t>
            </a:r>
            <a:endParaRPr lang="en-US" altLang="zh-CN" dirty="0"/>
          </a:p>
          <a:p>
            <a:r>
              <a:rPr lang="zh-CN" altLang="en-US" dirty="0"/>
              <a:t>项目结束</a:t>
            </a:r>
          </a:p>
        </p:txBody>
      </p:sp>
    </p:spTree>
    <p:extLst>
      <p:ext uri="{BB962C8B-B14F-4D97-AF65-F5344CB8AC3E}">
        <p14:creationId xmlns:p14="http://schemas.microsoft.com/office/powerpoint/2010/main" val="3481589626"/>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A7FDF5-7E87-343E-C5C1-F3EA283A4252}"/>
              </a:ext>
            </a:extLst>
          </p:cNvPr>
          <p:cNvSpPr>
            <a:spLocks noGrp="1"/>
          </p:cNvSpPr>
          <p:nvPr>
            <p:ph type="title"/>
          </p:nvPr>
        </p:nvSpPr>
        <p:spPr>
          <a:xfrm>
            <a:off x="695998" y="360000"/>
            <a:ext cx="7200000" cy="424732"/>
          </a:xfrm>
        </p:spPr>
        <p:txBody>
          <a:bodyPr>
            <a:normAutofit/>
          </a:bodyPr>
          <a:lstStyle/>
          <a:p>
            <a:r>
              <a:rPr lang="zh-CN" altLang="en-US" dirty="0"/>
              <a:t>项目终止条件</a:t>
            </a:r>
          </a:p>
        </p:txBody>
      </p:sp>
      <p:sp>
        <p:nvSpPr>
          <p:cNvPr id="3" name="内容占位符 2">
            <a:extLst>
              <a:ext uri="{FF2B5EF4-FFF2-40B4-BE49-F238E27FC236}">
                <a16:creationId xmlns:a16="http://schemas.microsoft.com/office/drawing/2014/main" id="{50179CB0-F4DB-2F97-22CF-172464C8F8EC}"/>
              </a:ext>
            </a:extLst>
          </p:cNvPr>
          <p:cNvSpPr>
            <a:spLocks noGrp="1"/>
          </p:cNvSpPr>
          <p:nvPr>
            <p:ph idx="1"/>
          </p:nvPr>
        </p:nvSpPr>
        <p:spPr>
          <a:xfrm>
            <a:off x="696000" y="1080000"/>
            <a:ext cx="10800000" cy="5112000"/>
          </a:xfrm>
        </p:spPr>
        <p:txBody>
          <a:bodyPr/>
          <a:lstStyle/>
          <a:p>
            <a:r>
              <a:rPr lang="zh-CN" altLang="en-US" dirty="0"/>
              <a:t>项目计划中确定的可交付成果已经出现</a:t>
            </a:r>
            <a:endParaRPr lang="en-US" altLang="zh-CN" dirty="0"/>
          </a:p>
          <a:p>
            <a:pPr lvl="1"/>
            <a:r>
              <a:rPr lang="zh-CN" altLang="en-US" dirty="0"/>
              <a:t>项目的目标已经成功实现</a:t>
            </a:r>
            <a:endParaRPr lang="en-US" altLang="zh-CN" dirty="0"/>
          </a:p>
          <a:p>
            <a:r>
              <a:rPr lang="zh-CN" altLang="en-US" dirty="0"/>
              <a:t>由于相关原因</a:t>
            </a:r>
            <a:r>
              <a:rPr lang="en-US" altLang="zh-CN" dirty="0"/>
              <a:t>,</a:t>
            </a:r>
            <a:r>
              <a:rPr lang="zh-CN" altLang="en-US" dirty="0"/>
              <a:t>项目无法继续进行</a:t>
            </a:r>
            <a:endParaRPr lang="en-US" altLang="zh-CN" dirty="0"/>
          </a:p>
          <a:p>
            <a:pPr lvl="1"/>
            <a:r>
              <a:rPr lang="zh-CN" altLang="en-US" dirty="0"/>
              <a:t>项目已经不具备实用价值</a:t>
            </a:r>
            <a:endParaRPr lang="en-US" altLang="zh-CN" dirty="0"/>
          </a:p>
          <a:p>
            <a:pPr lvl="1"/>
            <a:r>
              <a:rPr lang="zh-CN" altLang="en-US" dirty="0"/>
              <a:t>项目无竞争力，难以生存</a:t>
            </a:r>
            <a:endParaRPr lang="en-US" altLang="zh-CN" dirty="0"/>
          </a:p>
          <a:p>
            <a:pPr lvl="1"/>
            <a:r>
              <a:rPr lang="en-US" altLang="zh-CN" dirty="0"/>
              <a:t>……</a:t>
            </a:r>
          </a:p>
          <a:p>
            <a:endParaRPr lang="zh-CN" altLang="en-US" dirty="0"/>
          </a:p>
        </p:txBody>
      </p:sp>
      <p:sp>
        <p:nvSpPr>
          <p:cNvPr id="28" name="文本占位符 27">
            <a:extLst>
              <a:ext uri="{FF2B5EF4-FFF2-40B4-BE49-F238E27FC236}">
                <a16:creationId xmlns:a16="http://schemas.microsoft.com/office/drawing/2014/main" id="{BA786531-1A09-2C9E-7FB2-8F1B622026A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03176785"/>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ED8554-3D72-50F0-64FE-B39C6C0E86F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0C7FC0A-4DBA-6022-FE93-0DAB1F808D18}"/>
              </a:ext>
            </a:extLst>
          </p:cNvPr>
          <p:cNvSpPr>
            <a:spLocks noGrp="1"/>
          </p:cNvSpPr>
          <p:nvPr>
            <p:ph type="title"/>
          </p:nvPr>
        </p:nvSpPr>
        <p:spPr>
          <a:xfrm>
            <a:off x="695998" y="360000"/>
            <a:ext cx="7200000" cy="424732"/>
          </a:xfrm>
        </p:spPr>
        <p:txBody>
          <a:bodyPr>
            <a:normAutofit/>
          </a:bodyPr>
          <a:lstStyle/>
          <a:p>
            <a:r>
              <a:rPr lang="zh-CN" altLang="en-US" dirty="0"/>
              <a:t>项目终止过程</a:t>
            </a:r>
          </a:p>
        </p:txBody>
      </p:sp>
      <p:sp>
        <p:nvSpPr>
          <p:cNvPr id="3" name="内容占位符 2">
            <a:extLst>
              <a:ext uri="{FF2B5EF4-FFF2-40B4-BE49-F238E27FC236}">
                <a16:creationId xmlns:a16="http://schemas.microsoft.com/office/drawing/2014/main" id="{D17370DA-8354-08F7-ED21-A63C3A67ED63}"/>
              </a:ext>
            </a:extLst>
          </p:cNvPr>
          <p:cNvSpPr>
            <a:spLocks noGrp="1"/>
          </p:cNvSpPr>
          <p:nvPr>
            <p:ph idx="1"/>
          </p:nvPr>
        </p:nvSpPr>
        <p:spPr>
          <a:xfrm>
            <a:off x="696000" y="1080000"/>
            <a:ext cx="10800000" cy="5112000"/>
          </a:xfrm>
        </p:spPr>
        <p:txBody>
          <a:bodyPr/>
          <a:lstStyle/>
          <a:p>
            <a:r>
              <a:rPr lang="zh-CN" altLang="en-US" dirty="0"/>
              <a:t>达到项目的完工或退出标准</a:t>
            </a:r>
            <a:endParaRPr lang="en-US" altLang="zh-CN" dirty="0"/>
          </a:p>
          <a:p>
            <a:r>
              <a:rPr lang="zh-CN" altLang="en-US" dirty="0"/>
              <a:t>完成项目合同协议</a:t>
            </a:r>
            <a:endParaRPr lang="en-US" altLang="zh-CN" dirty="0"/>
          </a:p>
          <a:p>
            <a:r>
              <a:rPr lang="zh-CN" altLang="en-US" dirty="0"/>
              <a:t>完成项目信息报告</a:t>
            </a:r>
          </a:p>
          <a:p>
            <a:endParaRPr lang="en-US" altLang="zh-CN" dirty="0"/>
          </a:p>
          <a:p>
            <a:endParaRPr lang="zh-CN" altLang="en-US" dirty="0"/>
          </a:p>
        </p:txBody>
      </p:sp>
      <p:sp>
        <p:nvSpPr>
          <p:cNvPr id="25" name="文本占位符 24">
            <a:extLst>
              <a:ext uri="{FF2B5EF4-FFF2-40B4-BE49-F238E27FC236}">
                <a16:creationId xmlns:a16="http://schemas.microsoft.com/office/drawing/2014/main" id="{6A4CE0F7-5231-F56A-2556-076F6D60244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194633705"/>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B76F62-6541-7872-6518-9D1A2031A34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3FB3EC6-CC56-5352-F9D3-167772A7E7D0}"/>
              </a:ext>
            </a:extLst>
          </p:cNvPr>
          <p:cNvSpPr>
            <a:spLocks noGrp="1"/>
          </p:cNvSpPr>
          <p:nvPr>
            <p:ph type="title"/>
          </p:nvPr>
        </p:nvSpPr>
        <p:spPr/>
        <p:txBody>
          <a:bodyPr/>
          <a:lstStyle/>
          <a:p>
            <a:r>
              <a:rPr lang="zh-CN" altLang="en-US" dirty="0"/>
              <a:t>项目结束</a:t>
            </a:r>
          </a:p>
        </p:txBody>
      </p:sp>
      <p:sp>
        <p:nvSpPr>
          <p:cNvPr id="3" name="内容占位符 2">
            <a:extLst>
              <a:ext uri="{FF2B5EF4-FFF2-40B4-BE49-F238E27FC236}">
                <a16:creationId xmlns:a16="http://schemas.microsoft.com/office/drawing/2014/main" id="{D3268B25-F0CD-4E0E-C9B7-E42E1A995160}"/>
              </a:ext>
            </a:extLst>
          </p:cNvPr>
          <p:cNvSpPr>
            <a:spLocks noGrp="1"/>
          </p:cNvSpPr>
          <p:nvPr>
            <p:ph idx="1"/>
          </p:nvPr>
        </p:nvSpPr>
        <p:spPr/>
        <p:txBody>
          <a:bodyPr/>
          <a:lstStyle/>
          <a:p>
            <a:endParaRPr lang="zh-CN" altLang="en-US" dirty="0"/>
          </a:p>
        </p:txBody>
      </p:sp>
      <p:sp>
        <p:nvSpPr>
          <p:cNvPr id="4" name="文本占位符 3">
            <a:extLst>
              <a:ext uri="{FF2B5EF4-FFF2-40B4-BE49-F238E27FC236}">
                <a16:creationId xmlns:a16="http://schemas.microsoft.com/office/drawing/2014/main" id="{12704218-1DC9-8216-641A-F1B869E50B1C}"/>
              </a:ext>
            </a:extLst>
          </p:cNvPr>
          <p:cNvSpPr>
            <a:spLocks noGrp="1"/>
          </p:cNvSpPr>
          <p:nvPr>
            <p:ph type="body" sz="quarter" idx="10"/>
          </p:nvPr>
        </p:nvSpPr>
        <p:spPr/>
        <p:txBody>
          <a:bodyPr/>
          <a:lstStyle/>
          <a:p>
            <a:endParaRPr lang="zh-CN" altLang="en-US"/>
          </a:p>
        </p:txBody>
      </p:sp>
      <p:graphicFrame>
        <p:nvGraphicFramePr>
          <p:cNvPr id="5" name="内容占位符 5">
            <a:extLst>
              <a:ext uri="{FF2B5EF4-FFF2-40B4-BE49-F238E27FC236}">
                <a16:creationId xmlns:a16="http://schemas.microsoft.com/office/drawing/2014/main" id="{7E5C5DE8-BE2F-79BA-48AF-9EB8EFF8A4B2}"/>
              </a:ext>
            </a:extLst>
          </p:cNvPr>
          <p:cNvGraphicFramePr>
            <a:graphicFrameLocks noChangeAspect="1"/>
          </p:cNvGraphicFramePr>
          <p:nvPr>
            <p:extLst>
              <p:ext uri="{D42A27DB-BD31-4B8C-83A1-F6EECF244321}">
                <p14:modId xmlns:p14="http://schemas.microsoft.com/office/powerpoint/2010/main" val="2046638863"/>
              </p:ext>
            </p:extLst>
          </p:nvPr>
        </p:nvGraphicFramePr>
        <p:xfrm>
          <a:off x="3046412" y="1080000"/>
          <a:ext cx="6099176" cy="511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596949250"/>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C7CAF4-AEE1-FB73-2CFC-FDC359545F75}"/>
              </a:ext>
            </a:extLst>
          </p:cNvPr>
          <p:cNvSpPr>
            <a:spLocks noGrp="1"/>
          </p:cNvSpPr>
          <p:nvPr>
            <p:ph type="title"/>
          </p:nvPr>
        </p:nvSpPr>
        <p:spPr/>
        <p:txBody>
          <a:bodyPr/>
          <a:lstStyle/>
          <a:p>
            <a:r>
              <a:rPr lang="zh-CN" altLang="en-US" dirty="0"/>
              <a:t>项目结束</a:t>
            </a:r>
          </a:p>
        </p:txBody>
      </p:sp>
      <p:sp>
        <p:nvSpPr>
          <p:cNvPr id="3" name="内容占位符 2">
            <a:extLst>
              <a:ext uri="{FF2B5EF4-FFF2-40B4-BE49-F238E27FC236}">
                <a16:creationId xmlns:a16="http://schemas.microsoft.com/office/drawing/2014/main" id="{E18F62FB-8D73-0A23-9233-17129AB0E1F6}"/>
              </a:ext>
            </a:extLst>
          </p:cNvPr>
          <p:cNvSpPr>
            <a:spLocks noGrp="1"/>
          </p:cNvSpPr>
          <p:nvPr>
            <p:ph idx="1"/>
          </p:nvPr>
        </p:nvSpPr>
        <p:spPr/>
        <p:txBody>
          <a:bodyPr/>
          <a:lstStyle/>
          <a:p>
            <a:r>
              <a:rPr lang="zh-CN" altLang="en-US" dirty="0"/>
              <a:t>合同结束</a:t>
            </a:r>
            <a:endParaRPr lang="en-US" altLang="zh-CN" dirty="0"/>
          </a:p>
          <a:p>
            <a:r>
              <a:rPr lang="zh-CN" altLang="en-US" dirty="0"/>
              <a:t>行政结束</a:t>
            </a:r>
          </a:p>
        </p:txBody>
      </p:sp>
      <p:sp>
        <p:nvSpPr>
          <p:cNvPr id="4" name="文本占位符 3">
            <a:extLst>
              <a:ext uri="{FF2B5EF4-FFF2-40B4-BE49-F238E27FC236}">
                <a16:creationId xmlns:a16="http://schemas.microsoft.com/office/drawing/2014/main" id="{DA169B07-CA99-56AD-8094-9051474C696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35681184"/>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89D44F-FCE6-4594-CB27-33B57D3FCFD2}"/>
              </a:ext>
            </a:extLst>
          </p:cNvPr>
          <p:cNvSpPr>
            <a:spLocks noGrp="1"/>
          </p:cNvSpPr>
          <p:nvPr>
            <p:ph type="title"/>
          </p:nvPr>
        </p:nvSpPr>
        <p:spPr/>
        <p:txBody>
          <a:bodyPr/>
          <a:lstStyle/>
          <a:p>
            <a:r>
              <a:rPr lang="zh-CN" altLang="en-US" dirty="0"/>
              <a:t>项目验收</a:t>
            </a:r>
          </a:p>
        </p:txBody>
      </p:sp>
      <p:sp>
        <p:nvSpPr>
          <p:cNvPr id="3" name="内容占位符 2">
            <a:extLst>
              <a:ext uri="{FF2B5EF4-FFF2-40B4-BE49-F238E27FC236}">
                <a16:creationId xmlns:a16="http://schemas.microsoft.com/office/drawing/2014/main" id="{498CA5A3-E54B-FD8D-2B5C-63B22D5D9876}"/>
              </a:ext>
            </a:extLst>
          </p:cNvPr>
          <p:cNvSpPr>
            <a:spLocks noGrp="1"/>
          </p:cNvSpPr>
          <p:nvPr>
            <p:ph idx="1"/>
          </p:nvPr>
        </p:nvSpPr>
        <p:spPr/>
        <p:txBody>
          <a:bodyPr/>
          <a:lstStyle/>
          <a:p>
            <a:r>
              <a:rPr lang="zh-CN" altLang="en-US" dirty="0"/>
              <a:t>验收测试</a:t>
            </a:r>
            <a:endParaRPr lang="en-US" altLang="zh-CN" dirty="0"/>
          </a:p>
          <a:p>
            <a:r>
              <a:rPr lang="zh-CN" altLang="en-US" dirty="0"/>
              <a:t>系统试运行</a:t>
            </a:r>
            <a:endParaRPr lang="en-US" altLang="zh-CN" dirty="0"/>
          </a:p>
          <a:p>
            <a:r>
              <a:rPr lang="zh-CN" altLang="en-US" dirty="0"/>
              <a:t>文档验收</a:t>
            </a:r>
            <a:endParaRPr lang="en-US" altLang="zh-CN" dirty="0"/>
          </a:p>
          <a:p>
            <a:r>
              <a:rPr lang="zh-CN" altLang="en-US" dirty="0"/>
              <a:t>项目终验</a:t>
            </a:r>
          </a:p>
        </p:txBody>
      </p:sp>
      <p:sp>
        <p:nvSpPr>
          <p:cNvPr id="4" name="文本占位符 3">
            <a:extLst>
              <a:ext uri="{FF2B5EF4-FFF2-40B4-BE49-F238E27FC236}">
                <a16:creationId xmlns:a16="http://schemas.microsoft.com/office/drawing/2014/main" id="{5F8E5D5D-B57B-F0B4-CF4C-BB4E70140CA9}"/>
              </a:ext>
            </a:extLst>
          </p:cNvPr>
          <p:cNvSpPr>
            <a:spLocks noGrp="1"/>
          </p:cNvSpPr>
          <p:nvPr>
            <p:ph type="body" sz="quarter" idx="10"/>
          </p:nvPr>
        </p:nvSpPr>
        <p:spPr/>
        <p:txBody>
          <a:bodyPr/>
          <a:lstStyle/>
          <a:p>
            <a:endParaRPr lang="zh-CN" altLang="en-US"/>
          </a:p>
        </p:txBody>
      </p:sp>
      <p:pic>
        <p:nvPicPr>
          <p:cNvPr id="6" name="图片 5">
            <a:extLst>
              <a:ext uri="{FF2B5EF4-FFF2-40B4-BE49-F238E27FC236}">
                <a16:creationId xmlns:a16="http://schemas.microsoft.com/office/drawing/2014/main" id="{52722F36-123A-481A-F0EB-5E76CD8516D5}"/>
              </a:ext>
            </a:extLst>
          </p:cNvPr>
          <p:cNvPicPr>
            <a:picLocks noChangeAspect="1"/>
          </p:cNvPicPr>
          <p:nvPr/>
        </p:nvPicPr>
        <p:blipFill>
          <a:blip r:embed="rId2"/>
          <a:stretch>
            <a:fillRect/>
          </a:stretch>
        </p:blipFill>
        <p:spPr>
          <a:xfrm>
            <a:off x="2948381" y="1605190"/>
            <a:ext cx="6295238" cy="3647619"/>
          </a:xfrm>
          <a:prstGeom prst="rect">
            <a:avLst/>
          </a:prstGeom>
        </p:spPr>
      </p:pic>
    </p:spTree>
    <p:extLst>
      <p:ext uri="{BB962C8B-B14F-4D97-AF65-F5344CB8AC3E}">
        <p14:creationId xmlns:p14="http://schemas.microsoft.com/office/powerpoint/2010/main" val="978809581"/>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AFFD5E3-C1CB-057E-EBA4-45BFCB3A0464}"/>
              </a:ext>
            </a:extLst>
          </p:cNvPr>
          <p:cNvSpPr>
            <a:spLocks noGrp="1"/>
          </p:cNvSpPr>
          <p:nvPr>
            <p:ph type="title"/>
          </p:nvPr>
        </p:nvSpPr>
        <p:spPr/>
        <p:txBody>
          <a:bodyPr/>
          <a:lstStyle/>
          <a:p>
            <a:r>
              <a:rPr lang="zh-CN" altLang="en-US" dirty="0"/>
              <a:t>项目总结</a:t>
            </a:r>
          </a:p>
        </p:txBody>
      </p:sp>
      <p:sp>
        <p:nvSpPr>
          <p:cNvPr id="3" name="内容占位符 2">
            <a:extLst>
              <a:ext uri="{FF2B5EF4-FFF2-40B4-BE49-F238E27FC236}">
                <a16:creationId xmlns:a16="http://schemas.microsoft.com/office/drawing/2014/main" id="{29978601-D461-E290-F764-0F097D692500}"/>
              </a:ext>
            </a:extLst>
          </p:cNvPr>
          <p:cNvSpPr>
            <a:spLocks noGrp="1"/>
          </p:cNvSpPr>
          <p:nvPr>
            <p:ph idx="1"/>
          </p:nvPr>
        </p:nvSpPr>
        <p:spPr/>
        <p:txBody>
          <a:bodyPr/>
          <a:lstStyle/>
          <a:p>
            <a:r>
              <a:rPr lang="zh-CN" altLang="en-US" dirty="0"/>
              <a:t>管理收尾</a:t>
            </a:r>
            <a:r>
              <a:rPr lang="en-US" altLang="zh-CN" dirty="0"/>
              <a:t>/</a:t>
            </a:r>
            <a:r>
              <a:rPr lang="zh-CN" altLang="en-US" dirty="0"/>
              <a:t>行政收尾</a:t>
            </a:r>
          </a:p>
        </p:txBody>
      </p:sp>
      <p:sp>
        <p:nvSpPr>
          <p:cNvPr id="4" name="文本占位符 3">
            <a:extLst>
              <a:ext uri="{FF2B5EF4-FFF2-40B4-BE49-F238E27FC236}">
                <a16:creationId xmlns:a16="http://schemas.microsoft.com/office/drawing/2014/main" id="{0724531D-9286-546E-F696-3E036E572F5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656574641"/>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17FFFCD-58A4-CD65-2C8D-5D307C54D63E}"/>
              </a:ext>
            </a:extLst>
          </p:cNvPr>
          <p:cNvSpPr>
            <a:spLocks noGrp="1"/>
          </p:cNvSpPr>
          <p:nvPr>
            <p:ph type="title"/>
          </p:nvPr>
        </p:nvSpPr>
        <p:spPr/>
        <p:txBody>
          <a:bodyPr/>
          <a:lstStyle/>
          <a:p>
            <a:r>
              <a:rPr lang="zh-CN" altLang="en-US" dirty="0"/>
              <a:t>项目后评价</a:t>
            </a:r>
          </a:p>
        </p:txBody>
      </p:sp>
      <p:sp>
        <p:nvSpPr>
          <p:cNvPr id="3" name="内容占位符 2">
            <a:extLst>
              <a:ext uri="{FF2B5EF4-FFF2-40B4-BE49-F238E27FC236}">
                <a16:creationId xmlns:a16="http://schemas.microsoft.com/office/drawing/2014/main" id="{D45F5B7F-6847-B8ED-ABB3-470D5B6BC307}"/>
              </a:ext>
            </a:extLst>
          </p:cNvPr>
          <p:cNvSpPr>
            <a:spLocks noGrp="1"/>
          </p:cNvSpPr>
          <p:nvPr>
            <p:ph idx="1"/>
          </p:nvPr>
        </p:nvSpPr>
        <p:spPr/>
        <p:txBody>
          <a:bodyPr/>
          <a:lstStyle/>
          <a:p>
            <a:r>
              <a:rPr lang="zh-CN" altLang="en-US" dirty="0"/>
              <a:t>目标评价</a:t>
            </a:r>
            <a:endParaRPr lang="en-US" altLang="zh-CN" dirty="0"/>
          </a:p>
          <a:p>
            <a:r>
              <a:rPr lang="zh-CN" altLang="en-US" dirty="0"/>
              <a:t>过程评价</a:t>
            </a:r>
            <a:endParaRPr lang="en-US" altLang="zh-CN" dirty="0"/>
          </a:p>
          <a:p>
            <a:r>
              <a:rPr lang="zh-CN" altLang="en-US" dirty="0"/>
              <a:t>效益评价</a:t>
            </a:r>
            <a:endParaRPr lang="en-US" altLang="zh-CN" dirty="0"/>
          </a:p>
          <a:p>
            <a:r>
              <a:rPr lang="zh-CN" altLang="en-US" dirty="0"/>
              <a:t>可持续评价</a:t>
            </a:r>
          </a:p>
        </p:txBody>
      </p:sp>
      <p:sp>
        <p:nvSpPr>
          <p:cNvPr id="4" name="文本占位符 3">
            <a:extLst>
              <a:ext uri="{FF2B5EF4-FFF2-40B4-BE49-F238E27FC236}">
                <a16:creationId xmlns:a16="http://schemas.microsoft.com/office/drawing/2014/main" id="{4D8851A0-F65F-B533-1545-2CD63F6F6DD4}"/>
              </a:ext>
            </a:extLst>
          </p:cNvPr>
          <p:cNvSpPr>
            <a:spLocks noGrp="1"/>
          </p:cNvSpPr>
          <p:nvPr>
            <p:ph type="body" sz="quarter" idx="10"/>
          </p:nvPr>
        </p:nvSpPr>
        <p:spPr/>
        <p:txBody>
          <a:bodyPr/>
          <a:lstStyle/>
          <a:p>
            <a:endParaRPr lang="zh-CN" altLang="en-US"/>
          </a:p>
        </p:txBody>
      </p:sp>
      <p:pic>
        <p:nvPicPr>
          <p:cNvPr id="6" name="图片 5">
            <a:extLst>
              <a:ext uri="{FF2B5EF4-FFF2-40B4-BE49-F238E27FC236}">
                <a16:creationId xmlns:a16="http://schemas.microsoft.com/office/drawing/2014/main" id="{3900F831-8BFC-6EFC-04F7-EA15064BB7D0}"/>
              </a:ext>
            </a:extLst>
          </p:cNvPr>
          <p:cNvPicPr>
            <a:picLocks noChangeAspect="1"/>
          </p:cNvPicPr>
          <p:nvPr/>
        </p:nvPicPr>
        <p:blipFill>
          <a:blip r:embed="rId2"/>
          <a:stretch>
            <a:fillRect/>
          </a:stretch>
        </p:blipFill>
        <p:spPr>
          <a:xfrm>
            <a:off x="2496000" y="1605190"/>
            <a:ext cx="7200000" cy="3647619"/>
          </a:xfrm>
          <a:prstGeom prst="rect">
            <a:avLst/>
          </a:prstGeom>
        </p:spPr>
      </p:pic>
    </p:spTree>
    <p:extLst>
      <p:ext uri="{BB962C8B-B14F-4D97-AF65-F5344CB8AC3E}">
        <p14:creationId xmlns:p14="http://schemas.microsoft.com/office/powerpoint/2010/main" val="1570362373"/>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CF79F05-89D9-48F9-55FD-50CA1A2B4146}"/>
              </a:ext>
            </a:extLst>
          </p:cNvPr>
          <p:cNvSpPr>
            <a:spLocks noGrp="1"/>
          </p:cNvSpPr>
          <p:nvPr>
            <p:ph type="title"/>
          </p:nvPr>
        </p:nvSpPr>
        <p:spPr>
          <a:xfrm>
            <a:off x="695998" y="360000"/>
            <a:ext cx="7200000" cy="424732"/>
          </a:xfrm>
        </p:spPr>
        <p:txBody>
          <a:bodyPr>
            <a:normAutofit/>
          </a:bodyPr>
          <a:lstStyle/>
          <a:p>
            <a:r>
              <a:rPr lang="en-US" altLang="zh-CN" dirty="0"/>
              <a:t>Tips</a:t>
            </a:r>
            <a:endParaRPr lang="zh-CN" altLang="en-US" dirty="0"/>
          </a:p>
        </p:txBody>
      </p:sp>
      <p:sp>
        <p:nvSpPr>
          <p:cNvPr id="6" name="内容占位符 5">
            <a:extLst>
              <a:ext uri="{FF2B5EF4-FFF2-40B4-BE49-F238E27FC236}">
                <a16:creationId xmlns:a16="http://schemas.microsoft.com/office/drawing/2014/main" id="{D2C08098-8E27-0EF7-1065-36E1A2457E01}"/>
              </a:ext>
            </a:extLst>
          </p:cNvPr>
          <p:cNvSpPr>
            <a:spLocks noGrp="1"/>
          </p:cNvSpPr>
          <p:nvPr>
            <p:ph idx="1"/>
          </p:nvPr>
        </p:nvSpPr>
        <p:spPr>
          <a:xfrm>
            <a:off x="696000" y="1080000"/>
            <a:ext cx="10800000" cy="5112000"/>
          </a:xfrm>
        </p:spPr>
        <p:txBody>
          <a:bodyPr/>
          <a:lstStyle/>
          <a:p>
            <a:r>
              <a:rPr lang="zh-CN" altLang="en-US" dirty="0"/>
              <a:t>聚焦价值</a:t>
            </a:r>
            <a:endParaRPr lang="en-US" altLang="zh-CN" dirty="0"/>
          </a:p>
          <a:p>
            <a:r>
              <a:rPr lang="zh-CN" altLang="en-US" dirty="0"/>
              <a:t>正能量</a:t>
            </a:r>
            <a:endParaRPr lang="en-US" altLang="zh-CN" dirty="0"/>
          </a:p>
          <a:p>
            <a:r>
              <a:rPr lang="zh-CN" altLang="en-US" dirty="0"/>
              <a:t>主动</a:t>
            </a:r>
            <a:endParaRPr lang="en-US" altLang="zh-CN" dirty="0"/>
          </a:p>
          <a:p>
            <a:r>
              <a:rPr lang="zh-CN" altLang="en-US" dirty="0"/>
              <a:t>客观</a:t>
            </a:r>
          </a:p>
        </p:txBody>
      </p:sp>
      <p:sp>
        <p:nvSpPr>
          <p:cNvPr id="10" name="文本占位符 9">
            <a:extLst>
              <a:ext uri="{FF2B5EF4-FFF2-40B4-BE49-F238E27FC236}">
                <a16:creationId xmlns:a16="http://schemas.microsoft.com/office/drawing/2014/main" id="{E92F371C-E9DB-AB69-A81A-CB2A474AB9DB}"/>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59148447"/>
      </p:ext>
    </p:extLst>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glpla">
      <a:majorFont>
        <a:latin typeface="Montserrat"/>
        <a:ea typeface="微软雅黑"/>
        <a:cs typeface=""/>
      </a:majorFont>
      <a:minorFont>
        <a:latin typeface="Montserrat"/>
        <a:ea typeface="微软雅黑 Light"/>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16028</TotalTime>
  <Words>13825</Words>
  <Application>Microsoft Office PowerPoint</Application>
  <PresentationFormat>Widescreen</PresentationFormat>
  <Paragraphs>2286</Paragraphs>
  <Slides>202</Slides>
  <Notes>70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202</vt:i4>
      </vt:variant>
    </vt:vector>
  </HeadingPairs>
  <TitlesOfParts>
    <vt:vector size="212" baseType="lpstr">
      <vt:lpstr>等线</vt:lpstr>
      <vt:lpstr>黑体</vt:lpstr>
      <vt:lpstr>微软雅黑 Light</vt:lpstr>
      <vt:lpstr>Arial</vt:lpstr>
      <vt:lpstr>Cambria Math</vt:lpstr>
      <vt:lpstr>Courier New</vt:lpstr>
      <vt:lpstr>Montserrat</vt:lpstr>
      <vt:lpstr>Roboto Mono</vt:lpstr>
      <vt:lpstr>Wingdings</vt:lpstr>
      <vt:lpstr>Office 主题​​</vt:lpstr>
      <vt:lpstr>PowerPoint Presentation</vt:lpstr>
      <vt:lpstr>PowerPoint Presentation</vt:lpstr>
      <vt:lpstr>软件项目管理概述</vt:lpstr>
      <vt:lpstr>1.1 项目</vt:lpstr>
      <vt:lpstr>PowerPoint Presentation</vt:lpstr>
      <vt:lpstr>1.1 项目</vt:lpstr>
      <vt:lpstr>1.2 子项目</vt:lpstr>
      <vt:lpstr>1.3 项目集</vt:lpstr>
      <vt:lpstr>1.4 项目组合</vt:lpstr>
      <vt:lpstr>PowerPoint Presentation</vt:lpstr>
      <vt:lpstr>1.5 软件项目</vt:lpstr>
      <vt:lpstr>1.5 软件项目</vt:lpstr>
      <vt:lpstr>1.5 软件项目</vt:lpstr>
      <vt:lpstr>1.5 软件项目</vt:lpstr>
      <vt:lpstr>2.1 项目管理</vt:lpstr>
      <vt:lpstr>2.2 软件项目管理</vt:lpstr>
      <vt:lpstr>2.2 软件项目管理</vt:lpstr>
      <vt:lpstr>3 传统软件项目管理</vt:lpstr>
      <vt:lpstr>PowerPoint Presentation</vt:lpstr>
      <vt:lpstr>3.1 PMBOK 第6版</vt:lpstr>
      <vt:lpstr>3.1.1 五大标准过程组</vt:lpstr>
      <vt:lpstr>3.1.1 五大标准过程组</vt:lpstr>
      <vt:lpstr>3.1.2 十大知识领域</vt:lpstr>
      <vt:lpstr>3.2 PMBOK第7版</vt:lpstr>
      <vt:lpstr>3.2 PMBOK第7版</vt:lpstr>
      <vt:lpstr>3.2.1 十二项原则</vt:lpstr>
      <vt:lpstr>PowerPoint Presentation</vt:lpstr>
      <vt:lpstr>3.2.2 八大绩效域</vt:lpstr>
      <vt:lpstr>PowerPoint Presentation</vt:lpstr>
      <vt:lpstr>3.2.2 八大绩效域</vt:lpstr>
      <vt:lpstr>VUCA</vt:lpstr>
      <vt:lpstr>4.1 敏捷开发</vt:lpstr>
      <vt:lpstr>PowerPoint Presentation</vt:lpstr>
      <vt:lpstr>PowerPoint Presentation</vt:lpstr>
      <vt:lpstr>4.2 敏捷软件开发宣言</vt:lpstr>
      <vt:lpstr>4.2.1 敏捷宣言四个核心价值</vt:lpstr>
      <vt:lpstr>4.2.2 敏捷宣言十二项原则</vt:lpstr>
      <vt:lpstr>PowerPoint Presentation</vt:lpstr>
      <vt:lpstr>PowerPoint Presentation</vt:lpstr>
      <vt:lpstr>项目初始</vt:lpstr>
      <vt:lpstr>项目立项</vt:lpstr>
      <vt:lpstr>项目立项</vt:lpstr>
      <vt:lpstr>4. 项目章程</vt:lpstr>
      <vt:lpstr>项目管理计划 Project Management Plan</vt:lpstr>
      <vt:lpstr>任命项目经理 - Appoint the Project Manager</vt:lpstr>
      <vt:lpstr>批准业务案例 - Approve the business case</vt:lpstr>
      <vt:lpstr>确定项目目标 - Identify Project Objectives</vt:lpstr>
      <vt:lpstr>定义项目范围 - Define Project Scope</vt:lpstr>
      <vt:lpstr>PowerPoint Presentation</vt:lpstr>
      <vt:lpstr>PowerPoint Presentation</vt:lpstr>
      <vt:lpstr>PowerPoint Presentation</vt:lpstr>
      <vt:lpstr>定义项目范围 - Define Project Scope</vt:lpstr>
      <vt:lpstr>PowerPoint Presentation</vt:lpstr>
      <vt:lpstr>批准预算 - Approve the Budget</vt:lpstr>
      <vt:lpstr>识别初始项目风险 - Identify Initial Project Risks</vt:lpstr>
      <vt:lpstr>生产交付物清单 - Produce List of Deliverables</vt:lpstr>
      <vt:lpstr>产出 output</vt:lpstr>
      <vt:lpstr>5. 项目生命周期</vt:lpstr>
      <vt:lpstr>6. 项目生命周期类型</vt:lpstr>
      <vt:lpstr>6.1 预测型</vt:lpstr>
      <vt:lpstr>6.1.1 瀑布模型</vt:lpstr>
      <vt:lpstr>6.1.2 V模型</vt:lpstr>
      <vt:lpstr>原型化模型 Prototype</vt:lpstr>
      <vt:lpstr>6.2 迭代型</vt:lpstr>
      <vt:lpstr>6.3 增量型</vt:lpstr>
      <vt:lpstr>6.4 敏捷型</vt:lpstr>
      <vt:lpstr>Scrum</vt:lpstr>
      <vt:lpstr>6.4.1 敏捷价值观 Scrum Values</vt:lpstr>
      <vt:lpstr>6.4.2 敏捷理念 Scrum Theory</vt:lpstr>
      <vt:lpstr>6.4.2.1 敏捷理念 Scrum Theory</vt:lpstr>
      <vt:lpstr>6.4.2.2 敏捷理念 Scrum Theory</vt:lpstr>
      <vt:lpstr>6.4.2.3 敏捷理念 Scrum Theory</vt:lpstr>
      <vt:lpstr>6.4.3 敏捷团队 Scrum Team</vt:lpstr>
      <vt:lpstr>6.4.3 敏捷团队 Scrum Team</vt:lpstr>
      <vt:lpstr>6.4.3 项目经理</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6.4.4 敏捷活动 Scrum Events</vt:lpstr>
      <vt:lpstr>PowerPoint Presentation</vt:lpstr>
      <vt:lpstr>鱼骨图 Fishbone Diagram</vt:lpstr>
      <vt:lpstr>PowerPoint Presentation</vt:lpstr>
      <vt:lpstr>PowerPoint Presentation</vt:lpstr>
      <vt:lpstr>PowerPoint Presentation</vt:lpstr>
      <vt:lpstr>6.5.5 敏捷工件 Scrum Artifacts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软件项目范围计划</vt:lpstr>
      <vt:lpstr>软件项目成本计划</vt:lpstr>
      <vt:lpstr>1. 概念和术语 – 成本类型</vt:lpstr>
      <vt:lpstr>1. 概念和术语 - 应急储备</vt:lpstr>
      <vt:lpstr>3. 成本估算</vt:lpstr>
      <vt:lpstr>4. 成本预算</vt:lpstr>
      <vt:lpstr>5. 成本控制</vt:lpstr>
      <vt:lpstr>5. 成本控制 – 挣值分析</vt:lpstr>
      <vt:lpstr>5. 成本控制 – 挣值分析</vt:lpstr>
      <vt:lpstr>软件项目进度计划</vt:lpstr>
      <vt:lpstr>7个过程</vt:lpstr>
      <vt:lpstr>规划进度</vt:lpstr>
      <vt:lpstr>活动 Activity</vt:lpstr>
      <vt:lpstr>前导图 PDM</vt:lpstr>
      <vt:lpstr>前导图 PDM</vt:lpstr>
      <vt:lpstr>箭线图 ADM</vt:lpstr>
      <vt:lpstr>5. 估算活动持续时间</vt:lpstr>
      <vt:lpstr>甘特图 Gantt Chart</vt:lpstr>
      <vt:lpstr>PERT</vt:lpstr>
      <vt:lpstr>PERT</vt:lpstr>
      <vt:lpstr>PERT</vt:lpstr>
      <vt:lpstr>PERT</vt:lpstr>
      <vt:lpstr>6. 制定进度计划</vt:lpstr>
      <vt:lpstr>关键路径法</vt:lpstr>
      <vt:lpstr>PowerPoint Presentation</vt:lpstr>
      <vt:lpstr>PowerPoint Presentation</vt:lpstr>
      <vt:lpstr>资源优化</vt:lpstr>
      <vt:lpstr>资源压缩</vt:lpstr>
      <vt:lpstr>7. 进度控制</vt:lpstr>
      <vt:lpstr>PowerPoint Presentation</vt:lpstr>
      <vt:lpstr>软件项目质量计划</vt:lpstr>
      <vt:lpstr>六大质量特性 Quality Characteristics</vt:lpstr>
      <vt:lpstr>可靠性 Reliability</vt:lpstr>
      <vt:lpstr>PowerPoint Presentation</vt:lpstr>
      <vt:lpstr>质量管理</vt:lpstr>
      <vt:lpstr>七大质量管理工具</vt:lpstr>
      <vt:lpstr>软件配置管理计划</vt:lpstr>
      <vt:lpstr>配置管理</vt:lpstr>
      <vt:lpstr>六个活动</vt:lpstr>
      <vt:lpstr>配置项版本管理</vt:lpstr>
      <vt:lpstr>配置库</vt:lpstr>
      <vt:lpstr>发布管理和交付</vt:lpstr>
      <vt:lpstr>软件项目团队计划</vt:lpstr>
      <vt:lpstr>团队发展四阶段</vt:lpstr>
      <vt:lpstr>人力资源管理</vt:lpstr>
      <vt:lpstr>责任分配矩阵</vt:lpstr>
      <vt:lpstr>冲突解决</vt:lpstr>
      <vt:lpstr>马斯洛需要层次理论</vt:lpstr>
      <vt:lpstr>赫茨伯格双因素激励理论</vt:lpstr>
      <vt:lpstr>虚拟团队</vt:lpstr>
      <vt:lpstr>PowerPoint Presentation</vt:lpstr>
      <vt:lpstr>沟通管理 Communication Mgt</vt:lpstr>
      <vt:lpstr>干系人管理 Stakeholders Mgt</vt:lpstr>
      <vt:lpstr>凸显模型 Salience Model</vt:lpstr>
      <vt:lpstr>干系人 Stakeholders</vt:lpstr>
      <vt:lpstr>干系人 Stakeholders</vt:lpstr>
      <vt:lpstr>软件项目风险计划</vt:lpstr>
      <vt:lpstr>风险定义</vt:lpstr>
      <vt:lpstr>风险曝光度 Risk Exposure</vt:lpstr>
      <vt:lpstr>PowerPoint Presentation</vt:lpstr>
      <vt:lpstr>风险类型</vt:lpstr>
      <vt:lpstr>风险3个要素</vt:lpstr>
      <vt:lpstr>风险4个过程</vt:lpstr>
      <vt:lpstr>SWOT</vt:lpstr>
      <vt:lpstr>软件项目合同计划</vt:lpstr>
      <vt:lpstr>PowerPoint Presentation</vt:lpstr>
      <vt:lpstr>合同</vt:lpstr>
      <vt:lpstr>合同类型</vt:lpstr>
      <vt:lpstr>合同类型</vt:lpstr>
      <vt:lpstr>合同类型 - 总价合同</vt:lpstr>
      <vt:lpstr>合同类型 - 成本补偿合同</vt:lpstr>
      <vt:lpstr>合同类型 - 工料合同 T&amp;M</vt:lpstr>
      <vt:lpstr>合同计划</vt:lpstr>
      <vt:lpstr>敏捷合同策略</vt:lpstr>
      <vt:lpstr>合同索赔</vt:lpstr>
      <vt:lpstr>合同变更</vt:lpstr>
      <vt:lpstr>项目执行控制</vt:lpstr>
      <vt:lpstr>PowerPoint Presentation</vt:lpstr>
      <vt:lpstr>Triple Constraint Diagram</vt:lpstr>
      <vt:lpstr>Construction project Triple Constraint Example</vt:lpstr>
      <vt:lpstr>IT project Triple Constraint Example</vt:lpstr>
      <vt:lpstr>Manufacturing Triple Constraint Example</vt:lpstr>
      <vt:lpstr>项目结束</vt:lpstr>
      <vt:lpstr>项目终止条件</vt:lpstr>
      <vt:lpstr>项目终止过程</vt:lpstr>
      <vt:lpstr>项目结束</vt:lpstr>
      <vt:lpstr>项目结束</vt:lpstr>
      <vt:lpstr>项目验收</vt:lpstr>
      <vt:lpstr>项目总结</vt:lpstr>
      <vt:lpstr>项目后评价</vt:lpstr>
      <vt:lpstr>Tips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cn plaman</dc:creator>
  <cp:lastModifiedBy>cn plaman</cp:lastModifiedBy>
  <cp:revision>922</cp:revision>
  <dcterms:created xsi:type="dcterms:W3CDTF">2026-01-24T11:12:04Z</dcterms:created>
  <dcterms:modified xsi:type="dcterms:W3CDTF">2026-03-02T01:46:06Z</dcterms:modified>
</cp:coreProperties>
</file>
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69"/>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456" r:id="rId387"/>
    <p:sldId id="798" r:id="rId388"/>
    <p:sldId id="799" r:id="rId389"/>
    <p:sldId id="800" r:id="rId390"/>
    <p:sldId id="801" r:id="rId391"/>
    <p:sldId id="837" r:id="rId392"/>
    <p:sldId id="838" r:id="rId393"/>
    <p:sldId id="455" r:id="rId394"/>
    <p:sldId id="844" r:id="rId395"/>
    <p:sldId id="843" r:id="rId396"/>
    <p:sldId id="842" r:id="rId397"/>
    <p:sldId id="845" r:id="rId398"/>
    <p:sldId id="847" r:id="rId399"/>
    <p:sldId id="846" r:id="rId400"/>
    <p:sldId id="839" r:id="rId401"/>
    <p:sldId id="841" r:id="rId402"/>
    <p:sldId id="263" r:id="rId403"/>
    <p:sldId id="849" r:id="rId404"/>
    <p:sldId id="264" r:id="rId405"/>
    <p:sldId id="461" r:id="rId406"/>
    <p:sldId id="852" r:id="rId407"/>
    <p:sldId id="848" r:id="rId408"/>
    <p:sldId id="853" r:id="rId409"/>
    <p:sldId id="850" r:id="rId410"/>
    <p:sldId id="851" r:id="rId411"/>
    <p:sldId id="457" r:id="rId412"/>
    <p:sldId id="458" r:id="rId413"/>
    <p:sldId id="459" r:id="rId414"/>
    <p:sldId id="460" r:id="rId415"/>
    <p:sldId id="834" r:id="rId416"/>
    <p:sldId id="833" r:id="rId417"/>
    <p:sldId id="835" r:id="rId418"/>
    <p:sldId id="836" r:id="rId419"/>
    <p:sldId id="828" r:id="rId420"/>
    <p:sldId id="832" r:id="rId421"/>
    <p:sldId id="831" r:id="rId422"/>
    <p:sldId id="829" r:id="rId423"/>
    <p:sldId id="830" r:id="rId424"/>
    <p:sldId id="278" r:id="rId425"/>
    <p:sldId id="531" r:id="rId426"/>
    <p:sldId id="854" r:id="rId427"/>
    <p:sldId id="431" r:id="rId428"/>
    <p:sldId id="390" r:id="rId429"/>
    <p:sldId id="435" r:id="rId430"/>
    <p:sldId id="391" r:id="rId431"/>
    <p:sldId id="855" r:id="rId432"/>
    <p:sldId id="388" r:id="rId433"/>
    <p:sldId id="389" r:id="rId434"/>
    <p:sldId id="857" r:id="rId435"/>
    <p:sldId id="858" r:id="rId436"/>
    <p:sldId id="856" r:id="rId437"/>
    <p:sldId id="471" r:id="rId438"/>
    <p:sldId id="279" r:id="rId439"/>
    <p:sldId id="532" r:id="rId440"/>
    <p:sldId id="463" r:id="rId441"/>
    <p:sldId id="393" r:id="rId442"/>
    <p:sldId id="392" r:id="rId443"/>
    <p:sldId id="462" r:id="rId444"/>
    <p:sldId id="394" r:id="rId445"/>
    <p:sldId id="395" r:id="rId446"/>
    <p:sldId id="396" r:id="rId447"/>
    <p:sldId id="397" r:id="rId448"/>
    <p:sldId id="398" r:id="rId449"/>
    <p:sldId id="464" r:id="rId450"/>
    <p:sldId id="465" r:id="rId451"/>
    <p:sldId id="280" r:id="rId452"/>
    <p:sldId id="533" r:id="rId453"/>
    <p:sldId id="399" r:id="rId454"/>
    <p:sldId id="287" r:id="rId455"/>
    <p:sldId id="288" r:id="rId456"/>
    <p:sldId id="289" r:id="rId457"/>
    <p:sldId id="290" r:id="rId458"/>
    <p:sldId id="281" r:id="rId459"/>
    <p:sldId id="534" r:id="rId460"/>
    <p:sldId id="400" r:id="rId461"/>
    <p:sldId id="402" r:id="rId462"/>
    <p:sldId id="401" r:id="rId463"/>
    <p:sldId id="412" r:id="rId464"/>
    <p:sldId id="472" r:id="rId465"/>
    <p:sldId id="473" r:id="rId466"/>
    <p:sldId id="474" r:id="rId467"/>
    <p:sldId id="367" r:id="rId468"/>
  </p:sldIdLst>
  <p:sldSz cx="12192000" cy="6858000"/>
  <p:notesSz cx="6858000" cy="9144000"/>
  <p:embeddedFontLst>
    <p:embeddedFont>
      <p:font typeface="等线" panose="02010600030101010101" pitchFamily="2" charset="-122"/>
      <p:regular r:id="rId470"/>
      <p:bold r:id="rId471"/>
    </p:embeddedFont>
    <p:embeddedFont>
      <p:font typeface="微软雅黑" panose="020B0503020204020204" pitchFamily="34" charset="-122"/>
      <p:regular r:id="rId472"/>
      <p:bold r:id="rId473"/>
    </p:embeddedFont>
    <p:embeddedFont>
      <p:font typeface="幼圆" panose="02010509060101010101" pitchFamily="49" charset="-122"/>
      <p:regular r:id="rId474"/>
    </p:embeddedFont>
    <p:embeddedFont>
      <p:font typeface="Cambria Math" panose="02040503050406030204" pitchFamily="18" charset="0"/>
      <p:regular r:id="rId475"/>
    </p:embeddedFont>
    <p:embeddedFont>
      <p:font typeface="Montserrat" panose="00000500000000000000" pitchFamily="2" charset="0"/>
      <p:regular r:id="rId476"/>
    </p:embeddedFont>
    <p:embeddedFont>
      <p:font typeface="Roboto Mono" pitchFamily="2" charset="0"/>
      <p:regular r:id="rId477"/>
      <p:bold r:id="rId478"/>
    </p:embeddedFont>
    <p:embeddedFont>
      <p:font typeface="Segoe UI Black" panose="020B0A02040204020203" pitchFamily="34" charset="0"/>
      <p:bold r:id="rId479"/>
      <p:boldItalic r:id="rId48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863F"/>
    <a:srgbClr val="D70036"/>
    <a:srgbClr val="0D8BB3"/>
    <a:srgbClr val="1A5076"/>
    <a:srgbClr val="92D050"/>
    <a:srgbClr val="017CB8"/>
    <a:srgbClr val="00D480"/>
    <a:srgbClr val="8F42C2"/>
    <a:srgbClr val="019259"/>
    <a:srgbClr val="5F2F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varScale="1">
        <p:scale>
          <a:sx n="101" d="100"/>
          <a:sy n="101" d="100"/>
        </p:scale>
        <p:origin x="114" y="37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font" Target="fonts/font6.fntdata"/><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font" Target="fonts/font8.fntdata"/><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font" Target="fonts/font10.fntdata"/><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font" Target="fonts/font1.fntdata"/><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commentAuthors" Target="commentAuthors.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font" Target="fonts/font3.fntdata"/><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viewProps" Target="viewProps.xml"/><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font" Target="fonts/font5.fntdata"/><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tableStyles" Target="tableStyle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font" Target="fonts/font7.fntdata"/><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font" Target="fonts/font9.fntdata"/><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notesMaster" Target="notesMasters/notesMaster1.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11.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font" Target="fonts/font2.fntdata"/><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presProps" Target="presProps.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font" Target="fonts/font4.fntdata"/><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2026/5/20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7.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3.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388</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394</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404</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407</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427</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431</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443</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7920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51.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38.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58.xml"/><Relationship Id="rId5" Type="http://schemas.openxmlformats.org/officeDocument/2006/relationships/slide" Target="slide183.xml"/><Relationship Id="rId10" Type="http://schemas.openxmlformats.org/officeDocument/2006/relationships/slide" Target="slide424.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4.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6.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1.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33.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3.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0.xml.rels><?xml version="1.0" encoding="UTF-8" standalone="yes"?>
<Relationships xmlns="http://schemas.openxmlformats.org/package/2006/relationships"><Relationship Id="rId2" Type="http://schemas.openxmlformats.org/officeDocument/2006/relationships/image" Target="../media/image99.svg"/><Relationship Id="rId1" Type="http://schemas.openxmlformats.org/officeDocument/2006/relationships/slideLayout" Target="../slideLayouts/slideLayout6.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98.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8" Type="http://schemas.openxmlformats.org/officeDocument/2006/relationships/image" Target="../media/image101.svg"/><Relationship Id="rId3" Type="http://schemas.openxmlformats.org/officeDocument/2006/relationships/diagramLayout" Target="../diagrams/layout13.xml"/><Relationship Id="rId7" Type="http://schemas.openxmlformats.org/officeDocument/2006/relationships/image" Target="../media/image100.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image" Target="../media/image102.svg"/></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792000"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6000" y="360000"/>
            <a:ext cx="5400000" cy="429413"/>
          </a:xfrm>
        </p:spPr>
        <p:txBody>
          <a:bodyPr>
            <a:normAutofit/>
          </a:bodyPr>
          <a:lstStyle/>
          <a:p>
            <a:r>
              <a:rPr lang="zh-CN" altLang="en-US"/>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792000" y="360000"/>
            <a:ext cx="6375921" cy="429413"/>
          </a:xfrm>
        </p:spPr>
        <p:txBody>
          <a:bodyPr/>
          <a:lstStyle/>
          <a:p>
            <a:r>
              <a:rPr lang="zh-CN" altLang="en-US"/>
              <a:t>风险</a:t>
            </a:r>
            <a:r>
              <a:rPr lang="en-US" altLang="zh-CN"/>
              <a:t>3</a:t>
            </a:r>
            <a:r>
              <a:rPr lang="zh-CN" altLang="en-US"/>
              <a:t>个要素</a:t>
            </a:r>
          </a:p>
        </p:txBody>
      </p:sp>
      <p:sp>
        <p:nvSpPr>
          <p:cNvPr id="7" name="内容占位符 6">
            <a:extLst>
              <a:ext uri="{FF2B5EF4-FFF2-40B4-BE49-F238E27FC236}">
                <a16:creationId xmlns:a16="http://schemas.microsoft.com/office/drawing/2014/main" id="{DBBBBBAF-D55E-BBED-6177-B467D1B2FF4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6000" y="360000"/>
            <a:ext cx="5400000" cy="429413"/>
          </a:xfrm>
        </p:spPr>
        <p:txBody>
          <a:bodyPr/>
          <a:lstStyle/>
          <a:p>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792000" y="360000"/>
            <a:ext cx="6375921" cy="429413"/>
          </a:xfrm>
        </p:spPr>
        <p:txBody>
          <a:bodyPr/>
          <a:lstStyle/>
          <a:p>
            <a:r>
              <a:rPr lang="zh-CN" altLang="en-US" dirty="0"/>
              <a:t>风险识别的方法</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6000" y="864000"/>
            <a:ext cx="10800000" cy="5400000"/>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0" name="文本占位符 9">
            <a:extLst>
              <a:ext uri="{FF2B5EF4-FFF2-40B4-BE49-F238E27FC236}">
                <a16:creationId xmlns:a16="http://schemas.microsoft.com/office/drawing/2014/main" id="{B93EF15A-C66D-F010-BC2B-1D8C99DD63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018716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6000" y="360000"/>
            <a:ext cx="5400000" cy="429413"/>
          </a:xfrm>
        </p:spPr>
        <p:txBody>
          <a:bodyPr/>
          <a:lstStyle/>
          <a:p>
            <a:r>
              <a:rPr lang="zh-CN" altLang="en-US" dirty="0"/>
              <a:t>风险评估的方法</a:t>
            </a:r>
          </a:p>
        </p:txBody>
      </p:sp>
    </p:spTree>
    <p:extLst>
      <p:ext uri="{BB962C8B-B14F-4D97-AF65-F5344CB8AC3E}">
        <p14:creationId xmlns:p14="http://schemas.microsoft.com/office/powerpoint/2010/main" val="116075575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zh-CN" altLang="en-US"/>
              <a:t>风险规划的主要策略</a:t>
            </a:r>
            <a:endParaRPr lang="zh-CN" altLang="en-US" dirty="0"/>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34091</TotalTime>
  <Words>40097</Words>
  <Application>Microsoft Office PowerPoint</Application>
  <PresentationFormat>宽屏</PresentationFormat>
  <Paragraphs>7530</Paragraphs>
  <Slides>467</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467</vt:i4>
      </vt:variant>
    </vt:vector>
  </HeadingPairs>
  <TitlesOfParts>
    <vt:vector size="479" baseType="lpstr">
      <vt:lpstr>Arial</vt:lpstr>
      <vt:lpstr>幼圆</vt:lpstr>
      <vt:lpstr>Segoe UI Black</vt:lpstr>
      <vt:lpstr>Wingdings</vt:lpstr>
      <vt:lpstr>Times New Roman</vt:lpstr>
      <vt:lpstr>Cambria Math</vt:lpstr>
      <vt:lpstr>Montserrat</vt:lpstr>
      <vt:lpstr>Roboto Mono</vt:lpstr>
      <vt:lpstr>等线</vt:lpstr>
      <vt:lpstr>微软雅黑</vt:lpstr>
      <vt:lpstr>Calibri</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风险定义</vt:lpstr>
      <vt:lpstr>风险曝光度 Risk Exposure</vt:lpstr>
      <vt:lpstr>风险类型</vt:lpstr>
      <vt:lpstr>PowerPoint 演示文稿</vt:lpstr>
      <vt:lpstr>风险3个要素</vt:lpstr>
      <vt:lpstr>风险管理4个过程</vt:lpstr>
      <vt:lpstr>风险识别的方法</vt:lpstr>
      <vt:lpstr>风险评估的方法</vt:lpstr>
      <vt:lpstr>风险规划的主要策略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3210</cp:revision>
  <dcterms:created xsi:type="dcterms:W3CDTF">2026-01-24T11:12:04Z</dcterms:created>
  <dcterms:modified xsi:type="dcterms:W3CDTF">2026-05-20T14:51:40Z</dcterms:modified>
</cp:coreProperties>
</file>
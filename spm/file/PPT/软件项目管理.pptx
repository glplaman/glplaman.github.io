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8"/>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456" r:id="rId387"/>
    <p:sldId id="798" r:id="rId388"/>
    <p:sldId id="799" r:id="rId389"/>
    <p:sldId id="800" r:id="rId390"/>
    <p:sldId id="801" r:id="rId391"/>
    <p:sldId id="837" r:id="rId392"/>
    <p:sldId id="838" r:id="rId393"/>
    <p:sldId id="455" r:id="rId394"/>
    <p:sldId id="844" r:id="rId395"/>
    <p:sldId id="843" r:id="rId396"/>
    <p:sldId id="842" r:id="rId397"/>
    <p:sldId id="845" r:id="rId398"/>
    <p:sldId id="847" r:id="rId399"/>
    <p:sldId id="846" r:id="rId400"/>
    <p:sldId id="839" r:id="rId401"/>
    <p:sldId id="841" r:id="rId402"/>
    <p:sldId id="263" r:id="rId403"/>
    <p:sldId id="849" r:id="rId404"/>
    <p:sldId id="264" r:id="rId405"/>
    <p:sldId id="461" r:id="rId406"/>
    <p:sldId id="852" r:id="rId407"/>
    <p:sldId id="848" r:id="rId408"/>
    <p:sldId id="853" r:id="rId409"/>
    <p:sldId id="850" r:id="rId410"/>
    <p:sldId id="851" r:id="rId411"/>
    <p:sldId id="457" r:id="rId412"/>
    <p:sldId id="458" r:id="rId413"/>
    <p:sldId id="459" r:id="rId414"/>
    <p:sldId id="460" r:id="rId415"/>
    <p:sldId id="834" r:id="rId416"/>
    <p:sldId id="833" r:id="rId417"/>
    <p:sldId id="835" r:id="rId418"/>
    <p:sldId id="836" r:id="rId419"/>
    <p:sldId id="828" r:id="rId420"/>
    <p:sldId id="832" r:id="rId421"/>
    <p:sldId id="831" r:id="rId422"/>
    <p:sldId id="829" r:id="rId423"/>
    <p:sldId id="830" r:id="rId424"/>
    <p:sldId id="278" r:id="rId425"/>
    <p:sldId id="531" r:id="rId426"/>
    <p:sldId id="854" r:id="rId427"/>
    <p:sldId id="431" r:id="rId428"/>
    <p:sldId id="390" r:id="rId429"/>
    <p:sldId id="391" r:id="rId430"/>
    <p:sldId id="855" r:id="rId431"/>
    <p:sldId id="435" r:id="rId432"/>
    <p:sldId id="389" r:id="rId433"/>
    <p:sldId id="866" r:id="rId434"/>
    <p:sldId id="857" r:id="rId435"/>
    <p:sldId id="867" r:id="rId436"/>
    <p:sldId id="864" r:id="rId437"/>
    <p:sldId id="858" r:id="rId438"/>
    <p:sldId id="868" r:id="rId439"/>
    <p:sldId id="865" r:id="rId440"/>
    <p:sldId id="869" r:id="rId441"/>
    <p:sldId id="859" r:id="rId442"/>
    <p:sldId id="863" r:id="rId443"/>
    <p:sldId id="862" r:id="rId444"/>
    <p:sldId id="861" r:id="rId445"/>
    <p:sldId id="856" r:id="rId446"/>
    <p:sldId id="471" r:id="rId447"/>
    <p:sldId id="279" r:id="rId448"/>
    <p:sldId id="532" r:id="rId449"/>
    <p:sldId id="463" r:id="rId450"/>
    <p:sldId id="393" r:id="rId451"/>
    <p:sldId id="392" r:id="rId452"/>
    <p:sldId id="462" r:id="rId453"/>
    <p:sldId id="394" r:id="rId454"/>
    <p:sldId id="395" r:id="rId455"/>
    <p:sldId id="396" r:id="rId456"/>
    <p:sldId id="397" r:id="rId457"/>
    <p:sldId id="398" r:id="rId458"/>
    <p:sldId id="464" r:id="rId459"/>
    <p:sldId id="465" r:id="rId460"/>
    <p:sldId id="280" r:id="rId461"/>
    <p:sldId id="533" r:id="rId462"/>
    <p:sldId id="399" r:id="rId463"/>
    <p:sldId id="287" r:id="rId464"/>
    <p:sldId id="288" r:id="rId465"/>
    <p:sldId id="289" r:id="rId466"/>
    <p:sldId id="290" r:id="rId467"/>
    <p:sldId id="281" r:id="rId468"/>
    <p:sldId id="534" r:id="rId469"/>
    <p:sldId id="400" r:id="rId470"/>
    <p:sldId id="402" r:id="rId471"/>
    <p:sldId id="401" r:id="rId472"/>
    <p:sldId id="412" r:id="rId473"/>
    <p:sldId id="472" r:id="rId474"/>
    <p:sldId id="473" r:id="rId475"/>
    <p:sldId id="474" r:id="rId476"/>
    <p:sldId id="367" r:id="rId477"/>
  </p:sldIdLst>
  <p:sldSz cx="12192000" cy="6858000"/>
  <p:notesSz cx="6858000" cy="9144000"/>
  <p:embeddedFontLst>
    <p:embeddedFont>
      <p:font typeface="等线" panose="02010600030101010101" pitchFamily="2" charset="-122"/>
      <p:regular r:id="rId479"/>
      <p:bold r:id="rId480"/>
    </p:embeddedFont>
    <p:embeddedFont>
      <p:font typeface="微软雅黑" panose="020B0503020204020204" pitchFamily="34" charset="-122"/>
      <p:regular r:id="rId481"/>
      <p:bold r:id="rId482"/>
    </p:embeddedFont>
    <p:embeddedFont>
      <p:font typeface="幼圆" panose="02010509060101010101" pitchFamily="49" charset="-122"/>
      <p:regular r:id="rId483"/>
    </p:embeddedFont>
    <p:embeddedFont>
      <p:font typeface="Cambria Math" panose="02040503050406030204" pitchFamily="18" charset="0"/>
      <p:regular r:id="rId484"/>
    </p:embeddedFont>
    <p:embeddedFont>
      <p:font typeface="Montserrat" panose="00000500000000000000" pitchFamily="2" charset="0"/>
      <p:regular r:id="rId485"/>
    </p:embeddedFont>
    <p:embeddedFont>
      <p:font typeface="Roboto Mono" pitchFamily="2" charset="0"/>
      <p:regular r:id="rId486"/>
      <p:bold r:id="rId487"/>
    </p:embeddedFont>
    <p:embeddedFont>
      <p:font typeface="Segoe UI Black" panose="020B0A02040204020203" pitchFamily="34" charset="0"/>
      <p:bold r:id="rId488"/>
      <p:boldItalic r:id="rId48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B79E"/>
    <a:srgbClr val="FE863F"/>
    <a:srgbClr val="92D050"/>
    <a:srgbClr val="3F907A"/>
    <a:srgbClr val="1A5076"/>
    <a:srgbClr val="017CB8"/>
    <a:srgbClr val="0D8BB3"/>
    <a:srgbClr val="D70036"/>
    <a:srgbClr val="00D480"/>
    <a:srgbClr val="8F42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varScale="1">
        <p:scale>
          <a:sx n="113" d="100"/>
          <a:sy n="113" d="100"/>
        </p:scale>
        <p:origin x="336" y="10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8.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10.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font" Target="fonts/font1.fntdata"/><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commentAuthors" Target="commentAuthors.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3.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viewProps" Target="viewProp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5.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tableStyles" Target="tableStyles.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7.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9.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notesMaster" Target="notesMasters/notesMaster1.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11.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font" Target="fonts/font2.fntdata"/><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presProps" Target="presProps.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4.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6.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2026/6/7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388</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394</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404</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407</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427</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430</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452</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60.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47.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7.xml"/><Relationship Id="rId5" Type="http://schemas.openxmlformats.org/officeDocument/2006/relationships/slide" Target="slide183.xml"/><Relationship Id="rId10" Type="http://schemas.openxmlformats.org/officeDocument/2006/relationships/slide" Target="slide424.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2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2.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3.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3.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775335"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A</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2" name="矩形 11">
            <a:extLst>
              <a:ext uri="{FF2B5EF4-FFF2-40B4-BE49-F238E27FC236}">
                <a16:creationId xmlns:a16="http://schemas.microsoft.com/office/drawing/2014/main" id="{3251D6FD-8087-CEB6-528D-9FD8FF07A876}"/>
              </a:ext>
            </a:extLst>
          </p:cNvPr>
          <p:cNvSpPr/>
          <p:nvPr/>
        </p:nvSpPr>
        <p:spPr>
          <a:xfrm>
            <a:off x="6174147"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B</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6" name="矩形 15">
            <a:extLst>
              <a:ext uri="{FF2B5EF4-FFF2-40B4-BE49-F238E27FC236}">
                <a16:creationId xmlns:a16="http://schemas.microsoft.com/office/drawing/2014/main" id="{862FA9BD-0708-2737-AC6A-D044A21AEC42}"/>
              </a:ext>
            </a:extLst>
          </p:cNvPr>
          <p:cNvSpPr/>
          <p:nvPr/>
        </p:nvSpPr>
        <p:spPr>
          <a:xfrm>
            <a:off x="6873554"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4075929"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4392400" y="2948798"/>
            <a:ext cx="354465" cy="411406"/>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750147" y="2977268"/>
            <a:ext cx="411407"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474741" y="379419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C</a:t>
            </a:r>
            <a:endParaRPr lang="zh-CN" altLang="en-US" sz="800" dirty="0">
              <a:solidFill>
                <a:schemeClr val="tx1"/>
              </a:solidFill>
              <a:latin typeface="Times New Roman" panose="02020603050405020304" pitchFamily="18" charset="0"/>
              <a:ea typeface="宋体" panose="02010600030101010101" pitchFamily="2" charset="-122"/>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742103" y="3169559"/>
            <a:ext cx="354465" cy="1110812"/>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050741" y="3547733"/>
            <a:ext cx="1110813"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351335" y="2977268"/>
            <a:ext cx="82281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cxnSpLocks/>
            <a:stCxn id="2" idx="2"/>
          </p:cNvCxnSpPr>
          <p:nvPr/>
        </p:nvCxnSpPr>
        <p:spPr>
          <a:xfrm flipH="1">
            <a:off x="5355978" y="1252912"/>
            <a:ext cx="299922" cy="898105"/>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4622684"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6882388"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8560803"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3559577"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3995311" y="2634521"/>
            <a:ext cx="479638" cy="775107"/>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endCxn id="10" idx="1"/>
          </p:cNvCxnSpPr>
          <p:nvPr/>
        </p:nvCxnSpPr>
        <p:spPr>
          <a:xfrm flipV="1">
            <a:off x="5655999" y="2782255"/>
            <a:ext cx="457316" cy="406215"/>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4163827"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3765884" y="3631586"/>
            <a:ext cx="479637" cy="316250"/>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p:cNvCxnSpPr>
          <p:nvPr/>
        </p:nvCxnSpPr>
        <p:spPr>
          <a:xfrm flipV="1">
            <a:off x="4910684" y="3609833"/>
            <a:ext cx="457315"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4622684"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4451827" y="4029530"/>
            <a:ext cx="1708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367999" y="3045892"/>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cxnSpLocks/>
            <a:stCxn id="11" idx="3"/>
          </p:cNvCxnSpPr>
          <p:nvPr/>
        </p:nvCxnSpPr>
        <p:spPr>
          <a:xfrm>
            <a:off x="4910684" y="2782255"/>
            <a:ext cx="457315" cy="406215"/>
          </a:xfrm>
          <a:prstGeom prst="bentConnector3">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endCxn id="13" idx="1"/>
          </p:cNvCxnSpPr>
          <p:nvPr/>
        </p:nvCxnSpPr>
        <p:spPr>
          <a:xfrm>
            <a:off x="5655999" y="3609833"/>
            <a:ext cx="457316"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endCxn id="10" idx="3"/>
          </p:cNvCxnSpPr>
          <p:nvPr/>
        </p:nvCxnSpPr>
        <p:spPr>
          <a:xfrm rot="10800000">
            <a:off x="6401316" y="2782255"/>
            <a:ext cx="481073" cy="479638"/>
          </a:xfrm>
          <a:prstGeom prst="bentConnector3">
            <a:avLst>
              <a:gd name="adj1" fmla="val 50000"/>
            </a:avLst>
          </a:prstGeom>
          <a:ln w="635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p:cNvCxnSpPr>
          <p:nvPr/>
        </p:nvCxnSpPr>
        <p:spPr>
          <a:xfrm flipV="1">
            <a:off x="6401315" y="3549892"/>
            <a:ext cx="481073" cy="479638"/>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7441860"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001332"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170388"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7729860"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8289332" y="3405893"/>
            <a:ext cx="271471"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852814178"/>
              </p:ext>
            </p:extLst>
          </p:nvPr>
        </p:nvGraphicFramePr>
        <p:xfrm>
          <a:off x="3396000" y="20246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4944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9935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9935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9935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5806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5806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5806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graphicFrame>
        <p:nvGraphicFramePr>
          <p:cNvPr id="2" name="表格 1">
            <a:extLst>
              <a:ext uri="{FF2B5EF4-FFF2-40B4-BE49-F238E27FC236}">
                <a16:creationId xmlns:a16="http://schemas.microsoft.com/office/drawing/2014/main" id="{E444243C-7418-8580-A47A-FACD4E3ED4D2}"/>
              </a:ext>
            </a:extLst>
          </p:cNvPr>
          <p:cNvGraphicFramePr>
            <a:graphicFrameLocks noGrp="1"/>
          </p:cNvGraphicFramePr>
          <p:nvPr>
            <p:extLst>
              <p:ext uri="{D42A27DB-BD31-4B8C-83A1-F6EECF244321}">
                <p14:modId xmlns:p14="http://schemas.microsoft.com/office/powerpoint/2010/main" val="89001559"/>
              </p:ext>
            </p:extLst>
          </p:nvPr>
        </p:nvGraphicFramePr>
        <p:xfrm>
          <a:off x="3413631" y="4319053"/>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2160000">
                  <a:extLst>
                    <a:ext uri="{9D8B030D-6E8A-4147-A177-3AD203B41FA5}">
                      <a16:colId xmlns:a16="http://schemas.microsoft.com/office/drawing/2014/main" val="22328700"/>
                    </a:ext>
                  </a:extLst>
                </a:gridCol>
                <a:gridCol w="2160000">
                  <a:extLst>
                    <a:ext uri="{9D8B030D-6E8A-4147-A177-3AD203B41FA5}">
                      <a16:colId xmlns:a16="http://schemas.microsoft.com/office/drawing/2014/main" val="1031287147"/>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标准差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方差</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9/36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r>
                        <a:rPr lang="zh-CN" altLang="en-US" sz="1600" dirty="0">
                          <a:solidFill>
                            <a:schemeClr val="tx1"/>
                          </a:solidFill>
                        </a:rPr>
                        <a:t>项目路径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1.07</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295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34556</TotalTime>
  <Words>40667</Words>
  <Application>Microsoft Office PowerPoint</Application>
  <PresentationFormat>宽屏</PresentationFormat>
  <Paragraphs>7663</Paragraphs>
  <Slides>476</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476</vt:i4>
      </vt:variant>
    </vt:vector>
  </HeadingPairs>
  <TitlesOfParts>
    <vt:vector size="488" baseType="lpstr">
      <vt:lpstr>Cambria Math</vt:lpstr>
      <vt:lpstr>Montserrat</vt:lpstr>
      <vt:lpstr>Roboto Mono</vt:lpstr>
      <vt:lpstr>等线</vt:lpstr>
      <vt:lpstr>微软雅黑</vt:lpstr>
      <vt:lpstr>Calibri</vt:lpstr>
      <vt:lpstr>Segoe UI Black</vt:lpstr>
      <vt:lpstr>Arial</vt:lpstr>
      <vt:lpstr>幼圆</vt:lpstr>
      <vt:lpstr>Wingdings</vt:lpstr>
      <vt:lpstr>Times New Roman</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3263</cp:revision>
  <dcterms:created xsi:type="dcterms:W3CDTF">2026-01-24T11:12:04Z</dcterms:created>
  <dcterms:modified xsi:type="dcterms:W3CDTF">2026-06-07T03:18:32Z</dcterms:modified>
</cp:coreProperties>
</file>
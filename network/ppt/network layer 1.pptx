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1" r:id="rId3"/>
    <p:sldId id="272" r:id="rId4"/>
    <p:sldId id="273" r:id="rId5"/>
    <p:sldId id="257" r:id="rId6"/>
    <p:sldId id="261" r:id="rId7"/>
    <p:sldId id="259" r:id="rId8"/>
    <p:sldId id="262" r:id="rId9"/>
    <p:sldId id="263" r:id="rId10"/>
    <p:sldId id="274" r:id="rId11"/>
    <p:sldId id="264" r:id="rId12"/>
    <p:sldId id="266" r:id="rId13"/>
    <p:sldId id="265" r:id="rId14"/>
    <p:sldId id="267" r:id="rId15"/>
    <p:sldId id="288" r:id="rId16"/>
    <p:sldId id="289" r:id="rId17"/>
    <p:sldId id="290" r:id="rId18"/>
    <p:sldId id="268" r:id="rId19"/>
    <p:sldId id="279" r:id="rId20"/>
    <p:sldId id="276" r:id="rId21"/>
    <p:sldId id="277" r:id="rId22"/>
    <p:sldId id="291" r:id="rId23"/>
    <p:sldId id="292" r:id="rId24"/>
    <p:sldId id="278" r:id="rId25"/>
    <p:sldId id="284" r:id="rId26"/>
    <p:sldId id="339" r:id="rId27"/>
    <p:sldId id="340" r:id="rId28"/>
    <p:sldId id="341" r:id="rId29"/>
    <p:sldId id="275" r:id="rId30"/>
    <p:sldId id="281" r:id="rId31"/>
    <p:sldId id="282" r:id="rId32"/>
    <p:sldId id="315" r:id="rId33"/>
    <p:sldId id="317" r:id="rId34"/>
    <p:sldId id="316" r:id="rId35"/>
    <p:sldId id="294" r:id="rId36"/>
    <p:sldId id="258" r:id="rId37"/>
    <p:sldId id="295" r:id="rId38"/>
    <p:sldId id="296" r:id="rId39"/>
    <p:sldId id="297" r:id="rId40"/>
    <p:sldId id="298" r:id="rId41"/>
    <p:sldId id="299" r:id="rId42"/>
    <p:sldId id="300" r:id="rId43"/>
    <p:sldId id="301" r:id="rId44"/>
    <p:sldId id="302" r:id="rId45"/>
    <p:sldId id="280" r:id="rId46"/>
    <p:sldId id="318" r:id="rId47"/>
    <p:sldId id="303" r:id="rId48"/>
    <p:sldId id="343" r:id="rId49"/>
    <p:sldId id="283" r:id="rId50"/>
    <p:sldId id="320" r:id="rId51"/>
    <p:sldId id="321" r:id="rId52"/>
    <p:sldId id="322" r:id="rId53"/>
    <p:sldId id="323" r:id="rId54"/>
    <p:sldId id="324" r:id="rId55"/>
    <p:sldId id="325" r:id="rId56"/>
    <p:sldId id="326" r:id="rId57"/>
    <p:sldId id="327" r:id="rId58"/>
    <p:sldId id="328" r:id="rId59"/>
    <p:sldId id="260" r:id="rId60"/>
    <p:sldId id="334" r:id="rId61"/>
    <p:sldId id="335" r:id="rId62"/>
    <p:sldId id="337" r:id="rId63"/>
    <p:sldId id="338" r:id="rId64"/>
    <p:sldId id="293" r:id="rId65"/>
    <p:sldId id="285" r:id="rId66"/>
    <p:sldId id="286" r:id="rId67"/>
    <p:sldId id="287" r:id="rId68"/>
    <p:sldId id="332" r:id="rId69"/>
    <p:sldId id="329" r:id="rId70"/>
    <p:sldId id="331" r:id="rId71"/>
    <p:sldId id="269" r:id="rId72"/>
    <p:sldId id="314" r:id="rId73"/>
    <p:sldId id="333" r:id="rId74"/>
    <p:sldId id="342" r:id="rId7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90F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30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07508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C0AB9B-B4C6-4335-BBEA-733E61F143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790090"/>
            <a:ext cx="5257800" cy="830997"/>
          </a:xfrm>
        </p:spPr>
        <p:txBody>
          <a:bodyPr wrap="square" anchor="ctr" anchorCtr="0">
            <a:spAutoFit/>
          </a:bodyPr>
          <a:lstStyle>
            <a:lvl1pPr algn="r">
              <a:lnSpc>
                <a:spcPct val="100000"/>
              </a:lnSpc>
              <a:defRPr sz="4800" baseline="0">
                <a:latin typeface="Cuprum" panose="00000500000000000000" pitchFamily="2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节标题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1D73ADF-EB6E-4951-8AEE-470E11C29CA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3621087"/>
            <a:ext cx="5257800" cy="369332"/>
          </a:xfrm>
        </p:spPr>
        <p:txBody>
          <a:bodyPr wrap="square" anchor="ctr" anchorCtr="0">
            <a:sp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2">
                    <a:lumMod val="50000"/>
                  </a:schemeClr>
                </a:solidFill>
                <a:latin typeface="Cuprum" panose="00000500000000000000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 dirty="0"/>
              <a:t>subtitle</a:t>
            </a:r>
            <a:endParaRPr lang="zh-CN" altLang="en-US" dirty="0"/>
          </a:p>
        </p:txBody>
      </p:sp>
      <p:cxnSp>
        <p:nvCxnSpPr>
          <p:cNvPr id="8" name="Straight Connector 3">
            <a:extLst>
              <a:ext uri="{FF2B5EF4-FFF2-40B4-BE49-F238E27FC236}">
                <a16:creationId xmlns:a16="http://schemas.microsoft.com/office/drawing/2014/main" id="{E7777DC5-22E7-4C90-B077-5C209B523DCD}"/>
              </a:ext>
            </a:extLst>
          </p:cNvPr>
          <p:cNvCxnSpPr>
            <a:cxnSpLocks/>
          </p:cNvCxnSpPr>
          <p:nvPr userDrawn="1"/>
        </p:nvCxnSpPr>
        <p:spPr>
          <a:xfrm>
            <a:off x="696000" y="3621087"/>
            <a:ext cx="5400000" cy="0"/>
          </a:xfrm>
          <a:prstGeom prst="line">
            <a:avLst/>
          </a:prstGeom>
          <a:ln w="3175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图片占位符 10">
            <a:extLst>
              <a:ext uri="{FF2B5EF4-FFF2-40B4-BE49-F238E27FC236}">
                <a16:creationId xmlns:a16="http://schemas.microsoft.com/office/drawing/2014/main" id="{B217A540-5B64-4CA9-B569-31A07C06AD9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131376" y="1066981"/>
            <a:ext cx="5876984" cy="4550534"/>
          </a:xfrm>
          <a:custGeom>
            <a:avLst/>
            <a:gdLst>
              <a:gd name="connsiteX0" fmla="*/ 1462078 w 5876984"/>
              <a:gd name="connsiteY0" fmla="*/ 4415784 h 4550534"/>
              <a:gd name="connsiteX1" fmla="*/ 1472843 w 5876984"/>
              <a:gd name="connsiteY1" fmla="*/ 4432211 h 4550534"/>
              <a:gd name="connsiteX2" fmla="*/ 1462078 w 5876984"/>
              <a:gd name="connsiteY2" fmla="*/ 4415784 h 4550534"/>
              <a:gd name="connsiteX3" fmla="*/ 1136778 w 5876984"/>
              <a:gd name="connsiteY3" fmla="*/ 4135246 h 4550534"/>
              <a:gd name="connsiteX4" fmla="*/ 1126349 w 5876984"/>
              <a:gd name="connsiteY4" fmla="*/ 4146539 h 4550534"/>
              <a:gd name="connsiteX5" fmla="*/ 1145525 w 5876984"/>
              <a:gd name="connsiteY5" fmla="*/ 4148335 h 4550534"/>
              <a:gd name="connsiteX6" fmla="*/ 1136778 w 5876984"/>
              <a:gd name="connsiteY6" fmla="*/ 4135246 h 4550534"/>
              <a:gd name="connsiteX7" fmla="*/ 1647098 w 5876984"/>
              <a:gd name="connsiteY7" fmla="*/ 4133706 h 4550534"/>
              <a:gd name="connsiteX8" fmla="*/ 1653490 w 5876984"/>
              <a:gd name="connsiteY8" fmla="*/ 4143459 h 4550534"/>
              <a:gd name="connsiteX9" fmla="*/ 1655508 w 5876984"/>
              <a:gd name="connsiteY9" fmla="*/ 4137042 h 4550534"/>
              <a:gd name="connsiteX10" fmla="*/ 1647098 w 5876984"/>
              <a:gd name="connsiteY10" fmla="*/ 4133706 h 4550534"/>
              <a:gd name="connsiteX11" fmla="*/ 1625905 w 5876984"/>
              <a:gd name="connsiteY11" fmla="*/ 4128829 h 4550534"/>
              <a:gd name="connsiteX12" fmla="*/ 1617495 w 5876984"/>
              <a:gd name="connsiteY12" fmla="*/ 4143459 h 4550534"/>
              <a:gd name="connsiteX13" fmla="*/ 1604712 w 5876984"/>
              <a:gd name="connsiteY13" fmla="*/ 4138583 h 4550534"/>
              <a:gd name="connsiteX14" fmla="*/ 1600339 w 5876984"/>
              <a:gd name="connsiteY14" fmla="*/ 4174259 h 4550534"/>
              <a:gd name="connsiteX15" fmla="*/ 1645080 w 5876984"/>
              <a:gd name="connsiteY15" fmla="*/ 4174259 h 4550534"/>
              <a:gd name="connsiteX16" fmla="*/ 1615141 w 5876984"/>
              <a:gd name="connsiteY16" fmla="*/ 4170922 h 4550534"/>
              <a:gd name="connsiteX17" fmla="*/ 1643062 w 5876984"/>
              <a:gd name="connsiteY17" fmla="*/ 4162966 h 4550534"/>
              <a:gd name="connsiteX18" fmla="*/ 1645080 w 5876984"/>
              <a:gd name="connsiteY18" fmla="*/ 4151415 h 4550534"/>
              <a:gd name="connsiteX19" fmla="*/ 1625905 w 5876984"/>
              <a:gd name="connsiteY19" fmla="*/ 4128829 h 4550534"/>
              <a:gd name="connsiteX20" fmla="*/ 1608749 w 5876984"/>
              <a:gd name="connsiteY20" fmla="*/ 4122412 h 4550534"/>
              <a:gd name="connsiteX21" fmla="*/ 1604712 w 5876984"/>
              <a:gd name="connsiteY21" fmla="*/ 4135246 h 4550534"/>
              <a:gd name="connsiteX22" fmla="*/ 1608749 w 5876984"/>
              <a:gd name="connsiteY22" fmla="*/ 4122412 h 4550534"/>
              <a:gd name="connsiteX23" fmla="*/ 1347365 w 5876984"/>
              <a:gd name="connsiteY23" fmla="*/ 4114199 h 4550534"/>
              <a:gd name="connsiteX24" fmla="*/ 1351738 w 5876984"/>
              <a:gd name="connsiteY24" fmla="*/ 4127289 h 4550534"/>
              <a:gd name="connsiteX25" fmla="*/ 1347365 w 5876984"/>
              <a:gd name="connsiteY25" fmla="*/ 4114199 h 4550534"/>
              <a:gd name="connsiteX26" fmla="*/ 1372931 w 5876984"/>
              <a:gd name="connsiteY26" fmla="*/ 4099569 h 4550534"/>
              <a:gd name="connsiteX27" fmla="*/ 1355775 w 5876984"/>
              <a:gd name="connsiteY27" fmla="*/ 4105985 h 4550534"/>
              <a:gd name="connsiteX28" fmla="*/ 1368558 w 5876984"/>
              <a:gd name="connsiteY28" fmla="*/ 4119076 h 4550534"/>
              <a:gd name="connsiteX29" fmla="*/ 1372931 w 5876984"/>
              <a:gd name="connsiteY29" fmla="*/ 4114199 h 4550534"/>
              <a:gd name="connsiteX30" fmla="*/ 1389752 w 5876984"/>
              <a:gd name="connsiteY30" fmla="*/ 4112659 h 4550534"/>
              <a:gd name="connsiteX31" fmla="*/ 1372931 w 5876984"/>
              <a:gd name="connsiteY31" fmla="*/ 4099569 h 4550534"/>
              <a:gd name="connsiteX32" fmla="*/ 1621532 w 5876984"/>
              <a:gd name="connsiteY32" fmla="*/ 4076982 h 4550534"/>
              <a:gd name="connsiteX33" fmla="*/ 1619514 w 5876984"/>
              <a:gd name="connsiteY33" fmla="*/ 4102906 h 4550534"/>
              <a:gd name="connsiteX34" fmla="*/ 1621532 w 5876984"/>
              <a:gd name="connsiteY34" fmla="*/ 4076982 h 4550534"/>
              <a:gd name="connsiteX35" fmla="*/ 1640707 w 5876984"/>
              <a:gd name="connsiteY35" fmla="*/ 4044385 h 4550534"/>
              <a:gd name="connsiteX36" fmla="*/ 1636670 w 5876984"/>
              <a:gd name="connsiteY36" fmla="*/ 4055936 h 4550534"/>
              <a:gd name="connsiteX37" fmla="*/ 1640707 w 5876984"/>
              <a:gd name="connsiteY37" fmla="*/ 4044385 h 4550534"/>
              <a:gd name="connsiteX38" fmla="*/ 1173109 w 5876984"/>
              <a:gd name="connsiteY38" fmla="*/ 3979448 h 4550534"/>
              <a:gd name="connsiteX39" fmla="*/ 1160326 w 5876984"/>
              <a:gd name="connsiteY39" fmla="*/ 3986121 h 4550534"/>
              <a:gd name="connsiteX40" fmla="*/ 1190266 w 5876984"/>
              <a:gd name="connsiteY40" fmla="*/ 4023338 h 4550534"/>
              <a:gd name="connsiteX41" fmla="*/ 1173109 w 5876984"/>
              <a:gd name="connsiteY41" fmla="*/ 3979448 h 4550534"/>
              <a:gd name="connsiteX42" fmla="*/ 2095739 w 5876984"/>
              <a:gd name="connsiteY42" fmla="*/ 3969713 h 4550534"/>
              <a:gd name="connsiteX43" fmla="*/ 2076793 w 5876984"/>
              <a:gd name="connsiteY43" fmla="*/ 3980873 h 4550534"/>
              <a:gd name="connsiteX44" fmla="*/ 2095739 w 5876984"/>
              <a:gd name="connsiteY44" fmla="*/ 3969713 h 4550534"/>
              <a:gd name="connsiteX45" fmla="*/ 2184516 w 5876984"/>
              <a:gd name="connsiteY45" fmla="*/ 3952092 h 4550534"/>
              <a:gd name="connsiteX46" fmla="*/ 2192850 w 5876984"/>
              <a:gd name="connsiteY46" fmla="*/ 3972715 h 4550534"/>
              <a:gd name="connsiteX47" fmla="*/ 2150848 w 5876984"/>
              <a:gd name="connsiteY47" fmla="*/ 3961650 h 4550534"/>
              <a:gd name="connsiteX48" fmla="*/ 2180183 w 5876984"/>
              <a:gd name="connsiteY48" fmla="*/ 3966428 h 4550534"/>
              <a:gd name="connsiteX49" fmla="*/ 2184516 w 5876984"/>
              <a:gd name="connsiteY49" fmla="*/ 3952092 h 4550534"/>
              <a:gd name="connsiteX50" fmla="*/ 1166718 w 5876984"/>
              <a:gd name="connsiteY50" fmla="*/ 3937355 h 4550534"/>
              <a:gd name="connsiteX51" fmla="*/ 1164699 w 5876984"/>
              <a:gd name="connsiteY51" fmla="*/ 3973032 h 4550534"/>
              <a:gd name="connsiteX52" fmla="*/ 1181519 w 5876984"/>
              <a:gd name="connsiteY52" fmla="*/ 3969951 h 4550534"/>
              <a:gd name="connsiteX53" fmla="*/ 1166718 w 5876984"/>
              <a:gd name="connsiteY53" fmla="*/ 3937355 h 4550534"/>
              <a:gd name="connsiteX54" fmla="*/ 1850123 w 5876984"/>
              <a:gd name="connsiteY54" fmla="*/ 3914266 h 4550534"/>
              <a:gd name="connsiteX55" fmla="*/ 1858399 w 5876984"/>
              <a:gd name="connsiteY55" fmla="*/ 3920642 h 4550534"/>
              <a:gd name="connsiteX56" fmla="*/ 1818678 w 5876984"/>
              <a:gd name="connsiteY56" fmla="*/ 3920642 h 4550534"/>
              <a:gd name="connsiteX57" fmla="*/ 1850123 w 5876984"/>
              <a:gd name="connsiteY57" fmla="*/ 3914266 h 4550534"/>
              <a:gd name="connsiteX58" fmla="*/ 1879839 w 5876984"/>
              <a:gd name="connsiteY58" fmla="*/ 3910859 h 4550534"/>
              <a:gd name="connsiteX59" fmla="*/ 1889003 w 5876984"/>
              <a:gd name="connsiteY59" fmla="*/ 3915518 h 4550534"/>
              <a:gd name="connsiteX60" fmla="*/ 1889967 w 5876984"/>
              <a:gd name="connsiteY60" fmla="*/ 3914655 h 4550534"/>
              <a:gd name="connsiteX61" fmla="*/ 2276670 w 5876984"/>
              <a:gd name="connsiteY61" fmla="*/ 3894372 h 4550534"/>
              <a:gd name="connsiteX62" fmla="*/ 2289116 w 5876984"/>
              <a:gd name="connsiteY62" fmla="*/ 3910670 h 4550534"/>
              <a:gd name="connsiteX63" fmla="*/ 2276670 w 5876984"/>
              <a:gd name="connsiteY63" fmla="*/ 3894372 h 4550534"/>
              <a:gd name="connsiteX64" fmla="*/ 1175128 w 5876984"/>
              <a:gd name="connsiteY64" fmla="*/ 3882171 h 4550534"/>
              <a:gd name="connsiteX65" fmla="*/ 1162344 w 5876984"/>
              <a:gd name="connsiteY65" fmla="*/ 3883968 h 4550534"/>
              <a:gd name="connsiteX66" fmla="*/ 1171091 w 5876984"/>
              <a:gd name="connsiteY66" fmla="*/ 3917848 h 4550534"/>
              <a:gd name="connsiteX67" fmla="*/ 1194302 w 5876984"/>
              <a:gd name="connsiteY67" fmla="*/ 3924521 h 4550534"/>
              <a:gd name="connsiteX68" fmla="*/ 1175128 w 5876984"/>
              <a:gd name="connsiteY68" fmla="*/ 3882171 h 4550534"/>
              <a:gd name="connsiteX69" fmla="*/ 2193817 w 5876984"/>
              <a:gd name="connsiteY69" fmla="*/ 3874001 h 4550534"/>
              <a:gd name="connsiteX70" fmla="*/ 2179149 w 5876984"/>
              <a:gd name="connsiteY70" fmla="*/ 3891242 h 4550534"/>
              <a:gd name="connsiteX71" fmla="*/ 2193817 w 5876984"/>
              <a:gd name="connsiteY71" fmla="*/ 3874001 h 4550534"/>
              <a:gd name="connsiteX72" fmla="*/ 2187710 w 5876984"/>
              <a:gd name="connsiteY72" fmla="*/ 3859264 h 4550534"/>
              <a:gd name="connsiteX73" fmla="*/ 2183635 w 5876984"/>
              <a:gd name="connsiteY73" fmla="*/ 3880532 h 4550534"/>
              <a:gd name="connsiteX74" fmla="*/ 2164279 w 5876984"/>
              <a:gd name="connsiteY74" fmla="*/ 3875604 h 4550534"/>
              <a:gd name="connsiteX75" fmla="*/ 2159865 w 5876984"/>
              <a:gd name="connsiteY75" fmla="*/ 3872491 h 4550534"/>
              <a:gd name="connsiteX76" fmla="*/ 2187710 w 5876984"/>
              <a:gd name="connsiteY76" fmla="*/ 3859264 h 4550534"/>
              <a:gd name="connsiteX77" fmla="*/ 2244390 w 5876984"/>
              <a:gd name="connsiteY77" fmla="*/ 3846709 h 4550534"/>
              <a:gd name="connsiteX78" fmla="*/ 2322706 w 5876984"/>
              <a:gd name="connsiteY78" fmla="*/ 3853209 h 4550534"/>
              <a:gd name="connsiteX79" fmla="*/ 2269627 w 5876984"/>
              <a:gd name="connsiteY79" fmla="*/ 3884252 h 4550534"/>
              <a:gd name="connsiteX80" fmla="*/ 2193032 w 5876984"/>
              <a:gd name="connsiteY80" fmla="*/ 3871058 h 4550534"/>
              <a:gd name="connsiteX81" fmla="*/ 2244390 w 5876984"/>
              <a:gd name="connsiteY81" fmla="*/ 3846709 h 4550534"/>
              <a:gd name="connsiteX82" fmla="*/ 2127083 w 5876984"/>
              <a:gd name="connsiteY82" fmla="*/ 3781453 h 4550534"/>
              <a:gd name="connsiteX83" fmla="*/ 2123286 w 5876984"/>
              <a:gd name="connsiteY83" fmla="*/ 3782837 h 4550534"/>
              <a:gd name="connsiteX84" fmla="*/ 2099766 w 5876984"/>
              <a:gd name="connsiteY84" fmla="*/ 3814180 h 4550534"/>
              <a:gd name="connsiteX85" fmla="*/ 2105888 w 5876984"/>
              <a:gd name="connsiteY85" fmla="*/ 3822006 h 4550534"/>
              <a:gd name="connsiteX86" fmla="*/ 2116654 w 5876984"/>
              <a:gd name="connsiteY86" fmla="*/ 3804039 h 4550534"/>
              <a:gd name="connsiteX87" fmla="*/ 2137849 w 5876984"/>
              <a:gd name="connsiteY87" fmla="*/ 3818670 h 4550534"/>
              <a:gd name="connsiteX88" fmla="*/ 2165436 w 5876984"/>
              <a:gd name="connsiteY88" fmla="*/ 3804039 h 4550534"/>
              <a:gd name="connsiteX89" fmla="*/ 2182594 w 5876984"/>
              <a:gd name="connsiteY89" fmla="*/ 3781453 h 4550534"/>
              <a:gd name="connsiteX90" fmla="*/ 2152652 w 5876984"/>
              <a:gd name="connsiteY90" fmla="*/ 3782993 h 4550534"/>
              <a:gd name="connsiteX91" fmla="*/ 2157025 w 5876984"/>
              <a:gd name="connsiteY91" fmla="*/ 3797623 h 4550534"/>
              <a:gd name="connsiteX92" fmla="*/ 2135830 w 5876984"/>
              <a:gd name="connsiteY92" fmla="*/ 3802499 h 4550534"/>
              <a:gd name="connsiteX93" fmla="*/ 2127083 w 5876984"/>
              <a:gd name="connsiteY93" fmla="*/ 3781453 h 4550534"/>
              <a:gd name="connsiteX94" fmla="*/ 2218593 w 5876984"/>
              <a:gd name="connsiteY94" fmla="*/ 3774780 h 4550534"/>
              <a:gd name="connsiteX95" fmla="*/ 2193024 w 5876984"/>
              <a:gd name="connsiteY95" fmla="*/ 3779657 h 4550534"/>
              <a:gd name="connsiteX96" fmla="*/ 2203790 w 5876984"/>
              <a:gd name="connsiteY96" fmla="*/ 3789410 h 4550534"/>
              <a:gd name="connsiteX97" fmla="*/ 2218593 w 5876984"/>
              <a:gd name="connsiteY97" fmla="*/ 3774780 h 4550534"/>
              <a:gd name="connsiteX98" fmla="*/ 2414629 w 5876984"/>
              <a:gd name="connsiteY98" fmla="*/ 3647217 h 4550534"/>
              <a:gd name="connsiteX99" fmla="*/ 2431004 w 5876984"/>
              <a:gd name="connsiteY99" fmla="*/ 3648581 h 4550534"/>
              <a:gd name="connsiteX100" fmla="*/ 2418559 w 5876984"/>
              <a:gd name="connsiteY100" fmla="*/ 3658700 h 4550534"/>
              <a:gd name="connsiteX101" fmla="*/ 2406113 w 5876984"/>
              <a:gd name="connsiteY101" fmla="*/ 3652043 h 4550534"/>
              <a:gd name="connsiteX102" fmla="*/ 2414629 w 5876984"/>
              <a:gd name="connsiteY102" fmla="*/ 3647217 h 4550534"/>
              <a:gd name="connsiteX103" fmla="*/ 2423233 w 5876984"/>
              <a:gd name="connsiteY103" fmla="*/ 3601248 h 4550534"/>
              <a:gd name="connsiteX104" fmla="*/ 2397670 w 5876984"/>
              <a:gd name="connsiteY104" fmla="*/ 3607628 h 4550534"/>
              <a:gd name="connsiteX105" fmla="*/ 2423233 w 5876984"/>
              <a:gd name="connsiteY105" fmla="*/ 3601248 h 4550534"/>
              <a:gd name="connsiteX106" fmla="*/ 2316800 w 5876984"/>
              <a:gd name="connsiteY106" fmla="*/ 3563368 h 4550534"/>
              <a:gd name="connsiteX107" fmla="*/ 2316706 w 5876984"/>
              <a:gd name="connsiteY107" fmla="*/ 3565209 h 4550534"/>
              <a:gd name="connsiteX108" fmla="*/ 2320532 w 5876984"/>
              <a:gd name="connsiteY108" fmla="*/ 3564060 h 4550534"/>
              <a:gd name="connsiteX109" fmla="*/ 2252573 w 5876984"/>
              <a:gd name="connsiteY109" fmla="*/ 3473201 h 4550534"/>
              <a:gd name="connsiteX110" fmla="*/ 2235751 w 5876984"/>
              <a:gd name="connsiteY110" fmla="*/ 3482955 h 4550534"/>
              <a:gd name="connsiteX111" fmla="*/ 2252573 w 5876984"/>
              <a:gd name="connsiteY111" fmla="*/ 3473201 h 4550534"/>
              <a:gd name="connsiteX112" fmla="*/ 2356867 w 5876984"/>
              <a:gd name="connsiteY112" fmla="*/ 3463449 h 4550534"/>
              <a:gd name="connsiteX113" fmla="*/ 2350475 w 5876984"/>
              <a:gd name="connsiteY113" fmla="*/ 3481415 h 4550534"/>
              <a:gd name="connsiteX114" fmla="*/ 2356867 w 5876984"/>
              <a:gd name="connsiteY114" fmla="*/ 3463449 h 4550534"/>
              <a:gd name="connsiteX115" fmla="*/ 2272640 w 5876984"/>
              <a:gd name="connsiteY115" fmla="*/ 3450668 h 4550534"/>
              <a:gd name="connsiteX116" fmla="*/ 2267376 w 5876984"/>
              <a:gd name="connsiteY116" fmla="*/ 3455493 h 4550534"/>
              <a:gd name="connsiteX117" fmla="*/ 2273323 w 5876984"/>
              <a:gd name="connsiteY117" fmla="*/ 3455493 h 4550534"/>
              <a:gd name="connsiteX118" fmla="*/ 2326459 w 5876984"/>
              <a:gd name="connsiteY118" fmla="*/ 3448135 h 4550534"/>
              <a:gd name="connsiteX119" fmla="*/ 2326195 w 5876984"/>
              <a:gd name="connsiteY119" fmla="*/ 3450771 h 4550534"/>
              <a:gd name="connsiteX120" fmla="*/ 2329280 w 5876984"/>
              <a:gd name="connsiteY120" fmla="*/ 3450616 h 4550534"/>
              <a:gd name="connsiteX121" fmla="*/ 2344082 w 5876984"/>
              <a:gd name="connsiteY121" fmla="*/ 3469865 h 4550534"/>
              <a:gd name="connsiteX122" fmla="*/ 2337691 w 5876984"/>
              <a:gd name="connsiteY122" fmla="*/ 3460112 h 4550534"/>
              <a:gd name="connsiteX123" fmla="*/ 2344082 w 5876984"/>
              <a:gd name="connsiteY123" fmla="*/ 3453695 h 4550534"/>
              <a:gd name="connsiteX124" fmla="*/ 2332560 w 5876984"/>
              <a:gd name="connsiteY124" fmla="*/ 3448659 h 4550534"/>
              <a:gd name="connsiteX125" fmla="*/ 2356867 w 5876984"/>
              <a:gd name="connsiteY125" fmla="*/ 3445739 h 4550534"/>
              <a:gd name="connsiteX126" fmla="*/ 2380081 w 5876984"/>
              <a:gd name="connsiteY126" fmla="*/ 3452155 h 4550534"/>
              <a:gd name="connsiteX127" fmla="*/ 2356867 w 5876984"/>
              <a:gd name="connsiteY127" fmla="*/ 3445739 h 4550534"/>
              <a:gd name="connsiteX128" fmla="*/ 2270109 w 5876984"/>
              <a:gd name="connsiteY128" fmla="*/ 3420233 h 4550534"/>
              <a:gd name="connsiteX129" fmla="*/ 2258965 w 5876984"/>
              <a:gd name="connsiteY129" fmla="*/ 3426232 h 4550534"/>
              <a:gd name="connsiteX130" fmla="*/ 2284534 w 5876984"/>
              <a:gd name="connsiteY130" fmla="*/ 3422896 h 4550534"/>
              <a:gd name="connsiteX131" fmla="*/ 2270109 w 5876984"/>
              <a:gd name="connsiteY131" fmla="*/ 3420233 h 4550534"/>
              <a:gd name="connsiteX132" fmla="*/ 2398207 w 5876984"/>
              <a:gd name="connsiteY132" fmla="*/ 3416836 h 4550534"/>
              <a:gd name="connsiteX133" fmla="*/ 2404701 w 5876984"/>
              <a:gd name="connsiteY133" fmla="*/ 3427830 h 4550534"/>
              <a:gd name="connsiteX134" fmla="*/ 2385345 w 5876984"/>
              <a:gd name="connsiteY134" fmla="*/ 3422915 h 4550534"/>
              <a:gd name="connsiteX135" fmla="*/ 2398207 w 5876984"/>
              <a:gd name="connsiteY135" fmla="*/ 3416836 h 4550534"/>
              <a:gd name="connsiteX136" fmla="*/ 2405650 w 5876984"/>
              <a:gd name="connsiteY136" fmla="*/ 3346667 h 4550534"/>
              <a:gd name="connsiteX137" fmla="*/ 2376044 w 5876984"/>
              <a:gd name="connsiteY137" fmla="*/ 3372590 h 4550534"/>
              <a:gd name="connsiteX138" fmla="*/ 2405650 w 5876984"/>
              <a:gd name="connsiteY138" fmla="*/ 3361297 h 4550534"/>
              <a:gd name="connsiteX139" fmla="*/ 2412042 w 5876984"/>
              <a:gd name="connsiteY139" fmla="*/ 3361297 h 4550534"/>
              <a:gd name="connsiteX140" fmla="*/ 2405650 w 5876984"/>
              <a:gd name="connsiteY140" fmla="*/ 3346667 h 4550534"/>
              <a:gd name="connsiteX141" fmla="*/ 2431219 w 5876984"/>
              <a:gd name="connsiteY141" fmla="*/ 3320744 h 4550534"/>
              <a:gd name="connsiteX142" fmla="*/ 2414061 w 5876984"/>
              <a:gd name="connsiteY142" fmla="*/ 3325621 h 4550534"/>
              <a:gd name="connsiteX143" fmla="*/ 2420453 w 5876984"/>
              <a:gd name="connsiteY143" fmla="*/ 3333834 h 4550534"/>
              <a:gd name="connsiteX144" fmla="*/ 2431219 w 5876984"/>
              <a:gd name="connsiteY144" fmla="*/ 3320744 h 4550534"/>
              <a:gd name="connsiteX145" fmla="*/ 973287 w 5876984"/>
              <a:gd name="connsiteY145" fmla="*/ 3265912 h 4550534"/>
              <a:gd name="connsiteX146" fmla="*/ 962522 w 5876984"/>
              <a:gd name="connsiteY146" fmla="*/ 3269249 h 4550534"/>
              <a:gd name="connsiteX147" fmla="*/ 968913 w 5876984"/>
              <a:gd name="connsiteY147" fmla="*/ 3277205 h 4550534"/>
              <a:gd name="connsiteX148" fmla="*/ 973287 w 5876984"/>
              <a:gd name="connsiteY148" fmla="*/ 3265912 h 4550534"/>
              <a:gd name="connsiteX149" fmla="*/ 958485 w 5876984"/>
              <a:gd name="connsiteY149" fmla="*/ 3246405 h 4550534"/>
              <a:gd name="connsiteX150" fmla="*/ 952094 w 5876984"/>
              <a:gd name="connsiteY150" fmla="*/ 3261035 h 4550534"/>
              <a:gd name="connsiteX151" fmla="*/ 977660 w 5876984"/>
              <a:gd name="connsiteY151" fmla="*/ 3262832 h 4550534"/>
              <a:gd name="connsiteX152" fmla="*/ 958485 w 5876984"/>
              <a:gd name="connsiteY152" fmla="*/ 3246405 h 4550534"/>
              <a:gd name="connsiteX153" fmla="*/ 975305 w 5876984"/>
              <a:gd name="connsiteY153" fmla="*/ 3218942 h 4550534"/>
              <a:gd name="connsiteX154" fmla="*/ 958485 w 5876984"/>
              <a:gd name="connsiteY154" fmla="*/ 3228695 h 4550534"/>
              <a:gd name="connsiteX155" fmla="*/ 988088 w 5876984"/>
              <a:gd name="connsiteY155" fmla="*/ 3235111 h 4550534"/>
              <a:gd name="connsiteX156" fmla="*/ 975305 w 5876984"/>
              <a:gd name="connsiteY156" fmla="*/ 3218942 h 4550534"/>
              <a:gd name="connsiteX157" fmla="*/ 958485 w 5876984"/>
              <a:gd name="connsiteY157" fmla="*/ 3194558 h 4550534"/>
              <a:gd name="connsiteX158" fmla="*/ 973287 w 5876984"/>
              <a:gd name="connsiteY158" fmla="*/ 3205852 h 4550534"/>
              <a:gd name="connsiteX159" fmla="*/ 966895 w 5876984"/>
              <a:gd name="connsiteY159" fmla="*/ 3212525 h 4550534"/>
              <a:gd name="connsiteX160" fmla="*/ 992461 w 5876984"/>
              <a:gd name="connsiteY160" fmla="*/ 3218942 h 4550534"/>
              <a:gd name="connsiteX161" fmla="*/ 975305 w 5876984"/>
              <a:gd name="connsiteY161" fmla="*/ 3196355 h 4550534"/>
              <a:gd name="connsiteX162" fmla="*/ 958485 w 5876984"/>
              <a:gd name="connsiteY162" fmla="*/ 3194558 h 4550534"/>
              <a:gd name="connsiteX163" fmla="*/ 2538184 w 5876984"/>
              <a:gd name="connsiteY163" fmla="*/ 3183237 h 4550534"/>
              <a:gd name="connsiteX164" fmla="*/ 2523303 w 5876984"/>
              <a:gd name="connsiteY164" fmla="*/ 3187905 h 4550534"/>
              <a:gd name="connsiteX165" fmla="*/ 2538184 w 5876984"/>
              <a:gd name="connsiteY165" fmla="*/ 3183237 h 4550534"/>
              <a:gd name="connsiteX166" fmla="*/ 2578500 w 5876984"/>
              <a:gd name="connsiteY166" fmla="*/ 3075921 h 4550534"/>
              <a:gd name="connsiteX167" fmla="*/ 2582255 w 5876984"/>
              <a:gd name="connsiteY167" fmla="*/ 3078943 h 4550534"/>
              <a:gd name="connsiteX168" fmla="*/ 2598631 w 5876984"/>
              <a:gd name="connsiteY168" fmla="*/ 3080461 h 4550534"/>
              <a:gd name="connsiteX169" fmla="*/ 2592408 w 5876984"/>
              <a:gd name="connsiteY169" fmla="*/ 3088309 h 4550534"/>
              <a:gd name="connsiteX170" fmla="*/ 2578500 w 5876984"/>
              <a:gd name="connsiteY170" fmla="*/ 3075921 h 4550534"/>
              <a:gd name="connsiteX171" fmla="*/ 2520374 w 5876984"/>
              <a:gd name="connsiteY171" fmla="*/ 3074349 h 4550534"/>
              <a:gd name="connsiteX172" fmla="*/ 2533159 w 5876984"/>
              <a:gd name="connsiteY172" fmla="*/ 3087182 h 4550534"/>
              <a:gd name="connsiteX173" fmla="*/ 2520374 w 5876984"/>
              <a:gd name="connsiteY173" fmla="*/ 3074349 h 4550534"/>
              <a:gd name="connsiteX174" fmla="*/ 674020 w 5876984"/>
              <a:gd name="connsiteY174" fmla="*/ 3072717 h 4550534"/>
              <a:gd name="connsiteX175" fmla="*/ 710221 w 5876984"/>
              <a:gd name="connsiteY175" fmla="*/ 3087177 h 4550534"/>
              <a:gd name="connsiteX176" fmla="*/ 674020 w 5876984"/>
              <a:gd name="connsiteY176" fmla="*/ 3072717 h 4550534"/>
              <a:gd name="connsiteX177" fmla="*/ 80211 w 5876984"/>
              <a:gd name="connsiteY177" fmla="*/ 3046687 h 4550534"/>
              <a:gd name="connsiteX178" fmla="*/ 93115 w 5876984"/>
              <a:gd name="connsiteY178" fmla="*/ 3051727 h 4550534"/>
              <a:gd name="connsiteX179" fmla="*/ 65271 w 5876984"/>
              <a:gd name="connsiteY179" fmla="*/ 3058359 h 4550534"/>
              <a:gd name="connsiteX180" fmla="*/ 80211 w 5876984"/>
              <a:gd name="connsiteY180" fmla="*/ 3046687 h 4550534"/>
              <a:gd name="connsiteX181" fmla="*/ 585952 w 5876984"/>
              <a:gd name="connsiteY181" fmla="*/ 3008208 h 4550534"/>
              <a:gd name="connsiteX182" fmla="*/ 607856 w 5876984"/>
              <a:gd name="connsiteY182" fmla="*/ 3021528 h 4550534"/>
              <a:gd name="connsiteX183" fmla="*/ 585952 w 5876984"/>
              <a:gd name="connsiteY183" fmla="*/ 3008208 h 4550534"/>
              <a:gd name="connsiteX184" fmla="*/ 2664800 w 5876984"/>
              <a:gd name="connsiteY184" fmla="*/ 2996890 h 4550534"/>
              <a:gd name="connsiteX185" fmla="*/ 2675754 w 5876984"/>
              <a:gd name="connsiteY185" fmla="*/ 3005248 h 4550534"/>
              <a:gd name="connsiteX186" fmla="*/ 2669250 w 5876984"/>
              <a:gd name="connsiteY186" fmla="*/ 3010210 h 4550534"/>
              <a:gd name="connsiteX187" fmla="*/ 2664800 w 5876984"/>
              <a:gd name="connsiteY187" fmla="*/ 2996890 h 4550534"/>
              <a:gd name="connsiteX188" fmla="*/ 2528034 w 5876984"/>
              <a:gd name="connsiteY188" fmla="*/ 2995712 h 4550534"/>
              <a:gd name="connsiteX189" fmla="*/ 2526495 w 5876984"/>
              <a:gd name="connsiteY189" fmla="*/ 2997935 h 4550534"/>
              <a:gd name="connsiteX190" fmla="*/ 2531182 w 5876984"/>
              <a:gd name="connsiteY190" fmla="*/ 3002258 h 4550534"/>
              <a:gd name="connsiteX191" fmla="*/ 2524748 w 5876984"/>
              <a:gd name="connsiteY191" fmla="*/ 3004536 h 4550534"/>
              <a:gd name="connsiteX192" fmla="*/ 2539550 w 5876984"/>
              <a:gd name="connsiteY192" fmla="*/ 2999660 h 4550534"/>
              <a:gd name="connsiteX193" fmla="*/ 2533211 w 5876984"/>
              <a:gd name="connsiteY193" fmla="*/ 3000138 h 4550534"/>
              <a:gd name="connsiteX194" fmla="*/ 2637138 w 5876984"/>
              <a:gd name="connsiteY194" fmla="*/ 2995394 h 4550534"/>
              <a:gd name="connsiteX195" fmla="*/ 2647572 w 5876984"/>
              <a:gd name="connsiteY195" fmla="*/ 3000350 h 4550534"/>
              <a:gd name="connsiteX196" fmla="*/ 2643514 w 5876984"/>
              <a:gd name="connsiteY196" fmla="*/ 3006817 h 4550534"/>
              <a:gd name="connsiteX197" fmla="*/ 2637138 w 5876984"/>
              <a:gd name="connsiteY197" fmla="*/ 2995394 h 4550534"/>
              <a:gd name="connsiteX198" fmla="*/ 2554354 w 5876984"/>
              <a:gd name="connsiteY198" fmla="*/ 2994783 h 4550534"/>
              <a:gd name="connsiteX199" fmla="*/ 2571512 w 5876984"/>
              <a:gd name="connsiteY199" fmla="*/ 3007617 h 4550534"/>
              <a:gd name="connsiteX200" fmla="*/ 2556708 w 5876984"/>
              <a:gd name="connsiteY200" fmla="*/ 3007617 h 4550534"/>
              <a:gd name="connsiteX201" fmla="*/ 2573530 w 5876984"/>
              <a:gd name="connsiteY201" fmla="*/ 3007617 h 4550534"/>
              <a:gd name="connsiteX202" fmla="*/ 2554354 w 5876984"/>
              <a:gd name="connsiteY202" fmla="*/ 2994783 h 4550534"/>
              <a:gd name="connsiteX203" fmla="*/ 900083 w 5876984"/>
              <a:gd name="connsiteY203" fmla="*/ 2990256 h 4550534"/>
              <a:gd name="connsiteX204" fmla="*/ 892244 w 5876984"/>
              <a:gd name="connsiteY204" fmla="*/ 2992955 h 4550534"/>
              <a:gd name="connsiteX205" fmla="*/ 905030 w 5876984"/>
              <a:gd name="connsiteY205" fmla="*/ 3006044 h 4550534"/>
              <a:gd name="connsiteX206" fmla="*/ 894263 w 5876984"/>
              <a:gd name="connsiteY206" fmla="*/ 3007584 h 4550534"/>
              <a:gd name="connsiteX207" fmla="*/ 915460 w 5876984"/>
              <a:gd name="connsiteY207" fmla="*/ 3002708 h 4550534"/>
              <a:gd name="connsiteX208" fmla="*/ 900083 w 5876984"/>
              <a:gd name="connsiteY208" fmla="*/ 2990256 h 4550534"/>
              <a:gd name="connsiteX209" fmla="*/ 2672653 w 5876984"/>
              <a:gd name="connsiteY209" fmla="*/ 2987611 h 4550534"/>
              <a:gd name="connsiteX210" fmla="*/ 2681698 w 5876984"/>
              <a:gd name="connsiteY210" fmla="*/ 2991816 h 4550534"/>
              <a:gd name="connsiteX211" fmla="*/ 2677376 w 5876984"/>
              <a:gd name="connsiteY211" fmla="*/ 2996636 h 4550534"/>
              <a:gd name="connsiteX212" fmla="*/ 2672653 w 5876984"/>
              <a:gd name="connsiteY212" fmla="*/ 2987611 h 4550534"/>
              <a:gd name="connsiteX213" fmla="*/ 2658679 w 5876984"/>
              <a:gd name="connsiteY213" fmla="*/ 2964529 h 4550534"/>
              <a:gd name="connsiteX214" fmla="*/ 2671313 w 5876984"/>
              <a:gd name="connsiteY214" fmla="*/ 2974609 h 4550534"/>
              <a:gd name="connsiteX215" fmla="*/ 2660674 w 5876984"/>
              <a:gd name="connsiteY215" fmla="*/ 2977791 h 4550534"/>
              <a:gd name="connsiteX216" fmla="*/ 2658679 w 5876984"/>
              <a:gd name="connsiteY216" fmla="*/ 2964529 h 4550534"/>
              <a:gd name="connsiteX217" fmla="*/ 2688788 w 5876984"/>
              <a:gd name="connsiteY217" fmla="*/ 2941434 h 4550534"/>
              <a:gd name="connsiteX218" fmla="*/ 2692744 w 5876984"/>
              <a:gd name="connsiteY218" fmla="*/ 2952849 h 4550534"/>
              <a:gd name="connsiteX219" fmla="*/ 2688788 w 5876984"/>
              <a:gd name="connsiteY219" fmla="*/ 2941434 h 4550534"/>
              <a:gd name="connsiteX220" fmla="*/ 2679024 w 5876984"/>
              <a:gd name="connsiteY220" fmla="*/ 2926878 h 4550534"/>
              <a:gd name="connsiteX221" fmla="*/ 2686138 w 5876984"/>
              <a:gd name="connsiteY221" fmla="*/ 2928850 h 4550534"/>
              <a:gd name="connsiteX222" fmla="*/ 2677580 w 5876984"/>
              <a:gd name="connsiteY222" fmla="*/ 2938578 h 4550534"/>
              <a:gd name="connsiteX223" fmla="*/ 2679024 w 5876984"/>
              <a:gd name="connsiteY223" fmla="*/ 2926878 h 4550534"/>
              <a:gd name="connsiteX224" fmla="*/ 615728 w 5876984"/>
              <a:gd name="connsiteY224" fmla="*/ 2910877 h 4550534"/>
              <a:gd name="connsiteX225" fmla="*/ 628631 w 5876984"/>
              <a:gd name="connsiteY225" fmla="*/ 2914192 h 4550534"/>
              <a:gd name="connsiteX226" fmla="*/ 620142 w 5876984"/>
              <a:gd name="connsiteY226" fmla="*/ 2928730 h 4550534"/>
              <a:gd name="connsiteX227" fmla="*/ 602823 w 5876984"/>
              <a:gd name="connsiteY227" fmla="*/ 2919038 h 4550534"/>
              <a:gd name="connsiteX228" fmla="*/ 615728 w 5876984"/>
              <a:gd name="connsiteY228" fmla="*/ 2910877 h 4550534"/>
              <a:gd name="connsiteX229" fmla="*/ 2626666 w 5876984"/>
              <a:gd name="connsiteY229" fmla="*/ 2895944 h 4550534"/>
              <a:gd name="connsiteX230" fmla="*/ 2624668 w 5876984"/>
              <a:gd name="connsiteY230" fmla="*/ 2897508 h 4550534"/>
              <a:gd name="connsiteX231" fmla="*/ 2637452 w 5876984"/>
              <a:gd name="connsiteY231" fmla="*/ 2908801 h 4550534"/>
              <a:gd name="connsiteX232" fmla="*/ 2637452 w 5876984"/>
              <a:gd name="connsiteY232" fmla="*/ 2899048 h 4550534"/>
              <a:gd name="connsiteX233" fmla="*/ 2626666 w 5876984"/>
              <a:gd name="connsiteY233" fmla="*/ 2895944 h 4550534"/>
              <a:gd name="connsiteX234" fmla="*/ 697418 w 5876984"/>
              <a:gd name="connsiteY234" fmla="*/ 2884924 h 4550534"/>
              <a:gd name="connsiteX235" fmla="*/ 694942 w 5876984"/>
              <a:gd name="connsiteY235" fmla="*/ 2888741 h 4550534"/>
              <a:gd name="connsiteX236" fmla="*/ 692387 w 5876984"/>
              <a:gd name="connsiteY236" fmla="*/ 2897476 h 4550534"/>
              <a:gd name="connsiteX237" fmla="*/ 690032 w 5876984"/>
              <a:gd name="connsiteY237" fmla="*/ 2912106 h 4550534"/>
              <a:gd name="connsiteX238" fmla="*/ 719977 w 5876984"/>
              <a:gd name="connsiteY238" fmla="*/ 2912106 h 4550534"/>
              <a:gd name="connsiteX239" fmla="*/ 705593 w 5876984"/>
              <a:gd name="connsiteY239" fmla="*/ 2893518 h 4550534"/>
              <a:gd name="connsiteX240" fmla="*/ 706782 w 5876984"/>
              <a:gd name="connsiteY240" fmla="*/ 2885585 h 4550534"/>
              <a:gd name="connsiteX241" fmla="*/ 699293 w 5876984"/>
              <a:gd name="connsiteY241" fmla="*/ 2887985 h 4550534"/>
              <a:gd name="connsiteX242" fmla="*/ 2692322 w 5876984"/>
              <a:gd name="connsiteY242" fmla="*/ 2879516 h 4550534"/>
              <a:gd name="connsiteX243" fmla="*/ 2705837 w 5876984"/>
              <a:gd name="connsiteY243" fmla="*/ 2885977 h 4550534"/>
              <a:gd name="connsiteX244" fmla="*/ 2699384 w 5876984"/>
              <a:gd name="connsiteY244" fmla="*/ 2900432 h 4550534"/>
              <a:gd name="connsiteX245" fmla="*/ 2695310 w 5876984"/>
              <a:gd name="connsiteY245" fmla="*/ 2892431 h 4550534"/>
              <a:gd name="connsiteX246" fmla="*/ 2701422 w 5876984"/>
              <a:gd name="connsiteY246" fmla="*/ 2885977 h 4550534"/>
              <a:gd name="connsiteX247" fmla="*/ 2695310 w 5876984"/>
              <a:gd name="connsiteY247" fmla="*/ 2885977 h 4550534"/>
              <a:gd name="connsiteX248" fmla="*/ 2692322 w 5876984"/>
              <a:gd name="connsiteY248" fmla="*/ 2879516 h 4550534"/>
              <a:gd name="connsiteX249" fmla="*/ 768618 w 5876984"/>
              <a:gd name="connsiteY249" fmla="*/ 2876534 h 4550534"/>
              <a:gd name="connsiteX250" fmla="*/ 764814 w 5876984"/>
              <a:gd name="connsiteY250" fmla="*/ 2878041 h 4550534"/>
              <a:gd name="connsiteX251" fmla="*/ 761201 w 5876984"/>
              <a:gd name="connsiteY251" fmla="*/ 2879258 h 4550534"/>
              <a:gd name="connsiteX252" fmla="*/ 783778 w 5876984"/>
              <a:gd name="connsiteY252" fmla="*/ 2888878 h 4550534"/>
              <a:gd name="connsiteX253" fmla="*/ 819905 w 5876984"/>
              <a:gd name="connsiteY253" fmla="*/ 2903893 h 4550534"/>
              <a:gd name="connsiteX254" fmla="*/ 824279 w 5876984"/>
              <a:gd name="connsiteY254" fmla="*/ 2887723 h 4550534"/>
              <a:gd name="connsiteX255" fmla="*/ 774504 w 5876984"/>
              <a:gd name="connsiteY255" fmla="*/ 2876679 h 4550534"/>
              <a:gd name="connsiteX256" fmla="*/ 2609865 w 5876984"/>
              <a:gd name="connsiteY256" fmla="*/ 2874665 h 4550534"/>
              <a:gd name="connsiteX257" fmla="*/ 2607510 w 5876984"/>
              <a:gd name="connsiteY257" fmla="*/ 2881338 h 4550534"/>
              <a:gd name="connsiteX258" fmla="*/ 2631061 w 5876984"/>
              <a:gd name="connsiteY258" fmla="*/ 2889295 h 4550534"/>
              <a:gd name="connsiteX259" fmla="*/ 2609865 w 5876984"/>
              <a:gd name="connsiteY259" fmla="*/ 2874665 h 4550534"/>
              <a:gd name="connsiteX260" fmla="*/ 2552335 w 5876984"/>
              <a:gd name="connsiteY260" fmla="*/ 2871585 h 4550534"/>
              <a:gd name="connsiteX261" fmla="*/ 2545943 w 5876984"/>
              <a:gd name="connsiteY261" fmla="*/ 2886215 h 4550534"/>
              <a:gd name="connsiteX262" fmla="*/ 2552335 w 5876984"/>
              <a:gd name="connsiteY262" fmla="*/ 2871585 h 4550534"/>
              <a:gd name="connsiteX263" fmla="*/ 2682797 w 5876984"/>
              <a:gd name="connsiteY263" fmla="*/ 2863396 h 4550534"/>
              <a:gd name="connsiteX264" fmla="*/ 2680470 w 5876984"/>
              <a:gd name="connsiteY264" fmla="*/ 2876659 h 4550534"/>
              <a:gd name="connsiteX265" fmla="*/ 2682797 w 5876984"/>
              <a:gd name="connsiteY265" fmla="*/ 2863396 h 4550534"/>
              <a:gd name="connsiteX266" fmla="*/ 2605492 w 5876984"/>
              <a:gd name="connsiteY266" fmla="*/ 2863372 h 4550534"/>
              <a:gd name="connsiteX267" fmla="*/ 2622650 w 5876984"/>
              <a:gd name="connsiteY267" fmla="*/ 2879542 h 4550534"/>
              <a:gd name="connsiteX268" fmla="*/ 2605492 w 5876984"/>
              <a:gd name="connsiteY268" fmla="*/ 2863372 h 4550534"/>
              <a:gd name="connsiteX269" fmla="*/ 536943 w 5876984"/>
              <a:gd name="connsiteY269" fmla="*/ 2850250 h 4550534"/>
              <a:gd name="connsiteX270" fmla="*/ 517765 w 5876984"/>
              <a:gd name="connsiteY270" fmla="*/ 2861800 h 4550534"/>
              <a:gd name="connsiteX271" fmla="*/ 532906 w 5876984"/>
              <a:gd name="connsiteY271" fmla="*/ 2861800 h 4550534"/>
              <a:gd name="connsiteX272" fmla="*/ 536943 w 5876984"/>
              <a:gd name="connsiteY272" fmla="*/ 2850250 h 4550534"/>
              <a:gd name="connsiteX273" fmla="*/ 248537 w 5876984"/>
              <a:gd name="connsiteY273" fmla="*/ 2832785 h 4550534"/>
              <a:gd name="connsiteX274" fmla="*/ 210197 w 5876984"/>
              <a:gd name="connsiteY274" fmla="*/ 2907295 h 4550534"/>
              <a:gd name="connsiteX275" fmla="*/ 182619 w 5876984"/>
              <a:gd name="connsiteY275" fmla="*/ 2926498 h 4550534"/>
              <a:gd name="connsiteX276" fmla="*/ 161431 w 5876984"/>
              <a:gd name="connsiteY276" fmla="*/ 2929827 h 4550534"/>
              <a:gd name="connsiteX277" fmla="*/ 153023 w 5876984"/>
              <a:gd name="connsiteY277" fmla="*/ 2947750 h 4550534"/>
              <a:gd name="connsiteX278" fmla="*/ 197416 w 5876984"/>
              <a:gd name="connsiteY278" fmla="*/ 3014066 h 4550534"/>
              <a:gd name="connsiteX279" fmla="*/ 184637 w 5876984"/>
              <a:gd name="connsiteY279" fmla="*/ 3022004 h 4550534"/>
              <a:gd name="connsiteX280" fmla="*/ 148651 w 5876984"/>
              <a:gd name="connsiteY280" fmla="*/ 2999472 h 4550534"/>
              <a:gd name="connsiteX281" fmla="*/ 123091 w 5876984"/>
              <a:gd name="connsiteY281" fmla="*/ 2999472 h 4550534"/>
              <a:gd name="connsiteX282" fmla="*/ 112665 w 5876984"/>
              <a:gd name="connsiteY282" fmla="*/ 2997679 h 4550534"/>
              <a:gd name="connsiteX283" fmla="*/ 119055 w 5876984"/>
              <a:gd name="connsiteY283" fmla="*/ 3020468 h 4550534"/>
              <a:gd name="connsiteX284" fmla="*/ 95513 w 5876984"/>
              <a:gd name="connsiteY284" fmla="*/ 3022004 h 4550534"/>
              <a:gd name="connsiteX285" fmla="*/ 87106 w 5876984"/>
              <a:gd name="connsiteY285" fmla="*/ 3002544 h 4550534"/>
              <a:gd name="connsiteX286" fmla="*/ 72308 w 5876984"/>
              <a:gd name="connsiteY286" fmla="*/ 2950823 h 4550534"/>
              <a:gd name="connsiteX287" fmla="*/ 57174 w 5876984"/>
              <a:gd name="connsiteY287" fmla="*/ 2986413 h 4550534"/>
              <a:gd name="connsiteX288" fmla="*/ 38004 w 5876984"/>
              <a:gd name="connsiteY288" fmla="*/ 2991278 h 4550534"/>
              <a:gd name="connsiteX289" fmla="*/ 48766 w 5876984"/>
              <a:gd name="connsiteY289" fmla="*/ 2942885 h 4550534"/>
              <a:gd name="connsiteX290" fmla="*/ 65917 w 5876984"/>
              <a:gd name="connsiteY290" fmla="*/ 2945958 h 4550534"/>
              <a:gd name="connsiteX291" fmla="*/ 135871 w 5876984"/>
              <a:gd name="connsiteY291" fmla="*/ 2913696 h 4550534"/>
              <a:gd name="connsiteX292" fmla="*/ 133853 w 5876984"/>
              <a:gd name="connsiteY292" fmla="*/ 2903966 h 4550534"/>
              <a:gd name="connsiteX293" fmla="*/ 153023 w 5876984"/>
              <a:gd name="connsiteY293" fmla="*/ 2903966 h 4550534"/>
              <a:gd name="connsiteX294" fmla="*/ 165803 w 5876984"/>
              <a:gd name="connsiteY294" fmla="*/ 2892700 h 4550534"/>
              <a:gd name="connsiteX295" fmla="*/ 159413 w 5876984"/>
              <a:gd name="connsiteY295" fmla="*/ 2884507 h 4550534"/>
              <a:gd name="connsiteX296" fmla="*/ 180601 w 5876984"/>
              <a:gd name="connsiteY296" fmla="*/ 2878105 h 4550534"/>
              <a:gd name="connsiteX297" fmla="*/ 174210 w 5876984"/>
              <a:gd name="connsiteY297" fmla="*/ 2868375 h 4550534"/>
              <a:gd name="connsiteX298" fmla="*/ 210197 w 5876984"/>
              <a:gd name="connsiteY298" fmla="*/ 2855318 h 4550534"/>
              <a:gd name="connsiteX299" fmla="*/ 248537 w 5876984"/>
              <a:gd name="connsiteY299" fmla="*/ 2832785 h 4550534"/>
              <a:gd name="connsiteX300" fmla="*/ 2790008 w 5876984"/>
              <a:gd name="connsiteY300" fmla="*/ 2815345 h 4550534"/>
              <a:gd name="connsiteX301" fmla="*/ 2803337 w 5876984"/>
              <a:gd name="connsiteY301" fmla="*/ 2819859 h 4550534"/>
              <a:gd name="connsiteX302" fmla="*/ 2796985 w 5876984"/>
              <a:gd name="connsiteY302" fmla="*/ 2840820 h 4550534"/>
              <a:gd name="connsiteX303" fmla="*/ 2786288 w 5876984"/>
              <a:gd name="connsiteY303" fmla="*/ 2839052 h 4550534"/>
              <a:gd name="connsiteX304" fmla="*/ 2788628 w 5876984"/>
              <a:gd name="connsiteY304" fmla="*/ 2826425 h 4550534"/>
              <a:gd name="connsiteX305" fmla="*/ 2779936 w 5876984"/>
              <a:gd name="connsiteY305" fmla="*/ 2821627 h 4550534"/>
              <a:gd name="connsiteX306" fmla="*/ 2790008 w 5876984"/>
              <a:gd name="connsiteY306" fmla="*/ 2815345 h 4550534"/>
              <a:gd name="connsiteX307" fmla="*/ 2745485 w 5876984"/>
              <a:gd name="connsiteY307" fmla="*/ 2809367 h 4550534"/>
              <a:gd name="connsiteX308" fmla="*/ 2739175 w 5876984"/>
              <a:gd name="connsiteY308" fmla="*/ 2848373 h 4550534"/>
              <a:gd name="connsiteX309" fmla="*/ 2737182 w 5876984"/>
              <a:gd name="connsiteY309" fmla="*/ 2823994 h 4550534"/>
              <a:gd name="connsiteX310" fmla="*/ 2728879 w 5876984"/>
              <a:gd name="connsiteY310" fmla="*/ 2819118 h 4550534"/>
              <a:gd name="connsiteX311" fmla="*/ 2724562 w 5876984"/>
              <a:gd name="connsiteY311" fmla="*/ 2833746 h 4550534"/>
              <a:gd name="connsiteX312" fmla="*/ 2707624 w 5876984"/>
              <a:gd name="connsiteY312" fmla="*/ 2828870 h 4550534"/>
              <a:gd name="connsiteX313" fmla="*/ 2705632 w 5876984"/>
              <a:gd name="connsiteY313" fmla="*/ 2817579 h 4550534"/>
              <a:gd name="connsiteX314" fmla="*/ 2726554 w 5876984"/>
              <a:gd name="connsiteY314" fmla="*/ 2816039 h 4550534"/>
              <a:gd name="connsiteX315" fmla="*/ 2720245 w 5876984"/>
              <a:gd name="connsiteY315" fmla="*/ 2814243 h 4550534"/>
              <a:gd name="connsiteX316" fmla="*/ 2745485 w 5876984"/>
              <a:gd name="connsiteY316" fmla="*/ 2809367 h 4550534"/>
              <a:gd name="connsiteX317" fmla="*/ 2686236 w 5876984"/>
              <a:gd name="connsiteY317" fmla="*/ 2780726 h 4550534"/>
              <a:gd name="connsiteX318" fmla="*/ 2679844 w 5876984"/>
              <a:gd name="connsiteY318" fmla="*/ 2787143 h 4550534"/>
              <a:gd name="connsiteX319" fmla="*/ 2690609 w 5876984"/>
              <a:gd name="connsiteY319" fmla="*/ 2798437 h 4550534"/>
              <a:gd name="connsiteX320" fmla="*/ 2686236 w 5876984"/>
              <a:gd name="connsiteY320" fmla="*/ 2780726 h 4550534"/>
              <a:gd name="connsiteX321" fmla="*/ 67372 w 5876984"/>
              <a:gd name="connsiteY321" fmla="*/ 2776197 h 4550534"/>
              <a:gd name="connsiteX322" fmla="*/ 47995 w 5876984"/>
              <a:gd name="connsiteY322" fmla="*/ 2806503 h 4550534"/>
              <a:gd name="connsiteX323" fmla="*/ 67372 w 5876984"/>
              <a:gd name="connsiteY323" fmla="*/ 2776197 h 4550534"/>
              <a:gd name="connsiteX324" fmla="*/ 2839108 w 5876984"/>
              <a:gd name="connsiteY324" fmla="*/ 2773934 h 4550534"/>
              <a:gd name="connsiteX325" fmla="*/ 2830867 w 5876984"/>
              <a:gd name="connsiteY325" fmla="*/ 2783485 h 4550534"/>
              <a:gd name="connsiteX326" fmla="*/ 2839108 w 5876984"/>
              <a:gd name="connsiteY326" fmla="*/ 2773934 h 4550534"/>
              <a:gd name="connsiteX327" fmla="*/ 116760 w 5876984"/>
              <a:gd name="connsiteY327" fmla="*/ 2770539 h 4550534"/>
              <a:gd name="connsiteX328" fmla="*/ 146919 w 5876984"/>
              <a:gd name="connsiteY328" fmla="*/ 2770539 h 4550534"/>
              <a:gd name="connsiteX329" fmla="*/ 174705 w 5876984"/>
              <a:gd name="connsiteY329" fmla="*/ 2778335 h 4550534"/>
              <a:gd name="connsiteX330" fmla="*/ 146919 w 5876984"/>
              <a:gd name="connsiteY330" fmla="*/ 2797449 h 4550534"/>
              <a:gd name="connsiteX331" fmla="*/ 121166 w 5876984"/>
              <a:gd name="connsiteY331" fmla="*/ 2781605 h 4550534"/>
              <a:gd name="connsiteX332" fmla="*/ 123198 w 5876984"/>
              <a:gd name="connsiteY332" fmla="*/ 2789653 h 4550534"/>
              <a:gd name="connsiteX333" fmla="*/ 116760 w 5876984"/>
              <a:gd name="connsiteY333" fmla="*/ 2770539 h 4550534"/>
              <a:gd name="connsiteX334" fmla="*/ 2801084 w 5876984"/>
              <a:gd name="connsiteY334" fmla="*/ 2769278 h 4550534"/>
              <a:gd name="connsiteX335" fmla="*/ 2809690 w 5876984"/>
              <a:gd name="connsiteY335" fmla="*/ 2774148 h 4550534"/>
              <a:gd name="connsiteX336" fmla="*/ 2809690 w 5876984"/>
              <a:gd name="connsiteY336" fmla="*/ 2785422 h 4550534"/>
              <a:gd name="connsiteX337" fmla="*/ 2828558 w 5876984"/>
              <a:gd name="connsiteY337" fmla="*/ 2803104 h 4550534"/>
              <a:gd name="connsiteX338" fmla="*/ 2807373 w 5876984"/>
              <a:gd name="connsiteY338" fmla="*/ 2795159 h 4550534"/>
              <a:gd name="connsiteX339" fmla="*/ 2790823 w 5876984"/>
              <a:gd name="connsiteY339" fmla="*/ 2775685 h 4550534"/>
              <a:gd name="connsiteX340" fmla="*/ 2801084 w 5876984"/>
              <a:gd name="connsiteY340" fmla="*/ 2769278 h 4550534"/>
              <a:gd name="connsiteX341" fmla="*/ 2739392 w 5876984"/>
              <a:gd name="connsiteY341" fmla="*/ 2767637 h 4550534"/>
              <a:gd name="connsiteX342" fmla="*/ 2758569 w 5876984"/>
              <a:gd name="connsiteY342" fmla="*/ 2780726 h 4550534"/>
              <a:gd name="connsiteX343" fmla="*/ 2758569 w 5876984"/>
              <a:gd name="connsiteY343" fmla="*/ 2769434 h 4550534"/>
              <a:gd name="connsiteX344" fmla="*/ 2739392 w 5876984"/>
              <a:gd name="connsiteY344" fmla="*/ 2767637 h 4550534"/>
              <a:gd name="connsiteX345" fmla="*/ 2701038 w 5876984"/>
              <a:gd name="connsiteY345" fmla="*/ 2761220 h 4550534"/>
              <a:gd name="connsiteX346" fmla="*/ 2690609 w 5876984"/>
              <a:gd name="connsiteY346" fmla="*/ 2766097 h 4550534"/>
              <a:gd name="connsiteX347" fmla="*/ 2701038 w 5876984"/>
              <a:gd name="connsiteY347" fmla="*/ 2782266 h 4550534"/>
              <a:gd name="connsiteX348" fmla="*/ 2713824 w 5876984"/>
              <a:gd name="connsiteY348" fmla="*/ 2780726 h 4550534"/>
              <a:gd name="connsiteX349" fmla="*/ 2701038 w 5876984"/>
              <a:gd name="connsiteY349" fmla="*/ 2761220 h 4550534"/>
              <a:gd name="connsiteX350" fmla="*/ 2814480 w 5876984"/>
              <a:gd name="connsiteY350" fmla="*/ 2760785 h 4550534"/>
              <a:gd name="connsiteX351" fmla="*/ 2827073 w 5876984"/>
              <a:gd name="connsiteY351" fmla="*/ 2762440 h 4550534"/>
              <a:gd name="connsiteX352" fmla="*/ 2812443 w 5876984"/>
              <a:gd name="connsiteY352" fmla="*/ 2773684 h 4550534"/>
              <a:gd name="connsiteX353" fmla="*/ 2808121 w 5876984"/>
              <a:gd name="connsiteY353" fmla="*/ 2767187 h 4550534"/>
              <a:gd name="connsiteX354" fmla="*/ 2814480 w 5876984"/>
              <a:gd name="connsiteY354" fmla="*/ 2760785 h 4550534"/>
              <a:gd name="connsiteX355" fmla="*/ 2758569 w 5876984"/>
              <a:gd name="connsiteY355" fmla="*/ 2749927 h 4550534"/>
              <a:gd name="connsiteX356" fmla="*/ 2754532 w 5876984"/>
              <a:gd name="connsiteY356" fmla="*/ 2759680 h 4550534"/>
              <a:gd name="connsiteX357" fmla="*/ 2762942 w 5876984"/>
              <a:gd name="connsiteY357" fmla="*/ 2775850 h 4550534"/>
              <a:gd name="connsiteX358" fmla="*/ 2758569 w 5876984"/>
              <a:gd name="connsiteY358" fmla="*/ 2749927 h 4550534"/>
              <a:gd name="connsiteX359" fmla="*/ 2730982 w 5876984"/>
              <a:gd name="connsiteY359" fmla="*/ 2727084 h 4550534"/>
              <a:gd name="connsiteX360" fmla="*/ 2728963 w 5876984"/>
              <a:gd name="connsiteY360" fmla="*/ 2735297 h 4550534"/>
              <a:gd name="connsiteX361" fmla="*/ 2728963 w 5876984"/>
              <a:gd name="connsiteY361" fmla="*/ 2745051 h 4550534"/>
              <a:gd name="connsiteX362" fmla="*/ 2743766 w 5876984"/>
              <a:gd name="connsiteY362" fmla="*/ 2759680 h 4550534"/>
              <a:gd name="connsiteX363" fmla="*/ 2750158 w 5876984"/>
              <a:gd name="connsiteY363" fmla="*/ 2748130 h 4550534"/>
              <a:gd name="connsiteX364" fmla="*/ 2730982 w 5876984"/>
              <a:gd name="connsiteY364" fmla="*/ 2727084 h 4550534"/>
              <a:gd name="connsiteX365" fmla="*/ 2710176 w 5876984"/>
              <a:gd name="connsiteY365" fmla="*/ 2722115 h 4550534"/>
              <a:gd name="connsiteX366" fmla="*/ 2707431 w 5876984"/>
              <a:gd name="connsiteY366" fmla="*/ 2727084 h 4550534"/>
              <a:gd name="connsiteX367" fmla="*/ 2722571 w 5876984"/>
              <a:gd name="connsiteY367" fmla="*/ 2741714 h 4550534"/>
              <a:gd name="connsiteX368" fmla="*/ 2710176 w 5876984"/>
              <a:gd name="connsiteY368" fmla="*/ 2722115 h 4550534"/>
              <a:gd name="connsiteX369" fmla="*/ 2805747 w 5876984"/>
              <a:gd name="connsiteY369" fmla="*/ 2720742 h 4550534"/>
              <a:gd name="connsiteX370" fmla="*/ 2831516 w 5876984"/>
              <a:gd name="connsiteY370" fmla="*/ 2727136 h 4550534"/>
              <a:gd name="connsiteX371" fmla="*/ 2797271 w 5876984"/>
              <a:gd name="connsiteY371" fmla="*/ 2757833 h 4550534"/>
              <a:gd name="connsiteX372" fmla="*/ 2788794 w 5876984"/>
              <a:gd name="connsiteY372" fmla="*/ 2741718 h 4550534"/>
              <a:gd name="connsiteX373" fmla="*/ 2784386 w 5876984"/>
              <a:gd name="connsiteY373" fmla="*/ 2743253 h 4550534"/>
              <a:gd name="connsiteX374" fmla="*/ 2805747 w 5876984"/>
              <a:gd name="connsiteY374" fmla="*/ 2720742 h 4550534"/>
              <a:gd name="connsiteX375" fmla="*/ 2969095 w 5876984"/>
              <a:gd name="connsiteY375" fmla="*/ 2719131 h 4550534"/>
              <a:gd name="connsiteX376" fmla="*/ 2963116 w 5876984"/>
              <a:gd name="connsiteY376" fmla="*/ 2733414 h 4550534"/>
              <a:gd name="connsiteX377" fmla="*/ 2969095 w 5876984"/>
              <a:gd name="connsiteY377" fmla="*/ 2719131 h 4550534"/>
              <a:gd name="connsiteX378" fmla="*/ 3012032 w 5876984"/>
              <a:gd name="connsiteY378" fmla="*/ 2717163 h 4550534"/>
              <a:gd name="connsiteX379" fmla="*/ 3021406 w 5876984"/>
              <a:gd name="connsiteY379" fmla="*/ 2725746 h 4550534"/>
              <a:gd name="connsiteX380" fmla="*/ 3000773 w 5876984"/>
              <a:gd name="connsiteY380" fmla="*/ 2730668 h 4550534"/>
              <a:gd name="connsiteX381" fmla="*/ 2996516 w 5876984"/>
              <a:gd name="connsiteY381" fmla="*/ 2720823 h 4550534"/>
              <a:gd name="connsiteX382" fmla="*/ 3012032 w 5876984"/>
              <a:gd name="connsiteY382" fmla="*/ 2717163 h 4550534"/>
              <a:gd name="connsiteX383" fmla="*/ 2927342 w 5876984"/>
              <a:gd name="connsiteY383" fmla="*/ 2713951 h 4550534"/>
              <a:gd name="connsiteX384" fmla="*/ 2927342 w 5876984"/>
              <a:gd name="connsiteY384" fmla="*/ 2716989 h 4550534"/>
              <a:gd name="connsiteX385" fmla="*/ 2933869 w 5876984"/>
              <a:gd name="connsiteY385" fmla="*/ 2723570 h 4550534"/>
              <a:gd name="connsiteX386" fmla="*/ 2901577 w 5876984"/>
              <a:gd name="connsiteY386" fmla="*/ 2731418 h 4550534"/>
              <a:gd name="connsiteX387" fmla="*/ 2927342 w 5876984"/>
              <a:gd name="connsiteY387" fmla="*/ 2713951 h 4550534"/>
              <a:gd name="connsiteX388" fmla="*/ 2872548 w 5876984"/>
              <a:gd name="connsiteY388" fmla="*/ 2710932 h 4550534"/>
              <a:gd name="connsiteX389" fmla="*/ 2881952 w 5876984"/>
              <a:gd name="connsiteY389" fmla="*/ 2717464 h 4550534"/>
              <a:gd name="connsiteX390" fmla="*/ 2864600 w 5876984"/>
              <a:gd name="connsiteY390" fmla="*/ 2731907 h 4550534"/>
              <a:gd name="connsiteX391" fmla="*/ 2849630 w 5876984"/>
              <a:gd name="connsiteY391" fmla="*/ 2730387 h 4550534"/>
              <a:gd name="connsiteX392" fmla="*/ 2872548 w 5876984"/>
              <a:gd name="connsiteY392" fmla="*/ 2710932 h 4550534"/>
              <a:gd name="connsiteX393" fmla="*/ 2733000 w 5876984"/>
              <a:gd name="connsiteY393" fmla="*/ 2706038 h 4550534"/>
              <a:gd name="connsiteX394" fmla="*/ 2758569 w 5876984"/>
              <a:gd name="connsiteY394" fmla="*/ 2741714 h 4550534"/>
              <a:gd name="connsiteX395" fmla="*/ 2769335 w 5876984"/>
              <a:gd name="connsiteY395" fmla="*/ 2740174 h 4550534"/>
              <a:gd name="connsiteX396" fmla="*/ 2752177 w 5876984"/>
              <a:gd name="connsiteY396" fmla="*/ 2709375 h 4550534"/>
              <a:gd name="connsiteX397" fmla="*/ 2733000 w 5876984"/>
              <a:gd name="connsiteY397" fmla="*/ 2706038 h 4550534"/>
              <a:gd name="connsiteX398" fmla="*/ 2928422 w 5876984"/>
              <a:gd name="connsiteY398" fmla="*/ 2703682 h 4550534"/>
              <a:gd name="connsiteX399" fmla="*/ 2926794 w 5876984"/>
              <a:gd name="connsiteY399" fmla="*/ 2706657 h 4550534"/>
              <a:gd name="connsiteX400" fmla="*/ 2927090 w 5876984"/>
              <a:gd name="connsiteY400" fmla="*/ 2703868 h 4550534"/>
              <a:gd name="connsiteX401" fmla="*/ 2777746 w 5876984"/>
              <a:gd name="connsiteY401" fmla="*/ 2694745 h 4550534"/>
              <a:gd name="connsiteX402" fmla="*/ 2779764 w 5876984"/>
              <a:gd name="connsiteY402" fmla="*/ 2704498 h 4550534"/>
              <a:gd name="connsiteX403" fmla="*/ 2794568 w 5876984"/>
              <a:gd name="connsiteY403" fmla="*/ 2696285 h 4550534"/>
              <a:gd name="connsiteX404" fmla="*/ 2777746 w 5876984"/>
              <a:gd name="connsiteY404" fmla="*/ 2694745 h 4550534"/>
              <a:gd name="connsiteX405" fmla="*/ 2969574 w 5876984"/>
              <a:gd name="connsiteY405" fmla="*/ 2693579 h 4550534"/>
              <a:gd name="connsiteX406" fmla="*/ 2965195 w 5876984"/>
              <a:gd name="connsiteY406" fmla="*/ 2709989 h 4550534"/>
              <a:gd name="connsiteX407" fmla="*/ 2971595 w 5876984"/>
              <a:gd name="connsiteY407" fmla="*/ 2696913 h 4550534"/>
              <a:gd name="connsiteX408" fmla="*/ 3003596 w 5876984"/>
              <a:gd name="connsiteY408" fmla="*/ 2705118 h 4550534"/>
              <a:gd name="connsiteX409" fmla="*/ 2969574 w 5876984"/>
              <a:gd name="connsiteY409" fmla="*/ 2708195 h 4550534"/>
              <a:gd name="connsiteX410" fmla="*/ 2975974 w 5876984"/>
              <a:gd name="connsiteY410" fmla="*/ 2714861 h 4550534"/>
              <a:gd name="connsiteX411" fmla="*/ 2950374 w 5876984"/>
              <a:gd name="connsiteY411" fmla="*/ 2706657 h 4550534"/>
              <a:gd name="connsiteX412" fmla="*/ 2939596 w 5876984"/>
              <a:gd name="connsiteY412" fmla="*/ 2716400 h 4550534"/>
              <a:gd name="connsiteX413" fmla="*/ 2926794 w 5876984"/>
              <a:gd name="connsiteY413" fmla="*/ 2709989 h 4550534"/>
              <a:gd name="connsiteX414" fmla="*/ 2929153 w 5876984"/>
              <a:gd name="connsiteY414" fmla="*/ 2703580 h 4550534"/>
              <a:gd name="connsiteX415" fmla="*/ 2928422 w 5876984"/>
              <a:gd name="connsiteY415" fmla="*/ 2703682 h 4550534"/>
              <a:gd name="connsiteX416" fmla="*/ 2931089 w 5876984"/>
              <a:gd name="connsiteY416" fmla="*/ 2698804 h 4550534"/>
              <a:gd name="connsiteX417" fmla="*/ 2941953 w 5876984"/>
              <a:gd name="connsiteY417" fmla="*/ 2696913 h 4550534"/>
              <a:gd name="connsiteX418" fmla="*/ 2969574 w 5876984"/>
              <a:gd name="connsiteY418" fmla="*/ 2693579 h 4550534"/>
              <a:gd name="connsiteX419" fmla="*/ 3006560 w 5876984"/>
              <a:gd name="connsiteY419" fmla="*/ 2673491 h 4550534"/>
              <a:gd name="connsiteX420" fmla="*/ 2983165 w 5876984"/>
              <a:gd name="connsiteY420" fmla="*/ 2687667 h 4550534"/>
              <a:gd name="connsiteX421" fmla="*/ 3006560 w 5876984"/>
              <a:gd name="connsiteY421" fmla="*/ 2673491 h 4550534"/>
              <a:gd name="connsiteX422" fmla="*/ 3023908 w 5876984"/>
              <a:gd name="connsiteY422" fmla="*/ 2672322 h 4550534"/>
              <a:gd name="connsiteX423" fmla="*/ 3046622 w 5876984"/>
              <a:gd name="connsiteY423" fmla="*/ 2679033 h 4550534"/>
              <a:gd name="connsiteX424" fmla="*/ 3023548 w 5876984"/>
              <a:gd name="connsiteY424" fmla="*/ 2675715 h 4550534"/>
              <a:gd name="connsiteX425" fmla="*/ 3023908 w 5876984"/>
              <a:gd name="connsiteY425" fmla="*/ 2672322 h 4550534"/>
              <a:gd name="connsiteX426" fmla="*/ 3872881 w 5876984"/>
              <a:gd name="connsiteY426" fmla="*/ 2663675 h 4550534"/>
              <a:gd name="connsiteX427" fmla="*/ 3830200 w 5876984"/>
              <a:gd name="connsiteY427" fmla="*/ 2674897 h 4550534"/>
              <a:gd name="connsiteX428" fmla="*/ 3872881 w 5876984"/>
              <a:gd name="connsiteY428" fmla="*/ 2663675 h 4550534"/>
              <a:gd name="connsiteX429" fmla="*/ 3938154 w 5876984"/>
              <a:gd name="connsiteY429" fmla="*/ 2658883 h 4550534"/>
              <a:gd name="connsiteX430" fmla="*/ 3885086 w 5876984"/>
              <a:gd name="connsiteY430" fmla="*/ 2671817 h 4550534"/>
              <a:gd name="connsiteX431" fmla="*/ 3938154 w 5876984"/>
              <a:gd name="connsiteY431" fmla="*/ 2658883 h 4550534"/>
              <a:gd name="connsiteX432" fmla="*/ 3455464 w 5876984"/>
              <a:gd name="connsiteY432" fmla="*/ 2641273 h 4550534"/>
              <a:gd name="connsiteX433" fmla="*/ 3476814 w 5876984"/>
              <a:gd name="connsiteY433" fmla="*/ 2648203 h 4550534"/>
              <a:gd name="connsiteX434" fmla="*/ 3460264 w 5876984"/>
              <a:gd name="connsiteY434" fmla="*/ 2651386 h 4550534"/>
              <a:gd name="connsiteX435" fmla="*/ 3437092 w 5876984"/>
              <a:gd name="connsiteY435" fmla="*/ 2653243 h 4550534"/>
              <a:gd name="connsiteX436" fmla="*/ 3455464 w 5876984"/>
              <a:gd name="connsiteY436" fmla="*/ 2641273 h 4550534"/>
              <a:gd name="connsiteX437" fmla="*/ 3996437 w 5876984"/>
              <a:gd name="connsiteY437" fmla="*/ 2624227 h 4550534"/>
              <a:gd name="connsiteX438" fmla="*/ 3994183 w 5876984"/>
              <a:gd name="connsiteY438" fmla="*/ 2625452 h 4550534"/>
              <a:gd name="connsiteX439" fmla="*/ 3996150 w 5876984"/>
              <a:gd name="connsiteY439" fmla="*/ 2627106 h 4550534"/>
              <a:gd name="connsiteX440" fmla="*/ 3998756 w 5876984"/>
              <a:gd name="connsiteY440" fmla="*/ 2624338 h 4550534"/>
              <a:gd name="connsiteX441" fmla="*/ 4439557 w 5876984"/>
              <a:gd name="connsiteY441" fmla="*/ 2604170 h 4550534"/>
              <a:gd name="connsiteX442" fmla="*/ 4412526 w 5876984"/>
              <a:gd name="connsiteY442" fmla="*/ 2623566 h 4550534"/>
              <a:gd name="connsiteX443" fmla="*/ 4439557 w 5876984"/>
              <a:gd name="connsiteY443" fmla="*/ 2604170 h 4550534"/>
              <a:gd name="connsiteX444" fmla="*/ 353055 w 5876984"/>
              <a:gd name="connsiteY444" fmla="*/ 2604170 h 4550534"/>
              <a:gd name="connsiteX445" fmla="*/ 367973 w 5876984"/>
              <a:gd name="connsiteY445" fmla="*/ 2605679 h 4550534"/>
              <a:gd name="connsiteX446" fmla="*/ 361531 w 5876984"/>
              <a:gd name="connsiteY446" fmla="*/ 2615236 h 4550534"/>
              <a:gd name="connsiteX447" fmla="*/ 353055 w 5876984"/>
              <a:gd name="connsiteY447" fmla="*/ 2604170 h 4550534"/>
              <a:gd name="connsiteX448" fmla="*/ 3090062 w 5876984"/>
              <a:gd name="connsiteY448" fmla="*/ 2603834 h 4550534"/>
              <a:gd name="connsiteX449" fmla="*/ 3081545 w 5876984"/>
              <a:gd name="connsiteY449" fmla="*/ 2616720 h 4550534"/>
              <a:gd name="connsiteX450" fmla="*/ 3072798 w 5876984"/>
              <a:gd name="connsiteY450" fmla="*/ 2621596 h 4550534"/>
              <a:gd name="connsiteX451" fmla="*/ 3098367 w 5876984"/>
              <a:gd name="connsiteY451" fmla="*/ 2603886 h 4550534"/>
              <a:gd name="connsiteX452" fmla="*/ 3090062 w 5876984"/>
              <a:gd name="connsiteY452" fmla="*/ 2603834 h 4550534"/>
              <a:gd name="connsiteX453" fmla="*/ 3026034 w 5876984"/>
              <a:gd name="connsiteY453" fmla="*/ 2600549 h 4550534"/>
              <a:gd name="connsiteX454" fmla="*/ 3026665 w 5876984"/>
              <a:gd name="connsiteY454" fmla="*/ 2613222 h 4550534"/>
              <a:gd name="connsiteX455" fmla="*/ 3026164 w 5876984"/>
              <a:gd name="connsiteY455" fmla="*/ 2615146 h 4550534"/>
              <a:gd name="connsiteX456" fmla="*/ 3031324 w 5876984"/>
              <a:gd name="connsiteY456" fmla="*/ 2620589 h 4550534"/>
              <a:gd name="connsiteX457" fmla="*/ 3032048 w 5876984"/>
              <a:gd name="connsiteY457" fmla="*/ 2619479 h 4550534"/>
              <a:gd name="connsiteX458" fmla="*/ 3036800 w 5876984"/>
              <a:gd name="connsiteY458" fmla="*/ 2612099 h 4550534"/>
              <a:gd name="connsiteX459" fmla="*/ 3041174 w 5876984"/>
              <a:gd name="connsiteY459" fmla="*/ 2612099 h 4550534"/>
              <a:gd name="connsiteX460" fmla="*/ 3026034 w 5876984"/>
              <a:gd name="connsiteY460" fmla="*/ 2600549 h 4550534"/>
              <a:gd name="connsiteX461" fmla="*/ 4206652 w 5876984"/>
              <a:gd name="connsiteY461" fmla="*/ 2596248 h 4550534"/>
              <a:gd name="connsiteX462" fmla="*/ 4187705 w 5876984"/>
              <a:gd name="connsiteY462" fmla="*/ 2612964 h 4550534"/>
              <a:gd name="connsiteX463" fmla="*/ 4187705 w 5876984"/>
              <a:gd name="connsiteY463" fmla="*/ 2598076 h 4550534"/>
              <a:gd name="connsiteX464" fmla="*/ 4206652 w 5876984"/>
              <a:gd name="connsiteY464" fmla="*/ 2596248 h 4550534"/>
              <a:gd name="connsiteX465" fmla="*/ 3414814 w 5876984"/>
              <a:gd name="connsiteY465" fmla="*/ 2594116 h 4550534"/>
              <a:gd name="connsiteX466" fmla="*/ 3414095 w 5876984"/>
              <a:gd name="connsiteY466" fmla="*/ 2599142 h 4550534"/>
              <a:gd name="connsiteX467" fmla="*/ 3402503 w 5876984"/>
              <a:gd name="connsiteY467" fmla="*/ 2612099 h 4550534"/>
              <a:gd name="connsiteX468" fmla="*/ 3434465 w 5876984"/>
              <a:gd name="connsiteY468" fmla="*/ 2607223 h 4550534"/>
              <a:gd name="connsiteX469" fmla="*/ 3422101 w 5876984"/>
              <a:gd name="connsiteY469" fmla="*/ 2597021 h 4550534"/>
              <a:gd name="connsiteX470" fmla="*/ 3421746 w 5876984"/>
              <a:gd name="connsiteY470" fmla="*/ 2594781 h 4550534"/>
              <a:gd name="connsiteX471" fmla="*/ 3312971 w 5876984"/>
              <a:gd name="connsiteY471" fmla="*/ 2586031 h 4550534"/>
              <a:gd name="connsiteX472" fmla="*/ 3313012 w 5876984"/>
              <a:gd name="connsiteY472" fmla="*/ 2586176 h 4550534"/>
              <a:gd name="connsiteX473" fmla="*/ 3314998 w 5876984"/>
              <a:gd name="connsiteY473" fmla="*/ 2586138 h 4550534"/>
              <a:gd name="connsiteX474" fmla="*/ 3294398 w 5876984"/>
              <a:gd name="connsiteY474" fmla="*/ 2583567 h 4550534"/>
              <a:gd name="connsiteX475" fmla="*/ 3294172 w 5876984"/>
              <a:gd name="connsiteY475" fmla="*/ 2584380 h 4550534"/>
              <a:gd name="connsiteX476" fmla="*/ 3297805 w 5876984"/>
              <a:gd name="connsiteY476" fmla="*/ 2584064 h 4550534"/>
              <a:gd name="connsiteX477" fmla="*/ 3270779 w 5876984"/>
              <a:gd name="connsiteY477" fmla="*/ 2580124 h 4550534"/>
              <a:gd name="connsiteX478" fmla="*/ 3270621 w 5876984"/>
              <a:gd name="connsiteY478" fmla="*/ 2581300 h 4550534"/>
              <a:gd name="connsiteX479" fmla="*/ 3283406 w 5876984"/>
              <a:gd name="connsiteY479" fmla="*/ 2584380 h 4550534"/>
              <a:gd name="connsiteX480" fmla="*/ 3284162 w 5876984"/>
              <a:gd name="connsiteY480" fmla="*/ 2582075 h 4550534"/>
              <a:gd name="connsiteX481" fmla="*/ 4159384 w 5876984"/>
              <a:gd name="connsiteY481" fmla="*/ 2578927 h 4550534"/>
              <a:gd name="connsiteX482" fmla="*/ 4196269 w 5876984"/>
              <a:gd name="connsiteY482" fmla="*/ 2581877 h 4550534"/>
              <a:gd name="connsiteX483" fmla="*/ 4105940 w 5876984"/>
              <a:gd name="connsiteY483" fmla="*/ 2626195 h 4550534"/>
              <a:gd name="connsiteX484" fmla="*/ 4097307 w 5876984"/>
              <a:gd name="connsiteY484" fmla="*/ 2626275 h 4550534"/>
              <a:gd name="connsiteX485" fmla="*/ 4095758 w 5876984"/>
              <a:gd name="connsiteY485" fmla="*/ 2626554 h 4550534"/>
              <a:gd name="connsiteX486" fmla="*/ 4046780 w 5876984"/>
              <a:gd name="connsiteY486" fmla="*/ 2631081 h 4550534"/>
              <a:gd name="connsiteX487" fmla="*/ 4046780 w 5876984"/>
              <a:gd name="connsiteY487" fmla="*/ 2626639 h 4550534"/>
              <a:gd name="connsiteX488" fmla="*/ 4012114 w 5876984"/>
              <a:gd name="connsiteY488" fmla="*/ 2624978 h 4550534"/>
              <a:gd name="connsiteX489" fmla="*/ 4012158 w 5876984"/>
              <a:gd name="connsiteY489" fmla="*/ 2625150 h 4550534"/>
              <a:gd name="connsiteX490" fmla="*/ 4010561 w 5876984"/>
              <a:gd name="connsiteY490" fmla="*/ 2634003 h 4550534"/>
              <a:gd name="connsiteX491" fmla="*/ 3996150 w 5876984"/>
              <a:gd name="connsiteY491" fmla="*/ 2635594 h 4550534"/>
              <a:gd name="connsiteX492" fmla="*/ 3991893 w 5876984"/>
              <a:gd name="connsiteY492" fmla="*/ 2627106 h 4550534"/>
              <a:gd name="connsiteX493" fmla="*/ 3993272 w 5876984"/>
              <a:gd name="connsiteY493" fmla="*/ 2625946 h 4550534"/>
              <a:gd name="connsiteX494" fmla="*/ 3966496 w 5876984"/>
              <a:gd name="connsiteY494" fmla="*/ 2640495 h 4550534"/>
              <a:gd name="connsiteX495" fmla="*/ 3849758 w 5876984"/>
              <a:gd name="connsiteY495" fmla="*/ 2643852 h 4550534"/>
              <a:gd name="connsiteX496" fmla="*/ 3745469 w 5876984"/>
              <a:gd name="connsiteY496" fmla="*/ 2656764 h 4550534"/>
              <a:gd name="connsiteX497" fmla="*/ 3554383 w 5876984"/>
              <a:gd name="connsiteY497" fmla="*/ 2634039 h 4550534"/>
              <a:gd name="connsiteX498" fmla="*/ 3486091 w 5876984"/>
              <a:gd name="connsiteY498" fmla="*/ 2640495 h 4550534"/>
              <a:gd name="connsiteX499" fmla="*/ 3479699 w 5876984"/>
              <a:gd name="connsiteY499" fmla="*/ 2632232 h 4550534"/>
              <a:gd name="connsiteX500" fmla="*/ 3490464 w 5876984"/>
              <a:gd name="connsiteY500" fmla="*/ 2606150 h 4550534"/>
              <a:gd name="connsiteX501" fmla="*/ 3524442 w 5876984"/>
              <a:gd name="connsiteY501" fmla="*/ 2617513 h 4550534"/>
              <a:gd name="connsiteX502" fmla="*/ 3638030 w 5876984"/>
              <a:gd name="connsiteY502" fmla="*/ 2620600 h 4550534"/>
              <a:gd name="connsiteX503" fmla="*/ 3651464 w 5876984"/>
              <a:gd name="connsiteY503" fmla="*/ 2620697 h 4550534"/>
              <a:gd name="connsiteX504" fmla="*/ 3651434 w 5876984"/>
              <a:gd name="connsiteY504" fmla="*/ 2619944 h 4550534"/>
              <a:gd name="connsiteX505" fmla="*/ 3685969 w 5876984"/>
              <a:gd name="connsiteY505" fmla="*/ 2616620 h 4550534"/>
              <a:gd name="connsiteX506" fmla="*/ 3684912 w 5876984"/>
              <a:gd name="connsiteY506" fmla="*/ 2618748 h 4550534"/>
              <a:gd name="connsiteX507" fmla="*/ 3708589 w 5876984"/>
              <a:gd name="connsiteY507" fmla="*/ 2613413 h 4550534"/>
              <a:gd name="connsiteX508" fmla="*/ 3743450 w 5876984"/>
              <a:gd name="connsiteY508" fmla="*/ 2604601 h 4550534"/>
              <a:gd name="connsiteX509" fmla="*/ 3816159 w 5876984"/>
              <a:gd name="connsiteY509" fmla="*/ 2596757 h 4550534"/>
              <a:gd name="connsiteX510" fmla="*/ 3828068 w 5876984"/>
              <a:gd name="connsiteY510" fmla="*/ 2596211 h 4550534"/>
              <a:gd name="connsiteX511" fmla="*/ 3828339 w 5876984"/>
              <a:gd name="connsiteY511" fmla="*/ 2596156 h 4550534"/>
              <a:gd name="connsiteX512" fmla="*/ 3894209 w 5876984"/>
              <a:gd name="connsiteY512" fmla="*/ 2589458 h 4550534"/>
              <a:gd name="connsiteX513" fmla="*/ 3895392 w 5876984"/>
              <a:gd name="connsiteY513" fmla="*/ 2593187 h 4550534"/>
              <a:gd name="connsiteX514" fmla="*/ 4036807 w 5876984"/>
              <a:gd name="connsiteY514" fmla="*/ 2588332 h 4550534"/>
              <a:gd name="connsiteX515" fmla="*/ 4159384 w 5876984"/>
              <a:gd name="connsiteY515" fmla="*/ 2578927 h 4550534"/>
              <a:gd name="connsiteX516" fmla="*/ 3250194 w 5876984"/>
              <a:gd name="connsiteY516" fmla="*/ 2575084 h 4550534"/>
              <a:gd name="connsiteX517" fmla="*/ 3249426 w 5876984"/>
              <a:gd name="connsiteY517" fmla="*/ 2576424 h 4550534"/>
              <a:gd name="connsiteX518" fmla="*/ 3251444 w 5876984"/>
              <a:gd name="connsiteY518" fmla="*/ 2584380 h 4550534"/>
              <a:gd name="connsiteX519" fmla="*/ 3262783 w 5876984"/>
              <a:gd name="connsiteY519" fmla="*/ 2578286 h 4550534"/>
              <a:gd name="connsiteX520" fmla="*/ 4341646 w 5876984"/>
              <a:gd name="connsiteY520" fmla="*/ 2572864 h 4550534"/>
              <a:gd name="connsiteX521" fmla="*/ 4229240 w 5876984"/>
              <a:gd name="connsiteY521" fmla="*/ 2595607 h 4550534"/>
              <a:gd name="connsiteX522" fmla="*/ 4341646 w 5876984"/>
              <a:gd name="connsiteY522" fmla="*/ 2572864 h 4550534"/>
              <a:gd name="connsiteX523" fmla="*/ 3181865 w 5876984"/>
              <a:gd name="connsiteY523" fmla="*/ 2568569 h 4550534"/>
              <a:gd name="connsiteX524" fmla="*/ 3172214 w 5876984"/>
              <a:gd name="connsiteY524" fmla="*/ 2573190 h 4550534"/>
              <a:gd name="connsiteX525" fmla="*/ 3171857 w 5876984"/>
              <a:gd name="connsiteY525" fmla="*/ 2576708 h 4550534"/>
              <a:gd name="connsiteX526" fmla="*/ 3175074 w 5876984"/>
              <a:gd name="connsiteY526" fmla="*/ 2587716 h 4550534"/>
              <a:gd name="connsiteX527" fmla="*/ 3202662 w 5876984"/>
              <a:gd name="connsiteY527" fmla="*/ 2587716 h 4550534"/>
              <a:gd name="connsiteX528" fmla="*/ 3211073 w 5876984"/>
              <a:gd name="connsiteY528" fmla="*/ 2571547 h 4550534"/>
              <a:gd name="connsiteX529" fmla="*/ 3181466 w 5876984"/>
              <a:gd name="connsiteY529" fmla="*/ 2584380 h 4550534"/>
              <a:gd name="connsiteX530" fmla="*/ 3189698 w 5876984"/>
              <a:gd name="connsiteY530" fmla="*/ 2574382 h 4550534"/>
              <a:gd name="connsiteX531" fmla="*/ 3189859 w 5876984"/>
              <a:gd name="connsiteY531" fmla="*/ 2568822 h 4550534"/>
              <a:gd name="connsiteX532" fmla="*/ 3406541 w 5876984"/>
              <a:gd name="connsiteY532" fmla="*/ 2563334 h 4550534"/>
              <a:gd name="connsiteX533" fmla="*/ 3396110 w 5876984"/>
              <a:gd name="connsiteY533" fmla="*/ 2581300 h 4550534"/>
              <a:gd name="connsiteX534" fmla="*/ 3389719 w 5876984"/>
              <a:gd name="connsiteY534" fmla="*/ 2573086 h 4550534"/>
              <a:gd name="connsiteX535" fmla="*/ 3387700 w 5876984"/>
              <a:gd name="connsiteY535" fmla="*/ 2584380 h 4550534"/>
              <a:gd name="connsiteX536" fmla="*/ 3405406 w 5876984"/>
              <a:gd name="connsiteY536" fmla="*/ 2585856 h 4550534"/>
              <a:gd name="connsiteX537" fmla="*/ 3410236 w 5876984"/>
              <a:gd name="connsiteY537" fmla="*/ 2588271 h 4550534"/>
              <a:gd name="connsiteX538" fmla="*/ 3420730 w 5876984"/>
              <a:gd name="connsiteY538" fmla="*/ 2588364 h 4550534"/>
              <a:gd name="connsiteX539" fmla="*/ 3419325 w 5876984"/>
              <a:gd name="connsiteY539" fmla="*/ 2579503 h 4550534"/>
              <a:gd name="connsiteX540" fmla="*/ 3434465 w 5876984"/>
              <a:gd name="connsiteY540" fmla="*/ 2587716 h 4550534"/>
              <a:gd name="connsiteX541" fmla="*/ 3406541 w 5876984"/>
              <a:gd name="connsiteY541" fmla="*/ 2563334 h 4550534"/>
              <a:gd name="connsiteX542" fmla="*/ 3277014 w 5876984"/>
              <a:gd name="connsiteY542" fmla="*/ 2561794 h 4550534"/>
              <a:gd name="connsiteX543" fmla="*/ 3274658 w 5876984"/>
              <a:gd name="connsiteY543" fmla="*/ 2565654 h 4550534"/>
              <a:gd name="connsiteX544" fmla="*/ 3289186 w 5876984"/>
              <a:gd name="connsiteY544" fmla="*/ 2567322 h 4550534"/>
              <a:gd name="connsiteX545" fmla="*/ 3287358 w 5876984"/>
              <a:gd name="connsiteY545" fmla="*/ 2565195 h 4550534"/>
              <a:gd name="connsiteX546" fmla="*/ 3277014 w 5876984"/>
              <a:gd name="connsiteY546" fmla="*/ 2561794 h 4550534"/>
              <a:gd name="connsiteX547" fmla="*/ 3306956 w 5876984"/>
              <a:gd name="connsiteY547" fmla="*/ 2555120 h 4550534"/>
              <a:gd name="connsiteX548" fmla="*/ 3302330 w 5876984"/>
              <a:gd name="connsiteY548" fmla="*/ 2563109 h 4550534"/>
              <a:gd name="connsiteX549" fmla="*/ 3297547 w 5876984"/>
              <a:gd name="connsiteY549" fmla="*/ 2568283 h 4550534"/>
              <a:gd name="connsiteX550" fmla="*/ 3314533 w 5876984"/>
              <a:gd name="connsiteY550" fmla="*/ 2570234 h 4550534"/>
              <a:gd name="connsiteX551" fmla="*/ 3315366 w 5876984"/>
              <a:gd name="connsiteY551" fmla="*/ 2569750 h 4550534"/>
              <a:gd name="connsiteX552" fmla="*/ 3315170 w 5876984"/>
              <a:gd name="connsiteY552" fmla="*/ 2570307 h 4550534"/>
              <a:gd name="connsiteX553" fmla="*/ 3322296 w 5876984"/>
              <a:gd name="connsiteY553" fmla="*/ 2571125 h 4550534"/>
              <a:gd name="connsiteX554" fmla="*/ 3322558 w 5876984"/>
              <a:gd name="connsiteY554" fmla="*/ 2567793 h 4550534"/>
              <a:gd name="connsiteX555" fmla="*/ 3328152 w 5876984"/>
              <a:gd name="connsiteY555" fmla="*/ 2555120 h 4550534"/>
              <a:gd name="connsiteX556" fmla="*/ 3308975 w 5876984"/>
              <a:gd name="connsiteY556" fmla="*/ 2566670 h 4550534"/>
              <a:gd name="connsiteX557" fmla="*/ 3306956 w 5876984"/>
              <a:gd name="connsiteY557" fmla="*/ 2555120 h 4550534"/>
              <a:gd name="connsiteX558" fmla="*/ 3353384 w 5876984"/>
              <a:gd name="connsiteY558" fmla="*/ 2552040 h 4550534"/>
              <a:gd name="connsiteX559" fmla="*/ 3349346 w 5876984"/>
              <a:gd name="connsiteY559" fmla="*/ 2574626 h 4550534"/>
              <a:gd name="connsiteX560" fmla="*/ 3336310 w 5876984"/>
              <a:gd name="connsiteY560" fmla="*/ 2569558 h 4550534"/>
              <a:gd name="connsiteX561" fmla="*/ 3331722 w 5876984"/>
              <a:gd name="connsiteY561" fmla="*/ 2572208 h 4550534"/>
              <a:gd name="connsiteX562" fmla="*/ 3333556 w 5876984"/>
              <a:gd name="connsiteY562" fmla="*/ 2572419 h 4550534"/>
              <a:gd name="connsiteX563" fmla="*/ 3363512 w 5876984"/>
              <a:gd name="connsiteY563" fmla="*/ 2578803 h 4550534"/>
              <a:gd name="connsiteX564" fmla="*/ 3363959 w 5876984"/>
              <a:gd name="connsiteY564" fmla="*/ 2578972 h 4550534"/>
              <a:gd name="connsiteX565" fmla="*/ 3364849 w 5876984"/>
              <a:gd name="connsiteY565" fmla="*/ 2577089 h 4550534"/>
              <a:gd name="connsiteX566" fmla="*/ 3366505 w 5876984"/>
              <a:gd name="connsiteY566" fmla="*/ 2568210 h 4550534"/>
              <a:gd name="connsiteX567" fmla="*/ 3371720 w 5876984"/>
              <a:gd name="connsiteY567" fmla="*/ 2576295 h 4550534"/>
              <a:gd name="connsiteX568" fmla="*/ 3370846 w 5876984"/>
              <a:gd name="connsiteY568" fmla="*/ 2581575 h 4550534"/>
              <a:gd name="connsiteX569" fmla="*/ 3376933 w 5876984"/>
              <a:gd name="connsiteY569" fmla="*/ 2583875 h 4550534"/>
              <a:gd name="connsiteX570" fmla="*/ 3376892 w 5876984"/>
              <a:gd name="connsiteY570" fmla="*/ 2570680 h 4550534"/>
              <a:gd name="connsiteX571" fmla="*/ 3370542 w 5876984"/>
              <a:gd name="connsiteY571" fmla="*/ 2561794 h 4550534"/>
              <a:gd name="connsiteX572" fmla="*/ 3353384 w 5876984"/>
              <a:gd name="connsiteY572" fmla="*/ 2552040 h 4550534"/>
              <a:gd name="connsiteX573" fmla="*/ 3942480 w 5876984"/>
              <a:gd name="connsiteY573" fmla="*/ 2543827 h 4550534"/>
              <a:gd name="connsiteX574" fmla="*/ 3914892 w 5876984"/>
              <a:gd name="connsiteY574" fmla="*/ 2552040 h 4550534"/>
              <a:gd name="connsiteX575" fmla="*/ 3942480 w 5876984"/>
              <a:gd name="connsiteY575" fmla="*/ 2543827 h 4550534"/>
              <a:gd name="connsiteX576" fmla="*/ 4430509 w 5876984"/>
              <a:gd name="connsiteY576" fmla="*/ 2542239 h 4550534"/>
              <a:gd name="connsiteX577" fmla="*/ 4415776 w 5876984"/>
              <a:gd name="connsiteY577" fmla="*/ 2543815 h 4550534"/>
              <a:gd name="connsiteX578" fmla="*/ 4387008 w 5876984"/>
              <a:gd name="connsiteY578" fmla="*/ 2554847 h 4550534"/>
              <a:gd name="connsiteX579" fmla="*/ 4373567 w 5876984"/>
              <a:gd name="connsiteY579" fmla="*/ 2557416 h 4550534"/>
              <a:gd name="connsiteX580" fmla="*/ 4380596 w 5876984"/>
              <a:gd name="connsiteY580" fmla="*/ 2557116 h 4550534"/>
              <a:gd name="connsiteX581" fmla="*/ 4419252 w 5876984"/>
              <a:gd name="connsiteY581" fmla="*/ 2544791 h 4550534"/>
              <a:gd name="connsiteX582" fmla="*/ 3972086 w 5876984"/>
              <a:gd name="connsiteY582" fmla="*/ 2537411 h 4550534"/>
              <a:gd name="connsiteX583" fmla="*/ 3959300 w 5876984"/>
              <a:gd name="connsiteY583" fmla="*/ 2553580 h 4550534"/>
              <a:gd name="connsiteX584" fmla="*/ 3972086 w 5876984"/>
              <a:gd name="connsiteY584" fmla="*/ 2537411 h 4550534"/>
              <a:gd name="connsiteX585" fmla="*/ 4051543 w 5876984"/>
              <a:gd name="connsiteY585" fmla="*/ 2521660 h 4550534"/>
              <a:gd name="connsiteX586" fmla="*/ 4048792 w 5876984"/>
              <a:gd name="connsiteY586" fmla="*/ 2522781 h 4550534"/>
              <a:gd name="connsiteX587" fmla="*/ 4050983 w 5876984"/>
              <a:gd name="connsiteY587" fmla="*/ 2527082 h 4550534"/>
              <a:gd name="connsiteX588" fmla="*/ 4051331 w 5876984"/>
              <a:gd name="connsiteY588" fmla="*/ 2522356 h 4550534"/>
              <a:gd name="connsiteX589" fmla="*/ 3651786 w 5876984"/>
              <a:gd name="connsiteY589" fmla="*/ 2516023 h 4550534"/>
              <a:gd name="connsiteX590" fmla="*/ 3647091 w 5876984"/>
              <a:gd name="connsiteY590" fmla="*/ 2517905 h 4550534"/>
              <a:gd name="connsiteX591" fmla="*/ 3647091 w 5876984"/>
              <a:gd name="connsiteY591" fmla="*/ 2532534 h 4550534"/>
              <a:gd name="connsiteX592" fmla="*/ 3665931 w 5876984"/>
              <a:gd name="connsiteY592" fmla="*/ 2529197 h 4550534"/>
              <a:gd name="connsiteX593" fmla="*/ 3659665 w 5876984"/>
              <a:gd name="connsiteY593" fmla="*/ 2517488 h 4550534"/>
              <a:gd name="connsiteX594" fmla="*/ 3651786 w 5876984"/>
              <a:gd name="connsiteY594" fmla="*/ 2516023 h 4550534"/>
              <a:gd name="connsiteX595" fmla="*/ 4149156 w 5876984"/>
              <a:gd name="connsiteY595" fmla="*/ 2503524 h 4550534"/>
              <a:gd name="connsiteX596" fmla="*/ 4146483 w 5876984"/>
              <a:gd name="connsiteY596" fmla="*/ 2506983 h 4550534"/>
              <a:gd name="connsiteX597" fmla="*/ 4146528 w 5876984"/>
              <a:gd name="connsiteY597" fmla="*/ 2507327 h 4550534"/>
              <a:gd name="connsiteX598" fmla="*/ 4152498 w 5876984"/>
              <a:gd name="connsiteY598" fmla="*/ 2506607 h 4550534"/>
              <a:gd name="connsiteX599" fmla="*/ 4155070 w 5876984"/>
              <a:gd name="connsiteY599" fmla="*/ 2507045 h 4550534"/>
              <a:gd name="connsiteX600" fmla="*/ 3697892 w 5876984"/>
              <a:gd name="connsiteY600" fmla="*/ 2499938 h 4550534"/>
              <a:gd name="connsiteX601" fmla="*/ 3674678 w 5876984"/>
              <a:gd name="connsiteY601" fmla="*/ 2508151 h 4550534"/>
              <a:gd name="connsiteX602" fmla="*/ 3700248 w 5876984"/>
              <a:gd name="connsiteY602" fmla="*/ 2527657 h 4550534"/>
              <a:gd name="connsiteX603" fmla="*/ 3697892 w 5876984"/>
              <a:gd name="connsiteY603" fmla="*/ 2499938 h 4550534"/>
              <a:gd name="connsiteX604" fmla="*/ 3600326 w 5876984"/>
              <a:gd name="connsiteY604" fmla="*/ 2496858 h 4550534"/>
              <a:gd name="connsiteX605" fmla="*/ 3600326 w 5876984"/>
              <a:gd name="connsiteY605" fmla="*/ 2519444 h 4550534"/>
              <a:gd name="connsiteX606" fmla="*/ 3600326 w 5876984"/>
              <a:gd name="connsiteY606" fmla="*/ 2496858 h 4550534"/>
              <a:gd name="connsiteX607" fmla="*/ 3544815 w 5876984"/>
              <a:gd name="connsiteY607" fmla="*/ 2496858 h 4550534"/>
              <a:gd name="connsiteX608" fmla="*/ 3527993 w 5876984"/>
              <a:gd name="connsiteY608" fmla="*/ 2517905 h 4550534"/>
              <a:gd name="connsiteX609" fmla="*/ 3517227 w 5876984"/>
              <a:gd name="connsiteY609" fmla="*/ 2506611 h 4550534"/>
              <a:gd name="connsiteX610" fmla="*/ 3538422 w 5876984"/>
              <a:gd name="connsiteY610" fmla="*/ 2522781 h 4550534"/>
              <a:gd name="connsiteX611" fmla="*/ 3544815 w 5876984"/>
              <a:gd name="connsiteY611" fmla="*/ 2496858 h 4550534"/>
              <a:gd name="connsiteX612" fmla="*/ 3778636 w 5876984"/>
              <a:gd name="connsiteY612" fmla="*/ 2495318 h 4550534"/>
              <a:gd name="connsiteX613" fmla="*/ 3780991 w 5876984"/>
              <a:gd name="connsiteY613" fmla="*/ 2514567 h 4550534"/>
              <a:gd name="connsiteX614" fmla="*/ 3793776 w 5876984"/>
              <a:gd name="connsiteY614" fmla="*/ 2503275 h 4550534"/>
              <a:gd name="connsiteX615" fmla="*/ 3819008 w 5876984"/>
              <a:gd name="connsiteY615" fmla="*/ 2517905 h 4550534"/>
              <a:gd name="connsiteX616" fmla="*/ 3778636 w 5876984"/>
              <a:gd name="connsiteY616" fmla="*/ 2495318 h 4550534"/>
              <a:gd name="connsiteX617" fmla="*/ 3838185 w 5876984"/>
              <a:gd name="connsiteY617" fmla="*/ 2491981 h 4550534"/>
              <a:gd name="connsiteX618" fmla="*/ 3844578 w 5876984"/>
              <a:gd name="connsiteY618" fmla="*/ 2514567 h 4550534"/>
              <a:gd name="connsiteX619" fmla="*/ 3853325 w 5876984"/>
              <a:gd name="connsiteY619" fmla="*/ 2522781 h 4550534"/>
              <a:gd name="connsiteX620" fmla="*/ 3859716 w 5876984"/>
              <a:gd name="connsiteY620" fmla="*/ 2499938 h 4550534"/>
              <a:gd name="connsiteX621" fmla="*/ 3876538 w 5876984"/>
              <a:gd name="connsiteY621" fmla="*/ 2491981 h 4550534"/>
              <a:gd name="connsiteX622" fmla="*/ 3838185 w 5876984"/>
              <a:gd name="connsiteY622" fmla="*/ 2491981 h 4550534"/>
              <a:gd name="connsiteX623" fmla="*/ 3640698 w 5876984"/>
              <a:gd name="connsiteY623" fmla="*/ 2490442 h 4550534"/>
              <a:gd name="connsiteX624" fmla="*/ 3623540 w 5876984"/>
              <a:gd name="connsiteY624" fmla="*/ 2509691 h 4550534"/>
              <a:gd name="connsiteX625" fmla="*/ 3640698 w 5876984"/>
              <a:gd name="connsiteY625" fmla="*/ 2490442 h 4550534"/>
              <a:gd name="connsiteX626" fmla="*/ 3750974 w 5876984"/>
              <a:gd name="connsiteY626" fmla="*/ 2490313 h 4550534"/>
              <a:gd name="connsiteX627" fmla="*/ 3761627 w 5876984"/>
              <a:gd name="connsiteY627" fmla="*/ 2492371 h 4550534"/>
              <a:gd name="connsiteX628" fmla="*/ 3729719 w 5876984"/>
              <a:gd name="connsiteY628" fmla="*/ 2509980 h 4550534"/>
              <a:gd name="connsiteX629" fmla="*/ 3750974 w 5876984"/>
              <a:gd name="connsiteY629" fmla="*/ 2490313 h 4550534"/>
              <a:gd name="connsiteX630" fmla="*/ 4110360 w 5876984"/>
              <a:gd name="connsiteY630" fmla="*/ 2488645 h 4550534"/>
              <a:gd name="connsiteX631" fmla="*/ 4114734 w 5876984"/>
              <a:gd name="connsiteY631" fmla="*/ 2506611 h 4550534"/>
              <a:gd name="connsiteX632" fmla="*/ 4110360 w 5876984"/>
              <a:gd name="connsiteY632" fmla="*/ 2488645 h 4550534"/>
              <a:gd name="connsiteX633" fmla="*/ 4061577 w 5876984"/>
              <a:gd name="connsiteY633" fmla="*/ 2488645 h 4550534"/>
              <a:gd name="connsiteX634" fmla="*/ 4044418 w 5876984"/>
              <a:gd name="connsiteY634" fmla="*/ 2513028 h 4550534"/>
              <a:gd name="connsiteX635" fmla="*/ 4054652 w 5876984"/>
              <a:gd name="connsiteY635" fmla="*/ 2511438 h 4550534"/>
              <a:gd name="connsiteX636" fmla="*/ 4056669 w 5876984"/>
              <a:gd name="connsiteY636" fmla="*/ 2504811 h 4550534"/>
              <a:gd name="connsiteX637" fmla="*/ 4061844 w 5876984"/>
              <a:gd name="connsiteY637" fmla="*/ 2503588 h 4550534"/>
              <a:gd name="connsiteX638" fmla="*/ 4060232 w 5876984"/>
              <a:gd name="connsiteY638" fmla="*/ 2503507 h 4550534"/>
              <a:gd name="connsiteX639" fmla="*/ 4057204 w 5876984"/>
              <a:gd name="connsiteY639" fmla="*/ 2499938 h 4550534"/>
              <a:gd name="connsiteX640" fmla="*/ 4061577 w 5876984"/>
              <a:gd name="connsiteY640" fmla="*/ 2488645 h 4550534"/>
              <a:gd name="connsiteX641" fmla="*/ 4090599 w 5876984"/>
              <a:gd name="connsiteY641" fmla="*/ 2486059 h 4550534"/>
              <a:gd name="connsiteX642" fmla="*/ 4084990 w 5876984"/>
              <a:gd name="connsiteY642" fmla="*/ 2487202 h 4550534"/>
              <a:gd name="connsiteX643" fmla="*/ 4082004 w 5876984"/>
              <a:gd name="connsiteY643" fmla="*/ 2487064 h 4550534"/>
              <a:gd name="connsiteX644" fmla="*/ 4082004 w 5876984"/>
              <a:gd name="connsiteY644" fmla="*/ 2487069 h 4550534"/>
              <a:gd name="connsiteX645" fmla="*/ 4078398 w 5876984"/>
              <a:gd name="connsiteY645" fmla="*/ 2491981 h 4550534"/>
              <a:gd name="connsiteX646" fmla="*/ 4249998 w 5876984"/>
              <a:gd name="connsiteY646" fmla="*/ 2484204 h 4550534"/>
              <a:gd name="connsiteX647" fmla="*/ 4281785 w 5876984"/>
              <a:gd name="connsiteY647" fmla="*/ 2484204 h 4550534"/>
              <a:gd name="connsiteX648" fmla="*/ 4239625 w 5876984"/>
              <a:gd name="connsiteY648" fmla="*/ 2508843 h 4550534"/>
              <a:gd name="connsiteX649" fmla="*/ 4249998 w 5876984"/>
              <a:gd name="connsiteY649" fmla="*/ 2484204 h 4550534"/>
              <a:gd name="connsiteX650" fmla="*/ 3657520 w 5876984"/>
              <a:gd name="connsiteY650" fmla="*/ 2483768 h 4550534"/>
              <a:gd name="connsiteX651" fmla="*/ 3653146 w 5876984"/>
              <a:gd name="connsiteY651" fmla="*/ 2506611 h 4550534"/>
              <a:gd name="connsiteX652" fmla="*/ 3672323 w 5876984"/>
              <a:gd name="connsiteY652" fmla="*/ 2496858 h 4550534"/>
              <a:gd name="connsiteX653" fmla="*/ 3659539 w 5876984"/>
              <a:gd name="connsiteY653" fmla="*/ 2491981 h 4550534"/>
              <a:gd name="connsiteX654" fmla="*/ 3657520 w 5876984"/>
              <a:gd name="connsiteY654" fmla="*/ 2483768 h 4550534"/>
              <a:gd name="connsiteX655" fmla="*/ 4687279 w 5876984"/>
              <a:gd name="connsiteY655" fmla="*/ 2479281 h 4550534"/>
              <a:gd name="connsiteX656" fmla="*/ 4654984 w 5876984"/>
              <a:gd name="connsiteY656" fmla="*/ 2492024 h 4550534"/>
              <a:gd name="connsiteX657" fmla="*/ 4687279 w 5876984"/>
              <a:gd name="connsiteY657" fmla="*/ 2479281 h 4550534"/>
              <a:gd name="connsiteX658" fmla="*/ 3976459 w 5876984"/>
              <a:gd name="connsiteY658" fmla="*/ 2478892 h 4550534"/>
              <a:gd name="connsiteX659" fmla="*/ 3974440 w 5876984"/>
              <a:gd name="connsiteY659" fmla="*/ 2493521 h 4550534"/>
              <a:gd name="connsiteX660" fmla="*/ 3984870 w 5876984"/>
              <a:gd name="connsiteY660" fmla="*/ 2485565 h 4550534"/>
              <a:gd name="connsiteX661" fmla="*/ 3997654 w 5876984"/>
              <a:gd name="connsiteY661" fmla="*/ 2488645 h 4550534"/>
              <a:gd name="connsiteX662" fmla="*/ 3976459 w 5876984"/>
              <a:gd name="connsiteY662" fmla="*/ 2478892 h 4550534"/>
              <a:gd name="connsiteX663" fmla="*/ 3912873 w 5876984"/>
              <a:gd name="connsiteY663" fmla="*/ 2477352 h 4550534"/>
              <a:gd name="connsiteX664" fmla="*/ 3887304 w 5876984"/>
              <a:gd name="connsiteY664" fmla="*/ 2483768 h 4550534"/>
              <a:gd name="connsiteX665" fmla="*/ 3878558 w 5876984"/>
              <a:gd name="connsiteY665" fmla="*/ 2514567 h 4550534"/>
              <a:gd name="connsiteX666" fmla="*/ 3897734 w 5876984"/>
              <a:gd name="connsiteY666" fmla="*/ 2495318 h 4550534"/>
              <a:gd name="connsiteX667" fmla="*/ 3895716 w 5876984"/>
              <a:gd name="connsiteY667" fmla="*/ 2509691 h 4550534"/>
              <a:gd name="connsiteX668" fmla="*/ 3912873 w 5876984"/>
              <a:gd name="connsiteY668" fmla="*/ 2477352 h 4550534"/>
              <a:gd name="connsiteX669" fmla="*/ 3693408 w 5876984"/>
              <a:gd name="connsiteY669" fmla="*/ 2476041 h 4550534"/>
              <a:gd name="connsiteX670" fmla="*/ 3689481 w 5876984"/>
              <a:gd name="connsiteY670" fmla="*/ 2477352 h 4550534"/>
              <a:gd name="connsiteX671" fmla="*/ 3685108 w 5876984"/>
              <a:gd name="connsiteY671" fmla="*/ 2499938 h 4550534"/>
              <a:gd name="connsiteX672" fmla="*/ 3710676 w 5876984"/>
              <a:gd name="connsiteY672" fmla="*/ 2478892 h 4550534"/>
              <a:gd name="connsiteX673" fmla="*/ 3693408 w 5876984"/>
              <a:gd name="connsiteY673" fmla="*/ 2476041 h 4550534"/>
              <a:gd name="connsiteX674" fmla="*/ 4024844 w 5876984"/>
              <a:gd name="connsiteY674" fmla="*/ 2473462 h 4550534"/>
              <a:gd name="connsiteX675" fmla="*/ 4025058 w 5876984"/>
              <a:gd name="connsiteY675" fmla="*/ 2474645 h 4550534"/>
              <a:gd name="connsiteX676" fmla="*/ 4010438 w 5876984"/>
              <a:gd name="connsiteY676" fmla="*/ 2477352 h 4550534"/>
              <a:gd name="connsiteX677" fmla="*/ 4040382 w 5876984"/>
              <a:gd name="connsiteY677" fmla="*/ 2493521 h 4550534"/>
              <a:gd name="connsiteX678" fmla="*/ 4040382 w 5876984"/>
              <a:gd name="connsiteY678" fmla="*/ 2482228 h 4550534"/>
              <a:gd name="connsiteX679" fmla="*/ 4052662 w 5876984"/>
              <a:gd name="connsiteY679" fmla="*/ 2487522 h 4550534"/>
              <a:gd name="connsiteX680" fmla="*/ 4056980 w 5876984"/>
              <a:gd name="connsiteY680" fmla="*/ 2485819 h 4550534"/>
              <a:gd name="connsiteX681" fmla="*/ 4040940 w 5876984"/>
              <a:gd name="connsiteY681" fmla="*/ 2481207 h 4550534"/>
              <a:gd name="connsiteX682" fmla="*/ 4025836 w 5876984"/>
              <a:gd name="connsiteY682" fmla="*/ 2473933 h 4550534"/>
              <a:gd name="connsiteX683" fmla="*/ 3761814 w 5876984"/>
              <a:gd name="connsiteY683" fmla="*/ 2472475 h 4550534"/>
              <a:gd name="connsiteX684" fmla="*/ 3710676 w 5876984"/>
              <a:gd name="connsiteY684" fmla="*/ 2496858 h 4550534"/>
              <a:gd name="connsiteX685" fmla="*/ 3723461 w 5876984"/>
              <a:gd name="connsiteY685" fmla="*/ 2521241 h 4550534"/>
              <a:gd name="connsiteX686" fmla="*/ 3757441 w 5876984"/>
              <a:gd name="connsiteY686" fmla="*/ 2503275 h 4550534"/>
              <a:gd name="connsiteX687" fmla="*/ 3753404 w 5876984"/>
              <a:gd name="connsiteY687" fmla="*/ 2517905 h 4550534"/>
              <a:gd name="connsiteX688" fmla="*/ 3780991 w 5876984"/>
              <a:gd name="connsiteY688" fmla="*/ 2488645 h 4550534"/>
              <a:gd name="connsiteX689" fmla="*/ 3761814 w 5876984"/>
              <a:gd name="connsiteY689" fmla="*/ 2472475 h 4550534"/>
              <a:gd name="connsiteX690" fmla="*/ 3959112 w 5876984"/>
              <a:gd name="connsiteY690" fmla="*/ 2468685 h 4550534"/>
              <a:gd name="connsiteX691" fmla="*/ 3938106 w 5876984"/>
              <a:gd name="connsiteY691" fmla="*/ 2472475 h 4550534"/>
              <a:gd name="connsiteX692" fmla="*/ 3936087 w 5876984"/>
              <a:gd name="connsiteY692" fmla="*/ 2487105 h 4550534"/>
              <a:gd name="connsiteX693" fmla="*/ 3925322 w 5876984"/>
              <a:gd name="connsiteY693" fmla="*/ 2480688 h 4550534"/>
              <a:gd name="connsiteX694" fmla="*/ 3919266 w 5876984"/>
              <a:gd name="connsiteY694" fmla="*/ 2495318 h 4550534"/>
              <a:gd name="connsiteX695" fmla="*/ 3961656 w 5876984"/>
              <a:gd name="connsiteY695" fmla="*/ 2490442 h 4550534"/>
              <a:gd name="connsiteX696" fmla="*/ 3963675 w 5876984"/>
              <a:gd name="connsiteY696" fmla="*/ 2470935 h 4550534"/>
              <a:gd name="connsiteX697" fmla="*/ 3959112 w 5876984"/>
              <a:gd name="connsiteY697" fmla="*/ 2468685 h 4550534"/>
              <a:gd name="connsiteX698" fmla="*/ 4329730 w 5876984"/>
              <a:gd name="connsiteY698" fmla="*/ 2466478 h 4550534"/>
              <a:gd name="connsiteX699" fmla="*/ 4336095 w 5876984"/>
              <a:gd name="connsiteY699" fmla="*/ 2482753 h 4550534"/>
              <a:gd name="connsiteX700" fmla="*/ 4346814 w 5876984"/>
              <a:gd name="connsiteY700" fmla="*/ 2481202 h 4550534"/>
              <a:gd name="connsiteX701" fmla="*/ 4348824 w 5876984"/>
              <a:gd name="connsiteY701" fmla="*/ 2469835 h 4550534"/>
              <a:gd name="connsiteX702" fmla="*/ 4353178 w 5876984"/>
              <a:gd name="connsiteY702" fmla="*/ 2495927 h 4550534"/>
              <a:gd name="connsiteX703" fmla="*/ 4308628 w 5876984"/>
              <a:gd name="connsiteY703" fmla="*/ 2507294 h 4550534"/>
              <a:gd name="connsiteX704" fmla="*/ 4291544 w 5876984"/>
              <a:gd name="connsiteY704" fmla="*/ 2482753 h 4550534"/>
              <a:gd name="connsiteX705" fmla="*/ 4321357 w 5876984"/>
              <a:gd name="connsiteY705" fmla="*/ 2477844 h 4550534"/>
              <a:gd name="connsiteX706" fmla="*/ 4312982 w 5876984"/>
              <a:gd name="connsiteY706" fmla="*/ 2476294 h 4550534"/>
              <a:gd name="connsiteX707" fmla="*/ 4329730 w 5876984"/>
              <a:gd name="connsiteY707" fmla="*/ 2466478 h 4550534"/>
              <a:gd name="connsiteX708" fmla="*/ 3982622 w 5876984"/>
              <a:gd name="connsiteY708" fmla="*/ 2464074 h 4550534"/>
              <a:gd name="connsiteX709" fmla="*/ 3965611 w 5876984"/>
              <a:gd name="connsiteY709" fmla="*/ 2465342 h 4550534"/>
              <a:gd name="connsiteX710" fmla="*/ 3963675 w 5876984"/>
              <a:gd name="connsiteY710" fmla="*/ 2467598 h 4550534"/>
              <a:gd name="connsiteX711" fmla="*/ 3984870 w 5876984"/>
              <a:gd name="connsiteY711" fmla="*/ 2474015 h 4550534"/>
              <a:gd name="connsiteX712" fmla="*/ 3983734 w 5876984"/>
              <a:gd name="connsiteY712" fmla="*/ 2466828 h 4550534"/>
              <a:gd name="connsiteX713" fmla="*/ 3995818 w 5876984"/>
              <a:gd name="connsiteY713" fmla="*/ 2463090 h 4550534"/>
              <a:gd name="connsiteX714" fmla="*/ 3989479 w 5876984"/>
              <a:gd name="connsiteY714" fmla="*/ 2463562 h 4550534"/>
              <a:gd name="connsiteX715" fmla="*/ 3989464 w 5876984"/>
              <a:gd name="connsiteY715" fmla="*/ 2464486 h 4550534"/>
              <a:gd name="connsiteX716" fmla="*/ 3997654 w 5876984"/>
              <a:gd name="connsiteY716" fmla="*/ 2474015 h 4550534"/>
              <a:gd name="connsiteX717" fmla="*/ 3998522 w 5876984"/>
              <a:gd name="connsiteY717" fmla="*/ 2463771 h 4550534"/>
              <a:gd name="connsiteX718" fmla="*/ 4261026 w 5876984"/>
              <a:gd name="connsiteY718" fmla="*/ 2460858 h 4550534"/>
              <a:gd name="connsiteX719" fmla="*/ 4263026 w 5876984"/>
              <a:gd name="connsiteY719" fmla="*/ 2470687 h 4550534"/>
              <a:gd name="connsiteX720" fmla="*/ 4244026 w 5876984"/>
              <a:gd name="connsiteY720" fmla="*/ 2477155 h 4550534"/>
              <a:gd name="connsiteX721" fmla="*/ 4235691 w 5876984"/>
              <a:gd name="connsiteY721" fmla="*/ 2475603 h 4550534"/>
              <a:gd name="connsiteX722" fmla="*/ 4240025 w 5876984"/>
              <a:gd name="connsiteY722" fmla="*/ 2462410 h 4550534"/>
              <a:gd name="connsiteX723" fmla="*/ 4244026 w 5876984"/>
              <a:gd name="connsiteY723" fmla="*/ 2470687 h 4550534"/>
              <a:gd name="connsiteX724" fmla="*/ 4261026 w 5876984"/>
              <a:gd name="connsiteY724" fmla="*/ 2460858 h 4550534"/>
              <a:gd name="connsiteX725" fmla="*/ 3934691 w 5876984"/>
              <a:gd name="connsiteY725" fmla="*/ 2460130 h 4550534"/>
              <a:gd name="connsiteX726" fmla="*/ 3933112 w 5876984"/>
              <a:gd name="connsiteY726" fmla="*/ 2460637 h 4550534"/>
              <a:gd name="connsiteX727" fmla="*/ 3934069 w 5876984"/>
              <a:gd name="connsiteY727" fmla="*/ 2461182 h 4550534"/>
              <a:gd name="connsiteX728" fmla="*/ 3903679 w 5876984"/>
              <a:gd name="connsiteY728" fmla="*/ 2459865 h 4550534"/>
              <a:gd name="connsiteX729" fmla="*/ 3908500 w 5876984"/>
              <a:gd name="connsiteY729" fmla="*/ 2466058 h 4550534"/>
              <a:gd name="connsiteX730" fmla="*/ 3912592 w 5876984"/>
              <a:gd name="connsiteY730" fmla="*/ 2464988 h 4550534"/>
              <a:gd name="connsiteX731" fmla="*/ 4654651 w 5876984"/>
              <a:gd name="connsiteY731" fmla="*/ 2459306 h 4550534"/>
              <a:gd name="connsiteX732" fmla="*/ 4610409 w 5876984"/>
              <a:gd name="connsiteY732" fmla="*/ 2481686 h 4550534"/>
              <a:gd name="connsiteX733" fmla="*/ 4654651 w 5876984"/>
              <a:gd name="connsiteY733" fmla="*/ 2459306 h 4550534"/>
              <a:gd name="connsiteX734" fmla="*/ 3601461 w 5876984"/>
              <a:gd name="connsiteY734" fmla="*/ 2459161 h 4550534"/>
              <a:gd name="connsiteX735" fmla="*/ 3595953 w 5876984"/>
              <a:gd name="connsiteY735" fmla="*/ 2461182 h 4550534"/>
              <a:gd name="connsiteX736" fmla="*/ 3591579 w 5876984"/>
              <a:gd name="connsiteY736" fmla="*/ 2480688 h 4550534"/>
              <a:gd name="connsiteX737" fmla="*/ 3613111 w 5876984"/>
              <a:gd name="connsiteY737" fmla="*/ 2462722 h 4550534"/>
              <a:gd name="connsiteX738" fmla="*/ 3608737 w 5876984"/>
              <a:gd name="connsiteY738" fmla="*/ 2459642 h 4550534"/>
              <a:gd name="connsiteX739" fmla="*/ 3601461 w 5876984"/>
              <a:gd name="connsiteY739" fmla="*/ 2459161 h 4550534"/>
              <a:gd name="connsiteX740" fmla="*/ 4747580 w 5876984"/>
              <a:gd name="connsiteY740" fmla="*/ 2451384 h 4550534"/>
              <a:gd name="connsiteX741" fmla="*/ 4715794 w 5876984"/>
              <a:gd name="connsiteY741" fmla="*/ 2472651 h 4550534"/>
              <a:gd name="connsiteX742" fmla="*/ 4747580 w 5876984"/>
              <a:gd name="connsiteY742" fmla="*/ 2451384 h 4550534"/>
              <a:gd name="connsiteX743" fmla="*/ 3885202 w 5876984"/>
              <a:gd name="connsiteY743" fmla="*/ 2451340 h 4550534"/>
              <a:gd name="connsiteX744" fmla="*/ 3879160 w 5876984"/>
              <a:gd name="connsiteY744" fmla="*/ 2451526 h 4550534"/>
              <a:gd name="connsiteX745" fmla="*/ 3882636 w 5876984"/>
              <a:gd name="connsiteY745" fmla="*/ 2451557 h 4550534"/>
              <a:gd name="connsiteX746" fmla="*/ 3889323 w 5876984"/>
              <a:gd name="connsiteY746" fmla="*/ 2457846 h 4550534"/>
              <a:gd name="connsiteX747" fmla="*/ 3890962 w 5876984"/>
              <a:gd name="connsiteY747" fmla="*/ 2453534 h 4550534"/>
              <a:gd name="connsiteX748" fmla="*/ 3868945 w 5876984"/>
              <a:gd name="connsiteY748" fmla="*/ 2449765 h 4550534"/>
              <a:gd name="connsiteX749" fmla="*/ 3868127 w 5876984"/>
              <a:gd name="connsiteY749" fmla="*/ 2451429 h 4550534"/>
              <a:gd name="connsiteX750" fmla="*/ 3870116 w 5876984"/>
              <a:gd name="connsiteY750" fmla="*/ 2451446 h 4550534"/>
              <a:gd name="connsiteX751" fmla="*/ 4463287 w 5876984"/>
              <a:gd name="connsiteY751" fmla="*/ 2446857 h 4550534"/>
              <a:gd name="connsiteX752" fmla="*/ 4433810 w 5876984"/>
              <a:gd name="connsiteY752" fmla="*/ 2458067 h 4550534"/>
              <a:gd name="connsiteX753" fmla="*/ 4427446 w 5876984"/>
              <a:gd name="connsiteY753" fmla="*/ 2474119 h 4550534"/>
              <a:gd name="connsiteX754" fmla="*/ 4370166 w 5876984"/>
              <a:gd name="connsiteY754" fmla="*/ 2488642 h 4550534"/>
              <a:gd name="connsiteX755" fmla="*/ 4370166 w 5876984"/>
              <a:gd name="connsiteY755" fmla="*/ 2469533 h 4550534"/>
              <a:gd name="connsiteX756" fmla="*/ 4463287 w 5876984"/>
              <a:gd name="connsiteY756" fmla="*/ 2446857 h 4550534"/>
              <a:gd name="connsiteX757" fmla="*/ 3843058 w 5876984"/>
              <a:gd name="connsiteY757" fmla="*/ 2440381 h 4550534"/>
              <a:gd name="connsiteX758" fmla="*/ 3836166 w 5876984"/>
              <a:gd name="connsiteY758" fmla="*/ 2443216 h 4550534"/>
              <a:gd name="connsiteX759" fmla="*/ 3840540 w 5876984"/>
              <a:gd name="connsiteY759" fmla="*/ 2451429 h 4550534"/>
              <a:gd name="connsiteX760" fmla="*/ 3823382 w 5876984"/>
              <a:gd name="connsiteY760" fmla="*/ 2454765 h 4550534"/>
              <a:gd name="connsiteX761" fmla="*/ 3819008 w 5876984"/>
              <a:gd name="connsiteY761" fmla="*/ 2446552 h 4550534"/>
              <a:gd name="connsiteX762" fmla="*/ 3816989 w 5876984"/>
              <a:gd name="connsiteY762" fmla="*/ 2462722 h 4550534"/>
              <a:gd name="connsiteX763" fmla="*/ 3838185 w 5876984"/>
              <a:gd name="connsiteY763" fmla="*/ 2462722 h 4550534"/>
              <a:gd name="connsiteX764" fmla="*/ 3843058 w 5876984"/>
              <a:gd name="connsiteY764" fmla="*/ 2440381 h 4550534"/>
              <a:gd name="connsiteX765" fmla="*/ 3712695 w 5876984"/>
              <a:gd name="connsiteY765" fmla="*/ 2436799 h 4550534"/>
              <a:gd name="connsiteX766" fmla="*/ 3695874 w 5876984"/>
              <a:gd name="connsiteY766" fmla="*/ 2462722 h 4550534"/>
              <a:gd name="connsiteX767" fmla="*/ 3697892 w 5876984"/>
              <a:gd name="connsiteY767" fmla="*/ 2470935 h 4550534"/>
              <a:gd name="connsiteX768" fmla="*/ 3721442 w 5876984"/>
              <a:gd name="connsiteY768" fmla="*/ 2441676 h 4550534"/>
              <a:gd name="connsiteX769" fmla="*/ 3712695 w 5876984"/>
              <a:gd name="connsiteY769" fmla="*/ 2436799 h 4550534"/>
              <a:gd name="connsiteX770" fmla="*/ 4025242 w 5876984"/>
              <a:gd name="connsiteY770" fmla="*/ 2435259 h 4550534"/>
              <a:gd name="connsiteX771" fmla="*/ 4024487 w 5876984"/>
              <a:gd name="connsiteY771" fmla="*/ 2436311 h 4550534"/>
              <a:gd name="connsiteX772" fmla="*/ 4036179 w 5876984"/>
              <a:gd name="connsiteY772" fmla="*/ 2435629 h 4550534"/>
              <a:gd name="connsiteX773" fmla="*/ 4035926 w 5876984"/>
              <a:gd name="connsiteY773" fmla="*/ 2437041 h 4550534"/>
              <a:gd name="connsiteX774" fmla="*/ 4034895 w 5876984"/>
              <a:gd name="connsiteY774" fmla="*/ 2442810 h 4550534"/>
              <a:gd name="connsiteX775" fmla="*/ 4043494 w 5876984"/>
              <a:gd name="connsiteY775" fmla="*/ 2444146 h 4550534"/>
              <a:gd name="connsiteX776" fmla="*/ 4052830 w 5876984"/>
              <a:gd name="connsiteY776" fmla="*/ 2436799 h 4550534"/>
              <a:gd name="connsiteX777" fmla="*/ 4025242 w 5876984"/>
              <a:gd name="connsiteY777" fmla="*/ 2435259 h 4550534"/>
              <a:gd name="connsiteX778" fmla="*/ 286824 w 5876984"/>
              <a:gd name="connsiteY778" fmla="*/ 2433780 h 4550534"/>
              <a:gd name="connsiteX779" fmla="*/ 263275 w 5876984"/>
              <a:gd name="connsiteY779" fmla="*/ 2438655 h 4550534"/>
              <a:gd name="connsiteX780" fmla="*/ 280433 w 5876984"/>
              <a:gd name="connsiteY780" fmla="*/ 2441992 h 4550534"/>
              <a:gd name="connsiteX781" fmla="*/ 286824 w 5876984"/>
              <a:gd name="connsiteY781" fmla="*/ 2433780 h 4550534"/>
              <a:gd name="connsiteX782" fmla="*/ 4664619 w 5876984"/>
              <a:gd name="connsiteY782" fmla="*/ 2433276 h 4550534"/>
              <a:gd name="connsiteX783" fmla="*/ 4670966 w 5876984"/>
              <a:gd name="connsiteY783" fmla="*/ 2447916 h 4550534"/>
              <a:gd name="connsiteX784" fmla="*/ 4597130 w 5876984"/>
              <a:gd name="connsiteY784" fmla="*/ 2469234 h 4550534"/>
              <a:gd name="connsiteX785" fmla="*/ 4664619 w 5876984"/>
              <a:gd name="connsiteY785" fmla="*/ 2433276 h 4550534"/>
              <a:gd name="connsiteX786" fmla="*/ 4844106 w 5876984"/>
              <a:gd name="connsiteY786" fmla="*/ 2430497 h 4550534"/>
              <a:gd name="connsiteX787" fmla="*/ 4821026 w 5876984"/>
              <a:gd name="connsiteY787" fmla="*/ 2447738 h 4550534"/>
              <a:gd name="connsiteX788" fmla="*/ 4844106 w 5876984"/>
              <a:gd name="connsiteY788" fmla="*/ 2430497 h 4550534"/>
              <a:gd name="connsiteX789" fmla="*/ 4795945 w 5876984"/>
              <a:gd name="connsiteY789" fmla="*/ 2430308 h 4550534"/>
              <a:gd name="connsiteX790" fmla="*/ 4802996 w 5876984"/>
              <a:gd name="connsiteY790" fmla="*/ 2440251 h 4550534"/>
              <a:gd name="connsiteX791" fmla="*/ 4775965 w 5876984"/>
              <a:gd name="connsiteY791" fmla="*/ 2449995 h 4550534"/>
              <a:gd name="connsiteX792" fmla="*/ 4795945 w 5876984"/>
              <a:gd name="connsiteY792" fmla="*/ 2430308 h 4550534"/>
              <a:gd name="connsiteX793" fmla="*/ 4344608 w 5876984"/>
              <a:gd name="connsiteY793" fmla="*/ 2428749 h 4550534"/>
              <a:gd name="connsiteX794" fmla="*/ 4321213 w 5876984"/>
              <a:gd name="connsiteY794" fmla="*/ 2440163 h 4550534"/>
              <a:gd name="connsiteX795" fmla="*/ 4344608 w 5876984"/>
              <a:gd name="connsiteY795" fmla="*/ 2428749 h 4550534"/>
              <a:gd name="connsiteX796" fmla="*/ 3991262 w 5876984"/>
              <a:gd name="connsiteY796" fmla="*/ 2425506 h 4550534"/>
              <a:gd name="connsiteX797" fmla="*/ 3992261 w 5876984"/>
              <a:gd name="connsiteY797" fmla="*/ 2437922 h 4550534"/>
              <a:gd name="connsiteX798" fmla="*/ 3992251 w 5876984"/>
              <a:gd name="connsiteY798" fmla="*/ 2437976 h 4550534"/>
              <a:gd name="connsiteX799" fmla="*/ 3993289 w 5876984"/>
              <a:gd name="connsiteY799" fmla="*/ 2438131 h 4550534"/>
              <a:gd name="connsiteX800" fmla="*/ 4009807 w 5876984"/>
              <a:gd name="connsiteY800" fmla="*/ 2437167 h 4550534"/>
              <a:gd name="connsiteX801" fmla="*/ 4012794 w 5876984"/>
              <a:gd name="connsiteY801" fmla="*/ 2435259 h 4550534"/>
              <a:gd name="connsiteX802" fmla="*/ 4012794 w 5876984"/>
              <a:gd name="connsiteY802" fmla="*/ 2428586 h 4550534"/>
              <a:gd name="connsiteX803" fmla="*/ 3995635 w 5876984"/>
              <a:gd name="connsiteY803" fmla="*/ 2431922 h 4550534"/>
              <a:gd name="connsiteX804" fmla="*/ 3991262 w 5876984"/>
              <a:gd name="connsiteY804" fmla="*/ 2425506 h 4550534"/>
              <a:gd name="connsiteX805" fmla="*/ 4900908 w 5876984"/>
              <a:gd name="connsiteY805" fmla="*/ 2417431 h 4550534"/>
              <a:gd name="connsiteX806" fmla="*/ 4911281 w 5876984"/>
              <a:gd name="connsiteY806" fmla="*/ 2430508 h 4550534"/>
              <a:gd name="connsiteX807" fmla="*/ 4869120 w 5876984"/>
              <a:gd name="connsiteY807" fmla="*/ 2448200 h 4550534"/>
              <a:gd name="connsiteX808" fmla="*/ 4900908 w 5876984"/>
              <a:gd name="connsiteY808" fmla="*/ 2417431 h 4550534"/>
              <a:gd name="connsiteX809" fmla="*/ 4619698 w 5876984"/>
              <a:gd name="connsiteY809" fmla="*/ 2415093 h 4550534"/>
              <a:gd name="connsiteX810" fmla="*/ 4630068 w 5876984"/>
              <a:gd name="connsiteY810" fmla="*/ 2415419 h 4550534"/>
              <a:gd name="connsiteX811" fmla="*/ 4583780 w 5876984"/>
              <a:gd name="connsiteY811" fmla="*/ 2437551 h 4550534"/>
              <a:gd name="connsiteX812" fmla="*/ 4619698 w 5876984"/>
              <a:gd name="connsiteY812" fmla="*/ 2415093 h 4550534"/>
              <a:gd name="connsiteX813" fmla="*/ 4057204 w 5876984"/>
              <a:gd name="connsiteY813" fmla="*/ 2414213 h 4550534"/>
              <a:gd name="connsiteX814" fmla="*/ 4078398 w 5876984"/>
              <a:gd name="connsiteY814" fmla="*/ 2431922 h 4550534"/>
              <a:gd name="connsiteX815" fmla="*/ 4057204 w 5876984"/>
              <a:gd name="connsiteY815" fmla="*/ 2414213 h 4550534"/>
              <a:gd name="connsiteX816" fmla="*/ 4321269 w 5876984"/>
              <a:gd name="connsiteY816" fmla="*/ 2414035 h 4550534"/>
              <a:gd name="connsiteX817" fmla="*/ 4252976 w 5876984"/>
              <a:gd name="connsiteY817" fmla="*/ 2426826 h 4550534"/>
              <a:gd name="connsiteX818" fmla="*/ 4269880 w 5876984"/>
              <a:gd name="connsiteY818" fmla="*/ 2421965 h 4550534"/>
              <a:gd name="connsiteX819" fmla="*/ 4282727 w 5876984"/>
              <a:gd name="connsiteY819" fmla="*/ 2431686 h 4550534"/>
              <a:gd name="connsiteX820" fmla="*/ 4321269 w 5876984"/>
              <a:gd name="connsiteY820" fmla="*/ 2414035 h 4550534"/>
              <a:gd name="connsiteX821" fmla="*/ 4918609 w 5876984"/>
              <a:gd name="connsiteY821" fmla="*/ 2413857 h 4550534"/>
              <a:gd name="connsiteX822" fmla="*/ 4919020 w 5876984"/>
              <a:gd name="connsiteY822" fmla="*/ 2413872 h 4550534"/>
              <a:gd name="connsiteX823" fmla="*/ 4916575 w 5876984"/>
              <a:gd name="connsiteY823" fmla="*/ 2420186 h 4550534"/>
              <a:gd name="connsiteX824" fmla="*/ 4918609 w 5876984"/>
              <a:gd name="connsiteY824" fmla="*/ 2413857 h 4550534"/>
              <a:gd name="connsiteX825" fmla="*/ 4558222 w 5876984"/>
              <a:gd name="connsiteY825" fmla="*/ 2393664 h 4550534"/>
              <a:gd name="connsiteX826" fmla="*/ 4530465 w 5876984"/>
              <a:gd name="connsiteY826" fmla="*/ 2430803 h 4550534"/>
              <a:gd name="connsiteX827" fmla="*/ 4460058 w 5876984"/>
              <a:gd name="connsiteY827" fmla="*/ 2432340 h 4550534"/>
              <a:gd name="connsiteX828" fmla="*/ 4457688 w 5876984"/>
              <a:gd name="connsiteY828" fmla="*/ 2422607 h 4550534"/>
              <a:gd name="connsiteX829" fmla="*/ 4558222 w 5876984"/>
              <a:gd name="connsiteY829" fmla="*/ 2393664 h 4550534"/>
              <a:gd name="connsiteX830" fmla="*/ 4773320 w 5876984"/>
              <a:gd name="connsiteY830" fmla="*/ 2390269 h 4550534"/>
              <a:gd name="connsiteX831" fmla="*/ 4688086 w 5876984"/>
              <a:gd name="connsiteY831" fmla="*/ 2438677 h 4550534"/>
              <a:gd name="connsiteX832" fmla="*/ 4681686 w 5876984"/>
              <a:gd name="connsiteY832" fmla="*/ 2427408 h 4550534"/>
              <a:gd name="connsiteX833" fmla="*/ 4773320 w 5876984"/>
              <a:gd name="connsiteY833" fmla="*/ 2390269 h 4550534"/>
              <a:gd name="connsiteX834" fmla="*/ 3695126 w 5876984"/>
              <a:gd name="connsiteY834" fmla="*/ 2388778 h 4550534"/>
              <a:gd name="connsiteX835" fmla="*/ 3685868 w 5876984"/>
              <a:gd name="connsiteY835" fmla="*/ 2389130 h 4550534"/>
              <a:gd name="connsiteX836" fmla="*/ 3678582 w 5876984"/>
              <a:gd name="connsiteY836" fmla="*/ 2393722 h 4550534"/>
              <a:gd name="connsiteX837" fmla="*/ 3668425 w 5876984"/>
              <a:gd name="connsiteY837" fmla="*/ 2393473 h 4550534"/>
              <a:gd name="connsiteX838" fmla="*/ 3665102 w 5876984"/>
              <a:gd name="connsiteY838" fmla="*/ 2389920 h 4550534"/>
              <a:gd name="connsiteX839" fmla="*/ 3644296 w 5876984"/>
              <a:gd name="connsiteY839" fmla="*/ 2390711 h 4550534"/>
              <a:gd name="connsiteX840" fmla="*/ 3642843 w 5876984"/>
              <a:gd name="connsiteY840" fmla="*/ 2393375 h 4550534"/>
              <a:gd name="connsiteX841" fmla="*/ 3636324 w 5876984"/>
              <a:gd name="connsiteY841" fmla="*/ 2407539 h 4550534"/>
              <a:gd name="connsiteX842" fmla="*/ 3661894 w 5876984"/>
              <a:gd name="connsiteY842" fmla="*/ 2409336 h 4550534"/>
              <a:gd name="connsiteX843" fmla="*/ 3668286 w 5876984"/>
              <a:gd name="connsiteY843" fmla="*/ 2398043 h 4550534"/>
              <a:gd name="connsiteX844" fmla="*/ 3684350 w 5876984"/>
              <a:gd name="connsiteY844" fmla="*/ 2402731 h 4550534"/>
              <a:gd name="connsiteX845" fmla="*/ 3700727 w 5876984"/>
              <a:gd name="connsiteY845" fmla="*/ 2401712 h 4550534"/>
              <a:gd name="connsiteX846" fmla="*/ 3700129 w 5876984"/>
              <a:gd name="connsiteY846" fmla="*/ 2398480 h 4550534"/>
              <a:gd name="connsiteX847" fmla="*/ 3698782 w 5876984"/>
              <a:gd name="connsiteY847" fmla="*/ 2391788 h 4550534"/>
              <a:gd name="connsiteX848" fmla="*/ 3694150 w 5876984"/>
              <a:gd name="connsiteY848" fmla="*/ 2391504 h 4550534"/>
              <a:gd name="connsiteX849" fmla="*/ 4980998 w 5876984"/>
              <a:gd name="connsiteY849" fmla="*/ 2388288 h 4550534"/>
              <a:gd name="connsiteX850" fmla="*/ 4936797 w 5876984"/>
              <a:gd name="connsiteY850" fmla="*/ 2414525 h 4550534"/>
              <a:gd name="connsiteX851" fmla="*/ 4919020 w 5876984"/>
              <a:gd name="connsiteY851" fmla="*/ 2413872 h 4550534"/>
              <a:gd name="connsiteX852" fmla="*/ 4920586 w 5876984"/>
              <a:gd name="connsiteY852" fmla="*/ 2409826 h 4550534"/>
              <a:gd name="connsiteX853" fmla="*/ 4980998 w 5876984"/>
              <a:gd name="connsiteY853" fmla="*/ 2388288 h 4550534"/>
              <a:gd name="connsiteX854" fmla="*/ 4679922 w 5876984"/>
              <a:gd name="connsiteY854" fmla="*/ 2388005 h 4550534"/>
              <a:gd name="connsiteX855" fmla="*/ 4688318 w 5876984"/>
              <a:gd name="connsiteY855" fmla="*/ 2389537 h 4550534"/>
              <a:gd name="connsiteX856" fmla="*/ 4694700 w 5876984"/>
              <a:gd name="connsiteY856" fmla="*/ 2391067 h 4550534"/>
              <a:gd name="connsiteX857" fmla="*/ 4648014 w 5876984"/>
              <a:gd name="connsiteY857" fmla="*/ 2410462 h 4550534"/>
              <a:gd name="connsiteX858" fmla="*/ 4679922 w 5876984"/>
              <a:gd name="connsiteY858" fmla="*/ 2388005 h 4550534"/>
              <a:gd name="connsiteX859" fmla="*/ 256882 w 5876984"/>
              <a:gd name="connsiteY859" fmla="*/ 2386820 h 4550534"/>
              <a:gd name="connsiteX860" fmla="*/ 246453 w 5876984"/>
              <a:gd name="connsiteY860" fmla="*/ 2396571 h 4550534"/>
              <a:gd name="connsiteX861" fmla="*/ 256882 w 5876984"/>
              <a:gd name="connsiteY861" fmla="*/ 2414534 h 4550534"/>
              <a:gd name="connsiteX862" fmla="*/ 312394 w 5876984"/>
              <a:gd name="connsiteY862" fmla="*/ 2425825 h 4550534"/>
              <a:gd name="connsiteX863" fmla="*/ 327197 w 5876984"/>
              <a:gd name="connsiteY863" fmla="*/ 2411198 h 4550534"/>
              <a:gd name="connsiteX864" fmla="*/ 276059 w 5876984"/>
              <a:gd name="connsiteY864" fmla="*/ 2402987 h 4550534"/>
              <a:gd name="connsiteX865" fmla="*/ 256882 w 5876984"/>
              <a:gd name="connsiteY865" fmla="*/ 2386820 h 4550534"/>
              <a:gd name="connsiteX866" fmla="*/ 3571974 w 5876984"/>
              <a:gd name="connsiteY866" fmla="*/ 2386690 h 4550534"/>
              <a:gd name="connsiteX867" fmla="*/ 3571603 w 5876984"/>
              <a:gd name="connsiteY867" fmla="*/ 2388194 h 4550534"/>
              <a:gd name="connsiteX868" fmla="*/ 3566010 w 5876984"/>
              <a:gd name="connsiteY868" fmla="*/ 2410876 h 4550534"/>
              <a:gd name="connsiteX869" fmla="*/ 3591579 w 5876984"/>
              <a:gd name="connsiteY869" fmla="*/ 2412416 h 4550534"/>
              <a:gd name="connsiteX870" fmla="*/ 3604364 w 5876984"/>
              <a:gd name="connsiteY870" fmla="*/ 2393166 h 4550534"/>
              <a:gd name="connsiteX871" fmla="*/ 3604364 w 5876984"/>
              <a:gd name="connsiteY871" fmla="*/ 2409336 h 4550534"/>
              <a:gd name="connsiteX872" fmla="*/ 3636324 w 5876984"/>
              <a:gd name="connsiteY872" fmla="*/ 2396247 h 4550534"/>
              <a:gd name="connsiteX873" fmla="*/ 3630111 w 5876984"/>
              <a:gd name="connsiteY873" fmla="*/ 2392625 h 4550534"/>
              <a:gd name="connsiteX874" fmla="*/ 3629173 w 5876984"/>
              <a:gd name="connsiteY874" fmla="*/ 2391151 h 4550534"/>
              <a:gd name="connsiteX875" fmla="*/ 3491154 w 5876984"/>
              <a:gd name="connsiteY875" fmla="*/ 2380569 h 4550534"/>
              <a:gd name="connsiteX876" fmla="*/ 3496032 w 5876984"/>
              <a:gd name="connsiteY876" fmla="*/ 2402663 h 4550534"/>
              <a:gd name="connsiteX877" fmla="*/ 3512854 w 5876984"/>
              <a:gd name="connsiteY877" fmla="*/ 2399583 h 4550534"/>
              <a:gd name="connsiteX878" fmla="*/ 3504443 w 5876984"/>
              <a:gd name="connsiteY878" fmla="*/ 2414213 h 4550534"/>
              <a:gd name="connsiteX879" fmla="*/ 3534385 w 5876984"/>
              <a:gd name="connsiteY879" fmla="*/ 2396247 h 4550534"/>
              <a:gd name="connsiteX880" fmla="*/ 3519582 w 5876984"/>
              <a:gd name="connsiteY880" fmla="*/ 2419089 h 4550534"/>
              <a:gd name="connsiteX881" fmla="*/ 3558519 w 5876984"/>
              <a:gd name="connsiteY881" fmla="*/ 2392092 h 4550534"/>
              <a:gd name="connsiteX882" fmla="*/ 3569413 w 5876984"/>
              <a:gd name="connsiteY882" fmla="*/ 2386490 h 4550534"/>
              <a:gd name="connsiteX883" fmla="*/ 3568072 w 5876984"/>
              <a:gd name="connsiteY883" fmla="*/ 2386386 h 4550534"/>
              <a:gd name="connsiteX884" fmla="*/ 3538344 w 5876984"/>
              <a:gd name="connsiteY884" fmla="*/ 2383520 h 4550534"/>
              <a:gd name="connsiteX885" fmla="*/ 3537055 w 5876984"/>
              <a:gd name="connsiteY885" fmla="*/ 2384355 h 4550534"/>
              <a:gd name="connsiteX886" fmla="*/ 3536355 w 5876984"/>
              <a:gd name="connsiteY886" fmla="*/ 2383329 h 4550534"/>
              <a:gd name="connsiteX887" fmla="*/ 3508202 w 5876984"/>
              <a:gd name="connsiteY887" fmla="*/ 2380615 h 4550534"/>
              <a:gd name="connsiteX888" fmla="*/ 3470695 w 5876984"/>
              <a:gd name="connsiteY888" fmla="*/ 2380514 h 4550534"/>
              <a:gd name="connsiteX889" fmla="*/ 3471809 w 5876984"/>
              <a:gd name="connsiteY889" fmla="*/ 2390022 h 4550534"/>
              <a:gd name="connsiteX890" fmla="*/ 3481229 w 5876984"/>
              <a:gd name="connsiteY890" fmla="*/ 2398043 h 4550534"/>
              <a:gd name="connsiteX891" fmla="*/ 3485266 w 5876984"/>
              <a:gd name="connsiteY891" fmla="*/ 2381617 h 4550534"/>
              <a:gd name="connsiteX892" fmla="*/ 3480088 w 5876984"/>
              <a:gd name="connsiteY892" fmla="*/ 2380539 h 4550534"/>
              <a:gd name="connsiteX893" fmla="*/ 3461925 w 5876984"/>
              <a:gd name="connsiteY893" fmla="*/ 2380490 h 4550534"/>
              <a:gd name="connsiteX894" fmla="*/ 3459193 w 5876984"/>
              <a:gd name="connsiteY894" fmla="*/ 2389381 h 4550534"/>
              <a:gd name="connsiteX895" fmla="*/ 3451286 w 5876984"/>
              <a:gd name="connsiteY895" fmla="*/ 2391370 h 4550534"/>
              <a:gd name="connsiteX896" fmla="*/ 3455660 w 5876984"/>
              <a:gd name="connsiteY896" fmla="*/ 2384953 h 4550534"/>
              <a:gd name="connsiteX897" fmla="*/ 3446547 w 5876984"/>
              <a:gd name="connsiteY897" fmla="*/ 2382887 h 4550534"/>
              <a:gd name="connsiteX898" fmla="*/ 3443380 w 5876984"/>
              <a:gd name="connsiteY898" fmla="*/ 2380930 h 4550534"/>
              <a:gd name="connsiteX899" fmla="*/ 3438406 w 5876984"/>
              <a:gd name="connsiteY899" fmla="*/ 2381498 h 4550534"/>
              <a:gd name="connsiteX900" fmla="*/ 3436483 w 5876984"/>
              <a:gd name="connsiteY900" fmla="*/ 2383413 h 4550534"/>
              <a:gd name="connsiteX901" fmla="*/ 3438502 w 5876984"/>
              <a:gd name="connsiteY901" fmla="*/ 2394706 h 4550534"/>
              <a:gd name="connsiteX902" fmla="*/ 3464070 w 5876984"/>
              <a:gd name="connsiteY902" fmla="*/ 2399583 h 4550534"/>
              <a:gd name="connsiteX903" fmla="*/ 3467856 w 5876984"/>
              <a:gd name="connsiteY903" fmla="*/ 2389830 h 4550534"/>
              <a:gd name="connsiteX904" fmla="*/ 3462299 w 5876984"/>
              <a:gd name="connsiteY904" fmla="*/ 2380491 h 4550534"/>
              <a:gd name="connsiteX905" fmla="*/ 4904900 w 5876984"/>
              <a:gd name="connsiteY905" fmla="*/ 2373292 h 4550534"/>
              <a:gd name="connsiteX906" fmla="*/ 4921664 w 5876984"/>
              <a:gd name="connsiteY906" fmla="*/ 2396042 h 4550534"/>
              <a:gd name="connsiteX907" fmla="*/ 4904900 w 5876984"/>
              <a:gd name="connsiteY907" fmla="*/ 2412329 h 4550534"/>
              <a:gd name="connsiteX908" fmla="*/ 4881430 w 5876984"/>
              <a:gd name="connsiteY908" fmla="*/ 2397852 h 4550534"/>
              <a:gd name="connsiteX909" fmla="*/ 4824094 w 5876984"/>
              <a:gd name="connsiteY909" fmla="*/ 2417241 h 4550534"/>
              <a:gd name="connsiteX910" fmla="*/ 4904900 w 5876984"/>
              <a:gd name="connsiteY910" fmla="*/ 2373292 h 4550534"/>
              <a:gd name="connsiteX911" fmla="*/ 4044040 w 5876984"/>
              <a:gd name="connsiteY911" fmla="*/ 2373243 h 4550534"/>
              <a:gd name="connsiteX912" fmla="*/ 4038027 w 5876984"/>
              <a:gd name="connsiteY912" fmla="*/ 2384953 h 4550534"/>
              <a:gd name="connsiteX913" fmla="*/ 4061577 w 5876984"/>
              <a:gd name="connsiteY913" fmla="*/ 2391370 h 4550534"/>
              <a:gd name="connsiteX914" fmla="*/ 4065950 w 5876984"/>
              <a:gd name="connsiteY914" fmla="*/ 2373660 h 4550534"/>
              <a:gd name="connsiteX915" fmla="*/ 4044040 w 5876984"/>
              <a:gd name="connsiteY915" fmla="*/ 2373243 h 4550534"/>
              <a:gd name="connsiteX916" fmla="*/ 4256300 w 5876984"/>
              <a:gd name="connsiteY916" fmla="*/ 2372482 h 4550534"/>
              <a:gd name="connsiteX917" fmla="*/ 4267468 w 5876984"/>
              <a:gd name="connsiteY917" fmla="*/ 2373512 h 4550534"/>
              <a:gd name="connsiteX918" fmla="*/ 4267468 w 5876984"/>
              <a:gd name="connsiteY918" fmla="*/ 2379759 h 4550534"/>
              <a:gd name="connsiteX919" fmla="*/ 4250008 w 5876984"/>
              <a:gd name="connsiteY919" fmla="*/ 2383008 h 4550534"/>
              <a:gd name="connsiteX920" fmla="*/ 4250008 w 5876984"/>
              <a:gd name="connsiteY920" fmla="*/ 2375012 h 4550534"/>
              <a:gd name="connsiteX921" fmla="*/ 4256300 w 5876984"/>
              <a:gd name="connsiteY921" fmla="*/ 2372482 h 4550534"/>
              <a:gd name="connsiteX922" fmla="*/ 4135928 w 5876984"/>
              <a:gd name="connsiteY922" fmla="*/ 2370324 h 4550534"/>
              <a:gd name="connsiteX923" fmla="*/ 4140302 w 5876984"/>
              <a:gd name="connsiteY923" fmla="*/ 2384953 h 4550534"/>
              <a:gd name="connsiteX924" fmla="*/ 4159479 w 5876984"/>
              <a:gd name="connsiteY924" fmla="*/ 2375200 h 4550534"/>
              <a:gd name="connsiteX925" fmla="*/ 4140302 w 5876984"/>
              <a:gd name="connsiteY925" fmla="*/ 2373660 h 4550534"/>
              <a:gd name="connsiteX926" fmla="*/ 4135928 w 5876984"/>
              <a:gd name="connsiteY926" fmla="*/ 2370324 h 4550534"/>
              <a:gd name="connsiteX927" fmla="*/ 4964689 w 5876984"/>
              <a:gd name="connsiteY927" fmla="*/ 2370319 h 4550534"/>
              <a:gd name="connsiteX928" fmla="*/ 4935350 w 5876984"/>
              <a:gd name="connsiteY928" fmla="*/ 2388455 h 4550534"/>
              <a:gd name="connsiteX929" fmla="*/ 4964689 w 5876984"/>
              <a:gd name="connsiteY929" fmla="*/ 2370319 h 4550534"/>
              <a:gd name="connsiteX930" fmla="*/ 3992104 w 5876984"/>
              <a:gd name="connsiteY930" fmla="*/ 2364485 h 4550534"/>
              <a:gd name="connsiteX931" fmla="*/ 3982851 w 5876984"/>
              <a:gd name="connsiteY931" fmla="*/ 2373660 h 4550534"/>
              <a:gd name="connsiteX932" fmla="*/ 4002028 w 5876984"/>
              <a:gd name="connsiteY932" fmla="*/ 2376740 h 4550534"/>
              <a:gd name="connsiteX933" fmla="*/ 3984870 w 5876984"/>
              <a:gd name="connsiteY933" fmla="*/ 2384953 h 4550534"/>
              <a:gd name="connsiteX934" fmla="*/ 3957282 w 5876984"/>
              <a:gd name="connsiteY934" fmla="*/ 2381617 h 4550534"/>
              <a:gd name="connsiteX935" fmla="*/ 3944498 w 5876984"/>
              <a:gd name="connsiteY935" fmla="*/ 2389830 h 4550534"/>
              <a:gd name="connsiteX936" fmla="*/ 3955264 w 5876984"/>
              <a:gd name="connsiteY936" fmla="*/ 2407539 h 4550534"/>
              <a:gd name="connsiteX937" fmla="*/ 3963675 w 5876984"/>
              <a:gd name="connsiteY937" fmla="*/ 2396247 h 4550534"/>
              <a:gd name="connsiteX938" fmla="*/ 3989244 w 5876984"/>
              <a:gd name="connsiteY938" fmla="*/ 2405999 h 4550534"/>
              <a:gd name="connsiteX939" fmla="*/ 4012794 w 5876984"/>
              <a:gd name="connsiteY939" fmla="*/ 2405999 h 4550534"/>
              <a:gd name="connsiteX940" fmla="*/ 4021206 w 5876984"/>
              <a:gd name="connsiteY940" fmla="*/ 2378536 h 4550534"/>
              <a:gd name="connsiteX941" fmla="*/ 4006402 w 5876984"/>
              <a:gd name="connsiteY941" fmla="*/ 2368784 h 4550534"/>
              <a:gd name="connsiteX942" fmla="*/ 3992104 w 5876984"/>
              <a:gd name="connsiteY942" fmla="*/ 2364485 h 4550534"/>
              <a:gd name="connsiteX943" fmla="*/ 4833098 w 5876984"/>
              <a:gd name="connsiteY943" fmla="*/ 2361547 h 4550534"/>
              <a:gd name="connsiteX944" fmla="*/ 4847494 w 5876984"/>
              <a:gd name="connsiteY944" fmla="*/ 2366628 h 4550534"/>
              <a:gd name="connsiteX945" fmla="*/ 4802822 w 5876984"/>
              <a:gd name="connsiteY945" fmla="*/ 2380963 h 4550534"/>
              <a:gd name="connsiteX946" fmla="*/ 4833098 w 5876984"/>
              <a:gd name="connsiteY946" fmla="*/ 2361547 h 4550534"/>
              <a:gd name="connsiteX947" fmla="*/ 4263878 w 5876984"/>
              <a:gd name="connsiteY947" fmla="*/ 2357940 h 4550534"/>
              <a:gd name="connsiteX948" fmla="*/ 4273408 w 5876984"/>
              <a:gd name="connsiteY948" fmla="*/ 2365576 h 4550534"/>
              <a:gd name="connsiteX949" fmla="*/ 4224791 w 5876984"/>
              <a:gd name="connsiteY949" fmla="*/ 2371973 h 4550534"/>
              <a:gd name="connsiteX950" fmla="*/ 4263878 w 5876984"/>
              <a:gd name="connsiteY950" fmla="*/ 2357940 h 4550534"/>
              <a:gd name="connsiteX951" fmla="*/ 3787150 w 5876984"/>
              <a:gd name="connsiteY951" fmla="*/ 2356181 h 4550534"/>
              <a:gd name="connsiteX952" fmla="*/ 3782407 w 5876984"/>
              <a:gd name="connsiteY952" fmla="*/ 2359641 h 4550534"/>
              <a:gd name="connsiteX953" fmla="*/ 3791421 w 5876984"/>
              <a:gd name="connsiteY953" fmla="*/ 2360570 h 4550534"/>
              <a:gd name="connsiteX954" fmla="*/ 3786380 w 5876984"/>
              <a:gd name="connsiteY954" fmla="*/ 2368826 h 4550534"/>
              <a:gd name="connsiteX955" fmla="*/ 3794210 w 5876984"/>
              <a:gd name="connsiteY955" fmla="*/ 2369199 h 4550534"/>
              <a:gd name="connsiteX956" fmla="*/ 3794576 w 5876984"/>
              <a:gd name="connsiteY956" fmla="*/ 2369291 h 4550534"/>
              <a:gd name="connsiteX957" fmla="*/ 3794959 w 5876984"/>
              <a:gd name="connsiteY957" fmla="*/ 2367797 h 4550534"/>
              <a:gd name="connsiteX958" fmla="*/ 3800168 w 5876984"/>
              <a:gd name="connsiteY958" fmla="*/ 2360570 h 4550534"/>
              <a:gd name="connsiteX959" fmla="*/ 3793103 w 5876984"/>
              <a:gd name="connsiteY959" fmla="*/ 2356881 h 4550534"/>
              <a:gd name="connsiteX960" fmla="*/ 4939319 w 5876984"/>
              <a:gd name="connsiteY960" fmla="*/ 2354498 h 4550534"/>
              <a:gd name="connsiteX961" fmla="*/ 4950050 w 5876984"/>
              <a:gd name="connsiteY961" fmla="*/ 2369320 h 4550534"/>
              <a:gd name="connsiteX962" fmla="*/ 4929417 w 5876984"/>
              <a:gd name="connsiteY962" fmla="*/ 2357836 h 4550534"/>
              <a:gd name="connsiteX963" fmla="*/ 4939319 w 5876984"/>
              <a:gd name="connsiteY963" fmla="*/ 2354498 h 4550534"/>
              <a:gd name="connsiteX964" fmla="*/ 3763446 w 5876984"/>
              <a:gd name="connsiteY964" fmla="*/ 2352921 h 4550534"/>
              <a:gd name="connsiteX965" fmla="*/ 3768613 w 5876984"/>
              <a:gd name="connsiteY965" fmla="*/ 2354000 h 4550534"/>
              <a:gd name="connsiteX966" fmla="*/ 3770452 w 5876984"/>
              <a:gd name="connsiteY966" fmla="*/ 2354384 h 4550534"/>
              <a:gd name="connsiteX967" fmla="*/ 4133910 w 5876984"/>
              <a:gd name="connsiteY967" fmla="*/ 2344400 h 4550534"/>
              <a:gd name="connsiteX968" fmla="*/ 4097576 w 5876984"/>
              <a:gd name="connsiteY968" fmla="*/ 2370324 h 4550534"/>
              <a:gd name="connsiteX969" fmla="*/ 4110360 w 5876984"/>
              <a:gd name="connsiteY969" fmla="*/ 2380077 h 4550534"/>
              <a:gd name="connsiteX970" fmla="*/ 4133910 w 5876984"/>
              <a:gd name="connsiteY970" fmla="*/ 2344400 h 4550534"/>
              <a:gd name="connsiteX971" fmla="*/ 3969283 w 5876984"/>
              <a:gd name="connsiteY971" fmla="*/ 2343157 h 4550534"/>
              <a:gd name="connsiteX972" fmla="*/ 3959300 w 5876984"/>
              <a:gd name="connsiteY972" fmla="*/ 2352614 h 4550534"/>
              <a:gd name="connsiteX973" fmla="*/ 3950890 w 5876984"/>
              <a:gd name="connsiteY973" fmla="*/ 2349277 h 4550534"/>
              <a:gd name="connsiteX974" fmla="*/ 3959300 w 5876984"/>
              <a:gd name="connsiteY974" fmla="*/ 2363907 h 4550534"/>
              <a:gd name="connsiteX975" fmla="*/ 3970067 w 5876984"/>
              <a:gd name="connsiteY975" fmla="*/ 2362110 h 4550534"/>
              <a:gd name="connsiteX976" fmla="*/ 3976459 w 5876984"/>
              <a:gd name="connsiteY976" fmla="*/ 2344400 h 4550534"/>
              <a:gd name="connsiteX977" fmla="*/ 3969283 w 5876984"/>
              <a:gd name="connsiteY977" fmla="*/ 2343157 h 4550534"/>
              <a:gd name="connsiteX978" fmla="*/ 3982851 w 5876984"/>
              <a:gd name="connsiteY978" fmla="*/ 2342861 h 4550534"/>
              <a:gd name="connsiteX979" fmla="*/ 3987225 w 5876984"/>
              <a:gd name="connsiteY979" fmla="*/ 2362110 h 4550534"/>
              <a:gd name="connsiteX980" fmla="*/ 3992986 w 5876984"/>
              <a:gd name="connsiteY980" fmla="*/ 2351330 h 4550534"/>
              <a:gd name="connsiteX981" fmla="*/ 3986296 w 5876984"/>
              <a:gd name="connsiteY981" fmla="*/ 2345739 h 4550534"/>
              <a:gd name="connsiteX982" fmla="*/ 3982992 w 5876984"/>
              <a:gd name="connsiteY982" fmla="*/ 2345968 h 4550534"/>
              <a:gd name="connsiteX983" fmla="*/ 3985128 w 5876984"/>
              <a:gd name="connsiteY983" fmla="*/ 2344763 h 4550534"/>
              <a:gd name="connsiteX984" fmla="*/ 4439917 w 5876984"/>
              <a:gd name="connsiteY984" fmla="*/ 2341641 h 4550534"/>
              <a:gd name="connsiteX985" fmla="*/ 4446408 w 5876984"/>
              <a:gd name="connsiteY985" fmla="*/ 2342734 h 4550534"/>
              <a:gd name="connsiteX986" fmla="*/ 4422611 w 5876984"/>
              <a:gd name="connsiteY986" fmla="*/ 2352659 h 4550534"/>
              <a:gd name="connsiteX987" fmla="*/ 4439917 w 5876984"/>
              <a:gd name="connsiteY987" fmla="*/ 2341641 h 4550534"/>
              <a:gd name="connsiteX988" fmla="*/ 4028940 w 5876984"/>
              <a:gd name="connsiteY988" fmla="*/ 2339672 h 4550534"/>
              <a:gd name="connsiteX989" fmla="*/ 4014813 w 5876984"/>
              <a:gd name="connsiteY989" fmla="*/ 2349277 h 4550534"/>
              <a:gd name="connsiteX990" fmla="*/ 4034704 w 5876984"/>
              <a:gd name="connsiteY990" fmla="*/ 2346390 h 4550534"/>
              <a:gd name="connsiteX991" fmla="*/ 4040184 w 5876984"/>
              <a:gd name="connsiteY991" fmla="*/ 2341758 h 4550534"/>
              <a:gd name="connsiteX992" fmla="*/ 4046774 w 5876984"/>
              <a:gd name="connsiteY992" fmla="*/ 2336188 h 4550534"/>
              <a:gd name="connsiteX993" fmla="*/ 4043182 w 5876984"/>
              <a:gd name="connsiteY993" fmla="*/ 2336702 h 4550534"/>
              <a:gd name="connsiteX994" fmla="*/ 4044099 w 5876984"/>
              <a:gd name="connsiteY994" fmla="*/ 2338448 h 4550534"/>
              <a:gd name="connsiteX995" fmla="*/ 4013308 w 5876984"/>
              <a:gd name="connsiteY995" fmla="*/ 2329221 h 4550534"/>
              <a:gd name="connsiteX996" fmla="*/ 4012794 w 5876984"/>
              <a:gd name="connsiteY996" fmla="*/ 2331311 h 4550534"/>
              <a:gd name="connsiteX997" fmla="*/ 4017254 w 5876984"/>
              <a:gd name="connsiteY997" fmla="*/ 2330145 h 4550534"/>
              <a:gd name="connsiteX998" fmla="*/ 4016974 w 5876984"/>
              <a:gd name="connsiteY998" fmla="*/ 2329804 h 4550534"/>
              <a:gd name="connsiteX999" fmla="*/ 4099436 w 5876984"/>
              <a:gd name="connsiteY999" fmla="*/ 2328187 h 4550534"/>
              <a:gd name="connsiteX1000" fmla="*/ 4074362 w 5876984"/>
              <a:gd name="connsiteY1000" fmla="*/ 2334647 h 4550534"/>
              <a:gd name="connsiteX1001" fmla="*/ 4074362 w 5876984"/>
              <a:gd name="connsiteY1001" fmla="*/ 2345940 h 4550534"/>
              <a:gd name="connsiteX1002" fmla="*/ 4106322 w 5876984"/>
              <a:gd name="connsiteY1002" fmla="*/ 2331311 h 4550534"/>
              <a:gd name="connsiteX1003" fmla="*/ 4099436 w 5876984"/>
              <a:gd name="connsiteY1003" fmla="*/ 2328187 h 4550534"/>
              <a:gd name="connsiteX1004" fmla="*/ 4074362 w 5876984"/>
              <a:gd name="connsiteY1004" fmla="*/ 2323354 h 4550534"/>
              <a:gd name="connsiteX1005" fmla="*/ 4074214 w 5876984"/>
              <a:gd name="connsiteY1005" fmla="*/ 2323715 h 4550534"/>
              <a:gd name="connsiteX1006" fmla="*/ 4065950 w 5876984"/>
              <a:gd name="connsiteY1006" fmla="*/ 2324894 h 4550534"/>
              <a:gd name="connsiteX1007" fmla="*/ 4074362 w 5876984"/>
              <a:gd name="connsiteY1007" fmla="*/ 2323354 h 4550534"/>
              <a:gd name="connsiteX1008" fmla="*/ 3902332 w 5876984"/>
              <a:gd name="connsiteY1008" fmla="*/ 2318807 h 4550534"/>
              <a:gd name="connsiteX1009" fmla="*/ 3838415 w 5876984"/>
              <a:gd name="connsiteY1009" fmla="*/ 2331641 h 4550534"/>
              <a:gd name="connsiteX1010" fmla="*/ 3810830 w 5876984"/>
              <a:gd name="connsiteY1010" fmla="*/ 2333437 h 4550534"/>
              <a:gd name="connsiteX1011" fmla="*/ 3791654 w 5876984"/>
              <a:gd name="connsiteY1011" fmla="*/ 2320347 h 4550534"/>
              <a:gd name="connsiteX1012" fmla="*/ 3764070 w 5876984"/>
              <a:gd name="connsiteY1012" fmla="*/ 2348068 h 4550534"/>
              <a:gd name="connsiteX1013" fmla="*/ 3747250 w 5876984"/>
              <a:gd name="connsiteY1013" fmla="*/ 2336518 h 4550534"/>
              <a:gd name="connsiteX1014" fmla="*/ 3760033 w 5876984"/>
              <a:gd name="connsiteY1014" fmla="*/ 2325224 h 4550534"/>
              <a:gd name="connsiteX1015" fmla="*/ 3722188 w 5876984"/>
              <a:gd name="connsiteY1015" fmla="*/ 2330205 h 4550534"/>
              <a:gd name="connsiteX1016" fmla="*/ 3716379 w 5876984"/>
              <a:gd name="connsiteY1016" fmla="*/ 2335523 h 4550534"/>
              <a:gd name="connsiteX1017" fmla="*/ 3717274 w 5876984"/>
              <a:gd name="connsiteY1017" fmla="*/ 2336522 h 4550534"/>
              <a:gd name="connsiteX1018" fmla="*/ 3729042 w 5876984"/>
              <a:gd name="connsiteY1018" fmla="*/ 2336550 h 4550534"/>
              <a:gd name="connsiteX1019" fmla="*/ 3736485 w 5876984"/>
              <a:gd name="connsiteY1019" fmla="*/ 2341394 h 4550534"/>
              <a:gd name="connsiteX1020" fmla="*/ 3725181 w 5876984"/>
              <a:gd name="connsiteY1020" fmla="*/ 2343477 h 4550534"/>
              <a:gd name="connsiteX1021" fmla="*/ 3738882 w 5876984"/>
              <a:gd name="connsiteY1021" fmla="*/ 2354212 h 4550534"/>
              <a:gd name="connsiteX1022" fmla="*/ 3740619 w 5876984"/>
              <a:gd name="connsiteY1022" fmla="*/ 2350817 h 4550534"/>
              <a:gd name="connsiteX1023" fmla="*/ 3759686 w 5876984"/>
              <a:gd name="connsiteY1023" fmla="*/ 2358577 h 4550534"/>
              <a:gd name="connsiteX1024" fmla="*/ 3761013 w 5876984"/>
              <a:gd name="connsiteY1024" fmla="*/ 2363822 h 4550534"/>
              <a:gd name="connsiteX1025" fmla="*/ 3761715 w 5876984"/>
              <a:gd name="connsiteY1025" fmla="*/ 2363919 h 4550534"/>
              <a:gd name="connsiteX1026" fmla="*/ 3764741 w 5876984"/>
              <a:gd name="connsiteY1026" fmla="*/ 2365315 h 4550534"/>
              <a:gd name="connsiteX1027" fmla="*/ 3775860 w 5876984"/>
              <a:gd name="connsiteY1027" fmla="*/ 2358966 h 4550534"/>
              <a:gd name="connsiteX1028" fmla="*/ 3778498 w 5876984"/>
              <a:gd name="connsiteY1028" fmla="*/ 2359238 h 4550534"/>
              <a:gd name="connsiteX1029" fmla="*/ 3773329 w 5876984"/>
              <a:gd name="connsiteY1029" fmla="*/ 2356562 h 4550534"/>
              <a:gd name="connsiteX1030" fmla="*/ 3772772 w 5876984"/>
              <a:gd name="connsiteY1030" fmla="*/ 2354868 h 4550534"/>
              <a:gd name="connsiteX1031" fmla="*/ 3772069 w 5876984"/>
              <a:gd name="connsiteY1031" fmla="*/ 2352725 h 4550534"/>
              <a:gd name="connsiteX1032" fmla="*/ 3781108 w 5876984"/>
              <a:gd name="connsiteY1032" fmla="*/ 2346130 h 4550534"/>
              <a:gd name="connsiteX1033" fmla="*/ 3785454 w 5876984"/>
              <a:gd name="connsiteY1033" fmla="*/ 2349618 h 4550534"/>
              <a:gd name="connsiteX1034" fmla="*/ 3788056 w 5876984"/>
              <a:gd name="connsiteY1034" fmla="*/ 2352389 h 4550534"/>
              <a:gd name="connsiteX1035" fmla="*/ 3798444 w 5876984"/>
              <a:gd name="connsiteY1035" fmla="*/ 2345587 h 4550534"/>
              <a:gd name="connsiteX1036" fmla="*/ 3791421 w 5876984"/>
              <a:gd name="connsiteY1036" fmla="*/ 2337984 h 4550534"/>
              <a:gd name="connsiteX1037" fmla="*/ 3815896 w 5876984"/>
              <a:gd name="connsiteY1037" fmla="*/ 2339556 h 4550534"/>
              <a:gd name="connsiteX1038" fmla="*/ 3820438 w 5876984"/>
              <a:gd name="connsiteY1038" fmla="*/ 2343971 h 4550534"/>
              <a:gd name="connsiteX1039" fmla="*/ 3829254 w 5876984"/>
              <a:gd name="connsiteY1039" fmla="*/ 2340488 h 4550534"/>
              <a:gd name="connsiteX1040" fmla="*/ 3843142 w 5876984"/>
              <a:gd name="connsiteY1040" fmla="*/ 2334812 h 4550534"/>
              <a:gd name="connsiteX1041" fmla="*/ 3853982 w 5876984"/>
              <a:gd name="connsiteY1041" fmla="*/ 2347750 h 4550534"/>
              <a:gd name="connsiteX1042" fmla="*/ 3825020 w 5876984"/>
              <a:gd name="connsiteY1042" fmla="*/ 2346287 h 4550534"/>
              <a:gd name="connsiteX1043" fmla="*/ 3822746 w 5876984"/>
              <a:gd name="connsiteY1043" fmla="*/ 2346213 h 4550534"/>
              <a:gd name="connsiteX1044" fmla="*/ 3825011 w 5876984"/>
              <a:gd name="connsiteY1044" fmla="*/ 2348415 h 4550534"/>
              <a:gd name="connsiteX1045" fmla="*/ 3827756 w 5876984"/>
              <a:gd name="connsiteY1045" fmla="*/ 2360570 h 4550534"/>
              <a:gd name="connsiteX1046" fmla="*/ 3811438 w 5876984"/>
              <a:gd name="connsiteY1046" fmla="*/ 2369714 h 4550534"/>
              <a:gd name="connsiteX1047" fmla="*/ 3809375 w 5876984"/>
              <a:gd name="connsiteY1047" fmla="*/ 2373023 h 4550534"/>
              <a:gd name="connsiteX1048" fmla="*/ 3828402 w 5876984"/>
              <a:gd name="connsiteY1048" fmla="*/ 2377821 h 4550534"/>
              <a:gd name="connsiteX1049" fmla="*/ 3860225 w 5876984"/>
              <a:gd name="connsiteY1049" fmla="*/ 2392208 h 4550534"/>
              <a:gd name="connsiteX1050" fmla="*/ 3868127 w 5876984"/>
              <a:gd name="connsiteY1050" fmla="*/ 2391370 h 4550534"/>
              <a:gd name="connsiteX1051" fmla="*/ 3869518 w 5876984"/>
              <a:gd name="connsiteY1051" fmla="*/ 2396410 h 4550534"/>
              <a:gd name="connsiteX1052" fmla="*/ 3880899 w 5876984"/>
              <a:gd name="connsiteY1052" fmla="*/ 2401556 h 4550534"/>
              <a:gd name="connsiteX1053" fmla="*/ 3882931 w 5876984"/>
              <a:gd name="connsiteY1053" fmla="*/ 2401123 h 4550534"/>
              <a:gd name="connsiteX1054" fmla="*/ 3884949 w 5876984"/>
              <a:gd name="connsiteY1054" fmla="*/ 2380077 h 4550534"/>
              <a:gd name="connsiteX1055" fmla="*/ 3900089 w 5876984"/>
              <a:gd name="connsiteY1055" fmla="*/ 2389830 h 4550534"/>
              <a:gd name="connsiteX1056" fmla="*/ 3891342 w 5876984"/>
              <a:gd name="connsiteY1056" fmla="*/ 2398043 h 4550534"/>
              <a:gd name="connsiteX1057" fmla="*/ 3897734 w 5876984"/>
              <a:gd name="connsiteY1057" fmla="*/ 2405999 h 4550534"/>
              <a:gd name="connsiteX1058" fmla="*/ 3908500 w 5876984"/>
              <a:gd name="connsiteY1058" fmla="*/ 2389830 h 4550534"/>
              <a:gd name="connsiteX1059" fmla="*/ 3908500 w 5876984"/>
              <a:gd name="connsiteY1059" fmla="*/ 2375200 h 4550534"/>
              <a:gd name="connsiteX1060" fmla="*/ 3889323 w 5876984"/>
              <a:gd name="connsiteY1060" fmla="*/ 2375200 h 4550534"/>
              <a:gd name="connsiteX1061" fmla="*/ 3886379 w 5876984"/>
              <a:gd name="connsiteY1061" fmla="*/ 2359319 h 4550534"/>
              <a:gd name="connsiteX1062" fmla="*/ 3886365 w 5876984"/>
              <a:gd name="connsiteY1062" fmla="*/ 2359186 h 4550534"/>
              <a:gd name="connsiteX1063" fmla="*/ 3882890 w 5876984"/>
              <a:gd name="connsiteY1063" fmla="*/ 2360589 h 4550534"/>
              <a:gd name="connsiteX1064" fmla="*/ 3874703 w 5876984"/>
              <a:gd name="connsiteY1064" fmla="*/ 2355757 h 4550534"/>
              <a:gd name="connsiteX1065" fmla="*/ 3884978 w 5876984"/>
              <a:gd name="connsiteY1065" fmla="*/ 2346410 h 4550534"/>
              <a:gd name="connsiteX1066" fmla="*/ 3884996 w 5876984"/>
              <a:gd name="connsiteY1066" fmla="*/ 2346375 h 4550534"/>
              <a:gd name="connsiteX1067" fmla="*/ 3884949 w 5876984"/>
              <a:gd name="connsiteY1067" fmla="*/ 2345940 h 4550534"/>
              <a:gd name="connsiteX1068" fmla="*/ 3885184 w 5876984"/>
              <a:gd name="connsiteY1068" fmla="*/ 2346002 h 4550534"/>
              <a:gd name="connsiteX1069" fmla="*/ 3889113 w 5876984"/>
              <a:gd name="connsiteY1069" fmla="*/ 2338208 h 4550534"/>
              <a:gd name="connsiteX1070" fmla="*/ 3899594 w 5876984"/>
              <a:gd name="connsiteY1070" fmla="*/ 2346092 h 4550534"/>
              <a:gd name="connsiteX1071" fmla="*/ 3892504 w 5876984"/>
              <a:gd name="connsiteY1071" fmla="*/ 2350158 h 4550534"/>
              <a:gd name="connsiteX1072" fmla="*/ 3893738 w 5876984"/>
              <a:gd name="connsiteY1072" fmla="*/ 2353095 h 4550534"/>
              <a:gd name="connsiteX1073" fmla="*/ 3897734 w 5876984"/>
              <a:gd name="connsiteY1073" fmla="*/ 2363907 h 4550534"/>
              <a:gd name="connsiteX1074" fmla="*/ 3927676 w 5876984"/>
              <a:gd name="connsiteY1074" fmla="*/ 2352614 h 4550534"/>
              <a:gd name="connsiteX1075" fmla="*/ 3902107 w 5876984"/>
              <a:gd name="connsiteY1075" fmla="*/ 2337984 h 4550534"/>
              <a:gd name="connsiteX1076" fmla="*/ 3912747 w 5876984"/>
              <a:gd name="connsiteY1076" fmla="*/ 2336155 h 4550534"/>
              <a:gd name="connsiteX1077" fmla="*/ 3912456 w 5876984"/>
              <a:gd name="connsiteY1077" fmla="*/ 2331747 h 4550534"/>
              <a:gd name="connsiteX1078" fmla="*/ 3906705 w 5876984"/>
              <a:gd name="connsiteY1078" fmla="*/ 2336518 h 4550534"/>
              <a:gd name="connsiteX1079" fmla="*/ 3902710 w 5876984"/>
              <a:gd name="connsiteY1079" fmla="*/ 2332379 h 4550534"/>
              <a:gd name="connsiteX1080" fmla="*/ 3904339 w 5876984"/>
              <a:gd name="connsiteY1080" fmla="*/ 2329384 h 4550534"/>
              <a:gd name="connsiteX1081" fmla="*/ 3899440 w 5876984"/>
              <a:gd name="connsiteY1081" fmla="*/ 2334966 h 4550534"/>
              <a:gd name="connsiteX1082" fmla="*/ 3885609 w 5876984"/>
              <a:gd name="connsiteY1082" fmla="*/ 2337590 h 4550534"/>
              <a:gd name="connsiteX1083" fmla="*/ 3886638 w 5876984"/>
              <a:gd name="connsiteY1083" fmla="*/ 2332041 h 4550534"/>
              <a:gd name="connsiteX1084" fmla="*/ 3883997 w 5876984"/>
              <a:gd name="connsiteY1084" fmla="*/ 2333854 h 4550534"/>
              <a:gd name="connsiteX1085" fmla="*/ 3865400 w 5876984"/>
              <a:gd name="connsiteY1085" fmla="*/ 2341351 h 4550534"/>
              <a:gd name="connsiteX1086" fmla="*/ 3856902 w 5876984"/>
              <a:gd name="connsiteY1086" fmla="*/ 2336573 h 4550534"/>
              <a:gd name="connsiteX1087" fmla="*/ 3875472 w 5876984"/>
              <a:gd name="connsiteY1087" fmla="*/ 2332297 h 4550534"/>
              <a:gd name="connsiteX1088" fmla="*/ 3886902 w 5876984"/>
              <a:gd name="connsiteY1088" fmla="*/ 2330622 h 4550534"/>
              <a:gd name="connsiteX1089" fmla="*/ 3887212 w 5876984"/>
              <a:gd name="connsiteY1089" fmla="*/ 2328947 h 4550534"/>
              <a:gd name="connsiteX1090" fmla="*/ 3893172 w 5876984"/>
              <a:gd name="connsiteY1090" fmla="*/ 2324285 h 4550534"/>
              <a:gd name="connsiteX1091" fmla="*/ 3905957 w 5876984"/>
              <a:gd name="connsiteY1091" fmla="*/ 2326190 h 4550534"/>
              <a:gd name="connsiteX1092" fmla="*/ 3907462 w 5876984"/>
              <a:gd name="connsiteY1092" fmla="*/ 2322946 h 4550534"/>
              <a:gd name="connsiteX1093" fmla="*/ 3902332 w 5876984"/>
              <a:gd name="connsiteY1093" fmla="*/ 2318807 h 4550534"/>
              <a:gd name="connsiteX1094" fmla="*/ 4027597 w 5876984"/>
              <a:gd name="connsiteY1094" fmla="*/ 2318477 h 4550534"/>
              <a:gd name="connsiteX1095" fmla="*/ 4026274 w 5876984"/>
              <a:gd name="connsiteY1095" fmla="*/ 2318774 h 4550534"/>
              <a:gd name="connsiteX1096" fmla="*/ 4022358 w 5876984"/>
              <a:gd name="connsiteY1096" fmla="*/ 2320498 h 4550534"/>
              <a:gd name="connsiteX1097" fmla="*/ 4018727 w 5876984"/>
              <a:gd name="connsiteY1097" fmla="*/ 2326659 h 4550534"/>
              <a:gd name="connsiteX1098" fmla="*/ 4023889 w 5876984"/>
              <a:gd name="connsiteY1098" fmla="*/ 2327271 h 4550534"/>
              <a:gd name="connsiteX1099" fmla="*/ 4267470 w 5876984"/>
              <a:gd name="connsiteY1099" fmla="*/ 2316704 h 4550534"/>
              <a:gd name="connsiteX1100" fmla="*/ 4250152 w 5876984"/>
              <a:gd name="connsiteY1100" fmla="*/ 2337952 h 4550534"/>
              <a:gd name="connsiteX1101" fmla="*/ 4239625 w 5876984"/>
              <a:gd name="connsiteY1101" fmla="*/ 2324896 h 4550534"/>
              <a:gd name="connsiteX1102" fmla="*/ 4267470 w 5876984"/>
              <a:gd name="connsiteY1102" fmla="*/ 2316704 h 4550534"/>
              <a:gd name="connsiteX1103" fmla="*/ 4055330 w 5876984"/>
              <a:gd name="connsiteY1103" fmla="*/ 2316417 h 4550534"/>
              <a:gd name="connsiteX1104" fmla="*/ 4055984 w 5876984"/>
              <a:gd name="connsiteY1104" fmla="*/ 2320852 h 4550534"/>
              <a:gd name="connsiteX1105" fmla="*/ 4059222 w 5876984"/>
              <a:gd name="connsiteY1105" fmla="*/ 2347737 h 4550534"/>
              <a:gd name="connsiteX1106" fmla="*/ 4065950 w 5876984"/>
              <a:gd name="connsiteY1106" fmla="*/ 2345940 h 4550534"/>
              <a:gd name="connsiteX1107" fmla="*/ 4069273 w 5876984"/>
              <a:gd name="connsiteY1107" fmla="*/ 2335803 h 4550534"/>
              <a:gd name="connsiteX1108" fmla="*/ 4074214 w 5876984"/>
              <a:gd name="connsiteY1108" fmla="*/ 2323715 h 4550534"/>
              <a:gd name="connsiteX1109" fmla="*/ 4096158 w 5876984"/>
              <a:gd name="connsiteY1109" fmla="*/ 2320585 h 4550534"/>
              <a:gd name="connsiteX1110" fmla="*/ 4089370 w 5876984"/>
              <a:gd name="connsiteY1110" fmla="*/ 2317011 h 4550534"/>
              <a:gd name="connsiteX1111" fmla="*/ 4067000 w 5876984"/>
              <a:gd name="connsiteY1111" fmla="*/ 2319128 h 4550534"/>
              <a:gd name="connsiteX1112" fmla="*/ 3922952 w 5876984"/>
              <a:gd name="connsiteY1112" fmla="*/ 2315664 h 4550534"/>
              <a:gd name="connsiteX1113" fmla="*/ 3915114 w 5876984"/>
              <a:gd name="connsiteY1113" fmla="*/ 2317011 h 4550534"/>
              <a:gd name="connsiteX1114" fmla="*/ 3909922 w 5876984"/>
              <a:gd name="connsiteY1114" fmla="*/ 2322405 h 4550534"/>
              <a:gd name="connsiteX1115" fmla="*/ 3911347 w 5876984"/>
              <a:gd name="connsiteY1115" fmla="*/ 2326046 h 4550534"/>
              <a:gd name="connsiteX1116" fmla="*/ 3910518 w 5876984"/>
              <a:gd name="connsiteY1116" fmla="*/ 2323354 h 4550534"/>
              <a:gd name="connsiteX1117" fmla="*/ 3914892 w 5876984"/>
              <a:gd name="connsiteY1117" fmla="*/ 2323354 h 4550534"/>
              <a:gd name="connsiteX1118" fmla="*/ 3919266 w 5876984"/>
              <a:gd name="connsiteY1118" fmla="*/ 2318477 h 4550534"/>
              <a:gd name="connsiteX1119" fmla="*/ 3917279 w 5876984"/>
              <a:gd name="connsiteY1119" fmla="*/ 2338004 h 4550534"/>
              <a:gd name="connsiteX1120" fmla="*/ 3918483 w 5876984"/>
              <a:gd name="connsiteY1120" fmla="*/ 2338359 h 4550534"/>
              <a:gd name="connsiteX1121" fmla="*/ 3922279 w 5876984"/>
              <a:gd name="connsiteY1121" fmla="*/ 2335945 h 4550534"/>
              <a:gd name="connsiteX1122" fmla="*/ 3923892 w 5876984"/>
              <a:gd name="connsiteY1122" fmla="*/ 2336538 h 4550534"/>
              <a:gd name="connsiteX1123" fmla="*/ 3928982 w 5876984"/>
              <a:gd name="connsiteY1123" fmla="*/ 2338410 h 4550534"/>
              <a:gd name="connsiteX1124" fmla="*/ 3934895 w 5876984"/>
              <a:gd name="connsiteY1124" fmla="*/ 2326389 h 4550534"/>
              <a:gd name="connsiteX1125" fmla="*/ 3928360 w 5876984"/>
              <a:gd name="connsiteY1125" fmla="*/ 2319321 h 4550534"/>
              <a:gd name="connsiteX1126" fmla="*/ 3922952 w 5876984"/>
              <a:gd name="connsiteY1126" fmla="*/ 2315664 h 4550534"/>
              <a:gd name="connsiteX1127" fmla="*/ 4792792 w 5876984"/>
              <a:gd name="connsiteY1127" fmla="*/ 2314971 h 4550534"/>
              <a:gd name="connsiteX1128" fmla="*/ 4801494 w 5876984"/>
              <a:gd name="connsiteY1128" fmla="*/ 2321740 h 4550534"/>
              <a:gd name="connsiteX1129" fmla="*/ 4779592 w 5876984"/>
              <a:gd name="connsiteY1129" fmla="*/ 2330047 h 4550534"/>
              <a:gd name="connsiteX1130" fmla="*/ 4792792 w 5876984"/>
              <a:gd name="connsiteY1130" fmla="*/ 2314971 h 4550534"/>
              <a:gd name="connsiteX1131" fmla="*/ 3734004 w 5876984"/>
              <a:gd name="connsiteY1131" fmla="*/ 2310851 h 4550534"/>
              <a:gd name="connsiteX1132" fmla="*/ 3719329 w 5876984"/>
              <a:gd name="connsiteY1132" fmla="*/ 2315471 h 4550534"/>
              <a:gd name="connsiteX1133" fmla="*/ 3740858 w 5876984"/>
              <a:gd name="connsiteY1133" fmla="*/ 2317011 h 4550534"/>
              <a:gd name="connsiteX1134" fmla="*/ 3734004 w 5876984"/>
              <a:gd name="connsiteY1134" fmla="*/ 2310851 h 4550534"/>
              <a:gd name="connsiteX1135" fmla="*/ 3706903 w 5876984"/>
              <a:gd name="connsiteY1135" fmla="*/ 2305470 h 4550534"/>
              <a:gd name="connsiteX1136" fmla="*/ 3700992 w 5876984"/>
              <a:gd name="connsiteY1136" fmla="*/ 2305573 h 4550534"/>
              <a:gd name="connsiteX1137" fmla="*/ 3702339 w 5876984"/>
              <a:gd name="connsiteY1137" fmla="*/ 2310731 h 4550534"/>
              <a:gd name="connsiteX1138" fmla="*/ 3997130 w 5876984"/>
              <a:gd name="connsiteY1138" fmla="*/ 2300733 h 4550534"/>
              <a:gd name="connsiteX1139" fmla="*/ 3995004 w 5876984"/>
              <a:gd name="connsiteY1139" fmla="*/ 2304851 h 4550534"/>
              <a:gd name="connsiteX1140" fmla="*/ 3981049 w 5876984"/>
              <a:gd name="connsiteY1140" fmla="*/ 2305718 h 4550534"/>
              <a:gd name="connsiteX1141" fmla="*/ 3981049 w 5876984"/>
              <a:gd name="connsiteY1141" fmla="*/ 2320347 h 4550534"/>
              <a:gd name="connsiteX1142" fmla="*/ 3995850 w 5876984"/>
              <a:gd name="connsiteY1142" fmla="*/ 2323685 h 4550534"/>
              <a:gd name="connsiteX1143" fmla="*/ 3987724 w 5876984"/>
              <a:gd name="connsiteY1143" fmla="*/ 2322748 h 4550534"/>
              <a:gd name="connsiteX1144" fmla="*/ 3995635 w 5876984"/>
              <a:gd name="connsiteY1144" fmla="*/ 2331311 h 4550534"/>
              <a:gd name="connsiteX1145" fmla="*/ 4012794 w 5876984"/>
              <a:gd name="connsiteY1145" fmla="*/ 2303848 h 4550534"/>
              <a:gd name="connsiteX1146" fmla="*/ 4009904 w 5876984"/>
              <a:gd name="connsiteY1146" fmla="*/ 2303242 h 4550534"/>
              <a:gd name="connsiteX1147" fmla="*/ 4007540 w 5876984"/>
              <a:gd name="connsiteY1147" fmla="*/ 2310819 h 4550534"/>
              <a:gd name="connsiteX1148" fmla="*/ 3997868 w 5876984"/>
              <a:gd name="connsiteY1148" fmla="*/ 2312134 h 4550534"/>
              <a:gd name="connsiteX1149" fmla="*/ 4003972 w 5876984"/>
              <a:gd name="connsiteY1149" fmla="*/ 2303110 h 4550534"/>
              <a:gd name="connsiteX1150" fmla="*/ 4001288 w 5876984"/>
              <a:gd name="connsiteY1150" fmla="*/ 2301435 h 4550534"/>
              <a:gd name="connsiteX1151" fmla="*/ 3998412 w 5876984"/>
              <a:gd name="connsiteY1151" fmla="*/ 2300832 h 4550534"/>
              <a:gd name="connsiteX1152" fmla="*/ 3730812 w 5876984"/>
              <a:gd name="connsiteY1152" fmla="*/ 2300597 h 4550534"/>
              <a:gd name="connsiteX1153" fmla="*/ 3717133 w 5876984"/>
              <a:gd name="connsiteY1153" fmla="*/ 2304418 h 4550534"/>
              <a:gd name="connsiteX1154" fmla="*/ 3712937 w 5876984"/>
              <a:gd name="connsiteY1154" fmla="*/ 2307514 h 4550534"/>
              <a:gd name="connsiteX1155" fmla="*/ 3740858 w 5876984"/>
              <a:gd name="connsiteY1155" fmla="*/ 2300841 h 4550534"/>
              <a:gd name="connsiteX1156" fmla="*/ 4051020 w 5876984"/>
              <a:gd name="connsiteY1156" fmla="*/ 2294424 h 4550534"/>
              <a:gd name="connsiteX1157" fmla="*/ 4046006 w 5876984"/>
              <a:gd name="connsiteY1157" fmla="*/ 2295221 h 4550534"/>
              <a:gd name="connsiteX1158" fmla="*/ 4044418 w 5876984"/>
              <a:gd name="connsiteY1158" fmla="*/ 2307185 h 4550534"/>
              <a:gd name="connsiteX1159" fmla="*/ 4047432 w 5876984"/>
              <a:gd name="connsiteY1159" fmla="*/ 2306606 h 4550534"/>
              <a:gd name="connsiteX1160" fmla="*/ 4048582 w 5876984"/>
              <a:gd name="connsiteY1160" fmla="*/ 2303600 h 4550534"/>
              <a:gd name="connsiteX1161" fmla="*/ 4051020 w 5876984"/>
              <a:gd name="connsiteY1161" fmla="*/ 2294424 h 4550534"/>
              <a:gd name="connsiteX1162" fmla="*/ 5080188 w 5876984"/>
              <a:gd name="connsiteY1162" fmla="*/ 2291093 h 4550534"/>
              <a:gd name="connsiteX1163" fmla="*/ 5048411 w 5876984"/>
              <a:gd name="connsiteY1163" fmla="*/ 2320554 h 4550534"/>
              <a:gd name="connsiteX1164" fmla="*/ 5080188 w 5876984"/>
              <a:gd name="connsiteY1164" fmla="*/ 2291093 h 4550534"/>
              <a:gd name="connsiteX1165" fmla="*/ 4096274 w 5876984"/>
              <a:gd name="connsiteY1165" fmla="*/ 2290913 h 4550534"/>
              <a:gd name="connsiteX1166" fmla="*/ 4086894 w 5876984"/>
              <a:gd name="connsiteY1166" fmla="*/ 2293935 h 4550534"/>
              <a:gd name="connsiteX1167" fmla="*/ 4086086 w 5876984"/>
              <a:gd name="connsiteY1167" fmla="*/ 2293959 h 4550534"/>
              <a:gd name="connsiteX1168" fmla="*/ 4085922 w 5876984"/>
              <a:gd name="connsiteY1168" fmla="*/ 2294200 h 4550534"/>
              <a:gd name="connsiteX1169" fmla="*/ 4084997 w 5876984"/>
              <a:gd name="connsiteY1169" fmla="*/ 2300841 h 4550534"/>
              <a:gd name="connsiteX1170" fmla="*/ 4080119 w 5876984"/>
              <a:gd name="connsiteY1170" fmla="*/ 2296830 h 4550534"/>
              <a:gd name="connsiteX1171" fmla="*/ 4079226 w 5876984"/>
              <a:gd name="connsiteY1171" fmla="*/ 2294168 h 4550534"/>
              <a:gd name="connsiteX1172" fmla="*/ 4066202 w 5876984"/>
              <a:gd name="connsiteY1172" fmla="*/ 2294564 h 4550534"/>
              <a:gd name="connsiteX1173" fmla="*/ 4063564 w 5876984"/>
              <a:gd name="connsiteY1173" fmla="*/ 2292812 h 4550534"/>
              <a:gd name="connsiteX1174" fmla="*/ 4061491 w 5876984"/>
              <a:gd name="connsiteY1174" fmla="*/ 2297857 h 4550534"/>
              <a:gd name="connsiteX1175" fmla="*/ 4060963 w 5876984"/>
              <a:gd name="connsiteY1175" fmla="*/ 2299007 h 4550534"/>
              <a:gd name="connsiteX1176" fmla="*/ 4063596 w 5876984"/>
              <a:gd name="connsiteY1176" fmla="*/ 2298971 h 4550534"/>
              <a:gd name="connsiteX1177" fmla="*/ 4054500 w 5876984"/>
              <a:gd name="connsiteY1177" fmla="*/ 2309590 h 4550534"/>
              <a:gd name="connsiteX1178" fmla="*/ 4063483 w 5876984"/>
              <a:gd name="connsiteY1178" fmla="*/ 2310975 h 4550534"/>
              <a:gd name="connsiteX1179" fmla="*/ 4075284 w 5876984"/>
              <a:gd name="connsiteY1179" fmla="*/ 2308829 h 4550534"/>
              <a:gd name="connsiteX1180" fmla="*/ 4080324 w 5876984"/>
              <a:gd name="connsiteY1180" fmla="*/ 2307442 h 4550534"/>
              <a:gd name="connsiteX1181" fmla="*/ 4070515 w 5876984"/>
              <a:gd name="connsiteY1181" fmla="*/ 2305654 h 4550534"/>
              <a:gd name="connsiteX1182" fmla="*/ 4083432 w 5876984"/>
              <a:gd name="connsiteY1182" fmla="*/ 2304128 h 4550534"/>
              <a:gd name="connsiteX1183" fmla="*/ 4088490 w 5876984"/>
              <a:gd name="connsiteY1183" fmla="*/ 2298342 h 4550534"/>
              <a:gd name="connsiteX1184" fmla="*/ 4098370 w 5876984"/>
              <a:gd name="connsiteY1184" fmla="*/ 2295995 h 4550534"/>
              <a:gd name="connsiteX1185" fmla="*/ 4098621 w 5876984"/>
              <a:gd name="connsiteY1185" fmla="*/ 2293172 h 4550534"/>
              <a:gd name="connsiteX1186" fmla="*/ 4211107 w 5876984"/>
              <a:gd name="connsiteY1186" fmla="*/ 2287279 h 4550534"/>
              <a:gd name="connsiteX1187" fmla="*/ 4146169 w 5876984"/>
              <a:gd name="connsiteY1187" fmla="*/ 2295280 h 4550534"/>
              <a:gd name="connsiteX1188" fmla="*/ 4211107 w 5876984"/>
              <a:gd name="connsiteY1188" fmla="*/ 2287279 h 4550534"/>
              <a:gd name="connsiteX1189" fmla="*/ 4050811 w 5876984"/>
              <a:gd name="connsiteY1189" fmla="*/ 2284341 h 4550534"/>
              <a:gd name="connsiteX1190" fmla="*/ 4050708 w 5876984"/>
              <a:gd name="connsiteY1190" fmla="*/ 2284565 h 4550534"/>
              <a:gd name="connsiteX1191" fmla="*/ 4051020 w 5876984"/>
              <a:gd name="connsiteY1191" fmla="*/ 2284671 h 4550534"/>
              <a:gd name="connsiteX1192" fmla="*/ 4051154 w 5876984"/>
              <a:gd name="connsiteY1192" fmla="*/ 2284569 h 4550534"/>
              <a:gd name="connsiteX1193" fmla="*/ 4815466 w 5876984"/>
              <a:gd name="connsiteY1193" fmla="*/ 2283884 h 4550534"/>
              <a:gd name="connsiteX1194" fmla="*/ 4821771 w 5876984"/>
              <a:gd name="connsiteY1194" fmla="*/ 2298650 h 4550534"/>
              <a:gd name="connsiteX1195" fmla="*/ 4798876 w 5876984"/>
              <a:gd name="connsiteY1195" fmla="*/ 2297096 h 4550534"/>
              <a:gd name="connsiteX1196" fmla="*/ 4815466 w 5876984"/>
              <a:gd name="connsiteY1196" fmla="*/ 2283884 h 4550534"/>
              <a:gd name="connsiteX1197" fmla="*/ 4393033 w 5876984"/>
              <a:gd name="connsiteY1197" fmla="*/ 2282414 h 4550534"/>
              <a:gd name="connsiteX1198" fmla="*/ 4352729 w 5876984"/>
              <a:gd name="connsiteY1198" fmla="*/ 2305129 h 4550534"/>
              <a:gd name="connsiteX1199" fmla="*/ 4346348 w 5876984"/>
              <a:gd name="connsiteY1199" fmla="*/ 2292223 h 4550534"/>
              <a:gd name="connsiteX1200" fmla="*/ 4377918 w 5876984"/>
              <a:gd name="connsiteY1200" fmla="*/ 2293771 h 4550534"/>
              <a:gd name="connsiteX1201" fmla="*/ 4393033 w 5876984"/>
              <a:gd name="connsiteY1201" fmla="*/ 2282414 h 4550534"/>
              <a:gd name="connsiteX1202" fmla="*/ 4029086 w 5876984"/>
              <a:gd name="connsiteY1202" fmla="*/ 2280924 h 4550534"/>
              <a:gd name="connsiteX1203" fmla="*/ 4026318 w 5876984"/>
              <a:gd name="connsiteY1203" fmla="*/ 2285146 h 4550534"/>
              <a:gd name="connsiteX1204" fmla="*/ 4029616 w 5876984"/>
              <a:gd name="connsiteY1204" fmla="*/ 2281262 h 4550534"/>
              <a:gd name="connsiteX1205" fmla="*/ 4320494 w 5876984"/>
              <a:gd name="connsiteY1205" fmla="*/ 2280189 h 4550534"/>
              <a:gd name="connsiteX1206" fmla="*/ 4326810 w 5876984"/>
              <a:gd name="connsiteY1206" fmla="*/ 2283553 h 4550534"/>
              <a:gd name="connsiteX1207" fmla="*/ 4314082 w 5876984"/>
              <a:gd name="connsiteY1207" fmla="*/ 2284980 h 4550534"/>
              <a:gd name="connsiteX1208" fmla="*/ 4308329 w 5876984"/>
              <a:gd name="connsiteY1208" fmla="*/ 2293916 h 4550534"/>
              <a:gd name="connsiteX1209" fmla="*/ 4313454 w 5876984"/>
              <a:gd name="connsiteY1209" fmla="*/ 2295489 h 4550534"/>
              <a:gd name="connsiteX1210" fmla="*/ 4313454 w 5876984"/>
              <a:gd name="connsiteY1210" fmla="*/ 2316265 h 4550534"/>
              <a:gd name="connsiteX1211" fmla="*/ 4295996 w 5876984"/>
              <a:gd name="connsiteY1211" fmla="*/ 2297262 h 4550534"/>
              <a:gd name="connsiteX1212" fmla="*/ 4300445 w 5876984"/>
              <a:gd name="connsiteY1212" fmla="*/ 2293968 h 4550534"/>
              <a:gd name="connsiteX1213" fmla="*/ 4304223 w 5876984"/>
              <a:gd name="connsiteY1213" fmla="*/ 2293692 h 4550534"/>
              <a:gd name="connsiteX1214" fmla="*/ 4301352 w 5876984"/>
              <a:gd name="connsiteY1214" fmla="*/ 2292627 h 4550534"/>
              <a:gd name="connsiteX1215" fmla="*/ 4288498 w 5876984"/>
              <a:gd name="connsiteY1215" fmla="*/ 2290037 h 4550534"/>
              <a:gd name="connsiteX1216" fmla="*/ 4320494 w 5876984"/>
              <a:gd name="connsiteY1216" fmla="*/ 2280189 h 4550534"/>
              <a:gd name="connsiteX1217" fmla="*/ 4124036 w 5876984"/>
              <a:gd name="connsiteY1217" fmla="*/ 2268617 h 4550534"/>
              <a:gd name="connsiteX1218" fmla="*/ 4118529 w 5876984"/>
              <a:gd name="connsiteY1218" fmla="*/ 2271540 h 4550534"/>
              <a:gd name="connsiteX1219" fmla="*/ 4118763 w 5876984"/>
              <a:gd name="connsiteY1219" fmla="*/ 2271838 h 4550534"/>
              <a:gd name="connsiteX1220" fmla="*/ 4121328 w 5876984"/>
              <a:gd name="connsiteY1220" fmla="*/ 2276714 h 4550534"/>
              <a:gd name="connsiteX1221" fmla="*/ 4130916 w 5876984"/>
              <a:gd name="connsiteY1221" fmla="*/ 2274244 h 4550534"/>
              <a:gd name="connsiteX1222" fmla="*/ 4137012 w 5876984"/>
              <a:gd name="connsiteY1222" fmla="*/ 2269613 h 4550534"/>
              <a:gd name="connsiteX1223" fmla="*/ 229295 w 5876984"/>
              <a:gd name="connsiteY1223" fmla="*/ 2268521 h 4550534"/>
              <a:gd name="connsiteX1224" fmla="*/ 214491 w 5876984"/>
              <a:gd name="connsiteY1224" fmla="*/ 2295979 h 4550534"/>
              <a:gd name="connsiteX1225" fmla="*/ 229295 w 5876984"/>
              <a:gd name="connsiteY1225" fmla="*/ 2268521 h 4550534"/>
              <a:gd name="connsiteX1226" fmla="*/ 4314942 w 5876984"/>
              <a:gd name="connsiteY1226" fmla="*/ 2266839 h 4550534"/>
              <a:gd name="connsiteX1227" fmla="*/ 4300108 w 5876984"/>
              <a:gd name="connsiteY1227" fmla="*/ 2281424 h 4550534"/>
              <a:gd name="connsiteX1228" fmla="*/ 4287296 w 5876984"/>
              <a:gd name="connsiteY1228" fmla="*/ 2271700 h 4550534"/>
              <a:gd name="connsiteX1229" fmla="*/ 4253246 w 5876984"/>
              <a:gd name="connsiteY1229" fmla="*/ 2289355 h 4550534"/>
              <a:gd name="connsiteX1230" fmla="*/ 4218857 w 5876984"/>
              <a:gd name="connsiteY1230" fmla="*/ 2286029 h 4550534"/>
              <a:gd name="connsiteX1231" fmla="*/ 4314942 w 5876984"/>
              <a:gd name="connsiteY1231" fmla="*/ 2266839 h 4550534"/>
              <a:gd name="connsiteX1232" fmla="*/ 4117340 w 5876984"/>
              <a:gd name="connsiteY1232" fmla="*/ 2266688 h 4550534"/>
              <a:gd name="connsiteX1233" fmla="*/ 4114936 w 5876984"/>
              <a:gd name="connsiteY1233" fmla="*/ 2266961 h 4550534"/>
              <a:gd name="connsiteX1234" fmla="*/ 4115642 w 5876984"/>
              <a:gd name="connsiteY1234" fmla="*/ 2267862 h 4550534"/>
              <a:gd name="connsiteX1235" fmla="*/ 4117172 w 5876984"/>
              <a:gd name="connsiteY1235" fmla="*/ 2266842 h 4550534"/>
              <a:gd name="connsiteX1236" fmla="*/ 4195673 w 5876984"/>
              <a:gd name="connsiteY1236" fmla="*/ 2255411 h 4550534"/>
              <a:gd name="connsiteX1237" fmla="*/ 4169098 w 5876984"/>
              <a:gd name="connsiteY1237" fmla="*/ 2259934 h 4550534"/>
              <a:gd name="connsiteX1238" fmla="*/ 4154948 w 5876984"/>
              <a:gd name="connsiteY1238" fmla="*/ 2263675 h 4550534"/>
              <a:gd name="connsiteX1239" fmla="*/ 4153037 w 5876984"/>
              <a:gd name="connsiteY1239" fmla="*/ 2266210 h 4550534"/>
              <a:gd name="connsiteX1240" fmla="*/ 4165902 w 5876984"/>
              <a:gd name="connsiteY1240" fmla="*/ 2265292 h 4550534"/>
              <a:gd name="connsiteX1241" fmla="*/ 4189282 w 5876984"/>
              <a:gd name="connsiteY1241" fmla="*/ 2263624 h 4550534"/>
              <a:gd name="connsiteX1242" fmla="*/ 4195673 w 5876984"/>
              <a:gd name="connsiteY1242" fmla="*/ 2255411 h 4550534"/>
              <a:gd name="connsiteX1243" fmla="*/ 4340304 w 5876984"/>
              <a:gd name="connsiteY1243" fmla="*/ 2250968 h 4550534"/>
              <a:gd name="connsiteX1244" fmla="*/ 4352038 w 5876984"/>
              <a:gd name="connsiteY1244" fmla="*/ 2252148 h 4550534"/>
              <a:gd name="connsiteX1245" fmla="*/ 4329112 w 5876984"/>
              <a:gd name="connsiteY1245" fmla="*/ 2270043 h 4550534"/>
              <a:gd name="connsiteX1246" fmla="*/ 4340304 w 5876984"/>
              <a:gd name="connsiteY1246" fmla="*/ 2250968 h 4550534"/>
              <a:gd name="connsiteX1247" fmla="*/ 4232592 w 5876984"/>
              <a:gd name="connsiteY1247" fmla="*/ 2247129 h 4550534"/>
              <a:gd name="connsiteX1248" fmla="*/ 4206101 w 5876984"/>
              <a:gd name="connsiteY1248" fmla="*/ 2247454 h 4550534"/>
              <a:gd name="connsiteX1249" fmla="*/ 4204083 w 5876984"/>
              <a:gd name="connsiteY1249" fmla="*/ 2257207 h 4550534"/>
              <a:gd name="connsiteX1250" fmla="*/ 4236040 w 5876984"/>
              <a:gd name="connsiteY1250" fmla="*/ 2250534 h 4550534"/>
              <a:gd name="connsiteX1251" fmla="*/ 4232592 w 5876984"/>
              <a:gd name="connsiteY1251" fmla="*/ 2247129 h 4550534"/>
              <a:gd name="connsiteX1252" fmla="*/ 5230213 w 5876984"/>
              <a:gd name="connsiteY1252" fmla="*/ 2238614 h 4550534"/>
              <a:gd name="connsiteX1253" fmla="*/ 5213260 w 5876984"/>
              <a:gd name="connsiteY1253" fmla="*/ 2260997 h 4550534"/>
              <a:gd name="connsiteX1254" fmla="*/ 5230213 w 5876984"/>
              <a:gd name="connsiteY1254" fmla="*/ 2238614 h 4550534"/>
              <a:gd name="connsiteX1255" fmla="*/ 4273496 w 5876984"/>
              <a:gd name="connsiteY1255" fmla="*/ 2238462 h 4550534"/>
              <a:gd name="connsiteX1256" fmla="*/ 4244450 w 5876984"/>
              <a:gd name="connsiteY1256" fmla="*/ 2242577 h 4550534"/>
              <a:gd name="connsiteX1257" fmla="*/ 4255216 w 5876984"/>
              <a:gd name="connsiteY1257" fmla="*/ 2248994 h 4550534"/>
              <a:gd name="connsiteX1258" fmla="*/ 4238059 w 5876984"/>
              <a:gd name="connsiteY1258" fmla="*/ 2263624 h 4550534"/>
              <a:gd name="connsiteX1259" fmla="*/ 4262406 w 5876984"/>
              <a:gd name="connsiteY1259" fmla="*/ 2257335 h 4550534"/>
              <a:gd name="connsiteX1260" fmla="*/ 4276548 w 5876984"/>
              <a:gd name="connsiteY1260" fmla="*/ 2244308 h 4550534"/>
              <a:gd name="connsiteX1261" fmla="*/ 4271848 w 5876984"/>
              <a:gd name="connsiteY1261" fmla="*/ 2242249 h 4550534"/>
              <a:gd name="connsiteX1262" fmla="*/ 4273498 w 5876984"/>
              <a:gd name="connsiteY1262" fmla="*/ 2239065 h 4550534"/>
              <a:gd name="connsiteX1263" fmla="*/ 4274228 w 5876984"/>
              <a:gd name="connsiteY1263" fmla="*/ 2239073 h 4550534"/>
              <a:gd name="connsiteX1264" fmla="*/ 4348668 w 5876984"/>
              <a:gd name="connsiteY1264" fmla="*/ 2238099 h 4550534"/>
              <a:gd name="connsiteX1265" fmla="*/ 4351426 w 5876984"/>
              <a:gd name="connsiteY1265" fmla="*/ 2238663 h 4550534"/>
              <a:gd name="connsiteX1266" fmla="*/ 4353108 w 5876984"/>
              <a:gd name="connsiteY1266" fmla="*/ 2240781 h 4550534"/>
              <a:gd name="connsiteX1267" fmla="*/ 4347286 w 5876984"/>
              <a:gd name="connsiteY1267" fmla="*/ 2237265 h 4550534"/>
              <a:gd name="connsiteX1268" fmla="*/ 4348668 w 5876984"/>
              <a:gd name="connsiteY1268" fmla="*/ 2238099 h 4550534"/>
              <a:gd name="connsiteX1269" fmla="*/ 4346716 w 5876984"/>
              <a:gd name="connsiteY1269" fmla="*/ 2237700 h 4550534"/>
              <a:gd name="connsiteX1270" fmla="*/ 89529 w 5876984"/>
              <a:gd name="connsiteY1270" fmla="*/ 2233800 h 4550534"/>
              <a:gd name="connsiteX1271" fmla="*/ 121306 w 5876984"/>
              <a:gd name="connsiteY1271" fmla="*/ 2233800 h 4550534"/>
              <a:gd name="connsiteX1272" fmla="*/ 93877 w 5876984"/>
              <a:gd name="connsiteY1272" fmla="*/ 2248567 h 4550534"/>
              <a:gd name="connsiteX1273" fmla="*/ 89529 w 5876984"/>
              <a:gd name="connsiteY1273" fmla="*/ 2233800 h 4550534"/>
              <a:gd name="connsiteX1274" fmla="*/ 4709530 w 5876984"/>
              <a:gd name="connsiteY1274" fmla="*/ 2227296 h 4550534"/>
              <a:gd name="connsiteX1275" fmla="*/ 4677234 w 5876984"/>
              <a:gd name="connsiteY1275" fmla="*/ 2245172 h 4550534"/>
              <a:gd name="connsiteX1276" fmla="*/ 4709530 w 5876984"/>
              <a:gd name="connsiteY1276" fmla="*/ 2227296 h 4550534"/>
              <a:gd name="connsiteX1277" fmla="*/ 4314759 w 5876984"/>
              <a:gd name="connsiteY1277" fmla="*/ 2223071 h 4550534"/>
              <a:gd name="connsiteX1278" fmla="*/ 4307820 w 5876984"/>
              <a:gd name="connsiteY1278" fmla="*/ 2231412 h 4550534"/>
              <a:gd name="connsiteX1279" fmla="*/ 4305772 w 5876984"/>
              <a:gd name="connsiteY1279" fmla="*/ 2232321 h 4550534"/>
              <a:gd name="connsiteX1280" fmla="*/ 4305581 w 5876984"/>
              <a:gd name="connsiteY1280" fmla="*/ 2236257 h 4550534"/>
              <a:gd name="connsiteX1281" fmla="*/ 4295440 w 5876984"/>
              <a:gd name="connsiteY1281" fmla="*/ 2244238 h 4550534"/>
              <a:gd name="connsiteX1282" fmla="*/ 4288156 w 5876984"/>
              <a:gd name="connsiteY1282" fmla="*/ 2245599 h 4550534"/>
              <a:gd name="connsiteX1283" fmla="*/ 4286674 w 5876984"/>
              <a:gd name="connsiteY1283" fmla="*/ 2249439 h 4550534"/>
              <a:gd name="connsiteX1284" fmla="*/ 4293566 w 5876984"/>
              <a:gd name="connsiteY1284" fmla="*/ 2253871 h 4550534"/>
              <a:gd name="connsiteX1285" fmla="*/ 4325187 w 5876984"/>
              <a:gd name="connsiteY1285" fmla="*/ 2231284 h 4550534"/>
              <a:gd name="connsiteX1286" fmla="*/ 4324342 w 5876984"/>
              <a:gd name="connsiteY1286" fmla="*/ 2227437 h 4550534"/>
              <a:gd name="connsiteX1287" fmla="*/ 4321376 w 5876984"/>
              <a:gd name="connsiteY1287" fmla="*/ 2227116 h 4550534"/>
              <a:gd name="connsiteX1288" fmla="*/ 4315936 w 5876984"/>
              <a:gd name="connsiteY1288" fmla="*/ 2223434 h 4550534"/>
              <a:gd name="connsiteX1289" fmla="*/ 5175362 w 5876984"/>
              <a:gd name="connsiteY1289" fmla="*/ 2214846 h 4550534"/>
              <a:gd name="connsiteX1290" fmla="*/ 5175362 w 5876984"/>
              <a:gd name="connsiteY1290" fmla="*/ 2226248 h 4550534"/>
              <a:gd name="connsiteX1291" fmla="*/ 5196342 w 5876984"/>
              <a:gd name="connsiteY1291" fmla="*/ 2224474 h 4550534"/>
              <a:gd name="connsiteX1292" fmla="*/ 5194344 w 5876984"/>
              <a:gd name="connsiteY1292" fmla="*/ 2242211 h 4550534"/>
              <a:gd name="connsiteX1293" fmla="*/ 5162708 w 5876984"/>
              <a:gd name="connsiteY1293" fmla="*/ 2240437 h 4550534"/>
              <a:gd name="connsiteX1294" fmla="*/ 5175362 w 5876984"/>
              <a:gd name="connsiteY1294" fmla="*/ 2214846 h 4550534"/>
              <a:gd name="connsiteX1295" fmla="*/ 4927192 w 5876984"/>
              <a:gd name="connsiteY1295" fmla="*/ 2214846 h 4550534"/>
              <a:gd name="connsiteX1296" fmla="*/ 4927192 w 5876984"/>
              <a:gd name="connsiteY1296" fmla="*/ 2232699 h 4550534"/>
              <a:gd name="connsiteX1297" fmla="*/ 4927192 w 5876984"/>
              <a:gd name="connsiteY1297" fmla="*/ 2214846 h 4550534"/>
              <a:gd name="connsiteX1298" fmla="*/ 4403194 w 5876984"/>
              <a:gd name="connsiteY1298" fmla="*/ 2207941 h 4550534"/>
              <a:gd name="connsiteX1299" fmla="*/ 4390768 w 5876984"/>
              <a:gd name="connsiteY1299" fmla="*/ 2208431 h 4550534"/>
              <a:gd name="connsiteX1300" fmla="*/ 4382956 w 5876984"/>
              <a:gd name="connsiteY1300" fmla="*/ 2212469 h 4550534"/>
              <a:gd name="connsiteX1301" fmla="*/ 4382755 w 5876984"/>
              <a:gd name="connsiteY1301" fmla="*/ 2213837 h 4550534"/>
              <a:gd name="connsiteX1302" fmla="*/ 4392698 w 5876984"/>
              <a:gd name="connsiteY1302" fmla="*/ 2211541 h 4550534"/>
              <a:gd name="connsiteX1303" fmla="*/ 4949362 w 5876984"/>
              <a:gd name="connsiteY1303" fmla="*/ 2201265 h 4550534"/>
              <a:gd name="connsiteX1304" fmla="*/ 4953647 w 5876984"/>
              <a:gd name="connsiteY1304" fmla="*/ 2211345 h 4550534"/>
              <a:gd name="connsiteX1305" fmla="*/ 4959910 w 5876984"/>
              <a:gd name="connsiteY1305" fmla="*/ 2206305 h 4550534"/>
              <a:gd name="connsiteX1306" fmla="*/ 4945405 w 5876984"/>
              <a:gd name="connsiteY1306" fmla="*/ 2216385 h 4550534"/>
              <a:gd name="connsiteX1307" fmla="*/ 4936834 w 5876984"/>
              <a:gd name="connsiteY1307" fmla="*/ 2207897 h 4550534"/>
              <a:gd name="connsiteX1308" fmla="*/ 4949362 w 5876984"/>
              <a:gd name="connsiteY1308" fmla="*/ 2201265 h 4550534"/>
              <a:gd name="connsiteX1309" fmla="*/ 23112 w 5876984"/>
              <a:gd name="connsiteY1309" fmla="*/ 2187684 h 4550534"/>
              <a:gd name="connsiteX1310" fmla="*/ 42206 w 5876984"/>
              <a:gd name="connsiteY1310" fmla="*/ 2227897 h 4550534"/>
              <a:gd name="connsiteX1311" fmla="*/ 52925 w 5876984"/>
              <a:gd name="connsiteY1311" fmla="*/ 2226370 h 4550534"/>
              <a:gd name="connsiteX1312" fmla="*/ 50579 w 5876984"/>
              <a:gd name="connsiteY1312" fmla="*/ 2205500 h 4550534"/>
              <a:gd name="connsiteX1313" fmla="*/ 88766 w 5876984"/>
              <a:gd name="connsiteY1313" fmla="*/ 2200664 h 4550534"/>
              <a:gd name="connsiteX1314" fmla="*/ 54934 w 5876984"/>
              <a:gd name="connsiteY1314" fmla="*/ 2234260 h 4550534"/>
              <a:gd name="connsiteX1315" fmla="*/ 19092 w 5876984"/>
              <a:gd name="connsiteY1315" fmla="*/ 2240623 h 4550534"/>
              <a:gd name="connsiteX1316" fmla="*/ 0 w 5876984"/>
              <a:gd name="connsiteY1316" fmla="*/ 2218226 h 4550534"/>
              <a:gd name="connsiteX1317" fmla="*/ 21102 w 5876984"/>
              <a:gd name="connsiteY1317" fmla="*/ 2205500 h 4550534"/>
              <a:gd name="connsiteX1318" fmla="*/ 23112 w 5876984"/>
              <a:gd name="connsiteY1318" fmla="*/ 2187684 h 4550534"/>
              <a:gd name="connsiteX1319" fmla="*/ 56320 w 5876984"/>
              <a:gd name="connsiteY1319" fmla="*/ 2178681 h 4550534"/>
              <a:gd name="connsiteX1320" fmla="*/ 71320 w 5876984"/>
              <a:gd name="connsiteY1320" fmla="*/ 2196484 h 4550534"/>
              <a:gd name="connsiteX1321" fmla="*/ 54319 w 5876984"/>
              <a:gd name="connsiteY1321" fmla="*/ 2193177 h 4550534"/>
              <a:gd name="connsiteX1322" fmla="*/ 56320 w 5876984"/>
              <a:gd name="connsiteY1322" fmla="*/ 2178681 h 4550534"/>
              <a:gd name="connsiteX1323" fmla="*/ 3741026 w 5876984"/>
              <a:gd name="connsiteY1323" fmla="*/ 2173277 h 4550534"/>
              <a:gd name="connsiteX1324" fmla="*/ 3723450 w 5876984"/>
              <a:gd name="connsiteY1324" fmla="*/ 2175803 h 4550534"/>
              <a:gd name="connsiteX1325" fmla="*/ 3719276 w 5876984"/>
              <a:gd name="connsiteY1325" fmla="*/ 2175962 h 4550534"/>
              <a:gd name="connsiteX1326" fmla="*/ 3719597 w 5876984"/>
              <a:gd name="connsiteY1326" fmla="*/ 2177253 h 4550534"/>
              <a:gd name="connsiteX1327" fmla="*/ 3727834 w 5876984"/>
              <a:gd name="connsiteY1327" fmla="*/ 2177313 h 4550534"/>
              <a:gd name="connsiteX1328" fmla="*/ 3726584 w 5876984"/>
              <a:gd name="connsiteY1328" fmla="*/ 2180684 h 4550534"/>
              <a:gd name="connsiteX1329" fmla="*/ 3731439 w 5876984"/>
              <a:gd name="connsiteY1329" fmla="*/ 2180592 h 4550534"/>
              <a:gd name="connsiteX1330" fmla="*/ 3762052 w 5876984"/>
              <a:gd name="connsiteY1330" fmla="*/ 2182517 h 4550534"/>
              <a:gd name="connsiteX1331" fmla="*/ 3741026 w 5876984"/>
              <a:gd name="connsiteY1331" fmla="*/ 2173277 h 4550534"/>
              <a:gd name="connsiteX1332" fmla="*/ 3903116 w 5876984"/>
              <a:gd name="connsiteY1332" fmla="*/ 2171209 h 4550534"/>
              <a:gd name="connsiteX1333" fmla="*/ 3897958 w 5876984"/>
              <a:gd name="connsiteY1333" fmla="*/ 2173020 h 4550534"/>
              <a:gd name="connsiteX1334" fmla="*/ 3902800 w 5876984"/>
              <a:gd name="connsiteY1334" fmla="*/ 2172750 h 4550534"/>
              <a:gd name="connsiteX1335" fmla="*/ 3826031 w 5876984"/>
              <a:gd name="connsiteY1335" fmla="*/ 2169247 h 4550534"/>
              <a:gd name="connsiteX1336" fmla="*/ 3814447 w 5876984"/>
              <a:gd name="connsiteY1336" fmla="*/ 2171241 h 4550534"/>
              <a:gd name="connsiteX1337" fmla="*/ 3812675 w 5876984"/>
              <a:gd name="connsiteY1337" fmla="*/ 2172447 h 4550534"/>
              <a:gd name="connsiteX1338" fmla="*/ 3809308 w 5876984"/>
              <a:gd name="connsiteY1338" fmla="*/ 2173255 h 4550534"/>
              <a:gd name="connsiteX1339" fmla="*/ 3799918 w 5876984"/>
              <a:gd name="connsiteY1339" fmla="*/ 2176970 h 4550534"/>
              <a:gd name="connsiteX1340" fmla="*/ 3787618 w 5876984"/>
              <a:gd name="connsiteY1340" fmla="*/ 2180977 h 4550534"/>
              <a:gd name="connsiteX1341" fmla="*/ 3830005 w 5876984"/>
              <a:gd name="connsiteY1341" fmla="*/ 2176357 h 4550534"/>
              <a:gd name="connsiteX1342" fmla="*/ 3828009 w 5876984"/>
              <a:gd name="connsiteY1342" fmla="*/ 2172785 h 4550534"/>
              <a:gd name="connsiteX1343" fmla="*/ 3827756 w 5876984"/>
              <a:gd name="connsiteY1343" fmla="*/ 2172694 h 4550534"/>
              <a:gd name="connsiteX1344" fmla="*/ 3827881 w 5876984"/>
              <a:gd name="connsiteY1344" fmla="*/ 2172555 h 4550534"/>
              <a:gd name="connsiteX1345" fmla="*/ 5285412 w 5876984"/>
              <a:gd name="connsiteY1345" fmla="*/ 2167462 h 4550534"/>
              <a:gd name="connsiteX1346" fmla="*/ 5294008 w 5876984"/>
              <a:gd name="connsiteY1346" fmla="*/ 2171423 h 4550534"/>
              <a:gd name="connsiteX1347" fmla="*/ 5271168 w 5876984"/>
              <a:gd name="connsiteY1347" fmla="*/ 2187426 h 4550534"/>
              <a:gd name="connsiteX1348" fmla="*/ 5285412 w 5876984"/>
              <a:gd name="connsiteY1348" fmla="*/ 2167462 h 4550534"/>
              <a:gd name="connsiteX1349" fmla="*/ 3920843 w 5876984"/>
              <a:gd name="connsiteY1349" fmla="*/ 2164986 h 4550534"/>
              <a:gd name="connsiteX1350" fmla="*/ 3918926 w 5876984"/>
              <a:gd name="connsiteY1350" fmla="*/ 2165658 h 4550534"/>
              <a:gd name="connsiteX1351" fmla="*/ 3921284 w 5876984"/>
              <a:gd name="connsiteY1351" fmla="*/ 2166277 h 4550534"/>
              <a:gd name="connsiteX1352" fmla="*/ 3629215 w 5876984"/>
              <a:gd name="connsiteY1352" fmla="*/ 2160700 h 4550534"/>
              <a:gd name="connsiteX1353" fmla="*/ 3613362 w 5876984"/>
              <a:gd name="connsiteY1353" fmla="*/ 2161727 h 4550534"/>
              <a:gd name="connsiteX1354" fmla="*/ 3612978 w 5876984"/>
              <a:gd name="connsiteY1354" fmla="*/ 2162586 h 4550534"/>
              <a:gd name="connsiteX1355" fmla="*/ 3613111 w 5876984"/>
              <a:gd name="connsiteY1355" fmla="*/ 2162940 h 4550534"/>
              <a:gd name="connsiteX1356" fmla="*/ 3612886 w 5876984"/>
              <a:gd name="connsiteY1356" fmla="*/ 2162789 h 4550534"/>
              <a:gd name="connsiteX1357" fmla="*/ 3610124 w 5876984"/>
              <a:gd name="connsiteY1357" fmla="*/ 2168946 h 4550534"/>
              <a:gd name="connsiteX1358" fmla="*/ 3607922 w 5876984"/>
              <a:gd name="connsiteY1358" fmla="*/ 2171725 h 4550534"/>
              <a:gd name="connsiteX1359" fmla="*/ 3606545 w 5876984"/>
              <a:gd name="connsiteY1359" fmla="*/ 2172594 h 4550534"/>
              <a:gd name="connsiteX1360" fmla="*/ 3605778 w 5876984"/>
              <a:gd name="connsiteY1360" fmla="*/ 2176259 h 4550534"/>
              <a:gd name="connsiteX1361" fmla="*/ 3603275 w 5876984"/>
              <a:gd name="connsiteY1361" fmla="*/ 2176527 h 4550534"/>
              <a:gd name="connsiteX1362" fmla="*/ 3609966 w 5876984"/>
              <a:gd name="connsiteY1362" fmla="*/ 2176950 h 4550534"/>
              <a:gd name="connsiteX1363" fmla="*/ 3632201 w 5876984"/>
              <a:gd name="connsiteY1363" fmla="*/ 2168144 h 4550534"/>
              <a:gd name="connsiteX1364" fmla="*/ 3634100 w 5876984"/>
              <a:gd name="connsiteY1364" fmla="*/ 2162467 h 4550534"/>
              <a:gd name="connsiteX1365" fmla="*/ 3634022 w 5876984"/>
              <a:gd name="connsiteY1365" fmla="*/ 2162340 h 4550534"/>
              <a:gd name="connsiteX1366" fmla="*/ 3570080 w 5876984"/>
              <a:gd name="connsiteY1366" fmla="*/ 2159937 h 4550534"/>
              <a:gd name="connsiteX1367" fmla="*/ 3569430 w 5876984"/>
              <a:gd name="connsiteY1367" fmla="*/ 2163190 h 4550534"/>
              <a:gd name="connsiteX1368" fmla="*/ 3572658 w 5876984"/>
              <a:gd name="connsiteY1368" fmla="*/ 2160187 h 4550534"/>
              <a:gd name="connsiteX1369" fmla="*/ 3853553 w 5876984"/>
              <a:gd name="connsiteY1369" fmla="*/ 2158390 h 4550534"/>
              <a:gd name="connsiteX1370" fmla="*/ 3853170 w 5876984"/>
              <a:gd name="connsiteY1370" fmla="*/ 2158975 h 4550534"/>
              <a:gd name="connsiteX1371" fmla="*/ 3854270 w 5876984"/>
              <a:gd name="connsiteY1371" fmla="*/ 2158765 h 4550534"/>
              <a:gd name="connsiteX1372" fmla="*/ 5331004 w 5876984"/>
              <a:gd name="connsiteY1372" fmla="*/ 2157127 h 4550534"/>
              <a:gd name="connsiteX1373" fmla="*/ 5309595 w 5876984"/>
              <a:gd name="connsiteY1373" fmla="*/ 2181763 h 4550534"/>
              <a:gd name="connsiteX1374" fmla="*/ 5331004 w 5876984"/>
              <a:gd name="connsiteY1374" fmla="*/ 2157127 h 4550534"/>
              <a:gd name="connsiteX1375" fmla="*/ 3720758 w 5876984"/>
              <a:gd name="connsiteY1375" fmla="*/ 2149792 h 4550534"/>
              <a:gd name="connsiteX1376" fmla="*/ 3710919 w 5876984"/>
              <a:gd name="connsiteY1376" fmla="*/ 2155310 h 4550534"/>
              <a:gd name="connsiteX1377" fmla="*/ 3720052 w 5876984"/>
              <a:gd name="connsiteY1377" fmla="*/ 2156503 h 4550534"/>
              <a:gd name="connsiteX1378" fmla="*/ 3721442 w 5876984"/>
              <a:gd name="connsiteY1378" fmla="*/ 2154983 h 4550534"/>
              <a:gd name="connsiteX1379" fmla="*/ 3721120 w 5876984"/>
              <a:gd name="connsiteY1379" fmla="*/ 2156643 h 4550534"/>
              <a:gd name="connsiteX1380" fmla="*/ 3724669 w 5876984"/>
              <a:gd name="connsiteY1380" fmla="*/ 2157106 h 4550534"/>
              <a:gd name="connsiteX1381" fmla="*/ 3732112 w 5876984"/>
              <a:gd name="connsiteY1381" fmla="*/ 2150434 h 4550534"/>
              <a:gd name="connsiteX1382" fmla="*/ 3720758 w 5876984"/>
              <a:gd name="connsiteY1382" fmla="*/ 2149792 h 4550534"/>
              <a:gd name="connsiteX1383" fmla="*/ 3877635 w 5876984"/>
              <a:gd name="connsiteY1383" fmla="*/ 2147220 h 4550534"/>
              <a:gd name="connsiteX1384" fmla="*/ 3874226 w 5876984"/>
              <a:gd name="connsiteY1384" fmla="*/ 2149657 h 4550534"/>
              <a:gd name="connsiteX1385" fmla="*/ 3876764 w 5876984"/>
              <a:gd name="connsiteY1385" fmla="*/ 2150434 h 4550534"/>
              <a:gd name="connsiteX1386" fmla="*/ 3607723 w 5876984"/>
              <a:gd name="connsiteY1386" fmla="*/ 2146639 h 4550534"/>
              <a:gd name="connsiteX1387" fmla="*/ 3606640 w 5876984"/>
              <a:gd name="connsiteY1387" fmla="*/ 2146688 h 4550534"/>
              <a:gd name="connsiteX1388" fmla="*/ 3606213 w 5876984"/>
              <a:gd name="connsiteY1388" fmla="*/ 2146904 h 4550534"/>
              <a:gd name="connsiteX1389" fmla="*/ 3607139 w 5876984"/>
              <a:gd name="connsiteY1389" fmla="*/ 2147123 h 4550534"/>
              <a:gd name="connsiteX1390" fmla="*/ 3609626 w 5876984"/>
              <a:gd name="connsiteY1390" fmla="*/ 2153711 h 4550534"/>
              <a:gd name="connsiteX1391" fmla="*/ 3618156 w 5876984"/>
              <a:gd name="connsiteY1391" fmla="*/ 2153000 h 4550534"/>
              <a:gd name="connsiteX1392" fmla="*/ 3628658 w 5876984"/>
              <a:gd name="connsiteY1392" fmla="*/ 2153634 h 4550534"/>
              <a:gd name="connsiteX1393" fmla="*/ 3628695 w 5876984"/>
              <a:gd name="connsiteY1393" fmla="*/ 2153658 h 4550534"/>
              <a:gd name="connsiteX1394" fmla="*/ 3628454 w 5876984"/>
              <a:gd name="connsiteY1394" fmla="*/ 2153267 h 4550534"/>
              <a:gd name="connsiteX1395" fmla="*/ 3643130 w 5876984"/>
              <a:gd name="connsiteY1395" fmla="*/ 2150229 h 4550534"/>
              <a:gd name="connsiteX1396" fmla="*/ 3648286 w 5876984"/>
              <a:gd name="connsiteY1396" fmla="*/ 2150013 h 4550534"/>
              <a:gd name="connsiteX1397" fmla="*/ 3649358 w 5876984"/>
              <a:gd name="connsiteY1397" fmla="*/ 2148637 h 4550534"/>
              <a:gd name="connsiteX1398" fmla="*/ 3627117 w 5876984"/>
              <a:gd name="connsiteY1398" fmla="*/ 2146666 h 4550534"/>
              <a:gd name="connsiteX1399" fmla="*/ 3625397 w 5876984"/>
              <a:gd name="connsiteY1399" fmla="*/ 2147107 h 4550534"/>
              <a:gd name="connsiteX1400" fmla="*/ 3611136 w 5876984"/>
              <a:gd name="connsiteY1400" fmla="*/ 2147708 h 4550534"/>
              <a:gd name="connsiteX1401" fmla="*/ 3882711 w 5876984"/>
              <a:gd name="connsiteY1401" fmla="*/ 2143591 h 4550534"/>
              <a:gd name="connsiteX1402" fmla="*/ 3882224 w 5876984"/>
              <a:gd name="connsiteY1402" fmla="*/ 2143939 h 4550534"/>
              <a:gd name="connsiteX1403" fmla="*/ 3883134 w 5876984"/>
              <a:gd name="connsiteY1403" fmla="*/ 2143764 h 4550534"/>
              <a:gd name="connsiteX1404" fmla="*/ 3883124 w 5876984"/>
              <a:gd name="connsiteY1404" fmla="*/ 2143748 h 4550534"/>
              <a:gd name="connsiteX1405" fmla="*/ 3842745 w 5876984"/>
              <a:gd name="connsiteY1405" fmla="*/ 2143244 h 4550534"/>
              <a:gd name="connsiteX1406" fmla="*/ 3834378 w 5876984"/>
              <a:gd name="connsiteY1406" fmla="*/ 2147097 h 4550534"/>
              <a:gd name="connsiteX1407" fmla="*/ 3855571 w 5876984"/>
              <a:gd name="connsiteY1407" fmla="*/ 2147513 h 4550534"/>
              <a:gd name="connsiteX1408" fmla="*/ 3855753 w 5876984"/>
              <a:gd name="connsiteY1408" fmla="*/ 2147507 h 4550534"/>
              <a:gd name="connsiteX1409" fmla="*/ 3842559 w 5876984"/>
              <a:gd name="connsiteY1409" fmla="*/ 2143434 h 4550534"/>
              <a:gd name="connsiteX1410" fmla="*/ 5209450 w 5876984"/>
              <a:gd name="connsiteY1410" fmla="*/ 2136756 h 4550534"/>
              <a:gd name="connsiteX1411" fmla="*/ 5165282 w 5876984"/>
              <a:gd name="connsiteY1411" fmla="*/ 2178375 h 4550534"/>
              <a:gd name="connsiteX1412" fmla="*/ 5209450 w 5876984"/>
              <a:gd name="connsiteY1412" fmla="*/ 2136756 h 4550534"/>
              <a:gd name="connsiteX1413" fmla="*/ 3194322 w 5876984"/>
              <a:gd name="connsiteY1413" fmla="*/ 2134716 h 4550534"/>
              <a:gd name="connsiteX1414" fmla="*/ 3185976 w 5876984"/>
              <a:gd name="connsiteY1414" fmla="*/ 2139669 h 4550534"/>
              <a:gd name="connsiteX1415" fmla="*/ 3185936 w 5876984"/>
              <a:gd name="connsiteY1415" fmla="*/ 2141633 h 4550534"/>
              <a:gd name="connsiteX1416" fmla="*/ 3191895 w 5876984"/>
              <a:gd name="connsiteY1416" fmla="*/ 2145231 h 4550534"/>
              <a:gd name="connsiteX1417" fmla="*/ 4050964 w 5876984"/>
              <a:gd name="connsiteY1417" fmla="*/ 2133748 h 4550534"/>
              <a:gd name="connsiteX1418" fmla="*/ 4041710 w 5876984"/>
              <a:gd name="connsiteY1418" fmla="*/ 2133911 h 4550534"/>
              <a:gd name="connsiteX1419" fmla="*/ 4044797 w 5876984"/>
              <a:gd name="connsiteY1419" fmla="*/ 2141156 h 4550534"/>
              <a:gd name="connsiteX1420" fmla="*/ 4048495 w 5876984"/>
              <a:gd name="connsiteY1420" fmla="*/ 2143360 h 4550534"/>
              <a:gd name="connsiteX1421" fmla="*/ 4049370 w 5876984"/>
              <a:gd name="connsiteY1421" fmla="*/ 2142894 h 4550534"/>
              <a:gd name="connsiteX1422" fmla="*/ 4051020 w 5876984"/>
              <a:gd name="connsiteY1422" fmla="*/ 2137344 h 4550534"/>
              <a:gd name="connsiteX1423" fmla="*/ 4051567 w 5876984"/>
              <a:gd name="connsiteY1423" fmla="*/ 2142220 h 4550534"/>
              <a:gd name="connsiteX1424" fmla="*/ 4054256 w 5876984"/>
              <a:gd name="connsiteY1424" fmla="*/ 2145648 h 4550534"/>
              <a:gd name="connsiteX1425" fmla="*/ 4063596 w 5876984"/>
              <a:gd name="connsiteY1425" fmla="*/ 2141894 h 4550534"/>
              <a:gd name="connsiteX1426" fmla="*/ 4055058 w 5876984"/>
              <a:gd name="connsiteY1426" fmla="*/ 2136825 h 4550534"/>
              <a:gd name="connsiteX1427" fmla="*/ 4103968 w 5876984"/>
              <a:gd name="connsiteY1427" fmla="*/ 2133681 h 4550534"/>
              <a:gd name="connsiteX1428" fmla="*/ 4103842 w 5876984"/>
              <a:gd name="connsiteY1428" fmla="*/ 2134175 h 4550534"/>
              <a:gd name="connsiteX1429" fmla="*/ 4105645 w 5876984"/>
              <a:gd name="connsiteY1429" fmla="*/ 2134005 h 4550534"/>
              <a:gd name="connsiteX1430" fmla="*/ 305644 w 5876984"/>
              <a:gd name="connsiteY1430" fmla="*/ 2132376 h 4550534"/>
              <a:gd name="connsiteX1431" fmla="*/ 274040 w 5876984"/>
              <a:gd name="connsiteY1431" fmla="*/ 2153558 h 4550534"/>
              <a:gd name="connsiteX1432" fmla="*/ 331234 w 5876984"/>
              <a:gd name="connsiteY1432" fmla="*/ 2152019 h 4550534"/>
              <a:gd name="connsiteX1433" fmla="*/ 320804 w 5876984"/>
              <a:gd name="connsiteY1433" fmla="*/ 2132517 h 4550534"/>
              <a:gd name="connsiteX1434" fmla="*/ 305644 w 5876984"/>
              <a:gd name="connsiteY1434" fmla="*/ 2132376 h 4550534"/>
              <a:gd name="connsiteX1435" fmla="*/ 4905298 w 5876984"/>
              <a:gd name="connsiteY1435" fmla="*/ 2132166 h 4550534"/>
              <a:gd name="connsiteX1436" fmla="*/ 4862560 w 5876984"/>
              <a:gd name="connsiteY1436" fmla="*/ 2161397 h 4550534"/>
              <a:gd name="connsiteX1437" fmla="*/ 4856166 w 5876984"/>
              <a:gd name="connsiteY1437" fmla="*/ 2151654 h 4550534"/>
              <a:gd name="connsiteX1438" fmla="*/ 4843378 w 5876984"/>
              <a:gd name="connsiteY1438" fmla="*/ 2154987 h 4550534"/>
              <a:gd name="connsiteX1439" fmla="*/ 4905298 w 5876984"/>
              <a:gd name="connsiteY1439" fmla="*/ 2132166 h 4550534"/>
              <a:gd name="connsiteX1440" fmla="*/ 4121126 w 5876984"/>
              <a:gd name="connsiteY1440" fmla="*/ 2132141 h 4550534"/>
              <a:gd name="connsiteX1441" fmla="*/ 4121050 w 5876984"/>
              <a:gd name="connsiteY1441" fmla="*/ 2132546 h 4550534"/>
              <a:gd name="connsiteX1442" fmla="*/ 4121818 w 5876984"/>
              <a:gd name="connsiteY1442" fmla="*/ 2132473 h 4550534"/>
              <a:gd name="connsiteX1443" fmla="*/ 3477364 w 5876984"/>
              <a:gd name="connsiteY1443" fmla="*/ 2131628 h 4550534"/>
              <a:gd name="connsiteX1444" fmla="*/ 3477272 w 5876984"/>
              <a:gd name="connsiteY1444" fmla="*/ 2131650 h 4550534"/>
              <a:gd name="connsiteX1445" fmla="*/ 3466147 w 5876984"/>
              <a:gd name="connsiteY1445" fmla="*/ 2134240 h 4550534"/>
              <a:gd name="connsiteX1446" fmla="*/ 3467927 w 5876984"/>
              <a:gd name="connsiteY1446" fmla="*/ 2135983 h 4550534"/>
              <a:gd name="connsiteX1447" fmla="*/ 3471864 w 5876984"/>
              <a:gd name="connsiteY1447" fmla="*/ 2135963 h 4550534"/>
              <a:gd name="connsiteX1448" fmla="*/ 3476354 w 5876984"/>
              <a:gd name="connsiteY1448" fmla="*/ 2135864 h 4550534"/>
              <a:gd name="connsiteX1449" fmla="*/ 3477696 w 5876984"/>
              <a:gd name="connsiteY1449" fmla="*/ 2132430 h 4550534"/>
              <a:gd name="connsiteX1450" fmla="*/ 4185478 w 5876984"/>
              <a:gd name="connsiteY1450" fmla="*/ 2129166 h 4550534"/>
              <a:gd name="connsiteX1451" fmla="*/ 4169142 w 5876984"/>
              <a:gd name="connsiteY1451" fmla="*/ 2133320 h 4550534"/>
              <a:gd name="connsiteX1452" fmla="*/ 4168543 w 5876984"/>
              <a:gd name="connsiteY1452" fmla="*/ 2133127 h 4550534"/>
              <a:gd name="connsiteX1453" fmla="*/ 4164278 w 5876984"/>
              <a:gd name="connsiteY1453" fmla="*/ 2135186 h 4550534"/>
              <a:gd name="connsiteX1454" fmla="*/ 4155305 w 5876984"/>
              <a:gd name="connsiteY1454" fmla="*/ 2137344 h 4550534"/>
              <a:gd name="connsiteX1455" fmla="*/ 4166070 w 5876984"/>
              <a:gd name="connsiteY1455" fmla="*/ 2143760 h 4550534"/>
              <a:gd name="connsiteX1456" fmla="*/ 4168290 w 5876984"/>
              <a:gd name="connsiteY1456" fmla="*/ 2141790 h 4550534"/>
              <a:gd name="connsiteX1457" fmla="*/ 4168490 w 5876984"/>
              <a:gd name="connsiteY1457" fmla="*/ 2140150 h 4550534"/>
              <a:gd name="connsiteX1458" fmla="*/ 4169318 w 5876984"/>
              <a:gd name="connsiteY1458" fmla="*/ 2140878 h 4550534"/>
              <a:gd name="connsiteX1459" fmla="*/ 4171420 w 5876984"/>
              <a:gd name="connsiteY1459" fmla="*/ 2139012 h 4550534"/>
              <a:gd name="connsiteX1460" fmla="*/ 4193654 w 5876984"/>
              <a:gd name="connsiteY1460" fmla="*/ 2130927 h 4550534"/>
              <a:gd name="connsiteX1461" fmla="*/ 4204992 w 5876984"/>
              <a:gd name="connsiteY1461" fmla="*/ 2127127 h 4550534"/>
              <a:gd name="connsiteX1462" fmla="*/ 4204083 w 5876984"/>
              <a:gd name="connsiteY1462" fmla="*/ 2127590 h 4550534"/>
              <a:gd name="connsiteX1463" fmla="*/ 4205880 w 5876984"/>
              <a:gd name="connsiteY1463" fmla="*/ 2127729 h 4550534"/>
              <a:gd name="connsiteX1464" fmla="*/ 4107872 w 5876984"/>
              <a:gd name="connsiteY1464" fmla="*/ 2123419 h 4550534"/>
              <a:gd name="connsiteX1465" fmla="*/ 4097425 w 5876984"/>
              <a:gd name="connsiteY1465" fmla="*/ 2126740 h 4550534"/>
              <a:gd name="connsiteX1466" fmla="*/ 4112378 w 5876984"/>
              <a:gd name="connsiteY1466" fmla="*/ 2130601 h 4550534"/>
              <a:gd name="connsiteX1467" fmla="*/ 4121325 w 5876984"/>
              <a:gd name="connsiteY1467" fmla="*/ 2124522 h 4550534"/>
              <a:gd name="connsiteX1468" fmla="*/ 5227037 w 5876984"/>
              <a:gd name="connsiteY1468" fmla="*/ 2118754 h 4550534"/>
              <a:gd name="connsiteX1469" fmla="*/ 5233184 w 5876984"/>
              <a:gd name="connsiteY1469" fmla="*/ 2122005 h 4550534"/>
              <a:gd name="connsiteX1470" fmla="*/ 5216136 w 5876984"/>
              <a:gd name="connsiteY1470" fmla="*/ 2136501 h 4550534"/>
              <a:gd name="connsiteX1471" fmla="*/ 5209784 w 5876984"/>
              <a:gd name="connsiteY1471" fmla="*/ 2126837 h 4550534"/>
              <a:gd name="connsiteX1472" fmla="*/ 5227037 w 5876984"/>
              <a:gd name="connsiteY1472" fmla="*/ 2118754 h 4550534"/>
              <a:gd name="connsiteX1473" fmla="*/ 4271604 w 5876984"/>
              <a:gd name="connsiteY1473" fmla="*/ 2118139 h 4550534"/>
              <a:gd name="connsiteX1474" fmla="*/ 4254634 w 5876984"/>
              <a:gd name="connsiteY1474" fmla="*/ 2118488 h 4550534"/>
              <a:gd name="connsiteX1475" fmla="*/ 4252494 w 5876984"/>
              <a:gd name="connsiteY1475" fmla="*/ 2118170 h 4550534"/>
              <a:gd name="connsiteX1476" fmla="*/ 4246679 w 5876984"/>
              <a:gd name="connsiteY1476" fmla="*/ 2123576 h 4550534"/>
              <a:gd name="connsiteX1477" fmla="*/ 4236040 w 5876984"/>
              <a:gd name="connsiteY1477" fmla="*/ 2126050 h 4550534"/>
              <a:gd name="connsiteX1478" fmla="*/ 4263904 w 5876984"/>
              <a:gd name="connsiteY1478" fmla="*/ 2122116 h 4550534"/>
              <a:gd name="connsiteX1479" fmla="*/ 4266784 w 5876984"/>
              <a:gd name="connsiteY1479" fmla="*/ 2121857 h 4550534"/>
              <a:gd name="connsiteX1480" fmla="*/ 4272053 w 5876984"/>
              <a:gd name="connsiteY1480" fmla="*/ 2118628 h 4550534"/>
              <a:gd name="connsiteX1481" fmla="*/ 4234064 w 5876984"/>
              <a:gd name="connsiteY1481" fmla="*/ 2116904 h 4550534"/>
              <a:gd name="connsiteX1482" fmla="*/ 4228724 w 5876984"/>
              <a:gd name="connsiteY1482" fmla="*/ 2117718 h 4550534"/>
              <a:gd name="connsiteX1483" fmla="*/ 4227145 w 5876984"/>
              <a:gd name="connsiteY1483" fmla="*/ 2121481 h 4550534"/>
              <a:gd name="connsiteX1484" fmla="*/ 4216967 w 5876984"/>
              <a:gd name="connsiteY1484" fmla="*/ 2126438 h 4550534"/>
              <a:gd name="connsiteX1485" fmla="*/ 4216298 w 5876984"/>
              <a:gd name="connsiteY1485" fmla="*/ 2128534 h 4550534"/>
              <a:gd name="connsiteX1486" fmla="*/ 4216950 w 5876984"/>
              <a:gd name="connsiteY1486" fmla="*/ 2128585 h 4550534"/>
              <a:gd name="connsiteX1487" fmla="*/ 4223258 w 5876984"/>
              <a:gd name="connsiteY1487" fmla="*/ 2130927 h 4550534"/>
              <a:gd name="connsiteX1488" fmla="*/ 4234695 w 5876984"/>
              <a:gd name="connsiteY1488" fmla="*/ 2124766 h 4550534"/>
              <a:gd name="connsiteX1489" fmla="*/ 4237538 w 5876984"/>
              <a:gd name="connsiteY1489" fmla="*/ 2117608 h 4550534"/>
              <a:gd name="connsiteX1490" fmla="*/ 5421049 w 5876984"/>
              <a:gd name="connsiteY1490" fmla="*/ 2114917 h 4550534"/>
              <a:gd name="connsiteX1491" fmla="*/ 5430484 w 5876984"/>
              <a:gd name="connsiteY1491" fmla="*/ 2117624 h 4550534"/>
              <a:gd name="connsiteX1492" fmla="*/ 5407644 w 5876984"/>
              <a:gd name="connsiteY1492" fmla="*/ 2130837 h 4550534"/>
              <a:gd name="connsiteX1493" fmla="*/ 5421049 w 5876984"/>
              <a:gd name="connsiteY1493" fmla="*/ 2114917 h 4550534"/>
              <a:gd name="connsiteX1494" fmla="*/ 4180872 w 5876984"/>
              <a:gd name="connsiteY1494" fmla="*/ 2109880 h 4550534"/>
              <a:gd name="connsiteX1495" fmla="*/ 4169896 w 5876984"/>
              <a:gd name="connsiteY1495" fmla="*/ 2115462 h 4550534"/>
              <a:gd name="connsiteX1496" fmla="*/ 4167834 w 5876984"/>
              <a:gd name="connsiteY1496" fmla="*/ 2118994 h 4550534"/>
              <a:gd name="connsiteX1497" fmla="*/ 4185498 w 5876984"/>
              <a:gd name="connsiteY1497" fmla="*/ 2117711 h 4550534"/>
              <a:gd name="connsiteX1498" fmla="*/ 4186351 w 5876984"/>
              <a:gd name="connsiteY1498" fmla="*/ 2117381 h 4550534"/>
              <a:gd name="connsiteX1499" fmla="*/ 4183646 w 5876984"/>
              <a:gd name="connsiteY1499" fmla="*/ 2114949 h 4550534"/>
              <a:gd name="connsiteX1500" fmla="*/ 4180872 w 5876984"/>
              <a:gd name="connsiteY1500" fmla="*/ 2109880 h 4550534"/>
              <a:gd name="connsiteX1501" fmla="*/ 4888931 w 5876984"/>
              <a:gd name="connsiteY1501" fmla="*/ 2109593 h 4550534"/>
              <a:gd name="connsiteX1502" fmla="*/ 4908308 w 5876984"/>
              <a:gd name="connsiteY1502" fmla="*/ 2117612 h 4550534"/>
              <a:gd name="connsiteX1503" fmla="*/ 4884512 w 5876984"/>
              <a:gd name="connsiteY1503" fmla="*/ 2125891 h 4550534"/>
              <a:gd name="connsiteX1504" fmla="*/ 4888931 w 5876984"/>
              <a:gd name="connsiteY1504" fmla="*/ 2109593 h 4550534"/>
              <a:gd name="connsiteX1505" fmla="*/ 4941192 w 5876984"/>
              <a:gd name="connsiteY1505" fmla="*/ 2098385 h 4550534"/>
              <a:gd name="connsiteX1506" fmla="*/ 4924348 w 5876984"/>
              <a:gd name="connsiteY1506" fmla="*/ 2114741 h 4550534"/>
              <a:gd name="connsiteX1507" fmla="*/ 4941192 w 5876984"/>
              <a:gd name="connsiteY1507" fmla="*/ 2098385 h 4550534"/>
              <a:gd name="connsiteX1508" fmla="*/ 5251814 w 5876984"/>
              <a:gd name="connsiteY1508" fmla="*/ 2093749 h 4550534"/>
              <a:gd name="connsiteX1509" fmla="*/ 5236544 w 5876984"/>
              <a:gd name="connsiteY1509" fmla="*/ 2119524 h 4550534"/>
              <a:gd name="connsiteX1510" fmla="*/ 5251814 w 5876984"/>
              <a:gd name="connsiteY1510" fmla="*/ 2093749 h 4550534"/>
              <a:gd name="connsiteX1511" fmla="*/ 4134320 w 5876984"/>
              <a:gd name="connsiteY1511" fmla="*/ 2093210 h 4550534"/>
              <a:gd name="connsiteX1512" fmla="*/ 4131177 w 5876984"/>
              <a:gd name="connsiteY1512" fmla="*/ 2099384 h 4550534"/>
              <a:gd name="connsiteX1513" fmla="*/ 4123144 w 5876984"/>
              <a:gd name="connsiteY1513" fmla="*/ 2106218 h 4550534"/>
              <a:gd name="connsiteX1514" fmla="*/ 4120790 w 5876984"/>
              <a:gd name="connsiteY1514" fmla="*/ 2094733 h 4550534"/>
              <a:gd name="connsiteX1515" fmla="*/ 4121476 w 5876984"/>
              <a:gd name="connsiteY1515" fmla="*/ 2093383 h 4550534"/>
              <a:gd name="connsiteX1516" fmla="*/ 4118973 w 5876984"/>
              <a:gd name="connsiteY1516" fmla="*/ 2093710 h 4550534"/>
              <a:gd name="connsiteX1517" fmla="*/ 4112582 w 5876984"/>
              <a:gd name="connsiteY1517" fmla="*/ 2106544 h 4550534"/>
              <a:gd name="connsiteX1518" fmla="*/ 4112582 w 5876984"/>
              <a:gd name="connsiteY1518" fmla="*/ 2111420 h 4550534"/>
              <a:gd name="connsiteX1519" fmla="*/ 4108544 w 5876984"/>
              <a:gd name="connsiteY1519" fmla="*/ 2116296 h 4550534"/>
              <a:gd name="connsiteX1520" fmla="*/ 4123346 w 5876984"/>
              <a:gd name="connsiteY1520" fmla="*/ 2117837 h 4550534"/>
              <a:gd name="connsiteX1521" fmla="*/ 4138148 w 5876984"/>
              <a:gd name="connsiteY1521" fmla="*/ 2093710 h 4550534"/>
              <a:gd name="connsiteX1522" fmla="*/ 37506 w 5876984"/>
              <a:gd name="connsiteY1522" fmla="*/ 2088090 h 4550534"/>
              <a:gd name="connsiteX1523" fmla="*/ 43887 w 5876984"/>
              <a:gd name="connsiteY1523" fmla="*/ 2109016 h 4550534"/>
              <a:gd name="connsiteX1524" fmla="*/ 14330 w 5876984"/>
              <a:gd name="connsiteY1524" fmla="*/ 2107230 h 4550534"/>
              <a:gd name="connsiteX1525" fmla="*/ 37506 w 5876984"/>
              <a:gd name="connsiteY1525" fmla="*/ 2088090 h 4550534"/>
              <a:gd name="connsiteX1526" fmla="*/ 5060096 w 5876984"/>
              <a:gd name="connsiteY1526" fmla="*/ 2085826 h 4550534"/>
              <a:gd name="connsiteX1527" fmla="*/ 5058104 w 5876984"/>
              <a:gd name="connsiteY1527" fmla="*/ 2092303 h 4550534"/>
              <a:gd name="connsiteX1528" fmla="*/ 5064077 w 5876984"/>
              <a:gd name="connsiteY1528" fmla="*/ 2102148 h 4550534"/>
              <a:gd name="connsiteX1529" fmla="*/ 5051800 w 5876984"/>
              <a:gd name="connsiteY1529" fmla="*/ 2107070 h 4550534"/>
              <a:gd name="connsiteX1530" fmla="*/ 5060096 w 5876984"/>
              <a:gd name="connsiteY1530" fmla="*/ 2085826 h 4550534"/>
              <a:gd name="connsiteX1531" fmla="*/ 5005916 w 5876984"/>
              <a:gd name="connsiteY1531" fmla="*/ 2076772 h 4550534"/>
              <a:gd name="connsiteX1532" fmla="*/ 4995212 w 5876984"/>
              <a:gd name="connsiteY1532" fmla="*/ 2094625 h 4550534"/>
              <a:gd name="connsiteX1533" fmla="*/ 5005916 w 5876984"/>
              <a:gd name="connsiteY1533" fmla="*/ 2076772 h 4550534"/>
              <a:gd name="connsiteX1534" fmla="*/ 4440128 w 5876984"/>
              <a:gd name="connsiteY1534" fmla="*/ 2074278 h 4550534"/>
              <a:gd name="connsiteX1535" fmla="*/ 4433839 w 5876984"/>
              <a:gd name="connsiteY1535" fmla="*/ 2076753 h 4550534"/>
              <a:gd name="connsiteX1536" fmla="*/ 4438082 w 5876984"/>
              <a:gd name="connsiteY1536" fmla="*/ 2077562 h 4550534"/>
              <a:gd name="connsiteX1537" fmla="*/ 5362938 w 5876984"/>
              <a:gd name="connsiteY1537" fmla="*/ 2071947 h 4550534"/>
              <a:gd name="connsiteX1538" fmla="*/ 5367298 w 5876984"/>
              <a:gd name="connsiteY1538" fmla="*/ 2098018 h 4550534"/>
              <a:gd name="connsiteX1539" fmla="*/ 5362938 w 5876984"/>
              <a:gd name="connsiteY1539" fmla="*/ 2071947 h 4550534"/>
              <a:gd name="connsiteX1540" fmla="*/ 4968818 w 5876984"/>
              <a:gd name="connsiteY1540" fmla="*/ 2059796 h 4550534"/>
              <a:gd name="connsiteX1541" fmla="*/ 4936813 w 5876984"/>
              <a:gd name="connsiteY1541" fmla="*/ 2091996 h 4550534"/>
              <a:gd name="connsiteX1542" fmla="*/ 4994422 w 5876984"/>
              <a:gd name="connsiteY1542" fmla="*/ 2059796 h 4550534"/>
              <a:gd name="connsiteX1543" fmla="*/ 4992400 w 5876984"/>
              <a:gd name="connsiteY1543" fmla="*/ 2067718 h 4550534"/>
              <a:gd name="connsiteX1544" fmla="*/ 4996444 w 5876984"/>
              <a:gd name="connsiteY1544" fmla="*/ 2079218 h 4550534"/>
              <a:gd name="connsiteX1545" fmla="*/ 4915588 w 5876984"/>
              <a:gd name="connsiteY1545" fmla="*/ 2130840 h 4550534"/>
              <a:gd name="connsiteX1546" fmla="*/ 4907166 w 5876984"/>
              <a:gd name="connsiteY1546" fmla="*/ 2112952 h 4550534"/>
              <a:gd name="connsiteX1547" fmla="*/ 4968818 w 5876984"/>
              <a:gd name="connsiteY1547" fmla="*/ 2059796 h 4550534"/>
              <a:gd name="connsiteX1548" fmla="*/ 4499779 w 5876984"/>
              <a:gd name="connsiteY1548" fmla="*/ 2036730 h 4550534"/>
              <a:gd name="connsiteX1549" fmla="*/ 4498980 w 5876984"/>
              <a:gd name="connsiteY1549" fmla="*/ 2038173 h 4550534"/>
              <a:gd name="connsiteX1550" fmla="*/ 4496704 w 5876984"/>
              <a:gd name="connsiteY1550" fmla="*/ 2042288 h 4550534"/>
              <a:gd name="connsiteX1551" fmla="*/ 4496774 w 5876984"/>
              <a:gd name="connsiteY1551" fmla="*/ 2042603 h 4550534"/>
              <a:gd name="connsiteX1552" fmla="*/ 4497808 w 5876984"/>
              <a:gd name="connsiteY1552" fmla="*/ 2047447 h 4550534"/>
              <a:gd name="connsiteX1553" fmla="*/ 4503438 w 5876984"/>
              <a:gd name="connsiteY1553" fmla="*/ 2046387 h 4550534"/>
              <a:gd name="connsiteX1554" fmla="*/ 4510208 w 5876984"/>
              <a:gd name="connsiteY1554" fmla="*/ 2038526 h 4550534"/>
              <a:gd name="connsiteX1555" fmla="*/ 4499779 w 5876984"/>
              <a:gd name="connsiteY1555" fmla="*/ 2036730 h 4550534"/>
              <a:gd name="connsiteX1556" fmla="*/ 5302972 w 5876984"/>
              <a:gd name="connsiteY1556" fmla="*/ 2036029 h 4550534"/>
              <a:gd name="connsiteX1557" fmla="*/ 5268674 w 5876984"/>
              <a:gd name="connsiteY1557" fmla="*/ 2087834 h 4550534"/>
              <a:gd name="connsiteX1558" fmla="*/ 5255770 w 5876984"/>
              <a:gd name="connsiteY1558" fmla="*/ 2076350 h 4550534"/>
              <a:gd name="connsiteX1559" fmla="*/ 5302972 w 5876984"/>
              <a:gd name="connsiteY1559" fmla="*/ 2036029 h 4550534"/>
              <a:gd name="connsiteX1560" fmla="*/ 5492778 w 5876984"/>
              <a:gd name="connsiteY1560" fmla="*/ 2028107 h 4550534"/>
              <a:gd name="connsiteX1561" fmla="*/ 5475460 w 5876984"/>
              <a:gd name="connsiteY1561" fmla="*/ 2060438 h 4550534"/>
              <a:gd name="connsiteX1562" fmla="*/ 5449652 w 5876984"/>
              <a:gd name="connsiteY1562" fmla="*/ 2091229 h 4550534"/>
              <a:gd name="connsiteX1563" fmla="*/ 5436748 w 5876984"/>
              <a:gd name="connsiteY1563" fmla="*/ 2084814 h 4550534"/>
              <a:gd name="connsiteX1564" fmla="*/ 5492778 w 5876984"/>
              <a:gd name="connsiteY1564" fmla="*/ 2028107 h 4550534"/>
              <a:gd name="connsiteX1565" fmla="*/ 4387606 w 5876984"/>
              <a:gd name="connsiteY1565" fmla="*/ 2022990 h 4550534"/>
              <a:gd name="connsiteX1566" fmla="*/ 4381660 w 5876984"/>
              <a:gd name="connsiteY1566" fmla="*/ 2024346 h 4550534"/>
              <a:gd name="connsiteX1567" fmla="*/ 4374020 w 5876984"/>
              <a:gd name="connsiteY1567" fmla="*/ 2032875 h 4550534"/>
              <a:gd name="connsiteX1568" fmla="*/ 4390206 w 5876984"/>
              <a:gd name="connsiteY1568" fmla="*/ 2025937 h 4550534"/>
              <a:gd name="connsiteX1569" fmla="*/ 4484641 w 5876984"/>
              <a:gd name="connsiteY1569" fmla="*/ 2020559 h 4550534"/>
              <a:gd name="connsiteX1570" fmla="*/ 4482480 w 5876984"/>
              <a:gd name="connsiteY1570" fmla="*/ 2021085 h 4550534"/>
              <a:gd name="connsiteX1571" fmla="*/ 4480514 w 5876984"/>
              <a:gd name="connsiteY1571" fmla="*/ 2024954 h 4550534"/>
              <a:gd name="connsiteX1572" fmla="*/ 4484944 w 5876984"/>
              <a:gd name="connsiteY1572" fmla="*/ 2021067 h 4550534"/>
              <a:gd name="connsiteX1573" fmla="*/ 4516599 w 5876984"/>
              <a:gd name="connsiteY1573" fmla="*/ 2017223 h 4550534"/>
              <a:gd name="connsiteX1574" fmla="*/ 4508189 w 5876984"/>
              <a:gd name="connsiteY1574" fmla="*/ 2025436 h 4550534"/>
              <a:gd name="connsiteX1575" fmla="*/ 4516599 w 5876984"/>
              <a:gd name="connsiteY1575" fmla="*/ 2040066 h 4550534"/>
              <a:gd name="connsiteX1576" fmla="*/ 4533336 w 5876984"/>
              <a:gd name="connsiteY1576" fmla="*/ 2030698 h 4550534"/>
              <a:gd name="connsiteX1577" fmla="*/ 4536979 w 5876984"/>
              <a:gd name="connsiteY1577" fmla="*/ 2028880 h 4550534"/>
              <a:gd name="connsiteX1578" fmla="*/ 4531060 w 5876984"/>
              <a:gd name="connsiteY1578" fmla="*/ 2022589 h 4550534"/>
              <a:gd name="connsiteX1579" fmla="*/ 4530712 w 5876984"/>
              <a:gd name="connsiteY1579" fmla="*/ 2022138 h 4550534"/>
              <a:gd name="connsiteX1580" fmla="*/ 4522990 w 5876984"/>
              <a:gd name="connsiteY1580" fmla="*/ 2028773 h 4550534"/>
              <a:gd name="connsiteX1581" fmla="*/ 4516599 w 5876984"/>
              <a:gd name="connsiteY1581" fmla="*/ 2017223 h 4550534"/>
              <a:gd name="connsiteX1582" fmla="*/ 4308368 w 5876984"/>
              <a:gd name="connsiteY1582" fmla="*/ 2017223 h 4550534"/>
              <a:gd name="connsiteX1583" fmla="*/ 4299958 w 5876984"/>
              <a:gd name="connsiteY1583" fmla="*/ 2026976 h 4550534"/>
              <a:gd name="connsiteX1584" fmla="*/ 4310764 w 5876984"/>
              <a:gd name="connsiteY1584" fmla="*/ 2027233 h 4550534"/>
              <a:gd name="connsiteX1585" fmla="*/ 4312838 w 5876984"/>
              <a:gd name="connsiteY1585" fmla="*/ 2024400 h 4550534"/>
              <a:gd name="connsiteX1586" fmla="*/ 4310046 w 5876984"/>
              <a:gd name="connsiteY1586" fmla="*/ 2020688 h 4550534"/>
              <a:gd name="connsiteX1587" fmla="*/ 4308516 w 5876984"/>
              <a:gd name="connsiteY1587" fmla="*/ 2017254 h 4550534"/>
              <a:gd name="connsiteX1588" fmla="*/ 5126712 w 5876984"/>
              <a:gd name="connsiteY1588" fmla="*/ 2016789 h 4550534"/>
              <a:gd name="connsiteX1589" fmla="*/ 5151870 w 5876984"/>
              <a:gd name="connsiteY1589" fmla="*/ 2044823 h 4550534"/>
              <a:gd name="connsiteX1590" fmla="*/ 5126712 w 5876984"/>
              <a:gd name="connsiteY1590" fmla="*/ 2016789 h 4550534"/>
              <a:gd name="connsiteX1591" fmla="*/ 4522744 w 5876984"/>
              <a:gd name="connsiteY1591" fmla="*/ 2011801 h 4550534"/>
              <a:gd name="connsiteX1592" fmla="*/ 4522486 w 5876984"/>
              <a:gd name="connsiteY1592" fmla="*/ 2012058 h 4550534"/>
              <a:gd name="connsiteX1593" fmla="*/ 4520972 w 5876984"/>
              <a:gd name="connsiteY1593" fmla="*/ 2015683 h 4550534"/>
              <a:gd name="connsiteX1594" fmla="*/ 4524546 w 5876984"/>
              <a:gd name="connsiteY1594" fmla="*/ 2014140 h 4550534"/>
              <a:gd name="connsiteX1595" fmla="*/ 4499779 w 5876984"/>
              <a:gd name="connsiteY1595" fmla="*/ 2009266 h 4550534"/>
              <a:gd name="connsiteX1596" fmla="*/ 4489524 w 5876984"/>
              <a:gd name="connsiteY1596" fmla="*/ 2010618 h 4550534"/>
              <a:gd name="connsiteX1597" fmla="*/ 4486880 w 5876984"/>
              <a:gd name="connsiteY1597" fmla="*/ 2012426 h 4550534"/>
              <a:gd name="connsiteX1598" fmla="*/ 4484086 w 5876984"/>
              <a:gd name="connsiteY1598" fmla="*/ 2017926 h 4550534"/>
              <a:gd name="connsiteX1599" fmla="*/ 4486646 w 5876984"/>
              <a:gd name="connsiteY1599" fmla="*/ 2019575 h 4550534"/>
              <a:gd name="connsiteX1600" fmla="*/ 4487240 w 5876984"/>
              <a:gd name="connsiteY1600" fmla="*/ 2019053 h 4550534"/>
              <a:gd name="connsiteX1601" fmla="*/ 4487675 w 5876984"/>
              <a:gd name="connsiteY1601" fmla="*/ 2020238 h 4550534"/>
              <a:gd name="connsiteX1602" fmla="*/ 4489519 w 5876984"/>
              <a:gd name="connsiteY1602" fmla="*/ 2021426 h 4550534"/>
              <a:gd name="connsiteX1603" fmla="*/ 4495406 w 5876984"/>
              <a:gd name="connsiteY1603" fmla="*/ 2026976 h 4550534"/>
              <a:gd name="connsiteX1604" fmla="*/ 4499779 w 5876984"/>
              <a:gd name="connsiteY1604" fmla="*/ 2009266 h 4550534"/>
              <a:gd name="connsiteX1605" fmla="*/ 5503789 w 5876984"/>
              <a:gd name="connsiteY1605" fmla="*/ 2006783 h 4550534"/>
              <a:gd name="connsiteX1606" fmla="*/ 5513552 w 5876984"/>
              <a:gd name="connsiteY1606" fmla="*/ 2009511 h 4550534"/>
              <a:gd name="connsiteX1607" fmla="*/ 5496502 w 5876984"/>
              <a:gd name="connsiteY1607" fmla="*/ 2025588 h 4550534"/>
              <a:gd name="connsiteX1608" fmla="*/ 5503789 w 5876984"/>
              <a:gd name="connsiteY1608" fmla="*/ 2006783 h 4550534"/>
              <a:gd name="connsiteX1609" fmla="*/ 4499419 w 5876984"/>
              <a:gd name="connsiteY1609" fmla="*/ 2003846 h 4550534"/>
              <a:gd name="connsiteX1610" fmla="*/ 4498607 w 5876984"/>
              <a:gd name="connsiteY1610" fmla="*/ 2004402 h 4550534"/>
              <a:gd name="connsiteX1611" fmla="*/ 4499779 w 5876984"/>
              <a:gd name="connsiteY1611" fmla="*/ 2004390 h 4550534"/>
              <a:gd name="connsiteX1612" fmla="*/ 4542494 w 5876984"/>
              <a:gd name="connsiteY1612" fmla="*/ 2002854 h 4550534"/>
              <a:gd name="connsiteX1613" fmla="*/ 4538138 w 5876984"/>
              <a:gd name="connsiteY1613" fmla="*/ 2007452 h 4550534"/>
              <a:gd name="connsiteX1614" fmla="*/ 4538564 w 5876984"/>
              <a:gd name="connsiteY1614" fmla="*/ 2008101 h 4550534"/>
              <a:gd name="connsiteX1615" fmla="*/ 4548086 w 5876984"/>
              <a:gd name="connsiteY1615" fmla="*/ 2006399 h 4550534"/>
              <a:gd name="connsiteX1616" fmla="*/ 4571980 w 5876984"/>
              <a:gd name="connsiteY1616" fmla="*/ 2001066 h 4550534"/>
              <a:gd name="connsiteX1617" fmla="*/ 4574326 w 5876984"/>
              <a:gd name="connsiteY1617" fmla="*/ 2014095 h 4550534"/>
              <a:gd name="connsiteX1618" fmla="*/ 4551331 w 5876984"/>
              <a:gd name="connsiteY1618" fmla="*/ 2008455 h 4550534"/>
              <a:gd name="connsiteX1619" fmla="*/ 4550540 w 5876984"/>
              <a:gd name="connsiteY1619" fmla="*/ 2007954 h 4550534"/>
              <a:gd name="connsiteX1620" fmla="*/ 4546644 w 5876984"/>
              <a:gd name="connsiteY1620" fmla="*/ 2009535 h 4550534"/>
              <a:gd name="connsiteX1621" fmla="*/ 4541807 w 5876984"/>
              <a:gd name="connsiteY1621" fmla="*/ 2013035 h 4550534"/>
              <a:gd name="connsiteX1622" fmla="*/ 4542468 w 5876984"/>
              <a:gd name="connsiteY1622" fmla="*/ 2014039 h 4550534"/>
              <a:gd name="connsiteX1623" fmla="*/ 4540070 w 5876984"/>
              <a:gd name="connsiteY1623" fmla="*/ 2026062 h 4550534"/>
              <a:gd name="connsiteX1624" fmla="*/ 4540869 w 5876984"/>
              <a:gd name="connsiteY1624" fmla="*/ 2026940 h 4550534"/>
              <a:gd name="connsiteX1625" fmla="*/ 4542050 w 5876984"/>
              <a:gd name="connsiteY1625" fmla="*/ 2026350 h 4550534"/>
              <a:gd name="connsiteX1626" fmla="*/ 4548558 w 5876984"/>
              <a:gd name="connsiteY1626" fmla="*/ 2019019 h 4550534"/>
              <a:gd name="connsiteX1627" fmla="*/ 4569751 w 5876984"/>
              <a:gd name="connsiteY1627" fmla="*/ 2023897 h 4550534"/>
              <a:gd name="connsiteX1628" fmla="*/ 4580652 w 5876984"/>
              <a:gd name="connsiteY1628" fmla="*/ 2012631 h 4550534"/>
              <a:gd name="connsiteX1629" fmla="*/ 4582052 w 5876984"/>
              <a:gd name="connsiteY1629" fmla="*/ 2010715 h 4550534"/>
              <a:gd name="connsiteX1630" fmla="*/ 4575708 w 5876984"/>
              <a:gd name="connsiteY1630" fmla="*/ 2010135 h 4550534"/>
              <a:gd name="connsiteX1631" fmla="*/ 4571980 w 5876984"/>
              <a:gd name="connsiteY1631" fmla="*/ 2001066 h 4550534"/>
              <a:gd name="connsiteX1632" fmla="*/ 5336464 w 5876984"/>
              <a:gd name="connsiteY1632" fmla="*/ 2000945 h 4550534"/>
              <a:gd name="connsiteX1633" fmla="*/ 5321900 w 5876984"/>
              <a:gd name="connsiteY1633" fmla="*/ 2028979 h 4550534"/>
              <a:gd name="connsiteX1634" fmla="*/ 5336464 w 5876984"/>
              <a:gd name="connsiteY1634" fmla="*/ 2000945 h 4550534"/>
              <a:gd name="connsiteX1635" fmla="*/ 4559128 w 5876984"/>
              <a:gd name="connsiteY1635" fmla="*/ 1983780 h 4550534"/>
              <a:gd name="connsiteX1636" fmla="*/ 4557428 w 5876984"/>
              <a:gd name="connsiteY1636" fmla="*/ 1984856 h 4550534"/>
              <a:gd name="connsiteX1637" fmla="*/ 4559582 w 5876984"/>
              <a:gd name="connsiteY1637" fmla="*/ 1991358 h 4550534"/>
              <a:gd name="connsiteX1638" fmla="*/ 4567062 w 5876984"/>
              <a:gd name="connsiteY1638" fmla="*/ 1987876 h 4550534"/>
              <a:gd name="connsiteX1639" fmla="*/ 4562896 w 5876984"/>
              <a:gd name="connsiteY1639" fmla="*/ 1985492 h 4550534"/>
              <a:gd name="connsiteX1640" fmla="*/ 4559128 w 5876984"/>
              <a:gd name="connsiteY1640" fmla="*/ 1983780 h 4550534"/>
              <a:gd name="connsiteX1641" fmla="*/ 3675869 w 5876984"/>
              <a:gd name="connsiteY1641" fmla="*/ 1981467 h 4550534"/>
              <a:gd name="connsiteX1642" fmla="*/ 3669754 w 5876984"/>
              <a:gd name="connsiteY1642" fmla="*/ 1987002 h 4550534"/>
              <a:gd name="connsiteX1643" fmla="*/ 3669592 w 5876984"/>
              <a:gd name="connsiteY1643" fmla="*/ 1987318 h 4550534"/>
              <a:gd name="connsiteX1644" fmla="*/ 3674924 w 5876984"/>
              <a:gd name="connsiteY1644" fmla="*/ 1989759 h 4550534"/>
              <a:gd name="connsiteX1645" fmla="*/ 3676162 w 5876984"/>
              <a:gd name="connsiteY1645" fmla="*/ 1981756 h 4550534"/>
              <a:gd name="connsiteX1646" fmla="*/ 3677602 w 5876984"/>
              <a:gd name="connsiteY1646" fmla="*/ 1969323 h 4550534"/>
              <a:gd name="connsiteX1647" fmla="*/ 3674587 w 5876984"/>
              <a:gd name="connsiteY1647" fmla="*/ 1970219 h 4550534"/>
              <a:gd name="connsiteX1648" fmla="*/ 3665800 w 5876984"/>
              <a:gd name="connsiteY1648" fmla="*/ 1974135 h 4550534"/>
              <a:gd name="connsiteX1649" fmla="*/ 3665301 w 5876984"/>
              <a:gd name="connsiteY1649" fmla="*/ 1974719 h 4550534"/>
              <a:gd name="connsiteX1650" fmla="*/ 3673858 w 5876984"/>
              <a:gd name="connsiteY1650" fmla="*/ 1976885 h 4550534"/>
              <a:gd name="connsiteX1651" fmla="*/ 3679052 w 5876984"/>
              <a:gd name="connsiteY1651" fmla="*/ 1969727 h 4550534"/>
              <a:gd name="connsiteX1652" fmla="*/ 3679112 w 5876984"/>
              <a:gd name="connsiteY1652" fmla="*/ 1969462 h 4550534"/>
              <a:gd name="connsiteX1653" fmla="*/ 5555254 w 5876984"/>
              <a:gd name="connsiteY1653" fmla="*/ 1960202 h 4550534"/>
              <a:gd name="connsiteX1654" fmla="*/ 5574371 w 5876984"/>
              <a:gd name="connsiteY1654" fmla="*/ 1971873 h 4550534"/>
              <a:gd name="connsiteX1655" fmla="*/ 5538485 w 5876984"/>
              <a:gd name="connsiteY1655" fmla="*/ 1984841 h 4550534"/>
              <a:gd name="connsiteX1656" fmla="*/ 5555254 w 5876984"/>
              <a:gd name="connsiteY1656" fmla="*/ 1960202 h 4550534"/>
              <a:gd name="connsiteX1657" fmla="*/ 3822514 w 5876984"/>
              <a:gd name="connsiteY1657" fmla="*/ 1957660 h 4550534"/>
              <a:gd name="connsiteX1658" fmla="*/ 3818021 w 5876984"/>
              <a:gd name="connsiteY1658" fmla="*/ 1961655 h 4550534"/>
              <a:gd name="connsiteX1659" fmla="*/ 3811574 w 5876984"/>
              <a:gd name="connsiteY1659" fmla="*/ 1973735 h 4550534"/>
              <a:gd name="connsiteX1660" fmla="*/ 3824938 w 5876984"/>
              <a:gd name="connsiteY1660" fmla="*/ 1976989 h 4550534"/>
              <a:gd name="connsiteX1661" fmla="*/ 3821421 w 5876984"/>
              <a:gd name="connsiteY1661" fmla="*/ 1978899 h 4550534"/>
              <a:gd name="connsiteX1662" fmla="*/ 3823361 w 5876984"/>
              <a:gd name="connsiteY1662" fmla="*/ 1979589 h 4550534"/>
              <a:gd name="connsiteX1663" fmla="*/ 3834378 w 5876984"/>
              <a:gd name="connsiteY1663" fmla="*/ 1976926 h 4550534"/>
              <a:gd name="connsiteX1664" fmla="*/ 3830005 w 5876984"/>
              <a:gd name="connsiteY1664" fmla="*/ 1958959 h 4550534"/>
              <a:gd name="connsiteX1665" fmla="*/ 3822514 w 5876984"/>
              <a:gd name="connsiteY1665" fmla="*/ 1957660 h 4550534"/>
              <a:gd name="connsiteX1666" fmla="*/ 4586500 w 5876984"/>
              <a:gd name="connsiteY1666" fmla="*/ 1956160 h 4550534"/>
              <a:gd name="connsiteX1667" fmla="*/ 4586907 w 5876984"/>
              <a:gd name="connsiteY1667" fmla="*/ 1958959 h 4550534"/>
              <a:gd name="connsiteX1668" fmla="*/ 4591527 w 5876984"/>
              <a:gd name="connsiteY1668" fmla="*/ 1957515 h 4550534"/>
              <a:gd name="connsiteX1669" fmla="*/ 4616510 w 5876984"/>
              <a:gd name="connsiteY1669" fmla="*/ 1952543 h 4550534"/>
              <a:gd name="connsiteX1670" fmla="*/ 4582734 w 5876984"/>
              <a:gd name="connsiteY1670" fmla="*/ 1970229 h 4550534"/>
              <a:gd name="connsiteX1671" fmla="*/ 4584506 w 5876984"/>
              <a:gd name="connsiteY1671" fmla="*/ 1979756 h 4550534"/>
              <a:gd name="connsiteX1672" fmla="*/ 4597446 w 5876984"/>
              <a:gd name="connsiteY1672" fmla="*/ 1973731 h 4550534"/>
              <a:gd name="connsiteX1673" fmla="*/ 4631570 w 5876984"/>
              <a:gd name="connsiteY1673" fmla="*/ 1956388 h 4550534"/>
              <a:gd name="connsiteX1674" fmla="*/ 4627959 w 5876984"/>
              <a:gd name="connsiteY1674" fmla="*/ 1957704 h 4550534"/>
              <a:gd name="connsiteX1675" fmla="*/ 4616510 w 5876984"/>
              <a:gd name="connsiteY1675" fmla="*/ 1952543 h 4550534"/>
              <a:gd name="connsiteX1676" fmla="*/ 4640594 w 5876984"/>
              <a:gd name="connsiteY1676" fmla="*/ 1942491 h 4550534"/>
              <a:gd name="connsiteX1677" fmla="*/ 4632936 w 5876984"/>
              <a:gd name="connsiteY1677" fmla="*/ 1945893 h 4550534"/>
              <a:gd name="connsiteX1678" fmla="*/ 4629364 w 5876984"/>
              <a:gd name="connsiteY1678" fmla="*/ 1947208 h 4550534"/>
              <a:gd name="connsiteX1679" fmla="*/ 4633545 w 5876984"/>
              <a:gd name="connsiteY1679" fmla="*/ 1955384 h 4550534"/>
              <a:gd name="connsiteX1680" fmla="*/ 4635644 w 5876984"/>
              <a:gd name="connsiteY1680" fmla="*/ 1954317 h 4550534"/>
              <a:gd name="connsiteX1681" fmla="*/ 4639887 w 5876984"/>
              <a:gd name="connsiteY1681" fmla="*/ 1950599 h 4550534"/>
              <a:gd name="connsiteX1682" fmla="*/ 4639510 w 5876984"/>
              <a:gd name="connsiteY1682" fmla="*/ 1950885 h 4550534"/>
              <a:gd name="connsiteX1683" fmla="*/ 3949091 w 5876984"/>
              <a:gd name="connsiteY1683" fmla="*/ 1939452 h 4550534"/>
              <a:gd name="connsiteX1684" fmla="*/ 3934289 w 5876984"/>
              <a:gd name="connsiteY1684" fmla="*/ 1957419 h 4550534"/>
              <a:gd name="connsiteX1685" fmla="*/ 3936565 w 5876984"/>
              <a:gd name="connsiteY1685" fmla="*/ 1956869 h 4550534"/>
              <a:gd name="connsiteX1686" fmla="*/ 3936692 w 5876984"/>
              <a:gd name="connsiteY1686" fmla="*/ 1955671 h 4550534"/>
              <a:gd name="connsiteX1687" fmla="*/ 3941689 w 5876984"/>
              <a:gd name="connsiteY1687" fmla="*/ 1955628 h 4550534"/>
              <a:gd name="connsiteX1688" fmla="*/ 3947409 w 5876984"/>
              <a:gd name="connsiteY1688" fmla="*/ 1954243 h 4550534"/>
              <a:gd name="connsiteX1689" fmla="*/ 3953148 w 5876984"/>
              <a:gd name="connsiteY1689" fmla="*/ 1947729 h 4550534"/>
              <a:gd name="connsiteX1690" fmla="*/ 3953263 w 5876984"/>
              <a:gd name="connsiteY1690" fmla="*/ 1944357 h 4550534"/>
              <a:gd name="connsiteX1691" fmla="*/ 3956120 w 5876984"/>
              <a:gd name="connsiteY1691" fmla="*/ 1944357 h 4550534"/>
              <a:gd name="connsiteX1692" fmla="*/ 3957501 w 5876984"/>
              <a:gd name="connsiteY1692" fmla="*/ 1942789 h 4550534"/>
              <a:gd name="connsiteX1693" fmla="*/ 3949091 w 5876984"/>
              <a:gd name="connsiteY1693" fmla="*/ 1939452 h 4550534"/>
              <a:gd name="connsiteX1694" fmla="*/ 3965911 w 5876984"/>
              <a:gd name="connsiteY1694" fmla="*/ 1936116 h 4550534"/>
              <a:gd name="connsiteX1695" fmla="*/ 3967609 w 5876984"/>
              <a:gd name="connsiteY1695" fmla="*/ 1942156 h 4550534"/>
              <a:gd name="connsiteX1696" fmla="*/ 3965513 w 5876984"/>
              <a:gd name="connsiteY1696" fmla="*/ 1944357 h 4550534"/>
              <a:gd name="connsiteX1697" fmla="*/ 3966007 w 5876984"/>
              <a:gd name="connsiteY1697" fmla="*/ 1944357 h 4550534"/>
              <a:gd name="connsiteX1698" fmla="*/ 3967827 w 5876984"/>
              <a:gd name="connsiteY1698" fmla="*/ 1944357 h 4550534"/>
              <a:gd name="connsiteX1699" fmla="*/ 3966694 w 5876984"/>
              <a:gd name="connsiteY1699" fmla="*/ 1949108 h 4550534"/>
              <a:gd name="connsiteX1700" fmla="*/ 3969906 w 5876984"/>
              <a:gd name="connsiteY1700" fmla="*/ 1945933 h 4550534"/>
              <a:gd name="connsiteX1701" fmla="*/ 3965911 w 5876984"/>
              <a:gd name="connsiteY1701" fmla="*/ 1936116 h 4550534"/>
              <a:gd name="connsiteX1702" fmla="*/ 4128034 w 5876984"/>
              <a:gd name="connsiteY1702" fmla="*/ 1931691 h 4550534"/>
              <a:gd name="connsiteX1703" fmla="*/ 4125170 w 5876984"/>
              <a:gd name="connsiteY1703" fmla="*/ 1931862 h 4550534"/>
              <a:gd name="connsiteX1704" fmla="*/ 4125405 w 5876984"/>
              <a:gd name="connsiteY1704" fmla="*/ 1934761 h 4550534"/>
              <a:gd name="connsiteX1705" fmla="*/ 4128140 w 5876984"/>
              <a:gd name="connsiteY1705" fmla="*/ 1933421 h 4550534"/>
              <a:gd name="connsiteX1706" fmla="*/ 4680298 w 5876984"/>
              <a:gd name="connsiteY1706" fmla="*/ 1925117 h 4550534"/>
              <a:gd name="connsiteX1707" fmla="*/ 4682330 w 5876984"/>
              <a:gd name="connsiteY1707" fmla="*/ 1931702 h 4550534"/>
              <a:gd name="connsiteX1708" fmla="*/ 4683992 w 5876984"/>
              <a:gd name="connsiteY1708" fmla="*/ 1931500 h 4550534"/>
              <a:gd name="connsiteX1709" fmla="*/ 4684185 w 5876984"/>
              <a:gd name="connsiteY1709" fmla="*/ 1937721 h 4550534"/>
              <a:gd name="connsiteX1710" fmla="*/ 4684228 w 5876984"/>
              <a:gd name="connsiteY1710" fmla="*/ 1937860 h 4550534"/>
              <a:gd name="connsiteX1711" fmla="*/ 4686521 w 5876984"/>
              <a:gd name="connsiteY1711" fmla="*/ 1937860 h 4550534"/>
              <a:gd name="connsiteX1712" fmla="*/ 4682263 w 5876984"/>
              <a:gd name="connsiteY1712" fmla="*/ 1942608 h 4550534"/>
              <a:gd name="connsiteX1713" fmla="*/ 4677506 w 5876984"/>
              <a:gd name="connsiteY1713" fmla="*/ 1941496 h 4550534"/>
              <a:gd name="connsiteX1714" fmla="*/ 4659269 w 5876984"/>
              <a:gd name="connsiteY1714" fmla="*/ 1946355 h 4550534"/>
              <a:gd name="connsiteX1715" fmla="*/ 4664585 w 5876984"/>
              <a:gd name="connsiteY1715" fmla="*/ 1933855 h 4550534"/>
              <a:gd name="connsiteX1716" fmla="*/ 4674880 w 5876984"/>
              <a:gd name="connsiteY1716" fmla="*/ 1932606 h 4550534"/>
              <a:gd name="connsiteX1717" fmla="*/ 4049002 w 5876984"/>
              <a:gd name="connsiteY1717" fmla="*/ 1915069 h 4550534"/>
              <a:gd name="connsiteX1718" fmla="*/ 4051020 w 5876984"/>
              <a:gd name="connsiteY1718" fmla="*/ 1928159 h 4550534"/>
              <a:gd name="connsiteX1719" fmla="*/ 4038236 w 5876984"/>
              <a:gd name="connsiteY1719" fmla="*/ 1919946 h 4550534"/>
              <a:gd name="connsiteX1720" fmla="*/ 4027808 w 5876984"/>
              <a:gd name="connsiteY1720" fmla="*/ 1929699 h 4550534"/>
              <a:gd name="connsiteX1721" fmla="*/ 4046984 w 5876984"/>
              <a:gd name="connsiteY1721" fmla="*/ 1933036 h 4550534"/>
              <a:gd name="connsiteX1722" fmla="*/ 4021416 w 5876984"/>
              <a:gd name="connsiteY1722" fmla="*/ 1944329 h 4550534"/>
              <a:gd name="connsiteX1723" fmla="*/ 4002242 w 5876984"/>
              <a:gd name="connsiteY1723" fmla="*/ 1934576 h 4550534"/>
              <a:gd name="connsiteX1724" fmla="*/ 4010652 w 5876984"/>
              <a:gd name="connsiteY1724" fmla="*/ 1942789 h 4550534"/>
              <a:gd name="connsiteX1725" fmla="*/ 3985086 w 5876984"/>
              <a:gd name="connsiteY1725" fmla="*/ 1952543 h 4550534"/>
              <a:gd name="connsiteX1726" fmla="*/ 3986803 w 5876984"/>
              <a:gd name="connsiteY1726" fmla="*/ 1952424 h 4550534"/>
              <a:gd name="connsiteX1727" fmla="*/ 3988594 w 5876984"/>
              <a:gd name="connsiteY1727" fmla="*/ 1950846 h 4550534"/>
              <a:gd name="connsiteX1728" fmla="*/ 3994785 w 5876984"/>
              <a:gd name="connsiteY1728" fmla="*/ 1951755 h 4550534"/>
              <a:gd name="connsiteX1729" fmla="*/ 3994857 w 5876984"/>
              <a:gd name="connsiteY1729" fmla="*/ 1951865 h 4550534"/>
              <a:gd name="connsiteX1730" fmla="*/ 4032729 w 5876984"/>
              <a:gd name="connsiteY1730" fmla="*/ 1949238 h 4550534"/>
              <a:gd name="connsiteX1731" fmla="*/ 4078605 w 5876984"/>
              <a:gd name="connsiteY1731" fmla="*/ 1936116 h 4550534"/>
              <a:gd name="connsiteX1732" fmla="*/ 4061786 w 5876984"/>
              <a:gd name="connsiteY1732" fmla="*/ 1934576 h 4550534"/>
              <a:gd name="connsiteX1733" fmla="*/ 4063804 w 5876984"/>
              <a:gd name="connsiteY1733" fmla="*/ 1915069 h 4550534"/>
              <a:gd name="connsiteX1734" fmla="*/ 4049002 w 5876984"/>
              <a:gd name="connsiteY1734" fmla="*/ 1915069 h 4550534"/>
              <a:gd name="connsiteX1735" fmla="*/ 4136130 w 5876984"/>
              <a:gd name="connsiteY1735" fmla="*/ 1898899 h 4550534"/>
              <a:gd name="connsiteX1736" fmla="*/ 4131756 w 5876984"/>
              <a:gd name="connsiteY1736" fmla="*/ 1913529 h 4550534"/>
              <a:gd name="connsiteX1737" fmla="*/ 4136130 w 5876984"/>
              <a:gd name="connsiteY1737" fmla="*/ 1898899 h 4550534"/>
              <a:gd name="connsiteX1738" fmla="*/ 4122463 w 5876984"/>
              <a:gd name="connsiteY1738" fmla="*/ 1887734 h 4550534"/>
              <a:gd name="connsiteX1739" fmla="*/ 4112582 w 5876984"/>
              <a:gd name="connsiteY1739" fmla="*/ 1892482 h 4550534"/>
              <a:gd name="connsiteX1740" fmla="*/ 4100134 w 5876984"/>
              <a:gd name="connsiteY1740" fmla="*/ 1905316 h 4550534"/>
              <a:gd name="connsiteX1741" fmla="*/ 4097780 w 5876984"/>
              <a:gd name="connsiteY1741" fmla="*/ 1890942 h 4550534"/>
              <a:gd name="connsiteX1742" fmla="*/ 4089370 w 5876984"/>
              <a:gd name="connsiteY1742" fmla="*/ 1905316 h 4550534"/>
              <a:gd name="connsiteX1743" fmla="*/ 4106526 w 5876984"/>
              <a:gd name="connsiteY1743" fmla="*/ 1910193 h 4550534"/>
              <a:gd name="connsiteX1744" fmla="*/ 4082978 w 5876984"/>
              <a:gd name="connsiteY1744" fmla="*/ 1915069 h 4550534"/>
              <a:gd name="connsiteX1745" fmla="*/ 4078605 w 5876984"/>
              <a:gd name="connsiteY1745" fmla="*/ 1926619 h 4550534"/>
              <a:gd name="connsiteX1746" fmla="*/ 4100134 w 5876984"/>
              <a:gd name="connsiteY1746" fmla="*/ 1923283 h 4550534"/>
              <a:gd name="connsiteX1747" fmla="*/ 4087352 w 5876984"/>
              <a:gd name="connsiteY1747" fmla="*/ 1936116 h 4550534"/>
              <a:gd name="connsiteX1748" fmla="*/ 4103456 w 5876984"/>
              <a:gd name="connsiteY1748" fmla="*/ 1932908 h 4550534"/>
              <a:gd name="connsiteX1749" fmla="*/ 4120790 w 5876984"/>
              <a:gd name="connsiteY1749" fmla="*/ 1929796 h 4550534"/>
              <a:gd name="connsiteX1750" fmla="*/ 4122068 w 5876984"/>
              <a:gd name="connsiteY1750" fmla="*/ 1923653 h 4550534"/>
              <a:gd name="connsiteX1751" fmla="*/ 4120229 w 5876984"/>
              <a:gd name="connsiteY1751" fmla="*/ 1924225 h 4550534"/>
              <a:gd name="connsiteX1752" fmla="*/ 4108544 w 5876984"/>
              <a:gd name="connsiteY1752" fmla="*/ 1924822 h 4550534"/>
              <a:gd name="connsiteX1753" fmla="*/ 4118973 w 5876984"/>
              <a:gd name="connsiteY1753" fmla="*/ 1921743 h 4550534"/>
              <a:gd name="connsiteX1754" fmla="*/ 4110563 w 5876984"/>
              <a:gd name="connsiteY1754" fmla="*/ 1911989 h 4550534"/>
              <a:gd name="connsiteX1755" fmla="*/ 4118973 w 5876984"/>
              <a:gd name="connsiteY1755" fmla="*/ 1916866 h 4550534"/>
              <a:gd name="connsiteX1756" fmla="*/ 4114936 w 5876984"/>
              <a:gd name="connsiteY1756" fmla="*/ 1905316 h 4550534"/>
              <a:gd name="connsiteX1757" fmla="*/ 4134112 w 5876984"/>
              <a:gd name="connsiteY1757" fmla="*/ 1889146 h 4550534"/>
              <a:gd name="connsiteX1758" fmla="*/ 4122463 w 5876984"/>
              <a:gd name="connsiteY1758" fmla="*/ 1887734 h 4550534"/>
              <a:gd name="connsiteX1759" fmla="*/ 4237870 w 5876984"/>
              <a:gd name="connsiteY1759" fmla="*/ 1886942 h 4550534"/>
              <a:gd name="connsiteX1760" fmla="*/ 4252648 w 5876984"/>
              <a:gd name="connsiteY1760" fmla="*/ 1887073 h 4550534"/>
              <a:gd name="connsiteX1761" fmla="*/ 4248390 w 5876984"/>
              <a:gd name="connsiteY1761" fmla="*/ 1895430 h 4550534"/>
              <a:gd name="connsiteX1762" fmla="*/ 4227758 w 5876984"/>
              <a:gd name="connsiteY1762" fmla="*/ 1895430 h 4550534"/>
              <a:gd name="connsiteX1763" fmla="*/ 4237870 w 5876984"/>
              <a:gd name="connsiteY1763" fmla="*/ 1886942 h 4550534"/>
              <a:gd name="connsiteX1764" fmla="*/ 4741399 w 5876984"/>
              <a:gd name="connsiteY1764" fmla="*/ 1879072 h 4550534"/>
              <a:gd name="connsiteX1765" fmla="*/ 4733578 w 5876984"/>
              <a:gd name="connsiteY1765" fmla="*/ 1886065 h 4550534"/>
              <a:gd name="connsiteX1766" fmla="*/ 4758808 w 5876984"/>
              <a:gd name="connsiteY1766" fmla="*/ 1879392 h 4550534"/>
              <a:gd name="connsiteX1767" fmla="*/ 4741399 w 5876984"/>
              <a:gd name="connsiteY1767" fmla="*/ 1879072 h 4550534"/>
              <a:gd name="connsiteX1768" fmla="*/ 4832672 w 5876984"/>
              <a:gd name="connsiteY1768" fmla="*/ 1869661 h 4550534"/>
              <a:gd name="connsiteX1769" fmla="*/ 4818160 w 5876984"/>
              <a:gd name="connsiteY1769" fmla="*/ 1888650 h 4550534"/>
              <a:gd name="connsiteX1770" fmla="*/ 4832672 w 5876984"/>
              <a:gd name="connsiteY1770" fmla="*/ 1869661 h 4550534"/>
              <a:gd name="connsiteX1771" fmla="*/ 4269064 w 5876984"/>
              <a:gd name="connsiteY1771" fmla="*/ 1863238 h 4550534"/>
              <a:gd name="connsiteX1772" fmla="*/ 4271069 w 5876984"/>
              <a:gd name="connsiteY1772" fmla="*/ 1869484 h 4550534"/>
              <a:gd name="connsiteX1773" fmla="*/ 4250008 w 5876984"/>
              <a:gd name="connsiteY1773" fmla="*/ 1874232 h 4550534"/>
              <a:gd name="connsiteX1774" fmla="*/ 4267058 w 5876984"/>
              <a:gd name="connsiteY1774" fmla="*/ 1864737 h 4550534"/>
              <a:gd name="connsiteX1775" fmla="*/ 4269064 w 5876984"/>
              <a:gd name="connsiteY1775" fmla="*/ 1863238 h 4550534"/>
              <a:gd name="connsiteX1776" fmla="*/ 4779644 w 5876984"/>
              <a:gd name="connsiteY1776" fmla="*/ 1862305 h 4550534"/>
              <a:gd name="connsiteX1777" fmla="*/ 4780013 w 5876984"/>
              <a:gd name="connsiteY1777" fmla="*/ 1863192 h 4550534"/>
              <a:gd name="connsiteX1778" fmla="*/ 4782414 w 5876984"/>
              <a:gd name="connsiteY1778" fmla="*/ 1862772 h 4550534"/>
              <a:gd name="connsiteX1779" fmla="*/ 4903461 w 5876984"/>
              <a:gd name="connsiteY1779" fmla="*/ 1856806 h 4550534"/>
              <a:gd name="connsiteX1780" fmla="*/ 4890678 w 5876984"/>
              <a:gd name="connsiteY1780" fmla="*/ 1861682 h 4550534"/>
              <a:gd name="connsiteX1781" fmla="*/ 4891014 w 5876984"/>
              <a:gd name="connsiteY1781" fmla="*/ 1869543 h 4550534"/>
              <a:gd name="connsiteX1782" fmla="*/ 4899232 w 5876984"/>
              <a:gd name="connsiteY1782" fmla="*/ 1871392 h 4550534"/>
              <a:gd name="connsiteX1783" fmla="*/ 4899546 w 5876984"/>
              <a:gd name="connsiteY1783" fmla="*/ 1870994 h 4550534"/>
              <a:gd name="connsiteX1784" fmla="*/ 4839314 w 5876984"/>
              <a:gd name="connsiteY1784" fmla="*/ 1856080 h 4550534"/>
              <a:gd name="connsiteX1785" fmla="*/ 4837021 w 5876984"/>
              <a:gd name="connsiteY1785" fmla="*/ 1870863 h 4550534"/>
              <a:gd name="connsiteX1786" fmla="*/ 4839314 w 5876984"/>
              <a:gd name="connsiteY1786" fmla="*/ 1856080 h 4550534"/>
              <a:gd name="connsiteX1787" fmla="*/ 4278688 w 5876984"/>
              <a:gd name="connsiteY1787" fmla="*/ 1856080 h 4550534"/>
              <a:gd name="connsiteX1788" fmla="*/ 4291214 w 5876984"/>
              <a:gd name="connsiteY1788" fmla="*/ 1859350 h 4550534"/>
              <a:gd name="connsiteX1789" fmla="*/ 4276710 w 5876984"/>
              <a:gd name="connsiteY1789" fmla="*/ 1867146 h 4550534"/>
              <a:gd name="connsiteX1790" fmla="*/ 4278688 w 5876984"/>
              <a:gd name="connsiteY1790" fmla="*/ 1856080 h 4550534"/>
              <a:gd name="connsiteX1791" fmla="*/ 4780378 w 5876984"/>
              <a:gd name="connsiteY1791" fmla="*/ 1843718 h 4550534"/>
              <a:gd name="connsiteX1792" fmla="*/ 4780339 w 5876984"/>
              <a:gd name="connsiteY1792" fmla="*/ 1843736 h 4550534"/>
              <a:gd name="connsiteX1793" fmla="*/ 4780442 w 5876984"/>
              <a:gd name="connsiteY1793" fmla="*/ 1846384 h 4550534"/>
              <a:gd name="connsiteX1794" fmla="*/ 4783322 w 5876984"/>
              <a:gd name="connsiteY1794" fmla="*/ 1844546 h 4550534"/>
              <a:gd name="connsiteX1795" fmla="*/ 4784038 w 5876984"/>
              <a:gd name="connsiteY1795" fmla="*/ 1843951 h 4550534"/>
              <a:gd name="connsiteX1796" fmla="*/ 4843506 w 5876984"/>
              <a:gd name="connsiteY1796" fmla="*/ 1839103 h 4550534"/>
              <a:gd name="connsiteX1797" fmla="*/ 4854356 w 5876984"/>
              <a:gd name="connsiteY1797" fmla="*/ 1839103 h 4550534"/>
              <a:gd name="connsiteX1798" fmla="*/ 4845880 w 5876984"/>
              <a:gd name="connsiteY1798" fmla="*/ 1852423 h 4550534"/>
              <a:gd name="connsiteX1799" fmla="*/ 4832994 w 5876984"/>
              <a:gd name="connsiteY1799" fmla="*/ 1845894 h 4550534"/>
              <a:gd name="connsiteX1800" fmla="*/ 4843506 w 5876984"/>
              <a:gd name="connsiteY1800" fmla="*/ 1839103 h 4550534"/>
              <a:gd name="connsiteX1801" fmla="*/ 4807233 w 5876984"/>
              <a:gd name="connsiteY1801" fmla="*/ 1831657 h 4550534"/>
              <a:gd name="connsiteX1802" fmla="*/ 4803986 w 5876984"/>
              <a:gd name="connsiteY1802" fmla="*/ 1833034 h 4550534"/>
              <a:gd name="connsiteX1803" fmla="*/ 4801450 w 5876984"/>
              <a:gd name="connsiteY1803" fmla="*/ 1841856 h 4550534"/>
              <a:gd name="connsiteX1804" fmla="*/ 4804245 w 5876984"/>
              <a:gd name="connsiteY1804" fmla="*/ 1842301 h 4550534"/>
              <a:gd name="connsiteX1805" fmla="*/ 4806438 w 5876984"/>
              <a:gd name="connsiteY1805" fmla="*/ 1834797 h 4550534"/>
              <a:gd name="connsiteX1806" fmla="*/ 4896524 w 5876984"/>
              <a:gd name="connsiteY1806" fmla="*/ 1821553 h 4550534"/>
              <a:gd name="connsiteX1807" fmla="*/ 4886130 w 5876984"/>
              <a:gd name="connsiteY1807" fmla="*/ 1824640 h 4550534"/>
              <a:gd name="connsiteX1808" fmla="*/ 4890782 w 5876984"/>
              <a:gd name="connsiteY1808" fmla="*/ 1830238 h 4550534"/>
              <a:gd name="connsiteX1809" fmla="*/ 4891040 w 5876984"/>
              <a:gd name="connsiteY1809" fmla="*/ 1830658 h 4550534"/>
              <a:gd name="connsiteX1810" fmla="*/ 4902030 w 5876984"/>
              <a:gd name="connsiteY1810" fmla="*/ 1823875 h 4550534"/>
              <a:gd name="connsiteX1811" fmla="*/ 4421801 w 5876984"/>
              <a:gd name="connsiteY1811" fmla="*/ 1816867 h 4550534"/>
              <a:gd name="connsiteX1812" fmla="*/ 4431214 w 5876984"/>
              <a:gd name="connsiteY1812" fmla="*/ 1818998 h 4550534"/>
              <a:gd name="connsiteX1813" fmla="*/ 4420602 w 5876984"/>
              <a:gd name="connsiteY1813" fmla="*/ 1825922 h 4550534"/>
              <a:gd name="connsiteX1814" fmla="*/ 4421801 w 5876984"/>
              <a:gd name="connsiteY1814" fmla="*/ 1816867 h 4550534"/>
              <a:gd name="connsiteX1815" fmla="*/ 4376166 w 5876984"/>
              <a:gd name="connsiteY1815" fmla="*/ 1806283 h 4550534"/>
              <a:gd name="connsiteX1816" fmla="*/ 4389529 w 5876984"/>
              <a:gd name="connsiteY1816" fmla="*/ 1815901 h 4550534"/>
              <a:gd name="connsiteX1817" fmla="*/ 4399144 w 5876984"/>
              <a:gd name="connsiteY1817" fmla="*/ 1810810 h 4550534"/>
              <a:gd name="connsiteX1818" fmla="*/ 4371650 w 5876984"/>
              <a:gd name="connsiteY1818" fmla="*/ 1823764 h 4550534"/>
              <a:gd name="connsiteX1819" fmla="*/ 4382685 w 5876984"/>
              <a:gd name="connsiteY1819" fmla="*/ 1819295 h 4550534"/>
              <a:gd name="connsiteX1820" fmla="*/ 4380500 w 5876984"/>
              <a:gd name="connsiteY1820" fmla="*/ 1816003 h 4550534"/>
              <a:gd name="connsiteX1821" fmla="*/ 4340498 w 5876984"/>
              <a:gd name="connsiteY1821" fmla="*/ 1843374 h 4550534"/>
              <a:gd name="connsiteX1822" fmla="*/ 4340708 w 5876984"/>
              <a:gd name="connsiteY1822" fmla="*/ 1842852 h 4550534"/>
              <a:gd name="connsiteX1823" fmla="*/ 4339548 w 5876984"/>
              <a:gd name="connsiteY1823" fmla="*/ 1844251 h 4550534"/>
              <a:gd name="connsiteX1824" fmla="*/ 4322697 w 5876984"/>
              <a:gd name="connsiteY1824" fmla="*/ 1852434 h 4550534"/>
              <a:gd name="connsiteX1825" fmla="*/ 4333946 w 5876984"/>
              <a:gd name="connsiteY1825" fmla="*/ 1842471 h 4550534"/>
              <a:gd name="connsiteX1826" fmla="*/ 4343162 w 5876984"/>
              <a:gd name="connsiteY1826" fmla="*/ 1836757 h 4550534"/>
              <a:gd name="connsiteX1827" fmla="*/ 4345134 w 5876984"/>
              <a:gd name="connsiteY1827" fmla="*/ 1831859 h 4550534"/>
              <a:gd name="connsiteX1828" fmla="*/ 4376166 w 5876984"/>
              <a:gd name="connsiteY1828" fmla="*/ 1806283 h 4550534"/>
              <a:gd name="connsiteX1829" fmla="*/ 49363 w 5876984"/>
              <a:gd name="connsiteY1829" fmla="*/ 1805151 h 4550534"/>
              <a:gd name="connsiteX1830" fmla="*/ 61972 w 5876984"/>
              <a:gd name="connsiteY1830" fmla="*/ 1812998 h 4550534"/>
              <a:gd name="connsiteX1831" fmla="*/ 34763 w 5876984"/>
              <a:gd name="connsiteY1831" fmla="*/ 1838567 h 4550534"/>
              <a:gd name="connsiteX1832" fmla="*/ 22154 w 5876984"/>
              <a:gd name="connsiteY1832" fmla="*/ 1843377 h 4550534"/>
              <a:gd name="connsiteX1833" fmla="*/ 30449 w 5876984"/>
              <a:gd name="connsiteY1833" fmla="*/ 1821099 h 4550534"/>
              <a:gd name="connsiteX1834" fmla="*/ 49363 w 5876984"/>
              <a:gd name="connsiteY1834" fmla="*/ 1805151 h 4550534"/>
              <a:gd name="connsiteX1835" fmla="*/ 286824 w 5876984"/>
              <a:gd name="connsiteY1835" fmla="*/ 1800202 h 4550534"/>
              <a:gd name="connsiteX1836" fmla="*/ 256882 w 5876984"/>
              <a:gd name="connsiteY1836" fmla="*/ 1826120 h 4550534"/>
              <a:gd name="connsiteX1837" fmla="*/ 240060 w 5876984"/>
              <a:gd name="connsiteY1837" fmla="*/ 1821245 h 4550534"/>
              <a:gd name="connsiteX1838" fmla="*/ 222902 w 5876984"/>
              <a:gd name="connsiteY1838" fmla="*/ 1871541 h 4550534"/>
              <a:gd name="connsiteX1839" fmla="*/ 235686 w 5876984"/>
              <a:gd name="connsiteY1839" fmla="*/ 1874620 h 4550534"/>
              <a:gd name="connsiteX1840" fmla="*/ 261255 w 5876984"/>
              <a:gd name="connsiteY1840" fmla="*/ 1858454 h 4550534"/>
              <a:gd name="connsiteX1841" fmla="*/ 286824 w 5876984"/>
              <a:gd name="connsiteY1841" fmla="*/ 1800202 h 4550534"/>
              <a:gd name="connsiteX1842" fmla="*/ 4422251 w 5876984"/>
              <a:gd name="connsiteY1842" fmla="*/ 1799402 h 4550534"/>
              <a:gd name="connsiteX1843" fmla="*/ 4405768 w 5876984"/>
              <a:gd name="connsiteY1843" fmla="*/ 1807287 h 4550534"/>
              <a:gd name="connsiteX1844" fmla="*/ 4422251 w 5876984"/>
              <a:gd name="connsiteY1844" fmla="*/ 1799402 h 4550534"/>
              <a:gd name="connsiteX1845" fmla="*/ 4480579 w 5876984"/>
              <a:gd name="connsiteY1845" fmla="*/ 1791570 h 4550534"/>
              <a:gd name="connsiteX1846" fmla="*/ 4474261 w 5876984"/>
              <a:gd name="connsiteY1846" fmla="*/ 1802636 h 4550534"/>
              <a:gd name="connsiteX1847" fmla="*/ 4480579 w 5876984"/>
              <a:gd name="connsiteY1847" fmla="*/ 1791570 h 4550534"/>
              <a:gd name="connsiteX1848" fmla="*/ 5502756 w 5876984"/>
              <a:gd name="connsiteY1848" fmla="*/ 1784779 h 4550534"/>
              <a:gd name="connsiteX1849" fmla="*/ 5489982 w 5876984"/>
              <a:gd name="connsiteY1849" fmla="*/ 1799416 h 4550534"/>
              <a:gd name="connsiteX1850" fmla="*/ 5485948 w 5876984"/>
              <a:gd name="connsiteY1850" fmla="*/ 1814054 h 4550534"/>
              <a:gd name="connsiteX1851" fmla="*/ 5517884 w 5876984"/>
              <a:gd name="connsiteY1851" fmla="*/ 1804295 h 4550534"/>
              <a:gd name="connsiteX1852" fmla="*/ 5521918 w 5876984"/>
              <a:gd name="connsiteY1852" fmla="*/ 1815594 h 4550534"/>
              <a:gd name="connsiteX1853" fmla="*/ 5494352 w 5876984"/>
              <a:gd name="connsiteY1853" fmla="*/ 1818676 h 4550534"/>
              <a:gd name="connsiteX1854" fmla="*/ 5492335 w 5876984"/>
              <a:gd name="connsiteY1854" fmla="*/ 1864129 h 4550534"/>
              <a:gd name="connsiteX1855" fmla="*/ 5451996 w 5876984"/>
              <a:gd name="connsiteY1855" fmla="*/ 1916258 h 4550534"/>
              <a:gd name="connsiteX1856" fmla="*/ 5422077 w 5876984"/>
              <a:gd name="connsiteY1856" fmla="*/ 1969671 h 4550534"/>
              <a:gd name="connsiteX1857" fmla="*/ 5390142 w 5876984"/>
              <a:gd name="connsiteY1857" fmla="*/ 2034641 h 4550534"/>
              <a:gd name="connsiteX1858" fmla="*/ 5396528 w 5876984"/>
              <a:gd name="connsiteY1858" fmla="*/ 1987647 h 4550534"/>
              <a:gd name="connsiteX1859" fmla="*/ 5415690 w 5876984"/>
              <a:gd name="connsiteY1859" fmla="*/ 1930895 h 4550534"/>
              <a:gd name="connsiteX1860" fmla="*/ 5431532 w 5876984"/>
              <a:gd name="connsiteY1860" fmla="*/ 1902006 h 4550534"/>
              <a:gd name="connsiteX1861" fmla="*/ 5438478 w 5876984"/>
              <a:gd name="connsiteY1861" fmla="*/ 1886609 h 4550534"/>
              <a:gd name="connsiteX1862" fmla="*/ 5438556 w 5876984"/>
              <a:gd name="connsiteY1862" fmla="*/ 1881134 h 4550534"/>
              <a:gd name="connsiteX1863" fmla="*/ 5449264 w 5876984"/>
              <a:gd name="connsiteY1863" fmla="*/ 1864002 h 4550534"/>
              <a:gd name="connsiteX1864" fmla="*/ 5454218 w 5876984"/>
              <a:gd name="connsiteY1864" fmla="*/ 1872513 h 4550534"/>
              <a:gd name="connsiteX1865" fmla="*/ 5456938 w 5876984"/>
              <a:gd name="connsiteY1865" fmla="*/ 1873053 h 4550534"/>
              <a:gd name="connsiteX1866" fmla="*/ 5468804 w 5876984"/>
              <a:gd name="connsiteY1866" fmla="*/ 1852830 h 4550534"/>
              <a:gd name="connsiteX1867" fmla="*/ 5454012 w 5876984"/>
              <a:gd name="connsiteY1867" fmla="*/ 1859506 h 4550534"/>
              <a:gd name="connsiteX1868" fmla="*/ 5481578 w 5876984"/>
              <a:gd name="connsiteY1868" fmla="*/ 1786320 h 4550534"/>
              <a:gd name="connsiteX1869" fmla="*/ 5494352 w 5876984"/>
              <a:gd name="connsiteY1869" fmla="*/ 1792740 h 4550534"/>
              <a:gd name="connsiteX1870" fmla="*/ 5502756 w 5876984"/>
              <a:gd name="connsiteY1870" fmla="*/ 1784779 h 4550534"/>
              <a:gd name="connsiteX1871" fmla="*/ 4498982 w 5876984"/>
              <a:gd name="connsiteY1871" fmla="*/ 1784392 h 4550534"/>
              <a:gd name="connsiteX1872" fmla="*/ 4503370 w 5876984"/>
              <a:gd name="connsiteY1872" fmla="*/ 1784681 h 4550534"/>
              <a:gd name="connsiteX1873" fmla="*/ 4488429 w 5876984"/>
              <a:gd name="connsiteY1873" fmla="*/ 1795843 h 4550534"/>
              <a:gd name="connsiteX1874" fmla="*/ 4498982 w 5876984"/>
              <a:gd name="connsiteY1874" fmla="*/ 1784392 h 4550534"/>
              <a:gd name="connsiteX1875" fmla="*/ 4484052 w 5876984"/>
              <a:gd name="connsiteY1875" fmla="*/ 1770067 h 4550534"/>
              <a:gd name="connsiteX1876" fmla="*/ 4465106 w 5876984"/>
              <a:gd name="connsiteY1876" fmla="*/ 1781133 h 4550534"/>
              <a:gd name="connsiteX1877" fmla="*/ 4484052 w 5876984"/>
              <a:gd name="connsiteY1877" fmla="*/ 1770067 h 4550534"/>
              <a:gd name="connsiteX1878" fmla="*/ 5502590 w 5876984"/>
              <a:gd name="connsiteY1878" fmla="*/ 1768805 h 4550534"/>
              <a:gd name="connsiteX1879" fmla="*/ 5516514 w 5876984"/>
              <a:gd name="connsiteY1879" fmla="*/ 1773657 h 4550534"/>
              <a:gd name="connsiteX1880" fmla="*/ 5488668 w 5876984"/>
              <a:gd name="connsiteY1880" fmla="*/ 1773657 h 4550534"/>
              <a:gd name="connsiteX1881" fmla="*/ 5502590 w 5876984"/>
              <a:gd name="connsiteY1881" fmla="*/ 1768805 h 4550534"/>
              <a:gd name="connsiteX1882" fmla="*/ 4979603 w 5876984"/>
              <a:gd name="connsiteY1882" fmla="*/ 1767000 h 4550534"/>
              <a:gd name="connsiteX1883" fmla="*/ 4972962 w 5876984"/>
              <a:gd name="connsiteY1883" fmla="*/ 1772661 h 4550534"/>
              <a:gd name="connsiteX1884" fmla="*/ 4949494 w 5876984"/>
              <a:gd name="connsiteY1884" fmla="*/ 1779351 h 4550534"/>
              <a:gd name="connsiteX1885" fmla="*/ 4930720 w 5876984"/>
              <a:gd name="connsiteY1885" fmla="*/ 1793761 h 4550534"/>
              <a:gd name="connsiteX1886" fmla="*/ 4936754 w 5876984"/>
              <a:gd name="connsiteY1886" fmla="*/ 1803540 h 4550534"/>
              <a:gd name="connsiteX1887" fmla="*/ 4924148 w 5876984"/>
              <a:gd name="connsiteY1887" fmla="*/ 1809294 h 4550534"/>
              <a:gd name="connsiteX1888" fmla="*/ 4927008 w 5876984"/>
              <a:gd name="connsiteY1888" fmla="*/ 1814712 h 4550534"/>
              <a:gd name="connsiteX1889" fmla="*/ 4952575 w 5876984"/>
              <a:gd name="connsiteY1889" fmla="*/ 1804959 h 4550534"/>
              <a:gd name="connsiteX1890" fmla="*/ 4939792 w 5876984"/>
              <a:gd name="connsiteY1890" fmla="*/ 1817792 h 4550534"/>
              <a:gd name="connsiteX1891" fmla="*/ 4967376 w 5876984"/>
              <a:gd name="connsiteY1891" fmla="*/ 1801622 h 4550534"/>
              <a:gd name="connsiteX1892" fmla="*/ 4967376 w 5876984"/>
              <a:gd name="connsiteY1892" fmla="*/ 1808039 h 4550534"/>
              <a:gd name="connsiteX1893" fmla="*/ 4971414 w 5876984"/>
              <a:gd name="connsiteY1893" fmla="*/ 1812915 h 4550534"/>
              <a:gd name="connsiteX1894" fmla="*/ 4954594 w 5876984"/>
              <a:gd name="connsiteY1894" fmla="*/ 1819332 h 4550534"/>
              <a:gd name="connsiteX1895" fmla="*/ 4956612 w 5876984"/>
              <a:gd name="connsiteY1895" fmla="*/ 1827546 h 4550534"/>
              <a:gd name="connsiteX1896" fmla="*/ 4976176 w 5876984"/>
              <a:gd name="connsiteY1896" fmla="*/ 1814580 h 4550534"/>
              <a:gd name="connsiteX1897" fmla="*/ 4976681 w 5876984"/>
              <a:gd name="connsiteY1897" fmla="*/ 1811220 h 4550534"/>
              <a:gd name="connsiteX1898" fmla="*/ 4975588 w 5876984"/>
              <a:gd name="connsiteY1898" fmla="*/ 1784016 h 4550534"/>
              <a:gd name="connsiteX1899" fmla="*/ 5152398 w 5876984"/>
              <a:gd name="connsiteY1899" fmla="*/ 1764405 h 4550534"/>
              <a:gd name="connsiteX1900" fmla="*/ 5134778 w 5876984"/>
              <a:gd name="connsiteY1900" fmla="*/ 1778329 h 4550534"/>
              <a:gd name="connsiteX1901" fmla="*/ 5123645 w 5876984"/>
              <a:gd name="connsiteY1901" fmla="*/ 1790038 h 4550534"/>
              <a:gd name="connsiteX1902" fmla="*/ 5123826 w 5876984"/>
              <a:gd name="connsiteY1902" fmla="*/ 1790307 h 4550534"/>
              <a:gd name="connsiteX1903" fmla="*/ 5123818 w 5876984"/>
              <a:gd name="connsiteY1903" fmla="*/ 1791602 h 4550534"/>
              <a:gd name="connsiteX1904" fmla="*/ 5141970 w 5876984"/>
              <a:gd name="connsiteY1904" fmla="*/ 1781890 h 4550534"/>
              <a:gd name="connsiteX1905" fmla="*/ 5152398 w 5876984"/>
              <a:gd name="connsiteY1905" fmla="*/ 1764405 h 4550534"/>
              <a:gd name="connsiteX1906" fmla="*/ 4567732 w 5876984"/>
              <a:gd name="connsiteY1906" fmla="*/ 1762608 h 4550534"/>
              <a:gd name="connsiteX1907" fmla="*/ 4552931 w 5876984"/>
              <a:gd name="connsiteY1907" fmla="*/ 1782115 h 4550534"/>
              <a:gd name="connsiteX1908" fmla="*/ 4557840 w 5876984"/>
              <a:gd name="connsiteY1908" fmla="*/ 1781912 h 4550534"/>
              <a:gd name="connsiteX1909" fmla="*/ 4559581 w 5876984"/>
              <a:gd name="connsiteY1909" fmla="*/ 1776857 h 4550534"/>
              <a:gd name="connsiteX1910" fmla="*/ 4562798 w 5876984"/>
              <a:gd name="connsiteY1910" fmla="*/ 1781707 h 4550534"/>
              <a:gd name="connsiteX1911" fmla="*/ 4562823 w 5876984"/>
              <a:gd name="connsiteY1911" fmla="*/ 1781706 h 4550534"/>
              <a:gd name="connsiteX1912" fmla="*/ 4580516 w 5876984"/>
              <a:gd name="connsiteY1912" fmla="*/ 1767485 h 4550534"/>
              <a:gd name="connsiteX1913" fmla="*/ 4567732 w 5876984"/>
              <a:gd name="connsiteY1913" fmla="*/ 1762608 h 4550534"/>
              <a:gd name="connsiteX1914" fmla="*/ 5242254 w 5876984"/>
              <a:gd name="connsiteY1914" fmla="*/ 1756486 h 4550534"/>
              <a:gd name="connsiteX1915" fmla="*/ 5232036 w 5876984"/>
              <a:gd name="connsiteY1915" fmla="*/ 1792443 h 4550534"/>
              <a:gd name="connsiteX1916" fmla="*/ 5242254 w 5876984"/>
              <a:gd name="connsiteY1916" fmla="*/ 1756486 h 4550534"/>
              <a:gd name="connsiteX1917" fmla="*/ 4945414 w 5876984"/>
              <a:gd name="connsiteY1917" fmla="*/ 1738377 h 4550534"/>
              <a:gd name="connsiteX1918" fmla="*/ 4953776 w 5876984"/>
              <a:gd name="connsiteY1918" fmla="*/ 1759621 h 4550534"/>
              <a:gd name="connsiteX1919" fmla="*/ 4945414 w 5876984"/>
              <a:gd name="connsiteY1919" fmla="*/ 1738377 h 4550534"/>
              <a:gd name="connsiteX1920" fmla="*/ 4489014 w 5876984"/>
              <a:gd name="connsiteY1920" fmla="*/ 1736685 h 4550534"/>
              <a:gd name="connsiteX1921" fmla="*/ 4467821 w 5876984"/>
              <a:gd name="connsiteY1921" fmla="*/ 1751315 h 4550534"/>
              <a:gd name="connsiteX1922" fmla="*/ 4489014 w 5876984"/>
              <a:gd name="connsiteY1922" fmla="*/ 1736685 h 4550534"/>
              <a:gd name="connsiteX1923" fmla="*/ 5507118 w 5876984"/>
              <a:gd name="connsiteY1923" fmla="*/ 1736114 h 4550534"/>
              <a:gd name="connsiteX1924" fmla="*/ 5485701 w 5876984"/>
              <a:gd name="connsiteY1924" fmla="*/ 1749121 h 4550534"/>
              <a:gd name="connsiteX1925" fmla="*/ 5507118 w 5876984"/>
              <a:gd name="connsiteY1925" fmla="*/ 1736114 h 4550534"/>
              <a:gd name="connsiteX1926" fmla="*/ 4537468 w 5876984"/>
              <a:gd name="connsiteY1926" fmla="*/ 1733850 h 4550534"/>
              <a:gd name="connsiteX1927" fmla="*/ 4527410 w 5876984"/>
              <a:gd name="connsiteY1927" fmla="*/ 1746756 h 4550534"/>
              <a:gd name="connsiteX1928" fmla="*/ 4537468 w 5876984"/>
              <a:gd name="connsiteY1928" fmla="*/ 1733850 h 4550534"/>
              <a:gd name="connsiteX1929" fmla="*/ 4611630 w 5876984"/>
              <a:gd name="connsiteY1929" fmla="*/ 1731977 h 4550534"/>
              <a:gd name="connsiteX1930" fmla="*/ 4607284 w 5876984"/>
              <a:gd name="connsiteY1930" fmla="*/ 1744914 h 4550534"/>
              <a:gd name="connsiteX1931" fmla="*/ 4590234 w 5876984"/>
              <a:gd name="connsiteY1931" fmla="*/ 1744914 h 4550534"/>
              <a:gd name="connsiteX1932" fmla="*/ 4594580 w 5876984"/>
              <a:gd name="connsiteY1932" fmla="*/ 1733753 h 4550534"/>
              <a:gd name="connsiteX1933" fmla="*/ 4605278 w 5876984"/>
              <a:gd name="connsiteY1933" fmla="*/ 1736796 h 4550534"/>
              <a:gd name="connsiteX1934" fmla="*/ 4611630 w 5876984"/>
              <a:gd name="connsiteY1934" fmla="*/ 1731977 h 4550534"/>
              <a:gd name="connsiteX1935" fmla="*/ 234046 w 5876984"/>
              <a:gd name="connsiteY1935" fmla="*/ 1729706 h 4550534"/>
              <a:gd name="connsiteX1936" fmla="*/ 221344 w 5876984"/>
              <a:gd name="connsiteY1936" fmla="*/ 1757358 h 4550534"/>
              <a:gd name="connsiteX1937" fmla="*/ 234046 w 5876984"/>
              <a:gd name="connsiteY1937" fmla="*/ 1729706 h 4550534"/>
              <a:gd name="connsiteX1938" fmla="*/ 5535745 w 5876984"/>
              <a:gd name="connsiteY1938" fmla="*/ 1719137 h 4550534"/>
              <a:gd name="connsiteX1939" fmla="*/ 5525484 w 5876984"/>
              <a:gd name="connsiteY1939" fmla="*/ 1801500 h 4550534"/>
              <a:gd name="connsiteX1940" fmla="*/ 5535745 w 5876984"/>
              <a:gd name="connsiteY1940" fmla="*/ 1719137 h 4550534"/>
              <a:gd name="connsiteX1941" fmla="*/ 5642606 w 5876984"/>
              <a:gd name="connsiteY1941" fmla="*/ 1713479 h 4550534"/>
              <a:gd name="connsiteX1942" fmla="*/ 5604375 w 5876984"/>
              <a:gd name="connsiteY1942" fmla="*/ 1766416 h 4550534"/>
              <a:gd name="connsiteX1943" fmla="*/ 5642606 w 5876984"/>
              <a:gd name="connsiteY1943" fmla="*/ 1713479 h 4550534"/>
              <a:gd name="connsiteX1944" fmla="*/ 4653268 w 5876984"/>
              <a:gd name="connsiteY1944" fmla="*/ 1712151 h 4550534"/>
              <a:gd name="connsiteX1945" fmla="*/ 4652212 w 5876984"/>
              <a:gd name="connsiteY1945" fmla="*/ 1712943 h 4550534"/>
              <a:gd name="connsiteX1946" fmla="*/ 4650242 w 5876984"/>
              <a:gd name="connsiteY1946" fmla="*/ 1716926 h 4550534"/>
              <a:gd name="connsiteX1947" fmla="*/ 4652572 w 5876984"/>
              <a:gd name="connsiteY1947" fmla="*/ 1718833 h 4550534"/>
              <a:gd name="connsiteX1948" fmla="*/ 4654990 w 5876984"/>
              <a:gd name="connsiteY1948" fmla="*/ 1717842 h 4550534"/>
              <a:gd name="connsiteX1949" fmla="*/ 5460590 w 5876984"/>
              <a:gd name="connsiteY1949" fmla="*/ 1708952 h 4550534"/>
              <a:gd name="connsiteX1950" fmla="*/ 5456176 w 5876984"/>
              <a:gd name="connsiteY1950" fmla="*/ 1730195 h 4550534"/>
              <a:gd name="connsiteX1951" fmla="*/ 5460590 w 5876984"/>
              <a:gd name="connsiteY1951" fmla="*/ 1708952 h 4550534"/>
              <a:gd name="connsiteX1952" fmla="*/ 4621348 w 5876984"/>
              <a:gd name="connsiteY1952" fmla="*/ 1707347 h 4550534"/>
              <a:gd name="connsiteX1953" fmla="*/ 4623385 w 5876984"/>
              <a:gd name="connsiteY1953" fmla="*/ 1728329 h 4550534"/>
              <a:gd name="connsiteX1954" fmla="*/ 4612858 w 5876984"/>
              <a:gd name="connsiteY1954" fmla="*/ 1725002 h 4550534"/>
              <a:gd name="connsiteX1955" fmla="*/ 4612858 w 5876984"/>
              <a:gd name="connsiteY1955" fmla="*/ 1712208 h 4550534"/>
              <a:gd name="connsiteX1956" fmla="*/ 4623385 w 5876984"/>
              <a:gd name="connsiteY1956" fmla="*/ 1710418 h 4550534"/>
              <a:gd name="connsiteX1957" fmla="*/ 4621348 w 5876984"/>
              <a:gd name="connsiteY1957" fmla="*/ 1707347 h 4550534"/>
              <a:gd name="connsiteX1958" fmla="*/ 4960985 w 5876984"/>
              <a:gd name="connsiteY1958" fmla="*/ 1705885 h 4550534"/>
              <a:gd name="connsiteX1959" fmla="*/ 4954594 w 5876984"/>
              <a:gd name="connsiteY1959" fmla="*/ 1714098 h 4550534"/>
              <a:gd name="connsiteX1960" fmla="*/ 4958966 w 5876984"/>
              <a:gd name="connsiteY1960" fmla="*/ 1731808 h 4550534"/>
              <a:gd name="connsiteX1961" fmla="*/ 4955295 w 5876984"/>
              <a:gd name="connsiteY1961" fmla="*/ 1731518 h 4550534"/>
              <a:gd name="connsiteX1962" fmla="*/ 4954292 w 5876984"/>
              <a:gd name="connsiteY1962" fmla="*/ 1734720 h 4550534"/>
              <a:gd name="connsiteX1963" fmla="*/ 4945735 w 5876984"/>
              <a:gd name="connsiteY1963" fmla="*/ 1721401 h 4550534"/>
              <a:gd name="connsiteX1964" fmla="*/ 4947173 w 5876984"/>
              <a:gd name="connsiteY1964" fmla="*/ 1722207 h 4550534"/>
              <a:gd name="connsiteX1965" fmla="*/ 4946904 w 5876984"/>
              <a:gd name="connsiteY1965" fmla="*/ 1721449 h 4550534"/>
              <a:gd name="connsiteX1966" fmla="*/ 4942260 w 5876984"/>
              <a:gd name="connsiteY1966" fmla="*/ 1719194 h 4550534"/>
              <a:gd name="connsiteX1967" fmla="*/ 4939600 w 5876984"/>
              <a:gd name="connsiteY1967" fmla="*/ 1745006 h 4550534"/>
              <a:gd name="connsiteX1968" fmla="*/ 4915592 w 5876984"/>
              <a:gd name="connsiteY1968" fmla="*/ 1758961 h 4550534"/>
              <a:gd name="connsiteX1969" fmla="*/ 4895080 w 5876984"/>
              <a:gd name="connsiteY1969" fmla="*/ 1774105 h 4550534"/>
              <a:gd name="connsiteX1970" fmla="*/ 4895051 w 5876984"/>
              <a:gd name="connsiteY1970" fmla="*/ 1775699 h 4550534"/>
              <a:gd name="connsiteX1971" fmla="*/ 4922636 w 5876984"/>
              <a:gd name="connsiteY1971" fmla="*/ 1775699 h 4550534"/>
              <a:gd name="connsiteX1972" fmla="*/ 4873858 w 5876984"/>
              <a:gd name="connsiteY1972" fmla="*/ 1814712 h 4550534"/>
              <a:gd name="connsiteX1973" fmla="*/ 4880250 w 5876984"/>
              <a:gd name="connsiteY1973" fmla="*/ 1817792 h 4550534"/>
              <a:gd name="connsiteX1974" fmla="*/ 4866710 w 5876984"/>
              <a:gd name="connsiteY1974" fmla="*/ 1811953 h 4550534"/>
              <a:gd name="connsiteX1975" fmla="*/ 4863550 w 5876984"/>
              <a:gd name="connsiteY1975" fmla="*/ 1806783 h 4550534"/>
              <a:gd name="connsiteX1976" fmla="*/ 4857561 w 5876984"/>
              <a:gd name="connsiteY1976" fmla="*/ 1817929 h 4550534"/>
              <a:gd name="connsiteX1977" fmla="*/ 4857561 w 5876984"/>
              <a:gd name="connsiteY1977" fmla="*/ 1806641 h 4550534"/>
              <a:gd name="connsiteX1978" fmla="*/ 4854080 w 5876984"/>
              <a:gd name="connsiteY1978" fmla="*/ 1807299 h 4550534"/>
              <a:gd name="connsiteX1979" fmla="*/ 4852817 w 5876984"/>
              <a:gd name="connsiteY1979" fmla="*/ 1812201 h 4550534"/>
              <a:gd name="connsiteX1980" fmla="*/ 4850137 w 5876984"/>
              <a:gd name="connsiteY1980" fmla="*/ 1813072 h 4550534"/>
              <a:gd name="connsiteX1981" fmla="*/ 4850390 w 5876984"/>
              <a:gd name="connsiteY1981" fmla="*/ 1814530 h 4550534"/>
              <a:gd name="connsiteX1982" fmla="*/ 4851866 w 5876984"/>
              <a:gd name="connsiteY1982" fmla="*/ 1820567 h 4550534"/>
              <a:gd name="connsiteX1983" fmla="*/ 4848548 w 5876984"/>
              <a:gd name="connsiteY1983" fmla="*/ 1820891 h 4550534"/>
              <a:gd name="connsiteX1984" fmla="*/ 4852202 w 5876984"/>
              <a:gd name="connsiteY1984" fmla="*/ 1821478 h 4550534"/>
              <a:gd name="connsiteX1985" fmla="*/ 4854636 w 5876984"/>
              <a:gd name="connsiteY1985" fmla="*/ 1825592 h 4550534"/>
              <a:gd name="connsiteX1986" fmla="*/ 4856270 w 5876984"/>
              <a:gd name="connsiteY1986" fmla="*/ 1825738 h 4550534"/>
              <a:gd name="connsiteX1987" fmla="*/ 4859924 w 5876984"/>
              <a:gd name="connsiteY1987" fmla="*/ 1829217 h 4550534"/>
              <a:gd name="connsiteX1988" fmla="*/ 4838791 w 5876984"/>
              <a:gd name="connsiteY1988" fmla="*/ 1832805 h 4550534"/>
              <a:gd name="connsiteX1989" fmla="*/ 4826887 w 5876984"/>
              <a:gd name="connsiteY1989" fmla="*/ 1838271 h 4550534"/>
              <a:gd name="connsiteX1990" fmla="*/ 4824742 w 5876984"/>
              <a:gd name="connsiteY1990" fmla="*/ 1848592 h 4550534"/>
              <a:gd name="connsiteX1991" fmla="*/ 4809533 w 5876984"/>
              <a:gd name="connsiteY1991" fmla="*/ 1856897 h 4550534"/>
              <a:gd name="connsiteX1992" fmla="*/ 4804245 w 5876984"/>
              <a:gd name="connsiteY1992" fmla="*/ 1864877 h 4550534"/>
              <a:gd name="connsiteX1993" fmla="*/ 4799678 w 5876984"/>
              <a:gd name="connsiteY1993" fmla="*/ 1862168 h 4550534"/>
              <a:gd name="connsiteX1994" fmla="*/ 4794709 w 5876984"/>
              <a:gd name="connsiteY1994" fmla="*/ 1864683 h 4550534"/>
              <a:gd name="connsiteX1995" fmla="*/ 4798138 w 5876984"/>
              <a:gd name="connsiteY1995" fmla="*/ 1867259 h 4550534"/>
              <a:gd name="connsiteX1996" fmla="*/ 4799079 w 5876984"/>
              <a:gd name="connsiteY1996" fmla="*/ 1877739 h 4550534"/>
              <a:gd name="connsiteX1997" fmla="*/ 4788417 w 5876984"/>
              <a:gd name="connsiteY1997" fmla="*/ 1874230 h 4550534"/>
              <a:gd name="connsiteX1998" fmla="*/ 4783352 w 5876984"/>
              <a:gd name="connsiteY1998" fmla="*/ 1870429 h 4550534"/>
              <a:gd name="connsiteX1999" fmla="*/ 4778320 w 5876984"/>
              <a:gd name="connsiteY1999" fmla="*/ 1872976 h 4550534"/>
              <a:gd name="connsiteX2000" fmla="*/ 4779155 w 5876984"/>
              <a:gd name="connsiteY2000" fmla="*/ 1869606 h 4550534"/>
              <a:gd name="connsiteX2001" fmla="*/ 4778006 w 5876984"/>
              <a:gd name="connsiteY2001" fmla="*/ 1869572 h 4550534"/>
              <a:gd name="connsiteX2002" fmla="*/ 4775498 w 5876984"/>
              <a:gd name="connsiteY2002" fmla="*/ 1863384 h 4550534"/>
              <a:gd name="connsiteX2003" fmla="*/ 4775884 w 5876984"/>
              <a:gd name="connsiteY2003" fmla="*/ 1862607 h 4550534"/>
              <a:gd name="connsiteX2004" fmla="*/ 4775297 w 5876984"/>
              <a:gd name="connsiteY2004" fmla="*/ 1862959 h 4550534"/>
              <a:gd name="connsiteX2005" fmla="*/ 4765158 w 5876984"/>
              <a:gd name="connsiteY2005" fmla="*/ 1882344 h 4550534"/>
              <a:gd name="connsiteX2006" fmla="*/ 4739970 w 5876984"/>
              <a:gd name="connsiteY2006" fmla="*/ 1900696 h 4550534"/>
              <a:gd name="connsiteX2007" fmla="*/ 4722813 w 5876984"/>
              <a:gd name="connsiteY2007" fmla="*/ 1895819 h 4550534"/>
              <a:gd name="connsiteX2008" fmla="*/ 4705993 w 5876984"/>
              <a:gd name="connsiteY2008" fmla="*/ 1913529 h 4550534"/>
              <a:gd name="connsiteX2009" fmla="*/ 4694135 w 5876984"/>
              <a:gd name="connsiteY2009" fmla="*/ 1911155 h 4550534"/>
              <a:gd name="connsiteX2010" fmla="*/ 4693179 w 5876984"/>
              <a:gd name="connsiteY2010" fmla="*/ 1909824 h 4550534"/>
              <a:gd name="connsiteX2011" fmla="*/ 4665142 w 5876984"/>
              <a:gd name="connsiteY2011" fmla="*/ 1931584 h 4550534"/>
              <a:gd name="connsiteX2012" fmla="*/ 4650026 w 5876984"/>
              <a:gd name="connsiteY2012" fmla="*/ 1938300 h 4550534"/>
              <a:gd name="connsiteX2013" fmla="*/ 4647142 w 5876984"/>
              <a:gd name="connsiteY2013" fmla="*/ 1945086 h 4550534"/>
              <a:gd name="connsiteX2014" fmla="*/ 4642472 w 5876984"/>
              <a:gd name="connsiteY2014" fmla="*/ 1948635 h 4550534"/>
              <a:gd name="connsiteX2015" fmla="*/ 4649968 w 5876984"/>
              <a:gd name="connsiteY2015" fmla="*/ 1945910 h 4550534"/>
              <a:gd name="connsiteX2016" fmla="*/ 4659098 w 5876984"/>
              <a:gd name="connsiteY2016" fmla="*/ 1952784 h 4550534"/>
              <a:gd name="connsiteX2017" fmla="*/ 4595157 w 5876984"/>
              <a:gd name="connsiteY2017" fmla="*/ 1989498 h 4550534"/>
              <a:gd name="connsiteX2018" fmla="*/ 4585500 w 5876984"/>
              <a:gd name="connsiteY2018" fmla="*/ 2005996 h 4550534"/>
              <a:gd name="connsiteX2019" fmla="*/ 4588337 w 5876984"/>
              <a:gd name="connsiteY2019" fmla="*/ 2002112 h 4550534"/>
              <a:gd name="connsiteX2020" fmla="*/ 4616510 w 5876984"/>
              <a:gd name="connsiteY2020" fmla="*/ 1991299 h 4550534"/>
              <a:gd name="connsiteX2021" fmla="*/ 4618865 w 5876984"/>
              <a:gd name="connsiteY2021" fmla="*/ 2004390 h 4550534"/>
              <a:gd name="connsiteX2022" fmla="*/ 4635686 w 5876984"/>
              <a:gd name="connsiteY2022" fmla="*/ 1983343 h 4550534"/>
              <a:gd name="connsiteX2023" fmla="*/ 4635686 w 5876984"/>
              <a:gd name="connsiteY2023" fmla="*/ 2001053 h 4550534"/>
              <a:gd name="connsiteX2024" fmla="*/ 4642078 w 5876984"/>
              <a:gd name="connsiteY2024" fmla="*/ 1975129 h 4550534"/>
              <a:gd name="connsiteX2025" fmla="*/ 4656879 w 5876984"/>
              <a:gd name="connsiteY2025" fmla="*/ 1989759 h 4550534"/>
              <a:gd name="connsiteX2026" fmla="*/ 4661252 w 5876984"/>
              <a:gd name="connsiteY2026" fmla="*/ 1968712 h 4550534"/>
              <a:gd name="connsiteX2027" fmla="*/ 4686818 w 5876984"/>
              <a:gd name="connsiteY2027" fmla="*/ 1955623 h 4550534"/>
              <a:gd name="connsiteX2028" fmla="*/ 4695228 w 5876984"/>
              <a:gd name="connsiteY2028" fmla="*/ 1949206 h 4550534"/>
              <a:gd name="connsiteX2029" fmla="*/ 4718776 w 5876984"/>
              <a:gd name="connsiteY2029" fmla="*/ 1952543 h 4550534"/>
              <a:gd name="connsiteX2030" fmla="*/ 4710030 w 5876984"/>
              <a:gd name="connsiteY2030" fmla="*/ 1937912 h 4550534"/>
              <a:gd name="connsiteX2031" fmla="*/ 4741988 w 5876984"/>
              <a:gd name="connsiteY2031" fmla="*/ 1924822 h 4550534"/>
              <a:gd name="connsiteX2032" fmla="*/ 4718776 w 5876984"/>
              <a:gd name="connsiteY2032" fmla="*/ 1937912 h 4550534"/>
              <a:gd name="connsiteX2033" fmla="*/ 4782356 w 5876984"/>
              <a:gd name="connsiteY2033" fmla="*/ 1923283 h 4550534"/>
              <a:gd name="connsiteX2034" fmla="*/ 4812296 w 5876984"/>
              <a:gd name="connsiteY2034" fmla="*/ 1897359 h 4550534"/>
              <a:gd name="connsiteX2035" fmla="*/ 4784375 w 5876984"/>
              <a:gd name="connsiteY2035" fmla="*/ 1915069 h 4550534"/>
              <a:gd name="connsiteX2036" fmla="*/ 4767554 w 5876984"/>
              <a:gd name="connsiteY2036" fmla="*/ 1915069 h 4550534"/>
              <a:gd name="connsiteX2037" fmla="*/ 4771927 w 5876984"/>
              <a:gd name="connsiteY2037" fmla="*/ 1903776 h 4550534"/>
              <a:gd name="connsiteX2038" fmla="*/ 4814314 w 5876984"/>
              <a:gd name="connsiteY2038" fmla="*/ 1889146 h 4550534"/>
              <a:gd name="connsiteX2039" fmla="*/ 4827098 w 5876984"/>
              <a:gd name="connsiteY2039" fmla="*/ 1900696 h 4550534"/>
              <a:gd name="connsiteX2040" fmla="*/ 4867466 w 5876984"/>
              <a:gd name="connsiteY2040" fmla="*/ 1872976 h 4550534"/>
              <a:gd name="connsiteX2041" fmla="*/ 4865448 w 5876984"/>
              <a:gd name="connsiteY2041" fmla="*/ 1848592 h 4550534"/>
              <a:gd name="connsiteX2042" fmla="*/ 4869484 w 5876984"/>
              <a:gd name="connsiteY2042" fmla="*/ 1842175 h 4550534"/>
              <a:gd name="connsiteX2043" fmla="*/ 4895051 w 5876984"/>
              <a:gd name="connsiteY2043" fmla="*/ 1851929 h 4550534"/>
              <a:gd name="connsiteX2044" fmla="*/ 4899298 w 5876984"/>
              <a:gd name="connsiteY2044" fmla="*/ 1839481 h 4550534"/>
              <a:gd name="connsiteX2045" fmla="*/ 4891969 w 5876984"/>
              <a:gd name="connsiteY2045" fmla="*/ 1832170 h 4550534"/>
              <a:gd name="connsiteX2046" fmla="*/ 4892590 w 5876984"/>
              <a:gd name="connsiteY2046" fmla="*/ 1833180 h 4550534"/>
              <a:gd name="connsiteX2047" fmla="*/ 4886130 w 5876984"/>
              <a:gd name="connsiteY2047" fmla="*/ 1839308 h 4550534"/>
              <a:gd name="connsiteX2048" fmla="*/ 4862663 w 5876984"/>
              <a:gd name="connsiteY2048" fmla="*/ 1841110 h 4550534"/>
              <a:gd name="connsiteX2049" fmla="*/ 4936754 w 5876984"/>
              <a:gd name="connsiteY2049" fmla="*/ 1774462 h 4550534"/>
              <a:gd name="connsiteX2050" fmla="*/ 4955864 w 5876984"/>
              <a:gd name="connsiteY2050" fmla="*/ 1774462 h 4550534"/>
              <a:gd name="connsiteX2051" fmla="*/ 4951840 w 5876984"/>
              <a:gd name="connsiteY2051" fmla="*/ 1766228 h 4550534"/>
              <a:gd name="connsiteX2052" fmla="*/ 4967838 w 5876984"/>
              <a:gd name="connsiteY2052" fmla="*/ 1756743 h 4550534"/>
              <a:gd name="connsiteX2053" fmla="*/ 4983451 w 5876984"/>
              <a:gd name="connsiteY2053" fmla="*/ 1750779 h 4550534"/>
              <a:gd name="connsiteX2054" fmla="*/ 4986352 w 5876984"/>
              <a:gd name="connsiteY2054" fmla="*/ 1738590 h 4550534"/>
              <a:gd name="connsiteX2055" fmla="*/ 4983335 w 5876984"/>
              <a:gd name="connsiteY2055" fmla="*/ 1723632 h 4550534"/>
              <a:gd name="connsiteX2056" fmla="*/ 4981146 w 5876984"/>
              <a:gd name="connsiteY2056" fmla="*/ 1716621 h 4550534"/>
              <a:gd name="connsiteX2057" fmla="*/ 4975240 w 5876984"/>
              <a:gd name="connsiteY2057" fmla="*/ 1718249 h 4550534"/>
              <a:gd name="connsiteX2058" fmla="*/ 4969395 w 5876984"/>
              <a:gd name="connsiteY2058" fmla="*/ 1723852 h 4550534"/>
              <a:gd name="connsiteX2059" fmla="*/ 4960985 w 5876984"/>
              <a:gd name="connsiteY2059" fmla="*/ 1705885 h 4550534"/>
              <a:gd name="connsiteX2060" fmla="*/ 4380694 w 5876984"/>
              <a:gd name="connsiteY2060" fmla="*/ 1702548 h 4550534"/>
              <a:gd name="connsiteX2061" fmla="*/ 4378339 w 5876984"/>
              <a:gd name="connsiteY2061" fmla="*/ 1720515 h 4550534"/>
              <a:gd name="connsiteX2062" fmla="*/ 4391122 w 5876984"/>
              <a:gd name="connsiteY2062" fmla="*/ 1702548 h 4550534"/>
              <a:gd name="connsiteX2063" fmla="*/ 4387086 w 5876984"/>
              <a:gd name="connsiteY2063" fmla="*/ 1704345 h 4550534"/>
              <a:gd name="connsiteX2064" fmla="*/ 4380694 w 5876984"/>
              <a:gd name="connsiteY2064" fmla="*/ 1702548 h 4550534"/>
              <a:gd name="connsiteX2065" fmla="*/ 5281738 w 5876984"/>
              <a:gd name="connsiteY2065" fmla="*/ 1696502 h 4550534"/>
              <a:gd name="connsiteX2066" fmla="*/ 5279738 w 5876984"/>
              <a:gd name="connsiteY2066" fmla="*/ 1719215 h 4550534"/>
              <a:gd name="connsiteX2067" fmla="*/ 5258737 w 5876984"/>
              <a:gd name="connsiteY2067" fmla="*/ 1714366 h 4550534"/>
              <a:gd name="connsiteX2068" fmla="*/ 5281738 w 5876984"/>
              <a:gd name="connsiteY2068" fmla="*/ 1696502 h 4550534"/>
              <a:gd name="connsiteX2069" fmla="*/ 4701620 w 5876984"/>
              <a:gd name="connsiteY2069" fmla="*/ 1694592 h 4550534"/>
              <a:gd name="connsiteX2070" fmla="*/ 4680427 w 5876984"/>
              <a:gd name="connsiteY2070" fmla="*/ 1720515 h 4550534"/>
              <a:gd name="connsiteX2071" fmla="*/ 4701620 w 5876984"/>
              <a:gd name="connsiteY2071" fmla="*/ 1694592 h 4550534"/>
              <a:gd name="connsiteX2072" fmla="*/ 4589306 w 5876984"/>
              <a:gd name="connsiteY2072" fmla="*/ 1693449 h 4550534"/>
              <a:gd name="connsiteX2073" fmla="*/ 4602731 w 5876984"/>
              <a:gd name="connsiteY2073" fmla="*/ 1699119 h 4550534"/>
              <a:gd name="connsiteX2074" fmla="*/ 4590096 w 5876984"/>
              <a:gd name="connsiteY2074" fmla="*/ 1699119 h 4550534"/>
              <a:gd name="connsiteX2075" fmla="*/ 4589306 w 5876984"/>
              <a:gd name="connsiteY2075" fmla="*/ 1693449 h 4550534"/>
              <a:gd name="connsiteX2076" fmla="*/ 318786 w 5876984"/>
              <a:gd name="connsiteY2076" fmla="*/ 1683444 h 4550534"/>
              <a:gd name="connsiteX2077" fmla="*/ 299609 w 5876984"/>
              <a:gd name="connsiteY2077" fmla="*/ 1691399 h 4550534"/>
              <a:gd name="connsiteX2078" fmla="*/ 295235 w 5876984"/>
              <a:gd name="connsiteY2078" fmla="*/ 1710902 h 4550534"/>
              <a:gd name="connsiteX2079" fmla="*/ 318786 w 5876984"/>
              <a:gd name="connsiteY2079" fmla="*/ 1683444 h 4550534"/>
              <a:gd name="connsiteX2080" fmla="*/ 5165180 w 5876984"/>
              <a:gd name="connsiteY2080" fmla="*/ 1681502 h 4550534"/>
              <a:gd name="connsiteX2081" fmla="*/ 5137260 w 5876984"/>
              <a:gd name="connsiteY2081" fmla="*/ 1691255 h 4550534"/>
              <a:gd name="connsiteX2082" fmla="*/ 5158789 w 5876984"/>
              <a:gd name="connsiteY2082" fmla="*/ 1693052 h 4550534"/>
              <a:gd name="connsiteX2083" fmla="*/ 5135242 w 5876984"/>
              <a:gd name="connsiteY2083" fmla="*/ 1710761 h 4550534"/>
              <a:gd name="connsiteX2084" fmla="*/ 5135242 w 5876984"/>
              <a:gd name="connsiteY2084" fmla="*/ 1720515 h 4550534"/>
              <a:gd name="connsiteX2085" fmla="*/ 5165180 w 5876984"/>
              <a:gd name="connsiteY2085" fmla="*/ 1681502 h 4550534"/>
              <a:gd name="connsiteX2086" fmla="*/ 5700303 w 5876984"/>
              <a:gd name="connsiteY2086" fmla="*/ 1673867 h 4550534"/>
              <a:gd name="connsiteX2087" fmla="*/ 5700303 w 5876984"/>
              <a:gd name="connsiteY2087" fmla="*/ 1698503 h 4550534"/>
              <a:gd name="connsiteX2088" fmla="*/ 5700303 w 5876984"/>
              <a:gd name="connsiteY2088" fmla="*/ 1673867 h 4550534"/>
              <a:gd name="connsiteX2089" fmla="*/ 5562499 w 5876984"/>
              <a:gd name="connsiteY2089" fmla="*/ 1664813 h 4550534"/>
              <a:gd name="connsiteX2090" fmla="*/ 5555870 w 5876984"/>
              <a:gd name="connsiteY2090" fmla="*/ 1685946 h 4550534"/>
              <a:gd name="connsiteX2091" fmla="*/ 5541416 w 5876984"/>
              <a:gd name="connsiteY2091" fmla="*/ 1711501 h 4550534"/>
              <a:gd name="connsiteX2092" fmla="*/ 5541164 w 5876984"/>
              <a:gd name="connsiteY2092" fmla="*/ 1712091 h 4550534"/>
              <a:gd name="connsiteX2093" fmla="*/ 5541109 w 5876984"/>
              <a:gd name="connsiteY2093" fmla="*/ 1712044 h 4550534"/>
              <a:gd name="connsiteX2094" fmla="*/ 5541082 w 5876984"/>
              <a:gd name="connsiteY2094" fmla="*/ 1712089 h 4550534"/>
              <a:gd name="connsiteX2095" fmla="*/ 5541077 w 5876984"/>
              <a:gd name="connsiteY2095" fmla="*/ 1712017 h 4550534"/>
              <a:gd name="connsiteX2096" fmla="*/ 5535232 w 5876984"/>
              <a:gd name="connsiteY2096" fmla="*/ 1707065 h 4550534"/>
              <a:gd name="connsiteX2097" fmla="*/ 5538183 w 5876984"/>
              <a:gd name="connsiteY2097" fmla="*/ 1699905 h 4550534"/>
              <a:gd name="connsiteX2098" fmla="*/ 5539912 w 5876984"/>
              <a:gd name="connsiteY2098" fmla="*/ 1696977 h 4550534"/>
              <a:gd name="connsiteX2099" fmla="*/ 5538916 w 5876984"/>
              <a:gd name="connsiteY2099" fmla="*/ 1684115 h 4550534"/>
              <a:gd name="connsiteX2100" fmla="*/ 5562499 w 5876984"/>
              <a:gd name="connsiteY2100" fmla="*/ 1664813 h 4550534"/>
              <a:gd name="connsiteX2101" fmla="*/ 5488334 w 5876984"/>
              <a:gd name="connsiteY2101" fmla="*/ 1661695 h 4550534"/>
              <a:gd name="connsiteX2102" fmla="*/ 5473624 w 5876984"/>
              <a:gd name="connsiteY2102" fmla="*/ 1693982 h 4550534"/>
              <a:gd name="connsiteX2103" fmla="*/ 5488334 w 5876984"/>
              <a:gd name="connsiteY2103" fmla="*/ 1661695 h 4550534"/>
              <a:gd name="connsiteX2104" fmla="*/ 4691266 w 5876984"/>
              <a:gd name="connsiteY2104" fmla="*/ 1656891 h 4550534"/>
              <a:gd name="connsiteX2105" fmla="*/ 4674268 w 5876984"/>
              <a:gd name="connsiteY2105" fmla="*/ 1683802 h 4550534"/>
              <a:gd name="connsiteX2106" fmla="*/ 4691266 w 5876984"/>
              <a:gd name="connsiteY2106" fmla="*/ 1656891 h 4550534"/>
              <a:gd name="connsiteX2107" fmla="*/ 3332137 w 5876984"/>
              <a:gd name="connsiteY2107" fmla="*/ 1653013 h 4550534"/>
              <a:gd name="connsiteX2108" fmla="*/ 3332211 w 5876984"/>
              <a:gd name="connsiteY2108" fmla="*/ 1653556 h 4550534"/>
              <a:gd name="connsiteX2109" fmla="*/ 3337304 w 5876984"/>
              <a:gd name="connsiteY2109" fmla="*/ 1653765 h 4550534"/>
              <a:gd name="connsiteX2110" fmla="*/ 3337132 w 5876984"/>
              <a:gd name="connsiteY2110" fmla="*/ 1653738 h 4550534"/>
              <a:gd name="connsiteX2111" fmla="*/ 4969395 w 5876984"/>
              <a:gd name="connsiteY2111" fmla="*/ 1652498 h 4550534"/>
              <a:gd name="connsiteX2112" fmla="*/ 4965358 w 5876984"/>
              <a:gd name="connsiteY2112" fmla="*/ 1658914 h 4550534"/>
              <a:gd name="connsiteX2113" fmla="*/ 4946184 w 5876984"/>
              <a:gd name="connsiteY2113" fmla="*/ 1694592 h 4550534"/>
              <a:gd name="connsiteX2114" fmla="*/ 4973768 w 5876984"/>
              <a:gd name="connsiteY2114" fmla="*/ 1665331 h 4550534"/>
              <a:gd name="connsiteX2115" fmla="*/ 4969395 w 5876984"/>
              <a:gd name="connsiteY2115" fmla="*/ 1652498 h 4550534"/>
              <a:gd name="connsiteX2116" fmla="*/ 3339867 w 5876984"/>
              <a:gd name="connsiteY2116" fmla="*/ 1649867 h 4550534"/>
              <a:gd name="connsiteX2117" fmla="*/ 3339961 w 5876984"/>
              <a:gd name="connsiteY2117" fmla="*/ 1650850 h 4550534"/>
              <a:gd name="connsiteX2118" fmla="*/ 3340471 w 5876984"/>
              <a:gd name="connsiteY2118" fmla="*/ 1653895 h 4550534"/>
              <a:gd name="connsiteX2119" fmla="*/ 3353670 w 5876984"/>
              <a:gd name="connsiteY2119" fmla="*/ 1654435 h 4550534"/>
              <a:gd name="connsiteX2120" fmla="*/ 3353590 w 5876984"/>
              <a:gd name="connsiteY2120" fmla="*/ 1653267 h 4550534"/>
              <a:gd name="connsiteX2121" fmla="*/ 3341084 w 5876984"/>
              <a:gd name="connsiteY2121" fmla="*/ 1651692 h 4550534"/>
              <a:gd name="connsiteX2122" fmla="*/ 5140749 w 5876984"/>
              <a:gd name="connsiteY2122" fmla="*/ 1649080 h 4550534"/>
              <a:gd name="connsiteX2123" fmla="*/ 5135982 w 5876984"/>
              <a:gd name="connsiteY2123" fmla="*/ 1652774 h 4550534"/>
              <a:gd name="connsiteX2124" fmla="*/ 5121644 w 5876984"/>
              <a:gd name="connsiteY2124" fmla="*/ 1670213 h 4550534"/>
              <a:gd name="connsiteX2125" fmla="*/ 5114484 w 5876984"/>
              <a:gd name="connsiteY2125" fmla="*/ 1669594 h 4550534"/>
              <a:gd name="connsiteX2126" fmla="*/ 5115972 w 5876984"/>
              <a:gd name="connsiteY2126" fmla="*/ 1683606 h 4550534"/>
              <a:gd name="connsiteX2127" fmla="*/ 5129648 w 5876984"/>
              <a:gd name="connsiteY2127" fmla="*/ 1671740 h 4550534"/>
              <a:gd name="connsiteX2128" fmla="*/ 5142660 w 5876984"/>
              <a:gd name="connsiteY2128" fmla="*/ 1665417 h 4550534"/>
              <a:gd name="connsiteX2129" fmla="*/ 5136036 w 5876984"/>
              <a:gd name="connsiteY2129" fmla="*/ 1662934 h 4550534"/>
              <a:gd name="connsiteX2130" fmla="*/ 5137618 w 5876984"/>
              <a:gd name="connsiteY2130" fmla="*/ 1655236 h 4550534"/>
              <a:gd name="connsiteX2131" fmla="*/ 3406943 w 5876984"/>
              <a:gd name="connsiteY2131" fmla="*/ 1647274 h 4550534"/>
              <a:gd name="connsiteX2132" fmla="*/ 3399935 w 5876984"/>
              <a:gd name="connsiteY2132" fmla="*/ 1649335 h 4550534"/>
              <a:gd name="connsiteX2133" fmla="*/ 3398744 w 5876984"/>
              <a:gd name="connsiteY2133" fmla="*/ 1654160 h 4550534"/>
              <a:gd name="connsiteX2134" fmla="*/ 3398840 w 5876984"/>
              <a:gd name="connsiteY2134" fmla="*/ 1654190 h 4550534"/>
              <a:gd name="connsiteX2135" fmla="*/ 3398729 w 5876984"/>
              <a:gd name="connsiteY2135" fmla="*/ 1654221 h 4550534"/>
              <a:gd name="connsiteX2136" fmla="*/ 3398450 w 5876984"/>
              <a:gd name="connsiteY2136" fmla="*/ 1655347 h 4550534"/>
              <a:gd name="connsiteX2137" fmla="*/ 3406768 w 5876984"/>
              <a:gd name="connsiteY2137" fmla="*/ 1651101 h 4550534"/>
              <a:gd name="connsiteX2138" fmla="*/ 5540588 w 5876984"/>
              <a:gd name="connsiteY2138" fmla="*/ 1641046 h 4550534"/>
              <a:gd name="connsiteX2139" fmla="*/ 5551543 w 5876984"/>
              <a:gd name="connsiteY2139" fmla="*/ 1663430 h 4550534"/>
              <a:gd name="connsiteX2140" fmla="*/ 5540588 w 5876984"/>
              <a:gd name="connsiteY2140" fmla="*/ 1641046 h 4550534"/>
              <a:gd name="connsiteX2141" fmla="*/ 3466686 w 5876984"/>
              <a:gd name="connsiteY2141" fmla="*/ 1636993 h 4550534"/>
              <a:gd name="connsiteX2142" fmla="*/ 3466440 w 5876984"/>
              <a:gd name="connsiteY2142" fmla="*/ 1639417 h 4550534"/>
              <a:gd name="connsiteX2143" fmla="*/ 3474827 w 5876984"/>
              <a:gd name="connsiteY2143" fmla="*/ 1637528 h 4550534"/>
              <a:gd name="connsiteX2144" fmla="*/ 3389053 w 5876984"/>
              <a:gd name="connsiteY2144" fmla="*/ 1636283 h 4550534"/>
              <a:gd name="connsiteX2145" fmla="*/ 3388897 w 5876984"/>
              <a:gd name="connsiteY2145" fmla="*/ 1636298 h 4550534"/>
              <a:gd name="connsiteX2146" fmla="*/ 3381582 w 5876984"/>
              <a:gd name="connsiteY2146" fmla="*/ 1639408 h 4550534"/>
              <a:gd name="connsiteX2147" fmla="*/ 3382185 w 5876984"/>
              <a:gd name="connsiteY2147" fmla="*/ 1636954 h 4550534"/>
              <a:gd name="connsiteX2148" fmla="*/ 3371253 w 5876984"/>
              <a:gd name="connsiteY2148" fmla="*/ 1638024 h 4550534"/>
              <a:gd name="connsiteX2149" fmla="*/ 3371253 w 5876984"/>
              <a:gd name="connsiteY2149" fmla="*/ 1641103 h 4550534"/>
              <a:gd name="connsiteX2150" fmla="*/ 3358405 w 5876984"/>
              <a:gd name="connsiteY2150" fmla="*/ 1639294 h 4550534"/>
              <a:gd name="connsiteX2151" fmla="*/ 3356762 w 5876984"/>
              <a:gd name="connsiteY2151" fmla="*/ 1638337 h 4550534"/>
              <a:gd name="connsiteX2152" fmla="*/ 3350764 w 5876984"/>
              <a:gd name="connsiteY2152" fmla="*/ 1641843 h 4550534"/>
              <a:gd name="connsiteX2153" fmla="*/ 3338978 w 5876984"/>
              <a:gd name="connsiteY2153" fmla="*/ 1640600 h 4550534"/>
              <a:gd name="connsiteX2154" fmla="*/ 3339163 w 5876984"/>
              <a:gd name="connsiteY2154" fmla="*/ 1642528 h 4550534"/>
              <a:gd name="connsiteX2155" fmla="*/ 3343407 w 5876984"/>
              <a:gd name="connsiteY2155" fmla="*/ 1642290 h 4550534"/>
              <a:gd name="connsiteX2156" fmla="*/ 3354094 w 5876984"/>
              <a:gd name="connsiteY2156" fmla="*/ 1644438 h 4550534"/>
              <a:gd name="connsiteX2157" fmla="*/ 3357488 w 5876984"/>
              <a:gd name="connsiteY2157" fmla="*/ 1654591 h 4550534"/>
              <a:gd name="connsiteX2158" fmla="*/ 3375402 w 5876984"/>
              <a:gd name="connsiteY2158" fmla="*/ 1655325 h 4550534"/>
              <a:gd name="connsiteX2159" fmla="*/ 3380294 w 5876984"/>
              <a:gd name="connsiteY2159" fmla="*/ 1653933 h 4550534"/>
              <a:gd name="connsiteX2160" fmla="*/ 3384459 w 5876984"/>
              <a:gd name="connsiteY2160" fmla="*/ 1653038 h 4550534"/>
              <a:gd name="connsiteX2161" fmla="*/ 3382381 w 5876984"/>
              <a:gd name="connsiteY2161" fmla="*/ 1646600 h 4550534"/>
              <a:gd name="connsiteX2162" fmla="*/ 3390120 w 5876984"/>
              <a:gd name="connsiteY2162" fmla="*/ 1637520 h 4550534"/>
              <a:gd name="connsiteX2163" fmla="*/ 3453998 w 5876984"/>
              <a:gd name="connsiteY2163" fmla="*/ 1635670 h 4550534"/>
              <a:gd name="connsiteX2164" fmla="*/ 3445162 w 5876984"/>
              <a:gd name="connsiteY2164" fmla="*/ 1640948 h 4550534"/>
              <a:gd name="connsiteX2165" fmla="*/ 3444032 w 5876984"/>
              <a:gd name="connsiteY2165" fmla="*/ 1638215 h 4550534"/>
              <a:gd name="connsiteX2166" fmla="*/ 3437188 w 5876984"/>
              <a:gd name="connsiteY2166" fmla="*/ 1645236 h 4550534"/>
              <a:gd name="connsiteX2167" fmla="*/ 3457674 w 5876984"/>
              <a:gd name="connsiteY2167" fmla="*/ 1641391 h 4550534"/>
              <a:gd name="connsiteX2168" fmla="*/ 3464034 w 5876984"/>
              <a:gd name="connsiteY2168" fmla="*/ 1639959 h 4550534"/>
              <a:gd name="connsiteX2169" fmla="*/ 3460091 w 5876984"/>
              <a:gd name="connsiteY2169" fmla="*/ 1636358 h 4550534"/>
              <a:gd name="connsiteX2170" fmla="*/ 4627276 w 5876984"/>
              <a:gd name="connsiteY2170" fmla="*/ 1634531 h 4550534"/>
              <a:gd name="connsiteX2171" fmla="*/ 4603727 w 5876984"/>
              <a:gd name="connsiteY2171" fmla="*/ 1639408 h 4550534"/>
              <a:gd name="connsiteX2172" fmla="*/ 4622902 w 5876984"/>
              <a:gd name="connsiteY2172" fmla="*/ 1650701 h 4550534"/>
              <a:gd name="connsiteX2173" fmla="*/ 4627276 w 5876984"/>
              <a:gd name="connsiteY2173" fmla="*/ 1634531 h 4550534"/>
              <a:gd name="connsiteX2174" fmla="*/ 3417462 w 5876984"/>
              <a:gd name="connsiteY2174" fmla="*/ 1633296 h 4550534"/>
              <a:gd name="connsiteX2175" fmla="*/ 3413670 w 5876984"/>
              <a:gd name="connsiteY2175" fmla="*/ 1633554 h 4550534"/>
              <a:gd name="connsiteX2176" fmla="*/ 3417962 w 5876984"/>
              <a:gd name="connsiteY2176" fmla="*/ 1638226 h 4550534"/>
              <a:gd name="connsiteX2177" fmla="*/ 3413484 w 5876984"/>
              <a:gd name="connsiteY2177" fmla="*/ 1649684 h 4550534"/>
              <a:gd name="connsiteX2178" fmla="*/ 3435747 w 5876984"/>
              <a:gd name="connsiteY2178" fmla="*/ 1645506 h 4550534"/>
              <a:gd name="connsiteX2179" fmla="*/ 3431338 w 5876984"/>
              <a:gd name="connsiteY2179" fmla="*/ 1644294 h 4550534"/>
              <a:gd name="connsiteX2180" fmla="*/ 3429467 w 5876984"/>
              <a:gd name="connsiteY2180" fmla="*/ 1640622 h 4550534"/>
              <a:gd name="connsiteX2181" fmla="*/ 3425167 w 5876984"/>
              <a:gd name="connsiteY2181" fmla="*/ 1639055 h 4550534"/>
              <a:gd name="connsiteX2182" fmla="*/ 3421088 w 5876984"/>
              <a:gd name="connsiteY2182" fmla="*/ 1639504 h 4550534"/>
              <a:gd name="connsiteX2183" fmla="*/ 3421575 w 5876984"/>
              <a:gd name="connsiteY2183" fmla="*/ 1635828 h 4550534"/>
              <a:gd name="connsiteX2184" fmla="*/ 3419795 w 5876984"/>
              <a:gd name="connsiteY2184" fmla="*/ 1635906 h 4550534"/>
              <a:gd name="connsiteX2185" fmla="*/ 3420080 w 5876984"/>
              <a:gd name="connsiteY2185" fmla="*/ 1634629 h 4550534"/>
              <a:gd name="connsiteX2186" fmla="*/ 3342697 w 5876984"/>
              <a:gd name="connsiteY2186" fmla="*/ 1632673 h 4550534"/>
              <a:gd name="connsiteX2187" fmla="*/ 3342840 w 5876984"/>
              <a:gd name="connsiteY2187" fmla="*/ 1633262 h 4550534"/>
              <a:gd name="connsiteX2188" fmla="*/ 3344690 w 5876984"/>
              <a:gd name="connsiteY2188" fmla="*/ 1633164 h 4550534"/>
              <a:gd name="connsiteX2189" fmla="*/ 3367622 w 5876984"/>
              <a:gd name="connsiteY2189" fmla="*/ 1631900 h 4550534"/>
              <a:gd name="connsiteX2190" fmla="*/ 3366436 w 5876984"/>
              <a:gd name="connsiteY2190" fmla="*/ 1631915 h 4550534"/>
              <a:gd name="connsiteX2191" fmla="*/ 3363314 w 5876984"/>
              <a:gd name="connsiteY2191" fmla="*/ 1634089 h 4550534"/>
              <a:gd name="connsiteX2192" fmla="*/ 3369392 w 5876984"/>
              <a:gd name="connsiteY2192" fmla="*/ 1635269 h 4550534"/>
              <a:gd name="connsiteX2193" fmla="*/ 3376398 w 5876984"/>
              <a:gd name="connsiteY2193" fmla="*/ 1632439 h 4550534"/>
              <a:gd name="connsiteX2194" fmla="*/ 3375012 w 5876984"/>
              <a:gd name="connsiteY2194" fmla="*/ 1632678 h 4550534"/>
              <a:gd name="connsiteX2195" fmla="*/ 3367622 w 5876984"/>
              <a:gd name="connsiteY2195" fmla="*/ 1631900 h 4550534"/>
              <a:gd name="connsiteX2196" fmla="*/ 4720605 w 5876984"/>
              <a:gd name="connsiteY2196" fmla="*/ 1631622 h 4550534"/>
              <a:gd name="connsiteX2197" fmla="*/ 4724932 w 5876984"/>
              <a:gd name="connsiteY2197" fmla="*/ 1634217 h 4550534"/>
              <a:gd name="connsiteX2198" fmla="*/ 4720824 w 5876984"/>
              <a:gd name="connsiteY2198" fmla="*/ 1640575 h 4550534"/>
              <a:gd name="connsiteX2199" fmla="*/ 4720824 w 5876984"/>
              <a:gd name="connsiteY2199" fmla="*/ 1647188 h 4550534"/>
              <a:gd name="connsiteX2200" fmla="*/ 4714321 w 5876984"/>
              <a:gd name="connsiteY2200" fmla="*/ 1648714 h 4550534"/>
              <a:gd name="connsiteX2201" fmla="*/ 4709870 w 5876984"/>
              <a:gd name="connsiteY2201" fmla="*/ 1645407 h 4550534"/>
              <a:gd name="connsiteX2202" fmla="*/ 4709870 w 5876984"/>
              <a:gd name="connsiteY2202" fmla="*/ 1637523 h 4550534"/>
              <a:gd name="connsiteX2203" fmla="*/ 4720605 w 5876984"/>
              <a:gd name="connsiteY2203" fmla="*/ 1631622 h 4550534"/>
              <a:gd name="connsiteX2204" fmla="*/ 3489903 w 5876984"/>
              <a:gd name="connsiteY2204" fmla="*/ 1631195 h 4550534"/>
              <a:gd name="connsiteX2205" fmla="*/ 3478102 w 5876984"/>
              <a:gd name="connsiteY2205" fmla="*/ 1636790 h 4550534"/>
              <a:gd name="connsiteX2206" fmla="*/ 3490484 w 5876984"/>
              <a:gd name="connsiteY2206" fmla="*/ 1634001 h 4550534"/>
              <a:gd name="connsiteX2207" fmla="*/ 3441126 w 5876984"/>
              <a:gd name="connsiteY2207" fmla="*/ 1631195 h 4550534"/>
              <a:gd name="connsiteX2208" fmla="*/ 3441018 w 5876984"/>
              <a:gd name="connsiteY2208" fmla="*/ 1631247 h 4550534"/>
              <a:gd name="connsiteX2209" fmla="*/ 3440591 w 5876984"/>
              <a:gd name="connsiteY2209" fmla="*/ 1633138 h 4550534"/>
              <a:gd name="connsiteX2210" fmla="*/ 3443688 w 5876984"/>
              <a:gd name="connsiteY2210" fmla="*/ 1637387 h 4550534"/>
              <a:gd name="connsiteX2211" fmla="*/ 5243562 w 5876984"/>
              <a:gd name="connsiteY2211" fmla="*/ 1629655 h 4550534"/>
              <a:gd name="connsiteX2212" fmla="*/ 5220350 w 5876984"/>
              <a:gd name="connsiteY2212" fmla="*/ 1645824 h 4550534"/>
              <a:gd name="connsiteX2213" fmla="*/ 5243562 w 5876984"/>
              <a:gd name="connsiteY2213" fmla="*/ 1629655 h 4550534"/>
              <a:gd name="connsiteX2214" fmla="*/ 3483943 w 5876984"/>
              <a:gd name="connsiteY2214" fmla="*/ 1617972 h 4550534"/>
              <a:gd name="connsiteX2215" fmla="*/ 3482670 w 5876984"/>
              <a:gd name="connsiteY2215" fmla="*/ 1619260 h 4550534"/>
              <a:gd name="connsiteX2216" fmla="*/ 3483512 w 5876984"/>
              <a:gd name="connsiteY2216" fmla="*/ 1626574 h 4550534"/>
              <a:gd name="connsiteX2217" fmla="*/ 3492300 w 5876984"/>
              <a:gd name="connsiteY2217" fmla="*/ 1624104 h 4550534"/>
              <a:gd name="connsiteX2218" fmla="*/ 3493972 w 5876984"/>
              <a:gd name="connsiteY2218" fmla="*/ 1621056 h 4550534"/>
              <a:gd name="connsiteX2219" fmla="*/ 3486736 w 5876984"/>
              <a:gd name="connsiteY2219" fmla="*/ 1619470 h 4550534"/>
              <a:gd name="connsiteX2220" fmla="*/ 5147866 w 5876984"/>
              <a:gd name="connsiteY2220" fmla="*/ 1616148 h 4550534"/>
              <a:gd name="connsiteX2221" fmla="*/ 5131162 w 5876984"/>
              <a:gd name="connsiteY2221" fmla="*/ 1630324 h 4550534"/>
              <a:gd name="connsiteX2222" fmla="*/ 5147866 w 5876984"/>
              <a:gd name="connsiteY2222" fmla="*/ 1616148 h 4550534"/>
              <a:gd name="connsiteX2223" fmla="*/ 5254326 w 5876984"/>
              <a:gd name="connsiteY2223" fmla="*/ 1608608 h 4550534"/>
              <a:gd name="connsiteX2224" fmla="*/ 5245916 w 5876984"/>
              <a:gd name="connsiteY2224" fmla="*/ 1628115 h 4550534"/>
              <a:gd name="connsiteX2225" fmla="*/ 5273501 w 5876984"/>
              <a:gd name="connsiteY2225" fmla="*/ 1621698 h 4550534"/>
              <a:gd name="connsiteX2226" fmla="*/ 5254326 w 5876984"/>
              <a:gd name="connsiteY2226" fmla="*/ 1608608 h 4550534"/>
              <a:gd name="connsiteX2227" fmla="*/ 4712384 w 5876984"/>
              <a:gd name="connsiteY2227" fmla="*/ 1608608 h 4550534"/>
              <a:gd name="connsiteX2228" fmla="*/ 4712156 w 5876984"/>
              <a:gd name="connsiteY2228" fmla="*/ 1608931 h 4550534"/>
              <a:gd name="connsiteX2229" fmla="*/ 4712458 w 5876984"/>
              <a:gd name="connsiteY2229" fmla="*/ 1608608 h 4550534"/>
              <a:gd name="connsiteX2230" fmla="*/ 5222368 w 5876984"/>
              <a:gd name="connsiteY2230" fmla="*/ 1603731 h 4550534"/>
              <a:gd name="connsiteX2231" fmla="*/ 5209586 w 5876984"/>
              <a:gd name="connsiteY2231" fmla="*/ 1626574 h 4550534"/>
              <a:gd name="connsiteX2232" fmla="*/ 5222368 w 5876984"/>
              <a:gd name="connsiteY2232" fmla="*/ 1629655 h 4550534"/>
              <a:gd name="connsiteX2233" fmla="*/ 5247935 w 5876984"/>
              <a:gd name="connsiteY2233" fmla="*/ 1608608 h 4550534"/>
              <a:gd name="connsiteX2234" fmla="*/ 5224387 w 5876984"/>
              <a:gd name="connsiteY2234" fmla="*/ 1621698 h 4550534"/>
              <a:gd name="connsiteX2235" fmla="*/ 5222368 w 5876984"/>
              <a:gd name="connsiteY2235" fmla="*/ 1603731 h 4550534"/>
              <a:gd name="connsiteX2236" fmla="*/ 5682648 w 5876984"/>
              <a:gd name="connsiteY2236" fmla="*/ 1602567 h 4550534"/>
              <a:gd name="connsiteX2237" fmla="*/ 5667351 w 5876984"/>
              <a:gd name="connsiteY2237" fmla="*/ 1629477 h 4550534"/>
              <a:gd name="connsiteX2238" fmla="*/ 5682648 w 5876984"/>
              <a:gd name="connsiteY2238" fmla="*/ 1602567 h 4550534"/>
              <a:gd name="connsiteX2239" fmla="*/ 4684464 w 5876984"/>
              <a:gd name="connsiteY2239" fmla="*/ 1590898 h 4550534"/>
              <a:gd name="connsiteX2240" fmla="*/ 4682445 w 5876984"/>
              <a:gd name="connsiteY2240" fmla="*/ 1611944 h 4550534"/>
              <a:gd name="connsiteX2241" fmla="*/ 4661252 w 5876984"/>
              <a:gd name="connsiteY2241" fmla="*/ 1644285 h 4550534"/>
              <a:gd name="connsiteX2242" fmla="*/ 4637704 w 5876984"/>
              <a:gd name="connsiteY2242" fmla="*/ 1629655 h 4550534"/>
              <a:gd name="connsiteX2243" fmla="*/ 4646450 w 5876984"/>
              <a:gd name="connsiteY2243" fmla="*/ 1649162 h 4550534"/>
              <a:gd name="connsiteX2244" fmla="*/ 4627276 w 5876984"/>
              <a:gd name="connsiteY2244" fmla="*/ 1668668 h 4550534"/>
              <a:gd name="connsiteX2245" fmla="*/ 4606082 w 5876984"/>
              <a:gd name="connsiteY2245" fmla="*/ 1658914 h 4550534"/>
              <a:gd name="connsiteX2246" fmla="*/ 4606082 w 5876984"/>
              <a:gd name="connsiteY2246" fmla="*/ 1676625 h 4550534"/>
              <a:gd name="connsiteX2247" fmla="*/ 4576142 w 5876984"/>
              <a:gd name="connsiteY2247" fmla="*/ 1679962 h 4550534"/>
              <a:gd name="connsiteX2248" fmla="*/ 4578160 w 5876984"/>
              <a:gd name="connsiteY2248" fmla="*/ 1688175 h 4550534"/>
              <a:gd name="connsiteX2249" fmla="*/ 4554949 w 5876984"/>
              <a:gd name="connsiteY2249" fmla="*/ 1718975 h 4550534"/>
              <a:gd name="connsiteX2250" fmla="*/ 4535774 w 5876984"/>
              <a:gd name="connsiteY2250" fmla="*/ 1730268 h 4550534"/>
              <a:gd name="connsiteX2251" fmla="*/ 4499779 w 5876984"/>
              <a:gd name="connsiteY2251" fmla="*/ 1746438 h 4550534"/>
              <a:gd name="connsiteX2252" fmla="*/ 4495406 w 5876984"/>
              <a:gd name="connsiteY2252" fmla="*/ 1752855 h 4550534"/>
              <a:gd name="connsiteX2253" fmla="*/ 4503816 w 5876984"/>
              <a:gd name="connsiteY2253" fmla="*/ 1757732 h 4550534"/>
              <a:gd name="connsiteX2254" fmla="*/ 4489014 w 5876984"/>
              <a:gd name="connsiteY2254" fmla="*/ 1772362 h 4550534"/>
              <a:gd name="connsiteX2255" fmla="*/ 4491032 w 5876984"/>
              <a:gd name="connsiteY2255" fmla="*/ 1756192 h 4550534"/>
              <a:gd name="connsiteX2256" fmla="*/ 4440236 w 5876984"/>
              <a:gd name="connsiteY2256" fmla="*/ 1772362 h 4550534"/>
              <a:gd name="connsiteX2257" fmla="*/ 4442255 w 5876984"/>
              <a:gd name="connsiteY2257" fmla="*/ 1788532 h 4550534"/>
              <a:gd name="connsiteX2258" fmla="*/ 4457056 w 5876984"/>
              <a:gd name="connsiteY2258" fmla="*/ 1772362 h 4550534"/>
              <a:gd name="connsiteX2259" fmla="*/ 4469840 w 5876984"/>
              <a:gd name="connsiteY2259" fmla="*/ 1793408 h 4550534"/>
              <a:gd name="connsiteX2260" fmla="*/ 4437882 w 5876984"/>
              <a:gd name="connsiteY2260" fmla="*/ 1796745 h 4550534"/>
              <a:gd name="connsiteX2261" fmla="*/ 4425098 w 5876984"/>
              <a:gd name="connsiteY2261" fmla="*/ 1780575 h 4550534"/>
              <a:gd name="connsiteX2262" fmla="*/ 4421062 w 5876984"/>
              <a:gd name="connsiteY2262" fmla="*/ 1793408 h 4550534"/>
              <a:gd name="connsiteX2263" fmla="*/ 4416688 w 5876984"/>
              <a:gd name="connsiteY2263" fmla="*/ 1785452 h 4550534"/>
              <a:gd name="connsiteX2264" fmla="*/ 4395496 w 5876984"/>
              <a:gd name="connsiteY2264" fmla="*/ 1803162 h 4550534"/>
              <a:gd name="connsiteX2265" fmla="*/ 4342344 w 5876984"/>
              <a:gd name="connsiteY2265" fmla="*/ 1817792 h 4550534"/>
              <a:gd name="connsiteX2266" fmla="*/ 4346716 w 5876984"/>
              <a:gd name="connsiteY2266" fmla="*/ 1827546 h 4550534"/>
              <a:gd name="connsiteX2267" fmla="*/ 4333934 w 5876984"/>
              <a:gd name="connsiteY2267" fmla="*/ 1835758 h 4550534"/>
              <a:gd name="connsiteX2268" fmla="*/ 4299958 w 5876984"/>
              <a:gd name="connsiteY2268" fmla="*/ 1848592 h 4550534"/>
              <a:gd name="connsiteX2269" fmla="*/ 4287174 w 5876984"/>
              <a:gd name="connsiteY2269" fmla="*/ 1842175 h 4550534"/>
              <a:gd name="connsiteX2270" fmla="*/ 4299958 w 5876984"/>
              <a:gd name="connsiteY2270" fmla="*/ 1829085 h 4550534"/>
              <a:gd name="connsiteX2271" fmla="*/ 4261607 w 5876984"/>
              <a:gd name="connsiteY2271" fmla="*/ 1840635 h 4550534"/>
              <a:gd name="connsiteX2272" fmla="*/ 4282800 w 5876984"/>
              <a:gd name="connsiteY2272" fmla="*/ 1838839 h 4550534"/>
              <a:gd name="connsiteX2273" fmla="*/ 4229649 w 5876984"/>
              <a:gd name="connsiteY2273" fmla="*/ 1871436 h 4550534"/>
              <a:gd name="connsiteX2274" fmla="*/ 4238059 w 5876984"/>
              <a:gd name="connsiteY2274" fmla="*/ 1876312 h 4550534"/>
              <a:gd name="connsiteX2275" fmla="*/ 4231668 w 5876984"/>
              <a:gd name="connsiteY2275" fmla="*/ 1889146 h 4550534"/>
              <a:gd name="connsiteX2276" fmla="*/ 4216866 w 5876984"/>
              <a:gd name="connsiteY2276" fmla="*/ 1874515 h 4550534"/>
              <a:gd name="connsiteX2277" fmla="*/ 4189282 w 5876984"/>
              <a:gd name="connsiteY2277" fmla="*/ 1881189 h 4550534"/>
              <a:gd name="connsiteX2278" fmla="*/ 4214848 w 5876984"/>
              <a:gd name="connsiteY2278" fmla="*/ 1887605 h 4550534"/>
              <a:gd name="connsiteX2279" fmla="*/ 4195673 w 5876984"/>
              <a:gd name="connsiteY2279" fmla="*/ 1902236 h 4550534"/>
              <a:gd name="connsiteX2280" fmla="*/ 4172125 w 5876984"/>
              <a:gd name="connsiteY2280" fmla="*/ 1877853 h 4550534"/>
              <a:gd name="connsiteX2281" fmla="*/ 4142522 w 5876984"/>
              <a:gd name="connsiteY2281" fmla="*/ 1913529 h 4550534"/>
              <a:gd name="connsiteX2282" fmla="*/ 4170106 w 5876984"/>
              <a:gd name="connsiteY2282" fmla="*/ 1897359 h 4550534"/>
              <a:gd name="connsiteX2283" fmla="*/ 4166070 w 5876984"/>
              <a:gd name="connsiteY2283" fmla="*/ 1911989 h 4550534"/>
              <a:gd name="connsiteX2284" fmla="*/ 4134910 w 5876984"/>
              <a:gd name="connsiteY2284" fmla="*/ 1919657 h 4550534"/>
              <a:gd name="connsiteX2285" fmla="*/ 4126876 w 5876984"/>
              <a:gd name="connsiteY2285" fmla="*/ 1922157 h 4550534"/>
              <a:gd name="connsiteX2286" fmla="*/ 4128440 w 5876984"/>
              <a:gd name="connsiteY2286" fmla="*/ 1923924 h 4550534"/>
              <a:gd name="connsiteX2287" fmla="*/ 4133399 w 5876984"/>
              <a:gd name="connsiteY2287" fmla="*/ 1924979 h 4550534"/>
              <a:gd name="connsiteX2288" fmla="*/ 4135486 w 5876984"/>
              <a:gd name="connsiteY2288" fmla="*/ 1925889 h 4550534"/>
              <a:gd name="connsiteX2289" fmla="*/ 4145802 w 5876984"/>
              <a:gd name="connsiteY2289" fmla="*/ 1924919 h 4550534"/>
              <a:gd name="connsiteX2290" fmla="*/ 4157324 w 5876984"/>
              <a:gd name="connsiteY2290" fmla="*/ 1918405 h 4550534"/>
              <a:gd name="connsiteX2291" fmla="*/ 4166070 w 5876984"/>
              <a:gd name="connsiteY2291" fmla="*/ 1915069 h 4550534"/>
              <a:gd name="connsiteX2292" fmla="*/ 4174480 w 5876984"/>
              <a:gd name="connsiteY2292" fmla="*/ 1921743 h 4550534"/>
              <a:gd name="connsiteX2293" fmla="*/ 4184908 w 5876984"/>
              <a:gd name="connsiteY2293" fmla="*/ 1910193 h 4550534"/>
              <a:gd name="connsiteX2294" fmla="*/ 4218884 w 5876984"/>
              <a:gd name="connsiteY2294" fmla="*/ 1900696 h 4550534"/>
              <a:gd name="connsiteX2295" fmla="*/ 4227630 w 5876984"/>
              <a:gd name="connsiteY2295" fmla="*/ 1910193 h 4550534"/>
              <a:gd name="connsiteX2296" fmla="*/ 4257234 w 5876984"/>
              <a:gd name="connsiteY2296" fmla="*/ 1898899 h 4550534"/>
              <a:gd name="connsiteX2297" fmla="*/ 4278427 w 5876984"/>
              <a:gd name="connsiteY2297" fmla="*/ 1882729 h 4550534"/>
              <a:gd name="connsiteX2298" fmla="*/ 4295584 w 5876984"/>
              <a:gd name="connsiteY2298" fmla="*/ 1872976 h 4550534"/>
              <a:gd name="connsiteX2299" fmla="*/ 4304672 w 5876984"/>
              <a:gd name="connsiteY2299" fmla="*/ 1876457 h 4550534"/>
              <a:gd name="connsiteX2300" fmla="*/ 4303412 w 5876984"/>
              <a:gd name="connsiteY2300" fmla="*/ 1873215 h 4550534"/>
              <a:gd name="connsiteX2301" fmla="*/ 4350542 w 5876984"/>
              <a:gd name="connsiteY2301" fmla="*/ 1853817 h 4550534"/>
              <a:gd name="connsiteX2302" fmla="*/ 4344720 w 5876984"/>
              <a:gd name="connsiteY2302" fmla="*/ 1868082 h 4550534"/>
              <a:gd name="connsiteX2303" fmla="*/ 4343472 w 5876984"/>
              <a:gd name="connsiteY2303" fmla="*/ 1869228 h 4550534"/>
              <a:gd name="connsiteX2304" fmla="*/ 4348535 w 5876984"/>
              <a:gd name="connsiteY2304" fmla="*/ 1868917 h 4550534"/>
              <a:gd name="connsiteX2305" fmla="*/ 4361518 w 5876984"/>
              <a:gd name="connsiteY2305" fmla="*/ 1864762 h 4550534"/>
              <a:gd name="connsiteX2306" fmla="*/ 4357145 w 5876984"/>
              <a:gd name="connsiteY2306" fmla="*/ 1855265 h 4550534"/>
              <a:gd name="connsiteX2307" fmla="*/ 4384730 w 5876984"/>
              <a:gd name="connsiteY2307" fmla="*/ 1843715 h 4550534"/>
              <a:gd name="connsiteX2308" fmla="*/ 4387086 w 5876984"/>
              <a:gd name="connsiteY2308" fmla="*/ 1858346 h 4550534"/>
              <a:gd name="connsiteX2309" fmla="*/ 4395826 w 5876984"/>
              <a:gd name="connsiteY2309" fmla="*/ 1841253 h 4550534"/>
              <a:gd name="connsiteX2310" fmla="*/ 4396228 w 5876984"/>
              <a:gd name="connsiteY2310" fmla="*/ 1841038 h 4550534"/>
              <a:gd name="connsiteX2311" fmla="*/ 4396576 w 5876984"/>
              <a:gd name="connsiteY2311" fmla="*/ 1835075 h 4550534"/>
              <a:gd name="connsiteX2312" fmla="*/ 4418788 w 5876984"/>
              <a:gd name="connsiteY2312" fmla="*/ 1822127 h 4550534"/>
              <a:gd name="connsiteX2313" fmla="*/ 4416372 w 5876984"/>
              <a:gd name="connsiteY2313" fmla="*/ 1830719 h 4550534"/>
              <a:gd name="connsiteX2314" fmla="*/ 4435763 w 5876984"/>
              <a:gd name="connsiteY2314" fmla="*/ 1824778 h 4550534"/>
              <a:gd name="connsiteX2315" fmla="*/ 4443004 w 5876984"/>
              <a:gd name="connsiteY2315" fmla="*/ 1821847 h 4550534"/>
              <a:gd name="connsiteX2316" fmla="*/ 4435437 w 5876984"/>
              <a:gd name="connsiteY2316" fmla="*/ 1815810 h 4550534"/>
              <a:gd name="connsiteX2317" fmla="*/ 4443678 w 5876984"/>
              <a:gd name="connsiteY2317" fmla="*/ 1809475 h 4550534"/>
              <a:gd name="connsiteX2318" fmla="*/ 4447192 w 5876984"/>
              <a:gd name="connsiteY2318" fmla="*/ 1812288 h 4550534"/>
              <a:gd name="connsiteX2319" fmla="*/ 4446628 w 5876984"/>
              <a:gd name="connsiteY2319" fmla="*/ 1806499 h 4550534"/>
              <a:gd name="connsiteX2320" fmla="*/ 4469840 w 5876984"/>
              <a:gd name="connsiteY2320" fmla="*/ 1795206 h 4550534"/>
              <a:gd name="connsiteX2321" fmla="*/ 4472194 w 5876984"/>
              <a:gd name="connsiteY2321" fmla="*/ 1812915 h 4550534"/>
              <a:gd name="connsiteX2322" fmla="*/ 4529676 w 5876984"/>
              <a:gd name="connsiteY2322" fmla="*/ 1777110 h 4550534"/>
              <a:gd name="connsiteX2323" fmla="*/ 4553988 w 5876984"/>
              <a:gd name="connsiteY2323" fmla="*/ 1761805 h 4550534"/>
              <a:gd name="connsiteX2324" fmla="*/ 4549440 w 5876984"/>
              <a:gd name="connsiteY2324" fmla="*/ 1757422 h 4550534"/>
              <a:gd name="connsiteX2325" fmla="*/ 4543712 w 5876984"/>
              <a:gd name="connsiteY2325" fmla="*/ 1759304 h 4550534"/>
              <a:gd name="connsiteX2326" fmla="*/ 4565120 w 5876984"/>
              <a:gd name="connsiteY2326" fmla="*/ 1738377 h 4550534"/>
              <a:gd name="connsiteX2327" fmla="*/ 4558764 w 5876984"/>
              <a:gd name="connsiteY2327" fmla="*/ 1751137 h 4550534"/>
              <a:gd name="connsiteX2328" fmla="*/ 4555211 w 5876984"/>
              <a:gd name="connsiteY2328" fmla="*/ 1756401 h 4550534"/>
              <a:gd name="connsiteX2329" fmla="*/ 4555870 w 5876984"/>
              <a:gd name="connsiteY2329" fmla="*/ 1760621 h 4550534"/>
              <a:gd name="connsiteX2330" fmla="*/ 4557771 w 5876984"/>
              <a:gd name="connsiteY2330" fmla="*/ 1759424 h 4550534"/>
              <a:gd name="connsiteX2331" fmla="*/ 4588926 w 5876984"/>
              <a:gd name="connsiteY2331" fmla="*/ 1749775 h 4550534"/>
              <a:gd name="connsiteX2332" fmla="*/ 4578160 w 5876984"/>
              <a:gd name="connsiteY2332" fmla="*/ 1759528 h 4550534"/>
              <a:gd name="connsiteX2333" fmla="*/ 4595317 w 5876984"/>
              <a:gd name="connsiteY2333" fmla="*/ 1762608 h 4550534"/>
              <a:gd name="connsiteX2334" fmla="*/ 4604694 w 5876984"/>
              <a:gd name="connsiteY2334" fmla="*/ 1752727 h 4550534"/>
              <a:gd name="connsiteX2335" fmla="*/ 4612468 w 5876984"/>
              <a:gd name="connsiteY2335" fmla="*/ 1752853 h 4550534"/>
              <a:gd name="connsiteX2336" fmla="*/ 4615980 w 5876984"/>
              <a:gd name="connsiteY2336" fmla="*/ 1747568 h 4550534"/>
              <a:gd name="connsiteX2337" fmla="*/ 4617662 w 5876984"/>
              <a:gd name="connsiteY2337" fmla="*/ 1745745 h 4550534"/>
              <a:gd name="connsiteX2338" fmla="*/ 4616930 w 5876984"/>
              <a:gd name="connsiteY2338" fmla="*/ 1742364 h 4550534"/>
              <a:gd name="connsiteX2339" fmla="*/ 4616510 w 5876984"/>
              <a:gd name="connsiteY2339" fmla="*/ 1733605 h 4550534"/>
              <a:gd name="connsiteX2340" fmla="*/ 4620506 w 5876984"/>
              <a:gd name="connsiteY2340" fmla="*/ 1734088 h 4550534"/>
              <a:gd name="connsiteX2341" fmla="*/ 4620382 w 5876984"/>
              <a:gd name="connsiteY2341" fmla="*/ 1733123 h 4550534"/>
              <a:gd name="connsiteX2342" fmla="*/ 4631908 w 5876984"/>
              <a:gd name="connsiteY2342" fmla="*/ 1734510 h 4550534"/>
              <a:gd name="connsiteX2343" fmla="*/ 4639044 w 5876984"/>
              <a:gd name="connsiteY2343" fmla="*/ 1732144 h 4550534"/>
              <a:gd name="connsiteX2344" fmla="*/ 4633249 w 5876984"/>
              <a:gd name="connsiteY2344" fmla="*/ 1728223 h 4550534"/>
              <a:gd name="connsiteX2345" fmla="*/ 4637746 w 5876984"/>
              <a:gd name="connsiteY2345" fmla="*/ 1726713 h 4550534"/>
              <a:gd name="connsiteX2346" fmla="*/ 4633668 w 5876984"/>
              <a:gd name="connsiteY2346" fmla="*/ 1723852 h 4550534"/>
              <a:gd name="connsiteX2347" fmla="*/ 4653016 w 5876984"/>
              <a:gd name="connsiteY2347" fmla="*/ 1706924 h 4550534"/>
              <a:gd name="connsiteX2348" fmla="*/ 4655594 w 5876984"/>
              <a:gd name="connsiteY2348" fmla="*/ 1707238 h 4550534"/>
              <a:gd name="connsiteX2349" fmla="*/ 4657352 w 5876984"/>
              <a:gd name="connsiteY2349" fmla="*/ 1705294 h 4550534"/>
              <a:gd name="connsiteX2350" fmla="*/ 4665673 w 5876984"/>
              <a:gd name="connsiteY2350" fmla="*/ 1694239 h 4550534"/>
              <a:gd name="connsiteX2351" fmla="*/ 4667638 w 5876984"/>
              <a:gd name="connsiteY2351" fmla="*/ 1708406 h 4550534"/>
              <a:gd name="connsiteX2352" fmla="*/ 4657858 w 5876984"/>
              <a:gd name="connsiteY2352" fmla="*/ 1716710 h 4550534"/>
              <a:gd name="connsiteX2353" fmla="*/ 4663018 w 5876984"/>
              <a:gd name="connsiteY2353" fmla="*/ 1718044 h 4550534"/>
              <a:gd name="connsiteX2354" fmla="*/ 4676054 w 5876984"/>
              <a:gd name="connsiteY2354" fmla="*/ 1725392 h 4550534"/>
              <a:gd name="connsiteX2355" fmla="*/ 4669662 w 5876984"/>
              <a:gd name="connsiteY2355" fmla="*/ 1712558 h 4550534"/>
              <a:gd name="connsiteX2356" fmla="*/ 4716422 w 5876984"/>
              <a:gd name="connsiteY2356" fmla="*/ 1679962 h 4550534"/>
              <a:gd name="connsiteX2357" fmla="*/ 4714403 w 5876984"/>
              <a:gd name="connsiteY2357" fmla="*/ 1658914 h 4550534"/>
              <a:gd name="connsiteX2358" fmla="*/ 4733578 w 5876984"/>
              <a:gd name="connsiteY2358" fmla="*/ 1665331 h 4550534"/>
              <a:gd name="connsiteX2359" fmla="*/ 4739970 w 5876984"/>
              <a:gd name="connsiteY2359" fmla="*/ 1639408 h 4550534"/>
              <a:gd name="connsiteX2360" fmla="*/ 4729204 w 5876984"/>
              <a:gd name="connsiteY2360" fmla="*/ 1639408 h 4550534"/>
              <a:gd name="connsiteX2361" fmla="*/ 4727186 w 5876984"/>
              <a:gd name="connsiteY2361" fmla="*/ 1626574 h 4550534"/>
              <a:gd name="connsiteX2362" fmla="*/ 4735134 w 5876984"/>
              <a:gd name="connsiteY2362" fmla="*/ 1619933 h 4550534"/>
              <a:gd name="connsiteX2363" fmla="*/ 4738054 w 5876984"/>
              <a:gd name="connsiteY2363" fmla="*/ 1618256 h 4550534"/>
              <a:gd name="connsiteX2364" fmla="*/ 4733890 w 5876984"/>
              <a:gd name="connsiteY2364" fmla="*/ 1616536 h 4550534"/>
              <a:gd name="connsiteX2365" fmla="*/ 4716746 w 5876984"/>
              <a:gd name="connsiteY2365" fmla="*/ 1629470 h 4550534"/>
              <a:gd name="connsiteX2366" fmla="*/ 4709141 w 5876984"/>
              <a:gd name="connsiteY2366" fmla="*/ 1612170 h 4550534"/>
              <a:gd name="connsiteX2367" fmla="*/ 4709882 w 5876984"/>
              <a:gd name="connsiteY2367" fmla="*/ 1611376 h 4550534"/>
              <a:gd name="connsiteX2368" fmla="*/ 4707212 w 5876984"/>
              <a:gd name="connsiteY2368" fmla="*/ 1601132 h 4550534"/>
              <a:gd name="connsiteX2369" fmla="*/ 4699602 w 5876984"/>
              <a:gd name="connsiteY2369" fmla="*/ 1593978 h 4550534"/>
              <a:gd name="connsiteX2370" fmla="*/ 4684464 w 5876984"/>
              <a:gd name="connsiteY2370" fmla="*/ 1590898 h 4550534"/>
              <a:gd name="connsiteX2371" fmla="*/ 5281855 w 5876984"/>
              <a:gd name="connsiteY2371" fmla="*/ 1584459 h 4550534"/>
              <a:gd name="connsiteX2372" fmla="*/ 5281855 w 5876984"/>
              <a:gd name="connsiteY2372" fmla="*/ 1609098 h 4550534"/>
              <a:gd name="connsiteX2373" fmla="*/ 5281855 w 5876984"/>
              <a:gd name="connsiteY2373" fmla="*/ 1584459 h 4550534"/>
              <a:gd name="connsiteX2374" fmla="*/ 5164458 w 5876984"/>
              <a:gd name="connsiteY2374" fmla="*/ 1584459 h 4550534"/>
              <a:gd name="connsiteX2375" fmla="*/ 5166435 w 5876984"/>
              <a:gd name="connsiteY2375" fmla="*/ 1596211 h 4550534"/>
              <a:gd name="connsiteX2376" fmla="*/ 5151930 w 5876984"/>
              <a:gd name="connsiteY2376" fmla="*/ 1597778 h 4550534"/>
              <a:gd name="connsiteX2377" fmla="*/ 5164458 w 5876984"/>
              <a:gd name="connsiteY2377" fmla="*/ 1584459 h 4550534"/>
              <a:gd name="connsiteX2378" fmla="*/ 5290322 w 5876984"/>
              <a:gd name="connsiteY2378" fmla="*/ 1577808 h 4550534"/>
              <a:gd name="connsiteX2379" fmla="*/ 5262736 w 5876984"/>
              <a:gd name="connsiteY2379" fmla="*/ 1590898 h 4550534"/>
              <a:gd name="connsiteX2380" fmla="*/ 5273501 w 5876984"/>
              <a:gd name="connsiteY2380" fmla="*/ 1616821 h 4550534"/>
              <a:gd name="connsiteX2381" fmla="*/ 5290322 w 5876984"/>
              <a:gd name="connsiteY2381" fmla="*/ 1577808 h 4550534"/>
              <a:gd name="connsiteX2382" fmla="*/ 4737770 w 5876984"/>
              <a:gd name="connsiteY2382" fmla="*/ 1577597 h 4550534"/>
              <a:gd name="connsiteX2383" fmla="*/ 4732700 w 5876984"/>
              <a:gd name="connsiteY2383" fmla="*/ 1581537 h 4550534"/>
              <a:gd name="connsiteX2384" fmla="*/ 4732978 w 5876984"/>
              <a:gd name="connsiteY2384" fmla="*/ 1586021 h 4550534"/>
              <a:gd name="connsiteX2385" fmla="*/ 4733578 w 5876984"/>
              <a:gd name="connsiteY2385" fmla="*/ 1586021 h 4550534"/>
              <a:gd name="connsiteX2386" fmla="*/ 4816332 w 5876984"/>
              <a:gd name="connsiteY2386" fmla="*/ 1576268 h 4550534"/>
              <a:gd name="connsiteX2387" fmla="*/ 4810415 w 5876984"/>
              <a:gd name="connsiteY2387" fmla="*/ 1580809 h 4550534"/>
              <a:gd name="connsiteX2388" fmla="*/ 4809773 w 5876984"/>
              <a:gd name="connsiteY2388" fmla="*/ 1580246 h 4550534"/>
              <a:gd name="connsiteX2389" fmla="*/ 4816332 w 5876984"/>
              <a:gd name="connsiteY2389" fmla="*/ 1576268 h 4550534"/>
              <a:gd name="connsiteX2390" fmla="*/ 4741648 w 5876984"/>
              <a:gd name="connsiteY2390" fmla="*/ 1574582 h 4550534"/>
              <a:gd name="connsiteX2391" fmla="*/ 4740978 w 5876984"/>
              <a:gd name="connsiteY2391" fmla="*/ 1575103 h 4550534"/>
              <a:gd name="connsiteX2392" fmla="*/ 4741752 w 5876984"/>
              <a:gd name="connsiteY2392" fmla="*/ 1574921 h 4550534"/>
              <a:gd name="connsiteX2393" fmla="*/ 5739474 w 5876984"/>
              <a:gd name="connsiteY2393" fmla="*/ 1567482 h 4550534"/>
              <a:gd name="connsiteX2394" fmla="*/ 5743549 w 5876984"/>
              <a:gd name="connsiteY2394" fmla="*/ 1587172 h 4550534"/>
              <a:gd name="connsiteX2395" fmla="*/ 5739474 w 5876984"/>
              <a:gd name="connsiteY2395" fmla="*/ 1567482 h 4550534"/>
              <a:gd name="connsiteX2396" fmla="*/ 4601708 w 5876984"/>
              <a:gd name="connsiteY2396" fmla="*/ 1558301 h 4550534"/>
              <a:gd name="connsiteX2397" fmla="*/ 4603727 w 5876984"/>
              <a:gd name="connsiteY2397" fmla="*/ 1568054 h 4550534"/>
              <a:gd name="connsiteX2398" fmla="*/ 4601708 w 5876984"/>
              <a:gd name="connsiteY2398" fmla="*/ 1558301 h 4550534"/>
              <a:gd name="connsiteX2399" fmla="*/ 4716422 w 5876984"/>
              <a:gd name="connsiteY2399" fmla="*/ 1556761 h 4550534"/>
              <a:gd name="connsiteX2400" fmla="*/ 4700442 w 5876984"/>
              <a:gd name="connsiteY2400" fmla="*/ 1570140 h 4550534"/>
              <a:gd name="connsiteX2401" fmla="*/ 4693153 w 5876984"/>
              <a:gd name="connsiteY2401" fmla="*/ 1577384 h 4550534"/>
              <a:gd name="connsiteX2402" fmla="*/ 4698274 w 5876984"/>
              <a:gd name="connsiteY2402" fmla="*/ 1578325 h 4550534"/>
              <a:gd name="connsiteX2403" fmla="*/ 4705362 w 5876984"/>
              <a:gd name="connsiteY2403" fmla="*/ 1574374 h 4550534"/>
              <a:gd name="connsiteX2404" fmla="*/ 4716422 w 5876984"/>
              <a:gd name="connsiteY2404" fmla="*/ 1556761 h 4550534"/>
              <a:gd name="connsiteX2405" fmla="*/ 5513770 w 5876984"/>
              <a:gd name="connsiteY2405" fmla="*/ 1551637 h 4550534"/>
              <a:gd name="connsiteX2406" fmla="*/ 5511763 w 5876984"/>
              <a:gd name="connsiteY2406" fmla="*/ 1585336 h 4550534"/>
              <a:gd name="connsiteX2407" fmla="*/ 5513770 w 5876984"/>
              <a:gd name="connsiteY2407" fmla="*/ 1551637 h 4550534"/>
              <a:gd name="connsiteX2408" fmla="*/ 4871834 w 5876984"/>
              <a:gd name="connsiteY2408" fmla="*/ 1547176 h 4550534"/>
              <a:gd name="connsiteX2409" fmla="*/ 4865448 w 5876984"/>
              <a:gd name="connsiteY2409" fmla="*/ 1548548 h 4550534"/>
              <a:gd name="connsiteX2410" fmla="*/ 4848290 w 5876984"/>
              <a:gd name="connsiteY2410" fmla="*/ 1569594 h 4550534"/>
              <a:gd name="connsiteX2411" fmla="*/ 4875876 w 5876984"/>
              <a:gd name="connsiteY2411" fmla="*/ 1548548 h 4550534"/>
              <a:gd name="connsiteX2412" fmla="*/ 4871834 w 5876984"/>
              <a:gd name="connsiteY2412" fmla="*/ 1547176 h 4550534"/>
              <a:gd name="connsiteX2413" fmla="*/ 5557483 w 5876984"/>
              <a:gd name="connsiteY2413" fmla="*/ 1543715 h 4550534"/>
              <a:gd name="connsiteX2414" fmla="*/ 5555191 w 5876984"/>
              <a:gd name="connsiteY2414" fmla="*/ 1564959 h 4550534"/>
              <a:gd name="connsiteX2415" fmla="*/ 5557483 w 5876984"/>
              <a:gd name="connsiteY2415" fmla="*/ 1543715 h 4550534"/>
              <a:gd name="connsiteX2416" fmla="*/ 5269128 w 5876984"/>
              <a:gd name="connsiteY2416" fmla="*/ 1543671 h 4550534"/>
              <a:gd name="connsiteX2417" fmla="*/ 5265091 w 5876984"/>
              <a:gd name="connsiteY2417" fmla="*/ 1571391 h 4550534"/>
              <a:gd name="connsiteX2418" fmla="*/ 5269128 w 5876984"/>
              <a:gd name="connsiteY2418" fmla="*/ 1543671 h 4550534"/>
              <a:gd name="connsiteX2419" fmla="*/ 5133223 w 5876984"/>
              <a:gd name="connsiteY2419" fmla="*/ 1535714 h 4550534"/>
              <a:gd name="connsiteX2420" fmla="*/ 5128784 w 5876984"/>
              <a:gd name="connsiteY2420" fmla="*/ 1537310 h 4550534"/>
              <a:gd name="connsiteX2421" fmla="*/ 5120132 w 5876984"/>
              <a:gd name="connsiteY2421" fmla="*/ 1555027 h 4550534"/>
              <a:gd name="connsiteX2422" fmla="*/ 5117282 w 5876984"/>
              <a:gd name="connsiteY2422" fmla="*/ 1565063 h 4550534"/>
              <a:gd name="connsiteX2423" fmla="*/ 5122710 w 5876984"/>
              <a:gd name="connsiteY2423" fmla="*/ 1561830 h 4550534"/>
              <a:gd name="connsiteX2424" fmla="*/ 5137260 w 5876984"/>
              <a:gd name="connsiteY2424" fmla="*/ 1555220 h 4550534"/>
              <a:gd name="connsiteX2425" fmla="*/ 5133223 w 5876984"/>
              <a:gd name="connsiteY2425" fmla="*/ 1535714 h 4550534"/>
              <a:gd name="connsiteX2426" fmla="*/ 2795440 w 5876984"/>
              <a:gd name="connsiteY2426" fmla="*/ 1530238 h 4550534"/>
              <a:gd name="connsiteX2427" fmla="*/ 2793626 w 5876984"/>
              <a:gd name="connsiteY2427" fmla="*/ 1533445 h 4550534"/>
              <a:gd name="connsiteX2428" fmla="*/ 2796112 w 5876984"/>
              <a:gd name="connsiteY2428" fmla="*/ 1531872 h 4550534"/>
              <a:gd name="connsiteX2429" fmla="*/ 5732114 w 5876984"/>
              <a:gd name="connsiteY2429" fmla="*/ 1527871 h 4550534"/>
              <a:gd name="connsiteX2430" fmla="*/ 5727828 w 5876984"/>
              <a:gd name="connsiteY2430" fmla="*/ 1557041 h 4550534"/>
              <a:gd name="connsiteX2431" fmla="*/ 5732114 w 5876984"/>
              <a:gd name="connsiteY2431" fmla="*/ 1527871 h 4550534"/>
              <a:gd name="connsiteX2432" fmla="*/ 5692774 w 5876984"/>
              <a:gd name="connsiteY2432" fmla="*/ 1527871 h 4550534"/>
              <a:gd name="connsiteX2433" fmla="*/ 5701159 w 5876984"/>
              <a:gd name="connsiteY2433" fmla="*/ 1565411 h 4550534"/>
              <a:gd name="connsiteX2434" fmla="*/ 5680030 w 5876984"/>
              <a:gd name="connsiteY2434" fmla="*/ 1565411 h 4550534"/>
              <a:gd name="connsiteX2435" fmla="*/ 5692774 w 5876984"/>
              <a:gd name="connsiteY2435" fmla="*/ 1527871 h 4550534"/>
              <a:gd name="connsiteX2436" fmla="*/ 2792904 w 5876984"/>
              <a:gd name="connsiteY2436" fmla="*/ 1524075 h 4550534"/>
              <a:gd name="connsiteX2437" fmla="*/ 2792786 w 5876984"/>
              <a:gd name="connsiteY2437" fmla="*/ 1525344 h 4550534"/>
              <a:gd name="connsiteX2438" fmla="*/ 2793340 w 5876984"/>
              <a:gd name="connsiteY2438" fmla="*/ 1525133 h 4550534"/>
              <a:gd name="connsiteX2439" fmla="*/ 3284235 w 5876984"/>
              <a:gd name="connsiteY2439" fmla="*/ 1519495 h 4550534"/>
              <a:gd name="connsiteX2440" fmla="*/ 3280042 w 5876984"/>
              <a:gd name="connsiteY2440" fmla="*/ 1523601 h 4550534"/>
              <a:gd name="connsiteX2441" fmla="*/ 3279743 w 5876984"/>
              <a:gd name="connsiteY2441" fmla="*/ 1523945 h 4550534"/>
              <a:gd name="connsiteX2442" fmla="*/ 3279743 w 5876984"/>
              <a:gd name="connsiteY2442" fmla="*/ 1527680 h 4550534"/>
              <a:gd name="connsiteX2443" fmla="*/ 3287523 w 5876984"/>
              <a:gd name="connsiteY2443" fmla="*/ 1525883 h 4550534"/>
              <a:gd name="connsiteX2444" fmla="*/ 3289508 w 5876984"/>
              <a:gd name="connsiteY2444" fmla="*/ 1520596 h 4550534"/>
              <a:gd name="connsiteX2445" fmla="*/ 4778728 w 5876984"/>
              <a:gd name="connsiteY2445" fmla="*/ 1517685 h 4550534"/>
              <a:gd name="connsiteX2446" fmla="*/ 4782714 w 5876984"/>
              <a:gd name="connsiteY2446" fmla="*/ 1534396 h 4550534"/>
              <a:gd name="connsiteX2447" fmla="*/ 4778728 w 5876984"/>
              <a:gd name="connsiteY2447" fmla="*/ 1517685 h 4550534"/>
              <a:gd name="connsiteX2448" fmla="*/ 2781147 w 5876984"/>
              <a:gd name="connsiteY2448" fmla="*/ 1516741 h 4550534"/>
              <a:gd name="connsiteX2449" fmla="*/ 2773030 w 5876984"/>
              <a:gd name="connsiteY2449" fmla="*/ 1519769 h 4550534"/>
              <a:gd name="connsiteX2450" fmla="*/ 2772666 w 5876984"/>
              <a:gd name="connsiteY2450" fmla="*/ 1520310 h 4550534"/>
              <a:gd name="connsiteX2451" fmla="*/ 2784955 w 5876984"/>
              <a:gd name="connsiteY2451" fmla="*/ 1518076 h 4550534"/>
              <a:gd name="connsiteX2452" fmla="*/ 2788540 w 5876984"/>
              <a:gd name="connsiteY2452" fmla="*/ 1517274 h 4550534"/>
              <a:gd name="connsiteX2453" fmla="*/ 5236154 w 5876984"/>
              <a:gd name="connsiteY2453" fmla="*/ 1516553 h 4550534"/>
              <a:gd name="connsiteX2454" fmla="*/ 5221524 w 5876984"/>
              <a:gd name="connsiteY2454" fmla="*/ 1537797 h 4550534"/>
              <a:gd name="connsiteX2455" fmla="*/ 5236154 w 5876984"/>
              <a:gd name="connsiteY2455" fmla="*/ 1516553 h 4550534"/>
              <a:gd name="connsiteX2456" fmla="*/ 468931 w 5876984"/>
              <a:gd name="connsiteY2456" fmla="*/ 1516553 h 4550534"/>
              <a:gd name="connsiteX2457" fmla="*/ 454012 w 5876984"/>
              <a:gd name="connsiteY2457" fmla="*/ 1542328 h 4550534"/>
              <a:gd name="connsiteX2458" fmla="*/ 468931 w 5876984"/>
              <a:gd name="connsiteY2458" fmla="*/ 1516553 h 4550534"/>
              <a:gd name="connsiteX2459" fmla="*/ 3169674 w 5876984"/>
              <a:gd name="connsiteY2459" fmla="*/ 1515975 h 4550534"/>
              <a:gd name="connsiteX2460" fmla="*/ 3177429 w 5876984"/>
              <a:gd name="connsiteY2460" fmla="*/ 1516230 h 4550534"/>
              <a:gd name="connsiteX2461" fmla="*/ 3179364 w 5876984"/>
              <a:gd name="connsiteY2461" fmla="*/ 1524508 h 4550534"/>
              <a:gd name="connsiteX2462" fmla="*/ 3167109 w 5876984"/>
              <a:gd name="connsiteY2462" fmla="*/ 1519334 h 4550534"/>
              <a:gd name="connsiteX2463" fmla="*/ 3169674 w 5876984"/>
              <a:gd name="connsiteY2463" fmla="*/ 1515975 h 4550534"/>
              <a:gd name="connsiteX2464" fmla="*/ 2919035 w 5876984"/>
              <a:gd name="connsiteY2464" fmla="*/ 1514725 h 4550534"/>
              <a:gd name="connsiteX2465" fmla="*/ 2886742 w 5876984"/>
              <a:gd name="connsiteY2465" fmla="*/ 1516553 h 4550534"/>
              <a:gd name="connsiteX2466" fmla="*/ 2919035 w 5876984"/>
              <a:gd name="connsiteY2466" fmla="*/ 1514725 h 4550534"/>
              <a:gd name="connsiteX2467" fmla="*/ 5161562 w 5876984"/>
              <a:gd name="connsiteY2467" fmla="*/ 1514575 h 4550534"/>
              <a:gd name="connsiteX2468" fmla="*/ 5149056 w 5876984"/>
              <a:gd name="connsiteY2468" fmla="*/ 1519274 h 4550534"/>
              <a:gd name="connsiteX2469" fmla="*/ 5149354 w 5876984"/>
              <a:gd name="connsiteY2469" fmla="*/ 1520828 h 4550534"/>
              <a:gd name="connsiteX2470" fmla="*/ 5154564 w 5876984"/>
              <a:gd name="connsiteY2470" fmla="*/ 1519624 h 4550534"/>
              <a:gd name="connsiteX2471" fmla="*/ 5153694 w 5876984"/>
              <a:gd name="connsiteY2471" fmla="*/ 1522003 h 4550534"/>
              <a:gd name="connsiteX2472" fmla="*/ 5159798 w 5876984"/>
              <a:gd name="connsiteY2472" fmla="*/ 1517960 h 4550534"/>
              <a:gd name="connsiteX2473" fmla="*/ 3358462 w 5876984"/>
              <a:gd name="connsiteY2473" fmla="*/ 1513113 h 4550534"/>
              <a:gd name="connsiteX2474" fmla="*/ 3346548 w 5876984"/>
              <a:gd name="connsiteY2474" fmla="*/ 1514836 h 4550534"/>
              <a:gd name="connsiteX2475" fmla="*/ 3343706 w 5876984"/>
              <a:gd name="connsiteY2475" fmla="*/ 1516753 h 4550534"/>
              <a:gd name="connsiteX2476" fmla="*/ 3355440 w 5876984"/>
              <a:gd name="connsiteY2476" fmla="*/ 1513887 h 4550534"/>
              <a:gd name="connsiteX2477" fmla="*/ 4922636 w 5876984"/>
              <a:gd name="connsiteY2477" fmla="*/ 1512870 h 4550534"/>
              <a:gd name="connsiteX2478" fmla="*/ 4921956 w 5876984"/>
              <a:gd name="connsiteY2478" fmla="*/ 1513105 h 4550534"/>
              <a:gd name="connsiteX2479" fmla="*/ 4920068 w 5876984"/>
              <a:gd name="connsiteY2479" fmla="*/ 1515171 h 4550534"/>
              <a:gd name="connsiteX2480" fmla="*/ 4918628 w 5876984"/>
              <a:gd name="connsiteY2480" fmla="*/ 1514250 h 4550534"/>
              <a:gd name="connsiteX2481" fmla="*/ 4911450 w 5876984"/>
              <a:gd name="connsiteY2481" fmla="*/ 1516721 h 4550534"/>
              <a:gd name="connsiteX2482" fmla="*/ 4909852 w 5876984"/>
              <a:gd name="connsiteY2482" fmla="*/ 1524421 h 4550534"/>
              <a:gd name="connsiteX2483" fmla="*/ 4922636 w 5876984"/>
              <a:gd name="connsiteY2483" fmla="*/ 1512870 h 4550534"/>
              <a:gd name="connsiteX2484" fmla="*/ 4118763 w 5876984"/>
              <a:gd name="connsiteY2484" fmla="*/ 1512325 h 4550534"/>
              <a:gd name="connsiteX2485" fmla="*/ 4112582 w 5876984"/>
              <a:gd name="connsiteY2485" fmla="*/ 1517747 h 4550534"/>
              <a:gd name="connsiteX2486" fmla="*/ 4129738 w 5876984"/>
              <a:gd name="connsiteY2486" fmla="*/ 1512870 h 4550534"/>
              <a:gd name="connsiteX2487" fmla="*/ 4118763 w 5876984"/>
              <a:gd name="connsiteY2487" fmla="*/ 1512325 h 4550534"/>
              <a:gd name="connsiteX2488" fmla="*/ 5524256 w 5876984"/>
              <a:gd name="connsiteY2488" fmla="*/ 1506367 h 4550534"/>
              <a:gd name="connsiteX2489" fmla="*/ 5530612 w 5876984"/>
              <a:gd name="connsiteY2489" fmla="*/ 1547989 h 4550534"/>
              <a:gd name="connsiteX2490" fmla="*/ 5515893 w 5876984"/>
              <a:gd name="connsiteY2490" fmla="*/ 1544943 h 4550534"/>
              <a:gd name="connsiteX2491" fmla="*/ 5524256 w 5876984"/>
              <a:gd name="connsiteY2491" fmla="*/ 1506367 h 4550534"/>
              <a:gd name="connsiteX2492" fmla="*/ 3014882 w 5876984"/>
              <a:gd name="connsiteY2492" fmla="*/ 1505323 h 4550534"/>
              <a:gd name="connsiteX2493" fmla="*/ 3021411 w 5876984"/>
              <a:gd name="connsiteY2493" fmla="*/ 1507934 h 4550534"/>
              <a:gd name="connsiteX2494" fmla="*/ 3011092 w 5876984"/>
              <a:gd name="connsiteY2494" fmla="*/ 1516292 h 4550534"/>
              <a:gd name="connsiteX2495" fmla="*/ 3009201 w 5876984"/>
              <a:gd name="connsiteY2495" fmla="*/ 1512974 h 4550534"/>
              <a:gd name="connsiteX2496" fmla="*/ 2981682 w 5876984"/>
              <a:gd name="connsiteY2496" fmla="*/ 1520826 h 4550534"/>
              <a:gd name="connsiteX2497" fmla="*/ 3007788 w 5876984"/>
              <a:gd name="connsiteY2497" fmla="*/ 1508626 h 4550534"/>
              <a:gd name="connsiteX2498" fmla="*/ 3009662 w 5876984"/>
              <a:gd name="connsiteY2498" fmla="*/ 1509251 h 4550534"/>
              <a:gd name="connsiteX2499" fmla="*/ 4863056 w 5876984"/>
              <a:gd name="connsiteY2499" fmla="*/ 1505236 h 4550534"/>
              <a:gd name="connsiteX2500" fmla="*/ 4874183 w 5876984"/>
              <a:gd name="connsiteY2500" fmla="*/ 1513237 h 4550534"/>
              <a:gd name="connsiteX2501" fmla="*/ 4854364 w 5876984"/>
              <a:gd name="connsiteY2501" fmla="*/ 1511688 h 4550534"/>
              <a:gd name="connsiteX2502" fmla="*/ 4863056 w 5876984"/>
              <a:gd name="connsiteY2502" fmla="*/ 1505236 h 4550534"/>
              <a:gd name="connsiteX2503" fmla="*/ 2933325 w 5876984"/>
              <a:gd name="connsiteY2503" fmla="*/ 1502504 h 4550534"/>
              <a:gd name="connsiteX2504" fmla="*/ 2941306 w 5876984"/>
              <a:gd name="connsiteY2504" fmla="*/ 1505040 h 4550534"/>
              <a:gd name="connsiteX2505" fmla="*/ 2939049 w 5876984"/>
              <a:gd name="connsiteY2505" fmla="*/ 1505040 h 4550534"/>
              <a:gd name="connsiteX2506" fmla="*/ 2926794 w 5876984"/>
              <a:gd name="connsiteY2506" fmla="*/ 1509860 h 4550534"/>
              <a:gd name="connsiteX2507" fmla="*/ 2933325 w 5876984"/>
              <a:gd name="connsiteY2507" fmla="*/ 1502504 h 4550534"/>
              <a:gd name="connsiteX2508" fmla="*/ 3207872 w 5876984"/>
              <a:gd name="connsiteY2508" fmla="*/ 1500335 h 4550534"/>
              <a:gd name="connsiteX2509" fmla="*/ 3221663 w 5876984"/>
              <a:gd name="connsiteY2509" fmla="*/ 1502428 h 4550534"/>
              <a:gd name="connsiteX2510" fmla="*/ 3200602 w 5876984"/>
              <a:gd name="connsiteY2510" fmla="*/ 1513422 h 4550534"/>
              <a:gd name="connsiteX2511" fmla="*/ 3207872 w 5876984"/>
              <a:gd name="connsiteY2511" fmla="*/ 1500335 h 4550534"/>
              <a:gd name="connsiteX2512" fmla="*/ 3390120 w 5876984"/>
              <a:gd name="connsiteY2512" fmla="*/ 1499693 h 4550534"/>
              <a:gd name="connsiteX2513" fmla="*/ 3389746 w 5876984"/>
              <a:gd name="connsiteY2513" fmla="*/ 1500091 h 4550534"/>
              <a:gd name="connsiteX2514" fmla="*/ 3381708 w 5876984"/>
              <a:gd name="connsiteY2514" fmla="*/ 1501233 h 4550534"/>
              <a:gd name="connsiteX2515" fmla="*/ 3390120 w 5876984"/>
              <a:gd name="connsiteY2515" fmla="*/ 1499693 h 4550534"/>
              <a:gd name="connsiteX2516" fmla="*/ 4217968 w 5876984"/>
              <a:gd name="connsiteY2516" fmla="*/ 1498251 h 4550534"/>
              <a:gd name="connsiteX2517" fmla="*/ 4215352 w 5876984"/>
              <a:gd name="connsiteY2517" fmla="*/ 1499524 h 4550534"/>
              <a:gd name="connsiteX2518" fmla="*/ 4183426 w 5876984"/>
              <a:gd name="connsiteY2518" fmla="*/ 1514165 h 4550534"/>
              <a:gd name="connsiteX2519" fmla="*/ 4188672 w 5876984"/>
              <a:gd name="connsiteY2519" fmla="*/ 1514059 h 4550534"/>
              <a:gd name="connsiteX2520" fmla="*/ 4210908 w 5876984"/>
              <a:gd name="connsiteY2520" fmla="*/ 1503783 h 4550534"/>
              <a:gd name="connsiteX2521" fmla="*/ 5788440 w 5876984"/>
              <a:gd name="connsiteY2521" fmla="*/ 1496635 h 4550534"/>
              <a:gd name="connsiteX2522" fmla="*/ 5804754 w 5876984"/>
              <a:gd name="connsiteY2522" fmla="*/ 1516294 h 4550534"/>
              <a:gd name="connsiteX2523" fmla="*/ 5790086 w 5876984"/>
              <a:gd name="connsiteY2523" fmla="*/ 1514478 h 4550534"/>
              <a:gd name="connsiteX2524" fmla="*/ 5779419 w 5876984"/>
              <a:gd name="connsiteY2524" fmla="*/ 1498139 h 4550534"/>
              <a:gd name="connsiteX2525" fmla="*/ 5788440 w 5876984"/>
              <a:gd name="connsiteY2525" fmla="*/ 1496635 h 4550534"/>
              <a:gd name="connsiteX2526" fmla="*/ 3343352 w 5876984"/>
              <a:gd name="connsiteY2526" fmla="*/ 1494816 h 4550534"/>
              <a:gd name="connsiteX2527" fmla="*/ 3326192 w 5876984"/>
              <a:gd name="connsiteY2527" fmla="*/ 1507649 h 4550534"/>
              <a:gd name="connsiteX2528" fmla="*/ 3343352 w 5876984"/>
              <a:gd name="connsiteY2528" fmla="*/ 1494816 h 4550534"/>
              <a:gd name="connsiteX2529" fmla="*/ 4181250 w 5876984"/>
              <a:gd name="connsiteY2529" fmla="*/ 1494295 h 4550534"/>
              <a:gd name="connsiteX2530" fmla="*/ 4178516 w 5876984"/>
              <a:gd name="connsiteY2530" fmla="*/ 1498241 h 4550534"/>
              <a:gd name="connsiteX2531" fmla="*/ 4187263 w 5876984"/>
              <a:gd name="connsiteY2531" fmla="*/ 1495161 h 4550534"/>
              <a:gd name="connsiteX2532" fmla="*/ 4181250 w 5876984"/>
              <a:gd name="connsiteY2532" fmla="*/ 1494295 h 4550534"/>
              <a:gd name="connsiteX2533" fmla="*/ 3275705 w 5876984"/>
              <a:gd name="connsiteY2533" fmla="*/ 1493550 h 4550534"/>
              <a:gd name="connsiteX2534" fmla="*/ 3276652 w 5876984"/>
              <a:gd name="connsiteY2534" fmla="*/ 1498902 h 4550534"/>
              <a:gd name="connsiteX2535" fmla="*/ 3281036 w 5876984"/>
              <a:gd name="connsiteY2535" fmla="*/ 1498442 h 4550534"/>
              <a:gd name="connsiteX2536" fmla="*/ 3280416 w 5876984"/>
              <a:gd name="connsiteY2536" fmla="*/ 1496501 h 4550534"/>
              <a:gd name="connsiteX2537" fmla="*/ 3275705 w 5876984"/>
              <a:gd name="connsiteY2537" fmla="*/ 1493550 h 4550534"/>
              <a:gd name="connsiteX2538" fmla="*/ 5762762 w 5876984"/>
              <a:gd name="connsiteY2538" fmla="*/ 1490523 h 4550534"/>
              <a:gd name="connsiteX2539" fmla="*/ 5745783 w 5876984"/>
              <a:gd name="connsiteY2539" fmla="*/ 1567224 h 4550534"/>
              <a:gd name="connsiteX2540" fmla="*/ 5762762 w 5876984"/>
              <a:gd name="connsiteY2540" fmla="*/ 1490523 h 4550534"/>
              <a:gd name="connsiteX2541" fmla="*/ 3237352 w 5876984"/>
              <a:gd name="connsiteY2541" fmla="*/ 1490471 h 4550534"/>
              <a:gd name="connsiteX2542" fmla="*/ 3235460 w 5876984"/>
              <a:gd name="connsiteY2542" fmla="*/ 1495700 h 4550534"/>
              <a:gd name="connsiteX2543" fmla="*/ 3235350 w 5876984"/>
              <a:gd name="connsiteY2543" fmla="*/ 1498050 h 4550534"/>
              <a:gd name="connsiteX2544" fmla="*/ 3235711 w 5876984"/>
              <a:gd name="connsiteY2544" fmla="*/ 1501485 h 4550534"/>
              <a:gd name="connsiteX2545" fmla="*/ 3243423 w 5876984"/>
              <a:gd name="connsiteY2545" fmla="*/ 1517402 h 4550534"/>
              <a:gd name="connsiteX2546" fmla="*/ 3254592 w 5876984"/>
              <a:gd name="connsiteY2546" fmla="*/ 1493452 h 4550534"/>
              <a:gd name="connsiteX2547" fmla="*/ 3254174 w 5876984"/>
              <a:gd name="connsiteY2547" fmla="*/ 1492010 h 4550534"/>
              <a:gd name="connsiteX2548" fmla="*/ 3237352 w 5876984"/>
              <a:gd name="connsiteY2548" fmla="*/ 1490471 h 4550534"/>
              <a:gd name="connsiteX2549" fmla="*/ 3059970 w 5876984"/>
              <a:gd name="connsiteY2549" fmla="*/ 1488259 h 4550534"/>
              <a:gd name="connsiteX2550" fmla="*/ 3041019 w 5876984"/>
              <a:gd name="connsiteY2550" fmla="*/ 1503146 h 4550534"/>
              <a:gd name="connsiteX2551" fmla="*/ 3059970 w 5876984"/>
              <a:gd name="connsiteY2551" fmla="*/ 1488259 h 4550534"/>
              <a:gd name="connsiteX2552" fmla="*/ 5535224 w 5876984"/>
              <a:gd name="connsiteY2552" fmla="*/ 1487128 h 4550534"/>
              <a:gd name="connsiteX2553" fmla="*/ 5546179 w 5876984"/>
              <a:gd name="connsiteY2553" fmla="*/ 1498350 h 4550534"/>
              <a:gd name="connsiteX2554" fmla="*/ 5524270 w 5876984"/>
              <a:gd name="connsiteY2554" fmla="*/ 1503195 h 4550534"/>
              <a:gd name="connsiteX2555" fmla="*/ 5535224 w 5876984"/>
              <a:gd name="connsiteY2555" fmla="*/ 1487128 h 4550534"/>
              <a:gd name="connsiteX2556" fmla="*/ 4785690 w 5876984"/>
              <a:gd name="connsiteY2556" fmla="*/ 1483928 h 4550534"/>
              <a:gd name="connsiteX2557" fmla="*/ 4784938 w 5876984"/>
              <a:gd name="connsiteY2557" fmla="*/ 1488106 h 4550534"/>
              <a:gd name="connsiteX2558" fmla="*/ 4780338 w 5876984"/>
              <a:gd name="connsiteY2558" fmla="*/ 1491824 h 4550534"/>
              <a:gd name="connsiteX2559" fmla="*/ 4792154 w 5876984"/>
              <a:gd name="connsiteY2559" fmla="*/ 1488648 h 4550534"/>
              <a:gd name="connsiteX2560" fmla="*/ 4792464 w 5876984"/>
              <a:gd name="connsiteY2560" fmla="*/ 1484496 h 4550534"/>
              <a:gd name="connsiteX2561" fmla="*/ 4792092 w 5876984"/>
              <a:gd name="connsiteY2561" fmla="*/ 1484465 h 4550534"/>
              <a:gd name="connsiteX2562" fmla="*/ 3122606 w 5876984"/>
              <a:gd name="connsiteY2562" fmla="*/ 1483732 h 4550534"/>
              <a:gd name="connsiteX2563" fmla="*/ 3135616 w 5876984"/>
              <a:gd name="connsiteY2563" fmla="*/ 1486830 h 4550534"/>
              <a:gd name="connsiteX2564" fmla="*/ 3122606 w 5876984"/>
              <a:gd name="connsiteY2564" fmla="*/ 1491734 h 4550534"/>
              <a:gd name="connsiteX2565" fmla="*/ 3122606 w 5876984"/>
              <a:gd name="connsiteY2565" fmla="*/ 1483732 h 4550534"/>
              <a:gd name="connsiteX2566" fmla="*/ 3017750 w 5876984"/>
              <a:gd name="connsiteY2566" fmla="*/ 1480158 h 4550534"/>
              <a:gd name="connsiteX2567" fmla="*/ 3015761 w 5876984"/>
              <a:gd name="connsiteY2567" fmla="*/ 1480453 h 4550534"/>
              <a:gd name="connsiteX2568" fmla="*/ 3017890 w 5876984"/>
              <a:gd name="connsiteY2568" fmla="*/ 1487412 h 4550534"/>
              <a:gd name="connsiteX2569" fmla="*/ 3018039 w 5876984"/>
              <a:gd name="connsiteY2569" fmla="*/ 1483542 h 4550534"/>
              <a:gd name="connsiteX2570" fmla="*/ 3017750 w 5876984"/>
              <a:gd name="connsiteY2570" fmla="*/ 1480158 h 4550534"/>
              <a:gd name="connsiteX2571" fmla="*/ 3394293 w 5876984"/>
              <a:gd name="connsiteY2571" fmla="*/ 1478807 h 4550534"/>
              <a:gd name="connsiteX2572" fmla="*/ 3391986 w 5876984"/>
              <a:gd name="connsiteY2572" fmla="*/ 1479156 h 4550534"/>
              <a:gd name="connsiteX2573" fmla="*/ 3398092 w 5876984"/>
              <a:gd name="connsiteY2573" fmla="*/ 1480418 h 4550534"/>
              <a:gd name="connsiteX2574" fmla="*/ 3398174 w 5876984"/>
              <a:gd name="connsiteY2574" fmla="*/ 1480309 h 4550534"/>
              <a:gd name="connsiteX2575" fmla="*/ 3284116 w 5876984"/>
              <a:gd name="connsiteY2575" fmla="*/ 1477383 h 4550534"/>
              <a:gd name="connsiteX2576" fmla="*/ 3284782 w 5876984"/>
              <a:gd name="connsiteY2576" fmla="*/ 1477469 h 4550534"/>
              <a:gd name="connsiteX2577" fmla="*/ 3284479 w 5876984"/>
              <a:gd name="connsiteY2577" fmla="*/ 1477729 h 4550534"/>
              <a:gd name="connsiteX2578" fmla="*/ 4793121 w 5876984"/>
              <a:gd name="connsiteY2578" fmla="*/ 1475654 h 4550534"/>
              <a:gd name="connsiteX2579" fmla="*/ 4787198 w 5876984"/>
              <a:gd name="connsiteY2579" fmla="*/ 1478361 h 4550534"/>
              <a:gd name="connsiteX2580" fmla="*/ 4786234 w 5876984"/>
              <a:gd name="connsiteY2580" fmla="*/ 1481714 h 4550534"/>
              <a:gd name="connsiteX2581" fmla="*/ 4790962 w 5876984"/>
              <a:gd name="connsiteY2581" fmla="*/ 1479205 h 4550534"/>
              <a:gd name="connsiteX2582" fmla="*/ 4792954 w 5876984"/>
              <a:gd name="connsiteY2582" fmla="*/ 1477903 h 4550534"/>
              <a:gd name="connsiteX2583" fmla="*/ 3292885 w 5876984"/>
              <a:gd name="connsiteY2583" fmla="*/ 1475519 h 4550534"/>
              <a:gd name="connsiteX2584" fmla="*/ 3311704 w 5876984"/>
              <a:gd name="connsiteY2584" fmla="*/ 1480720 h 4550534"/>
              <a:gd name="connsiteX2585" fmla="*/ 3297910 w 5876984"/>
              <a:gd name="connsiteY2585" fmla="*/ 1479148 h 4550534"/>
              <a:gd name="connsiteX2586" fmla="*/ 3290191 w 5876984"/>
              <a:gd name="connsiteY2586" fmla="*/ 1478161 h 4550534"/>
              <a:gd name="connsiteX2587" fmla="*/ 3290191 w 5876984"/>
              <a:gd name="connsiteY2587" fmla="*/ 1483173 h 4550534"/>
              <a:gd name="connsiteX2588" fmla="*/ 3290588 w 5876984"/>
              <a:gd name="connsiteY2588" fmla="*/ 1483550 h 4550534"/>
              <a:gd name="connsiteX2589" fmla="*/ 3313722 w 5876984"/>
              <a:gd name="connsiteY2589" fmla="*/ 1488675 h 4550534"/>
              <a:gd name="connsiteX2590" fmla="*/ 3303293 w 5876984"/>
              <a:gd name="connsiteY2590" fmla="*/ 1498426 h 4550534"/>
              <a:gd name="connsiteX2591" fmla="*/ 3292527 w 5876984"/>
              <a:gd name="connsiteY2591" fmla="*/ 1487135 h 4550534"/>
              <a:gd name="connsiteX2592" fmla="*/ 3284743 w 5876984"/>
              <a:gd name="connsiteY2592" fmla="*/ 1498052 h 4550534"/>
              <a:gd name="connsiteX2593" fmla="*/ 3287752 w 5876984"/>
              <a:gd name="connsiteY2593" fmla="*/ 1497736 h 4550534"/>
              <a:gd name="connsiteX2594" fmla="*/ 3311388 w 5876984"/>
              <a:gd name="connsiteY2594" fmla="*/ 1507649 h 4550534"/>
              <a:gd name="connsiteX2595" fmla="*/ 3328548 w 5876984"/>
              <a:gd name="connsiteY2595" fmla="*/ 1480186 h 4550534"/>
              <a:gd name="connsiteX2596" fmla="*/ 3317481 w 5876984"/>
              <a:gd name="connsiteY2596" fmla="*/ 1477866 h 4550534"/>
              <a:gd name="connsiteX2597" fmla="*/ 3313722 w 5876984"/>
              <a:gd name="connsiteY2597" fmla="*/ 1477383 h 4550534"/>
              <a:gd name="connsiteX2598" fmla="*/ 3314112 w 5876984"/>
              <a:gd name="connsiteY2598" fmla="*/ 1477166 h 4550534"/>
              <a:gd name="connsiteX2599" fmla="*/ 3248118 w 5876984"/>
              <a:gd name="connsiteY2599" fmla="*/ 1470969 h 4550534"/>
              <a:gd name="connsiteX2600" fmla="*/ 3250136 w 5876984"/>
              <a:gd name="connsiteY2600" fmla="*/ 1484056 h 4550534"/>
              <a:gd name="connsiteX2601" fmla="*/ 3256528 w 5876984"/>
              <a:gd name="connsiteY2601" fmla="*/ 1482259 h 4550534"/>
              <a:gd name="connsiteX2602" fmla="*/ 3248118 w 5876984"/>
              <a:gd name="connsiteY2602" fmla="*/ 1470969 h 4550534"/>
              <a:gd name="connsiteX2603" fmla="*/ 3266492 w 5876984"/>
              <a:gd name="connsiteY2603" fmla="*/ 1470771 h 4550534"/>
              <a:gd name="connsiteX2604" fmla="*/ 3266834 w 5876984"/>
              <a:gd name="connsiteY2604" fmla="*/ 1473234 h 4550534"/>
              <a:gd name="connsiteX2605" fmla="*/ 3267084 w 5876984"/>
              <a:gd name="connsiteY2605" fmla="*/ 1471803 h 4550534"/>
              <a:gd name="connsiteX2606" fmla="*/ 3222548 w 5876984"/>
              <a:gd name="connsiteY2606" fmla="*/ 1469429 h 4550534"/>
              <a:gd name="connsiteX2607" fmla="*/ 3220194 w 5876984"/>
              <a:gd name="connsiteY2607" fmla="*/ 1493550 h 4550534"/>
              <a:gd name="connsiteX2608" fmla="*/ 3209572 w 5876984"/>
              <a:gd name="connsiteY2608" fmla="*/ 1489391 h 4550534"/>
              <a:gd name="connsiteX2609" fmla="*/ 3209180 w 5876984"/>
              <a:gd name="connsiteY2609" fmla="*/ 1489621 h 4550534"/>
              <a:gd name="connsiteX2610" fmla="*/ 3204646 w 5876984"/>
              <a:gd name="connsiteY2610" fmla="*/ 1488539 h 4550534"/>
              <a:gd name="connsiteX2611" fmla="*/ 3202405 w 5876984"/>
              <a:gd name="connsiteY2611" fmla="*/ 1488462 h 4550534"/>
              <a:gd name="connsiteX2612" fmla="*/ 3194625 w 5876984"/>
              <a:gd name="connsiteY2612" fmla="*/ 1492010 h 4550534"/>
              <a:gd name="connsiteX2613" fmla="*/ 3198326 w 5876984"/>
              <a:gd name="connsiteY2613" fmla="*/ 1484794 h 4550534"/>
              <a:gd name="connsiteX2614" fmla="*/ 3197036 w 5876984"/>
              <a:gd name="connsiteY2614" fmla="*/ 1477697 h 4550534"/>
              <a:gd name="connsiteX2615" fmla="*/ 3197166 w 5876984"/>
              <a:gd name="connsiteY2615" fmla="*/ 1477522 h 4550534"/>
              <a:gd name="connsiteX2616" fmla="*/ 3202868 w 5876984"/>
              <a:gd name="connsiteY2616" fmla="*/ 1481746 h 4550534"/>
              <a:gd name="connsiteX2617" fmla="*/ 3204731 w 5876984"/>
              <a:gd name="connsiteY2617" fmla="*/ 1481853 h 4550534"/>
              <a:gd name="connsiteX2618" fmla="*/ 3207646 w 5876984"/>
              <a:gd name="connsiteY2618" fmla="*/ 1476966 h 4550534"/>
              <a:gd name="connsiteX2619" fmla="*/ 3205490 w 5876984"/>
              <a:gd name="connsiteY2619" fmla="*/ 1474208 h 4550534"/>
              <a:gd name="connsiteX2620" fmla="*/ 3198031 w 5876984"/>
              <a:gd name="connsiteY2620" fmla="*/ 1476358 h 4550534"/>
              <a:gd name="connsiteX2621" fmla="*/ 3197166 w 5876984"/>
              <a:gd name="connsiteY2621" fmla="*/ 1477522 h 4550534"/>
              <a:gd name="connsiteX2622" fmla="*/ 3196980 w 5876984"/>
              <a:gd name="connsiteY2622" fmla="*/ 1477383 h 4550534"/>
              <a:gd name="connsiteX2623" fmla="*/ 3197036 w 5876984"/>
              <a:gd name="connsiteY2623" fmla="*/ 1477697 h 4550534"/>
              <a:gd name="connsiteX2624" fmla="*/ 3192148 w 5876984"/>
              <a:gd name="connsiteY2624" fmla="*/ 1484280 h 4550534"/>
              <a:gd name="connsiteX2625" fmla="*/ 3190588 w 5876984"/>
              <a:gd name="connsiteY2625" fmla="*/ 1493550 h 4550534"/>
              <a:gd name="connsiteX2626" fmla="*/ 3173430 w 5876984"/>
              <a:gd name="connsiteY2626" fmla="*/ 1487135 h 4550534"/>
              <a:gd name="connsiteX2627" fmla="*/ 3169392 w 5876984"/>
              <a:gd name="connsiteY2627" fmla="*/ 1503302 h 4550534"/>
              <a:gd name="connsiteX2628" fmla="*/ 3175784 w 5876984"/>
              <a:gd name="connsiteY2628" fmla="*/ 1477383 h 4550534"/>
              <a:gd name="connsiteX2629" fmla="*/ 3154589 w 5876984"/>
              <a:gd name="connsiteY2629" fmla="*/ 1487135 h 4550534"/>
              <a:gd name="connsiteX2630" fmla="*/ 3152234 w 5876984"/>
              <a:gd name="connsiteY2630" fmla="*/ 1480720 h 4550534"/>
              <a:gd name="connsiteX2631" fmla="*/ 3150216 w 5876984"/>
              <a:gd name="connsiteY2631" fmla="*/ 1490471 h 4550534"/>
              <a:gd name="connsiteX2632" fmla="*/ 3113881 w 5876984"/>
              <a:gd name="connsiteY2632" fmla="*/ 1487135 h 4550534"/>
              <a:gd name="connsiteX2633" fmla="*/ 3099077 w 5876984"/>
              <a:gd name="connsiteY2633" fmla="*/ 1479180 h 4550534"/>
              <a:gd name="connsiteX2634" fmla="*/ 3092685 w 5876984"/>
              <a:gd name="connsiteY2634" fmla="*/ 1492010 h 4550534"/>
              <a:gd name="connsiteX2635" fmla="*/ 3020352 w 5876984"/>
              <a:gd name="connsiteY2635" fmla="*/ 1488675 h 4550534"/>
              <a:gd name="connsiteX2636" fmla="*/ 3017924 w 5876984"/>
              <a:gd name="connsiteY2636" fmla="*/ 1487521 h 4550534"/>
              <a:gd name="connsiteX2637" fmla="*/ 3019912 w 5876984"/>
              <a:gd name="connsiteY2637" fmla="*/ 1494021 h 4550534"/>
              <a:gd name="connsiteX2638" fmla="*/ 3009424 w 5876984"/>
              <a:gd name="connsiteY2638" fmla="*/ 1503845 h 4550534"/>
              <a:gd name="connsiteX2639" fmla="*/ 3007268 w 5876984"/>
              <a:gd name="connsiteY2639" fmla="*/ 1495314 h 4550534"/>
              <a:gd name="connsiteX2640" fmla="*/ 2993044 w 5876984"/>
              <a:gd name="connsiteY2640" fmla="*/ 1489468 h 4550534"/>
              <a:gd name="connsiteX2641" fmla="*/ 2991797 w 5876984"/>
              <a:gd name="connsiteY2641" fmla="*/ 1489990 h 4550534"/>
              <a:gd name="connsiteX2642" fmla="*/ 2990941 w 5876984"/>
              <a:gd name="connsiteY2642" fmla="*/ 1490127 h 4550534"/>
              <a:gd name="connsiteX2643" fmla="*/ 2988110 w 5876984"/>
              <a:gd name="connsiteY2643" fmla="*/ 1492470 h 4550534"/>
              <a:gd name="connsiteX2644" fmla="*/ 2987775 w 5876984"/>
              <a:gd name="connsiteY2644" fmla="*/ 1490632 h 4550534"/>
              <a:gd name="connsiteX2645" fmla="*/ 2981836 w 5876984"/>
              <a:gd name="connsiteY2645" fmla="*/ 1491581 h 4550534"/>
              <a:gd name="connsiteX2646" fmla="*/ 2975942 w 5876984"/>
              <a:gd name="connsiteY2646" fmla="*/ 1487135 h 4550534"/>
              <a:gd name="connsiteX2647" fmla="*/ 2988728 w 5876984"/>
              <a:gd name="connsiteY2647" fmla="*/ 1482259 h 4550534"/>
              <a:gd name="connsiteX2648" fmla="*/ 2967195 w 5876984"/>
              <a:gd name="connsiteY2648" fmla="*/ 1484056 h 4550534"/>
              <a:gd name="connsiteX2649" fmla="*/ 2954411 w 5876984"/>
              <a:gd name="connsiteY2649" fmla="*/ 1493550 h 4550534"/>
              <a:gd name="connsiteX2650" fmla="*/ 2963158 w 5876984"/>
              <a:gd name="connsiteY2650" fmla="*/ 1488675 h 4550534"/>
              <a:gd name="connsiteX2651" fmla="*/ 2963158 w 5876984"/>
              <a:gd name="connsiteY2651" fmla="*/ 1484056 h 4550534"/>
              <a:gd name="connsiteX2652" fmla="*/ 2901591 w 5876984"/>
              <a:gd name="connsiteY2652" fmla="*/ 1487135 h 4550534"/>
              <a:gd name="connsiteX2653" fmla="*/ 2914038 w 5876984"/>
              <a:gd name="connsiteY2653" fmla="*/ 1506637 h 4550534"/>
              <a:gd name="connsiteX2654" fmla="*/ 2864247 w 5876984"/>
              <a:gd name="connsiteY2654" fmla="*/ 1501954 h 4550534"/>
              <a:gd name="connsiteX2655" fmla="*/ 2812567 w 5876984"/>
              <a:gd name="connsiteY2655" fmla="*/ 1513024 h 4550534"/>
              <a:gd name="connsiteX2656" fmla="*/ 2812580 w 5876984"/>
              <a:gd name="connsiteY2656" fmla="*/ 1513076 h 4550534"/>
              <a:gd name="connsiteX2657" fmla="*/ 2831318 w 5876984"/>
              <a:gd name="connsiteY2657" fmla="*/ 1516100 h 4550534"/>
              <a:gd name="connsiteX2658" fmla="*/ 2842378 w 5876984"/>
              <a:gd name="connsiteY2658" fmla="*/ 1522804 h 4550534"/>
              <a:gd name="connsiteX2659" fmla="*/ 2821267 w 5876984"/>
              <a:gd name="connsiteY2659" fmla="*/ 1519372 h 4550534"/>
              <a:gd name="connsiteX2660" fmla="*/ 2813664 w 5876984"/>
              <a:gd name="connsiteY2660" fmla="*/ 1517518 h 4550534"/>
              <a:gd name="connsiteX2661" fmla="*/ 2816113 w 5876984"/>
              <a:gd name="connsiteY2661" fmla="*/ 1527548 h 4550534"/>
              <a:gd name="connsiteX2662" fmla="*/ 2818447 w 5876984"/>
              <a:gd name="connsiteY2662" fmla="*/ 1527501 h 4550534"/>
              <a:gd name="connsiteX2663" fmla="*/ 2816304 w 5876984"/>
              <a:gd name="connsiteY2663" fmla="*/ 1528330 h 4550534"/>
              <a:gd name="connsiteX2664" fmla="*/ 2816456 w 5876984"/>
              <a:gd name="connsiteY2664" fmla="*/ 1528952 h 4550534"/>
              <a:gd name="connsiteX2665" fmla="*/ 2811472 w 5876984"/>
              <a:gd name="connsiteY2665" fmla="*/ 1534182 h 4550534"/>
              <a:gd name="connsiteX2666" fmla="*/ 2818998 w 5876984"/>
              <a:gd name="connsiteY2666" fmla="*/ 1534708 h 4550534"/>
              <a:gd name="connsiteX2667" fmla="*/ 2835604 w 5876984"/>
              <a:gd name="connsiteY2667" fmla="*/ 1524421 h 4550534"/>
              <a:gd name="connsiteX2668" fmla="*/ 2848386 w 5876984"/>
              <a:gd name="connsiteY2668" fmla="*/ 1532377 h 4550534"/>
              <a:gd name="connsiteX2669" fmla="*/ 2856778 w 5876984"/>
              <a:gd name="connsiteY2669" fmla="*/ 1531721 h 4550534"/>
              <a:gd name="connsiteX2670" fmla="*/ 2857570 w 5876984"/>
              <a:gd name="connsiteY2670" fmla="*/ 1531176 h 4550534"/>
              <a:gd name="connsiteX2671" fmla="*/ 2862486 w 5876984"/>
              <a:gd name="connsiteY2671" fmla="*/ 1530847 h 4550534"/>
              <a:gd name="connsiteX2672" fmla="*/ 2862658 w 5876984"/>
              <a:gd name="connsiteY2672" fmla="*/ 1531260 h 4550534"/>
              <a:gd name="connsiteX2673" fmla="*/ 2949980 w 5876984"/>
              <a:gd name="connsiteY2673" fmla="*/ 1524421 h 4550534"/>
              <a:gd name="connsiteX2674" fmla="*/ 3030418 w 5876984"/>
              <a:gd name="connsiteY2674" fmla="*/ 1518937 h 4550534"/>
              <a:gd name="connsiteX2675" fmla="*/ 3028480 w 5876984"/>
              <a:gd name="connsiteY2675" fmla="*/ 1514312 h 4550534"/>
              <a:gd name="connsiteX2676" fmla="*/ 3024508 w 5876984"/>
              <a:gd name="connsiteY2676" fmla="*/ 1516500 h 4550534"/>
              <a:gd name="connsiteX2677" fmla="*/ 3026473 w 5876984"/>
              <a:gd name="connsiteY2677" fmla="*/ 1508012 h 4550534"/>
              <a:gd name="connsiteX2678" fmla="*/ 3030732 w 5876984"/>
              <a:gd name="connsiteY2678" fmla="*/ 1504829 h 4550534"/>
              <a:gd name="connsiteX2679" fmla="*/ 3040802 w 5876984"/>
              <a:gd name="connsiteY2679" fmla="*/ 1508476 h 4550534"/>
              <a:gd name="connsiteX2680" fmla="*/ 3031466 w 5876984"/>
              <a:gd name="connsiteY2680" fmla="*/ 1518866 h 4550534"/>
              <a:gd name="connsiteX2681" fmla="*/ 3047873 w 5876984"/>
              <a:gd name="connsiteY2681" fmla="*/ 1517747 h 4550534"/>
              <a:gd name="connsiteX2682" fmla="*/ 3049891 w 5876984"/>
              <a:gd name="connsiteY2682" fmla="*/ 1524421 h 4550534"/>
              <a:gd name="connsiteX2683" fmla="*/ 3064693 w 5876984"/>
              <a:gd name="connsiteY2683" fmla="*/ 1517747 h 4550534"/>
              <a:gd name="connsiteX2684" fmla="*/ 3114593 w 5876984"/>
              <a:gd name="connsiteY2684" fmla="*/ 1521149 h 4550534"/>
              <a:gd name="connsiteX2685" fmla="*/ 3116678 w 5876984"/>
              <a:gd name="connsiteY2685" fmla="*/ 1517378 h 4550534"/>
              <a:gd name="connsiteX2686" fmla="*/ 3107158 w 5876984"/>
              <a:gd name="connsiteY2686" fmla="*/ 1514066 h 4550534"/>
              <a:gd name="connsiteX2687" fmla="*/ 3131761 w 5876984"/>
              <a:gd name="connsiteY2687" fmla="*/ 1515766 h 4550534"/>
              <a:gd name="connsiteX2688" fmla="*/ 3135541 w 5876984"/>
              <a:gd name="connsiteY2688" fmla="*/ 1522577 h 4550534"/>
              <a:gd name="connsiteX2689" fmla="*/ 3162586 w 5876984"/>
              <a:gd name="connsiteY2689" fmla="*/ 1524421 h 4550534"/>
              <a:gd name="connsiteX2690" fmla="*/ 3184157 w 5876984"/>
              <a:gd name="connsiteY2690" fmla="*/ 1525070 h 4550534"/>
              <a:gd name="connsiteX2691" fmla="*/ 3201342 w 5876984"/>
              <a:gd name="connsiteY2691" fmla="*/ 1525588 h 4550534"/>
              <a:gd name="connsiteX2692" fmla="*/ 3201030 w 5876984"/>
              <a:gd name="connsiteY2692" fmla="*/ 1522279 h 4550534"/>
              <a:gd name="connsiteX2693" fmla="*/ 3207191 w 5876984"/>
              <a:gd name="connsiteY2693" fmla="*/ 1523968 h 4550534"/>
              <a:gd name="connsiteX2694" fmla="*/ 3207770 w 5876984"/>
              <a:gd name="connsiteY2694" fmla="*/ 1525782 h 4550534"/>
              <a:gd name="connsiteX2695" fmla="*/ 3213718 w 5876984"/>
              <a:gd name="connsiteY2695" fmla="*/ 1525961 h 4550534"/>
              <a:gd name="connsiteX2696" fmla="*/ 3217418 w 5876984"/>
              <a:gd name="connsiteY2696" fmla="*/ 1525961 h 4550534"/>
              <a:gd name="connsiteX2697" fmla="*/ 3224910 w 5876984"/>
              <a:gd name="connsiteY2697" fmla="*/ 1525961 h 4550534"/>
              <a:gd name="connsiteX2698" fmla="*/ 3218962 w 5876984"/>
              <a:gd name="connsiteY2698" fmla="*/ 1524224 h 4550534"/>
              <a:gd name="connsiteX2699" fmla="*/ 3215834 w 5876984"/>
              <a:gd name="connsiteY2699" fmla="*/ 1514066 h 4550534"/>
              <a:gd name="connsiteX2700" fmla="*/ 3226264 w 5876984"/>
              <a:gd name="connsiteY2700" fmla="*/ 1499693 h 4550534"/>
              <a:gd name="connsiteX2701" fmla="*/ 3230638 w 5876984"/>
              <a:gd name="connsiteY2701" fmla="*/ 1499693 h 4550534"/>
              <a:gd name="connsiteX2702" fmla="*/ 3233876 w 5876984"/>
              <a:gd name="connsiteY2702" fmla="*/ 1496083 h 4550534"/>
              <a:gd name="connsiteX2703" fmla="*/ 3230623 w 5876984"/>
              <a:gd name="connsiteY2703" fmla="*/ 1490856 h 4550534"/>
              <a:gd name="connsiteX2704" fmla="*/ 3230960 w 5876984"/>
              <a:gd name="connsiteY2704" fmla="*/ 1485596 h 4550534"/>
              <a:gd name="connsiteX2705" fmla="*/ 3245763 w 5876984"/>
              <a:gd name="connsiteY2705" fmla="*/ 1479180 h 4550534"/>
              <a:gd name="connsiteX2706" fmla="*/ 3222548 w 5876984"/>
              <a:gd name="connsiteY2706" fmla="*/ 1469429 h 4550534"/>
              <a:gd name="connsiteX2707" fmla="*/ 4733578 w 5876984"/>
              <a:gd name="connsiteY2707" fmla="*/ 1467440 h 4550534"/>
              <a:gd name="connsiteX2708" fmla="*/ 4727186 w 5876984"/>
              <a:gd name="connsiteY2708" fmla="*/ 1485407 h 4550534"/>
              <a:gd name="connsiteX2709" fmla="*/ 4731223 w 5876984"/>
              <a:gd name="connsiteY2709" fmla="*/ 1477194 h 4550534"/>
              <a:gd name="connsiteX2710" fmla="*/ 4735596 w 5876984"/>
              <a:gd name="connsiteY2710" fmla="*/ 1478990 h 4550534"/>
              <a:gd name="connsiteX2711" fmla="*/ 4733578 w 5876984"/>
              <a:gd name="connsiteY2711" fmla="*/ 1467440 h 4550534"/>
              <a:gd name="connsiteX2712" fmla="*/ 3289300 w 5876984"/>
              <a:gd name="connsiteY2712" fmla="*/ 1464946 h 4550534"/>
              <a:gd name="connsiteX2713" fmla="*/ 3273350 w 5876984"/>
              <a:gd name="connsiteY2713" fmla="*/ 1472508 h 4550534"/>
              <a:gd name="connsiteX2714" fmla="*/ 3279743 w 5876984"/>
              <a:gd name="connsiteY2714" fmla="*/ 1477383 h 4550534"/>
              <a:gd name="connsiteX2715" fmla="*/ 3266327 w 5876984"/>
              <a:gd name="connsiteY2715" fmla="*/ 1486783 h 4550534"/>
              <a:gd name="connsiteX2716" fmla="*/ 3262778 w 5876984"/>
              <a:gd name="connsiteY2716" fmla="*/ 1491606 h 4550534"/>
              <a:gd name="connsiteX2717" fmla="*/ 3268886 w 5876984"/>
              <a:gd name="connsiteY2717" fmla="*/ 1495978 h 4550534"/>
              <a:gd name="connsiteX2718" fmla="*/ 3276042 w 5876984"/>
              <a:gd name="connsiteY2718" fmla="*/ 1484930 h 4550534"/>
              <a:gd name="connsiteX2719" fmla="*/ 3284479 w 5876984"/>
              <a:gd name="connsiteY2719" fmla="*/ 1477729 h 4550534"/>
              <a:gd name="connsiteX2720" fmla="*/ 3288312 w 5876984"/>
              <a:gd name="connsiteY2720" fmla="*/ 1481382 h 4550534"/>
              <a:gd name="connsiteX2721" fmla="*/ 3286548 w 5876984"/>
              <a:gd name="connsiteY2721" fmla="*/ 1479373 h 4550534"/>
              <a:gd name="connsiteX2722" fmla="*/ 3287029 w 5876984"/>
              <a:gd name="connsiteY2722" fmla="*/ 1477756 h 4550534"/>
              <a:gd name="connsiteX2723" fmla="*/ 3284782 w 5876984"/>
              <a:gd name="connsiteY2723" fmla="*/ 1477469 h 4550534"/>
              <a:gd name="connsiteX2724" fmla="*/ 3287910 w 5876984"/>
              <a:gd name="connsiteY2724" fmla="*/ 1474799 h 4550534"/>
              <a:gd name="connsiteX2725" fmla="*/ 3288551 w 5876984"/>
              <a:gd name="connsiteY2725" fmla="*/ 1472647 h 4550534"/>
              <a:gd name="connsiteX2726" fmla="*/ 4236040 w 5876984"/>
              <a:gd name="connsiteY2726" fmla="*/ 1462564 h 4550534"/>
              <a:gd name="connsiteX2727" fmla="*/ 4216866 w 5876984"/>
              <a:gd name="connsiteY2727" fmla="*/ 1470777 h 4550534"/>
              <a:gd name="connsiteX2728" fmla="*/ 4223258 w 5876984"/>
              <a:gd name="connsiteY2728" fmla="*/ 1483867 h 4550534"/>
              <a:gd name="connsiteX2729" fmla="*/ 4230102 w 5876984"/>
              <a:gd name="connsiteY2729" fmla="*/ 1486943 h 4550534"/>
              <a:gd name="connsiteX2730" fmla="*/ 4233230 w 5876984"/>
              <a:gd name="connsiteY2730" fmla="*/ 1485989 h 4550534"/>
              <a:gd name="connsiteX2731" fmla="*/ 4238982 w 5876984"/>
              <a:gd name="connsiteY2731" fmla="*/ 1481020 h 4550534"/>
              <a:gd name="connsiteX2732" fmla="*/ 4231668 w 5876984"/>
              <a:gd name="connsiteY2732" fmla="*/ 1475654 h 4550534"/>
              <a:gd name="connsiteX2733" fmla="*/ 4242432 w 5876984"/>
              <a:gd name="connsiteY2733" fmla="*/ 1477194 h 4550534"/>
              <a:gd name="connsiteX2734" fmla="*/ 4236040 w 5876984"/>
              <a:gd name="connsiteY2734" fmla="*/ 1462564 h 4550534"/>
              <a:gd name="connsiteX2735" fmla="*/ 3369216 w 5876984"/>
              <a:gd name="connsiteY2735" fmla="*/ 1462270 h 4550534"/>
              <a:gd name="connsiteX2736" fmla="*/ 3365003 w 5876984"/>
              <a:gd name="connsiteY2736" fmla="*/ 1464448 h 4550534"/>
              <a:gd name="connsiteX2737" fmla="*/ 3361773 w 5876984"/>
              <a:gd name="connsiteY2737" fmla="*/ 1470850 h 4550534"/>
              <a:gd name="connsiteX2738" fmla="*/ 3358156 w 5876984"/>
              <a:gd name="connsiteY2738" fmla="*/ 1483523 h 4550534"/>
              <a:gd name="connsiteX2739" fmla="*/ 3360930 w 5876984"/>
              <a:gd name="connsiteY2739" fmla="*/ 1483081 h 4550534"/>
              <a:gd name="connsiteX2740" fmla="*/ 3368646 w 5876984"/>
              <a:gd name="connsiteY2740" fmla="*/ 1476100 h 4550534"/>
              <a:gd name="connsiteX2741" fmla="*/ 3370870 w 5876984"/>
              <a:gd name="connsiteY2741" fmla="*/ 1463407 h 4550534"/>
              <a:gd name="connsiteX2742" fmla="*/ 3295450 w 5876984"/>
              <a:gd name="connsiteY2742" fmla="*/ 1462031 h 4550534"/>
              <a:gd name="connsiteX2743" fmla="*/ 3291627 w 5876984"/>
              <a:gd name="connsiteY2743" fmla="*/ 1463844 h 4550534"/>
              <a:gd name="connsiteX2744" fmla="*/ 3294786 w 5876984"/>
              <a:gd name="connsiteY2744" fmla="*/ 1467309 h 4550534"/>
              <a:gd name="connsiteX2745" fmla="*/ 3317781 w 5876984"/>
              <a:gd name="connsiteY2745" fmla="*/ 1473770 h 4550534"/>
              <a:gd name="connsiteX2746" fmla="*/ 3322494 w 5876984"/>
              <a:gd name="connsiteY2746" fmla="*/ 1472484 h 4550534"/>
              <a:gd name="connsiteX2747" fmla="*/ 3325586 w 5876984"/>
              <a:gd name="connsiteY2747" fmla="*/ 1470756 h 4550534"/>
              <a:gd name="connsiteX2748" fmla="*/ 3329039 w 5876984"/>
              <a:gd name="connsiteY2748" fmla="*/ 1470698 h 4550534"/>
              <a:gd name="connsiteX2749" fmla="*/ 3334478 w 5876984"/>
              <a:gd name="connsiteY2749" fmla="*/ 1469214 h 4550534"/>
              <a:gd name="connsiteX2750" fmla="*/ 3337963 w 5876984"/>
              <a:gd name="connsiteY2750" fmla="*/ 1464552 h 4550534"/>
              <a:gd name="connsiteX2751" fmla="*/ 3318432 w 5876984"/>
              <a:gd name="connsiteY2751" fmla="*/ 1462789 h 4550534"/>
              <a:gd name="connsiteX2752" fmla="*/ 3295450 w 5876984"/>
              <a:gd name="connsiteY2752" fmla="*/ 1462031 h 4550534"/>
              <a:gd name="connsiteX2753" fmla="*/ 5532206 w 5876984"/>
              <a:gd name="connsiteY2753" fmla="*/ 1461097 h 4550534"/>
              <a:gd name="connsiteX2754" fmla="*/ 5553600 w 5876984"/>
              <a:gd name="connsiteY2754" fmla="*/ 1469396 h 4550534"/>
              <a:gd name="connsiteX2755" fmla="*/ 5538658 w 5876984"/>
              <a:gd name="connsiteY2755" fmla="*/ 1485736 h 4550534"/>
              <a:gd name="connsiteX2756" fmla="*/ 5538658 w 5876984"/>
              <a:gd name="connsiteY2756" fmla="*/ 1470952 h 4550534"/>
              <a:gd name="connsiteX2757" fmla="*/ 5532206 w 5876984"/>
              <a:gd name="connsiteY2757" fmla="*/ 1461097 h 4550534"/>
              <a:gd name="connsiteX2758" fmla="*/ 3609448 w 5876984"/>
              <a:gd name="connsiteY2758" fmla="*/ 1456342 h 4550534"/>
              <a:gd name="connsiteX2759" fmla="*/ 3543507 w 5876984"/>
              <a:gd name="connsiteY2759" fmla="*/ 1472508 h 4550534"/>
              <a:gd name="connsiteX2760" fmla="*/ 3543507 w 5876984"/>
              <a:gd name="connsiteY2760" fmla="*/ 1464553 h 4550534"/>
              <a:gd name="connsiteX2761" fmla="*/ 3494724 w 5876984"/>
              <a:gd name="connsiteY2761" fmla="*/ 1470969 h 4550534"/>
              <a:gd name="connsiteX2762" fmla="*/ 3443586 w 5876984"/>
              <a:gd name="connsiteY2762" fmla="*/ 1464553 h 4550534"/>
              <a:gd name="connsiteX2763" fmla="*/ 3428783 w 5876984"/>
              <a:gd name="connsiteY2763" fmla="*/ 1462757 h 4550534"/>
              <a:gd name="connsiteX2764" fmla="*/ 3413644 w 5876984"/>
              <a:gd name="connsiteY2764" fmla="*/ 1472508 h 4550534"/>
              <a:gd name="connsiteX2765" fmla="*/ 3420036 w 5876984"/>
              <a:gd name="connsiteY2765" fmla="*/ 1475844 h 4550534"/>
              <a:gd name="connsiteX2766" fmla="*/ 3414064 w 5876984"/>
              <a:gd name="connsiteY2766" fmla="*/ 1474016 h 4550534"/>
              <a:gd name="connsiteX2767" fmla="*/ 3413358 w 5876984"/>
              <a:gd name="connsiteY2767" fmla="*/ 1473692 h 4550534"/>
              <a:gd name="connsiteX2768" fmla="*/ 3414323 w 5876984"/>
              <a:gd name="connsiteY2768" fmla="*/ 1478578 h 4550534"/>
              <a:gd name="connsiteX2769" fmla="*/ 3418017 w 5876984"/>
              <a:gd name="connsiteY2769" fmla="*/ 1480720 h 4550534"/>
              <a:gd name="connsiteX2770" fmla="*/ 3414720 w 5876984"/>
              <a:gd name="connsiteY2770" fmla="*/ 1480589 h 4550534"/>
              <a:gd name="connsiteX2771" fmla="*/ 3415089 w 5876984"/>
              <a:gd name="connsiteY2771" fmla="*/ 1482459 h 4550534"/>
              <a:gd name="connsiteX2772" fmla="*/ 3408970 w 5876984"/>
              <a:gd name="connsiteY2772" fmla="*/ 1490263 h 4550534"/>
              <a:gd name="connsiteX2773" fmla="*/ 3385173 w 5876984"/>
              <a:gd name="connsiteY2773" fmla="*/ 1481973 h 4550534"/>
              <a:gd name="connsiteX2774" fmla="*/ 3388751 w 5876984"/>
              <a:gd name="connsiteY2774" fmla="*/ 1479646 h 4550534"/>
              <a:gd name="connsiteX2775" fmla="*/ 3384836 w 5876984"/>
              <a:gd name="connsiteY2775" fmla="*/ 1480239 h 4550534"/>
              <a:gd name="connsiteX2776" fmla="*/ 3376578 w 5876984"/>
              <a:gd name="connsiteY2776" fmla="*/ 1482295 h 4550534"/>
              <a:gd name="connsiteX2777" fmla="*/ 3372828 w 5876984"/>
              <a:gd name="connsiteY2777" fmla="*/ 1481186 h 4550534"/>
              <a:gd name="connsiteX2778" fmla="*/ 3370951 w 5876984"/>
              <a:gd name="connsiteY2778" fmla="*/ 1483634 h 4550534"/>
              <a:gd name="connsiteX2779" fmla="*/ 3370244 w 5876984"/>
              <a:gd name="connsiteY2779" fmla="*/ 1490471 h 4550534"/>
              <a:gd name="connsiteX2780" fmla="*/ 3370186 w 5876984"/>
              <a:gd name="connsiteY2780" fmla="*/ 1491023 h 4550534"/>
              <a:gd name="connsiteX2781" fmla="*/ 3371236 w 5876984"/>
              <a:gd name="connsiteY2781" fmla="*/ 1496613 h 4550534"/>
              <a:gd name="connsiteX2782" fmla="*/ 3375191 w 5876984"/>
              <a:gd name="connsiteY2782" fmla="*/ 1508835 h 4550534"/>
              <a:gd name="connsiteX2783" fmla="*/ 3384277 w 5876984"/>
              <a:gd name="connsiteY2783" fmla="*/ 1506510 h 4550534"/>
              <a:gd name="connsiteX2784" fmla="*/ 3384310 w 5876984"/>
              <a:gd name="connsiteY2784" fmla="*/ 1505892 h 4550534"/>
              <a:gd name="connsiteX2785" fmla="*/ 3389746 w 5876984"/>
              <a:gd name="connsiteY2785" fmla="*/ 1500091 h 4550534"/>
              <a:gd name="connsiteX2786" fmla="*/ 3419433 w 5876984"/>
              <a:gd name="connsiteY2786" fmla="*/ 1495875 h 4550534"/>
              <a:gd name="connsiteX2787" fmla="*/ 3460439 w 5876984"/>
              <a:gd name="connsiteY2787" fmla="*/ 1493019 h 4550534"/>
              <a:gd name="connsiteX2788" fmla="*/ 3462955 w 5876984"/>
              <a:gd name="connsiteY2788" fmla="*/ 1499117 h 4550534"/>
              <a:gd name="connsiteX2789" fmla="*/ 3468511 w 5876984"/>
              <a:gd name="connsiteY2789" fmla="*/ 1498023 h 4550534"/>
              <a:gd name="connsiteX2790" fmla="*/ 3464477 w 5876984"/>
              <a:gd name="connsiteY2790" fmla="*/ 1493019 h 4550534"/>
              <a:gd name="connsiteX2791" fmla="*/ 3469986 w 5876984"/>
              <a:gd name="connsiteY2791" fmla="*/ 1493757 h 4550534"/>
              <a:gd name="connsiteX2792" fmla="*/ 3472355 w 5876984"/>
              <a:gd name="connsiteY2792" fmla="*/ 1497266 h 4550534"/>
              <a:gd name="connsiteX2793" fmla="*/ 3480373 w 5876984"/>
              <a:gd name="connsiteY2793" fmla="*/ 1495688 h 4550534"/>
              <a:gd name="connsiteX2794" fmla="*/ 3500780 w 5876984"/>
              <a:gd name="connsiteY2794" fmla="*/ 1479180 h 4550534"/>
              <a:gd name="connsiteX2795" fmla="*/ 3513564 w 5876984"/>
              <a:gd name="connsiteY2795" fmla="*/ 1480720 h 4550534"/>
              <a:gd name="connsiteX2796" fmla="*/ 3500780 w 5876984"/>
              <a:gd name="connsiteY2796" fmla="*/ 1490471 h 4550534"/>
              <a:gd name="connsiteX2797" fmla="*/ 3539133 w 5876984"/>
              <a:gd name="connsiteY2797" fmla="*/ 1475844 h 4550534"/>
              <a:gd name="connsiteX2798" fmla="*/ 3609448 w 5876984"/>
              <a:gd name="connsiteY2798" fmla="*/ 1456342 h 4550534"/>
              <a:gd name="connsiteX2799" fmla="*/ 4724832 w 5876984"/>
              <a:gd name="connsiteY2799" fmla="*/ 1456147 h 4550534"/>
              <a:gd name="connsiteX2800" fmla="*/ 4714403 w 5876984"/>
              <a:gd name="connsiteY2800" fmla="*/ 1464361 h 4550534"/>
              <a:gd name="connsiteX2801" fmla="*/ 4729204 w 5876984"/>
              <a:gd name="connsiteY2801" fmla="*/ 1464361 h 4550534"/>
              <a:gd name="connsiteX2802" fmla="*/ 4294705 w 5876984"/>
              <a:gd name="connsiteY2802" fmla="*/ 1455287 h 4550534"/>
              <a:gd name="connsiteX2803" fmla="*/ 4274390 w 5876984"/>
              <a:gd name="connsiteY2803" fmla="*/ 1467440 h 4550534"/>
              <a:gd name="connsiteX2804" fmla="*/ 4274346 w 5876984"/>
              <a:gd name="connsiteY2804" fmla="*/ 1467476 h 4550534"/>
              <a:gd name="connsiteX2805" fmla="*/ 4293670 w 5876984"/>
              <a:gd name="connsiteY2805" fmla="*/ 1456117 h 4550534"/>
              <a:gd name="connsiteX2806" fmla="*/ 4835245 w 5876984"/>
              <a:gd name="connsiteY2806" fmla="*/ 1454306 h 4550534"/>
              <a:gd name="connsiteX2807" fmla="*/ 4822610 w 5876984"/>
              <a:gd name="connsiteY2807" fmla="*/ 1460964 h 4550534"/>
              <a:gd name="connsiteX2808" fmla="*/ 4822610 w 5876984"/>
              <a:gd name="connsiteY2808" fmla="*/ 1455904 h 4550534"/>
              <a:gd name="connsiteX2809" fmla="*/ 4835245 w 5876984"/>
              <a:gd name="connsiteY2809" fmla="*/ 1454306 h 4550534"/>
              <a:gd name="connsiteX2810" fmla="*/ 5715552 w 5876984"/>
              <a:gd name="connsiteY2810" fmla="*/ 1451734 h 4550534"/>
              <a:gd name="connsiteX2811" fmla="*/ 5715920 w 5876984"/>
              <a:gd name="connsiteY2811" fmla="*/ 1460743 h 4550534"/>
              <a:gd name="connsiteX2812" fmla="*/ 5734590 w 5876984"/>
              <a:gd name="connsiteY2812" fmla="*/ 1462299 h 4550534"/>
              <a:gd name="connsiteX2813" fmla="*/ 5713955 w 5876984"/>
              <a:gd name="connsiteY2813" fmla="*/ 1470599 h 4550534"/>
              <a:gd name="connsiteX2814" fmla="*/ 5711990 w 5876984"/>
              <a:gd name="connsiteY2814" fmla="*/ 1454259 h 4550534"/>
              <a:gd name="connsiteX2815" fmla="*/ 5715552 w 5876984"/>
              <a:gd name="connsiteY2815" fmla="*/ 1451734 h 4550534"/>
              <a:gd name="connsiteX2816" fmla="*/ 5329272 w 5876984"/>
              <a:gd name="connsiteY2816" fmla="*/ 1446148 h 4550534"/>
              <a:gd name="connsiteX2817" fmla="*/ 5323578 w 5876984"/>
              <a:gd name="connsiteY2817" fmla="*/ 1448182 h 4550534"/>
              <a:gd name="connsiteX2818" fmla="*/ 5322648 w 5876984"/>
              <a:gd name="connsiteY2818" fmla="*/ 1451784 h 4550534"/>
              <a:gd name="connsiteX2819" fmla="*/ 5320690 w 5876984"/>
              <a:gd name="connsiteY2819" fmla="*/ 1449213 h 4550534"/>
              <a:gd name="connsiteX2820" fmla="*/ 5305205 w 5876984"/>
              <a:gd name="connsiteY2820" fmla="*/ 1454744 h 4550534"/>
              <a:gd name="connsiteX2821" fmla="*/ 5221750 w 5876984"/>
              <a:gd name="connsiteY2821" fmla="*/ 1491957 h 4550534"/>
              <a:gd name="connsiteX2822" fmla="*/ 5219430 w 5876984"/>
              <a:gd name="connsiteY2822" fmla="*/ 1492829 h 4550534"/>
              <a:gd name="connsiteX2823" fmla="*/ 5220350 w 5876984"/>
              <a:gd name="connsiteY2823" fmla="*/ 1493364 h 4550534"/>
              <a:gd name="connsiteX2824" fmla="*/ 5218729 w 5876984"/>
              <a:gd name="connsiteY2824" fmla="*/ 1493093 h 4550534"/>
              <a:gd name="connsiteX2825" fmla="*/ 5172864 w 5876984"/>
              <a:gd name="connsiteY2825" fmla="*/ 1510327 h 4550534"/>
              <a:gd name="connsiteX2826" fmla="*/ 5171572 w 5876984"/>
              <a:gd name="connsiteY2826" fmla="*/ 1514411 h 4550534"/>
              <a:gd name="connsiteX2827" fmla="*/ 5184019 w 5876984"/>
              <a:gd name="connsiteY2827" fmla="*/ 1509791 h 4550534"/>
              <a:gd name="connsiteX2828" fmla="*/ 5167199 w 5876984"/>
              <a:gd name="connsiteY2828" fmla="*/ 1558301 h 4550534"/>
              <a:gd name="connsiteX2829" fmla="*/ 5116066 w 5876984"/>
              <a:gd name="connsiteY2829" fmla="*/ 1595774 h 4550534"/>
              <a:gd name="connsiteX2830" fmla="*/ 5113292 w 5876984"/>
              <a:gd name="connsiteY2830" fmla="*/ 1604725 h 4550534"/>
              <a:gd name="connsiteX2831" fmla="*/ 5111808 w 5876984"/>
              <a:gd name="connsiteY2831" fmla="*/ 1607076 h 4550534"/>
              <a:gd name="connsiteX2832" fmla="*/ 5111808 w 5876984"/>
              <a:gd name="connsiteY2832" fmla="*/ 1614104 h 4550534"/>
              <a:gd name="connsiteX2833" fmla="*/ 5112030 w 5876984"/>
              <a:gd name="connsiteY2833" fmla="*/ 1615024 h 4550534"/>
              <a:gd name="connsiteX2834" fmla="*/ 5124476 w 5876984"/>
              <a:gd name="connsiteY2834" fmla="*/ 1615024 h 4550534"/>
              <a:gd name="connsiteX2835" fmla="*/ 5112008 w 5876984"/>
              <a:gd name="connsiteY2835" fmla="*/ 1621830 h 4550534"/>
              <a:gd name="connsiteX2836" fmla="*/ 5111808 w 5876984"/>
              <a:gd name="connsiteY2836" fmla="*/ 1622171 h 4550534"/>
              <a:gd name="connsiteX2837" fmla="*/ 5111808 w 5876984"/>
              <a:gd name="connsiteY2837" fmla="*/ 1644402 h 4550534"/>
              <a:gd name="connsiteX2838" fmla="*/ 5112714 w 5876984"/>
              <a:gd name="connsiteY2838" fmla="*/ 1652931 h 4550534"/>
              <a:gd name="connsiteX2839" fmla="*/ 5121644 w 5876984"/>
              <a:gd name="connsiteY2839" fmla="*/ 1655456 h 4550534"/>
              <a:gd name="connsiteX2840" fmla="*/ 5151594 w 5876984"/>
              <a:gd name="connsiteY2840" fmla="*/ 1634226 h 4550534"/>
              <a:gd name="connsiteX2841" fmla="*/ 5147219 w 5876984"/>
              <a:gd name="connsiteY2841" fmla="*/ 1644064 h 4550534"/>
              <a:gd name="connsiteX2842" fmla="*/ 5141945 w 5876984"/>
              <a:gd name="connsiteY2842" fmla="*/ 1648152 h 4550534"/>
              <a:gd name="connsiteX2843" fmla="*/ 5148771 w 5876984"/>
              <a:gd name="connsiteY2843" fmla="*/ 1651972 h 4550534"/>
              <a:gd name="connsiteX2844" fmla="*/ 5150256 w 5876984"/>
              <a:gd name="connsiteY2844" fmla="*/ 1655500 h 4550534"/>
              <a:gd name="connsiteX2845" fmla="*/ 5144002 w 5876984"/>
              <a:gd name="connsiteY2845" fmla="*/ 1664765 h 4550534"/>
              <a:gd name="connsiteX2846" fmla="*/ 5146006 w 5876984"/>
              <a:gd name="connsiteY2846" fmla="*/ 1663791 h 4550534"/>
              <a:gd name="connsiteX2847" fmla="*/ 5148024 w 5876984"/>
              <a:gd name="connsiteY2847" fmla="*/ 1673545 h 4550534"/>
              <a:gd name="connsiteX2848" fmla="*/ 5171572 w 5876984"/>
              <a:gd name="connsiteY2848" fmla="*/ 1670208 h 4550534"/>
              <a:gd name="connsiteX2849" fmla="*/ 5154416 w 5876984"/>
              <a:gd name="connsiteY2849" fmla="*/ 1662251 h 4550534"/>
              <a:gd name="connsiteX2850" fmla="*/ 5177964 w 5876984"/>
              <a:gd name="connsiteY2850" fmla="*/ 1624778 h 4550534"/>
              <a:gd name="connsiteX2851" fmla="*/ 5154416 w 5876984"/>
              <a:gd name="connsiteY2851" fmla="*/ 1624778 h 4550534"/>
              <a:gd name="connsiteX2852" fmla="*/ 5173590 w 5876984"/>
              <a:gd name="connsiteY2852" fmla="*/ 1603731 h 4550534"/>
              <a:gd name="connsiteX2853" fmla="*/ 5186374 w 5876984"/>
              <a:gd name="connsiteY2853" fmla="*/ 1608608 h 4550534"/>
              <a:gd name="connsiteX2854" fmla="*/ 5160808 w 5876984"/>
              <a:gd name="connsiteY2854" fmla="*/ 1626574 h 4550534"/>
              <a:gd name="connsiteX2855" fmla="*/ 5182000 w 5876984"/>
              <a:gd name="connsiteY2855" fmla="*/ 1623238 h 4550534"/>
              <a:gd name="connsiteX2856" fmla="*/ 5200510 w 5876984"/>
              <a:gd name="connsiteY2856" fmla="*/ 1604100 h 4550534"/>
              <a:gd name="connsiteX2857" fmla="*/ 5194407 w 5876984"/>
              <a:gd name="connsiteY2857" fmla="*/ 1592253 h 4550534"/>
              <a:gd name="connsiteX2858" fmla="*/ 5199883 w 5876984"/>
              <a:gd name="connsiteY2858" fmla="*/ 1577668 h 4550534"/>
              <a:gd name="connsiteX2859" fmla="*/ 5208372 w 5876984"/>
              <a:gd name="connsiteY2859" fmla="*/ 1592253 h 4550534"/>
              <a:gd name="connsiteX2860" fmla="*/ 5205341 w 5876984"/>
              <a:gd name="connsiteY2860" fmla="*/ 1599105 h 4550534"/>
              <a:gd name="connsiteX2861" fmla="*/ 5217996 w 5876984"/>
              <a:gd name="connsiteY2861" fmla="*/ 1586021 h 4550534"/>
              <a:gd name="connsiteX2862" fmla="*/ 5243562 w 5876984"/>
              <a:gd name="connsiteY2862" fmla="*/ 1587561 h 4550534"/>
              <a:gd name="connsiteX2863" fmla="*/ 5230778 w 5876984"/>
              <a:gd name="connsiteY2863" fmla="*/ 1603731 h 4550534"/>
              <a:gd name="connsiteX2864" fmla="*/ 5256344 w 5876984"/>
              <a:gd name="connsiteY2864" fmla="*/ 1576268 h 4550534"/>
              <a:gd name="connsiteX2865" fmla="*/ 5239525 w 5876984"/>
              <a:gd name="connsiteY2865" fmla="*/ 1572931 h 4550534"/>
              <a:gd name="connsiteX2866" fmla="*/ 5226742 w 5876984"/>
              <a:gd name="connsiteY2866" fmla="*/ 1592438 h 4550534"/>
              <a:gd name="connsiteX2867" fmla="*/ 5226742 w 5876984"/>
              <a:gd name="connsiteY2867" fmla="*/ 1572931 h 4550534"/>
              <a:gd name="connsiteX2868" fmla="*/ 5271482 w 5876984"/>
              <a:gd name="connsiteY2868" fmla="*/ 1512870 h 4550534"/>
              <a:gd name="connsiteX2869" fmla="*/ 5294695 w 5876984"/>
              <a:gd name="connsiteY2869" fmla="*/ 1507994 h 4550534"/>
              <a:gd name="connsiteX2870" fmla="*/ 5296714 w 5876984"/>
              <a:gd name="connsiteY2870" fmla="*/ 1500037 h 4550534"/>
              <a:gd name="connsiteX2871" fmla="*/ 5292676 w 5876984"/>
              <a:gd name="connsiteY2871" fmla="*/ 1488487 h 4550534"/>
              <a:gd name="connsiteX2872" fmla="*/ 5330285 w 5876984"/>
              <a:gd name="connsiteY2872" fmla="*/ 1449831 h 4550534"/>
              <a:gd name="connsiteX2873" fmla="*/ 3679426 w 5876984"/>
              <a:gd name="connsiteY2873" fmla="*/ 1441714 h 4550534"/>
              <a:gd name="connsiteX2874" fmla="*/ 3611466 w 5876984"/>
              <a:gd name="connsiteY2874" fmla="*/ 1464553 h 4550534"/>
              <a:gd name="connsiteX2875" fmla="*/ 3679426 w 5876984"/>
              <a:gd name="connsiteY2875" fmla="*/ 1441714 h 4550534"/>
              <a:gd name="connsiteX2876" fmla="*/ 4234022 w 5876984"/>
              <a:gd name="connsiteY2876" fmla="*/ 1441517 h 4550534"/>
              <a:gd name="connsiteX2877" fmla="*/ 4250842 w 5876984"/>
              <a:gd name="connsiteY2877" fmla="*/ 1469237 h 4550534"/>
              <a:gd name="connsiteX2878" fmla="*/ 4261607 w 5876984"/>
              <a:gd name="connsiteY2878" fmla="*/ 1469237 h 4550534"/>
              <a:gd name="connsiteX2879" fmla="*/ 4250842 w 5876984"/>
              <a:gd name="connsiteY2879" fmla="*/ 1454607 h 4550534"/>
              <a:gd name="connsiteX2880" fmla="*/ 4261607 w 5876984"/>
              <a:gd name="connsiteY2880" fmla="*/ 1464361 h 4550534"/>
              <a:gd name="connsiteX2881" fmla="*/ 4267998 w 5876984"/>
              <a:gd name="connsiteY2881" fmla="*/ 1443057 h 4550534"/>
              <a:gd name="connsiteX2882" fmla="*/ 4234022 w 5876984"/>
              <a:gd name="connsiteY2882" fmla="*/ 1441517 h 4550534"/>
              <a:gd name="connsiteX2883" fmla="*/ 4746361 w 5876984"/>
              <a:gd name="connsiteY2883" fmla="*/ 1438437 h 4550534"/>
              <a:gd name="connsiteX2884" fmla="*/ 4741988 w 5876984"/>
              <a:gd name="connsiteY2884" fmla="*/ 1454607 h 4550534"/>
              <a:gd name="connsiteX2885" fmla="*/ 4746361 w 5876984"/>
              <a:gd name="connsiteY2885" fmla="*/ 1438437 h 4550534"/>
              <a:gd name="connsiteX2886" fmla="*/ 4297602 w 5876984"/>
              <a:gd name="connsiteY2886" fmla="*/ 1435100 h 4550534"/>
              <a:gd name="connsiteX2887" fmla="*/ 4295584 w 5876984"/>
              <a:gd name="connsiteY2887" fmla="*/ 1438437 h 4550534"/>
              <a:gd name="connsiteX2888" fmla="*/ 4299789 w 5876984"/>
              <a:gd name="connsiteY2888" fmla="*/ 1443988 h 4550534"/>
              <a:gd name="connsiteX2889" fmla="*/ 4303122 w 5876984"/>
              <a:gd name="connsiteY2889" fmla="*/ 1448539 h 4550534"/>
              <a:gd name="connsiteX2890" fmla="*/ 4313547 w 5876984"/>
              <a:gd name="connsiteY2890" fmla="*/ 1440181 h 4550534"/>
              <a:gd name="connsiteX2891" fmla="*/ 4308683 w 5876984"/>
              <a:gd name="connsiteY2891" fmla="*/ 1441377 h 4550534"/>
              <a:gd name="connsiteX2892" fmla="*/ 4297602 w 5876984"/>
              <a:gd name="connsiteY2892" fmla="*/ 1435100 h 4550534"/>
              <a:gd name="connsiteX2893" fmla="*/ 5771088 w 5876984"/>
              <a:gd name="connsiteY2893" fmla="*/ 1433809 h 4550534"/>
              <a:gd name="connsiteX2894" fmla="*/ 5775540 w 5876984"/>
              <a:gd name="connsiteY2894" fmla="*/ 1457450 h 4550534"/>
              <a:gd name="connsiteX2895" fmla="*/ 5771088 w 5876984"/>
              <a:gd name="connsiteY2895" fmla="*/ 1433809 h 4550534"/>
              <a:gd name="connsiteX2896" fmla="*/ 5488234 w 5876984"/>
              <a:gd name="connsiteY2896" fmla="*/ 1431671 h 4550534"/>
              <a:gd name="connsiteX2897" fmla="*/ 5488234 w 5876984"/>
              <a:gd name="connsiteY2897" fmla="*/ 1476687 h 4550534"/>
              <a:gd name="connsiteX2898" fmla="*/ 5488234 w 5876984"/>
              <a:gd name="connsiteY2898" fmla="*/ 1431671 h 4550534"/>
              <a:gd name="connsiteX2899" fmla="*/ 3764881 w 5876984"/>
              <a:gd name="connsiteY2899" fmla="*/ 1426767 h 4550534"/>
              <a:gd name="connsiteX2900" fmla="*/ 3762525 w 5876984"/>
              <a:gd name="connsiteY2900" fmla="*/ 1433759 h 4550534"/>
              <a:gd name="connsiteX2901" fmla="*/ 3775310 w 5876984"/>
              <a:gd name="connsiteY2901" fmla="*/ 1427087 h 4550534"/>
              <a:gd name="connsiteX2902" fmla="*/ 3764881 w 5876984"/>
              <a:gd name="connsiteY2902" fmla="*/ 1426767 h 4550534"/>
              <a:gd name="connsiteX2903" fmla="*/ 4291211 w 5876984"/>
              <a:gd name="connsiteY2903" fmla="*/ 1425347 h 4550534"/>
              <a:gd name="connsiteX2904" fmla="*/ 4287174 w 5876984"/>
              <a:gd name="connsiteY2904" fmla="*/ 1431764 h 4550534"/>
              <a:gd name="connsiteX2905" fmla="*/ 4291211 w 5876984"/>
              <a:gd name="connsiteY2905" fmla="*/ 1425347 h 4550534"/>
              <a:gd name="connsiteX2906" fmla="*/ 5432958 w 5876984"/>
              <a:gd name="connsiteY2906" fmla="*/ 1423749 h 4550534"/>
              <a:gd name="connsiteX2907" fmla="*/ 5424716 w 5876984"/>
              <a:gd name="connsiteY2907" fmla="*/ 1448386 h 4550534"/>
              <a:gd name="connsiteX2908" fmla="*/ 5432958 w 5876984"/>
              <a:gd name="connsiteY2908" fmla="*/ 1423749 h 4550534"/>
              <a:gd name="connsiteX2909" fmla="*/ 4316777 w 5876984"/>
              <a:gd name="connsiteY2909" fmla="*/ 1420471 h 4550534"/>
              <a:gd name="connsiteX2910" fmla="*/ 4319132 w 5876984"/>
              <a:gd name="connsiteY2910" fmla="*/ 1430223 h 4550534"/>
              <a:gd name="connsiteX2911" fmla="*/ 4326938 w 5876984"/>
              <a:gd name="connsiteY2911" fmla="*/ 1427228 h 4550534"/>
              <a:gd name="connsiteX2912" fmla="*/ 4328662 w 5876984"/>
              <a:gd name="connsiteY2912" fmla="*/ 1428341 h 4550534"/>
              <a:gd name="connsiteX2913" fmla="*/ 4338632 w 5876984"/>
              <a:gd name="connsiteY2913" fmla="*/ 1421295 h 4550534"/>
              <a:gd name="connsiteX2914" fmla="*/ 4335232 w 5876984"/>
              <a:gd name="connsiteY2914" fmla="*/ 1422768 h 4550534"/>
              <a:gd name="connsiteX2915" fmla="*/ 4316777 w 5876984"/>
              <a:gd name="connsiteY2915" fmla="*/ 1420471 h 4550534"/>
              <a:gd name="connsiteX2916" fmla="*/ 4761609 w 5876984"/>
              <a:gd name="connsiteY2916" fmla="*/ 1416211 h 4550534"/>
              <a:gd name="connsiteX2917" fmla="*/ 4750398 w 5876984"/>
              <a:gd name="connsiteY2917" fmla="*/ 1436640 h 4550534"/>
              <a:gd name="connsiteX2918" fmla="*/ 4771927 w 5876984"/>
              <a:gd name="connsiteY2918" fmla="*/ 1418930 h 4550534"/>
              <a:gd name="connsiteX2919" fmla="*/ 4761609 w 5876984"/>
              <a:gd name="connsiteY2919" fmla="*/ 1416211 h 4550534"/>
              <a:gd name="connsiteX2920" fmla="*/ 5539000 w 5876984"/>
              <a:gd name="connsiteY2920" fmla="*/ 1409457 h 4550534"/>
              <a:gd name="connsiteX2921" fmla="*/ 5534654 w 5876984"/>
              <a:gd name="connsiteY2921" fmla="*/ 1422391 h 4550534"/>
              <a:gd name="connsiteX2922" fmla="*/ 5539000 w 5876984"/>
              <a:gd name="connsiteY2922" fmla="*/ 1409457 h 4550534"/>
              <a:gd name="connsiteX2923" fmla="*/ 3847643 w 5876984"/>
              <a:gd name="connsiteY2923" fmla="*/ 1404506 h 4550534"/>
              <a:gd name="connsiteX2924" fmla="*/ 3843836 w 5876984"/>
              <a:gd name="connsiteY2924" fmla="*/ 1409253 h 4550534"/>
              <a:gd name="connsiteX2925" fmla="*/ 3843269 w 5876984"/>
              <a:gd name="connsiteY2925" fmla="*/ 1409381 h 4550534"/>
              <a:gd name="connsiteX2926" fmla="*/ 3847643 w 5876984"/>
              <a:gd name="connsiteY2926" fmla="*/ 1404506 h 4550534"/>
              <a:gd name="connsiteX2927" fmla="*/ 4419712 w 5876984"/>
              <a:gd name="connsiteY2927" fmla="*/ 1394340 h 4550534"/>
              <a:gd name="connsiteX2928" fmla="*/ 4418973 w 5876984"/>
              <a:gd name="connsiteY2928" fmla="*/ 1396688 h 4550534"/>
              <a:gd name="connsiteX2929" fmla="*/ 4421062 w 5876984"/>
              <a:gd name="connsiteY2929" fmla="*/ 1396087 h 4550534"/>
              <a:gd name="connsiteX2930" fmla="*/ 4342344 w 5876984"/>
              <a:gd name="connsiteY2930" fmla="*/ 1393007 h 4550534"/>
              <a:gd name="connsiteX2931" fmla="*/ 4337970 w 5876984"/>
              <a:gd name="connsiteY2931" fmla="*/ 1402760 h 4550534"/>
              <a:gd name="connsiteX2932" fmla="*/ 4342344 w 5876984"/>
              <a:gd name="connsiteY2932" fmla="*/ 1393007 h 4550534"/>
              <a:gd name="connsiteX2933" fmla="*/ 4044017 w 5876984"/>
              <a:gd name="connsiteY2933" fmla="*/ 1387533 h 4550534"/>
              <a:gd name="connsiteX2934" fmla="*/ 4037661 w 5876984"/>
              <a:gd name="connsiteY2934" fmla="*/ 1407222 h 4550534"/>
              <a:gd name="connsiteX2935" fmla="*/ 4028128 w 5876984"/>
              <a:gd name="connsiteY2935" fmla="*/ 1407190 h 4550534"/>
              <a:gd name="connsiteX2936" fmla="*/ 4023509 w 5876984"/>
              <a:gd name="connsiteY2936" fmla="*/ 1404821 h 4550534"/>
              <a:gd name="connsiteX2937" fmla="*/ 4021251 w 5876984"/>
              <a:gd name="connsiteY2937" fmla="*/ 1411929 h 4550534"/>
              <a:gd name="connsiteX2938" fmla="*/ 3993377 w 5876984"/>
              <a:gd name="connsiteY2938" fmla="*/ 1422385 h 4550534"/>
              <a:gd name="connsiteX2939" fmla="*/ 4005272 w 5876984"/>
              <a:gd name="connsiteY2939" fmla="*/ 1412864 h 4550534"/>
              <a:gd name="connsiteX2940" fmla="*/ 4023233 w 5876984"/>
              <a:gd name="connsiteY2940" fmla="*/ 1404679 h 4550534"/>
              <a:gd name="connsiteX2941" fmla="*/ 4018594 w 5876984"/>
              <a:gd name="connsiteY2941" fmla="*/ 1402300 h 4550534"/>
              <a:gd name="connsiteX2942" fmla="*/ 4044017 w 5876984"/>
              <a:gd name="connsiteY2942" fmla="*/ 1387533 h 4550534"/>
              <a:gd name="connsiteX2943" fmla="*/ 4453020 w 5876984"/>
              <a:gd name="connsiteY2943" fmla="*/ 1373500 h 4550534"/>
              <a:gd name="connsiteX2944" fmla="*/ 4435863 w 5876984"/>
              <a:gd name="connsiteY2944" fmla="*/ 1389670 h 4550534"/>
              <a:gd name="connsiteX2945" fmla="*/ 4453020 w 5876984"/>
              <a:gd name="connsiteY2945" fmla="*/ 1373500 h 4550534"/>
              <a:gd name="connsiteX2946" fmla="*/ 4801531 w 5876984"/>
              <a:gd name="connsiteY2946" fmla="*/ 1370164 h 4550534"/>
              <a:gd name="connsiteX2947" fmla="*/ 4795140 w 5876984"/>
              <a:gd name="connsiteY2947" fmla="*/ 1384793 h 4550534"/>
              <a:gd name="connsiteX2948" fmla="*/ 4801531 w 5876984"/>
              <a:gd name="connsiteY2948" fmla="*/ 1370164 h 4550534"/>
              <a:gd name="connsiteX2949" fmla="*/ 5549257 w 5876984"/>
              <a:gd name="connsiteY2949" fmla="*/ 1356975 h 4550534"/>
              <a:gd name="connsiteX2950" fmla="*/ 5561702 w 5876984"/>
              <a:gd name="connsiteY2950" fmla="*/ 1394115 h 4550534"/>
              <a:gd name="connsiteX2951" fmla="*/ 5545327 w 5876984"/>
              <a:gd name="connsiteY2951" fmla="*/ 1398981 h 4550534"/>
              <a:gd name="connsiteX2952" fmla="*/ 5549257 w 5876984"/>
              <a:gd name="connsiteY2952" fmla="*/ 1356975 h 4550534"/>
              <a:gd name="connsiteX2953" fmla="*/ 5831150 w 5876984"/>
              <a:gd name="connsiteY2953" fmla="*/ 1355949 h 4550534"/>
              <a:gd name="connsiteX2954" fmla="*/ 5848802 w 5876984"/>
              <a:gd name="connsiteY2954" fmla="*/ 1363766 h 4550534"/>
              <a:gd name="connsiteX2955" fmla="*/ 5846772 w 5876984"/>
              <a:gd name="connsiteY2955" fmla="*/ 1374832 h 4550534"/>
              <a:gd name="connsiteX2956" fmla="*/ 5810570 w 5876984"/>
              <a:gd name="connsiteY2956" fmla="*/ 1358987 h 4550534"/>
              <a:gd name="connsiteX2957" fmla="*/ 5825457 w 5876984"/>
              <a:gd name="connsiteY2957" fmla="*/ 1358987 h 4550534"/>
              <a:gd name="connsiteX2958" fmla="*/ 5831150 w 5876984"/>
              <a:gd name="connsiteY2958" fmla="*/ 1355949 h 4550534"/>
              <a:gd name="connsiteX2959" fmla="*/ 4145836 w 5876984"/>
              <a:gd name="connsiteY2959" fmla="*/ 1349053 h 4550534"/>
              <a:gd name="connsiteX2960" fmla="*/ 4052714 w 5876984"/>
              <a:gd name="connsiteY2960" fmla="*/ 1394069 h 4550534"/>
              <a:gd name="connsiteX2961" fmla="*/ 4145836 w 5876984"/>
              <a:gd name="connsiteY2961" fmla="*/ 1349053 h 4550534"/>
              <a:gd name="connsiteX2962" fmla="*/ 5518002 w 5876984"/>
              <a:gd name="connsiteY2962" fmla="*/ 1341131 h 4550534"/>
              <a:gd name="connsiteX2963" fmla="*/ 5509311 w 5876984"/>
              <a:gd name="connsiteY2963" fmla="*/ 1388407 h 4550534"/>
              <a:gd name="connsiteX2964" fmla="*/ 5518002 w 5876984"/>
              <a:gd name="connsiteY2964" fmla="*/ 1341131 h 4550534"/>
              <a:gd name="connsiteX2965" fmla="*/ 4913965 w 5876984"/>
              <a:gd name="connsiteY2965" fmla="*/ 1341131 h 4550534"/>
              <a:gd name="connsiteX2966" fmla="*/ 4937116 w 5876984"/>
              <a:gd name="connsiteY2966" fmla="*/ 1349488 h 4550534"/>
              <a:gd name="connsiteX2967" fmla="*/ 4917992 w 5876984"/>
              <a:gd name="connsiteY2967" fmla="*/ 1351055 h 4550534"/>
              <a:gd name="connsiteX2968" fmla="*/ 4913965 w 5876984"/>
              <a:gd name="connsiteY2968" fmla="*/ 1341131 h 4550534"/>
              <a:gd name="connsiteX2969" fmla="*/ 4429272 w 5876984"/>
              <a:gd name="connsiteY2969" fmla="*/ 1339595 h 4550534"/>
              <a:gd name="connsiteX2970" fmla="*/ 4439554 w 5876984"/>
              <a:gd name="connsiteY2970" fmla="*/ 1340813 h 4550534"/>
              <a:gd name="connsiteX2971" fmla="*/ 4436405 w 5876984"/>
              <a:gd name="connsiteY2971" fmla="*/ 1342485 h 4550534"/>
              <a:gd name="connsiteX2972" fmla="*/ 4439412 w 5876984"/>
              <a:gd name="connsiteY2972" fmla="*/ 1347513 h 4550534"/>
              <a:gd name="connsiteX2973" fmla="*/ 4428892 w 5876984"/>
              <a:gd name="connsiteY2973" fmla="*/ 1353043 h 4550534"/>
              <a:gd name="connsiteX2974" fmla="*/ 4425815 w 5876984"/>
              <a:gd name="connsiteY2974" fmla="*/ 1350644 h 4550534"/>
              <a:gd name="connsiteX2975" fmla="*/ 4422571 w 5876984"/>
              <a:gd name="connsiteY2975" fmla="*/ 1358936 h 4550534"/>
              <a:gd name="connsiteX2976" fmla="*/ 4409916 w 5876984"/>
              <a:gd name="connsiteY2976" fmla="*/ 1357382 h 4550534"/>
              <a:gd name="connsiteX2977" fmla="*/ 4414245 w 5876984"/>
              <a:gd name="connsiteY2977" fmla="*/ 1363855 h 4550534"/>
              <a:gd name="connsiteX2978" fmla="*/ 4399593 w 5876984"/>
              <a:gd name="connsiteY2978" fmla="*/ 1360489 h 4550534"/>
              <a:gd name="connsiteX2979" fmla="*/ 4399593 w 5876984"/>
              <a:gd name="connsiteY2979" fmla="*/ 1363855 h 4550534"/>
              <a:gd name="connsiteX2980" fmla="*/ 4407918 w 5876984"/>
              <a:gd name="connsiteY2980" fmla="*/ 1370328 h 4550534"/>
              <a:gd name="connsiteX2981" fmla="*/ 4399593 w 5876984"/>
              <a:gd name="connsiteY2981" fmla="*/ 1373693 h 4550534"/>
              <a:gd name="connsiteX2982" fmla="*/ 4393266 w 5876984"/>
              <a:gd name="connsiteY2982" fmla="*/ 1357382 h 4550534"/>
              <a:gd name="connsiteX2983" fmla="*/ 4407918 w 5876984"/>
              <a:gd name="connsiteY2983" fmla="*/ 1349098 h 4550534"/>
              <a:gd name="connsiteX2984" fmla="*/ 4429272 w 5876984"/>
              <a:gd name="connsiteY2984" fmla="*/ 1339595 h 4550534"/>
              <a:gd name="connsiteX2985" fmla="*/ 4416751 w 5876984"/>
              <a:gd name="connsiteY2985" fmla="*/ 1330945 h 4550534"/>
              <a:gd name="connsiteX2986" fmla="*/ 4412691 w 5876984"/>
              <a:gd name="connsiteY2986" fmla="*/ 1345482 h 4550534"/>
              <a:gd name="connsiteX2987" fmla="*/ 4399835 w 5876984"/>
              <a:gd name="connsiteY2987" fmla="*/ 1342422 h 4550534"/>
              <a:gd name="connsiteX2988" fmla="*/ 4416751 w 5876984"/>
              <a:gd name="connsiteY2988" fmla="*/ 1330945 h 4550534"/>
              <a:gd name="connsiteX2989" fmla="*/ 4816332 w 5876984"/>
              <a:gd name="connsiteY2989" fmla="*/ 1324733 h 4550534"/>
              <a:gd name="connsiteX2990" fmla="*/ 4797158 w 5876984"/>
              <a:gd name="connsiteY2990" fmla="*/ 1336026 h 4550534"/>
              <a:gd name="connsiteX2991" fmla="*/ 4818351 w 5876984"/>
              <a:gd name="connsiteY2991" fmla="*/ 1345780 h 4550534"/>
              <a:gd name="connsiteX2992" fmla="*/ 4805904 w 5876984"/>
              <a:gd name="connsiteY2992" fmla="*/ 1363747 h 4550534"/>
              <a:gd name="connsiteX2993" fmla="*/ 4818351 w 5876984"/>
              <a:gd name="connsiteY2993" fmla="*/ 1371703 h 4550534"/>
              <a:gd name="connsiteX2994" fmla="*/ 4824742 w 5876984"/>
              <a:gd name="connsiteY2994" fmla="*/ 1344240 h 4550534"/>
              <a:gd name="connsiteX2995" fmla="*/ 4841899 w 5876984"/>
              <a:gd name="connsiteY2995" fmla="*/ 1339363 h 4550534"/>
              <a:gd name="connsiteX2996" fmla="*/ 4843918 w 5876984"/>
              <a:gd name="connsiteY2996" fmla="*/ 1329610 h 4550534"/>
              <a:gd name="connsiteX2997" fmla="*/ 4820706 w 5876984"/>
              <a:gd name="connsiteY2997" fmla="*/ 1342700 h 4550534"/>
              <a:gd name="connsiteX2998" fmla="*/ 4816332 w 5876984"/>
              <a:gd name="connsiteY2998" fmla="*/ 1324733 h 4550534"/>
              <a:gd name="connsiteX2999" fmla="*/ 943881 w 5876984"/>
              <a:gd name="connsiteY2999" fmla="*/ 1321876 h 4550534"/>
              <a:gd name="connsiteX3000" fmla="*/ 922348 w 5876984"/>
              <a:gd name="connsiteY3000" fmla="*/ 1339582 h 4550534"/>
              <a:gd name="connsiteX3001" fmla="*/ 928741 w 5876984"/>
              <a:gd name="connsiteY3001" fmla="*/ 1349334 h 4550534"/>
              <a:gd name="connsiteX3002" fmla="*/ 943881 w 5876984"/>
              <a:gd name="connsiteY3002" fmla="*/ 1321876 h 4550534"/>
              <a:gd name="connsiteX3003" fmla="*/ 4308368 w 5876984"/>
              <a:gd name="connsiteY3003" fmla="*/ 1321653 h 4550534"/>
              <a:gd name="connsiteX3004" fmla="*/ 4308368 w 5876984"/>
              <a:gd name="connsiteY3004" fmla="*/ 1331150 h 4550534"/>
              <a:gd name="connsiteX3005" fmla="*/ 4308368 w 5876984"/>
              <a:gd name="connsiteY3005" fmla="*/ 1321653 h 4550534"/>
              <a:gd name="connsiteX3006" fmla="*/ 4834770 w 5876984"/>
              <a:gd name="connsiteY3006" fmla="*/ 1320497 h 4550534"/>
              <a:gd name="connsiteX3007" fmla="*/ 4829326 w 5876984"/>
              <a:gd name="connsiteY3007" fmla="*/ 1322712 h 4550534"/>
              <a:gd name="connsiteX3008" fmla="*/ 4829116 w 5876984"/>
              <a:gd name="connsiteY3008" fmla="*/ 1331150 h 4550534"/>
              <a:gd name="connsiteX3009" fmla="*/ 4839796 w 5876984"/>
              <a:gd name="connsiteY3009" fmla="*/ 1325792 h 4550534"/>
              <a:gd name="connsiteX3010" fmla="*/ 4840643 w 5876984"/>
              <a:gd name="connsiteY3010" fmla="*/ 1323940 h 4550534"/>
              <a:gd name="connsiteX3011" fmla="*/ 4836702 w 5876984"/>
              <a:gd name="connsiteY3011" fmla="*/ 1320537 h 4550534"/>
              <a:gd name="connsiteX3012" fmla="*/ 5787502 w 5876984"/>
              <a:gd name="connsiteY3012" fmla="*/ 1316909 h 4550534"/>
              <a:gd name="connsiteX3013" fmla="*/ 5783173 w 5876984"/>
              <a:gd name="connsiteY3013" fmla="*/ 1380484 h 4550534"/>
              <a:gd name="connsiteX3014" fmla="*/ 5787502 w 5876984"/>
              <a:gd name="connsiteY3014" fmla="*/ 1316909 h 4550534"/>
              <a:gd name="connsiteX3015" fmla="*/ 5194784 w 5876984"/>
              <a:gd name="connsiteY3015" fmla="*/ 1311900 h 4550534"/>
              <a:gd name="connsiteX3016" fmla="*/ 5186374 w 5876984"/>
              <a:gd name="connsiteY3016" fmla="*/ 1319857 h 4550534"/>
              <a:gd name="connsiteX3017" fmla="*/ 5199157 w 5876984"/>
              <a:gd name="connsiteY3017" fmla="*/ 1339363 h 4550534"/>
              <a:gd name="connsiteX3018" fmla="*/ 5194784 w 5876984"/>
              <a:gd name="connsiteY3018" fmla="*/ 1311900 h 4550534"/>
              <a:gd name="connsiteX3019" fmla="*/ 5876984 w 5876984"/>
              <a:gd name="connsiteY3019" fmla="*/ 1309442 h 4550534"/>
              <a:gd name="connsiteX3020" fmla="*/ 5876984 w 5876984"/>
              <a:gd name="connsiteY3020" fmla="*/ 1309443 h 4550534"/>
              <a:gd name="connsiteX3021" fmla="*/ 5862368 w 5876984"/>
              <a:gd name="connsiteY3021" fmla="*/ 1322007 h 4550534"/>
              <a:gd name="connsiteX3022" fmla="*/ 5844690 w 5876984"/>
              <a:gd name="connsiteY3022" fmla="*/ 1330686 h 4550534"/>
              <a:gd name="connsiteX3023" fmla="*/ 5855866 w 5876984"/>
              <a:gd name="connsiteY3023" fmla="*/ 1317052 h 4550534"/>
              <a:gd name="connsiteX3024" fmla="*/ 4433922 w 5876984"/>
              <a:gd name="connsiteY3024" fmla="*/ 1308730 h 4550534"/>
              <a:gd name="connsiteX3025" fmla="*/ 4459758 w 5876984"/>
              <a:gd name="connsiteY3025" fmla="*/ 1317008 h 4550534"/>
              <a:gd name="connsiteX3026" fmla="*/ 4450921 w 5876984"/>
              <a:gd name="connsiteY3026" fmla="*/ 1325027 h 4550534"/>
              <a:gd name="connsiteX3027" fmla="*/ 4442421 w 5876984"/>
              <a:gd name="connsiteY3027" fmla="*/ 1315197 h 4550534"/>
              <a:gd name="connsiteX3028" fmla="*/ 4429504 w 5876984"/>
              <a:gd name="connsiteY3028" fmla="*/ 1318560 h 4550534"/>
              <a:gd name="connsiteX3029" fmla="*/ 4433922 w 5876984"/>
              <a:gd name="connsiteY3029" fmla="*/ 1308730 h 4550534"/>
              <a:gd name="connsiteX3030" fmla="*/ 4221388 w 5876984"/>
              <a:gd name="connsiteY3030" fmla="*/ 1308247 h 4550534"/>
              <a:gd name="connsiteX3031" fmla="*/ 4176424 w 5876984"/>
              <a:gd name="connsiteY3031" fmla="*/ 1337479 h 4550534"/>
              <a:gd name="connsiteX3032" fmla="*/ 4172030 w 5876984"/>
              <a:gd name="connsiteY3032" fmla="*/ 1327736 h 4550534"/>
              <a:gd name="connsiteX3033" fmla="*/ 4159520 w 5876984"/>
              <a:gd name="connsiteY3033" fmla="*/ 1330813 h 4550534"/>
              <a:gd name="connsiteX3034" fmla="*/ 4221388 w 5876984"/>
              <a:gd name="connsiteY3034" fmla="*/ 1308247 h 4550534"/>
              <a:gd name="connsiteX3035" fmla="*/ 5036736 w 5876984"/>
              <a:gd name="connsiteY3035" fmla="*/ 1305510 h 4550534"/>
              <a:gd name="connsiteX3036" fmla="*/ 5032139 w 5876984"/>
              <a:gd name="connsiteY3036" fmla="*/ 1306417 h 4550534"/>
              <a:gd name="connsiteX3037" fmla="*/ 5029873 w 5876984"/>
              <a:gd name="connsiteY3037" fmla="*/ 1306355 h 4550534"/>
              <a:gd name="connsiteX3038" fmla="*/ 5031560 w 5876984"/>
              <a:gd name="connsiteY3038" fmla="*/ 1316834 h 4550534"/>
              <a:gd name="connsiteX3039" fmla="*/ 5034404 w 5876984"/>
              <a:gd name="connsiteY3039" fmla="*/ 1310777 h 4550534"/>
              <a:gd name="connsiteX3040" fmla="*/ 5754998 w 5876984"/>
              <a:gd name="connsiteY3040" fmla="*/ 1304915 h 4550534"/>
              <a:gd name="connsiteX3041" fmla="*/ 5742419 w 5876984"/>
              <a:gd name="connsiteY3041" fmla="*/ 1314658 h 4550534"/>
              <a:gd name="connsiteX3042" fmla="*/ 5761288 w 5876984"/>
              <a:gd name="connsiteY3042" fmla="*/ 1319530 h 4550534"/>
              <a:gd name="connsiteX3043" fmla="*/ 5754998 w 5876984"/>
              <a:gd name="connsiteY3043" fmla="*/ 1304915 h 4550534"/>
              <a:gd name="connsiteX3044" fmla="*/ 5366820 w 5876984"/>
              <a:gd name="connsiteY3044" fmla="*/ 1302885 h 4550534"/>
              <a:gd name="connsiteX3045" fmla="*/ 5357939 w 5876984"/>
              <a:gd name="connsiteY3045" fmla="*/ 1308675 h 4550534"/>
              <a:gd name="connsiteX3046" fmla="*/ 5324634 w 5876984"/>
              <a:gd name="connsiteY3046" fmla="*/ 1345780 h 4550534"/>
              <a:gd name="connsiteX3047" fmla="*/ 5322280 w 5876984"/>
              <a:gd name="connsiteY3047" fmla="*/ 1360410 h 4550534"/>
              <a:gd name="connsiteX3048" fmla="*/ 5305460 w 5876984"/>
              <a:gd name="connsiteY3048" fmla="*/ 1367083 h 4550534"/>
              <a:gd name="connsiteX3049" fmla="*/ 5283804 w 5876984"/>
              <a:gd name="connsiteY3049" fmla="*/ 1402889 h 4550534"/>
              <a:gd name="connsiteX3050" fmla="*/ 5266780 w 5876984"/>
              <a:gd name="connsiteY3050" fmla="*/ 1416878 h 4550534"/>
              <a:gd name="connsiteX3051" fmla="*/ 5304658 w 5876984"/>
              <a:gd name="connsiteY3051" fmla="*/ 1405180 h 4550534"/>
              <a:gd name="connsiteX3052" fmla="*/ 5380314 w 5876984"/>
              <a:gd name="connsiteY3052" fmla="*/ 1377129 h 4550534"/>
              <a:gd name="connsiteX3053" fmla="*/ 5379805 w 5876984"/>
              <a:gd name="connsiteY3053" fmla="*/ 1373500 h 4550534"/>
              <a:gd name="connsiteX3054" fmla="*/ 5385277 w 5876984"/>
              <a:gd name="connsiteY3054" fmla="*/ 1375289 h 4550534"/>
              <a:gd name="connsiteX3055" fmla="*/ 5390056 w 5876984"/>
              <a:gd name="connsiteY3055" fmla="*/ 1373517 h 4550534"/>
              <a:gd name="connsiteX3056" fmla="*/ 5393092 w 5876984"/>
              <a:gd name="connsiteY3056" fmla="*/ 1370613 h 4550534"/>
              <a:gd name="connsiteX3057" fmla="*/ 5399484 w 5876984"/>
              <a:gd name="connsiteY3057" fmla="*/ 1363394 h 4550534"/>
              <a:gd name="connsiteX3058" fmla="*/ 5400426 w 5876984"/>
              <a:gd name="connsiteY3058" fmla="*/ 1363111 h 4550534"/>
              <a:gd name="connsiteX3059" fmla="*/ 5402424 w 5876984"/>
              <a:gd name="connsiteY3059" fmla="*/ 1354738 h 4550534"/>
              <a:gd name="connsiteX3060" fmla="*/ 5394336 w 5876984"/>
              <a:gd name="connsiteY3060" fmla="*/ 1318467 h 4550534"/>
              <a:gd name="connsiteX3061" fmla="*/ 5389816 w 5876984"/>
              <a:gd name="connsiteY3061" fmla="*/ 1315769 h 4550534"/>
              <a:gd name="connsiteX3062" fmla="*/ 5389183 w 5876984"/>
              <a:gd name="connsiteY3062" fmla="*/ 1318692 h 4550534"/>
              <a:gd name="connsiteX3063" fmla="*/ 5394904 w 5876984"/>
              <a:gd name="connsiteY3063" fmla="*/ 1325028 h 4550534"/>
              <a:gd name="connsiteX3064" fmla="*/ 5384025 w 5876984"/>
              <a:gd name="connsiteY3064" fmla="*/ 1339741 h 4550534"/>
              <a:gd name="connsiteX3065" fmla="*/ 5384025 w 5876984"/>
              <a:gd name="connsiteY3065" fmla="*/ 1321930 h 4550534"/>
              <a:gd name="connsiteX3066" fmla="*/ 5367028 w 5876984"/>
              <a:gd name="connsiteY3066" fmla="*/ 1320124 h 4550534"/>
              <a:gd name="connsiteX3067" fmla="*/ 5380270 w 5876984"/>
              <a:gd name="connsiteY3067" fmla="*/ 1310069 h 4550534"/>
              <a:gd name="connsiteX3068" fmla="*/ 5371170 w 5876984"/>
              <a:gd name="connsiteY3068" fmla="*/ 1304636 h 4550534"/>
              <a:gd name="connsiteX3069" fmla="*/ 5456168 w 5876984"/>
              <a:gd name="connsiteY3069" fmla="*/ 1302146 h 4550534"/>
              <a:gd name="connsiteX3070" fmla="*/ 5443506 w 5876984"/>
              <a:gd name="connsiteY3070" fmla="*/ 1318402 h 4550534"/>
              <a:gd name="connsiteX3071" fmla="*/ 5450354 w 5876984"/>
              <a:gd name="connsiteY3071" fmla="*/ 1323914 h 4550534"/>
              <a:gd name="connsiteX3072" fmla="*/ 5462306 w 5876984"/>
              <a:gd name="connsiteY3072" fmla="*/ 1313055 h 4550534"/>
              <a:gd name="connsiteX3073" fmla="*/ 5456168 w 5876984"/>
              <a:gd name="connsiteY3073" fmla="*/ 1302146 h 4550534"/>
              <a:gd name="connsiteX3074" fmla="*/ 5135242 w 5876984"/>
              <a:gd name="connsiteY3074" fmla="*/ 1297270 h 4550534"/>
              <a:gd name="connsiteX3075" fmla="*/ 5118422 w 5876984"/>
              <a:gd name="connsiteY3075" fmla="*/ 1316777 h 4550534"/>
              <a:gd name="connsiteX3076" fmla="*/ 5135242 w 5876984"/>
              <a:gd name="connsiteY3076" fmla="*/ 1297270 h 4550534"/>
              <a:gd name="connsiteX3077" fmla="*/ 5205548 w 5876984"/>
              <a:gd name="connsiteY3077" fmla="*/ 1292393 h 4550534"/>
              <a:gd name="connsiteX3078" fmla="*/ 5226742 w 5876984"/>
              <a:gd name="connsiteY3078" fmla="*/ 1328070 h 4550534"/>
              <a:gd name="connsiteX3079" fmla="*/ 5209586 w 5876984"/>
              <a:gd name="connsiteY3079" fmla="*/ 1353993 h 4550534"/>
              <a:gd name="connsiteX3080" fmla="*/ 5230778 w 5876984"/>
              <a:gd name="connsiteY3080" fmla="*/ 1344240 h 4550534"/>
              <a:gd name="connsiteX3081" fmla="*/ 5252308 w 5876984"/>
              <a:gd name="connsiteY3081" fmla="*/ 1323193 h 4550534"/>
              <a:gd name="connsiteX3082" fmla="*/ 5247935 w 5876984"/>
              <a:gd name="connsiteY3082" fmla="*/ 1308563 h 4550534"/>
              <a:gd name="connsiteX3083" fmla="*/ 5205548 w 5876984"/>
              <a:gd name="connsiteY3083" fmla="*/ 1292393 h 4550534"/>
              <a:gd name="connsiteX3084" fmla="*/ 4482706 w 5876984"/>
              <a:gd name="connsiteY3084" fmla="*/ 1285675 h 4550534"/>
              <a:gd name="connsiteX3085" fmla="*/ 4461784 w 5876984"/>
              <a:gd name="connsiteY3085" fmla="*/ 1307807 h 4550534"/>
              <a:gd name="connsiteX3086" fmla="*/ 4474404 w 5876984"/>
              <a:gd name="connsiteY3086" fmla="*/ 1307807 h 4550534"/>
              <a:gd name="connsiteX3087" fmla="*/ 4455474 w 5876984"/>
              <a:gd name="connsiteY3087" fmla="*/ 1311076 h 4550534"/>
              <a:gd name="connsiteX3088" fmla="*/ 4455474 w 5876984"/>
              <a:gd name="connsiteY3088" fmla="*/ 1288693 h 4550534"/>
              <a:gd name="connsiteX3089" fmla="*/ 4468094 w 5876984"/>
              <a:gd name="connsiteY3089" fmla="*/ 1296741 h 4550534"/>
              <a:gd name="connsiteX3090" fmla="*/ 4482706 w 5876984"/>
              <a:gd name="connsiteY3090" fmla="*/ 1285675 h 4550534"/>
              <a:gd name="connsiteX3091" fmla="*/ 4204146 w 5876984"/>
              <a:gd name="connsiteY3091" fmla="*/ 1285675 h 4550534"/>
              <a:gd name="connsiteX3092" fmla="*/ 4221484 w 5876984"/>
              <a:gd name="connsiteY3092" fmla="*/ 1293694 h 4550534"/>
              <a:gd name="connsiteX3093" fmla="*/ 4200068 w 5876984"/>
              <a:gd name="connsiteY3093" fmla="*/ 1301972 h 4550534"/>
              <a:gd name="connsiteX3094" fmla="*/ 4204146 w 5876984"/>
              <a:gd name="connsiteY3094" fmla="*/ 1285675 h 4550534"/>
              <a:gd name="connsiteX3095" fmla="*/ 4867466 w 5876984"/>
              <a:gd name="connsiteY3095" fmla="*/ 1282639 h 4550534"/>
              <a:gd name="connsiteX3096" fmla="*/ 4859056 w 5876984"/>
              <a:gd name="connsiteY3096" fmla="*/ 1285977 h 4550534"/>
              <a:gd name="connsiteX3097" fmla="*/ 4850310 w 5876984"/>
              <a:gd name="connsiteY3097" fmla="*/ 1298810 h 4550534"/>
              <a:gd name="connsiteX3098" fmla="*/ 4856702 w 5876984"/>
              <a:gd name="connsiteY3098" fmla="*/ 1308563 h 4550534"/>
              <a:gd name="connsiteX3099" fmla="*/ 4867466 w 5876984"/>
              <a:gd name="connsiteY3099" fmla="*/ 1282639 h 4550534"/>
              <a:gd name="connsiteX3100" fmla="*/ 5314797 w 5876984"/>
              <a:gd name="connsiteY3100" fmla="*/ 1278942 h 4550534"/>
              <a:gd name="connsiteX3101" fmla="*/ 5313870 w 5876984"/>
              <a:gd name="connsiteY3101" fmla="*/ 1279303 h 4550534"/>
              <a:gd name="connsiteX3102" fmla="*/ 5318427 w 5876984"/>
              <a:gd name="connsiteY3102" fmla="*/ 1282997 h 4550534"/>
              <a:gd name="connsiteX3103" fmla="*/ 5321014 w 5876984"/>
              <a:gd name="connsiteY3103" fmla="*/ 1282939 h 4550534"/>
              <a:gd name="connsiteX3104" fmla="*/ 4255656 w 5876984"/>
              <a:gd name="connsiteY3104" fmla="*/ 1274467 h 4550534"/>
              <a:gd name="connsiteX3105" fmla="*/ 4240918 w 5876984"/>
              <a:gd name="connsiteY3105" fmla="*/ 1290822 h 4550534"/>
              <a:gd name="connsiteX3106" fmla="*/ 4255656 w 5876984"/>
              <a:gd name="connsiteY3106" fmla="*/ 1274467 h 4550534"/>
              <a:gd name="connsiteX3107" fmla="*/ 4927008 w 5876984"/>
              <a:gd name="connsiteY3107" fmla="*/ 1269550 h 4550534"/>
              <a:gd name="connsiteX3108" fmla="*/ 4909852 w 5876984"/>
              <a:gd name="connsiteY3108" fmla="*/ 1285977 h 4550534"/>
              <a:gd name="connsiteX3109" fmla="*/ 4927008 w 5876984"/>
              <a:gd name="connsiteY3109" fmla="*/ 1269550 h 4550534"/>
              <a:gd name="connsiteX3110" fmla="*/ 1020252 w 5876984"/>
              <a:gd name="connsiteY3110" fmla="*/ 1269170 h 4550534"/>
              <a:gd name="connsiteX3111" fmla="*/ 1013859 w 5876984"/>
              <a:gd name="connsiteY3111" fmla="*/ 1271580 h 4550534"/>
              <a:gd name="connsiteX3112" fmla="*/ 1018232 w 5876984"/>
              <a:gd name="connsiteY3112" fmla="*/ 1281331 h 4550534"/>
              <a:gd name="connsiteX3113" fmla="*/ 1003093 w 5876984"/>
              <a:gd name="connsiteY3113" fmla="*/ 1277995 h 4550534"/>
              <a:gd name="connsiteX3114" fmla="*/ 949936 w 5876984"/>
              <a:gd name="connsiteY3114" fmla="*/ 1313665 h 4550534"/>
              <a:gd name="connsiteX3115" fmla="*/ 960703 w 5876984"/>
              <a:gd name="connsiteY3115" fmla="*/ 1326495 h 4550534"/>
              <a:gd name="connsiteX3116" fmla="*/ 1041447 w 5876984"/>
              <a:gd name="connsiteY3116" fmla="*/ 1269784 h 4550534"/>
              <a:gd name="connsiteX3117" fmla="*/ 1020252 w 5876984"/>
              <a:gd name="connsiteY3117" fmla="*/ 1269170 h 4550534"/>
              <a:gd name="connsiteX3118" fmla="*/ 5075698 w 5876984"/>
              <a:gd name="connsiteY3118" fmla="*/ 1268010 h 4550534"/>
              <a:gd name="connsiteX3119" fmla="*/ 5060896 w 5876984"/>
              <a:gd name="connsiteY3119" fmla="*/ 1290853 h 4550534"/>
              <a:gd name="connsiteX3120" fmla="*/ 5075698 w 5876984"/>
              <a:gd name="connsiteY3120" fmla="*/ 1287517 h 4550534"/>
              <a:gd name="connsiteX3121" fmla="*/ 5075698 w 5876984"/>
              <a:gd name="connsiteY3121" fmla="*/ 1268010 h 4550534"/>
              <a:gd name="connsiteX3122" fmla="*/ 4563359 w 5876984"/>
              <a:gd name="connsiteY3122" fmla="*/ 1256716 h 4550534"/>
              <a:gd name="connsiteX3123" fmla="*/ 4563359 w 5876984"/>
              <a:gd name="connsiteY3123" fmla="*/ 1269550 h 4550534"/>
              <a:gd name="connsiteX3124" fmla="*/ 4563359 w 5876984"/>
              <a:gd name="connsiteY3124" fmla="*/ 1256716 h 4550534"/>
              <a:gd name="connsiteX3125" fmla="*/ 5662517 w 5876984"/>
              <a:gd name="connsiteY3125" fmla="*/ 1252854 h 4550534"/>
              <a:gd name="connsiteX3126" fmla="*/ 5672998 w 5876984"/>
              <a:gd name="connsiteY3126" fmla="*/ 1252854 h 4550534"/>
              <a:gd name="connsiteX3127" fmla="*/ 5676928 w 5876984"/>
              <a:gd name="connsiteY3127" fmla="*/ 1264275 h 4550534"/>
              <a:gd name="connsiteX3128" fmla="*/ 5664810 w 5876984"/>
              <a:gd name="connsiteY3128" fmla="*/ 1280889 h 4550534"/>
              <a:gd name="connsiteX3129" fmla="*/ 5662517 w 5876984"/>
              <a:gd name="connsiteY3129" fmla="*/ 1252854 h 4550534"/>
              <a:gd name="connsiteX3130" fmla="*/ 4320883 w 5876984"/>
              <a:gd name="connsiteY3130" fmla="*/ 1252854 h 4550534"/>
              <a:gd name="connsiteX3131" fmla="*/ 4310334 w 5876984"/>
              <a:gd name="connsiteY3131" fmla="*/ 1270707 h 4550534"/>
              <a:gd name="connsiteX3132" fmla="*/ 4320883 w 5876984"/>
              <a:gd name="connsiteY3132" fmla="*/ 1252854 h 4550534"/>
              <a:gd name="connsiteX3133" fmla="*/ 5620484 w 5876984"/>
              <a:gd name="connsiteY3133" fmla="*/ 1248327 h 4550534"/>
              <a:gd name="connsiteX3134" fmla="*/ 5622570 w 5876984"/>
              <a:gd name="connsiteY3134" fmla="*/ 1267317 h 4550534"/>
              <a:gd name="connsiteX3135" fmla="*/ 5620484 w 5876984"/>
              <a:gd name="connsiteY3135" fmla="*/ 1248327 h 4550534"/>
              <a:gd name="connsiteX3136" fmla="*/ 5201176 w 5876984"/>
              <a:gd name="connsiteY3136" fmla="*/ 1246963 h 4550534"/>
              <a:gd name="connsiteX3137" fmla="*/ 5194784 w 5876984"/>
              <a:gd name="connsiteY3137" fmla="*/ 1269550 h 4550534"/>
              <a:gd name="connsiteX3138" fmla="*/ 5201176 w 5876984"/>
              <a:gd name="connsiteY3138" fmla="*/ 1246963 h 4550534"/>
              <a:gd name="connsiteX3139" fmla="*/ 4508948 w 5876984"/>
              <a:gd name="connsiteY3139" fmla="*/ 1244932 h 4550534"/>
              <a:gd name="connsiteX3140" fmla="*/ 4513235 w 5876984"/>
              <a:gd name="connsiteY3140" fmla="*/ 1259418 h 4550534"/>
              <a:gd name="connsiteX3141" fmla="*/ 4488180 w 5876984"/>
              <a:gd name="connsiteY3141" fmla="*/ 1257866 h 4550534"/>
              <a:gd name="connsiteX3142" fmla="*/ 4508948 w 5876984"/>
              <a:gd name="connsiteY3142" fmla="*/ 1244932 h 4550534"/>
              <a:gd name="connsiteX3143" fmla="*/ 5773251 w 5876984"/>
              <a:gd name="connsiteY3143" fmla="*/ 1243077 h 4550534"/>
              <a:gd name="connsiteX3144" fmla="*/ 5802451 w 5876984"/>
              <a:gd name="connsiteY3144" fmla="*/ 1243077 h 4550534"/>
              <a:gd name="connsiteX3145" fmla="*/ 5804774 w 5876984"/>
              <a:gd name="connsiteY3145" fmla="*/ 1259256 h 4550534"/>
              <a:gd name="connsiteX3146" fmla="*/ 5781547 w 5876984"/>
              <a:gd name="connsiteY3146" fmla="*/ 1246415 h 4550534"/>
              <a:gd name="connsiteX3147" fmla="*/ 5790174 w 5876984"/>
              <a:gd name="connsiteY3147" fmla="*/ 1301632 h 4550534"/>
              <a:gd name="connsiteX3148" fmla="*/ 5785860 w 5876984"/>
              <a:gd name="connsiteY3148" fmla="*/ 1308054 h 4550534"/>
              <a:gd name="connsiteX3149" fmla="*/ 5766946 w 5876984"/>
              <a:gd name="connsiteY3149" fmla="*/ 1304714 h 4550534"/>
              <a:gd name="connsiteX3150" fmla="*/ 5773251 w 5876984"/>
              <a:gd name="connsiteY3150" fmla="*/ 1243077 h 4550534"/>
              <a:gd name="connsiteX3151" fmla="*/ 1164918 w 5876984"/>
              <a:gd name="connsiteY3151" fmla="*/ 1240786 h 4550534"/>
              <a:gd name="connsiteX3152" fmla="*/ 1128583 w 5876984"/>
              <a:gd name="connsiteY3152" fmla="*/ 1252077 h 4550534"/>
              <a:gd name="connsiteX3153" fmla="*/ 1164918 w 5876984"/>
              <a:gd name="connsiteY3153" fmla="*/ 1240786 h 4550534"/>
              <a:gd name="connsiteX3154" fmla="*/ 5738543 w 5876984"/>
              <a:gd name="connsiteY3154" fmla="*/ 1240405 h 4550534"/>
              <a:gd name="connsiteX3155" fmla="*/ 5753048 w 5876984"/>
              <a:gd name="connsiteY3155" fmla="*/ 1281187 h 4550534"/>
              <a:gd name="connsiteX3156" fmla="*/ 5751069 w 5876984"/>
              <a:gd name="connsiteY3156" fmla="*/ 1298998 h 4550534"/>
              <a:gd name="connsiteX3157" fmla="*/ 5726016 w 5876984"/>
              <a:gd name="connsiteY3157" fmla="*/ 1256666 h 4550534"/>
              <a:gd name="connsiteX3158" fmla="*/ 5738543 w 5876984"/>
              <a:gd name="connsiteY3158" fmla="*/ 1240405 h 4550534"/>
              <a:gd name="connsiteX3159" fmla="*/ 5507146 w 5876984"/>
              <a:gd name="connsiteY3159" fmla="*/ 1236554 h 4550534"/>
              <a:gd name="connsiteX3160" fmla="*/ 5506657 w 5876984"/>
              <a:gd name="connsiteY3160" fmla="*/ 1242183 h 4550534"/>
              <a:gd name="connsiteX3161" fmla="*/ 5513692 w 5876984"/>
              <a:gd name="connsiteY3161" fmla="*/ 1240546 h 4550534"/>
              <a:gd name="connsiteX3162" fmla="*/ 5508630 w 5876984"/>
              <a:gd name="connsiteY3162" fmla="*/ 1239251 h 4550534"/>
              <a:gd name="connsiteX3163" fmla="*/ 1077445 w 5876984"/>
              <a:gd name="connsiteY3163" fmla="*/ 1235911 h 4550534"/>
              <a:gd name="connsiteX3164" fmla="*/ 1037409 w 5876984"/>
              <a:gd name="connsiteY3164" fmla="*/ 1268244 h 4550534"/>
              <a:gd name="connsiteX3165" fmla="*/ 1083837 w 5876984"/>
              <a:gd name="connsiteY3165" fmla="*/ 1242326 h 4550534"/>
              <a:gd name="connsiteX3166" fmla="*/ 1077445 w 5876984"/>
              <a:gd name="connsiteY3166" fmla="*/ 1235911 h 4550534"/>
              <a:gd name="connsiteX3167" fmla="*/ 5359470 w 5876984"/>
              <a:gd name="connsiteY3167" fmla="*/ 1235878 h 4550534"/>
              <a:gd name="connsiteX3168" fmla="*/ 5363643 w 5876984"/>
              <a:gd name="connsiteY3168" fmla="*/ 1247277 h 4550534"/>
              <a:gd name="connsiteX3169" fmla="*/ 5346260 w 5876984"/>
              <a:gd name="connsiteY3169" fmla="*/ 1248831 h 4550534"/>
              <a:gd name="connsiteX3170" fmla="*/ 5359470 w 5876984"/>
              <a:gd name="connsiteY3170" fmla="*/ 1235878 h 4550534"/>
              <a:gd name="connsiteX3171" fmla="*/ 4285132 w 5876984"/>
              <a:gd name="connsiteY3171" fmla="*/ 1235878 h 4550534"/>
              <a:gd name="connsiteX3172" fmla="*/ 4253646 w 5876984"/>
              <a:gd name="connsiteY3172" fmla="*/ 1268077 h 4550534"/>
              <a:gd name="connsiteX3173" fmla="*/ 4310590 w 5876984"/>
              <a:gd name="connsiteY3173" fmla="*/ 1235878 h 4550534"/>
              <a:gd name="connsiteX3174" fmla="*/ 4308580 w 5876984"/>
              <a:gd name="connsiteY3174" fmla="*/ 1243800 h 4550534"/>
              <a:gd name="connsiteX3175" fmla="*/ 4312935 w 5876984"/>
              <a:gd name="connsiteY3175" fmla="*/ 1255045 h 4550534"/>
              <a:gd name="connsiteX3176" fmla="*/ 4230198 w 5876984"/>
              <a:gd name="connsiteY3176" fmla="*/ 1306922 h 4550534"/>
              <a:gd name="connsiteX3177" fmla="*/ 4221824 w 5876984"/>
              <a:gd name="connsiteY3177" fmla="*/ 1289034 h 4550534"/>
              <a:gd name="connsiteX3178" fmla="*/ 4285132 w 5876984"/>
              <a:gd name="connsiteY3178" fmla="*/ 1235878 h 4550534"/>
              <a:gd name="connsiteX3179" fmla="*/ 4517364 w 5876984"/>
              <a:gd name="connsiteY3179" fmla="*/ 1230617 h 4550534"/>
              <a:gd name="connsiteX3180" fmla="*/ 4523044 w 5876984"/>
              <a:gd name="connsiteY3180" fmla="*/ 1231669 h 4550534"/>
              <a:gd name="connsiteX3181" fmla="*/ 4525078 w 5876984"/>
              <a:gd name="connsiteY3181" fmla="*/ 1236515 h 4550534"/>
              <a:gd name="connsiteX3182" fmla="*/ 4516600 w 5876984"/>
              <a:gd name="connsiteY3182" fmla="*/ 1244677 h 4550534"/>
              <a:gd name="connsiteX3183" fmla="*/ 4510158 w 5876984"/>
              <a:gd name="connsiteY3183" fmla="*/ 1233199 h 4550534"/>
              <a:gd name="connsiteX3184" fmla="*/ 4517364 w 5876984"/>
              <a:gd name="connsiteY3184" fmla="*/ 1230617 h 4550534"/>
              <a:gd name="connsiteX3185" fmla="*/ 5711437 w 5876984"/>
              <a:gd name="connsiteY3185" fmla="*/ 1230219 h 4550534"/>
              <a:gd name="connsiteX3186" fmla="*/ 5711437 w 5876984"/>
              <a:gd name="connsiteY3186" fmla="*/ 1255994 h 4550534"/>
              <a:gd name="connsiteX3187" fmla="*/ 5711437 w 5876984"/>
              <a:gd name="connsiteY3187" fmla="*/ 1230219 h 4550534"/>
              <a:gd name="connsiteX3188" fmla="*/ 4408278 w 5876984"/>
              <a:gd name="connsiteY3188" fmla="*/ 1225916 h 4550534"/>
              <a:gd name="connsiteX3189" fmla="*/ 4403906 w 5876984"/>
              <a:gd name="connsiteY3189" fmla="*/ 1238749 h 4550534"/>
              <a:gd name="connsiteX3190" fmla="*/ 4408278 w 5876984"/>
              <a:gd name="connsiteY3190" fmla="*/ 1225916 h 4550534"/>
              <a:gd name="connsiteX3191" fmla="*/ 4897176 w 5876984"/>
              <a:gd name="connsiteY3191" fmla="*/ 1222297 h 4550534"/>
              <a:gd name="connsiteX3192" fmla="*/ 4899609 w 5876984"/>
              <a:gd name="connsiteY3192" fmla="*/ 1243540 h 4550534"/>
              <a:gd name="connsiteX3193" fmla="*/ 4897176 w 5876984"/>
              <a:gd name="connsiteY3193" fmla="*/ 1222297 h 4550534"/>
              <a:gd name="connsiteX3194" fmla="*/ 5507497 w 5876984"/>
              <a:gd name="connsiteY3194" fmla="*/ 1221722 h 4550534"/>
              <a:gd name="connsiteX3195" fmla="*/ 5508209 w 5876984"/>
              <a:gd name="connsiteY3195" fmla="*/ 1224306 h 4550534"/>
              <a:gd name="connsiteX3196" fmla="*/ 5507406 w 5876984"/>
              <a:gd name="connsiteY3196" fmla="*/ 1233557 h 4550534"/>
              <a:gd name="connsiteX3197" fmla="*/ 5507967 w 5876984"/>
              <a:gd name="connsiteY3197" fmla="*/ 1232425 h 4550534"/>
              <a:gd name="connsiteX3198" fmla="*/ 5513692 w 5876984"/>
              <a:gd name="connsiteY3198" fmla="*/ 1233873 h 4550534"/>
              <a:gd name="connsiteX3199" fmla="*/ 5511463 w 5876984"/>
              <a:gd name="connsiteY3199" fmla="*/ 1225210 h 4550534"/>
              <a:gd name="connsiteX3200" fmla="*/ 5224387 w 5876984"/>
              <a:gd name="connsiteY3200" fmla="*/ 1217703 h 4550534"/>
              <a:gd name="connsiteX3201" fmla="*/ 5211940 w 5876984"/>
              <a:gd name="connsiteY3201" fmla="*/ 1230793 h 4550534"/>
              <a:gd name="connsiteX3202" fmla="*/ 5230778 w 5876984"/>
              <a:gd name="connsiteY3202" fmla="*/ 1227456 h 4550534"/>
              <a:gd name="connsiteX3203" fmla="*/ 5224387 w 5876984"/>
              <a:gd name="connsiteY3203" fmla="*/ 1217703 h 4550534"/>
              <a:gd name="connsiteX3204" fmla="*/ 4584552 w 5876984"/>
              <a:gd name="connsiteY3204" fmla="*/ 1216163 h 4550534"/>
              <a:gd name="connsiteX3205" fmla="*/ 4574124 w 5876984"/>
              <a:gd name="connsiteY3205" fmla="*/ 1228996 h 4550534"/>
              <a:gd name="connsiteX3206" fmla="*/ 4584552 w 5876984"/>
              <a:gd name="connsiteY3206" fmla="*/ 1216163 h 4550534"/>
              <a:gd name="connsiteX3207" fmla="*/ 5403142 w 5876984"/>
              <a:gd name="connsiteY3207" fmla="*/ 1212056 h 4550534"/>
              <a:gd name="connsiteX3208" fmla="*/ 5392588 w 5876984"/>
              <a:gd name="connsiteY3208" fmla="*/ 1217703 h 4550534"/>
              <a:gd name="connsiteX3209" fmla="*/ 5407390 w 5876984"/>
              <a:gd name="connsiteY3209" fmla="*/ 1221039 h 4550534"/>
              <a:gd name="connsiteX3210" fmla="*/ 5403142 w 5876984"/>
              <a:gd name="connsiteY3210" fmla="*/ 1212056 h 4550534"/>
              <a:gd name="connsiteX3211" fmla="*/ 1069034 w 5876984"/>
              <a:gd name="connsiteY3211" fmla="*/ 1211532 h 4550534"/>
              <a:gd name="connsiteX3212" fmla="*/ 1052212 w 5876984"/>
              <a:gd name="connsiteY3212" fmla="*/ 1229239 h 4550534"/>
              <a:gd name="connsiteX3213" fmla="*/ 1073407 w 5876984"/>
              <a:gd name="connsiteY3213" fmla="*/ 1221284 h 4550534"/>
              <a:gd name="connsiteX3214" fmla="*/ 1069034 w 5876984"/>
              <a:gd name="connsiteY3214" fmla="*/ 1211532 h 4550534"/>
              <a:gd name="connsiteX3215" fmla="*/ 4212066 w 5876984"/>
              <a:gd name="connsiteY3215" fmla="*/ 1207584 h 4550534"/>
              <a:gd name="connsiteX3216" fmla="*/ 4195086 w 5876984"/>
              <a:gd name="connsiteY3216" fmla="*/ 1224299 h 4550534"/>
              <a:gd name="connsiteX3217" fmla="*/ 4212066 w 5876984"/>
              <a:gd name="connsiteY3217" fmla="*/ 1207584 h 4550534"/>
              <a:gd name="connsiteX3218" fmla="*/ 5707352 w 5876984"/>
              <a:gd name="connsiteY3218" fmla="*/ 1206452 h 4550534"/>
              <a:gd name="connsiteX3219" fmla="*/ 5705358 w 5876984"/>
              <a:gd name="connsiteY3219" fmla="*/ 1231091 h 4550534"/>
              <a:gd name="connsiteX3220" fmla="*/ 5707352 w 5876984"/>
              <a:gd name="connsiteY3220" fmla="*/ 1206452 h 4550534"/>
              <a:gd name="connsiteX3221" fmla="*/ 5357134 w 5876984"/>
              <a:gd name="connsiteY3221" fmla="*/ 1205423 h 4550534"/>
              <a:gd name="connsiteX3222" fmla="*/ 5343474 w 5876984"/>
              <a:gd name="connsiteY3222" fmla="*/ 1212826 h 4550534"/>
              <a:gd name="connsiteX3223" fmla="*/ 5358612 w 5876984"/>
              <a:gd name="connsiteY3223" fmla="*/ 1212826 h 4550534"/>
              <a:gd name="connsiteX3224" fmla="*/ 5335063 w 5876984"/>
              <a:gd name="connsiteY3224" fmla="*/ 1230793 h 4550534"/>
              <a:gd name="connsiteX3225" fmla="*/ 5328714 w 5876984"/>
              <a:gd name="connsiteY3225" fmla="*/ 1243177 h 4550534"/>
              <a:gd name="connsiteX3226" fmla="*/ 5326900 w 5876984"/>
              <a:gd name="connsiteY3226" fmla="*/ 1246676 h 4550534"/>
              <a:gd name="connsiteX3227" fmla="*/ 5328412 w 5876984"/>
              <a:gd name="connsiteY3227" fmla="*/ 1248660 h 4550534"/>
              <a:gd name="connsiteX3228" fmla="*/ 5342766 w 5876984"/>
              <a:gd name="connsiteY3228" fmla="*/ 1255648 h 4550534"/>
              <a:gd name="connsiteX3229" fmla="*/ 5352220 w 5876984"/>
              <a:gd name="connsiteY3229" fmla="*/ 1251839 h 4550534"/>
              <a:gd name="connsiteX3230" fmla="*/ 5352058 w 5876984"/>
              <a:gd name="connsiteY3230" fmla="*/ 1255894 h 4550534"/>
              <a:gd name="connsiteX3231" fmla="*/ 5348890 w 5876984"/>
              <a:gd name="connsiteY3231" fmla="*/ 1258630 h 4550534"/>
              <a:gd name="connsiteX3232" fmla="*/ 5354698 w 5876984"/>
              <a:gd name="connsiteY3232" fmla="*/ 1261457 h 4550534"/>
              <a:gd name="connsiteX3233" fmla="*/ 5354996 w 5876984"/>
              <a:gd name="connsiteY3233" fmla="*/ 1261240 h 4550534"/>
              <a:gd name="connsiteX3234" fmla="*/ 5357120 w 5876984"/>
              <a:gd name="connsiteY3234" fmla="*/ 1260587 h 4550534"/>
              <a:gd name="connsiteX3235" fmla="*/ 5360146 w 5876984"/>
              <a:gd name="connsiteY3235" fmla="*/ 1264109 h 4550534"/>
              <a:gd name="connsiteX3236" fmla="*/ 5360784 w 5876984"/>
              <a:gd name="connsiteY3236" fmla="*/ 1264420 h 4550534"/>
              <a:gd name="connsiteX3237" fmla="*/ 5373414 w 5876984"/>
              <a:gd name="connsiteY3237" fmla="*/ 1243626 h 4550534"/>
              <a:gd name="connsiteX3238" fmla="*/ 5377450 w 5876984"/>
              <a:gd name="connsiteY3238" fmla="*/ 1251839 h 4550534"/>
              <a:gd name="connsiteX3239" fmla="*/ 5392588 w 5876984"/>
              <a:gd name="connsiteY3239" fmla="*/ 1238749 h 4550534"/>
              <a:gd name="connsiteX3240" fmla="*/ 5383842 w 5876984"/>
              <a:gd name="connsiteY3240" fmla="*/ 1225916 h 4550534"/>
              <a:gd name="connsiteX3241" fmla="*/ 5369040 w 5876984"/>
              <a:gd name="connsiteY3241" fmla="*/ 1230793 h 4550534"/>
              <a:gd name="connsiteX3242" fmla="*/ 5375432 w 5876984"/>
              <a:gd name="connsiteY3242" fmla="*/ 1219499 h 4550534"/>
              <a:gd name="connsiteX3243" fmla="*/ 5388215 w 5876984"/>
              <a:gd name="connsiteY3243" fmla="*/ 1219499 h 4550534"/>
              <a:gd name="connsiteX3244" fmla="*/ 5357134 w 5876984"/>
              <a:gd name="connsiteY3244" fmla="*/ 1205423 h 4550534"/>
              <a:gd name="connsiteX3245" fmla="*/ 4902998 w 5876984"/>
              <a:gd name="connsiteY3245" fmla="*/ 1203169 h 4550534"/>
              <a:gd name="connsiteX3246" fmla="*/ 4886641 w 5876984"/>
              <a:gd name="connsiteY3246" fmla="*/ 1204869 h 4550534"/>
              <a:gd name="connsiteX3247" fmla="*/ 4873858 w 5876984"/>
              <a:gd name="connsiteY3247" fmla="*/ 1211286 h 4550534"/>
              <a:gd name="connsiteX3248" fmla="*/ 4865448 w 5876984"/>
              <a:gd name="connsiteY3248" fmla="*/ 1246963 h 4550534"/>
              <a:gd name="connsiteX3249" fmla="*/ 4852664 w 5876984"/>
              <a:gd name="connsiteY3249" fmla="*/ 1250299 h 4550534"/>
              <a:gd name="connsiteX3250" fmla="*/ 4852664 w 5876984"/>
              <a:gd name="connsiteY3250" fmla="*/ 1261593 h 4550534"/>
              <a:gd name="connsiteX3251" fmla="*/ 4861074 w 5876984"/>
              <a:gd name="connsiteY3251" fmla="*/ 1279303 h 4550534"/>
              <a:gd name="connsiteX3252" fmla="*/ 4861074 w 5876984"/>
              <a:gd name="connsiteY3252" fmla="*/ 1253379 h 4550534"/>
              <a:gd name="connsiteX3253" fmla="*/ 4880250 w 5876984"/>
              <a:gd name="connsiteY3253" fmla="*/ 1238749 h 4550534"/>
              <a:gd name="connsiteX3254" fmla="*/ 4882268 w 5876984"/>
              <a:gd name="connsiteY3254" fmla="*/ 1243626 h 4550534"/>
              <a:gd name="connsiteX3255" fmla="*/ 4884286 w 5876984"/>
              <a:gd name="connsiteY3255" fmla="*/ 1272886 h 4550534"/>
              <a:gd name="connsiteX3256" fmla="*/ 4888660 w 5876984"/>
              <a:gd name="connsiteY3256" fmla="*/ 1251839 h 4550534"/>
              <a:gd name="connsiteX3257" fmla="*/ 4905816 w 5876984"/>
              <a:gd name="connsiteY3257" fmla="*/ 1246963 h 4550534"/>
              <a:gd name="connsiteX3258" fmla="*/ 4895051 w 5876984"/>
              <a:gd name="connsiteY3258" fmla="*/ 1209746 h 4550534"/>
              <a:gd name="connsiteX3259" fmla="*/ 4903461 w 5876984"/>
              <a:gd name="connsiteY3259" fmla="*/ 1211286 h 4550534"/>
              <a:gd name="connsiteX3260" fmla="*/ 4902998 w 5876984"/>
              <a:gd name="connsiteY3260" fmla="*/ 1203169 h 4550534"/>
              <a:gd name="connsiteX3261" fmla="*/ 4537666 w 5876984"/>
              <a:gd name="connsiteY3261" fmla="*/ 1201925 h 4550534"/>
              <a:gd name="connsiteX3262" fmla="*/ 4524895 w 5876984"/>
              <a:gd name="connsiteY3262" fmla="*/ 1228836 h 4550534"/>
              <a:gd name="connsiteX3263" fmla="*/ 4531280 w 5876984"/>
              <a:gd name="connsiteY3263" fmla="*/ 1203434 h 4550534"/>
              <a:gd name="connsiteX3264" fmla="*/ 4537666 w 5876984"/>
              <a:gd name="connsiteY3264" fmla="*/ 1201925 h 4550534"/>
              <a:gd name="connsiteX3265" fmla="*/ 5050234 w 5876984"/>
              <a:gd name="connsiteY3265" fmla="*/ 1199662 h 4550534"/>
              <a:gd name="connsiteX3266" fmla="*/ 5054520 w 5876984"/>
              <a:gd name="connsiteY3266" fmla="*/ 1216372 h 4550534"/>
              <a:gd name="connsiteX3267" fmla="*/ 5050234 w 5876984"/>
              <a:gd name="connsiteY3267" fmla="*/ 1199662 h 4550534"/>
              <a:gd name="connsiteX3268" fmla="*/ 4550882 w 5876984"/>
              <a:gd name="connsiteY3268" fmla="*/ 1184948 h 4550534"/>
              <a:gd name="connsiteX3269" fmla="*/ 4564145 w 5876984"/>
              <a:gd name="connsiteY3269" fmla="*/ 1188144 h 4550534"/>
              <a:gd name="connsiteX3270" fmla="*/ 4548788 w 5876984"/>
              <a:gd name="connsiteY3270" fmla="*/ 1195068 h 4550534"/>
              <a:gd name="connsiteX3271" fmla="*/ 4550882 w 5876984"/>
              <a:gd name="connsiteY3271" fmla="*/ 1184948 h 4550534"/>
              <a:gd name="connsiteX3272" fmla="*/ 4426187 w 5876984"/>
              <a:gd name="connsiteY3272" fmla="*/ 1179290 h 4550534"/>
              <a:gd name="connsiteX3273" fmla="*/ 4410830 w 5876984"/>
              <a:gd name="connsiteY3273" fmla="*/ 1201671 h 4550534"/>
              <a:gd name="connsiteX3274" fmla="*/ 4426187 w 5876984"/>
              <a:gd name="connsiteY3274" fmla="*/ 1179290 h 4550534"/>
              <a:gd name="connsiteX3275" fmla="*/ 5288304 w 5876984"/>
              <a:gd name="connsiteY3275" fmla="*/ 1178946 h 4550534"/>
              <a:gd name="connsiteX3276" fmla="*/ 5281912 w 5876984"/>
              <a:gd name="connsiteY3276" fmla="*/ 1211286 h 4550534"/>
              <a:gd name="connsiteX3277" fmla="*/ 5299068 w 5876984"/>
              <a:gd name="connsiteY3277" fmla="*/ 1180486 h 4550534"/>
              <a:gd name="connsiteX3278" fmla="*/ 5288304 w 5876984"/>
              <a:gd name="connsiteY3278" fmla="*/ 1178946 h 4550534"/>
              <a:gd name="connsiteX3279" fmla="*/ 5128850 w 5876984"/>
              <a:gd name="connsiteY3279" fmla="*/ 1175609 h 4550534"/>
              <a:gd name="connsiteX3280" fmla="*/ 5116066 w 5876984"/>
              <a:gd name="connsiteY3280" fmla="*/ 1199992 h 4550534"/>
              <a:gd name="connsiteX3281" fmla="*/ 5128850 w 5876984"/>
              <a:gd name="connsiteY3281" fmla="*/ 1175609 h 4550534"/>
              <a:gd name="connsiteX3282" fmla="*/ 5805494 w 5876984"/>
              <a:gd name="connsiteY3282" fmla="*/ 1173631 h 4550534"/>
              <a:gd name="connsiteX3283" fmla="*/ 5824549 w 5876984"/>
              <a:gd name="connsiteY3283" fmla="*/ 1176740 h 4550534"/>
              <a:gd name="connsiteX3284" fmla="*/ 5813852 w 5876984"/>
              <a:gd name="connsiteY3284" fmla="*/ 1194875 h 4550534"/>
              <a:gd name="connsiteX3285" fmla="*/ 5805494 w 5876984"/>
              <a:gd name="connsiteY3285" fmla="*/ 1173631 h 4550534"/>
              <a:gd name="connsiteX3286" fmla="*/ 4571634 w 5876984"/>
              <a:gd name="connsiteY3286" fmla="*/ 1170612 h 4550534"/>
              <a:gd name="connsiteX3287" fmla="*/ 4556676 w 5876984"/>
              <a:gd name="connsiteY3287" fmla="*/ 1178660 h 4550534"/>
              <a:gd name="connsiteX3288" fmla="*/ 4571634 w 5876984"/>
              <a:gd name="connsiteY3288" fmla="*/ 1170612 h 4550534"/>
              <a:gd name="connsiteX3289" fmla="*/ 5332120 w 5876984"/>
              <a:gd name="connsiteY3289" fmla="*/ 1158653 h 4550534"/>
              <a:gd name="connsiteX3290" fmla="*/ 5322280 w 5876984"/>
              <a:gd name="connsiteY3290" fmla="*/ 1169192 h 4550534"/>
              <a:gd name="connsiteX3291" fmla="*/ 5331026 w 5876984"/>
              <a:gd name="connsiteY3291" fmla="*/ 1180486 h 4550534"/>
              <a:gd name="connsiteX3292" fmla="*/ 5352220 w 5876984"/>
              <a:gd name="connsiteY3292" fmla="*/ 1172273 h 4550534"/>
              <a:gd name="connsiteX3293" fmla="*/ 5331026 w 5876984"/>
              <a:gd name="connsiteY3293" fmla="*/ 1174069 h 4550534"/>
              <a:gd name="connsiteX3294" fmla="*/ 5337082 w 5876984"/>
              <a:gd name="connsiteY3294" fmla="*/ 1159439 h 4550534"/>
              <a:gd name="connsiteX3295" fmla="*/ 5332120 w 5876984"/>
              <a:gd name="connsiteY3295" fmla="*/ 1158653 h 4550534"/>
              <a:gd name="connsiteX3296" fmla="*/ 5106604 w 5876984"/>
              <a:gd name="connsiteY3296" fmla="*/ 1152128 h 4550534"/>
              <a:gd name="connsiteX3297" fmla="*/ 5073310 w 5876984"/>
              <a:gd name="connsiteY3297" fmla="*/ 1158525 h 4550534"/>
              <a:gd name="connsiteX3298" fmla="*/ 5106604 w 5876984"/>
              <a:gd name="connsiteY3298" fmla="*/ 1152128 h 4550534"/>
              <a:gd name="connsiteX3299" fmla="*/ 4646450 w 5876984"/>
              <a:gd name="connsiteY3299" fmla="*/ 1151226 h 4550534"/>
              <a:gd name="connsiteX3300" fmla="*/ 4629294 w 5876984"/>
              <a:gd name="connsiteY3300" fmla="*/ 1165856 h 4550534"/>
              <a:gd name="connsiteX3301" fmla="*/ 4646450 w 5876984"/>
              <a:gd name="connsiteY3301" fmla="*/ 1151226 h 4550534"/>
              <a:gd name="connsiteX3302" fmla="*/ 5781068 w 5876984"/>
              <a:gd name="connsiteY3302" fmla="*/ 1150996 h 4550534"/>
              <a:gd name="connsiteX3303" fmla="*/ 5793594 w 5876984"/>
              <a:gd name="connsiteY3303" fmla="*/ 1185401 h 4550534"/>
              <a:gd name="connsiteX3304" fmla="*/ 5764585 w 5876984"/>
              <a:gd name="connsiteY3304" fmla="*/ 1164188 h 4550534"/>
              <a:gd name="connsiteX3305" fmla="*/ 5774804 w 5876984"/>
              <a:gd name="connsiteY3305" fmla="*/ 1160825 h 4550534"/>
              <a:gd name="connsiteX3306" fmla="*/ 5781068 w 5876984"/>
              <a:gd name="connsiteY3306" fmla="*/ 1150996 h 4550534"/>
              <a:gd name="connsiteX3307" fmla="*/ 5183814 w 5876984"/>
              <a:gd name="connsiteY3307" fmla="*/ 1145623 h 4550534"/>
              <a:gd name="connsiteX3308" fmla="*/ 5175609 w 5876984"/>
              <a:gd name="connsiteY3308" fmla="*/ 1147889 h 4550534"/>
              <a:gd name="connsiteX3309" fmla="*/ 5188392 w 5876984"/>
              <a:gd name="connsiteY3309" fmla="*/ 1157642 h 4550534"/>
              <a:gd name="connsiteX3310" fmla="*/ 5177964 w 5876984"/>
              <a:gd name="connsiteY3310" fmla="*/ 1156102 h 4550534"/>
              <a:gd name="connsiteX3311" fmla="*/ 5182000 w 5876984"/>
              <a:gd name="connsiteY3311" fmla="*/ 1170732 h 4550534"/>
              <a:gd name="connsiteX3312" fmla="*/ 5192766 w 5876984"/>
              <a:gd name="connsiteY3312" fmla="*/ 1174069 h 4550534"/>
              <a:gd name="connsiteX3313" fmla="*/ 5194364 w 5876984"/>
              <a:gd name="connsiteY3313" fmla="*/ 1173235 h 4550534"/>
              <a:gd name="connsiteX3314" fmla="*/ 5197446 w 5876984"/>
              <a:gd name="connsiteY3314" fmla="*/ 1171626 h 4550534"/>
              <a:gd name="connsiteX3315" fmla="*/ 5194842 w 5876984"/>
              <a:gd name="connsiteY3315" fmla="*/ 1166158 h 4550534"/>
              <a:gd name="connsiteX3316" fmla="*/ 5194600 w 5876984"/>
              <a:gd name="connsiteY3316" fmla="*/ 1165430 h 4550534"/>
              <a:gd name="connsiteX3317" fmla="*/ 5188392 w 5876984"/>
              <a:gd name="connsiteY3317" fmla="*/ 1164316 h 4550534"/>
              <a:gd name="connsiteX3318" fmla="*/ 5191504 w 5876984"/>
              <a:gd name="connsiteY3318" fmla="*/ 1160979 h 4550534"/>
              <a:gd name="connsiteX3319" fmla="*/ 5192960 w 5876984"/>
              <a:gd name="connsiteY3319" fmla="*/ 1160477 h 4550534"/>
              <a:gd name="connsiteX3320" fmla="*/ 5188844 w 5876984"/>
              <a:gd name="connsiteY3320" fmla="*/ 1148053 h 4550534"/>
              <a:gd name="connsiteX3321" fmla="*/ 5299068 w 5876984"/>
              <a:gd name="connsiteY3321" fmla="*/ 1144809 h 4550534"/>
              <a:gd name="connsiteX3322" fmla="*/ 5292676 w 5876984"/>
              <a:gd name="connsiteY3322" fmla="*/ 1159439 h 4550534"/>
              <a:gd name="connsiteX3323" fmla="*/ 5309496 w 5876984"/>
              <a:gd name="connsiteY3323" fmla="*/ 1157642 h 4550534"/>
              <a:gd name="connsiteX3324" fmla="*/ 5299068 w 5876984"/>
              <a:gd name="connsiteY3324" fmla="*/ 1144809 h 4550534"/>
              <a:gd name="connsiteX3325" fmla="*/ 5535224 w 5876984"/>
              <a:gd name="connsiteY3325" fmla="*/ 1144205 h 4550534"/>
              <a:gd name="connsiteX3326" fmla="*/ 5535224 w 5876984"/>
              <a:gd name="connsiteY3326" fmla="*/ 1171116 h 4550534"/>
              <a:gd name="connsiteX3327" fmla="*/ 5535224 w 5876984"/>
              <a:gd name="connsiteY3327" fmla="*/ 1144205 h 4550534"/>
              <a:gd name="connsiteX3328" fmla="*/ 5326653 w 5876984"/>
              <a:gd name="connsiteY3328" fmla="*/ 1139932 h 4550534"/>
              <a:gd name="connsiteX3329" fmla="*/ 5318243 w 5876984"/>
              <a:gd name="connsiteY3329" fmla="*/ 1152766 h 4550534"/>
              <a:gd name="connsiteX3330" fmla="*/ 5333044 w 5876984"/>
              <a:gd name="connsiteY3330" fmla="*/ 1149685 h 4550534"/>
              <a:gd name="connsiteX3331" fmla="*/ 5119156 w 5876984"/>
              <a:gd name="connsiteY3331" fmla="*/ 1138547 h 4550534"/>
              <a:gd name="connsiteX3332" fmla="*/ 5123328 w 5876984"/>
              <a:gd name="connsiteY3332" fmla="*/ 1148471 h 4550534"/>
              <a:gd name="connsiteX3333" fmla="*/ 5105944 w 5876984"/>
              <a:gd name="connsiteY3333" fmla="*/ 1145337 h 4550534"/>
              <a:gd name="connsiteX3334" fmla="*/ 5119156 w 5876984"/>
              <a:gd name="connsiteY3334" fmla="*/ 1138547 h 4550534"/>
              <a:gd name="connsiteX3335" fmla="*/ 4937437 w 5876984"/>
              <a:gd name="connsiteY3335" fmla="*/ 1136596 h 4550534"/>
              <a:gd name="connsiteX3336" fmla="*/ 4927008 w 5876984"/>
              <a:gd name="connsiteY3336" fmla="*/ 1152766 h 4550534"/>
              <a:gd name="connsiteX3337" fmla="*/ 4924990 w 5876984"/>
              <a:gd name="connsiteY3337" fmla="*/ 1144809 h 4550534"/>
              <a:gd name="connsiteX3338" fmla="*/ 4914226 w 5876984"/>
              <a:gd name="connsiteY3338" fmla="*/ 1174069 h 4550534"/>
              <a:gd name="connsiteX3339" fmla="*/ 4895051 w 5876984"/>
              <a:gd name="connsiteY3339" fmla="*/ 1182026 h 4550534"/>
              <a:gd name="connsiteX3340" fmla="*/ 4916244 w 5876984"/>
              <a:gd name="connsiteY3340" fmla="*/ 1216163 h 4550534"/>
              <a:gd name="connsiteX3341" fmla="*/ 4916244 w 5876984"/>
              <a:gd name="connsiteY3341" fmla="*/ 1195116 h 4550534"/>
              <a:gd name="connsiteX3342" fmla="*/ 4939792 w 5876984"/>
              <a:gd name="connsiteY3342" fmla="*/ 1167396 h 4550534"/>
              <a:gd name="connsiteX3343" fmla="*/ 4929027 w 5876984"/>
              <a:gd name="connsiteY3343" fmla="*/ 1149685 h 4550534"/>
              <a:gd name="connsiteX3344" fmla="*/ 4937437 w 5876984"/>
              <a:gd name="connsiteY3344" fmla="*/ 1136596 h 4550534"/>
              <a:gd name="connsiteX3345" fmla="*/ 4595314 w 5876984"/>
              <a:gd name="connsiteY3345" fmla="*/ 1131470 h 4550534"/>
              <a:gd name="connsiteX3346" fmla="*/ 4576362 w 5876984"/>
              <a:gd name="connsiteY3346" fmla="*/ 1144683 h 4550534"/>
              <a:gd name="connsiteX3347" fmla="*/ 4595314 w 5876984"/>
              <a:gd name="connsiteY3347" fmla="*/ 1131470 h 4550534"/>
              <a:gd name="connsiteX3348" fmla="*/ 4975786 w 5876984"/>
              <a:gd name="connsiteY3348" fmla="*/ 1130179 h 4550534"/>
              <a:gd name="connsiteX3349" fmla="*/ 4975786 w 5876984"/>
              <a:gd name="connsiteY3349" fmla="*/ 1139932 h 4550534"/>
              <a:gd name="connsiteX3350" fmla="*/ 4988570 w 5876984"/>
              <a:gd name="connsiteY3350" fmla="*/ 1135056 h 4550534"/>
              <a:gd name="connsiteX3351" fmla="*/ 4975786 w 5876984"/>
              <a:gd name="connsiteY3351" fmla="*/ 1130179 h 4550534"/>
              <a:gd name="connsiteX3352" fmla="*/ 4289896 w 5876984"/>
              <a:gd name="connsiteY3352" fmla="*/ 1128414 h 4550534"/>
              <a:gd name="connsiteX3353" fmla="*/ 4275392 w 5876984"/>
              <a:gd name="connsiteY3353" fmla="*/ 1141676 h 4550534"/>
              <a:gd name="connsiteX3354" fmla="*/ 4289896 w 5876984"/>
              <a:gd name="connsiteY3354" fmla="*/ 1128414 h 4550534"/>
              <a:gd name="connsiteX3355" fmla="*/ 4537193 w 5876984"/>
              <a:gd name="connsiteY3355" fmla="*/ 1128361 h 4550534"/>
              <a:gd name="connsiteX3356" fmla="*/ 4552292 w 5876984"/>
              <a:gd name="connsiteY3356" fmla="*/ 1136290 h 4550534"/>
              <a:gd name="connsiteX3357" fmla="*/ 4543568 w 5876984"/>
              <a:gd name="connsiteY3357" fmla="*/ 1165453 h 4550534"/>
              <a:gd name="connsiteX3358" fmla="*/ 4528804 w 5876984"/>
              <a:gd name="connsiteY3358" fmla="*/ 1159057 h 4550534"/>
              <a:gd name="connsiteX3359" fmla="*/ 4533166 w 5876984"/>
              <a:gd name="connsiteY3359" fmla="*/ 1137825 h 4550534"/>
              <a:gd name="connsiteX3360" fmla="*/ 4545917 w 5876984"/>
              <a:gd name="connsiteY3360" fmla="*/ 1134755 h 4550534"/>
              <a:gd name="connsiteX3361" fmla="*/ 4537193 w 5876984"/>
              <a:gd name="connsiteY3361" fmla="*/ 1128361 h 4550534"/>
              <a:gd name="connsiteX3362" fmla="*/ 5231530 w 5876984"/>
              <a:gd name="connsiteY3362" fmla="*/ 1126178 h 4550534"/>
              <a:gd name="connsiteX3363" fmla="*/ 5234503 w 5876984"/>
              <a:gd name="connsiteY3363" fmla="*/ 1134929 h 4550534"/>
              <a:gd name="connsiteX3364" fmla="*/ 5235734 w 5876984"/>
              <a:gd name="connsiteY3364" fmla="*/ 1129874 h 4550534"/>
              <a:gd name="connsiteX3365" fmla="*/ 4929027 w 5876984"/>
              <a:gd name="connsiteY3365" fmla="*/ 1123762 h 4550534"/>
              <a:gd name="connsiteX3366" fmla="*/ 4950220 w 5876984"/>
              <a:gd name="connsiteY3366" fmla="*/ 1139932 h 4550534"/>
              <a:gd name="connsiteX3367" fmla="*/ 4948202 w 5876984"/>
              <a:gd name="connsiteY3367" fmla="*/ 1130179 h 4550534"/>
              <a:gd name="connsiteX3368" fmla="*/ 4929027 w 5876984"/>
              <a:gd name="connsiteY3368" fmla="*/ 1123762 h 4550534"/>
              <a:gd name="connsiteX3369" fmla="*/ 4287491 w 5876984"/>
              <a:gd name="connsiteY3369" fmla="*/ 1114376 h 4550534"/>
              <a:gd name="connsiteX3370" fmla="*/ 4292706 w 5876984"/>
              <a:gd name="connsiteY3370" fmla="*/ 1116884 h 4550534"/>
              <a:gd name="connsiteX3371" fmla="*/ 4286579 w 5876984"/>
              <a:gd name="connsiteY3371" fmla="*/ 1120332 h 4550534"/>
              <a:gd name="connsiteX3372" fmla="*/ 4286579 w 5876984"/>
              <a:gd name="connsiteY3372" fmla="*/ 1126964 h 4550534"/>
              <a:gd name="connsiteX3373" fmla="*/ 4278194 w 5876984"/>
              <a:gd name="connsiteY3373" fmla="*/ 1118740 h 4550534"/>
              <a:gd name="connsiteX3374" fmla="*/ 4287491 w 5876984"/>
              <a:gd name="connsiteY3374" fmla="*/ 1114376 h 4550534"/>
              <a:gd name="connsiteX3375" fmla="*/ 1011840 w 5876984"/>
              <a:gd name="connsiteY3375" fmla="*/ 1112480 h 4550534"/>
              <a:gd name="connsiteX3376" fmla="*/ 990308 w 5876984"/>
              <a:gd name="connsiteY3376" fmla="*/ 1115816 h 4550534"/>
              <a:gd name="connsiteX3377" fmla="*/ 939507 w 5876984"/>
              <a:gd name="connsiteY3377" fmla="*/ 1143273 h 4550534"/>
              <a:gd name="connsiteX3378" fmla="*/ 941525 w 5876984"/>
              <a:gd name="connsiteY3378" fmla="*/ 1162776 h 4550534"/>
              <a:gd name="connsiteX3379" fmla="*/ 977861 w 5876984"/>
              <a:gd name="connsiteY3379" fmla="*/ 1140194 h 4550534"/>
              <a:gd name="connsiteX3380" fmla="*/ 1011840 w 5876984"/>
              <a:gd name="connsiteY3380" fmla="*/ 1112480 h 4550534"/>
              <a:gd name="connsiteX3381" fmla="*/ 4654860 w 5876984"/>
              <a:gd name="connsiteY3381" fmla="*/ 1112212 h 4550534"/>
              <a:gd name="connsiteX3382" fmla="*/ 4648469 w 5876984"/>
              <a:gd name="connsiteY3382" fmla="*/ 1125302 h 4550534"/>
              <a:gd name="connsiteX3383" fmla="*/ 4654860 w 5876984"/>
              <a:gd name="connsiteY3383" fmla="*/ 1112212 h 4550534"/>
              <a:gd name="connsiteX3384" fmla="*/ 4994961 w 5876984"/>
              <a:gd name="connsiteY3384" fmla="*/ 1109133 h 4550534"/>
              <a:gd name="connsiteX3385" fmla="*/ 5001353 w 5876984"/>
              <a:gd name="connsiteY3385" fmla="*/ 1120426 h 4550534"/>
              <a:gd name="connsiteX3386" fmla="*/ 4994961 w 5876984"/>
              <a:gd name="connsiteY3386" fmla="*/ 1109133 h 4550534"/>
              <a:gd name="connsiteX3387" fmla="*/ 4597253 w 5876984"/>
              <a:gd name="connsiteY3387" fmla="*/ 1109121 h 4550534"/>
              <a:gd name="connsiteX3388" fmla="*/ 4614591 w 5876984"/>
              <a:gd name="connsiteY3388" fmla="*/ 1115588 h 4550534"/>
              <a:gd name="connsiteX3389" fmla="*/ 4603713 w 5876984"/>
              <a:gd name="connsiteY3389" fmla="*/ 1122056 h 4550534"/>
              <a:gd name="connsiteX3390" fmla="*/ 4599633 w 5876984"/>
              <a:gd name="connsiteY3390" fmla="*/ 1114036 h 4550534"/>
              <a:gd name="connsiteX3391" fmla="*/ 4582296 w 5876984"/>
              <a:gd name="connsiteY3391" fmla="*/ 1118951 h 4550534"/>
              <a:gd name="connsiteX3392" fmla="*/ 4597253 w 5876984"/>
              <a:gd name="connsiteY3392" fmla="*/ 1109121 h 4550534"/>
              <a:gd name="connsiteX3393" fmla="*/ 4468596 w 5876984"/>
              <a:gd name="connsiteY3393" fmla="*/ 1109121 h 4550534"/>
              <a:gd name="connsiteX3394" fmla="*/ 4459870 w 5876984"/>
              <a:gd name="connsiteY3394" fmla="*/ 1122436 h 4550534"/>
              <a:gd name="connsiteX3395" fmla="*/ 4468596 w 5876984"/>
              <a:gd name="connsiteY3395" fmla="*/ 1109121 h 4550534"/>
              <a:gd name="connsiteX3396" fmla="*/ 4831134 w 5876984"/>
              <a:gd name="connsiteY3396" fmla="*/ 1107592 h 4550534"/>
              <a:gd name="connsiteX3397" fmla="*/ 4824742 w 5876984"/>
              <a:gd name="connsiteY3397" fmla="*/ 1121966 h 4550534"/>
              <a:gd name="connsiteX3398" fmla="*/ 4831134 w 5876984"/>
              <a:gd name="connsiteY3398" fmla="*/ 1107592 h 4550534"/>
              <a:gd name="connsiteX3399" fmla="*/ 5340409 w 5876984"/>
              <a:gd name="connsiteY3399" fmla="*/ 1106770 h 4550534"/>
              <a:gd name="connsiteX3400" fmla="*/ 5335063 w 5876984"/>
              <a:gd name="connsiteY3400" fmla="*/ 1121966 h 4550534"/>
              <a:gd name="connsiteX3401" fmla="*/ 5347847 w 5876984"/>
              <a:gd name="connsiteY3401" fmla="*/ 1109133 h 4550534"/>
              <a:gd name="connsiteX3402" fmla="*/ 5340409 w 5876984"/>
              <a:gd name="connsiteY3402" fmla="*/ 1106770 h 4550534"/>
              <a:gd name="connsiteX3403" fmla="*/ 5564949 w 5876984"/>
              <a:gd name="connsiteY3403" fmla="*/ 1103416 h 4550534"/>
              <a:gd name="connsiteX3404" fmla="*/ 5568440 w 5876984"/>
              <a:gd name="connsiteY3404" fmla="*/ 1104447 h 4550534"/>
              <a:gd name="connsiteX3405" fmla="*/ 5558134 w 5876984"/>
              <a:gd name="connsiteY3405" fmla="*/ 1120188 h 4550534"/>
              <a:gd name="connsiteX3406" fmla="*/ 5553810 w 5876984"/>
              <a:gd name="connsiteY3406" fmla="*/ 1109195 h 4550534"/>
              <a:gd name="connsiteX3407" fmla="*/ 5564450 w 5876984"/>
              <a:gd name="connsiteY3407" fmla="*/ 1105946 h 4550534"/>
              <a:gd name="connsiteX3408" fmla="*/ 5564949 w 5876984"/>
              <a:gd name="connsiteY3408" fmla="*/ 1103416 h 4550534"/>
              <a:gd name="connsiteX3409" fmla="*/ 5315888 w 5876984"/>
              <a:gd name="connsiteY3409" fmla="*/ 1102716 h 4550534"/>
              <a:gd name="connsiteX3410" fmla="*/ 5301086 w 5876984"/>
              <a:gd name="connsiteY3410" fmla="*/ 1120426 h 4550534"/>
              <a:gd name="connsiteX3411" fmla="*/ 5315888 w 5876984"/>
              <a:gd name="connsiteY3411" fmla="*/ 1102716 h 4550534"/>
              <a:gd name="connsiteX3412" fmla="*/ 4301240 w 5876984"/>
              <a:gd name="connsiteY3412" fmla="*/ 1094408 h 4550534"/>
              <a:gd name="connsiteX3413" fmla="*/ 4294864 w 5876984"/>
              <a:gd name="connsiteY3413" fmla="*/ 1113398 h 4550534"/>
              <a:gd name="connsiteX3414" fmla="*/ 4288490 w 5876984"/>
              <a:gd name="connsiteY3414" fmla="*/ 1102404 h 4550534"/>
              <a:gd name="connsiteX3415" fmla="*/ 4301240 w 5876984"/>
              <a:gd name="connsiteY3415" fmla="*/ 1094408 h 4550534"/>
              <a:gd name="connsiteX3416" fmla="*/ 1033036 w 5876984"/>
              <a:gd name="connsiteY3416" fmla="*/ 1093234 h 4550534"/>
              <a:gd name="connsiteX3417" fmla="*/ 1015878 w 5876984"/>
              <a:gd name="connsiteY3417" fmla="*/ 1110940 h 4550534"/>
              <a:gd name="connsiteX3418" fmla="*/ 1033036 w 5876984"/>
              <a:gd name="connsiteY3418" fmla="*/ 1093234 h 4550534"/>
              <a:gd name="connsiteX3419" fmla="*/ 5254326 w 5876984"/>
              <a:gd name="connsiteY3419" fmla="*/ 1086289 h 4550534"/>
              <a:gd name="connsiteX3420" fmla="*/ 5237170 w 5876984"/>
              <a:gd name="connsiteY3420" fmla="*/ 1102716 h 4550534"/>
              <a:gd name="connsiteX3421" fmla="*/ 5245916 w 5876984"/>
              <a:gd name="connsiteY3421" fmla="*/ 1112212 h 4550534"/>
              <a:gd name="connsiteX3422" fmla="*/ 5258700 w 5876984"/>
              <a:gd name="connsiteY3422" fmla="*/ 1112212 h 4550534"/>
              <a:gd name="connsiteX3423" fmla="*/ 5254326 w 5876984"/>
              <a:gd name="connsiteY3423" fmla="*/ 1086289 h 4550534"/>
              <a:gd name="connsiteX3424" fmla="*/ 4491274 w 5876984"/>
              <a:gd name="connsiteY3424" fmla="*/ 1086140 h 4550534"/>
              <a:gd name="connsiteX3425" fmla="*/ 4491246 w 5876984"/>
              <a:gd name="connsiteY3425" fmla="*/ 1086238 h 4550534"/>
              <a:gd name="connsiteX3426" fmla="*/ 4491164 w 5876984"/>
              <a:gd name="connsiteY3426" fmla="*/ 1086236 h 4550534"/>
              <a:gd name="connsiteX3427" fmla="*/ 1007467 w 5876984"/>
              <a:gd name="connsiteY3427" fmla="*/ 1085022 h 4550534"/>
              <a:gd name="connsiteX3428" fmla="*/ 992663 w 5876984"/>
              <a:gd name="connsiteY3428" fmla="*/ 1094774 h 4550534"/>
              <a:gd name="connsiteX3429" fmla="*/ 1007467 w 5876984"/>
              <a:gd name="connsiteY3429" fmla="*/ 1085022 h 4550534"/>
              <a:gd name="connsiteX3430" fmla="*/ 5137490 w 5876984"/>
              <a:gd name="connsiteY3430" fmla="*/ 1083090 h 4550534"/>
              <a:gd name="connsiteX3431" fmla="*/ 5144096 w 5876984"/>
              <a:gd name="connsiteY3431" fmla="*/ 1110001 h 4550534"/>
              <a:gd name="connsiteX3432" fmla="*/ 5126712 w 5876984"/>
              <a:gd name="connsiteY3432" fmla="*/ 1100443 h 4550534"/>
              <a:gd name="connsiteX3433" fmla="*/ 5137490 w 5876984"/>
              <a:gd name="connsiteY3433" fmla="*/ 1083090 h 4550534"/>
              <a:gd name="connsiteX3434" fmla="*/ 5335063 w 5876984"/>
              <a:gd name="connsiteY3434" fmla="*/ 1078332 h 4550534"/>
              <a:gd name="connsiteX3435" fmla="*/ 5324634 w 5876984"/>
              <a:gd name="connsiteY3435" fmla="*/ 1081412 h 4550534"/>
              <a:gd name="connsiteX3436" fmla="*/ 5324634 w 5876984"/>
              <a:gd name="connsiteY3436" fmla="*/ 1107592 h 4550534"/>
              <a:gd name="connsiteX3437" fmla="*/ 5335063 w 5876984"/>
              <a:gd name="connsiteY3437" fmla="*/ 1078332 h 4550534"/>
              <a:gd name="connsiteX3438" fmla="*/ 4493388 w 5876984"/>
              <a:gd name="connsiteY3438" fmla="*/ 1078332 h 4550534"/>
              <a:gd name="connsiteX3439" fmla="*/ 4493514 w 5876984"/>
              <a:gd name="connsiteY3439" fmla="*/ 1084139 h 4550534"/>
              <a:gd name="connsiteX3440" fmla="*/ 4491274 w 5876984"/>
              <a:gd name="connsiteY3440" fmla="*/ 1086140 h 4550534"/>
              <a:gd name="connsiteX3441" fmla="*/ 4358357 w 5876984"/>
              <a:gd name="connsiteY3441" fmla="*/ 1069509 h 4550534"/>
              <a:gd name="connsiteX3442" fmla="*/ 4348204 w 5876984"/>
              <a:gd name="connsiteY3442" fmla="*/ 1094148 h 4550534"/>
              <a:gd name="connsiteX3443" fmla="*/ 4358357 w 5876984"/>
              <a:gd name="connsiteY3443" fmla="*/ 1069509 h 4550534"/>
              <a:gd name="connsiteX3444" fmla="*/ 1215720 w 5876984"/>
              <a:gd name="connsiteY3444" fmla="*/ 1068856 h 4550534"/>
              <a:gd name="connsiteX3445" fmla="*/ 1192505 w 5876984"/>
              <a:gd name="connsiteY3445" fmla="*/ 1085022 h 4550534"/>
              <a:gd name="connsiteX3446" fmla="*/ 1215720 w 5876984"/>
              <a:gd name="connsiteY3446" fmla="*/ 1068856 h 4550534"/>
              <a:gd name="connsiteX3447" fmla="*/ 5390233 w 5876984"/>
              <a:gd name="connsiteY3447" fmla="*/ 1066782 h 4550534"/>
              <a:gd name="connsiteX3448" fmla="*/ 5365004 w 5876984"/>
              <a:gd name="connsiteY3448" fmla="*/ 1112212 h 4550534"/>
              <a:gd name="connsiteX3449" fmla="*/ 5347847 w 5876984"/>
              <a:gd name="connsiteY3449" fmla="*/ 1121966 h 4550534"/>
              <a:gd name="connsiteX3450" fmla="*/ 5362648 w 5876984"/>
              <a:gd name="connsiteY3450" fmla="*/ 1120426 h 4550534"/>
              <a:gd name="connsiteX3451" fmla="*/ 5347847 w 5876984"/>
              <a:gd name="connsiteY3451" fmla="*/ 1160979 h 4550534"/>
              <a:gd name="connsiteX3452" fmla="*/ 5379805 w 5876984"/>
              <a:gd name="connsiteY3452" fmla="*/ 1133516 h 4550534"/>
              <a:gd name="connsiteX3453" fmla="*/ 5375432 w 5876984"/>
              <a:gd name="connsiteY3453" fmla="*/ 1104255 h 4550534"/>
              <a:gd name="connsiteX3454" fmla="*/ 5396625 w 5876984"/>
              <a:gd name="connsiteY3454" fmla="*/ 1107592 h 4550534"/>
              <a:gd name="connsiteX3455" fmla="*/ 5403016 w 5876984"/>
              <a:gd name="connsiteY3455" fmla="*/ 1091166 h 4550534"/>
              <a:gd name="connsiteX3456" fmla="*/ 5386196 w 5876984"/>
              <a:gd name="connsiteY3456" fmla="*/ 1083209 h 4550534"/>
              <a:gd name="connsiteX3457" fmla="*/ 5390233 w 5876984"/>
              <a:gd name="connsiteY3457" fmla="*/ 1066782 h 4550534"/>
              <a:gd name="connsiteX3458" fmla="*/ 4628853 w 5876984"/>
              <a:gd name="connsiteY3458" fmla="*/ 1066114 h 4550534"/>
              <a:gd name="connsiteX3459" fmla="*/ 4639808 w 5876984"/>
              <a:gd name="connsiteY3459" fmla="*/ 1070934 h 4550534"/>
              <a:gd name="connsiteX3460" fmla="*/ 4622348 w 5876984"/>
              <a:gd name="connsiteY3460" fmla="*/ 1075754 h 4550534"/>
              <a:gd name="connsiteX3461" fmla="*/ 4633303 w 5876984"/>
              <a:gd name="connsiteY3461" fmla="*/ 1074232 h 4550534"/>
              <a:gd name="connsiteX3462" fmla="*/ 4628853 w 5876984"/>
              <a:gd name="connsiteY3462" fmla="*/ 1066114 h 4550534"/>
              <a:gd name="connsiteX3463" fmla="*/ 5062076 w 5876984"/>
              <a:gd name="connsiteY3463" fmla="*/ 1054797 h 4550534"/>
              <a:gd name="connsiteX3464" fmla="*/ 5058075 w 5876984"/>
              <a:gd name="connsiteY3464" fmla="*/ 1071508 h 4550534"/>
              <a:gd name="connsiteX3465" fmla="*/ 5062076 w 5876984"/>
              <a:gd name="connsiteY3465" fmla="*/ 1054797 h 4550534"/>
              <a:gd name="connsiteX3466" fmla="*/ 5231423 w 5876984"/>
              <a:gd name="connsiteY3466" fmla="*/ 1051284 h 4550534"/>
              <a:gd name="connsiteX3467" fmla="*/ 5228628 w 5876984"/>
              <a:gd name="connsiteY3467" fmla="*/ 1059753 h 4550534"/>
              <a:gd name="connsiteX3468" fmla="*/ 5232965 w 5876984"/>
              <a:gd name="connsiteY3468" fmla="*/ 1062707 h 4550534"/>
              <a:gd name="connsiteX3469" fmla="*/ 5243562 w 5876984"/>
              <a:gd name="connsiteY3469" fmla="*/ 1068579 h 4550534"/>
              <a:gd name="connsiteX3470" fmla="*/ 5252308 w 5876984"/>
              <a:gd name="connsiteY3470" fmla="*/ 1058826 h 4550534"/>
              <a:gd name="connsiteX3471" fmla="*/ 5237170 w 5876984"/>
              <a:gd name="connsiteY3471" fmla="*/ 1057286 h 4550534"/>
              <a:gd name="connsiteX3472" fmla="*/ 4380034 w 5876984"/>
              <a:gd name="connsiteY3472" fmla="*/ 1046874 h 4550534"/>
              <a:gd name="connsiteX3473" fmla="*/ 4373907 w 5876984"/>
              <a:gd name="connsiteY3473" fmla="*/ 1064723 h 4550534"/>
              <a:gd name="connsiteX3474" fmla="*/ 4380034 w 5876984"/>
              <a:gd name="connsiteY3474" fmla="*/ 1046874 h 4550534"/>
              <a:gd name="connsiteX3475" fmla="*/ 5347847 w 5876984"/>
              <a:gd name="connsiteY3475" fmla="*/ 1044195 h 4550534"/>
              <a:gd name="connsiteX3476" fmla="*/ 5328672 w 5876984"/>
              <a:gd name="connsiteY3476" fmla="*/ 1071659 h 4550534"/>
              <a:gd name="connsiteX3477" fmla="*/ 5356257 w 5876984"/>
              <a:gd name="connsiteY3477" fmla="*/ 1063702 h 4550534"/>
              <a:gd name="connsiteX3478" fmla="*/ 5365004 w 5876984"/>
              <a:gd name="connsiteY3478" fmla="*/ 1052409 h 4550534"/>
              <a:gd name="connsiteX3479" fmla="*/ 5341456 w 5876984"/>
              <a:gd name="connsiteY3479" fmla="*/ 1049072 h 4550534"/>
              <a:gd name="connsiteX3480" fmla="*/ 5237872 w 5876984"/>
              <a:gd name="connsiteY3480" fmla="*/ 1037839 h 4550534"/>
              <a:gd name="connsiteX3481" fmla="*/ 5236652 w 5876984"/>
              <a:gd name="connsiteY3481" fmla="*/ 1039907 h 4550534"/>
              <a:gd name="connsiteX3482" fmla="*/ 5238158 w 5876984"/>
              <a:gd name="connsiteY3482" fmla="*/ 1038729 h 4550534"/>
              <a:gd name="connsiteX3483" fmla="*/ 4633589 w 5876984"/>
              <a:gd name="connsiteY3483" fmla="*/ 1037154 h 4550534"/>
              <a:gd name="connsiteX3484" fmla="*/ 4654650 w 5876984"/>
              <a:gd name="connsiteY3484" fmla="*/ 1038752 h 4550534"/>
              <a:gd name="connsiteX3485" fmla="*/ 4643952 w 5876984"/>
              <a:gd name="connsiteY3485" fmla="*/ 1048871 h 4550534"/>
              <a:gd name="connsiteX3486" fmla="*/ 4633589 w 5876984"/>
              <a:gd name="connsiteY3486" fmla="*/ 1037154 h 4550534"/>
              <a:gd name="connsiteX3487" fmla="*/ 4592807 w 5876984"/>
              <a:gd name="connsiteY3487" fmla="*/ 1034213 h 4550534"/>
              <a:gd name="connsiteX3488" fmla="*/ 4584162 w 5876984"/>
              <a:gd name="connsiteY3488" fmla="*/ 1044293 h 4550534"/>
              <a:gd name="connsiteX3489" fmla="*/ 4592807 w 5876984"/>
              <a:gd name="connsiteY3489" fmla="*/ 1034213 h 4550534"/>
              <a:gd name="connsiteX3490" fmla="*/ 5336241 w 5876984"/>
              <a:gd name="connsiteY3490" fmla="*/ 1031843 h 4550534"/>
              <a:gd name="connsiteX3491" fmla="*/ 5331026 w 5876984"/>
              <a:gd name="connsiteY3491" fmla="*/ 1034442 h 4550534"/>
              <a:gd name="connsiteX3492" fmla="*/ 5337082 w 5876984"/>
              <a:gd name="connsiteY3492" fmla="*/ 1044195 h 4550534"/>
              <a:gd name="connsiteX3493" fmla="*/ 5341456 w 5876984"/>
              <a:gd name="connsiteY3493" fmla="*/ 1032902 h 4550534"/>
              <a:gd name="connsiteX3494" fmla="*/ 5336241 w 5876984"/>
              <a:gd name="connsiteY3494" fmla="*/ 1031843 h 4550534"/>
              <a:gd name="connsiteX3495" fmla="*/ 5819242 w 5876984"/>
              <a:gd name="connsiteY3495" fmla="*/ 1029191 h 4550534"/>
              <a:gd name="connsiteX3496" fmla="*/ 5812890 w 5876984"/>
              <a:gd name="connsiteY3496" fmla="*/ 1040603 h 4550534"/>
              <a:gd name="connsiteX3497" fmla="*/ 5823588 w 5876984"/>
              <a:gd name="connsiteY3497" fmla="*/ 1045530 h 4550534"/>
              <a:gd name="connsiteX3498" fmla="*/ 5819242 w 5876984"/>
              <a:gd name="connsiteY3498" fmla="*/ 1029191 h 4550534"/>
              <a:gd name="connsiteX3499" fmla="*/ 5684272 w 5876984"/>
              <a:gd name="connsiteY3499" fmla="*/ 1023108 h 4550534"/>
              <a:gd name="connsiteX3500" fmla="*/ 5695397 w 5876984"/>
              <a:gd name="connsiteY3500" fmla="*/ 1042436 h 4550534"/>
              <a:gd name="connsiteX3501" fmla="*/ 5684272 w 5876984"/>
              <a:gd name="connsiteY3501" fmla="*/ 1023108 h 4550534"/>
              <a:gd name="connsiteX3502" fmla="*/ 3468514 w 5876984"/>
              <a:gd name="connsiteY3502" fmla="*/ 1018908 h 4550534"/>
              <a:gd name="connsiteX3503" fmla="*/ 3458389 w 5876984"/>
              <a:gd name="connsiteY3503" fmla="*/ 1031647 h 4550534"/>
              <a:gd name="connsiteX3504" fmla="*/ 3473192 w 5876984"/>
              <a:gd name="connsiteY3504" fmla="*/ 1020099 h 4550534"/>
              <a:gd name="connsiteX3505" fmla="*/ 3468514 w 5876984"/>
              <a:gd name="connsiteY3505" fmla="*/ 1018908 h 4550534"/>
              <a:gd name="connsiteX3506" fmla="*/ 1632561 w 5876984"/>
              <a:gd name="connsiteY3506" fmla="*/ 1003933 h 4550534"/>
              <a:gd name="connsiteX3507" fmla="*/ 1604974 w 5876984"/>
              <a:gd name="connsiteY3507" fmla="*/ 1012144 h 4550534"/>
              <a:gd name="connsiteX3508" fmla="*/ 1615403 w 5876984"/>
              <a:gd name="connsiteY3508" fmla="*/ 1015223 h 4550534"/>
              <a:gd name="connsiteX3509" fmla="*/ 1638954 w 5876984"/>
              <a:gd name="connsiteY3509" fmla="*/ 1007269 h 4550534"/>
              <a:gd name="connsiteX3510" fmla="*/ 1632561 w 5876984"/>
              <a:gd name="connsiteY3510" fmla="*/ 1003933 h 4550534"/>
              <a:gd name="connsiteX3511" fmla="*/ 1747285 w 5876984"/>
              <a:gd name="connsiteY3511" fmla="*/ 999057 h 4550534"/>
              <a:gd name="connsiteX3512" fmla="*/ 1730464 w 5876984"/>
              <a:gd name="connsiteY3512" fmla="*/ 1007269 h 4550534"/>
              <a:gd name="connsiteX3513" fmla="*/ 1743249 w 5876984"/>
              <a:gd name="connsiteY3513" fmla="*/ 1015223 h 4550534"/>
              <a:gd name="connsiteX3514" fmla="*/ 1747285 w 5876984"/>
              <a:gd name="connsiteY3514" fmla="*/ 999057 h 4550534"/>
              <a:gd name="connsiteX3515" fmla="*/ 5026828 w 5876984"/>
              <a:gd name="connsiteY3515" fmla="*/ 998209 h 4550534"/>
              <a:gd name="connsiteX3516" fmla="*/ 5030785 w 5876984"/>
              <a:gd name="connsiteY3516" fmla="*/ 1023984 h 4550534"/>
              <a:gd name="connsiteX3517" fmla="*/ 5020566 w 5876984"/>
              <a:gd name="connsiteY3517" fmla="*/ 1022452 h 4550534"/>
              <a:gd name="connsiteX3518" fmla="*/ 5026828 w 5876984"/>
              <a:gd name="connsiteY3518" fmla="*/ 998209 h 4550534"/>
              <a:gd name="connsiteX3519" fmla="*/ 5301444 w 5876984"/>
              <a:gd name="connsiteY3519" fmla="*/ 997077 h 4550534"/>
              <a:gd name="connsiteX3520" fmla="*/ 5286473 w 5876984"/>
              <a:gd name="connsiteY3520" fmla="*/ 1037260 h 4550534"/>
              <a:gd name="connsiteX3521" fmla="*/ 5301444 w 5876984"/>
              <a:gd name="connsiteY3521" fmla="*/ 997077 h 4550534"/>
              <a:gd name="connsiteX3522" fmla="*/ 3285125 w 5876984"/>
              <a:gd name="connsiteY3522" fmla="*/ 995464 h 4550534"/>
              <a:gd name="connsiteX3523" fmla="*/ 3279743 w 5876984"/>
              <a:gd name="connsiteY3523" fmla="*/ 995721 h 4550534"/>
              <a:gd name="connsiteX3524" fmla="*/ 3290508 w 5876984"/>
              <a:gd name="connsiteY3524" fmla="*/ 997517 h 4550534"/>
              <a:gd name="connsiteX3525" fmla="*/ 3285125 w 5876984"/>
              <a:gd name="connsiteY3525" fmla="*/ 995464 h 4550534"/>
              <a:gd name="connsiteX3526" fmla="*/ 1785639 w 5876984"/>
              <a:gd name="connsiteY3526" fmla="*/ 991102 h 4550534"/>
              <a:gd name="connsiteX3527" fmla="*/ 1772854 w 5876984"/>
              <a:gd name="connsiteY3527" fmla="*/ 1005472 h 4550534"/>
              <a:gd name="connsiteX3528" fmla="*/ 1783284 w 5876984"/>
              <a:gd name="connsiteY3528" fmla="*/ 1008809 h 4550534"/>
              <a:gd name="connsiteX3529" fmla="*/ 1802797 w 5876984"/>
              <a:gd name="connsiteY3529" fmla="*/ 1000596 h 4550534"/>
              <a:gd name="connsiteX3530" fmla="*/ 1785639 w 5876984"/>
              <a:gd name="connsiteY3530" fmla="*/ 994182 h 4550534"/>
              <a:gd name="connsiteX3531" fmla="*/ 1785639 w 5876984"/>
              <a:gd name="connsiteY3531" fmla="*/ 991102 h 4550534"/>
              <a:gd name="connsiteX3532" fmla="*/ 1828029 w 5876984"/>
              <a:gd name="connsiteY3532" fmla="*/ 989306 h 4550534"/>
              <a:gd name="connsiteX3533" fmla="*/ 1806834 w 5876984"/>
              <a:gd name="connsiteY3533" fmla="*/ 1000596 h 4550534"/>
              <a:gd name="connsiteX3534" fmla="*/ 1828029 w 5876984"/>
              <a:gd name="connsiteY3534" fmla="*/ 989306 h 4550534"/>
              <a:gd name="connsiteX3535" fmla="*/ 5683009 w 5876984"/>
              <a:gd name="connsiteY3535" fmla="*/ 986891 h 4550534"/>
              <a:gd name="connsiteX3536" fmla="*/ 5693742 w 5876984"/>
              <a:gd name="connsiteY3536" fmla="*/ 1012666 h 4550534"/>
              <a:gd name="connsiteX3537" fmla="*/ 5678984 w 5876984"/>
              <a:gd name="connsiteY3537" fmla="*/ 1012666 h 4550534"/>
              <a:gd name="connsiteX3538" fmla="*/ 5683009 w 5876984"/>
              <a:gd name="connsiteY3538" fmla="*/ 986891 h 4550534"/>
              <a:gd name="connsiteX3539" fmla="*/ 4372879 w 5876984"/>
              <a:gd name="connsiteY3539" fmla="*/ 986891 h 4550534"/>
              <a:gd name="connsiteX3540" fmla="*/ 4338633 w 5876984"/>
              <a:gd name="connsiteY3540" fmla="*/ 1005881 h 4550534"/>
              <a:gd name="connsiteX3541" fmla="*/ 4372879 w 5876984"/>
              <a:gd name="connsiteY3541" fmla="*/ 986891 h 4550534"/>
              <a:gd name="connsiteX3542" fmla="*/ 3581645 w 5876984"/>
              <a:gd name="connsiteY3542" fmla="*/ 983496 h 4550534"/>
              <a:gd name="connsiteX3543" fmla="*/ 3569118 w 5876984"/>
              <a:gd name="connsiteY3543" fmla="*/ 993420 h 4550534"/>
              <a:gd name="connsiteX3544" fmla="*/ 3581645 w 5876984"/>
              <a:gd name="connsiteY3544" fmla="*/ 983496 h 4550534"/>
              <a:gd name="connsiteX3545" fmla="*/ 4531402 w 5876984"/>
              <a:gd name="connsiteY3545" fmla="*/ 982595 h 4550534"/>
              <a:gd name="connsiteX3546" fmla="*/ 4533756 w 5876984"/>
              <a:gd name="connsiteY3546" fmla="*/ 1011855 h 4550534"/>
              <a:gd name="connsiteX3547" fmla="*/ 4522990 w 5876984"/>
              <a:gd name="connsiteY3547" fmla="*/ 1026229 h 4550534"/>
              <a:gd name="connsiteX3548" fmla="*/ 4510208 w 5876984"/>
              <a:gd name="connsiteY3548" fmla="*/ 1031362 h 4550534"/>
              <a:gd name="connsiteX3549" fmla="*/ 4531402 w 5876984"/>
              <a:gd name="connsiteY3549" fmla="*/ 982595 h 4550534"/>
              <a:gd name="connsiteX3550" fmla="*/ 3432300 w 5876984"/>
              <a:gd name="connsiteY3550" fmla="*/ 982364 h 4550534"/>
              <a:gd name="connsiteX3551" fmla="*/ 3425796 w 5876984"/>
              <a:gd name="connsiteY3551" fmla="*/ 990046 h 4550534"/>
              <a:gd name="connsiteX3552" fmla="*/ 3432300 w 5876984"/>
              <a:gd name="connsiteY3552" fmla="*/ 982364 h 4550534"/>
              <a:gd name="connsiteX3553" fmla="*/ 3447159 w 5876984"/>
              <a:gd name="connsiteY3553" fmla="*/ 980797 h 4550534"/>
              <a:gd name="connsiteX3554" fmla="*/ 3443026 w 5876984"/>
              <a:gd name="connsiteY3554" fmla="*/ 992288 h 4550534"/>
              <a:gd name="connsiteX3555" fmla="*/ 3447159 w 5876984"/>
              <a:gd name="connsiteY3555" fmla="*/ 980797 h 4550534"/>
              <a:gd name="connsiteX3556" fmla="*/ 5798363 w 5876984"/>
              <a:gd name="connsiteY3556" fmla="*/ 977837 h 4550534"/>
              <a:gd name="connsiteX3557" fmla="*/ 5793944 w 5876984"/>
              <a:gd name="connsiteY3557" fmla="*/ 1045488 h 4550534"/>
              <a:gd name="connsiteX3558" fmla="*/ 5798363 w 5876984"/>
              <a:gd name="connsiteY3558" fmla="*/ 977837 h 4550534"/>
              <a:gd name="connsiteX3559" fmla="*/ 5300944 w 5876984"/>
              <a:gd name="connsiteY3559" fmla="*/ 975574 h 4550534"/>
              <a:gd name="connsiteX3560" fmla="*/ 5316244 w 5876984"/>
              <a:gd name="connsiteY3560" fmla="*/ 990340 h 4550534"/>
              <a:gd name="connsiteX3561" fmla="*/ 5300944 w 5876984"/>
              <a:gd name="connsiteY3561" fmla="*/ 975574 h 4550534"/>
              <a:gd name="connsiteX3562" fmla="*/ 5021807 w 5876984"/>
              <a:gd name="connsiteY3562" fmla="*/ 974442 h 4550534"/>
              <a:gd name="connsiteX3563" fmla="*/ 5026153 w 5876984"/>
              <a:gd name="connsiteY3563" fmla="*/ 993432 h 4550534"/>
              <a:gd name="connsiteX3564" fmla="*/ 5021807 w 5876984"/>
              <a:gd name="connsiteY3564" fmla="*/ 974442 h 4550534"/>
              <a:gd name="connsiteX3565" fmla="*/ 3156155 w 5876984"/>
              <a:gd name="connsiteY3565" fmla="*/ 974118 h 4550534"/>
              <a:gd name="connsiteX3566" fmla="*/ 3158626 w 5876984"/>
              <a:gd name="connsiteY3566" fmla="*/ 978015 h 4550534"/>
              <a:gd name="connsiteX3567" fmla="*/ 3156088 w 5876984"/>
              <a:gd name="connsiteY3567" fmla="*/ 974143 h 4550534"/>
              <a:gd name="connsiteX3568" fmla="*/ 5361613 w 5876984"/>
              <a:gd name="connsiteY3568" fmla="*/ 972545 h 4550534"/>
              <a:gd name="connsiteX3569" fmla="*/ 5349866 w 5876984"/>
              <a:gd name="connsiteY3569" fmla="*/ 972841 h 4550534"/>
              <a:gd name="connsiteX3570" fmla="*/ 5352220 w 5876984"/>
              <a:gd name="connsiteY3570" fmla="*/ 984135 h 4550534"/>
              <a:gd name="connsiteX3571" fmla="*/ 5369040 w 5876984"/>
              <a:gd name="connsiteY3571" fmla="*/ 995429 h 4550534"/>
              <a:gd name="connsiteX3572" fmla="*/ 5361613 w 5876984"/>
              <a:gd name="connsiteY3572" fmla="*/ 972545 h 4550534"/>
              <a:gd name="connsiteX3573" fmla="*/ 3534998 w 5876984"/>
              <a:gd name="connsiteY3573" fmla="*/ 971047 h 4550534"/>
              <a:gd name="connsiteX3574" fmla="*/ 3543557 w 5876984"/>
              <a:gd name="connsiteY3574" fmla="*/ 980541 h 4550534"/>
              <a:gd name="connsiteX3575" fmla="*/ 3528495 w 5876984"/>
              <a:gd name="connsiteY3575" fmla="*/ 983540 h 4550534"/>
              <a:gd name="connsiteX3576" fmla="*/ 3534998 w 5876984"/>
              <a:gd name="connsiteY3576" fmla="*/ 971047 h 4550534"/>
              <a:gd name="connsiteX3577" fmla="*/ 3127591 w 5876984"/>
              <a:gd name="connsiteY3577" fmla="*/ 970445 h 4550534"/>
              <a:gd name="connsiteX3578" fmla="*/ 3111862 w 5876984"/>
              <a:gd name="connsiteY3578" fmla="*/ 974679 h 4550534"/>
              <a:gd name="connsiteX3579" fmla="*/ 3141804 w 5876984"/>
              <a:gd name="connsiteY3579" fmla="*/ 974679 h 4550534"/>
              <a:gd name="connsiteX3580" fmla="*/ 3127591 w 5876984"/>
              <a:gd name="connsiteY3580" fmla="*/ 970445 h 4550534"/>
              <a:gd name="connsiteX3581" fmla="*/ 1842623 w 5876984"/>
              <a:gd name="connsiteY3581" fmla="*/ 966082 h 4550534"/>
              <a:gd name="connsiteX3582" fmla="*/ 1834422 w 5876984"/>
              <a:gd name="connsiteY3582" fmla="*/ 973139 h 4550534"/>
              <a:gd name="connsiteX3583" fmla="*/ 1855617 w 5876984"/>
              <a:gd name="connsiteY3583" fmla="*/ 969804 h 4550534"/>
              <a:gd name="connsiteX3584" fmla="*/ 1842623 w 5876984"/>
              <a:gd name="connsiteY3584" fmla="*/ 966082 h 4550534"/>
              <a:gd name="connsiteX3585" fmla="*/ 3386642 w 5876984"/>
              <a:gd name="connsiteY3585" fmla="*/ 964169 h 4550534"/>
              <a:gd name="connsiteX3586" fmla="*/ 3392248 w 5876984"/>
              <a:gd name="connsiteY3586" fmla="*/ 968087 h 4550534"/>
              <a:gd name="connsiteX3587" fmla="*/ 3379239 w 5876984"/>
              <a:gd name="connsiteY3587" fmla="*/ 966520 h 4550534"/>
              <a:gd name="connsiteX3588" fmla="*/ 3386642 w 5876984"/>
              <a:gd name="connsiteY3588" fmla="*/ 964169 h 4550534"/>
              <a:gd name="connsiteX3589" fmla="*/ 5193001 w 5876984"/>
              <a:gd name="connsiteY3589" fmla="*/ 963124 h 4550534"/>
              <a:gd name="connsiteX3590" fmla="*/ 5203512 w 5876984"/>
              <a:gd name="connsiteY3590" fmla="*/ 969653 h 4550534"/>
              <a:gd name="connsiteX3591" fmla="*/ 5197070 w 5876984"/>
              <a:gd name="connsiteY3591" fmla="*/ 976444 h 4550534"/>
              <a:gd name="connsiteX3592" fmla="*/ 5193001 w 5876984"/>
              <a:gd name="connsiteY3592" fmla="*/ 963124 h 4550534"/>
              <a:gd name="connsiteX3593" fmla="*/ 1221997 w 5876984"/>
              <a:gd name="connsiteY3593" fmla="*/ 963124 h 4550534"/>
              <a:gd name="connsiteX3594" fmla="*/ 1193828 w 5876984"/>
              <a:gd name="connsiteY3594" fmla="*/ 984368 h 4550534"/>
              <a:gd name="connsiteX3595" fmla="*/ 1221997 w 5876984"/>
              <a:gd name="connsiteY3595" fmla="*/ 963124 h 4550534"/>
              <a:gd name="connsiteX3596" fmla="*/ 3236916 w 5876984"/>
              <a:gd name="connsiteY3596" fmla="*/ 961251 h 4550534"/>
              <a:gd name="connsiteX3597" fmla="*/ 3224567 w 5876984"/>
              <a:gd name="connsiteY3597" fmla="*/ 969804 h 4550534"/>
              <a:gd name="connsiteX3598" fmla="*/ 3237352 w 5876984"/>
              <a:gd name="connsiteY3598" fmla="*/ 968264 h 4550534"/>
              <a:gd name="connsiteX3599" fmla="*/ 3236916 w 5876984"/>
              <a:gd name="connsiteY3599" fmla="*/ 961251 h 4550534"/>
              <a:gd name="connsiteX3600" fmla="*/ 4886398 w 5876984"/>
              <a:gd name="connsiteY3600" fmla="*/ 959378 h 4550534"/>
              <a:gd name="connsiteX3601" fmla="*/ 4900902 w 5876984"/>
              <a:gd name="connsiteY3601" fmla="*/ 959378 h 4550534"/>
              <a:gd name="connsiteX3602" fmla="*/ 4890354 w 5876984"/>
              <a:gd name="connsiteY3602" fmla="*/ 967495 h 4550534"/>
              <a:gd name="connsiteX3603" fmla="*/ 4886398 w 5876984"/>
              <a:gd name="connsiteY3603" fmla="*/ 959378 h 4550534"/>
              <a:gd name="connsiteX3604" fmla="*/ 3596458 w 5876984"/>
              <a:gd name="connsiteY3604" fmla="*/ 958597 h 4550534"/>
              <a:gd name="connsiteX3605" fmla="*/ 3579501 w 5876984"/>
              <a:gd name="connsiteY3605" fmla="*/ 969819 h 4550534"/>
              <a:gd name="connsiteX3606" fmla="*/ 3596458 w 5876984"/>
              <a:gd name="connsiteY3606" fmla="*/ 958597 h 4550534"/>
              <a:gd name="connsiteX3607" fmla="*/ 3630200 w 5876984"/>
              <a:gd name="connsiteY3607" fmla="*/ 956219 h 4550534"/>
              <a:gd name="connsiteX3608" fmla="*/ 3637015 w 5876984"/>
              <a:gd name="connsiteY3608" fmla="*/ 959640 h 4550534"/>
              <a:gd name="connsiteX3609" fmla="*/ 3607100 w 5876984"/>
              <a:gd name="connsiteY3609" fmla="*/ 967807 h 4550534"/>
              <a:gd name="connsiteX3610" fmla="*/ 3604720 w 5876984"/>
              <a:gd name="connsiteY3610" fmla="*/ 956577 h 4550534"/>
              <a:gd name="connsiteX3611" fmla="*/ 3630200 w 5876984"/>
              <a:gd name="connsiteY3611" fmla="*/ 956219 h 4550534"/>
              <a:gd name="connsiteX3612" fmla="*/ 2984900 w 5876984"/>
              <a:gd name="connsiteY3612" fmla="*/ 955465 h 4550534"/>
              <a:gd name="connsiteX3613" fmla="*/ 2977961 w 5876984"/>
              <a:gd name="connsiteY3613" fmla="*/ 963388 h 4550534"/>
              <a:gd name="connsiteX3614" fmla="*/ 2995119 w 5876984"/>
              <a:gd name="connsiteY3614" fmla="*/ 958512 h 4550534"/>
              <a:gd name="connsiteX3615" fmla="*/ 2984900 w 5876984"/>
              <a:gd name="connsiteY3615" fmla="*/ 955465 h 4550534"/>
              <a:gd name="connsiteX3616" fmla="*/ 1642343 w 5876984"/>
              <a:gd name="connsiteY3616" fmla="*/ 955202 h 4550534"/>
              <a:gd name="connsiteX3617" fmla="*/ 1646273 w 5876984"/>
              <a:gd name="connsiteY3617" fmla="*/ 963560 h 4550534"/>
              <a:gd name="connsiteX3618" fmla="*/ 1623675 w 5876984"/>
              <a:gd name="connsiteY3618" fmla="*/ 961993 h 4550534"/>
              <a:gd name="connsiteX3619" fmla="*/ 1642343 w 5876984"/>
              <a:gd name="connsiteY3619" fmla="*/ 955202 h 4550534"/>
              <a:gd name="connsiteX3620" fmla="*/ 1555866 w 5876984"/>
              <a:gd name="connsiteY3620" fmla="*/ 955202 h 4550534"/>
              <a:gd name="connsiteX3621" fmla="*/ 1524341 w 5876984"/>
              <a:gd name="connsiteY3621" fmla="*/ 976449 h 4550534"/>
              <a:gd name="connsiteX3622" fmla="*/ 1555866 w 5876984"/>
              <a:gd name="connsiteY3622" fmla="*/ 955202 h 4550534"/>
              <a:gd name="connsiteX3623" fmla="*/ 3436062 w 5876984"/>
              <a:gd name="connsiteY3623" fmla="*/ 954046 h 4550534"/>
              <a:gd name="connsiteX3624" fmla="*/ 3441213 w 5876984"/>
              <a:gd name="connsiteY3624" fmla="*/ 956138 h 4550534"/>
              <a:gd name="connsiteX3625" fmla="*/ 3432642 w 5876984"/>
              <a:gd name="connsiteY3625" fmla="*/ 959182 h 4550534"/>
              <a:gd name="connsiteX3626" fmla="*/ 3436062 w 5876984"/>
              <a:gd name="connsiteY3626" fmla="*/ 954046 h 4550534"/>
              <a:gd name="connsiteX3627" fmla="*/ 2028040 w 5876984"/>
              <a:gd name="connsiteY3627" fmla="*/ 952289 h 4550534"/>
              <a:gd name="connsiteX3628" fmla="*/ 2011050 w 5876984"/>
              <a:gd name="connsiteY3628" fmla="*/ 961848 h 4550534"/>
              <a:gd name="connsiteX3629" fmla="*/ 2045030 w 5876984"/>
              <a:gd name="connsiteY3629" fmla="*/ 958512 h 4550534"/>
              <a:gd name="connsiteX3630" fmla="*/ 2028040 w 5876984"/>
              <a:gd name="connsiteY3630" fmla="*/ 952289 h 4550534"/>
              <a:gd name="connsiteX3631" fmla="*/ 5856121 w 5876984"/>
              <a:gd name="connsiteY3631" fmla="*/ 951807 h 4550534"/>
              <a:gd name="connsiteX3632" fmla="*/ 5862476 w 5876984"/>
              <a:gd name="connsiteY3632" fmla="*/ 971497 h 4550534"/>
              <a:gd name="connsiteX3633" fmla="*/ 5856121 w 5876984"/>
              <a:gd name="connsiteY3633" fmla="*/ 951807 h 4550534"/>
              <a:gd name="connsiteX3634" fmla="*/ 3535824 w 5876984"/>
              <a:gd name="connsiteY3634" fmla="*/ 949543 h 4550534"/>
              <a:gd name="connsiteX3635" fmla="*/ 3537801 w 5876984"/>
              <a:gd name="connsiteY3635" fmla="*/ 961020 h 4550534"/>
              <a:gd name="connsiteX3636" fmla="*/ 3529560 w 5876984"/>
              <a:gd name="connsiteY3636" fmla="*/ 961020 h 4550534"/>
              <a:gd name="connsiteX3637" fmla="*/ 3535824 w 5876984"/>
              <a:gd name="connsiteY3637" fmla="*/ 949543 h 4550534"/>
              <a:gd name="connsiteX3638" fmla="*/ 4384924 w 5876984"/>
              <a:gd name="connsiteY3638" fmla="*/ 947280 h 4550534"/>
              <a:gd name="connsiteX3639" fmla="*/ 4389246 w 5876984"/>
              <a:gd name="connsiteY3639" fmla="*/ 963577 h 4550534"/>
              <a:gd name="connsiteX3640" fmla="*/ 4376612 w 5876984"/>
              <a:gd name="connsiteY3640" fmla="*/ 965129 h 4550534"/>
              <a:gd name="connsiteX3641" fmla="*/ 4384924 w 5876984"/>
              <a:gd name="connsiteY3641" fmla="*/ 947280 h 4550534"/>
              <a:gd name="connsiteX3642" fmla="*/ 3299088 w 5876984"/>
              <a:gd name="connsiteY3642" fmla="*/ 944238 h 4550534"/>
              <a:gd name="connsiteX3643" fmla="*/ 3290508 w 5876984"/>
              <a:gd name="connsiteY3643" fmla="*/ 947221 h 4550534"/>
              <a:gd name="connsiteX3644" fmla="*/ 3307667 w 5876984"/>
              <a:gd name="connsiteY3644" fmla="*/ 947221 h 4550534"/>
              <a:gd name="connsiteX3645" fmla="*/ 3299088 w 5876984"/>
              <a:gd name="connsiteY3645" fmla="*/ 944238 h 4550534"/>
              <a:gd name="connsiteX3646" fmla="*/ 2112989 w 5876984"/>
              <a:gd name="connsiteY3646" fmla="*/ 943885 h 4550534"/>
              <a:gd name="connsiteX3647" fmla="*/ 2076990 w 5876984"/>
              <a:gd name="connsiteY3647" fmla="*/ 955177 h 4550534"/>
              <a:gd name="connsiteX3648" fmla="*/ 2110970 w 5876984"/>
              <a:gd name="connsiteY3648" fmla="*/ 952097 h 4550534"/>
              <a:gd name="connsiteX3649" fmla="*/ 2112989 w 5876984"/>
              <a:gd name="connsiteY3649" fmla="*/ 943885 h 4550534"/>
              <a:gd name="connsiteX3650" fmla="*/ 1726090 w 5876984"/>
              <a:gd name="connsiteY3650" fmla="*/ 943885 h 4550534"/>
              <a:gd name="connsiteX3651" fmla="*/ 1706914 w 5876984"/>
              <a:gd name="connsiteY3651" fmla="*/ 950301 h 4550534"/>
              <a:gd name="connsiteX3652" fmla="*/ 1726090 w 5876984"/>
              <a:gd name="connsiteY3652" fmla="*/ 943885 h 4550534"/>
              <a:gd name="connsiteX3653" fmla="*/ 3216156 w 5876984"/>
              <a:gd name="connsiteY3653" fmla="*/ 942345 h 4550534"/>
              <a:gd name="connsiteX3654" fmla="*/ 3216156 w 5876984"/>
              <a:gd name="connsiteY3654" fmla="*/ 953637 h 4550534"/>
              <a:gd name="connsiteX3655" fmla="*/ 3232978 w 5876984"/>
              <a:gd name="connsiteY3655" fmla="*/ 943885 h 4550534"/>
              <a:gd name="connsiteX3656" fmla="*/ 3216156 w 5876984"/>
              <a:gd name="connsiteY3656" fmla="*/ 942345 h 4550534"/>
              <a:gd name="connsiteX3657" fmla="*/ 3576204 w 5876984"/>
              <a:gd name="connsiteY3657" fmla="*/ 939024 h 4550534"/>
              <a:gd name="connsiteX3658" fmla="*/ 3549174 w 5876984"/>
              <a:gd name="connsiteY3658" fmla="*/ 961738 h 4550534"/>
              <a:gd name="connsiteX3659" fmla="*/ 3540932 w 5876984"/>
              <a:gd name="connsiteY3659" fmla="*/ 950253 h 4550534"/>
              <a:gd name="connsiteX3660" fmla="*/ 3561700 w 5876984"/>
              <a:gd name="connsiteY3660" fmla="*/ 945660 h 4550534"/>
              <a:gd name="connsiteX3661" fmla="*/ 3576204 w 5876984"/>
              <a:gd name="connsiteY3661" fmla="*/ 939024 h 4550534"/>
              <a:gd name="connsiteX3662" fmla="*/ 2498122 w 5876984"/>
              <a:gd name="connsiteY3662" fmla="*/ 938689 h 4550534"/>
              <a:gd name="connsiteX3663" fmla="*/ 2487104 w 5876984"/>
              <a:gd name="connsiteY3663" fmla="*/ 943885 h 4550534"/>
              <a:gd name="connsiteX3664" fmla="*/ 2510655 w 5876984"/>
              <a:gd name="connsiteY3664" fmla="*/ 940806 h 4550534"/>
              <a:gd name="connsiteX3665" fmla="*/ 2498122 w 5876984"/>
              <a:gd name="connsiteY3665" fmla="*/ 938689 h 4550534"/>
              <a:gd name="connsiteX3666" fmla="*/ 5715257 w 5876984"/>
              <a:gd name="connsiteY3666" fmla="*/ 935962 h 4550534"/>
              <a:gd name="connsiteX3667" fmla="*/ 5739027 w 5876984"/>
              <a:gd name="connsiteY3667" fmla="*/ 988900 h 4550534"/>
              <a:gd name="connsiteX3668" fmla="*/ 5715257 w 5876984"/>
              <a:gd name="connsiteY3668" fmla="*/ 935962 h 4550534"/>
              <a:gd name="connsiteX3669" fmla="*/ 4967858 w 5876984"/>
              <a:gd name="connsiteY3669" fmla="*/ 935962 h 4550534"/>
              <a:gd name="connsiteX3670" fmla="*/ 4982488 w 5876984"/>
              <a:gd name="connsiteY3670" fmla="*/ 942249 h 4550534"/>
              <a:gd name="connsiteX3671" fmla="*/ 4967858 w 5876984"/>
              <a:gd name="connsiteY3671" fmla="*/ 943759 h 4550534"/>
              <a:gd name="connsiteX3672" fmla="*/ 4965864 w 5876984"/>
              <a:gd name="connsiteY3672" fmla="*/ 945519 h 4550534"/>
              <a:gd name="connsiteX3673" fmla="*/ 4967858 w 5876984"/>
              <a:gd name="connsiteY3673" fmla="*/ 935962 h 4550534"/>
              <a:gd name="connsiteX3674" fmla="*/ 3588772 w 5876984"/>
              <a:gd name="connsiteY3674" fmla="*/ 935962 h 4550534"/>
              <a:gd name="connsiteX3675" fmla="*/ 3588772 w 5876984"/>
              <a:gd name="connsiteY3675" fmla="*/ 950417 h 4550534"/>
              <a:gd name="connsiteX3676" fmla="*/ 3586177 w 5876984"/>
              <a:gd name="connsiteY3676" fmla="*/ 942415 h 4550534"/>
              <a:gd name="connsiteX3677" fmla="*/ 3588772 w 5876984"/>
              <a:gd name="connsiteY3677" fmla="*/ 935962 h 4550534"/>
              <a:gd name="connsiteX3678" fmla="*/ 2580632 w 5876984"/>
              <a:gd name="connsiteY3678" fmla="*/ 935931 h 4550534"/>
              <a:gd name="connsiteX3679" fmla="*/ 2519065 w 5876984"/>
              <a:gd name="connsiteY3679" fmla="*/ 943885 h 4550534"/>
              <a:gd name="connsiteX3680" fmla="*/ 2574240 w 5876984"/>
              <a:gd name="connsiteY3680" fmla="*/ 947221 h 4550534"/>
              <a:gd name="connsiteX3681" fmla="*/ 2580632 w 5876984"/>
              <a:gd name="connsiteY3681" fmla="*/ 935931 h 4550534"/>
              <a:gd name="connsiteX3682" fmla="*/ 3138153 w 5876984"/>
              <a:gd name="connsiteY3682" fmla="*/ 935894 h 4550534"/>
              <a:gd name="connsiteX3683" fmla="*/ 3142511 w 5876984"/>
              <a:gd name="connsiteY3683" fmla="*/ 942290 h 4550534"/>
              <a:gd name="connsiteX3684" fmla="*/ 3106300 w 5876984"/>
              <a:gd name="connsiteY3684" fmla="*/ 952013 h 4550534"/>
              <a:gd name="connsiteX3685" fmla="*/ 3112670 w 5876984"/>
              <a:gd name="connsiteY3685" fmla="*/ 955084 h 4550534"/>
              <a:gd name="connsiteX3686" fmla="*/ 3104790 w 5876984"/>
              <a:gd name="connsiteY3686" fmla="*/ 956396 h 4550534"/>
              <a:gd name="connsiteX3687" fmla="*/ 3102436 w 5876984"/>
              <a:gd name="connsiteY3687" fmla="*/ 954143 h 4550534"/>
              <a:gd name="connsiteX3688" fmla="*/ 3100202 w 5876984"/>
              <a:gd name="connsiteY3688" fmla="*/ 951588 h 4550534"/>
              <a:gd name="connsiteX3689" fmla="*/ 3099928 w 5876984"/>
              <a:gd name="connsiteY3689" fmla="*/ 945616 h 4550534"/>
              <a:gd name="connsiteX3690" fmla="*/ 3108646 w 5876984"/>
              <a:gd name="connsiteY3690" fmla="*/ 937428 h 4550534"/>
              <a:gd name="connsiteX3691" fmla="*/ 3138153 w 5876984"/>
              <a:gd name="connsiteY3691" fmla="*/ 935894 h 4550534"/>
              <a:gd name="connsiteX3692" fmla="*/ 3165553 w 5876984"/>
              <a:gd name="connsiteY3692" fmla="*/ 935096 h 4550534"/>
              <a:gd name="connsiteX3693" fmla="*/ 3169762 w 5876984"/>
              <a:gd name="connsiteY3693" fmla="*/ 943618 h 4550534"/>
              <a:gd name="connsiteX3694" fmla="*/ 3159692 w 5876984"/>
              <a:gd name="connsiteY3694" fmla="*/ 935363 h 4550534"/>
              <a:gd name="connsiteX3695" fmla="*/ 3165553 w 5876984"/>
              <a:gd name="connsiteY3695" fmla="*/ 935096 h 4550534"/>
              <a:gd name="connsiteX3696" fmla="*/ 3095574 w 5876984"/>
              <a:gd name="connsiteY3696" fmla="*/ 934076 h 4550534"/>
              <a:gd name="connsiteX3697" fmla="*/ 3093588 w 5876984"/>
              <a:gd name="connsiteY3697" fmla="*/ 943633 h 4550534"/>
              <a:gd name="connsiteX3698" fmla="*/ 3081010 w 5876984"/>
              <a:gd name="connsiteY3698" fmla="*/ 938854 h 4550534"/>
              <a:gd name="connsiteX3699" fmla="*/ 3095574 w 5876984"/>
              <a:gd name="connsiteY3699" fmla="*/ 934076 h 4550534"/>
              <a:gd name="connsiteX3700" fmla="*/ 2964435 w 5876984"/>
              <a:gd name="connsiteY3700" fmla="*/ 933347 h 4550534"/>
              <a:gd name="connsiteX3701" fmla="*/ 2979376 w 5876984"/>
              <a:gd name="connsiteY3701" fmla="*/ 935123 h 4550534"/>
              <a:gd name="connsiteX3702" fmla="*/ 2968849 w 5876984"/>
              <a:gd name="connsiteY3702" fmla="*/ 944762 h 4550534"/>
              <a:gd name="connsiteX3703" fmla="*/ 2964435 w 5876984"/>
              <a:gd name="connsiteY3703" fmla="*/ 933347 h 4550534"/>
              <a:gd name="connsiteX3704" fmla="*/ 5032825 w 5876984"/>
              <a:gd name="connsiteY3704" fmla="*/ 929171 h 4550534"/>
              <a:gd name="connsiteX3705" fmla="*/ 5053403 w 5876984"/>
              <a:gd name="connsiteY3705" fmla="*/ 939298 h 4550534"/>
              <a:gd name="connsiteX3706" fmla="*/ 5053845 w 5876984"/>
              <a:gd name="connsiteY3706" fmla="*/ 939802 h 4550534"/>
              <a:gd name="connsiteX3707" fmla="*/ 5062590 w 5876984"/>
              <a:gd name="connsiteY3707" fmla="*/ 938518 h 4550534"/>
              <a:gd name="connsiteX3708" fmla="*/ 5057970 w 5876984"/>
              <a:gd name="connsiteY3708" fmla="*/ 943338 h 4550534"/>
              <a:gd name="connsiteX3709" fmla="*/ 5057060 w 5876984"/>
              <a:gd name="connsiteY3709" fmla="*/ 943460 h 4550534"/>
              <a:gd name="connsiteX3710" fmla="*/ 5058928 w 5876984"/>
              <a:gd name="connsiteY3710" fmla="*/ 945587 h 4550534"/>
              <a:gd name="connsiteX3711" fmla="*/ 5056197 w 5876984"/>
              <a:gd name="connsiteY3711" fmla="*/ 950396 h 4550534"/>
              <a:gd name="connsiteX3712" fmla="*/ 5039260 w 5876984"/>
              <a:gd name="connsiteY3712" fmla="*/ 968514 h 4550534"/>
              <a:gd name="connsiteX3713" fmla="*/ 5043325 w 5876984"/>
              <a:gd name="connsiteY3713" fmla="*/ 981714 h 4550534"/>
              <a:gd name="connsiteX3714" fmla="*/ 5034857 w 5876984"/>
              <a:gd name="connsiteY3714" fmla="*/ 986633 h 4550534"/>
              <a:gd name="connsiteX3715" fmla="*/ 5029903 w 5876984"/>
              <a:gd name="connsiteY3715" fmla="*/ 957805 h 4550534"/>
              <a:gd name="connsiteX3716" fmla="*/ 5031364 w 5876984"/>
              <a:gd name="connsiteY3716" fmla="*/ 943491 h 4550534"/>
              <a:gd name="connsiteX3717" fmla="*/ 5028806 w 5876984"/>
              <a:gd name="connsiteY3717" fmla="*/ 943338 h 4550534"/>
              <a:gd name="connsiteX3718" fmla="*/ 5031568 w 5876984"/>
              <a:gd name="connsiteY3718" fmla="*/ 941485 h 4550534"/>
              <a:gd name="connsiteX3719" fmla="*/ 1851580 w 5876984"/>
              <a:gd name="connsiteY3719" fmla="*/ 927719 h 4550534"/>
              <a:gd name="connsiteX3720" fmla="*/ 1830385 w 5876984"/>
              <a:gd name="connsiteY3720" fmla="*/ 939010 h 4550534"/>
              <a:gd name="connsiteX3721" fmla="*/ 1851580 w 5876984"/>
              <a:gd name="connsiteY3721" fmla="*/ 927719 h 4550534"/>
              <a:gd name="connsiteX3722" fmla="*/ 3494034 w 5876984"/>
              <a:gd name="connsiteY3722" fmla="*/ 925423 h 4550534"/>
              <a:gd name="connsiteX3723" fmla="*/ 3496087 w 5876984"/>
              <a:gd name="connsiteY3723" fmla="*/ 928535 h 4550534"/>
              <a:gd name="connsiteX3724" fmla="*/ 3494034 w 5876984"/>
              <a:gd name="connsiteY3724" fmla="*/ 925480 h 4550534"/>
              <a:gd name="connsiteX3725" fmla="*/ 4727741 w 5876984"/>
              <a:gd name="connsiteY3725" fmla="*/ 925341 h 4550534"/>
              <a:gd name="connsiteX3726" fmla="*/ 4745124 w 5876984"/>
              <a:gd name="connsiteY3726" fmla="*/ 933438 h 4550534"/>
              <a:gd name="connsiteX3727" fmla="*/ 4738519 w 5876984"/>
              <a:gd name="connsiteY3727" fmla="*/ 940227 h 4550534"/>
              <a:gd name="connsiteX3728" fmla="*/ 4727741 w 5876984"/>
              <a:gd name="connsiteY3728" fmla="*/ 925341 h 4550534"/>
              <a:gd name="connsiteX3729" fmla="*/ 1889933 w 5876984"/>
              <a:gd name="connsiteY3729" fmla="*/ 924383 h 4550534"/>
              <a:gd name="connsiteX3730" fmla="*/ 1862009 w 5876984"/>
              <a:gd name="connsiteY3730" fmla="*/ 934134 h 4550534"/>
              <a:gd name="connsiteX3731" fmla="*/ 1889933 w 5876984"/>
              <a:gd name="connsiteY3731" fmla="*/ 924383 h 4550534"/>
              <a:gd name="connsiteX3732" fmla="*/ 3492178 w 5876984"/>
              <a:gd name="connsiteY3732" fmla="*/ 922720 h 4550534"/>
              <a:gd name="connsiteX3733" fmla="*/ 3494034 w 5876984"/>
              <a:gd name="connsiteY3733" fmla="*/ 925480 h 4550534"/>
              <a:gd name="connsiteX3734" fmla="*/ 3494034 w 5876984"/>
              <a:gd name="connsiteY3734" fmla="*/ 928535 h 4550534"/>
              <a:gd name="connsiteX3735" fmla="*/ 3483079 w 5876984"/>
              <a:gd name="connsiteY3735" fmla="*/ 936835 h 4550534"/>
              <a:gd name="connsiteX3736" fmla="*/ 3492178 w 5876984"/>
              <a:gd name="connsiteY3736" fmla="*/ 922720 h 4550534"/>
              <a:gd name="connsiteX3737" fmla="*/ 2693845 w 5876984"/>
              <a:gd name="connsiteY3737" fmla="*/ 921369 h 4550534"/>
              <a:gd name="connsiteX3738" fmla="*/ 2709882 w 5876984"/>
              <a:gd name="connsiteY3738" fmla="*/ 925971 h 4550534"/>
              <a:gd name="connsiteX3739" fmla="*/ 2690930 w 5876984"/>
              <a:gd name="connsiteY3739" fmla="*/ 929015 h 4550534"/>
              <a:gd name="connsiteX3740" fmla="*/ 2690930 w 5876984"/>
              <a:gd name="connsiteY3740" fmla="*/ 922673 h 4550534"/>
              <a:gd name="connsiteX3741" fmla="*/ 2693845 w 5876984"/>
              <a:gd name="connsiteY3741" fmla="*/ 921369 h 4550534"/>
              <a:gd name="connsiteX3742" fmla="*/ 3451926 w 5876984"/>
              <a:gd name="connsiteY3742" fmla="*/ 921250 h 4550534"/>
              <a:gd name="connsiteX3743" fmla="*/ 3458973 w 5876984"/>
              <a:gd name="connsiteY3743" fmla="*/ 931329 h 4550534"/>
              <a:gd name="connsiteX3744" fmla="*/ 3454524 w 5876984"/>
              <a:gd name="connsiteY3744" fmla="*/ 937960 h 4550534"/>
              <a:gd name="connsiteX3745" fmla="*/ 3451926 w 5876984"/>
              <a:gd name="connsiteY3745" fmla="*/ 921250 h 4550534"/>
              <a:gd name="connsiteX3746" fmla="*/ 3447106 w 5876984"/>
              <a:gd name="connsiteY3746" fmla="*/ 921250 h 4550534"/>
              <a:gd name="connsiteX3747" fmla="*/ 3451556 w 5876984"/>
              <a:gd name="connsiteY3747" fmla="*/ 929134 h 4550534"/>
              <a:gd name="connsiteX3748" fmla="*/ 3447106 w 5876984"/>
              <a:gd name="connsiteY3748" fmla="*/ 943630 h 4550534"/>
              <a:gd name="connsiteX3749" fmla="*/ 3449331 w 5876984"/>
              <a:gd name="connsiteY3749" fmla="*/ 932439 h 4550534"/>
              <a:gd name="connsiteX3750" fmla="*/ 3444510 w 5876984"/>
              <a:gd name="connsiteY3750" fmla="*/ 924302 h 4550534"/>
              <a:gd name="connsiteX3751" fmla="*/ 3447106 w 5876984"/>
              <a:gd name="connsiteY3751" fmla="*/ 921250 h 4550534"/>
              <a:gd name="connsiteX3752" fmla="*/ 4909548 w 5876984"/>
              <a:gd name="connsiteY3752" fmla="*/ 920219 h 4550534"/>
              <a:gd name="connsiteX3753" fmla="*/ 4907420 w 5876984"/>
              <a:gd name="connsiteY3753" fmla="*/ 920254 h 4550534"/>
              <a:gd name="connsiteX3754" fmla="*/ 4909852 w 5876984"/>
              <a:gd name="connsiteY3754" fmla="*/ 920994 h 4550534"/>
              <a:gd name="connsiteX3755" fmla="*/ 4325716 w 5876984"/>
              <a:gd name="connsiteY3755" fmla="*/ 913092 h 4550534"/>
              <a:gd name="connsiteX3756" fmla="*/ 4317305 w 5876984"/>
              <a:gd name="connsiteY3756" fmla="*/ 926179 h 4550534"/>
              <a:gd name="connsiteX3757" fmla="*/ 4325716 w 5876984"/>
              <a:gd name="connsiteY3757" fmla="*/ 913092 h 4550534"/>
              <a:gd name="connsiteX3758" fmla="*/ 4890678 w 5876984"/>
              <a:gd name="connsiteY3758" fmla="*/ 912781 h 4550534"/>
              <a:gd name="connsiteX3759" fmla="*/ 4890457 w 5876984"/>
              <a:gd name="connsiteY3759" fmla="*/ 913256 h 4550534"/>
              <a:gd name="connsiteX3760" fmla="*/ 4890929 w 5876984"/>
              <a:gd name="connsiteY3760" fmla="*/ 913280 h 4550534"/>
              <a:gd name="connsiteX3761" fmla="*/ 4797158 w 5876984"/>
              <a:gd name="connsiteY3761" fmla="*/ 912781 h 4550534"/>
              <a:gd name="connsiteX3762" fmla="*/ 4795140 w 5876984"/>
              <a:gd name="connsiteY3762" fmla="*/ 925871 h 4550534"/>
              <a:gd name="connsiteX3763" fmla="*/ 4797158 w 5876984"/>
              <a:gd name="connsiteY3763" fmla="*/ 912781 h 4550534"/>
              <a:gd name="connsiteX3764" fmla="*/ 5428582 w 5876984"/>
              <a:gd name="connsiteY3764" fmla="*/ 909701 h 4550534"/>
              <a:gd name="connsiteX3765" fmla="*/ 5409408 w 5876984"/>
              <a:gd name="connsiteY3765" fmla="*/ 919454 h 4550534"/>
              <a:gd name="connsiteX3766" fmla="*/ 5407390 w 5876984"/>
              <a:gd name="connsiteY3766" fmla="*/ 937165 h 4550534"/>
              <a:gd name="connsiteX3767" fmla="*/ 5428582 w 5876984"/>
              <a:gd name="connsiteY3767" fmla="*/ 909701 h 4550534"/>
              <a:gd name="connsiteX3768" fmla="*/ 2082827 w 5876984"/>
              <a:gd name="connsiteY3768" fmla="*/ 907668 h 4550534"/>
              <a:gd name="connsiteX3769" fmla="*/ 2086842 w 5876984"/>
              <a:gd name="connsiteY3769" fmla="*/ 912630 h 4550534"/>
              <a:gd name="connsiteX3770" fmla="*/ 2042674 w 5876984"/>
              <a:gd name="connsiteY3770" fmla="*/ 920988 h 4550534"/>
              <a:gd name="connsiteX3771" fmla="*/ 2082827 w 5876984"/>
              <a:gd name="connsiteY3771" fmla="*/ 907668 h 4550534"/>
              <a:gd name="connsiteX3772" fmla="*/ 1511645 w 5876984"/>
              <a:gd name="connsiteY3772" fmla="*/ 906536 h 4550534"/>
              <a:gd name="connsiteX3773" fmla="*/ 1515720 w 5876984"/>
              <a:gd name="connsiteY3773" fmla="*/ 912783 h 4550534"/>
              <a:gd name="connsiteX3774" fmla="*/ 1487874 w 5876984"/>
              <a:gd name="connsiteY3774" fmla="*/ 914532 h 4550534"/>
              <a:gd name="connsiteX3775" fmla="*/ 3463325 w 5876984"/>
              <a:gd name="connsiteY3775" fmla="*/ 905816 h 4550534"/>
              <a:gd name="connsiteX3776" fmla="*/ 3477785 w 5876984"/>
              <a:gd name="connsiteY3776" fmla="*/ 915431 h 4550534"/>
              <a:gd name="connsiteX3777" fmla="*/ 3488672 w 5876984"/>
              <a:gd name="connsiteY3777" fmla="*/ 915431 h 4550534"/>
              <a:gd name="connsiteX3778" fmla="*/ 3460773 w 5876984"/>
              <a:gd name="connsiteY3778" fmla="*/ 930047 h 4550534"/>
              <a:gd name="connsiteX3779" fmla="*/ 3479826 w 5876984"/>
              <a:gd name="connsiteY3779" fmla="*/ 923380 h 4550534"/>
              <a:gd name="connsiteX3780" fmla="*/ 3469279 w 5876984"/>
              <a:gd name="connsiteY3780" fmla="*/ 909021 h 4550534"/>
              <a:gd name="connsiteX3781" fmla="*/ 3451926 w 5876984"/>
              <a:gd name="connsiteY3781" fmla="*/ 916970 h 4550534"/>
              <a:gd name="connsiteX3782" fmla="*/ 3463325 w 5876984"/>
              <a:gd name="connsiteY3782" fmla="*/ 905816 h 4550534"/>
              <a:gd name="connsiteX3783" fmla="*/ 3885660 w 5876984"/>
              <a:gd name="connsiteY3783" fmla="*/ 903340 h 4550534"/>
              <a:gd name="connsiteX3784" fmla="*/ 3881623 w 5876984"/>
              <a:gd name="connsiteY3784" fmla="*/ 916427 h 4550534"/>
              <a:gd name="connsiteX3785" fmla="*/ 3892053 w 5876984"/>
              <a:gd name="connsiteY3785" fmla="*/ 910013 h 4550534"/>
              <a:gd name="connsiteX3786" fmla="*/ 3885660 w 5876984"/>
              <a:gd name="connsiteY3786" fmla="*/ 903340 h 4550534"/>
              <a:gd name="connsiteX3787" fmla="*/ 4396743 w 5876984"/>
              <a:gd name="connsiteY3787" fmla="*/ 903141 h 4550534"/>
              <a:gd name="connsiteX3788" fmla="*/ 4401089 w 5876984"/>
              <a:gd name="connsiteY3788" fmla="*/ 916461 h 4550534"/>
              <a:gd name="connsiteX3789" fmla="*/ 4382034 w 5876984"/>
              <a:gd name="connsiteY3789" fmla="*/ 914894 h 4550534"/>
              <a:gd name="connsiteX3790" fmla="*/ 4396743 w 5876984"/>
              <a:gd name="connsiteY3790" fmla="*/ 903141 h 4550534"/>
              <a:gd name="connsiteX3791" fmla="*/ 4369671 w 5876984"/>
              <a:gd name="connsiteY3791" fmla="*/ 903141 h 4550534"/>
              <a:gd name="connsiteX3792" fmla="*/ 4359122 w 5876984"/>
              <a:gd name="connsiteY3792" fmla="*/ 928916 h 4550534"/>
              <a:gd name="connsiteX3793" fmla="*/ 4369671 w 5876984"/>
              <a:gd name="connsiteY3793" fmla="*/ 903141 h 4550534"/>
              <a:gd name="connsiteX3794" fmla="*/ 2114225 w 5876984"/>
              <a:gd name="connsiteY3794" fmla="*/ 903141 h 4550534"/>
              <a:gd name="connsiteX3795" fmla="*/ 2116518 w 5876984"/>
              <a:gd name="connsiteY3795" fmla="*/ 909932 h 4550534"/>
              <a:gd name="connsiteX3796" fmla="*/ 2091627 w 5876984"/>
              <a:gd name="connsiteY3796" fmla="*/ 913066 h 4550534"/>
              <a:gd name="connsiteX3797" fmla="*/ 2114225 w 5876984"/>
              <a:gd name="connsiteY3797" fmla="*/ 903141 h 4550534"/>
              <a:gd name="connsiteX3798" fmla="*/ 2088325 w 5876984"/>
              <a:gd name="connsiteY3798" fmla="*/ 899746 h 4550534"/>
              <a:gd name="connsiteX3799" fmla="*/ 2020423 w 5876984"/>
              <a:gd name="connsiteY3799" fmla="*/ 922126 h 4550534"/>
              <a:gd name="connsiteX3800" fmla="*/ 2088325 w 5876984"/>
              <a:gd name="connsiteY3800" fmla="*/ 899746 h 4550534"/>
              <a:gd name="connsiteX3801" fmla="*/ 3483626 w 5876984"/>
              <a:gd name="connsiteY3801" fmla="*/ 896752 h 4550534"/>
              <a:gd name="connsiteX3802" fmla="*/ 3498512 w 5876984"/>
              <a:gd name="connsiteY3802" fmla="*/ 903236 h 4550534"/>
              <a:gd name="connsiteX3803" fmla="*/ 3490054 w 5876984"/>
              <a:gd name="connsiteY3803" fmla="*/ 913092 h 4550534"/>
              <a:gd name="connsiteX3804" fmla="*/ 3483626 w 5876984"/>
              <a:gd name="connsiteY3804" fmla="*/ 896752 h 4550534"/>
              <a:gd name="connsiteX3805" fmla="*/ 2204894 w 5876984"/>
              <a:gd name="connsiteY3805" fmla="*/ 896741 h 4550534"/>
              <a:gd name="connsiteX3806" fmla="*/ 2221831 w 5876984"/>
              <a:gd name="connsiteY3806" fmla="*/ 898263 h 4550534"/>
              <a:gd name="connsiteX3807" fmla="*/ 2189989 w 5876984"/>
              <a:gd name="connsiteY3807" fmla="*/ 909678 h 4550534"/>
              <a:gd name="connsiteX3808" fmla="*/ 2204894 w 5876984"/>
              <a:gd name="connsiteY3808" fmla="*/ 896741 h 4550534"/>
              <a:gd name="connsiteX3809" fmla="*/ 3511634 w 5876984"/>
              <a:gd name="connsiteY3809" fmla="*/ 896351 h 4550534"/>
              <a:gd name="connsiteX3810" fmla="*/ 3506814 w 5876984"/>
              <a:gd name="connsiteY3810" fmla="*/ 902352 h 4550534"/>
              <a:gd name="connsiteX3811" fmla="*/ 3511634 w 5876984"/>
              <a:gd name="connsiteY3811" fmla="*/ 896351 h 4550534"/>
              <a:gd name="connsiteX3812" fmla="*/ 3502734 w 5876984"/>
              <a:gd name="connsiteY3812" fmla="*/ 895219 h 4550534"/>
              <a:gd name="connsiteX3813" fmla="*/ 3500138 w 5876984"/>
              <a:gd name="connsiteY3813" fmla="*/ 905143 h 4550534"/>
              <a:gd name="connsiteX3814" fmla="*/ 3502734 w 5876984"/>
              <a:gd name="connsiteY3814" fmla="*/ 895219 h 4550534"/>
              <a:gd name="connsiteX3815" fmla="*/ 1763775 w 5876984"/>
              <a:gd name="connsiteY3815" fmla="*/ 892591 h 4550534"/>
              <a:gd name="connsiteX3816" fmla="*/ 1782737 w 5876984"/>
              <a:gd name="connsiteY3816" fmla="*/ 895874 h 4550534"/>
              <a:gd name="connsiteX3817" fmla="*/ 1720772 w 5876984"/>
              <a:gd name="connsiteY3817" fmla="*/ 915066 h 4550534"/>
              <a:gd name="connsiteX3818" fmla="*/ 1740072 w 5876984"/>
              <a:gd name="connsiteY3818" fmla="*/ 902187 h 4550534"/>
              <a:gd name="connsiteX3819" fmla="*/ 1763775 w 5876984"/>
              <a:gd name="connsiteY3819" fmla="*/ 892591 h 4550534"/>
              <a:gd name="connsiteX3820" fmla="*/ 3924014 w 5876984"/>
              <a:gd name="connsiteY3820" fmla="*/ 890510 h 4550534"/>
              <a:gd name="connsiteX3821" fmla="*/ 3917622 w 5876984"/>
              <a:gd name="connsiteY3821" fmla="*/ 896925 h 4550534"/>
              <a:gd name="connsiteX3822" fmla="*/ 3924014 w 5876984"/>
              <a:gd name="connsiteY3822" fmla="*/ 890510 h 4550534"/>
              <a:gd name="connsiteX3823" fmla="*/ 4955788 w 5876984"/>
              <a:gd name="connsiteY3823" fmla="*/ 889560 h 4550534"/>
              <a:gd name="connsiteX3824" fmla="*/ 4920516 w 5876984"/>
              <a:gd name="connsiteY3824" fmla="*/ 942498 h 4550534"/>
              <a:gd name="connsiteX3825" fmla="*/ 4955788 w 5876984"/>
              <a:gd name="connsiteY3825" fmla="*/ 889560 h 4550534"/>
              <a:gd name="connsiteX3826" fmla="*/ 3523445 w 5876984"/>
              <a:gd name="connsiteY3826" fmla="*/ 889413 h 4550534"/>
              <a:gd name="connsiteX3827" fmla="*/ 3529796 w 5876984"/>
              <a:gd name="connsiteY3827" fmla="*/ 890912 h 4550534"/>
              <a:gd name="connsiteX3828" fmla="*/ 3529796 w 5876984"/>
              <a:gd name="connsiteY3828" fmla="*/ 898908 h 4550534"/>
              <a:gd name="connsiteX3829" fmla="*/ 3525451 w 5876984"/>
              <a:gd name="connsiteY3829" fmla="*/ 897159 h 4550534"/>
              <a:gd name="connsiteX3830" fmla="*/ 3525451 w 5876984"/>
              <a:gd name="connsiteY3830" fmla="*/ 894161 h 4550534"/>
              <a:gd name="connsiteX3831" fmla="*/ 3523445 w 5876984"/>
              <a:gd name="connsiteY3831" fmla="*/ 889413 h 4550534"/>
              <a:gd name="connsiteX3832" fmla="*/ 3536143 w 5876984"/>
              <a:gd name="connsiteY3832" fmla="*/ 885685 h 4550534"/>
              <a:gd name="connsiteX3833" fmla="*/ 3544286 w 5876984"/>
              <a:gd name="connsiteY3833" fmla="*/ 887099 h 4550534"/>
              <a:gd name="connsiteX3834" fmla="*/ 3546543 w 5876984"/>
              <a:gd name="connsiteY3834" fmla="*/ 894973 h 4550534"/>
              <a:gd name="connsiteX3835" fmla="*/ 3534289 w 5876984"/>
              <a:gd name="connsiteY3835" fmla="*/ 894973 h 4550534"/>
              <a:gd name="connsiteX3836" fmla="*/ 3536143 w 5876984"/>
              <a:gd name="connsiteY3836" fmla="*/ 885685 h 4550534"/>
              <a:gd name="connsiteX3837" fmla="*/ 1833177 w 5876984"/>
              <a:gd name="connsiteY3837" fmla="*/ 883901 h 4550534"/>
              <a:gd name="connsiteX3838" fmla="*/ 1799393 w 5876984"/>
              <a:gd name="connsiteY3838" fmla="*/ 893826 h 4550534"/>
              <a:gd name="connsiteX3839" fmla="*/ 1833177 w 5876984"/>
              <a:gd name="connsiteY3839" fmla="*/ 883901 h 4550534"/>
              <a:gd name="connsiteX3840" fmla="*/ 4810704 w 5876984"/>
              <a:gd name="connsiteY3840" fmla="*/ 883088 h 4550534"/>
              <a:gd name="connsiteX3841" fmla="*/ 4801531 w 5876984"/>
              <a:gd name="connsiteY3841" fmla="*/ 886858 h 4550534"/>
              <a:gd name="connsiteX3842" fmla="*/ 4788748 w 5876984"/>
              <a:gd name="connsiteY3842" fmla="*/ 891735 h 4550534"/>
              <a:gd name="connsiteX3843" fmla="*/ 4790766 w 5876984"/>
              <a:gd name="connsiteY3843" fmla="*/ 896611 h 4550534"/>
              <a:gd name="connsiteX3844" fmla="*/ 4784543 w 5876984"/>
              <a:gd name="connsiteY3844" fmla="*/ 894173 h 4550534"/>
              <a:gd name="connsiteX3845" fmla="*/ 4781940 w 5876984"/>
              <a:gd name="connsiteY3845" fmla="*/ 893153 h 4550534"/>
              <a:gd name="connsiteX3846" fmla="*/ 4781656 w 5876984"/>
              <a:gd name="connsiteY3846" fmla="*/ 895558 h 4550534"/>
              <a:gd name="connsiteX3847" fmla="*/ 4778808 w 5876984"/>
              <a:gd name="connsiteY3847" fmla="*/ 898242 h 4550534"/>
              <a:gd name="connsiteX3848" fmla="*/ 4788748 w 5876984"/>
              <a:gd name="connsiteY3848" fmla="*/ 898151 h 4550534"/>
              <a:gd name="connsiteX3849" fmla="*/ 4803550 w 5876984"/>
              <a:gd name="connsiteY3849" fmla="*/ 909701 h 4550534"/>
              <a:gd name="connsiteX3850" fmla="*/ 4799597 w 5876984"/>
              <a:gd name="connsiteY3850" fmla="*/ 903734 h 4550534"/>
              <a:gd name="connsiteX3851" fmla="*/ 4797490 w 5876984"/>
              <a:gd name="connsiteY3851" fmla="*/ 901646 h 4550534"/>
              <a:gd name="connsiteX3852" fmla="*/ 4796042 w 5876984"/>
              <a:gd name="connsiteY3852" fmla="*/ 901276 h 4550534"/>
              <a:gd name="connsiteX3853" fmla="*/ 4796168 w 5876984"/>
              <a:gd name="connsiteY3853" fmla="*/ 900336 h 4550534"/>
              <a:gd name="connsiteX3854" fmla="*/ 4796075 w 5876984"/>
              <a:gd name="connsiteY3854" fmla="*/ 900245 h 4550534"/>
              <a:gd name="connsiteX3855" fmla="*/ 4796264 w 5876984"/>
              <a:gd name="connsiteY3855" fmla="*/ 899614 h 4550534"/>
              <a:gd name="connsiteX3856" fmla="*/ 4796526 w 5876984"/>
              <a:gd name="connsiteY3856" fmla="*/ 897637 h 4550534"/>
              <a:gd name="connsiteX3857" fmla="*/ 4795700 w 5876984"/>
              <a:gd name="connsiteY3857" fmla="*/ 891204 h 4550534"/>
              <a:gd name="connsiteX3858" fmla="*/ 4801328 w 5876984"/>
              <a:gd name="connsiteY3858" fmla="*/ 889970 h 4550534"/>
              <a:gd name="connsiteX3859" fmla="*/ 4805411 w 5876984"/>
              <a:gd name="connsiteY3859" fmla="*/ 894940 h 4550534"/>
              <a:gd name="connsiteX3860" fmla="*/ 4804632 w 5876984"/>
              <a:gd name="connsiteY3860" fmla="*/ 896930 h 4550534"/>
              <a:gd name="connsiteX3861" fmla="*/ 4807628 w 5876984"/>
              <a:gd name="connsiteY3861" fmla="*/ 895167 h 4550534"/>
              <a:gd name="connsiteX3862" fmla="*/ 4816332 w 5876984"/>
              <a:gd name="connsiteY3862" fmla="*/ 895071 h 4550534"/>
              <a:gd name="connsiteX3863" fmla="*/ 4810704 w 5876984"/>
              <a:gd name="connsiteY3863" fmla="*/ 883088 h 4550534"/>
              <a:gd name="connsiteX3864" fmla="*/ 5217596 w 5876984"/>
              <a:gd name="connsiteY3864" fmla="*/ 881638 h 4550534"/>
              <a:gd name="connsiteX3865" fmla="*/ 5228721 w 5876984"/>
              <a:gd name="connsiteY3865" fmla="*/ 897715 h 4550534"/>
              <a:gd name="connsiteX3866" fmla="*/ 5217596 w 5876984"/>
              <a:gd name="connsiteY3866" fmla="*/ 881638 h 4550534"/>
              <a:gd name="connsiteX3867" fmla="*/ 2034241 w 5876984"/>
              <a:gd name="connsiteY3867" fmla="*/ 880896 h 4550534"/>
              <a:gd name="connsiteX3868" fmla="*/ 2044797 w 5876984"/>
              <a:gd name="connsiteY3868" fmla="*/ 881528 h 4550534"/>
              <a:gd name="connsiteX3869" fmla="*/ 2030167 w 5876984"/>
              <a:gd name="connsiteY3869" fmla="*/ 892647 h 4550534"/>
              <a:gd name="connsiteX3870" fmla="*/ 2038480 w 5876984"/>
              <a:gd name="connsiteY3870" fmla="*/ 891132 h 4550534"/>
              <a:gd name="connsiteX3871" fmla="*/ 2030167 w 5876984"/>
              <a:gd name="connsiteY3871" fmla="*/ 886329 h 4550534"/>
              <a:gd name="connsiteX3872" fmla="*/ 2034241 w 5876984"/>
              <a:gd name="connsiteY3872" fmla="*/ 880896 h 4550534"/>
              <a:gd name="connsiteX3873" fmla="*/ 5007390 w 5876984"/>
              <a:gd name="connsiteY3873" fmla="*/ 878243 h 4550534"/>
              <a:gd name="connsiteX3874" fmla="*/ 4994688 w 5876984"/>
              <a:gd name="connsiteY3874" fmla="*/ 893129 h 4550534"/>
              <a:gd name="connsiteX3875" fmla="*/ 5007390 w 5876984"/>
              <a:gd name="connsiteY3875" fmla="*/ 878243 h 4550534"/>
              <a:gd name="connsiteX3876" fmla="*/ 2457697 w 5876984"/>
              <a:gd name="connsiteY3876" fmla="*/ 878243 h 4550534"/>
              <a:gd name="connsiteX3877" fmla="*/ 2404629 w 5876984"/>
              <a:gd name="connsiteY3877" fmla="*/ 888167 h 4550534"/>
              <a:gd name="connsiteX3878" fmla="*/ 2457697 w 5876984"/>
              <a:gd name="connsiteY3878" fmla="*/ 878243 h 4550534"/>
              <a:gd name="connsiteX3879" fmla="*/ 1860285 w 5876984"/>
              <a:gd name="connsiteY3879" fmla="*/ 877531 h 4550534"/>
              <a:gd name="connsiteX3880" fmla="*/ 1855870 w 5876984"/>
              <a:gd name="connsiteY3880" fmla="*/ 890725 h 4550534"/>
              <a:gd name="connsiteX3881" fmla="*/ 1840928 w 5876984"/>
              <a:gd name="connsiteY3881" fmla="*/ 885809 h 4550534"/>
              <a:gd name="connsiteX3882" fmla="*/ 1860285 w 5876984"/>
              <a:gd name="connsiteY3882" fmla="*/ 877531 h 4550534"/>
              <a:gd name="connsiteX3883" fmla="*/ 2087260 w 5876984"/>
              <a:gd name="connsiteY3883" fmla="*/ 874922 h 4550534"/>
              <a:gd name="connsiteX3884" fmla="*/ 2095739 w 5876984"/>
              <a:gd name="connsiteY3884" fmla="*/ 875224 h 4550534"/>
              <a:gd name="connsiteX3885" fmla="*/ 2053058 w 5876984"/>
              <a:gd name="connsiteY3885" fmla="*/ 883022 h 4550534"/>
              <a:gd name="connsiteX3886" fmla="*/ 2087260 w 5876984"/>
              <a:gd name="connsiteY3886" fmla="*/ 874922 h 4550534"/>
              <a:gd name="connsiteX3887" fmla="*/ 4597748 w 5876984"/>
              <a:gd name="connsiteY3887" fmla="*/ 872584 h 4550534"/>
              <a:gd name="connsiteX3888" fmla="*/ 4595708 w 5876984"/>
              <a:gd name="connsiteY3888" fmla="*/ 895297 h 4550534"/>
              <a:gd name="connsiteX3889" fmla="*/ 4571912 w 5876984"/>
              <a:gd name="connsiteY3889" fmla="*/ 890448 h 4550534"/>
              <a:gd name="connsiteX3890" fmla="*/ 4597748 w 5876984"/>
              <a:gd name="connsiteY3890" fmla="*/ 872584 h 4550534"/>
              <a:gd name="connsiteX3891" fmla="*/ 5065340 w 5876984"/>
              <a:gd name="connsiteY3891" fmla="*/ 870697 h 4550534"/>
              <a:gd name="connsiteX3892" fmla="*/ 5080392 w 5876984"/>
              <a:gd name="connsiteY3892" fmla="*/ 874053 h 4550534"/>
              <a:gd name="connsiteX3893" fmla="*/ 5065340 w 5876984"/>
              <a:gd name="connsiteY3893" fmla="*/ 886959 h 4550534"/>
              <a:gd name="connsiteX3894" fmla="*/ 5080392 w 5876984"/>
              <a:gd name="connsiteY3894" fmla="*/ 903221 h 4550534"/>
              <a:gd name="connsiteX3895" fmla="*/ 5065340 w 5876984"/>
              <a:gd name="connsiteY3895" fmla="*/ 911480 h 4550534"/>
              <a:gd name="connsiteX3896" fmla="*/ 5071694 w 5876984"/>
              <a:gd name="connsiteY3896" fmla="*/ 924386 h 4550534"/>
              <a:gd name="connsiteX3897" fmla="*/ 5046608 w 5876984"/>
              <a:gd name="connsiteY3897" fmla="*/ 916385 h 4550534"/>
              <a:gd name="connsiteX3898" fmla="*/ 5065340 w 5876984"/>
              <a:gd name="connsiteY3898" fmla="*/ 874053 h 4550534"/>
              <a:gd name="connsiteX3899" fmla="*/ 5065340 w 5876984"/>
              <a:gd name="connsiteY3899" fmla="*/ 870697 h 4550534"/>
              <a:gd name="connsiteX3900" fmla="*/ 5256344 w 5876984"/>
              <a:gd name="connsiteY3900" fmla="*/ 870688 h 4550534"/>
              <a:gd name="connsiteX3901" fmla="*/ 5245328 w 5876984"/>
              <a:gd name="connsiteY3901" fmla="*/ 887692 h 4550534"/>
              <a:gd name="connsiteX3902" fmla="*/ 5249514 w 5876984"/>
              <a:gd name="connsiteY3902" fmla="*/ 907611 h 4550534"/>
              <a:gd name="connsiteX3903" fmla="*/ 5250816 w 5876984"/>
              <a:gd name="connsiteY3903" fmla="*/ 906742 h 4550534"/>
              <a:gd name="connsiteX3904" fmla="*/ 5255672 w 5876984"/>
              <a:gd name="connsiteY3904" fmla="*/ 890099 h 4550534"/>
              <a:gd name="connsiteX3905" fmla="*/ 5255711 w 5876984"/>
              <a:gd name="connsiteY3905" fmla="*/ 888957 h 4550534"/>
              <a:gd name="connsiteX3906" fmla="*/ 5255546 w 5876984"/>
              <a:gd name="connsiteY3906" fmla="*/ 882878 h 4550534"/>
              <a:gd name="connsiteX3907" fmla="*/ 5255964 w 5876984"/>
              <a:gd name="connsiteY3907" fmla="*/ 881670 h 4550534"/>
              <a:gd name="connsiteX3908" fmla="*/ 3929589 w 5876984"/>
              <a:gd name="connsiteY3908" fmla="*/ 870195 h 4550534"/>
              <a:gd name="connsiteX3909" fmla="*/ 3942224 w 5876984"/>
              <a:gd name="connsiteY3909" fmla="*/ 870195 h 4550534"/>
              <a:gd name="connsiteX3910" fmla="*/ 3929589 w 5876984"/>
              <a:gd name="connsiteY3910" fmla="*/ 870195 h 4550534"/>
              <a:gd name="connsiteX3911" fmla="*/ 3905449 w 5876984"/>
              <a:gd name="connsiteY3911" fmla="*/ 870066 h 4550534"/>
              <a:gd name="connsiteX3912" fmla="*/ 3918873 w 5876984"/>
              <a:gd name="connsiteY3912" fmla="*/ 876333 h 4550534"/>
              <a:gd name="connsiteX3913" fmla="*/ 3906238 w 5876984"/>
              <a:gd name="connsiteY3913" fmla="*/ 876333 h 4550534"/>
              <a:gd name="connsiteX3914" fmla="*/ 3905449 w 5876984"/>
              <a:gd name="connsiteY3914" fmla="*/ 870066 h 4550534"/>
              <a:gd name="connsiteX3915" fmla="*/ 4428183 w 5876984"/>
              <a:gd name="connsiteY3915" fmla="*/ 870058 h 4550534"/>
              <a:gd name="connsiteX3916" fmla="*/ 4427147 w 5876984"/>
              <a:gd name="connsiteY3916" fmla="*/ 873404 h 4550534"/>
              <a:gd name="connsiteX3917" fmla="*/ 4424070 w 5876984"/>
              <a:gd name="connsiteY3917" fmla="*/ 876823 h 4550534"/>
              <a:gd name="connsiteX3918" fmla="*/ 4426942 w 5876984"/>
              <a:gd name="connsiteY3918" fmla="*/ 877353 h 4550534"/>
              <a:gd name="connsiteX3919" fmla="*/ 4439557 w 5876984"/>
              <a:gd name="connsiteY3919" fmla="*/ 883365 h 4550534"/>
              <a:gd name="connsiteX3920" fmla="*/ 4410218 w 5876984"/>
              <a:gd name="connsiteY3920" fmla="*/ 880327 h 4550534"/>
              <a:gd name="connsiteX3921" fmla="*/ 4415992 w 5876984"/>
              <a:gd name="connsiteY3921" fmla="*/ 875835 h 4550534"/>
              <a:gd name="connsiteX3922" fmla="*/ 4414669 w 5876984"/>
              <a:gd name="connsiteY3922" fmla="*/ 873910 h 4550534"/>
              <a:gd name="connsiteX3923" fmla="*/ 4425489 w 5876984"/>
              <a:gd name="connsiteY3923" fmla="*/ 870612 h 4550534"/>
              <a:gd name="connsiteX3924" fmla="*/ 4428183 w 5876984"/>
              <a:gd name="connsiteY3924" fmla="*/ 870058 h 4550534"/>
              <a:gd name="connsiteX3925" fmla="*/ 4937069 w 5876984"/>
              <a:gd name="connsiteY3925" fmla="*/ 870012 h 4550534"/>
              <a:gd name="connsiteX3926" fmla="*/ 4940950 w 5876984"/>
              <a:gd name="connsiteY3926" fmla="*/ 870642 h 4550534"/>
              <a:gd name="connsiteX3927" fmla="*/ 4926240 w 5876984"/>
              <a:gd name="connsiteY3927" fmla="*/ 891569 h 4550534"/>
              <a:gd name="connsiteX3928" fmla="*/ 4924236 w 5876984"/>
              <a:gd name="connsiteY3928" fmla="*/ 873960 h 4550534"/>
              <a:gd name="connsiteX3929" fmla="*/ 4937069 w 5876984"/>
              <a:gd name="connsiteY3929" fmla="*/ 870012 h 4550534"/>
              <a:gd name="connsiteX3930" fmla="*/ 5353784 w 5876984"/>
              <a:gd name="connsiteY3930" fmla="*/ 866925 h 4550534"/>
              <a:gd name="connsiteX3931" fmla="*/ 5353784 w 5876984"/>
              <a:gd name="connsiteY3931" fmla="*/ 891564 h 4550534"/>
              <a:gd name="connsiteX3932" fmla="*/ 5345294 w 5876984"/>
              <a:gd name="connsiteY3932" fmla="*/ 880153 h 4550534"/>
              <a:gd name="connsiteX3933" fmla="*/ 5338842 w 5876984"/>
              <a:gd name="connsiteY3933" fmla="*/ 881708 h 4550534"/>
              <a:gd name="connsiteX3934" fmla="*/ 5353784 w 5876984"/>
              <a:gd name="connsiteY3934" fmla="*/ 866925 h 4550534"/>
              <a:gd name="connsiteX3935" fmla="*/ 2427590 w 5876984"/>
              <a:gd name="connsiteY3935" fmla="*/ 864662 h 4550534"/>
              <a:gd name="connsiteX3936" fmla="*/ 2433962 w 5876984"/>
              <a:gd name="connsiteY3936" fmla="*/ 876194 h 4550534"/>
              <a:gd name="connsiteX3937" fmla="*/ 2400089 w 5876984"/>
              <a:gd name="connsiteY3937" fmla="*/ 872786 h 4550534"/>
              <a:gd name="connsiteX3938" fmla="*/ 2427590 w 5876984"/>
              <a:gd name="connsiteY3938" fmla="*/ 864662 h 4550534"/>
              <a:gd name="connsiteX3939" fmla="*/ 2971391 w 5876984"/>
              <a:gd name="connsiteY3939" fmla="*/ 861168 h 4550534"/>
              <a:gd name="connsiteX3940" fmla="*/ 2952083 w 5876984"/>
              <a:gd name="connsiteY3940" fmla="*/ 872330 h 4550534"/>
              <a:gd name="connsiteX3941" fmla="*/ 2971391 w 5876984"/>
              <a:gd name="connsiteY3941" fmla="*/ 861168 h 4550534"/>
              <a:gd name="connsiteX3942" fmla="*/ 2889382 w 5876984"/>
              <a:gd name="connsiteY3942" fmla="*/ 860511 h 4550534"/>
              <a:gd name="connsiteX3943" fmla="*/ 2887417 w 5876984"/>
              <a:gd name="connsiteY3943" fmla="*/ 870069 h 4550534"/>
              <a:gd name="connsiteX3944" fmla="*/ 2864491 w 5876984"/>
              <a:gd name="connsiteY3944" fmla="*/ 866799 h 4550534"/>
              <a:gd name="connsiteX3945" fmla="*/ 2889382 w 5876984"/>
              <a:gd name="connsiteY3945" fmla="*/ 860511 h 4550534"/>
              <a:gd name="connsiteX3946" fmla="*/ 4333792 w 5876984"/>
              <a:gd name="connsiteY3946" fmla="*/ 859003 h 4550534"/>
              <a:gd name="connsiteX3947" fmla="*/ 4325186 w 5876984"/>
              <a:gd name="connsiteY3947" fmla="*/ 891565 h 4550534"/>
              <a:gd name="connsiteX3948" fmla="*/ 4333792 w 5876984"/>
              <a:gd name="connsiteY3948" fmla="*/ 859003 h 4550534"/>
              <a:gd name="connsiteX3949" fmla="*/ 5660321 w 5876984"/>
              <a:gd name="connsiteY3949" fmla="*/ 854476 h 4550534"/>
              <a:gd name="connsiteX3950" fmla="*/ 5660321 w 5876984"/>
              <a:gd name="connsiteY3950" fmla="*/ 860722 h 4550534"/>
              <a:gd name="connsiteX3951" fmla="*/ 5670802 w 5876984"/>
              <a:gd name="connsiteY3951" fmla="*/ 865469 h 4550534"/>
              <a:gd name="connsiteX3952" fmla="*/ 5652134 w 5876984"/>
              <a:gd name="connsiteY3952" fmla="*/ 873466 h 4550534"/>
              <a:gd name="connsiteX3953" fmla="*/ 5660321 w 5876984"/>
              <a:gd name="connsiteY3953" fmla="*/ 854476 h 4550534"/>
              <a:gd name="connsiteX3954" fmla="*/ 5452130 w 5876984"/>
              <a:gd name="connsiteY3954" fmla="*/ 852721 h 4550534"/>
              <a:gd name="connsiteX3955" fmla="*/ 5443384 w 5876984"/>
              <a:gd name="connsiteY3955" fmla="*/ 869147 h 4550534"/>
              <a:gd name="connsiteX3956" fmla="*/ 5452130 w 5876984"/>
              <a:gd name="connsiteY3956" fmla="*/ 852721 h 4550534"/>
              <a:gd name="connsiteX3957" fmla="*/ 5078872 w 5876984"/>
              <a:gd name="connsiteY3957" fmla="*/ 851894 h 4550534"/>
              <a:gd name="connsiteX3958" fmla="*/ 5080798 w 5876984"/>
              <a:gd name="connsiteY3958" fmla="*/ 852800 h 4550534"/>
              <a:gd name="connsiteX3959" fmla="*/ 5080798 w 5876984"/>
              <a:gd name="connsiteY3959" fmla="*/ 865543 h 4550534"/>
              <a:gd name="connsiteX3960" fmla="*/ 5061442 w 5876984"/>
              <a:gd name="connsiteY3960" fmla="*/ 862295 h 4550534"/>
              <a:gd name="connsiteX3961" fmla="*/ 5078872 w 5876984"/>
              <a:gd name="connsiteY3961" fmla="*/ 851894 h 4550534"/>
              <a:gd name="connsiteX3962" fmla="*/ 1849491 w 5876984"/>
              <a:gd name="connsiteY3962" fmla="*/ 851471 h 4550534"/>
              <a:gd name="connsiteX3963" fmla="*/ 1813247 w 5876984"/>
              <a:gd name="connsiteY3963" fmla="*/ 864408 h 4550534"/>
              <a:gd name="connsiteX3964" fmla="*/ 1849491 w 5876984"/>
              <a:gd name="connsiteY3964" fmla="*/ 851471 h 4550534"/>
              <a:gd name="connsiteX3965" fmla="*/ 5780566 w 5876984"/>
              <a:gd name="connsiteY3965" fmla="*/ 849949 h 4550534"/>
              <a:gd name="connsiteX3966" fmla="*/ 5780566 w 5876984"/>
              <a:gd name="connsiteY3966" fmla="*/ 866288 h 4550534"/>
              <a:gd name="connsiteX3967" fmla="*/ 5765810 w 5876984"/>
              <a:gd name="connsiteY3967" fmla="*/ 864732 h 4550534"/>
              <a:gd name="connsiteX3968" fmla="*/ 5765810 w 5876984"/>
              <a:gd name="connsiteY3968" fmla="*/ 874588 h 4550534"/>
              <a:gd name="connsiteX3969" fmla="*/ 5780566 w 5876984"/>
              <a:gd name="connsiteY3969" fmla="*/ 849949 h 4550534"/>
              <a:gd name="connsiteX3970" fmla="*/ 5014961 w 5876984"/>
              <a:gd name="connsiteY3970" fmla="*/ 849949 h 4550534"/>
              <a:gd name="connsiteX3971" fmla="*/ 5014961 w 5876984"/>
              <a:gd name="connsiteY3971" fmla="*/ 874588 h 4550534"/>
              <a:gd name="connsiteX3972" fmla="*/ 5014961 w 5876984"/>
              <a:gd name="connsiteY3972" fmla="*/ 849949 h 4550534"/>
              <a:gd name="connsiteX3973" fmla="*/ 4452100 w 5876984"/>
              <a:gd name="connsiteY3973" fmla="*/ 849744 h 4550534"/>
              <a:gd name="connsiteX3974" fmla="*/ 4442416 w 5876984"/>
              <a:gd name="connsiteY3974" fmla="*/ 880251 h 4550534"/>
              <a:gd name="connsiteX3975" fmla="*/ 4429478 w 5876984"/>
              <a:gd name="connsiteY3975" fmla="*/ 865728 h 4550534"/>
              <a:gd name="connsiteX3976" fmla="*/ 4447922 w 5876984"/>
              <a:gd name="connsiteY3976" fmla="*/ 850297 h 4550534"/>
              <a:gd name="connsiteX3977" fmla="*/ 4452100 w 5876984"/>
              <a:gd name="connsiteY3977" fmla="*/ 849744 h 4550534"/>
              <a:gd name="connsiteX3978" fmla="*/ 5708785 w 5876984"/>
              <a:gd name="connsiteY3978" fmla="*/ 847685 h 4550534"/>
              <a:gd name="connsiteX3979" fmla="*/ 5724190 w 5876984"/>
              <a:gd name="connsiteY3979" fmla="*/ 907412 h 4550534"/>
              <a:gd name="connsiteX3980" fmla="*/ 5708785 w 5876984"/>
              <a:gd name="connsiteY3980" fmla="*/ 847685 h 4550534"/>
              <a:gd name="connsiteX3981" fmla="*/ 3068127 w 5876984"/>
              <a:gd name="connsiteY3981" fmla="*/ 841970 h 4550534"/>
              <a:gd name="connsiteX3982" fmla="*/ 3079250 w 5876984"/>
              <a:gd name="connsiteY3982" fmla="*/ 844095 h 4550534"/>
              <a:gd name="connsiteX3983" fmla="*/ 3060303 w 5876984"/>
              <a:gd name="connsiteY3983" fmla="*/ 842319 h 4550534"/>
              <a:gd name="connsiteX3984" fmla="*/ 3068127 w 5876984"/>
              <a:gd name="connsiteY3984" fmla="*/ 841970 h 4550534"/>
              <a:gd name="connsiteX3985" fmla="*/ 3163798 w 5876984"/>
              <a:gd name="connsiteY3985" fmla="*/ 839741 h 4550534"/>
              <a:gd name="connsiteX3986" fmla="*/ 3175662 w 5876984"/>
              <a:gd name="connsiteY3986" fmla="*/ 845161 h 4550534"/>
              <a:gd name="connsiteX3987" fmla="*/ 3153759 w 5876984"/>
              <a:gd name="connsiteY3987" fmla="*/ 841765 h 4550534"/>
              <a:gd name="connsiteX3988" fmla="*/ 3163798 w 5876984"/>
              <a:gd name="connsiteY3988" fmla="*/ 839741 h 4550534"/>
              <a:gd name="connsiteX3989" fmla="*/ 5080587 w 5876984"/>
              <a:gd name="connsiteY3989" fmla="*/ 832973 h 4550534"/>
              <a:gd name="connsiteX3990" fmla="*/ 5089279 w 5876984"/>
              <a:gd name="connsiteY3990" fmla="*/ 841134 h 4550534"/>
              <a:gd name="connsiteX3991" fmla="*/ 5067376 w 5876984"/>
              <a:gd name="connsiteY3991" fmla="*/ 844449 h 4550534"/>
              <a:gd name="connsiteX3992" fmla="*/ 5080587 w 5876984"/>
              <a:gd name="connsiteY3992" fmla="*/ 832973 h 4550534"/>
              <a:gd name="connsiteX3993" fmla="*/ 3101551 w 5876984"/>
              <a:gd name="connsiteY3993" fmla="*/ 832752 h 4550534"/>
              <a:gd name="connsiteX3994" fmla="*/ 3108926 w 5876984"/>
              <a:gd name="connsiteY3994" fmla="*/ 834356 h 4550534"/>
              <a:gd name="connsiteX3995" fmla="*/ 3094422 w 5876984"/>
              <a:gd name="connsiteY3995" fmla="*/ 835864 h 4550534"/>
              <a:gd name="connsiteX3996" fmla="*/ 3101551 w 5876984"/>
              <a:gd name="connsiteY3996" fmla="*/ 832752 h 4550534"/>
              <a:gd name="connsiteX3997" fmla="*/ 1816920 w 5876984"/>
              <a:gd name="connsiteY3997" fmla="*/ 832640 h 4550534"/>
              <a:gd name="connsiteX3998" fmla="*/ 1830206 w 5876984"/>
              <a:gd name="connsiteY3998" fmla="*/ 839802 h 4550534"/>
              <a:gd name="connsiteX3999" fmla="*/ 1802359 w 5876984"/>
              <a:gd name="connsiteY3999" fmla="*/ 841351 h 4550534"/>
              <a:gd name="connsiteX4000" fmla="*/ 1816920 w 5876984"/>
              <a:gd name="connsiteY4000" fmla="*/ 832640 h 4550534"/>
              <a:gd name="connsiteX4001" fmla="*/ 2178810 w 5876984"/>
              <a:gd name="connsiteY4001" fmla="*/ 829954 h 4550534"/>
              <a:gd name="connsiteX4002" fmla="*/ 2150964 w 5876984"/>
              <a:gd name="connsiteY4002" fmla="*/ 839511 h 4550534"/>
              <a:gd name="connsiteX4003" fmla="*/ 2178810 w 5876984"/>
              <a:gd name="connsiteY4003" fmla="*/ 829954 h 4550534"/>
              <a:gd name="connsiteX4004" fmla="*/ 2975178 w 5876984"/>
              <a:gd name="connsiteY4004" fmla="*/ 828038 h 4550534"/>
              <a:gd name="connsiteX4005" fmla="*/ 2994690 w 5876984"/>
              <a:gd name="connsiteY4005" fmla="*/ 831222 h 4550534"/>
              <a:gd name="connsiteX4006" fmla="*/ 2972781 w 5876984"/>
              <a:gd name="connsiteY4006" fmla="*/ 836261 h 4550534"/>
              <a:gd name="connsiteX4007" fmla="*/ 2975178 w 5876984"/>
              <a:gd name="connsiteY4007" fmla="*/ 828038 h 4550534"/>
              <a:gd name="connsiteX4008" fmla="*/ 4401414 w 5876984"/>
              <a:gd name="connsiteY4008" fmla="*/ 826182 h 4550534"/>
              <a:gd name="connsiteX4009" fmla="*/ 4403380 w 5876984"/>
              <a:gd name="connsiteY4009" fmla="*/ 844035 h 4550534"/>
              <a:gd name="connsiteX4010" fmla="*/ 4401414 w 5876984"/>
              <a:gd name="connsiteY4010" fmla="*/ 826182 h 4550534"/>
              <a:gd name="connsiteX4011" fmla="*/ 3063898 w 5876984"/>
              <a:gd name="connsiteY4011" fmla="*/ 825622 h 4550534"/>
              <a:gd name="connsiteX4012" fmla="*/ 3068861 w 5876984"/>
              <a:gd name="connsiteY4012" fmla="*/ 829650 h 4550534"/>
              <a:gd name="connsiteX4013" fmla="*/ 3055853 w 5876984"/>
              <a:gd name="connsiteY4013" fmla="*/ 831150 h 4550534"/>
              <a:gd name="connsiteX4014" fmla="*/ 3063898 w 5876984"/>
              <a:gd name="connsiteY4014" fmla="*/ 825622 h 4550534"/>
              <a:gd name="connsiteX4015" fmla="*/ 5792812 w 5876984"/>
              <a:gd name="connsiteY4015" fmla="*/ 823919 h 4550534"/>
              <a:gd name="connsiteX4016" fmla="*/ 5814174 w 5876984"/>
              <a:gd name="connsiteY4016" fmla="*/ 888173 h 4550534"/>
              <a:gd name="connsiteX4017" fmla="*/ 5792812 w 5876984"/>
              <a:gd name="connsiteY4017" fmla="*/ 823919 h 4550534"/>
              <a:gd name="connsiteX4018" fmla="*/ 4456554 w 5876984"/>
              <a:gd name="connsiteY4018" fmla="*/ 823919 h 4550534"/>
              <a:gd name="connsiteX4019" fmla="*/ 4458888 w 5876984"/>
              <a:gd name="connsiteY4019" fmla="*/ 841768 h 4550534"/>
              <a:gd name="connsiteX4020" fmla="*/ 4456554 w 5876984"/>
              <a:gd name="connsiteY4020" fmla="*/ 823919 h 4550534"/>
              <a:gd name="connsiteX4021" fmla="*/ 5027901 w 5876984"/>
              <a:gd name="connsiteY4021" fmla="*/ 821655 h 4550534"/>
              <a:gd name="connsiteX4022" fmla="*/ 5015456 w 5876984"/>
              <a:gd name="connsiteY4022" fmla="*/ 835897 h 4550534"/>
              <a:gd name="connsiteX4023" fmla="*/ 5027901 w 5876984"/>
              <a:gd name="connsiteY4023" fmla="*/ 821655 h 4550534"/>
              <a:gd name="connsiteX4024" fmla="*/ 4631132 w 5876984"/>
              <a:gd name="connsiteY4024" fmla="*/ 820523 h 4550534"/>
              <a:gd name="connsiteX4025" fmla="*/ 4648192 w 5876984"/>
              <a:gd name="connsiteY4025" fmla="*/ 826938 h 4550534"/>
              <a:gd name="connsiteX4026" fmla="*/ 4646185 w 5876984"/>
              <a:gd name="connsiteY4026" fmla="*/ 840026 h 4550534"/>
              <a:gd name="connsiteX4027" fmla="*/ 4635481 w 5876984"/>
              <a:gd name="connsiteY4027" fmla="*/ 841565 h 4550534"/>
              <a:gd name="connsiteX4028" fmla="*/ 4650198 w 5876984"/>
              <a:gd name="connsiteY4028" fmla="*/ 851317 h 4550534"/>
              <a:gd name="connsiteX4029" fmla="*/ 4639829 w 5876984"/>
              <a:gd name="connsiteY4029" fmla="*/ 864405 h 4550534"/>
              <a:gd name="connsiteX4030" fmla="*/ 4616415 w 5876984"/>
              <a:gd name="connsiteY4030" fmla="*/ 846442 h 4550534"/>
              <a:gd name="connsiteX4031" fmla="*/ 4637488 w 5876984"/>
              <a:gd name="connsiteY4031" fmla="*/ 833354 h 4550534"/>
              <a:gd name="connsiteX4032" fmla="*/ 4627119 w 5876984"/>
              <a:gd name="connsiteY4032" fmla="*/ 823859 h 4550534"/>
              <a:gd name="connsiteX4033" fmla="*/ 4631132 w 5876984"/>
              <a:gd name="connsiteY4033" fmla="*/ 820523 h 4550534"/>
              <a:gd name="connsiteX4034" fmla="*/ 4362402 w 5876984"/>
              <a:gd name="connsiteY4034" fmla="*/ 820523 h 4550534"/>
              <a:gd name="connsiteX4035" fmla="*/ 4344670 w 5876984"/>
              <a:gd name="connsiteY4035" fmla="*/ 859876 h 4550534"/>
              <a:gd name="connsiteX4036" fmla="*/ 4362402 w 5876984"/>
              <a:gd name="connsiteY4036" fmla="*/ 820523 h 4550534"/>
              <a:gd name="connsiteX4037" fmla="*/ 4013324 w 5876984"/>
              <a:gd name="connsiteY4037" fmla="*/ 819829 h 4550534"/>
              <a:gd name="connsiteX4038" fmla="*/ 4025674 w 5876984"/>
              <a:gd name="connsiteY4038" fmla="*/ 821689 h 4550534"/>
              <a:gd name="connsiteX4039" fmla="*/ 4015186 w 5876984"/>
              <a:gd name="connsiteY4039" fmla="*/ 824810 h 4550534"/>
              <a:gd name="connsiteX4040" fmla="*/ 4013324 w 5876984"/>
              <a:gd name="connsiteY4040" fmla="*/ 819829 h 4550534"/>
              <a:gd name="connsiteX4041" fmla="*/ 5458522 w 5876984"/>
              <a:gd name="connsiteY4041" fmla="*/ 817044 h 4550534"/>
              <a:gd name="connsiteX4042" fmla="*/ 5460540 w 5876984"/>
              <a:gd name="connsiteY4042" fmla="*/ 833214 h 4550534"/>
              <a:gd name="connsiteX4043" fmla="*/ 5468950 w 5876984"/>
              <a:gd name="connsiteY4043" fmla="*/ 823718 h 4550534"/>
              <a:gd name="connsiteX4044" fmla="*/ 5458522 w 5876984"/>
              <a:gd name="connsiteY4044" fmla="*/ 817044 h 4550534"/>
              <a:gd name="connsiteX4045" fmla="*/ 2930738 w 5876984"/>
              <a:gd name="connsiteY4045" fmla="*/ 815368 h 4550534"/>
              <a:gd name="connsiteX4046" fmla="*/ 2945732 w 5876984"/>
              <a:gd name="connsiteY4046" fmla="*/ 815799 h 4550534"/>
              <a:gd name="connsiteX4047" fmla="*/ 2937040 w 5876984"/>
              <a:gd name="connsiteY4047" fmla="*/ 817276 h 4550534"/>
              <a:gd name="connsiteX4048" fmla="*/ 2937040 w 5876984"/>
              <a:gd name="connsiteY4048" fmla="*/ 820474 h 4550534"/>
              <a:gd name="connsiteX4049" fmla="*/ 2923828 w 5876984"/>
              <a:gd name="connsiteY4049" fmla="*/ 821950 h 4550534"/>
              <a:gd name="connsiteX4050" fmla="*/ 2930738 w 5876984"/>
              <a:gd name="connsiteY4050" fmla="*/ 815368 h 4550534"/>
              <a:gd name="connsiteX4051" fmla="*/ 3050489 w 5876984"/>
              <a:gd name="connsiteY4051" fmla="*/ 814864 h 4550534"/>
              <a:gd name="connsiteX4052" fmla="*/ 3056994 w 5876984"/>
              <a:gd name="connsiteY4052" fmla="*/ 818134 h 4550534"/>
              <a:gd name="connsiteX4053" fmla="*/ 3054940 w 5876984"/>
              <a:gd name="connsiteY4053" fmla="*/ 825930 h 4550534"/>
              <a:gd name="connsiteX4054" fmla="*/ 3050489 w 5876984"/>
              <a:gd name="connsiteY4054" fmla="*/ 814864 h 4550534"/>
              <a:gd name="connsiteX4055" fmla="*/ 2258482 w 5876984"/>
              <a:gd name="connsiteY4055" fmla="*/ 814864 h 4550534"/>
              <a:gd name="connsiteX4056" fmla="*/ 2264852 w 5876984"/>
              <a:gd name="connsiteY4056" fmla="*/ 819684 h 4550534"/>
              <a:gd name="connsiteX4057" fmla="*/ 2216235 w 5876984"/>
              <a:gd name="connsiteY4057" fmla="*/ 822982 h 4550534"/>
              <a:gd name="connsiteX4058" fmla="*/ 2258482 w 5876984"/>
              <a:gd name="connsiteY4058" fmla="*/ 814864 h 4550534"/>
              <a:gd name="connsiteX4059" fmla="*/ 2655639 w 5876984"/>
              <a:gd name="connsiteY4059" fmla="*/ 809343 h 4550534"/>
              <a:gd name="connsiteX4060" fmla="*/ 2645264 w 5876984"/>
              <a:gd name="connsiteY4060" fmla="*/ 814267 h 4550534"/>
              <a:gd name="connsiteX4061" fmla="*/ 2670802 w 5876984"/>
              <a:gd name="connsiteY4061" fmla="*/ 809407 h 4550534"/>
              <a:gd name="connsiteX4062" fmla="*/ 2655639 w 5876984"/>
              <a:gd name="connsiteY4062" fmla="*/ 809343 h 4550534"/>
              <a:gd name="connsiteX4063" fmla="*/ 2745324 w 5876984"/>
              <a:gd name="connsiteY4063" fmla="*/ 809205 h 4550534"/>
              <a:gd name="connsiteX4064" fmla="*/ 2753894 w 5876984"/>
              <a:gd name="connsiteY4064" fmla="*/ 809205 h 4550534"/>
              <a:gd name="connsiteX4065" fmla="*/ 2755872 w 5876984"/>
              <a:gd name="connsiteY4065" fmla="*/ 812250 h 4550534"/>
              <a:gd name="connsiteX4066" fmla="*/ 2726533 w 5876984"/>
              <a:gd name="connsiteY4066" fmla="*/ 823665 h 4550534"/>
              <a:gd name="connsiteX4067" fmla="*/ 2745324 w 5876984"/>
              <a:gd name="connsiteY4067" fmla="*/ 809205 h 4550534"/>
              <a:gd name="connsiteX4068" fmla="*/ 4308413 w 5876984"/>
              <a:gd name="connsiteY4068" fmla="*/ 806942 h 4550534"/>
              <a:gd name="connsiteX4069" fmla="*/ 4314855 w 5876984"/>
              <a:gd name="connsiteY4069" fmla="*/ 806942 h 4550534"/>
              <a:gd name="connsiteX4070" fmla="*/ 4321298 w 5876984"/>
              <a:gd name="connsiteY4070" fmla="*/ 810337 h 4550534"/>
              <a:gd name="connsiteX4071" fmla="*/ 4308413 w 5876984"/>
              <a:gd name="connsiteY4071" fmla="*/ 813732 h 4550534"/>
              <a:gd name="connsiteX4072" fmla="*/ 4308413 w 5876984"/>
              <a:gd name="connsiteY4072" fmla="*/ 806942 h 4550534"/>
              <a:gd name="connsiteX4073" fmla="*/ 2411223 w 5876984"/>
              <a:gd name="connsiteY4073" fmla="*/ 806942 h 4550534"/>
              <a:gd name="connsiteX4074" fmla="*/ 2413200 w 5876984"/>
              <a:gd name="connsiteY4074" fmla="*/ 818186 h 4550534"/>
              <a:gd name="connsiteX4075" fmla="*/ 2398696 w 5876984"/>
              <a:gd name="connsiteY4075" fmla="*/ 816437 h 4550534"/>
              <a:gd name="connsiteX4076" fmla="*/ 2377928 w 5876984"/>
              <a:gd name="connsiteY4076" fmla="*/ 814938 h 4550534"/>
              <a:gd name="connsiteX4077" fmla="*/ 2411223 w 5876984"/>
              <a:gd name="connsiteY4077" fmla="*/ 806942 h 4550534"/>
              <a:gd name="connsiteX4078" fmla="*/ 4510710 w 5876984"/>
              <a:gd name="connsiteY4078" fmla="*/ 806730 h 4550534"/>
              <a:gd name="connsiteX4079" fmla="*/ 4525630 w 5876984"/>
              <a:gd name="connsiteY4079" fmla="*/ 820258 h 4550534"/>
              <a:gd name="connsiteX4080" fmla="*/ 4510710 w 5876984"/>
              <a:gd name="connsiteY4080" fmla="*/ 806730 h 4550534"/>
              <a:gd name="connsiteX4081" fmla="*/ 4262130 w 5876984"/>
              <a:gd name="connsiteY4081" fmla="*/ 806084 h 4550534"/>
              <a:gd name="connsiteX4082" fmla="*/ 4272560 w 5876984"/>
              <a:gd name="connsiteY4082" fmla="*/ 819171 h 4550534"/>
              <a:gd name="connsiteX4083" fmla="*/ 4270541 w 5876984"/>
              <a:gd name="connsiteY4083" fmla="*/ 807624 h 4550534"/>
              <a:gd name="connsiteX4084" fmla="*/ 4262130 w 5876984"/>
              <a:gd name="connsiteY4084" fmla="*/ 806084 h 4550534"/>
              <a:gd name="connsiteX4085" fmla="*/ 4644012 w 5876984"/>
              <a:gd name="connsiteY4085" fmla="*/ 803547 h 4550534"/>
              <a:gd name="connsiteX4086" fmla="*/ 4646338 w 5876984"/>
              <a:gd name="connsiteY4086" fmla="*/ 820258 h 4550534"/>
              <a:gd name="connsiteX4087" fmla="*/ 4644012 w 5876984"/>
              <a:gd name="connsiteY4087" fmla="*/ 803547 h 4550534"/>
              <a:gd name="connsiteX4088" fmla="*/ 4969363 w 5876984"/>
              <a:gd name="connsiteY4088" fmla="*/ 801970 h 4550534"/>
              <a:gd name="connsiteX4089" fmla="*/ 4976547 w 5876984"/>
              <a:gd name="connsiteY4089" fmla="*/ 802698 h 4550534"/>
              <a:gd name="connsiteX4090" fmla="*/ 4953152 w 5876984"/>
              <a:gd name="connsiteY4090" fmla="*/ 815356 h 4550534"/>
              <a:gd name="connsiteX4091" fmla="*/ 4969363 w 5876984"/>
              <a:gd name="connsiteY4091" fmla="*/ 801970 h 4550534"/>
              <a:gd name="connsiteX4092" fmla="*/ 5392454 w 5876984"/>
              <a:gd name="connsiteY4092" fmla="*/ 801283 h 4550534"/>
              <a:gd name="connsiteX4093" fmla="*/ 5383762 w 5876984"/>
              <a:gd name="connsiteY4093" fmla="*/ 823667 h 4550534"/>
              <a:gd name="connsiteX4094" fmla="*/ 5392454 w 5876984"/>
              <a:gd name="connsiteY4094" fmla="*/ 801283 h 4550534"/>
              <a:gd name="connsiteX4095" fmla="*/ 2816681 w 5876984"/>
              <a:gd name="connsiteY4095" fmla="*/ 795624 h 4550534"/>
              <a:gd name="connsiteX4096" fmla="*/ 2779936 w 5876984"/>
              <a:gd name="connsiteY4096" fmla="*/ 806690 h 4550534"/>
              <a:gd name="connsiteX4097" fmla="*/ 2816681 w 5876984"/>
              <a:gd name="connsiteY4097" fmla="*/ 795624 h 4550534"/>
              <a:gd name="connsiteX4098" fmla="*/ 2741032 w 5876984"/>
              <a:gd name="connsiteY4098" fmla="*/ 789966 h 4550534"/>
              <a:gd name="connsiteX4099" fmla="*/ 2709109 w 5876984"/>
              <a:gd name="connsiteY4099" fmla="*/ 794826 h 4550534"/>
              <a:gd name="connsiteX4100" fmla="*/ 2730278 w 5876984"/>
              <a:gd name="connsiteY4100" fmla="*/ 801221 h 4550534"/>
              <a:gd name="connsiteX4101" fmla="*/ 2728262 w 5876984"/>
              <a:gd name="connsiteY4101" fmla="*/ 809407 h 4550534"/>
              <a:gd name="connsiteX4102" fmla="*/ 2675170 w 5876984"/>
              <a:gd name="connsiteY4102" fmla="*/ 809407 h 4550534"/>
              <a:gd name="connsiteX4103" fmla="*/ 2713141 w 5876984"/>
              <a:gd name="connsiteY4103" fmla="*/ 820663 h 4550534"/>
              <a:gd name="connsiteX4104" fmla="*/ 2670802 w 5876984"/>
              <a:gd name="connsiteY4104" fmla="*/ 823988 h 4550534"/>
              <a:gd name="connsiteX4105" fmla="*/ 2619726 w 5876984"/>
              <a:gd name="connsiteY4105" fmla="*/ 815802 h 4550534"/>
              <a:gd name="connsiteX4106" fmla="*/ 2598556 w 5876984"/>
              <a:gd name="connsiteY4106" fmla="*/ 822197 h 4550534"/>
              <a:gd name="connsiteX4107" fmla="*/ 2594524 w 5876984"/>
              <a:gd name="connsiteY4107" fmla="*/ 812476 h 4550534"/>
              <a:gd name="connsiteX4108" fmla="*/ 2581755 w 5876984"/>
              <a:gd name="connsiteY4108" fmla="*/ 822197 h 4550534"/>
              <a:gd name="connsiteX4109" fmla="*/ 2507494 w 5876984"/>
              <a:gd name="connsiteY4109" fmla="*/ 819128 h 4550534"/>
              <a:gd name="connsiteX4110" fmla="*/ 2581755 w 5876984"/>
              <a:gd name="connsiteY4110" fmla="*/ 806081 h 4550534"/>
              <a:gd name="connsiteX4111" fmla="*/ 2494725 w 5876984"/>
              <a:gd name="connsiteY4111" fmla="*/ 799686 h 4550534"/>
              <a:gd name="connsiteX4112" fmla="*/ 2485988 w 5876984"/>
              <a:gd name="connsiteY4112" fmla="*/ 817337 h 4550534"/>
              <a:gd name="connsiteX4113" fmla="*/ 2448017 w 5876984"/>
              <a:gd name="connsiteY4113" fmla="*/ 819128 h 4550534"/>
              <a:gd name="connsiteX4114" fmla="*/ 2477588 w 5876984"/>
              <a:gd name="connsiteY4114" fmla="*/ 809407 h 4550534"/>
              <a:gd name="connsiteX4115" fmla="*/ 2469187 w 5876984"/>
              <a:gd name="connsiteY4115" fmla="*/ 806081 h 4550534"/>
              <a:gd name="connsiteX4116" fmla="*/ 2477588 w 5876984"/>
              <a:gd name="connsiteY4116" fmla="*/ 803012 h 4550534"/>
              <a:gd name="connsiteX4117" fmla="*/ 2452050 w 5876984"/>
              <a:gd name="connsiteY4117" fmla="*/ 796361 h 4550534"/>
              <a:gd name="connsiteX4118" fmla="*/ 2602925 w 5876984"/>
              <a:gd name="connsiteY4118" fmla="*/ 793291 h 4550534"/>
              <a:gd name="connsiteX4119" fmla="*/ 2741032 w 5876984"/>
              <a:gd name="connsiteY4119" fmla="*/ 789966 h 4550534"/>
              <a:gd name="connsiteX4120" fmla="*/ 4997306 w 5876984"/>
              <a:gd name="connsiteY4120" fmla="*/ 778176 h 4550534"/>
              <a:gd name="connsiteX4121" fmla="*/ 4982009 w 5876984"/>
              <a:gd name="connsiteY4121" fmla="*/ 805554 h 4550534"/>
              <a:gd name="connsiteX4122" fmla="*/ 4997306 w 5876984"/>
              <a:gd name="connsiteY4122" fmla="*/ 778176 h 4550534"/>
              <a:gd name="connsiteX4123" fmla="*/ 4626821 w 5876984"/>
              <a:gd name="connsiteY4123" fmla="*/ 775253 h 4550534"/>
              <a:gd name="connsiteX4124" fmla="*/ 4620510 w 5876984"/>
              <a:gd name="connsiteY4124" fmla="*/ 811210 h 4550534"/>
              <a:gd name="connsiteX4125" fmla="*/ 4626821 w 5876984"/>
              <a:gd name="connsiteY4125" fmla="*/ 775253 h 4550534"/>
              <a:gd name="connsiteX4126" fmla="*/ 5334044 w 5876984"/>
              <a:gd name="connsiteY4126" fmla="*/ 763394 h 4550534"/>
              <a:gd name="connsiteX4127" fmla="*/ 5329524 w 5876984"/>
              <a:gd name="connsiteY4127" fmla="*/ 772743 h 4550534"/>
              <a:gd name="connsiteX4128" fmla="*/ 5312140 w 5876984"/>
              <a:gd name="connsiteY4128" fmla="*/ 768069 h 4550534"/>
              <a:gd name="connsiteX4129" fmla="*/ 5334044 w 5876984"/>
              <a:gd name="connsiteY4129" fmla="*/ 763394 h 4550534"/>
              <a:gd name="connsiteX4130" fmla="*/ 4658952 w 5876984"/>
              <a:gd name="connsiteY4130" fmla="*/ 761672 h 4550534"/>
              <a:gd name="connsiteX4131" fmla="*/ 4669479 w 5876984"/>
              <a:gd name="connsiteY4131" fmla="*/ 768069 h 4550534"/>
              <a:gd name="connsiteX4132" fmla="*/ 4641632 w 5876984"/>
              <a:gd name="connsiteY4132" fmla="*/ 771021 h 4550534"/>
              <a:gd name="connsiteX4133" fmla="*/ 4658952 w 5876984"/>
              <a:gd name="connsiteY4133" fmla="*/ 761672 h 4550534"/>
              <a:gd name="connsiteX4134" fmla="*/ 4596513 w 5876984"/>
              <a:gd name="connsiteY4134" fmla="*/ 760540 h 4550534"/>
              <a:gd name="connsiteX4135" fmla="*/ 4596513 w 5876984"/>
              <a:gd name="connsiteY4135" fmla="*/ 785179 h 4550534"/>
              <a:gd name="connsiteX4136" fmla="*/ 4596513 w 5876984"/>
              <a:gd name="connsiteY4136" fmla="*/ 760540 h 4550534"/>
              <a:gd name="connsiteX4137" fmla="*/ 4924215 w 5876984"/>
              <a:gd name="connsiteY4137" fmla="*/ 758277 h 4550534"/>
              <a:gd name="connsiteX4138" fmla="*/ 4921875 w 5876984"/>
              <a:gd name="connsiteY4138" fmla="*/ 776126 h 4550534"/>
              <a:gd name="connsiteX4139" fmla="*/ 4924215 w 5876984"/>
              <a:gd name="connsiteY4139" fmla="*/ 758277 h 4550534"/>
              <a:gd name="connsiteX4140" fmla="*/ 4514541 w 5876984"/>
              <a:gd name="connsiteY4140" fmla="*/ 753750 h 4550534"/>
              <a:gd name="connsiteX4141" fmla="*/ 4523030 w 5876984"/>
              <a:gd name="connsiteY4141" fmla="*/ 768335 h 4550534"/>
              <a:gd name="connsiteX4142" fmla="*/ 4516578 w 5876984"/>
              <a:gd name="connsiteY4142" fmla="*/ 782919 h 4550534"/>
              <a:gd name="connsiteX4143" fmla="*/ 4514541 w 5876984"/>
              <a:gd name="connsiteY4143" fmla="*/ 753750 h 4550534"/>
              <a:gd name="connsiteX4144" fmla="*/ 4301590 w 5876984"/>
              <a:gd name="connsiteY4144" fmla="*/ 753725 h 4550534"/>
              <a:gd name="connsiteX4145" fmla="*/ 4284271 w 5876984"/>
              <a:gd name="connsiteY4145" fmla="*/ 774993 h 4550534"/>
              <a:gd name="connsiteX4146" fmla="*/ 4301590 w 5876984"/>
              <a:gd name="connsiteY4146" fmla="*/ 753725 h 4550534"/>
              <a:gd name="connsiteX4147" fmla="*/ 4004893 w 5876984"/>
              <a:gd name="connsiteY4147" fmla="*/ 752684 h 4550534"/>
              <a:gd name="connsiteX4148" fmla="*/ 4019734 w 5876984"/>
              <a:gd name="connsiteY4148" fmla="*/ 755384 h 4550534"/>
              <a:gd name="connsiteX4149" fmla="*/ 4000497 w 5876984"/>
              <a:gd name="connsiteY4149" fmla="*/ 768210 h 4550534"/>
              <a:gd name="connsiteX4150" fmla="*/ 4004893 w 5876984"/>
              <a:gd name="connsiteY4150" fmla="*/ 752684 h 4550534"/>
              <a:gd name="connsiteX4151" fmla="*/ 5315974 w 5876984"/>
              <a:gd name="connsiteY4151" fmla="*/ 743564 h 4550534"/>
              <a:gd name="connsiteX4152" fmla="*/ 5309752 w 5876984"/>
              <a:gd name="connsiteY4152" fmla="*/ 761413 h 4550534"/>
              <a:gd name="connsiteX4153" fmla="*/ 5315974 w 5876984"/>
              <a:gd name="connsiteY4153" fmla="*/ 743564 h 4550534"/>
              <a:gd name="connsiteX4154" fmla="*/ 5054132 w 5876984"/>
              <a:gd name="connsiteY4154" fmla="*/ 743564 h 4550534"/>
              <a:gd name="connsiteX4155" fmla="*/ 5056169 w 5876984"/>
              <a:gd name="connsiteY4155" fmla="*/ 763254 h 4550534"/>
              <a:gd name="connsiteX4156" fmla="*/ 5054132 w 5876984"/>
              <a:gd name="connsiteY4156" fmla="*/ 743564 h 4550534"/>
              <a:gd name="connsiteX4157" fmla="*/ 4442042 w 5876984"/>
              <a:gd name="connsiteY4157" fmla="*/ 742200 h 4550534"/>
              <a:gd name="connsiteX4158" fmla="*/ 4453823 w 5876984"/>
              <a:gd name="connsiteY4158" fmla="*/ 742207 h 4550534"/>
              <a:gd name="connsiteX4159" fmla="*/ 4432048 w 5876984"/>
              <a:gd name="connsiteY4159" fmla="*/ 765946 h 4550534"/>
              <a:gd name="connsiteX4160" fmla="*/ 4419119 w 5876984"/>
              <a:gd name="connsiteY4160" fmla="*/ 764431 h 4550534"/>
              <a:gd name="connsiteX4161" fmla="*/ 4425584 w 5876984"/>
              <a:gd name="connsiteY4161" fmla="*/ 748521 h 4550534"/>
              <a:gd name="connsiteX4162" fmla="*/ 4442042 w 5876984"/>
              <a:gd name="connsiteY4162" fmla="*/ 742200 h 4550534"/>
              <a:gd name="connsiteX4163" fmla="*/ 5334786 w 5876984"/>
              <a:gd name="connsiteY4163" fmla="*/ 740559 h 4550534"/>
              <a:gd name="connsiteX4164" fmla="*/ 5330613 w 5876984"/>
              <a:gd name="connsiteY4164" fmla="*/ 753496 h 4550534"/>
              <a:gd name="connsiteX4165" fmla="*/ 5334786 w 5876984"/>
              <a:gd name="connsiteY4165" fmla="*/ 740559 h 4550534"/>
              <a:gd name="connsiteX4166" fmla="*/ 4668195 w 5876984"/>
              <a:gd name="connsiteY4166" fmla="*/ 740169 h 4550534"/>
              <a:gd name="connsiteX4167" fmla="*/ 4665762 w 5876984"/>
              <a:gd name="connsiteY4167" fmla="*/ 754627 h 4550534"/>
              <a:gd name="connsiteX4168" fmla="*/ 4654984 w 5876984"/>
              <a:gd name="connsiteY4168" fmla="*/ 746764 h 4550534"/>
              <a:gd name="connsiteX4169" fmla="*/ 4668195 w 5876984"/>
              <a:gd name="connsiteY4169" fmla="*/ 740169 h 4550534"/>
              <a:gd name="connsiteX4170" fmla="*/ 4292863 w 5876984"/>
              <a:gd name="connsiteY4170" fmla="*/ 735642 h 4550534"/>
              <a:gd name="connsiteX4171" fmla="*/ 4288578 w 5876984"/>
              <a:gd name="connsiteY4171" fmla="*/ 748961 h 4550534"/>
              <a:gd name="connsiteX4172" fmla="*/ 4292863 w 5876984"/>
              <a:gd name="connsiteY4172" fmla="*/ 735642 h 4550534"/>
              <a:gd name="connsiteX4173" fmla="*/ 4210286 w 5876984"/>
              <a:gd name="connsiteY4173" fmla="*/ 731115 h 4550534"/>
              <a:gd name="connsiteX4174" fmla="*/ 4218528 w 5876984"/>
              <a:gd name="connsiteY4174" fmla="*/ 739424 h 4550534"/>
              <a:gd name="connsiteX4175" fmla="*/ 4204023 w 5876984"/>
              <a:gd name="connsiteY4175" fmla="*/ 735939 h 4550534"/>
              <a:gd name="connsiteX4176" fmla="*/ 4210286 w 5876984"/>
              <a:gd name="connsiteY4176" fmla="*/ 731115 h 4550534"/>
              <a:gd name="connsiteX4177" fmla="*/ 4828428 w 5876984"/>
              <a:gd name="connsiteY4177" fmla="*/ 727719 h 4550534"/>
              <a:gd name="connsiteX4178" fmla="*/ 4826421 w 5876984"/>
              <a:gd name="connsiteY4178" fmla="*/ 761416 h 4550534"/>
              <a:gd name="connsiteX4179" fmla="*/ 4828428 w 5876984"/>
              <a:gd name="connsiteY4179" fmla="*/ 727719 h 4550534"/>
              <a:gd name="connsiteX4180" fmla="*/ 4181385 w 5876984"/>
              <a:gd name="connsiteY4180" fmla="*/ 721915 h 4550534"/>
              <a:gd name="connsiteX4181" fmla="*/ 4177012 w 5876984"/>
              <a:gd name="connsiteY4181" fmla="*/ 729870 h 4550534"/>
              <a:gd name="connsiteX4182" fmla="*/ 4185423 w 5876984"/>
              <a:gd name="connsiteY4182" fmla="*/ 731666 h 4550534"/>
              <a:gd name="connsiteX4183" fmla="*/ 4185423 w 5876984"/>
              <a:gd name="connsiteY4183" fmla="*/ 734745 h 4550534"/>
              <a:gd name="connsiteX4184" fmla="*/ 4194170 w 5876984"/>
              <a:gd name="connsiteY4184" fmla="*/ 728331 h 4550534"/>
              <a:gd name="connsiteX4185" fmla="*/ 4181385 w 5876984"/>
              <a:gd name="connsiteY4185" fmla="*/ 721915 h 4550534"/>
              <a:gd name="connsiteX4186" fmla="*/ 4224502 w 5876984"/>
              <a:gd name="connsiteY4186" fmla="*/ 719797 h 4550534"/>
              <a:gd name="connsiteX4187" fmla="*/ 4214022 w 5876984"/>
              <a:gd name="connsiteY4187" fmla="*/ 729721 h 4550534"/>
              <a:gd name="connsiteX4188" fmla="*/ 4224502 w 5876984"/>
              <a:gd name="connsiteY4188" fmla="*/ 719797 h 4550534"/>
              <a:gd name="connsiteX4189" fmla="*/ 4932879 w 5876984"/>
              <a:gd name="connsiteY4189" fmla="*/ 708479 h 4550534"/>
              <a:gd name="connsiteX4190" fmla="*/ 4939142 w 5876984"/>
              <a:gd name="connsiteY4190" fmla="*/ 722938 h 4550534"/>
              <a:gd name="connsiteX4191" fmla="*/ 4932879 w 5876984"/>
              <a:gd name="connsiteY4191" fmla="*/ 708479 h 4550534"/>
              <a:gd name="connsiteX4192" fmla="*/ 4299704 w 5876984"/>
              <a:gd name="connsiteY4192" fmla="*/ 708479 h 4550534"/>
              <a:gd name="connsiteX4193" fmla="*/ 4301790 w 5876984"/>
              <a:gd name="connsiteY4193" fmla="*/ 735390 h 4550534"/>
              <a:gd name="connsiteX4194" fmla="*/ 4299704 w 5876984"/>
              <a:gd name="connsiteY4194" fmla="*/ 708479 h 4550534"/>
              <a:gd name="connsiteX4195" fmla="*/ 4394110 w 5876984"/>
              <a:gd name="connsiteY4195" fmla="*/ 705235 h 4550534"/>
              <a:gd name="connsiteX4196" fmla="*/ 4384159 w 5876984"/>
              <a:gd name="connsiteY4196" fmla="*/ 709551 h 4550534"/>
              <a:gd name="connsiteX4197" fmla="*/ 4405838 w 5876984"/>
              <a:gd name="connsiteY4197" fmla="*/ 708016 h 4550534"/>
              <a:gd name="connsiteX4198" fmla="*/ 4394110 w 5876984"/>
              <a:gd name="connsiteY4198" fmla="*/ 705235 h 4550534"/>
              <a:gd name="connsiteX4199" fmla="*/ 5046092 w 5876984"/>
              <a:gd name="connsiteY4199" fmla="*/ 703952 h 4550534"/>
              <a:gd name="connsiteX4200" fmla="*/ 5043834 w 5876984"/>
              <a:gd name="connsiteY4200" fmla="*/ 733122 h 4550534"/>
              <a:gd name="connsiteX4201" fmla="*/ 5046092 w 5876984"/>
              <a:gd name="connsiteY4201" fmla="*/ 703952 h 4550534"/>
              <a:gd name="connsiteX4202" fmla="*/ 5007432 w 5876984"/>
              <a:gd name="connsiteY4202" fmla="*/ 703952 h 4550534"/>
              <a:gd name="connsiteX4203" fmla="*/ 5015817 w 5876984"/>
              <a:gd name="connsiteY4203" fmla="*/ 741492 h 4550534"/>
              <a:gd name="connsiteX4204" fmla="*/ 4994688 w 5876984"/>
              <a:gd name="connsiteY4204" fmla="*/ 741492 h 4550534"/>
              <a:gd name="connsiteX4205" fmla="*/ 5007432 w 5876984"/>
              <a:gd name="connsiteY4205" fmla="*/ 703952 h 4550534"/>
              <a:gd name="connsiteX4206" fmla="*/ 4469222 w 5876984"/>
              <a:gd name="connsiteY4206" fmla="*/ 695705 h 4550534"/>
              <a:gd name="connsiteX4207" fmla="*/ 4454594 w 5876984"/>
              <a:gd name="connsiteY4207" fmla="*/ 721805 h 4550534"/>
              <a:gd name="connsiteX4208" fmla="*/ 4469222 w 5876984"/>
              <a:gd name="connsiteY4208" fmla="*/ 695705 h 4550534"/>
              <a:gd name="connsiteX4209" fmla="*/ 5486247 w 5876984"/>
              <a:gd name="connsiteY4209" fmla="*/ 693766 h 4550534"/>
              <a:gd name="connsiteX4210" fmla="*/ 5503164 w 5876984"/>
              <a:gd name="connsiteY4210" fmla="*/ 719542 h 4550534"/>
              <a:gd name="connsiteX4211" fmla="*/ 5486247 w 5876984"/>
              <a:gd name="connsiteY4211" fmla="*/ 693766 h 4550534"/>
              <a:gd name="connsiteX4212" fmla="*/ 4302499 w 5876984"/>
              <a:gd name="connsiteY4212" fmla="*/ 693766 h 4550534"/>
              <a:gd name="connsiteX4213" fmla="*/ 4300445 w 5876984"/>
              <a:gd name="connsiteY4213" fmla="*/ 701814 h 4550534"/>
              <a:gd name="connsiteX4214" fmla="*/ 4302499 w 5876984"/>
              <a:gd name="connsiteY4214" fmla="*/ 693766 h 4550534"/>
              <a:gd name="connsiteX4215" fmla="*/ 4094038 w 5876984"/>
              <a:gd name="connsiteY4215" fmla="*/ 693766 h 4550534"/>
              <a:gd name="connsiteX4216" fmla="*/ 4096044 w 5876984"/>
              <a:gd name="connsiteY4216" fmla="*/ 710478 h 4550534"/>
              <a:gd name="connsiteX4217" fmla="*/ 4094038 w 5876984"/>
              <a:gd name="connsiteY4217" fmla="*/ 693766 h 4550534"/>
              <a:gd name="connsiteX4218" fmla="*/ 4028536 w 5876984"/>
              <a:gd name="connsiteY4218" fmla="*/ 680014 h 4550534"/>
              <a:gd name="connsiteX4219" fmla="*/ 4035490 w 5876984"/>
              <a:gd name="connsiteY4219" fmla="*/ 686003 h 4550534"/>
              <a:gd name="connsiteX4220" fmla="*/ 4033525 w 5876984"/>
              <a:gd name="connsiteY4220" fmla="*/ 692380 h 4550534"/>
              <a:gd name="connsiteX4221" fmla="*/ 4023046 w 5876984"/>
              <a:gd name="connsiteY4221" fmla="*/ 681158 h 4550534"/>
              <a:gd name="connsiteX4222" fmla="*/ 4028536 w 5876984"/>
              <a:gd name="connsiteY4222" fmla="*/ 680014 h 4550534"/>
              <a:gd name="connsiteX4223" fmla="*/ 4895051 w 5876984"/>
              <a:gd name="connsiteY4223" fmla="*/ 677674 h 4550534"/>
              <a:gd name="connsiteX4224" fmla="*/ 4886641 w 5876984"/>
              <a:gd name="connsiteY4224" fmla="*/ 692303 h 4550534"/>
              <a:gd name="connsiteX4225" fmla="*/ 4893032 w 5876984"/>
              <a:gd name="connsiteY4225" fmla="*/ 697180 h 4550534"/>
              <a:gd name="connsiteX4226" fmla="*/ 4895051 w 5876984"/>
              <a:gd name="connsiteY4226" fmla="*/ 677674 h 4550534"/>
              <a:gd name="connsiteX4227" fmla="*/ 4041312 w 5876984"/>
              <a:gd name="connsiteY4227" fmla="*/ 674527 h 4550534"/>
              <a:gd name="connsiteX4228" fmla="*/ 4043347 w 5876984"/>
              <a:gd name="connsiteY4228" fmla="*/ 684451 h 4550534"/>
              <a:gd name="connsiteX4229" fmla="*/ 4041312 w 5876984"/>
              <a:gd name="connsiteY4229" fmla="*/ 674527 h 4550534"/>
              <a:gd name="connsiteX4230" fmla="*/ 5103098 w 5876984"/>
              <a:gd name="connsiteY4230" fmla="*/ 672717 h 4550534"/>
              <a:gd name="connsiteX4231" fmla="*/ 5119412 w 5876984"/>
              <a:gd name="connsiteY4231" fmla="*/ 692375 h 4550534"/>
              <a:gd name="connsiteX4232" fmla="*/ 5104745 w 5876984"/>
              <a:gd name="connsiteY4232" fmla="*/ 690559 h 4550534"/>
              <a:gd name="connsiteX4233" fmla="*/ 5094078 w 5876984"/>
              <a:gd name="connsiteY4233" fmla="*/ 674220 h 4550534"/>
              <a:gd name="connsiteX4234" fmla="*/ 5103098 w 5876984"/>
              <a:gd name="connsiteY4234" fmla="*/ 672717 h 4550534"/>
              <a:gd name="connsiteX4235" fmla="*/ 4238808 w 5876984"/>
              <a:gd name="connsiteY4235" fmla="*/ 672263 h 4550534"/>
              <a:gd name="connsiteX4236" fmla="*/ 4236766 w 5876984"/>
              <a:gd name="connsiteY4236" fmla="*/ 690113 h 4550534"/>
              <a:gd name="connsiteX4237" fmla="*/ 4238808 w 5876984"/>
              <a:gd name="connsiteY4237" fmla="*/ 672263 h 4550534"/>
              <a:gd name="connsiteX4238" fmla="*/ 4871098 w 5876984"/>
              <a:gd name="connsiteY4238" fmla="*/ 670643 h 4550534"/>
              <a:gd name="connsiteX4239" fmla="*/ 4871098 w 5876984"/>
              <a:gd name="connsiteY4239" fmla="*/ 683327 h 4550534"/>
              <a:gd name="connsiteX4240" fmla="*/ 4871098 w 5876984"/>
              <a:gd name="connsiteY4240" fmla="*/ 670643 h 4550534"/>
              <a:gd name="connsiteX4241" fmla="*/ 5486373 w 5876984"/>
              <a:gd name="connsiteY4241" fmla="*/ 667736 h 4550534"/>
              <a:gd name="connsiteX4242" fmla="*/ 5501671 w 5876984"/>
              <a:gd name="connsiteY4242" fmla="*/ 678730 h 4550534"/>
              <a:gd name="connsiteX4243" fmla="*/ 5492978 w 5876984"/>
              <a:gd name="connsiteY4243" fmla="*/ 685226 h 4550534"/>
              <a:gd name="connsiteX4244" fmla="*/ 5486373 w 5876984"/>
              <a:gd name="connsiteY4244" fmla="*/ 667736 h 4550534"/>
              <a:gd name="connsiteX4245" fmla="*/ 5077420 w 5876984"/>
              <a:gd name="connsiteY4245" fmla="*/ 666604 h 4550534"/>
              <a:gd name="connsiteX4246" fmla="*/ 5060441 w 5876984"/>
              <a:gd name="connsiteY4246" fmla="*/ 743305 h 4550534"/>
              <a:gd name="connsiteX4247" fmla="*/ 5077420 w 5876984"/>
              <a:gd name="connsiteY4247" fmla="*/ 666604 h 4550534"/>
              <a:gd name="connsiteX4248" fmla="*/ 4343126 w 5876984"/>
              <a:gd name="connsiteY4248" fmla="*/ 666471 h 4550534"/>
              <a:gd name="connsiteX4249" fmla="*/ 4359020 w 5876984"/>
              <a:gd name="connsiteY4249" fmla="*/ 666534 h 4550534"/>
              <a:gd name="connsiteX4250" fmla="*/ 4342066 w 5876984"/>
              <a:gd name="connsiteY4250" fmla="*/ 714882 h 4550534"/>
              <a:gd name="connsiteX4251" fmla="*/ 4356984 w 5876984"/>
              <a:gd name="connsiteY4251" fmla="*/ 716673 h 4550534"/>
              <a:gd name="connsiteX4252" fmla="*/ 4344100 w 5876984"/>
              <a:gd name="connsiteY4252" fmla="*/ 726394 h 4550534"/>
              <a:gd name="connsiteX4253" fmla="*/ 4324773 w 5876984"/>
              <a:gd name="connsiteY4253" fmla="*/ 723068 h 4550534"/>
              <a:gd name="connsiteX4254" fmla="*/ 4322739 w 5876984"/>
              <a:gd name="connsiteY4254" fmla="*/ 727928 h 4550534"/>
              <a:gd name="connsiteX4255" fmla="*/ 4335623 w 5876984"/>
              <a:gd name="connsiteY4255" fmla="*/ 734323 h 4550534"/>
              <a:gd name="connsiteX4256" fmla="*/ 4320704 w 5876984"/>
              <a:gd name="connsiteY4256" fmla="*/ 706952 h 4550534"/>
              <a:gd name="connsiteX4257" fmla="*/ 4333588 w 5876984"/>
              <a:gd name="connsiteY4257" fmla="*/ 711812 h 4550534"/>
              <a:gd name="connsiteX4258" fmla="*/ 4350542 w 5876984"/>
              <a:gd name="connsiteY4258" fmla="*/ 695441 h 4550534"/>
              <a:gd name="connsiteX4259" fmla="*/ 4327146 w 5876984"/>
              <a:gd name="connsiteY4259" fmla="*/ 687511 h 4550534"/>
              <a:gd name="connsiteX4260" fmla="*/ 4346474 w 5876984"/>
              <a:gd name="connsiteY4260" fmla="*/ 674465 h 4550534"/>
              <a:gd name="connsiteX4261" fmla="*/ 4333588 w 5876984"/>
              <a:gd name="connsiteY4261" fmla="*/ 671395 h 4550534"/>
              <a:gd name="connsiteX4262" fmla="*/ 4343126 w 5876984"/>
              <a:gd name="connsiteY4262" fmla="*/ 666471 h 4550534"/>
              <a:gd name="connsiteX4263" fmla="*/ 4849104 w 5876984"/>
              <a:gd name="connsiteY4263" fmla="*/ 663209 h 4550534"/>
              <a:gd name="connsiteX4264" fmla="*/ 4862316 w 5876984"/>
              <a:gd name="connsiteY4264" fmla="*/ 674431 h 4550534"/>
              <a:gd name="connsiteX4265" fmla="*/ 4840412 w 5876984"/>
              <a:gd name="connsiteY4265" fmla="*/ 679277 h 4550534"/>
              <a:gd name="connsiteX4266" fmla="*/ 4849104 w 5876984"/>
              <a:gd name="connsiteY4266" fmla="*/ 663209 h 4550534"/>
              <a:gd name="connsiteX4267" fmla="*/ 4456777 w 5876984"/>
              <a:gd name="connsiteY4267" fmla="*/ 661346 h 4550534"/>
              <a:gd name="connsiteX4268" fmla="*/ 4469649 w 5876984"/>
              <a:gd name="connsiteY4268" fmla="*/ 664459 h 4550534"/>
              <a:gd name="connsiteX4269" fmla="*/ 4478118 w 5876984"/>
              <a:gd name="connsiteY4269" fmla="*/ 671202 h 4550534"/>
              <a:gd name="connsiteX4270" fmla="*/ 4456777 w 5876984"/>
              <a:gd name="connsiteY4270" fmla="*/ 674314 h 4550534"/>
              <a:gd name="connsiteX4271" fmla="*/ 4456777 w 5876984"/>
              <a:gd name="connsiteY4271" fmla="*/ 661346 h 4550534"/>
              <a:gd name="connsiteX4272" fmla="*/ 4067354 w 5876984"/>
              <a:gd name="connsiteY4272" fmla="*/ 657927 h 4550534"/>
              <a:gd name="connsiteX4273" fmla="*/ 4087989 w 5876984"/>
              <a:gd name="connsiteY4273" fmla="*/ 667484 h 4550534"/>
              <a:gd name="connsiteX4274" fmla="*/ 4067354 w 5876984"/>
              <a:gd name="connsiteY4274" fmla="*/ 657927 h 4550534"/>
              <a:gd name="connsiteX4275" fmla="*/ 4429211 w 5876984"/>
              <a:gd name="connsiteY4275" fmla="*/ 653023 h 4550534"/>
              <a:gd name="connsiteX4276" fmla="*/ 4409902 w 5876984"/>
              <a:gd name="connsiteY4276" fmla="*/ 733851 h 4550534"/>
              <a:gd name="connsiteX4277" fmla="*/ 4360786 w 5876984"/>
              <a:gd name="connsiteY4277" fmla="*/ 818003 h 4550534"/>
              <a:gd name="connsiteX4278" fmla="*/ 4373658 w 5876984"/>
              <a:gd name="connsiteY4278" fmla="*/ 769405 h 4550534"/>
              <a:gd name="connsiteX4279" fmla="*/ 4380094 w 5876984"/>
              <a:gd name="connsiteY4279" fmla="*/ 746896 h 4550534"/>
              <a:gd name="connsiteX4280" fmla="*/ 4367223 w 5876984"/>
              <a:gd name="connsiteY4280" fmla="*/ 742036 h 4550534"/>
              <a:gd name="connsiteX4281" fmla="*/ 4380094 w 5876984"/>
              <a:gd name="connsiteY4281" fmla="*/ 693437 h 4550534"/>
              <a:gd name="connsiteX4282" fmla="*/ 4403467 w 5876984"/>
              <a:gd name="connsiteY4282" fmla="*/ 699831 h 4550534"/>
              <a:gd name="connsiteX4283" fmla="*/ 4405838 w 5876984"/>
              <a:gd name="connsiteY4283" fmla="*/ 690112 h 4550534"/>
              <a:gd name="connsiteX4284" fmla="*/ 4392967 w 5876984"/>
              <a:gd name="connsiteY4284" fmla="*/ 685507 h 4550534"/>
              <a:gd name="connsiteX4285" fmla="*/ 4429211 w 5876984"/>
              <a:gd name="connsiteY4285" fmla="*/ 653023 h 4550534"/>
              <a:gd name="connsiteX4286" fmla="*/ 4503252 w 5876984"/>
              <a:gd name="connsiteY4286" fmla="*/ 650026 h 4550534"/>
              <a:gd name="connsiteX4287" fmla="*/ 4499170 w 5876984"/>
              <a:gd name="connsiteY4287" fmla="*/ 666349 h 4550534"/>
              <a:gd name="connsiteX4288" fmla="*/ 4503252 w 5876984"/>
              <a:gd name="connsiteY4288" fmla="*/ 650026 h 4550534"/>
              <a:gd name="connsiteX4289" fmla="*/ 4114522 w 5876984"/>
              <a:gd name="connsiteY4289" fmla="*/ 649628 h 4550534"/>
              <a:gd name="connsiteX4290" fmla="*/ 4120786 w 5876984"/>
              <a:gd name="connsiteY4290" fmla="*/ 661381 h 4550534"/>
              <a:gd name="connsiteX4291" fmla="*/ 4116500 w 5876984"/>
              <a:gd name="connsiteY4291" fmla="*/ 661381 h 4550534"/>
              <a:gd name="connsiteX4292" fmla="*/ 4095732 w 5876984"/>
              <a:gd name="connsiteY4292" fmla="*/ 659553 h 4550534"/>
              <a:gd name="connsiteX4293" fmla="*/ 4114522 w 5876984"/>
              <a:gd name="connsiteY4293" fmla="*/ 649628 h 4550534"/>
              <a:gd name="connsiteX4294" fmla="*/ 4867466 w 5876984"/>
              <a:gd name="connsiteY4294" fmla="*/ 643537 h 4550534"/>
              <a:gd name="connsiteX4295" fmla="*/ 4866784 w 5876984"/>
              <a:gd name="connsiteY4295" fmla="*/ 643866 h 4550534"/>
              <a:gd name="connsiteX4296" fmla="*/ 4867386 w 5876984"/>
              <a:gd name="connsiteY4296" fmla="*/ 644141 h 4550534"/>
              <a:gd name="connsiteX4297" fmla="*/ 4890678 w 5876984"/>
              <a:gd name="connsiteY4297" fmla="*/ 635580 h 4550534"/>
              <a:gd name="connsiteX4298" fmla="*/ 4898074 w 5876984"/>
              <a:gd name="connsiteY4298" fmla="*/ 642458 h 4550534"/>
              <a:gd name="connsiteX4299" fmla="*/ 4899266 w 5876984"/>
              <a:gd name="connsiteY4299" fmla="*/ 641626 h 4550534"/>
              <a:gd name="connsiteX4300" fmla="*/ 4907756 w 5876984"/>
              <a:gd name="connsiteY4300" fmla="*/ 651318 h 4550534"/>
              <a:gd name="connsiteX4301" fmla="*/ 4901222 w 5876984"/>
              <a:gd name="connsiteY4301" fmla="*/ 651820 h 4550534"/>
              <a:gd name="connsiteX4302" fmla="*/ 4901442 w 5876984"/>
              <a:gd name="connsiteY4302" fmla="*/ 653290 h 4550534"/>
              <a:gd name="connsiteX4303" fmla="*/ 4909852 w 5876984"/>
              <a:gd name="connsiteY4303" fmla="*/ 651750 h 4550534"/>
              <a:gd name="connsiteX4304" fmla="*/ 4914226 w 5876984"/>
              <a:gd name="connsiteY4304" fmla="*/ 638660 h 4550534"/>
              <a:gd name="connsiteX4305" fmla="*/ 4916244 w 5876984"/>
              <a:gd name="connsiteY4305" fmla="*/ 672797 h 4550534"/>
              <a:gd name="connsiteX4306" fmla="*/ 4931382 w 5876984"/>
              <a:gd name="connsiteY4306" fmla="*/ 669460 h 4550534"/>
              <a:gd name="connsiteX4307" fmla="*/ 4920617 w 5876984"/>
              <a:gd name="connsiteY4307" fmla="*/ 682550 h 4550534"/>
              <a:gd name="connsiteX4308" fmla="*/ 4909852 w 5876984"/>
              <a:gd name="connsiteY4308" fmla="*/ 679213 h 4550534"/>
              <a:gd name="connsiteX4309" fmla="*/ 4927008 w 5876984"/>
              <a:gd name="connsiteY4309" fmla="*/ 697180 h 4550534"/>
              <a:gd name="connsiteX4310" fmla="*/ 4911871 w 5876984"/>
              <a:gd name="connsiteY4310" fmla="*/ 710014 h 4550534"/>
              <a:gd name="connsiteX4311" fmla="*/ 4909852 w 5876984"/>
              <a:gd name="connsiteY4311" fmla="*/ 693844 h 4550534"/>
              <a:gd name="connsiteX4312" fmla="*/ 4884286 w 5876984"/>
              <a:gd name="connsiteY4312" fmla="*/ 714891 h 4550534"/>
              <a:gd name="connsiteX4313" fmla="*/ 4888660 w 5876984"/>
              <a:gd name="connsiteY4313" fmla="*/ 721564 h 4550534"/>
              <a:gd name="connsiteX4314" fmla="*/ 4899424 w 5876984"/>
              <a:gd name="connsiteY4314" fmla="*/ 714891 h 4550534"/>
              <a:gd name="connsiteX4315" fmla="*/ 4911871 w 5876984"/>
              <a:gd name="connsiteY4315" fmla="*/ 716687 h 4550534"/>
              <a:gd name="connsiteX4316" fmla="*/ 4920617 w 5876984"/>
              <a:gd name="connsiteY4316" fmla="*/ 732857 h 4550534"/>
              <a:gd name="connsiteX4317" fmla="*/ 4935418 w 5876984"/>
              <a:gd name="connsiteY4317" fmla="*/ 724643 h 4550534"/>
              <a:gd name="connsiteX4318" fmla="*/ 4922636 w 5876984"/>
              <a:gd name="connsiteY4318" fmla="*/ 753904 h 4550534"/>
              <a:gd name="connsiteX4319" fmla="*/ 4914226 w 5876984"/>
              <a:gd name="connsiteY4319" fmla="*/ 742610 h 4550534"/>
              <a:gd name="connsiteX4320" fmla="*/ 4901442 w 5876984"/>
              <a:gd name="connsiteY4320" fmla="*/ 779827 h 4550534"/>
              <a:gd name="connsiteX4321" fmla="*/ 4914226 w 5876984"/>
              <a:gd name="connsiteY4321" fmla="*/ 778288 h 4550534"/>
              <a:gd name="connsiteX4322" fmla="*/ 4922636 w 5876984"/>
              <a:gd name="connsiteY4322" fmla="*/ 794457 h 4550534"/>
              <a:gd name="connsiteX4323" fmla="*/ 4911871 w 5876984"/>
              <a:gd name="connsiteY4323" fmla="*/ 842968 h 4550534"/>
              <a:gd name="connsiteX4324" fmla="*/ 4901442 w 5876984"/>
              <a:gd name="connsiteY4324" fmla="*/ 833214 h 4550534"/>
              <a:gd name="connsiteX4325" fmla="*/ 4903461 w 5876984"/>
              <a:gd name="connsiteY4325" fmla="*/ 854518 h 4550534"/>
              <a:gd name="connsiteX4326" fmla="*/ 4886641 w 5876984"/>
              <a:gd name="connsiteY4326" fmla="*/ 854518 h 4550534"/>
              <a:gd name="connsiteX4327" fmla="*/ 4897070 w 5876984"/>
              <a:gd name="connsiteY4327" fmla="*/ 860935 h 4550534"/>
              <a:gd name="connsiteX4328" fmla="*/ 4905816 w 5876984"/>
              <a:gd name="connsiteY4328" fmla="*/ 893275 h 4550534"/>
              <a:gd name="connsiteX4329" fmla="*/ 4894336 w 5876984"/>
              <a:gd name="connsiteY4329" fmla="*/ 910214 h 4550534"/>
              <a:gd name="connsiteX4330" fmla="*/ 4896578 w 5876984"/>
              <a:gd name="connsiteY4330" fmla="*/ 913561 h 4550534"/>
              <a:gd name="connsiteX4331" fmla="*/ 4907137 w 5876984"/>
              <a:gd name="connsiteY4331" fmla="*/ 914089 h 4550534"/>
              <a:gd name="connsiteX4332" fmla="*/ 4906951 w 5876984"/>
              <a:gd name="connsiteY4332" fmla="*/ 913616 h 4550534"/>
              <a:gd name="connsiteX4333" fmla="*/ 4911871 w 5876984"/>
              <a:gd name="connsiteY4333" fmla="*/ 911241 h 4550534"/>
              <a:gd name="connsiteX4334" fmla="*/ 4924990 w 5876984"/>
              <a:gd name="connsiteY4334" fmla="*/ 912781 h 4550534"/>
              <a:gd name="connsiteX4335" fmla="*/ 4918652 w 5876984"/>
              <a:gd name="connsiteY4335" fmla="*/ 918126 h 4550534"/>
              <a:gd name="connsiteX4336" fmla="*/ 4920176 w 5876984"/>
              <a:gd name="connsiteY4336" fmla="*/ 920051 h 4550534"/>
              <a:gd name="connsiteX4337" fmla="*/ 4916298 w 5876984"/>
              <a:gd name="connsiteY4337" fmla="*/ 920112 h 4550534"/>
              <a:gd name="connsiteX4338" fmla="*/ 4905816 w 5876984"/>
              <a:gd name="connsiteY4338" fmla="*/ 928951 h 4550534"/>
              <a:gd name="connsiteX4339" fmla="*/ 4895093 w 5876984"/>
              <a:gd name="connsiteY4339" fmla="*/ 921540 h 4550534"/>
              <a:gd name="connsiteX4340" fmla="*/ 4893879 w 5876984"/>
              <a:gd name="connsiteY4340" fmla="*/ 919131 h 4550534"/>
              <a:gd name="connsiteX4341" fmla="*/ 4891110 w 5876984"/>
              <a:gd name="connsiteY4341" fmla="*/ 918478 h 4550534"/>
              <a:gd name="connsiteX4342" fmla="*/ 4889370 w 5876984"/>
              <a:gd name="connsiteY4342" fmla="*/ 915594 h 4550534"/>
              <a:gd name="connsiteX4343" fmla="*/ 4880081 w 5876984"/>
              <a:gd name="connsiteY4343" fmla="*/ 935561 h 4550534"/>
              <a:gd name="connsiteX4344" fmla="*/ 4888660 w 5876984"/>
              <a:gd name="connsiteY4344" fmla="*/ 953335 h 4550534"/>
              <a:gd name="connsiteX4345" fmla="*/ 4871840 w 5876984"/>
              <a:gd name="connsiteY4345" fmla="*/ 963088 h 4550534"/>
              <a:gd name="connsiteX4346" fmla="*/ 4869484 w 5876984"/>
              <a:gd name="connsiteY4346" fmla="*/ 984135 h 4550534"/>
              <a:gd name="connsiteX4347" fmla="*/ 4884286 w 5876984"/>
              <a:gd name="connsiteY4347" fmla="*/ 997225 h 4550534"/>
              <a:gd name="connsiteX4348" fmla="*/ 4861074 w 5876984"/>
              <a:gd name="connsiteY4348" fmla="*/ 997225 h 4550534"/>
              <a:gd name="connsiteX4349" fmla="*/ 4859056 w 5876984"/>
              <a:gd name="connsiteY4349" fmla="*/ 1019812 h 4550534"/>
              <a:gd name="connsiteX4350" fmla="*/ 4871840 w 5876984"/>
              <a:gd name="connsiteY4350" fmla="*/ 1019812 h 4550534"/>
              <a:gd name="connsiteX4351" fmla="*/ 4854683 w 5876984"/>
              <a:gd name="connsiteY4351" fmla="*/ 1032902 h 4550534"/>
              <a:gd name="connsiteX4352" fmla="*/ 4850310 w 5876984"/>
              <a:gd name="connsiteY4352" fmla="*/ 1074995 h 4550534"/>
              <a:gd name="connsiteX4353" fmla="*/ 4859056 w 5876984"/>
              <a:gd name="connsiteY4353" fmla="*/ 1081412 h 4550534"/>
              <a:gd name="connsiteX4354" fmla="*/ 4841899 w 5876984"/>
              <a:gd name="connsiteY4354" fmla="*/ 1078332 h 4550534"/>
              <a:gd name="connsiteX4355" fmla="*/ 4841899 w 5876984"/>
              <a:gd name="connsiteY4355" fmla="*/ 1114009 h 4550534"/>
              <a:gd name="connsiteX4356" fmla="*/ 4852664 w 5876984"/>
              <a:gd name="connsiteY4356" fmla="*/ 1102716 h 4550534"/>
              <a:gd name="connsiteX4357" fmla="*/ 4839880 w 5876984"/>
              <a:gd name="connsiteY4357" fmla="*/ 1130179 h 4550534"/>
              <a:gd name="connsiteX4358" fmla="*/ 4839880 w 5876984"/>
              <a:gd name="connsiteY4358" fmla="*/ 1120426 h 4550534"/>
              <a:gd name="connsiteX4359" fmla="*/ 4835508 w 5876984"/>
              <a:gd name="connsiteY4359" fmla="*/ 1143012 h 4550534"/>
              <a:gd name="connsiteX4360" fmla="*/ 4848290 w 5876984"/>
              <a:gd name="connsiteY4360" fmla="*/ 1138135 h 4550534"/>
              <a:gd name="connsiteX4361" fmla="*/ 4833489 w 5876984"/>
              <a:gd name="connsiteY4361" fmla="*/ 1146349 h 4550534"/>
              <a:gd name="connsiteX4362" fmla="*/ 4839880 w 5876984"/>
              <a:gd name="connsiteY4362" fmla="*/ 1162519 h 4550534"/>
              <a:gd name="connsiteX4363" fmla="*/ 4849594 w 5876984"/>
              <a:gd name="connsiteY4363" fmla="*/ 1156969 h 4550534"/>
              <a:gd name="connsiteX4364" fmla="*/ 4855662 w 5876984"/>
              <a:gd name="connsiteY4364" fmla="*/ 1153934 h 4550534"/>
              <a:gd name="connsiteX4365" fmla="*/ 4857354 w 5876984"/>
              <a:gd name="connsiteY4365" fmla="*/ 1149867 h 4550534"/>
              <a:gd name="connsiteX4366" fmla="*/ 4859454 w 5876984"/>
              <a:gd name="connsiteY4366" fmla="*/ 1147858 h 4550534"/>
              <a:gd name="connsiteX4367" fmla="*/ 4858636 w 5876984"/>
              <a:gd name="connsiteY4367" fmla="*/ 1146156 h 4550534"/>
              <a:gd name="connsiteX4368" fmla="*/ 4854683 w 5876984"/>
              <a:gd name="connsiteY4368" fmla="*/ 1139932 h 4550534"/>
              <a:gd name="connsiteX4369" fmla="*/ 4893032 w 5876984"/>
              <a:gd name="connsiteY4369" fmla="*/ 1089626 h 4550534"/>
              <a:gd name="connsiteX4370" fmla="*/ 4897070 w 5876984"/>
              <a:gd name="connsiteY4370" fmla="*/ 1058826 h 4550534"/>
              <a:gd name="connsiteX4371" fmla="*/ 4918262 w 5876984"/>
              <a:gd name="connsiteY4371" fmla="*/ 1006979 h 4550534"/>
              <a:gd name="connsiteX4372" fmla="*/ 4937437 w 5876984"/>
              <a:gd name="connsiteY4372" fmla="*/ 1006979 h 4550534"/>
              <a:gd name="connsiteX4373" fmla="*/ 4939792 w 5876984"/>
              <a:gd name="connsiteY4373" fmla="*/ 993888 h 4550534"/>
              <a:gd name="connsiteX4374" fmla="*/ 4967376 w 5876984"/>
              <a:gd name="connsiteY4374" fmla="*/ 987472 h 4550534"/>
              <a:gd name="connsiteX4375" fmla="*/ 4950220 w 5876984"/>
              <a:gd name="connsiteY4375" fmla="*/ 976178 h 4550534"/>
              <a:gd name="connsiteX4376" fmla="*/ 4969395 w 5876984"/>
              <a:gd name="connsiteY4376" fmla="*/ 961548 h 4550534"/>
              <a:gd name="connsiteX4377" fmla="*/ 4960985 w 5876984"/>
              <a:gd name="connsiteY4377" fmla="*/ 949998 h 4550534"/>
              <a:gd name="connsiteX4378" fmla="*/ 4982178 w 5876984"/>
              <a:gd name="connsiteY4378" fmla="*/ 959751 h 4550534"/>
              <a:gd name="connsiteX4379" fmla="*/ 4990588 w 5876984"/>
              <a:gd name="connsiteY4379" fmla="*/ 943582 h 4550534"/>
              <a:gd name="connsiteX4380" fmla="*/ 4986552 w 5876984"/>
              <a:gd name="connsiteY4380" fmla="*/ 930748 h 4550534"/>
              <a:gd name="connsiteX4381" fmla="*/ 4965358 w 5876984"/>
              <a:gd name="connsiteY4381" fmla="*/ 924075 h 4550534"/>
              <a:gd name="connsiteX4382" fmla="*/ 4982178 w 5876984"/>
              <a:gd name="connsiteY4382" fmla="*/ 924075 h 4550534"/>
              <a:gd name="connsiteX4383" fmla="*/ 4990588 w 5876984"/>
              <a:gd name="connsiteY4383" fmla="*/ 895071 h 4550534"/>
              <a:gd name="connsiteX4384" fmla="*/ 5012118 w 5876984"/>
              <a:gd name="connsiteY4384" fmla="*/ 904825 h 4550534"/>
              <a:gd name="connsiteX4385" fmla="*/ 5020528 w 5876984"/>
              <a:gd name="connsiteY4385" fmla="*/ 914578 h 4550534"/>
              <a:gd name="connsiteX4386" fmla="*/ 5014136 w 5876984"/>
              <a:gd name="connsiteY4386" fmla="*/ 933828 h 4550534"/>
              <a:gd name="connsiteX4387" fmla="*/ 5003371 w 5876984"/>
              <a:gd name="connsiteY4387" fmla="*/ 924075 h 4550534"/>
              <a:gd name="connsiteX4388" fmla="*/ 5007744 w 5876984"/>
              <a:gd name="connsiteY4388" fmla="*/ 943582 h 4550534"/>
              <a:gd name="connsiteX4389" fmla="*/ 4977805 w 5876984"/>
              <a:gd name="connsiteY4389" fmla="*/ 976178 h 4550534"/>
              <a:gd name="connsiteX4390" fmla="*/ 4981148 w 5876984"/>
              <a:gd name="connsiteY4390" fmla="*/ 978171 h 4550534"/>
              <a:gd name="connsiteX4391" fmla="*/ 4986926 w 5876984"/>
              <a:gd name="connsiteY4391" fmla="*/ 970826 h 4550534"/>
              <a:gd name="connsiteX4392" fmla="*/ 5006220 w 5876984"/>
              <a:gd name="connsiteY4392" fmla="*/ 967651 h 4550534"/>
              <a:gd name="connsiteX4393" fmla="*/ 4981497 w 5876984"/>
              <a:gd name="connsiteY4393" fmla="*/ 978379 h 4550534"/>
              <a:gd name="connsiteX4394" fmla="*/ 4988570 w 5876984"/>
              <a:gd name="connsiteY4394" fmla="*/ 982595 h 4550534"/>
              <a:gd name="connsiteX4395" fmla="*/ 4988570 w 5876984"/>
              <a:gd name="connsiteY4395" fmla="*/ 989012 h 4550534"/>
              <a:gd name="connsiteX4396" fmla="*/ 4971414 w 5876984"/>
              <a:gd name="connsiteY4396" fmla="*/ 989012 h 4550534"/>
              <a:gd name="connsiteX4397" fmla="*/ 4982178 w 5876984"/>
              <a:gd name="connsiteY4397" fmla="*/ 1002101 h 4550534"/>
              <a:gd name="connsiteX4398" fmla="*/ 4965358 w 5876984"/>
              <a:gd name="connsiteY4398" fmla="*/ 1006979 h 4550534"/>
              <a:gd name="connsiteX4399" fmla="*/ 4952575 w 5876984"/>
              <a:gd name="connsiteY4399" fmla="*/ 1032902 h 4550534"/>
              <a:gd name="connsiteX4400" fmla="*/ 4965358 w 5876984"/>
              <a:gd name="connsiteY4400" fmla="*/ 1037779 h 4550534"/>
              <a:gd name="connsiteX4401" fmla="*/ 4969395 w 5876984"/>
              <a:gd name="connsiteY4401" fmla="*/ 1045735 h 4550534"/>
              <a:gd name="connsiteX4402" fmla="*/ 4956612 w 5876984"/>
              <a:gd name="connsiteY4402" fmla="*/ 1060365 h 4550534"/>
              <a:gd name="connsiteX4403" fmla="*/ 4933400 w 5876984"/>
              <a:gd name="connsiteY4403" fmla="*/ 1107592 h 4550534"/>
              <a:gd name="connsiteX4404" fmla="*/ 4958966 w 5876984"/>
              <a:gd name="connsiteY4404" fmla="*/ 1121966 h 4550534"/>
              <a:gd name="connsiteX4405" fmla="*/ 4950220 w 5876984"/>
              <a:gd name="connsiteY4405" fmla="*/ 1112212 h 4550534"/>
              <a:gd name="connsiteX4406" fmla="*/ 4965358 w 5876984"/>
              <a:gd name="connsiteY4406" fmla="*/ 1110672 h 4550534"/>
              <a:gd name="connsiteX4407" fmla="*/ 5007744 w 5876984"/>
              <a:gd name="connsiteY4407" fmla="*/ 1032902 h 4550534"/>
              <a:gd name="connsiteX4408" fmla="*/ 5009763 w 5876984"/>
              <a:gd name="connsiteY4408" fmla="*/ 1049072 h 4550534"/>
              <a:gd name="connsiteX4409" fmla="*/ 5028938 w 5876984"/>
              <a:gd name="connsiteY4409" fmla="*/ 1049072 h 4550534"/>
              <a:gd name="connsiteX4410" fmla="*/ 5016154 w 5876984"/>
              <a:gd name="connsiteY4410" fmla="*/ 1052409 h 4550534"/>
              <a:gd name="connsiteX4411" fmla="*/ 5026919 w 5876984"/>
              <a:gd name="connsiteY4411" fmla="*/ 1074995 h 4550534"/>
              <a:gd name="connsiteX4412" fmla="*/ 5007744 w 5876984"/>
              <a:gd name="connsiteY4412" fmla="*/ 1065242 h 4550534"/>
              <a:gd name="connsiteX4413" fmla="*/ 5018509 w 5876984"/>
              <a:gd name="connsiteY4413" fmla="*/ 1057286 h 4550534"/>
              <a:gd name="connsiteX4414" fmla="*/ 4996980 w 5876984"/>
              <a:gd name="connsiteY4414" fmla="*/ 1055488 h 4550534"/>
              <a:gd name="connsiteX4415" fmla="*/ 5003371 w 5876984"/>
              <a:gd name="connsiteY4415" fmla="*/ 1073455 h 4550534"/>
              <a:gd name="connsiteX4416" fmla="*/ 5018509 w 5876984"/>
              <a:gd name="connsiteY4416" fmla="*/ 1084749 h 4550534"/>
              <a:gd name="connsiteX4417" fmla="*/ 4988570 w 5876984"/>
              <a:gd name="connsiteY4417" fmla="*/ 1149685 h 4550534"/>
              <a:gd name="connsiteX4418" fmla="*/ 5005726 w 5876984"/>
              <a:gd name="connsiteY4418" fmla="*/ 1154562 h 4550534"/>
              <a:gd name="connsiteX4419" fmla="*/ 4975786 w 5876984"/>
              <a:gd name="connsiteY4419" fmla="*/ 1175609 h 4550534"/>
              <a:gd name="connsiteX4420" fmla="*/ 4971414 w 5876984"/>
              <a:gd name="connsiteY4420" fmla="*/ 1159439 h 4550534"/>
              <a:gd name="connsiteX4421" fmla="*/ 4982178 w 5876984"/>
              <a:gd name="connsiteY4421" fmla="*/ 1160979 h 4550534"/>
              <a:gd name="connsiteX4422" fmla="*/ 4969395 w 5876984"/>
              <a:gd name="connsiteY4422" fmla="*/ 1146349 h 4550534"/>
              <a:gd name="connsiteX4423" fmla="*/ 4977805 w 5876984"/>
              <a:gd name="connsiteY4423" fmla="*/ 1182026 h 4550534"/>
              <a:gd name="connsiteX4424" fmla="*/ 4967376 w 5876984"/>
              <a:gd name="connsiteY4424" fmla="*/ 1201532 h 4550534"/>
              <a:gd name="connsiteX4425" fmla="*/ 4952575 w 5876984"/>
              <a:gd name="connsiteY4425" fmla="*/ 1186903 h 4550534"/>
              <a:gd name="connsiteX4426" fmla="*/ 4950220 w 5876984"/>
              <a:gd name="connsiteY4426" fmla="*/ 1207949 h 4550534"/>
              <a:gd name="connsiteX4427" fmla="*/ 4960985 w 5876984"/>
              <a:gd name="connsiteY4427" fmla="*/ 1237210 h 4550534"/>
              <a:gd name="connsiteX4428" fmla="*/ 4950220 w 5876984"/>
              <a:gd name="connsiteY4428" fmla="*/ 1232332 h 4550534"/>
              <a:gd name="connsiteX4429" fmla="*/ 4948202 w 5876984"/>
              <a:gd name="connsiteY4429" fmla="*/ 1246963 h 4550534"/>
              <a:gd name="connsiteX4430" fmla="*/ 4931382 w 5876984"/>
              <a:gd name="connsiteY4430" fmla="*/ 1256716 h 4550534"/>
              <a:gd name="connsiteX4431" fmla="*/ 4941810 w 5876984"/>
              <a:gd name="connsiteY4431" fmla="*/ 1274426 h 4550534"/>
              <a:gd name="connsiteX4432" fmla="*/ 4927008 w 5876984"/>
              <a:gd name="connsiteY4432" fmla="*/ 1279303 h 4550534"/>
              <a:gd name="connsiteX4433" fmla="*/ 4929027 w 5876984"/>
              <a:gd name="connsiteY4433" fmla="*/ 1295729 h 4550534"/>
              <a:gd name="connsiteX4434" fmla="*/ 4918262 w 5876984"/>
              <a:gd name="connsiteY4434" fmla="*/ 1290853 h 4550534"/>
              <a:gd name="connsiteX4435" fmla="*/ 4927008 w 5876984"/>
              <a:gd name="connsiteY4435" fmla="*/ 1298810 h 4550534"/>
              <a:gd name="connsiteX4436" fmla="*/ 4916244 w 5876984"/>
              <a:gd name="connsiteY4436" fmla="*/ 1305226 h 4550534"/>
              <a:gd name="connsiteX4437" fmla="*/ 4907834 w 5876984"/>
              <a:gd name="connsiteY4437" fmla="*/ 1293933 h 4550534"/>
              <a:gd name="connsiteX4438" fmla="*/ 4918262 w 5876984"/>
              <a:gd name="connsiteY4438" fmla="*/ 1316777 h 4550534"/>
              <a:gd name="connsiteX4439" fmla="*/ 4903461 w 5876984"/>
              <a:gd name="connsiteY4439" fmla="*/ 1331150 h 4550534"/>
              <a:gd name="connsiteX4440" fmla="*/ 4888660 w 5876984"/>
              <a:gd name="connsiteY4440" fmla="*/ 1332946 h 4550534"/>
              <a:gd name="connsiteX4441" fmla="*/ 4865448 w 5876984"/>
              <a:gd name="connsiteY4441" fmla="*/ 1388130 h 4550534"/>
              <a:gd name="connsiteX4442" fmla="*/ 4846272 w 5876984"/>
              <a:gd name="connsiteY4442" fmla="*/ 1388130 h 4550534"/>
              <a:gd name="connsiteX4443" fmla="*/ 4835508 w 5876984"/>
              <a:gd name="connsiteY4443" fmla="*/ 1412514 h 4550534"/>
              <a:gd name="connsiteX4444" fmla="*/ 4833489 w 5876984"/>
              <a:gd name="connsiteY4444" fmla="*/ 1430223 h 4550534"/>
              <a:gd name="connsiteX4445" fmla="*/ 4822724 w 5876984"/>
              <a:gd name="connsiteY4445" fmla="*/ 1430223 h 4550534"/>
              <a:gd name="connsiteX4446" fmla="*/ 4803550 w 5876984"/>
              <a:gd name="connsiteY4446" fmla="*/ 1461023 h 4550534"/>
              <a:gd name="connsiteX4447" fmla="*/ 4805683 w 5876984"/>
              <a:gd name="connsiteY4447" fmla="*/ 1476771 h 4550534"/>
              <a:gd name="connsiteX4448" fmla="*/ 4806162 w 5876984"/>
              <a:gd name="connsiteY4448" fmla="*/ 1477025 h 4550534"/>
              <a:gd name="connsiteX4449" fmla="*/ 4805836 w 5876984"/>
              <a:gd name="connsiteY4449" fmla="*/ 1477898 h 4550534"/>
              <a:gd name="connsiteX4450" fmla="*/ 4805988 w 5876984"/>
              <a:gd name="connsiteY4450" fmla="*/ 1479022 h 4550534"/>
              <a:gd name="connsiteX4451" fmla="*/ 4809941 w 5876984"/>
              <a:gd name="connsiteY4451" fmla="*/ 1493364 h 4550534"/>
              <a:gd name="connsiteX4452" fmla="*/ 4763181 w 5876984"/>
              <a:gd name="connsiteY4452" fmla="*/ 1519287 h 4550534"/>
              <a:gd name="connsiteX4453" fmla="*/ 4752752 w 5876984"/>
              <a:gd name="connsiteY4453" fmla="*/ 1533917 h 4550534"/>
              <a:gd name="connsiteX4454" fmla="*/ 4750398 w 5876984"/>
              <a:gd name="connsiteY4454" fmla="*/ 1524421 h 4550534"/>
              <a:gd name="connsiteX4455" fmla="*/ 4744006 w 5876984"/>
              <a:gd name="connsiteY4455" fmla="*/ 1548548 h 4550534"/>
              <a:gd name="connsiteX4456" fmla="*/ 4758808 w 5876984"/>
              <a:gd name="connsiteY4456" fmla="*/ 1538794 h 4550534"/>
              <a:gd name="connsiteX4457" fmla="*/ 4718776 w 5876984"/>
              <a:gd name="connsiteY4457" fmla="*/ 1564717 h 4550534"/>
              <a:gd name="connsiteX4458" fmla="*/ 4727186 w 5876984"/>
              <a:gd name="connsiteY4458" fmla="*/ 1574471 h 4550534"/>
              <a:gd name="connsiteX4459" fmla="*/ 4712384 w 5876984"/>
              <a:gd name="connsiteY4459" fmla="*/ 1586021 h 4550534"/>
              <a:gd name="connsiteX4460" fmla="*/ 4724621 w 5876984"/>
              <a:gd name="connsiteY4460" fmla="*/ 1586021 h 4550534"/>
              <a:gd name="connsiteX4461" fmla="*/ 4723140 w 5876984"/>
              <a:gd name="connsiteY4461" fmla="*/ 1585172 h 4550534"/>
              <a:gd name="connsiteX4462" fmla="*/ 4737298 w 5876984"/>
              <a:gd name="connsiteY4462" fmla="*/ 1571505 h 4550534"/>
              <a:gd name="connsiteX4463" fmla="*/ 4744879 w 5876984"/>
              <a:gd name="connsiteY4463" fmla="*/ 1574187 h 4550534"/>
              <a:gd name="connsiteX4464" fmla="*/ 4749269 w 5876984"/>
              <a:gd name="connsiteY4464" fmla="*/ 1573156 h 4550534"/>
              <a:gd name="connsiteX4465" fmla="*/ 4760714 w 5876984"/>
              <a:gd name="connsiteY4465" fmla="*/ 1568171 h 4550534"/>
              <a:gd name="connsiteX4466" fmla="*/ 4739640 w 5876984"/>
              <a:gd name="connsiteY4466" fmla="*/ 1568171 h 4550534"/>
              <a:gd name="connsiteX4467" fmla="*/ 4769076 w 5876984"/>
              <a:gd name="connsiteY4467" fmla="*/ 1561761 h 4550534"/>
              <a:gd name="connsiteX4468" fmla="*/ 4773424 w 5876984"/>
              <a:gd name="connsiteY4468" fmla="*/ 1581249 h 4550534"/>
              <a:gd name="connsiteX4469" fmla="*/ 4752016 w 5876984"/>
              <a:gd name="connsiteY4469" fmla="*/ 1579743 h 4550534"/>
              <a:gd name="connsiteX4470" fmla="*/ 4748382 w 5876984"/>
              <a:gd name="connsiteY4470" fmla="*/ 1579131 h 4550534"/>
              <a:gd name="connsiteX4471" fmla="*/ 4741988 w 5876984"/>
              <a:gd name="connsiteY4471" fmla="*/ 1587561 h 4550534"/>
              <a:gd name="connsiteX4472" fmla="*/ 4733147 w 5876984"/>
              <a:gd name="connsiteY4472" fmla="*/ 1588754 h 4550534"/>
              <a:gd name="connsiteX4473" fmla="*/ 4733286 w 5876984"/>
              <a:gd name="connsiteY4473" fmla="*/ 1590993 h 4550534"/>
              <a:gd name="connsiteX4474" fmla="*/ 4729704 w 5876984"/>
              <a:gd name="connsiteY4474" fmla="*/ 1588938 h 4550534"/>
              <a:gd name="connsiteX4475" fmla="*/ 4721342 w 5876984"/>
              <a:gd name="connsiteY4475" fmla="*/ 1588363 h 4550534"/>
              <a:gd name="connsiteX4476" fmla="*/ 4710030 w 5876984"/>
              <a:gd name="connsiteY4476" fmla="*/ 1593978 h 4550534"/>
              <a:gd name="connsiteX4477" fmla="*/ 4714656 w 5876984"/>
              <a:gd name="connsiteY4477" fmla="*/ 1601389 h 4550534"/>
              <a:gd name="connsiteX4478" fmla="*/ 4716814 w 5876984"/>
              <a:gd name="connsiteY4478" fmla="*/ 1603927 h 4550534"/>
              <a:gd name="connsiteX4479" fmla="*/ 4718874 w 5876984"/>
              <a:gd name="connsiteY4479" fmla="*/ 1601714 h 4550534"/>
              <a:gd name="connsiteX4480" fmla="*/ 4731537 w 5876984"/>
              <a:gd name="connsiteY4480" fmla="*/ 1593513 h 4550534"/>
              <a:gd name="connsiteX4481" fmla="*/ 4746664 w 5876984"/>
              <a:gd name="connsiteY4481" fmla="*/ 1596876 h 4550534"/>
              <a:gd name="connsiteX4482" fmla="*/ 4748681 w 5876984"/>
              <a:gd name="connsiteY4482" fmla="*/ 1608258 h 4550534"/>
              <a:gd name="connsiteX4483" fmla="*/ 4742294 w 5876984"/>
              <a:gd name="connsiteY4483" fmla="*/ 1601790 h 4550534"/>
              <a:gd name="connsiteX4484" fmla="*/ 4727504 w 5876984"/>
              <a:gd name="connsiteY4484" fmla="*/ 1600238 h 4550534"/>
              <a:gd name="connsiteX4485" fmla="*/ 4731537 w 5876984"/>
              <a:gd name="connsiteY4485" fmla="*/ 1611621 h 4550534"/>
              <a:gd name="connsiteX4486" fmla="*/ 4755067 w 5876984"/>
              <a:gd name="connsiteY4486" fmla="*/ 1624555 h 4550534"/>
              <a:gd name="connsiteX4487" fmla="*/ 4745308 w 5876984"/>
              <a:gd name="connsiteY4487" fmla="*/ 1621143 h 4550534"/>
              <a:gd name="connsiteX4488" fmla="*/ 4739970 w 5876984"/>
              <a:gd name="connsiteY4488" fmla="*/ 1624778 h 4550534"/>
              <a:gd name="connsiteX4489" fmla="*/ 4744006 w 5876984"/>
              <a:gd name="connsiteY4489" fmla="*/ 1632991 h 4550534"/>
              <a:gd name="connsiteX4490" fmla="*/ 4773946 w 5876984"/>
              <a:gd name="connsiteY4490" fmla="*/ 1624778 h 4550534"/>
              <a:gd name="connsiteX4491" fmla="*/ 4769572 w 5876984"/>
              <a:gd name="connsiteY4491" fmla="*/ 1632991 h 4550534"/>
              <a:gd name="connsiteX4492" fmla="*/ 4793121 w 5876984"/>
              <a:gd name="connsiteY4492" fmla="*/ 1595774 h 4550534"/>
              <a:gd name="connsiteX4493" fmla="*/ 4807922 w 5876984"/>
              <a:gd name="connsiteY4493" fmla="*/ 1607067 h 4550534"/>
              <a:gd name="connsiteX4494" fmla="*/ 4801783 w 5876984"/>
              <a:gd name="connsiteY4494" fmla="*/ 1587433 h 4550534"/>
              <a:gd name="connsiteX4495" fmla="*/ 4810415 w 5876984"/>
              <a:gd name="connsiteY4495" fmla="*/ 1580809 h 4550534"/>
              <a:gd name="connsiteX4496" fmla="*/ 4814314 w 5876984"/>
              <a:gd name="connsiteY4496" fmla="*/ 1584224 h 4550534"/>
              <a:gd name="connsiteX4497" fmla="*/ 4833489 w 5876984"/>
              <a:gd name="connsiteY4497" fmla="*/ 1558301 h 4550534"/>
              <a:gd name="connsiteX4498" fmla="*/ 4852664 w 5876984"/>
              <a:gd name="connsiteY4498" fmla="*/ 1558301 h 4550534"/>
              <a:gd name="connsiteX4499" fmla="*/ 4848290 w 5876984"/>
              <a:gd name="connsiteY4499" fmla="*/ 1542131 h 4550534"/>
              <a:gd name="connsiteX4500" fmla="*/ 4861074 w 5876984"/>
              <a:gd name="connsiteY4500" fmla="*/ 1537254 h 4550534"/>
              <a:gd name="connsiteX4501" fmla="*/ 4869484 w 5876984"/>
              <a:gd name="connsiteY4501" fmla="*/ 1540591 h 4550534"/>
              <a:gd name="connsiteX4502" fmla="*/ 4899424 w 5876984"/>
              <a:gd name="connsiteY4502" fmla="*/ 1488487 h 4550534"/>
              <a:gd name="connsiteX4503" fmla="*/ 4918262 w 5876984"/>
              <a:gd name="connsiteY4503" fmla="*/ 1500037 h 4550534"/>
              <a:gd name="connsiteX4504" fmla="*/ 4924990 w 5876984"/>
              <a:gd name="connsiteY4504" fmla="*/ 1478990 h 4550534"/>
              <a:gd name="connsiteX4505" fmla="*/ 4909852 w 5876984"/>
              <a:gd name="connsiteY4505" fmla="*/ 1488487 h 4550534"/>
              <a:gd name="connsiteX4506" fmla="*/ 4941810 w 5876984"/>
              <a:gd name="connsiteY4506" fmla="*/ 1469237 h 4550534"/>
              <a:gd name="connsiteX4507" fmla="*/ 4920617 w 5876984"/>
              <a:gd name="connsiteY4507" fmla="*/ 1465901 h 4550534"/>
              <a:gd name="connsiteX4508" fmla="*/ 4952575 w 5876984"/>
              <a:gd name="connsiteY4508" fmla="*/ 1407637 h 4550534"/>
              <a:gd name="connsiteX4509" fmla="*/ 4950220 w 5876984"/>
              <a:gd name="connsiteY4509" fmla="*/ 1418930 h 4550534"/>
              <a:gd name="connsiteX4510" fmla="*/ 4964365 w 5876984"/>
              <a:gd name="connsiteY4510" fmla="*/ 1420302 h 4550534"/>
              <a:gd name="connsiteX4511" fmla="*/ 4966192 w 5876984"/>
              <a:gd name="connsiteY4511" fmla="*/ 1419803 h 4550534"/>
              <a:gd name="connsiteX4512" fmla="*/ 4970260 w 5876984"/>
              <a:gd name="connsiteY4512" fmla="*/ 1401208 h 4550534"/>
              <a:gd name="connsiteX4513" fmla="*/ 4970294 w 5876984"/>
              <a:gd name="connsiteY4513" fmla="*/ 1400518 h 4550534"/>
              <a:gd name="connsiteX4514" fmla="*/ 4970463 w 5876984"/>
              <a:gd name="connsiteY4514" fmla="*/ 1400279 h 4550534"/>
              <a:gd name="connsiteX4515" fmla="*/ 4976440 w 5876984"/>
              <a:gd name="connsiteY4515" fmla="*/ 1372954 h 4550534"/>
              <a:gd name="connsiteX4516" fmla="*/ 4971462 w 5876984"/>
              <a:gd name="connsiteY4516" fmla="*/ 1374828 h 4550534"/>
              <a:gd name="connsiteX4517" fmla="*/ 4975282 w 5876984"/>
              <a:gd name="connsiteY4517" fmla="*/ 1365003 h 4550534"/>
              <a:gd name="connsiteX4518" fmla="*/ 4981226 w 5876984"/>
              <a:gd name="connsiteY4518" fmla="*/ 1351079 h 4550534"/>
              <a:gd name="connsiteX4519" fmla="*/ 4982591 w 5876984"/>
              <a:gd name="connsiteY4519" fmla="*/ 1344836 h 4550534"/>
              <a:gd name="connsiteX4520" fmla="*/ 4977943 w 5876984"/>
              <a:gd name="connsiteY4520" fmla="*/ 1345850 h 4550534"/>
              <a:gd name="connsiteX4521" fmla="*/ 4982302 w 5876984"/>
              <a:gd name="connsiteY4521" fmla="*/ 1344312 h 4550534"/>
              <a:gd name="connsiteX4522" fmla="*/ 4988672 w 5876984"/>
              <a:gd name="connsiteY4522" fmla="*/ 1316894 h 4550534"/>
              <a:gd name="connsiteX4523" fmla="*/ 4988702 w 5876984"/>
              <a:gd name="connsiteY4523" fmla="*/ 1316898 h 4550534"/>
              <a:gd name="connsiteX4524" fmla="*/ 4994760 w 5876984"/>
              <a:gd name="connsiteY4524" fmla="*/ 1289210 h 4550534"/>
              <a:gd name="connsiteX4525" fmla="*/ 5007540 w 5876984"/>
              <a:gd name="connsiteY4525" fmla="*/ 1261750 h 4550534"/>
              <a:gd name="connsiteX4526" fmla="*/ 5027512 w 5876984"/>
              <a:gd name="connsiteY4526" fmla="*/ 1291680 h 4550534"/>
              <a:gd name="connsiteX4527" fmla="*/ 5029094 w 5876984"/>
              <a:gd name="connsiteY4527" fmla="*/ 1301520 h 4550534"/>
              <a:gd name="connsiteX4528" fmla="*/ 5036822 w 5876984"/>
              <a:gd name="connsiteY4528" fmla="*/ 1301520 h 4550534"/>
              <a:gd name="connsiteX4529" fmla="*/ 5038502 w 5876984"/>
              <a:gd name="connsiteY4529" fmla="*/ 1301520 h 4550534"/>
              <a:gd name="connsiteX4530" fmla="*/ 5040050 w 5876984"/>
              <a:gd name="connsiteY4530" fmla="*/ 1298020 h 4550534"/>
              <a:gd name="connsiteX4531" fmla="*/ 5039703 w 5876984"/>
              <a:gd name="connsiteY4531" fmla="*/ 1284179 h 4550534"/>
              <a:gd name="connsiteX4532" fmla="*/ 5052486 w 5876984"/>
              <a:gd name="connsiteY4532" fmla="*/ 1289056 h 4550534"/>
              <a:gd name="connsiteX4533" fmla="*/ 5082090 w 5876984"/>
              <a:gd name="connsiteY4533" fmla="*/ 1245423 h 4550534"/>
              <a:gd name="connsiteX4534" fmla="*/ 5094874 w 5876984"/>
              <a:gd name="connsiteY4534" fmla="*/ 1251839 h 4550534"/>
              <a:gd name="connsiteX4535" fmla="*/ 5101265 w 5876984"/>
              <a:gd name="connsiteY4535" fmla="*/ 1237210 h 4550534"/>
              <a:gd name="connsiteX4536" fmla="*/ 5088481 w 5876984"/>
              <a:gd name="connsiteY4536" fmla="*/ 1227456 h 4550534"/>
              <a:gd name="connsiteX4537" fmla="*/ 5099246 w 5876984"/>
              <a:gd name="connsiteY4537" fmla="*/ 1216163 h 4550534"/>
              <a:gd name="connsiteX4538" fmla="*/ 5086462 w 5876984"/>
              <a:gd name="connsiteY4538" fmla="*/ 1216163 h 4550534"/>
              <a:gd name="connsiteX4539" fmla="*/ 5089658 w 5876984"/>
              <a:gd name="connsiteY4539" fmla="*/ 1212789 h 4550534"/>
              <a:gd name="connsiteX4540" fmla="*/ 5089288 w 5876984"/>
              <a:gd name="connsiteY4540" fmla="*/ 1212802 h 4550534"/>
              <a:gd name="connsiteX4541" fmla="*/ 5084201 w 5876984"/>
              <a:gd name="connsiteY4541" fmla="*/ 1212991 h 4550534"/>
              <a:gd name="connsiteX4542" fmla="*/ 5087555 w 5876984"/>
              <a:gd name="connsiteY4542" fmla="*/ 1207203 h 4550534"/>
              <a:gd name="connsiteX4543" fmla="*/ 5097791 w 5876984"/>
              <a:gd name="connsiteY4543" fmla="*/ 1206111 h 4550534"/>
              <a:gd name="connsiteX4544" fmla="*/ 5100418 w 5876984"/>
              <a:gd name="connsiteY4544" fmla="*/ 1204035 h 4550534"/>
              <a:gd name="connsiteX4545" fmla="*/ 5105638 w 5876984"/>
              <a:gd name="connsiteY4545" fmla="*/ 1196656 h 4550534"/>
              <a:gd name="connsiteX4546" fmla="*/ 5088481 w 5876984"/>
              <a:gd name="connsiteY4546" fmla="*/ 1196656 h 4550534"/>
              <a:gd name="connsiteX4547" fmla="*/ 5137260 w 5876984"/>
              <a:gd name="connsiteY4547" fmla="*/ 1165856 h 4550534"/>
              <a:gd name="connsiteX4548" fmla="*/ 5146006 w 5876984"/>
              <a:gd name="connsiteY4548" fmla="*/ 1138135 h 4550534"/>
              <a:gd name="connsiteX4549" fmla="*/ 5154416 w 5876984"/>
              <a:gd name="connsiteY4549" fmla="*/ 1143012 h 4550534"/>
              <a:gd name="connsiteX4550" fmla="*/ 5169218 w 5876984"/>
              <a:gd name="connsiteY4550" fmla="*/ 1123762 h 4550534"/>
              <a:gd name="connsiteX4551" fmla="*/ 5137260 w 5876984"/>
              <a:gd name="connsiteY4551" fmla="*/ 1117089 h 4550534"/>
              <a:gd name="connsiteX4552" fmla="*/ 5152398 w 5876984"/>
              <a:gd name="connsiteY4552" fmla="*/ 1092962 h 4550534"/>
              <a:gd name="connsiteX4553" fmla="*/ 5164002 w 5876984"/>
              <a:gd name="connsiteY4553" fmla="*/ 1068247 h 4550534"/>
              <a:gd name="connsiteX4554" fmla="*/ 5163904 w 5876984"/>
              <a:gd name="connsiteY4554" fmla="*/ 1067652 h 4550534"/>
              <a:gd name="connsiteX4555" fmla="*/ 5164949 w 5876984"/>
              <a:gd name="connsiteY4555" fmla="*/ 1045914 h 4550534"/>
              <a:gd name="connsiteX4556" fmla="*/ 5192530 w 5876984"/>
              <a:gd name="connsiteY4556" fmla="*/ 1007160 h 4550534"/>
              <a:gd name="connsiteX4557" fmla="*/ 5188157 w 5876984"/>
              <a:gd name="connsiteY4557" fmla="*/ 995612 h 4550534"/>
              <a:gd name="connsiteX4558" fmla="*/ 5198462 w 5876984"/>
              <a:gd name="connsiteY4558" fmla="*/ 983951 h 4550534"/>
              <a:gd name="connsiteX4559" fmla="*/ 5202530 w 5876984"/>
              <a:gd name="connsiteY4559" fmla="*/ 980428 h 4550534"/>
              <a:gd name="connsiteX4560" fmla="*/ 5224387 w 5876984"/>
              <a:gd name="connsiteY4560" fmla="*/ 920994 h 4550534"/>
              <a:gd name="connsiteX4561" fmla="*/ 5224387 w 5876984"/>
              <a:gd name="connsiteY4561" fmla="*/ 938705 h 4550534"/>
              <a:gd name="connsiteX4562" fmla="*/ 5237170 w 5876984"/>
              <a:gd name="connsiteY4562" fmla="*/ 942041 h 4550534"/>
              <a:gd name="connsiteX4563" fmla="*/ 5239525 w 5876984"/>
              <a:gd name="connsiteY4563" fmla="*/ 935625 h 4550534"/>
              <a:gd name="connsiteX4564" fmla="*/ 5228760 w 5876984"/>
              <a:gd name="connsiteY4564" fmla="*/ 928951 h 4550534"/>
              <a:gd name="connsiteX4565" fmla="*/ 5237044 w 5876984"/>
              <a:gd name="connsiteY4565" fmla="*/ 925005 h 4550534"/>
              <a:gd name="connsiteX4566" fmla="*/ 5240121 w 5876984"/>
              <a:gd name="connsiteY4566" fmla="*/ 925414 h 4550534"/>
              <a:gd name="connsiteX4567" fmla="*/ 5239744 w 5876984"/>
              <a:gd name="connsiteY4567" fmla="*/ 921570 h 4550534"/>
              <a:gd name="connsiteX4568" fmla="*/ 5242734 w 5876984"/>
              <a:gd name="connsiteY4568" fmla="*/ 912131 h 4550534"/>
              <a:gd name="connsiteX4569" fmla="*/ 5243013 w 5876984"/>
              <a:gd name="connsiteY4569" fmla="*/ 911945 h 4550534"/>
              <a:gd name="connsiteX4570" fmla="*/ 5237170 w 5876984"/>
              <a:gd name="connsiteY4570" fmla="*/ 911241 h 4550534"/>
              <a:gd name="connsiteX4571" fmla="*/ 5205548 w 5876984"/>
              <a:gd name="connsiteY4571" fmla="*/ 922535 h 4550534"/>
              <a:gd name="connsiteX4572" fmla="*/ 5213958 w 5876984"/>
              <a:gd name="connsiteY4572" fmla="*/ 907904 h 4550534"/>
              <a:gd name="connsiteX4573" fmla="*/ 5228760 w 5876984"/>
              <a:gd name="connsiteY4573" fmla="*/ 911241 h 4550534"/>
              <a:gd name="connsiteX4574" fmla="*/ 5239525 w 5876984"/>
              <a:gd name="connsiteY4574" fmla="*/ 869147 h 4550534"/>
              <a:gd name="connsiteX4575" fmla="*/ 5241543 w 5876984"/>
              <a:gd name="connsiteY4575" fmla="*/ 860935 h 4550534"/>
              <a:gd name="connsiteX4576" fmla="*/ 5254326 w 5876984"/>
              <a:gd name="connsiteY4576" fmla="*/ 846304 h 4550534"/>
              <a:gd name="connsiteX4577" fmla="*/ 5257522 w 5876984"/>
              <a:gd name="connsiteY4577" fmla="*/ 858303 h 4550534"/>
              <a:gd name="connsiteX4578" fmla="*/ 5260522 w 5876984"/>
              <a:gd name="connsiteY4578" fmla="*/ 868481 h 4550534"/>
              <a:gd name="connsiteX4579" fmla="*/ 5262784 w 5876984"/>
              <a:gd name="connsiteY4579" fmla="*/ 861933 h 4550534"/>
              <a:gd name="connsiteX4580" fmla="*/ 5272291 w 5876984"/>
              <a:gd name="connsiteY4580" fmla="*/ 851637 h 4550534"/>
              <a:gd name="connsiteX4581" fmla="*/ 5272408 w 5876984"/>
              <a:gd name="connsiteY4581" fmla="*/ 850989 h 4550534"/>
              <a:gd name="connsiteX4582" fmla="*/ 5271482 w 5876984"/>
              <a:gd name="connsiteY4582" fmla="*/ 831674 h 4550534"/>
              <a:gd name="connsiteX4583" fmla="*/ 5286285 w 5876984"/>
              <a:gd name="connsiteY4583" fmla="*/ 815504 h 4550534"/>
              <a:gd name="connsiteX4584" fmla="*/ 5313870 w 5876984"/>
              <a:gd name="connsiteY4584" fmla="*/ 825257 h 4550534"/>
              <a:gd name="connsiteX4585" fmla="*/ 5309496 w 5876984"/>
              <a:gd name="connsiteY4585" fmla="*/ 800874 h 4550534"/>
              <a:gd name="connsiteX4586" fmla="*/ 5290322 w 5876984"/>
              <a:gd name="connsiteY4586" fmla="*/ 792917 h 4550534"/>
              <a:gd name="connsiteX4587" fmla="*/ 5311852 w 5876984"/>
              <a:gd name="connsiteY4587" fmla="*/ 778288 h 4550534"/>
              <a:gd name="connsiteX4588" fmla="*/ 5335063 w 5876984"/>
              <a:gd name="connsiteY4588" fmla="*/ 783164 h 4550534"/>
              <a:gd name="connsiteX4589" fmla="*/ 5337082 w 5876984"/>
              <a:gd name="connsiteY4589" fmla="*/ 802671 h 4550534"/>
              <a:gd name="connsiteX4590" fmla="*/ 5320241 w 5876984"/>
              <a:gd name="connsiteY4590" fmla="*/ 841111 h 4550534"/>
              <a:gd name="connsiteX4591" fmla="*/ 5315856 w 5876984"/>
              <a:gd name="connsiteY4591" fmla="*/ 851399 h 4550534"/>
              <a:gd name="connsiteX4592" fmla="*/ 5315142 w 5876984"/>
              <a:gd name="connsiteY4592" fmla="*/ 854692 h 4550534"/>
              <a:gd name="connsiteX4593" fmla="*/ 5326394 w 5876984"/>
              <a:gd name="connsiteY4593" fmla="*/ 861131 h 4550534"/>
              <a:gd name="connsiteX4594" fmla="*/ 5322102 w 5876984"/>
              <a:gd name="connsiteY4594" fmla="*/ 864928 h 4550534"/>
              <a:gd name="connsiteX4595" fmla="*/ 5320178 w 5876984"/>
              <a:gd name="connsiteY4595" fmla="*/ 873030 h 4550534"/>
              <a:gd name="connsiteX4596" fmla="*/ 5313870 w 5876984"/>
              <a:gd name="connsiteY4596" fmla="*/ 890194 h 4550534"/>
              <a:gd name="connsiteX4597" fmla="*/ 5324634 w 5876984"/>
              <a:gd name="connsiteY4597" fmla="*/ 890194 h 4550534"/>
              <a:gd name="connsiteX4598" fmla="*/ 5316735 w 5876984"/>
              <a:gd name="connsiteY4598" fmla="*/ 902466 h 4550534"/>
              <a:gd name="connsiteX4599" fmla="*/ 5314980 w 5876984"/>
              <a:gd name="connsiteY4599" fmla="*/ 903412 h 4550534"/>
              <a:gd name="connsiteX4600" fmla="*/ 5315080 w 5876984"/>
              <a:gd name="connsiteY4600" fmla="*/ 904276 h 4550534"/>
              <a:gd name="connsiteX4601" fmla="*/ 5311506 w 5876984"/>
              <a:gd name="connsiteY4601" fmla="*/ 916354 h 4550534"/>
              <a:gd name="connsiteX4602" fmla="*/ 5318243 w 5876984"/>
              <a:gd name="connsiteY4602" fmla="*/ 920994 h 4550534"/>
              <a:gd name="connsiteX4603" fmla="*/ 5315888 w 5876984"/>
              <a:gd name="connsiteY4603" fmla="*/ 938705 h 4550534"/>
              <a:gd name="connsiteX4604" fmla="*/ 5305460 w 5876984"/>
              <a:gd name="connsiteY4604" fmla="*/ 942041 h 4550534"/>
              <a:gd name="connsiteX4605" fmla="*/ 5311852 w 5876984"/>
              <a:gd name="connsiteY4605" fmla="*/ 958211 h 4550534"/>
              <a:gd name="connsiteX4606" fmla="*/ 5304282 w 5876984"/>
              <a:gd name="connsiteY4606" fmla="*/ 940453 h 4550534"/>
              <a:gd name="connsiteX4607" fmla="*/ 5304892 w 5876984"/>
              <a:gd name="connsiteY4607" fmla="*/ 936224 h 4550534"/>
              <a:gd name="connsiteX4608" fmla="*/ 5290264 w 5876984"/>
              <a:gd name="connsiteY4608" fmla="*/ 961884 h 4550534"/>
              <a:gd name="connsiteX4609" fmla="*/ 5283626 w 5876984"/>
              <a:gd name="connsiteY4609" fmla="*/ 971412 h 4550534"/>
              <a:gd name="connsiteX4610" fmla="*/ 5286285 w 5876984"/>
              <a:gd name="connsiteY4610" fmla="*/ 974382 h 4550534"/>
              <a:gd name="connsiteX4611" fmla="*/ 5280250 w 5876984"/>
              <a:gd name="connsiteY4611" fmla="*/ 976255 h 4550534"/>
              <a:gd name="connsiteX4612" fmla="*/ 5273292 w 5876984"/>
              <a:gd name="connsiteY4612" fmla="*/ 986243 h 4550534"/>
              <a:gd name="connsiteX4613" fmla="*/ 5274973 w 5876984"/>
              <a:gd name="connsiteY4613" fmla="*/ 988338 h 4550534"/>
              <a:gd name="connsiteX4614" fmla="*/ 5277539 w 5876984"/>
              <a:gd name="connsiteY4614" fmla="*/ 995429 h 4550534"/>
              <a:gd name="connsiteX4615" fmla="*/ 5265974 w 5876984"/>
              <a:gd name="connsiteY4615" fmla="*/ 999150 h 4550534"/>
              <a:gd name="connsiteX4616" fmla="*/ 5262540 w 5876984"/>
              <a:gd name="connsiteY4616" fmla="*/ 1000696 h 4550534"/>
              <a:gd name="connsiteX4617" fmla="*/ 5260847 w 5876984"/>
              <a:gd name="connsiteY4617" fmla="*/ 1002936 h 4550534"/>
              <a:gd name="connsiteX4618" fmla="*/ 5260718 w 5876984"/>
              <a:gd name="connsiteY4618" fmla="*/ 1005182 h 4550534"/>
              <a:gd name="connsiteX4619" fmla="*/ 5288304 w 5876984"/>
              <a:gd name="connsiteY4619" fmla="*/ 1010058 h 4550534"/>
              <a:gd name="connsiteX4620" fmla="*/ 5258700 w 5876984"/>
              <a:gd name="connsiteY4620" fmla="*/ 1023148 h 4550534"/>
              <a:gd name="connsiteX4621" fmla="*/ 5269128 w 5876984"/>
              <a:gd name="connsiteY4621" fmla="*/ 1039319 h 4550534"/>
              <a:gd name="connsiteX4622" fmla="*/ 5283930 w 5876984"/>
              <a:gd name="connsiteY4622" fmla="*/ 1021352 h 4550534"/>
              <a:gd name="connsiteX4623" fmla="*/ 5269128 w 5876984"/>
              <a:gd name="connsiteY4623" fmla="*/ 1055488 h 4550534"/>
              <a:gd name="connsiteX4624" fmla="*/ 5267110 w 5876984"/>
              <a:gd name="connsiteY4624" fmla="*/ 1096042 h 4550534"/>
              <a:gd name="connsiteX4625" fmla="*/ 5315888 w 5876984"/>
              <a:gd name="connsiteY4625" fmla="*/ 1066782 h 4550534"/>
              <a:gd name="connsiteX4626" fmla="*/ 5313870 w 5876984"/>
              <a:gd name="connsiteY4626" fmla="*/ 1053948 h 4550534"/>
              <a:gd name="connsiteX4627" fmla="*/ 5301086 w 5876984"/>
              <a:gd name="connsiteY4627" fmla="*/ 1053948 h 4550534"/>
              <a:gd name="connsiteX4628" fmla="*/ 5292676 w 5876984"/>
              <a:gd name="connsiteY4628" fmla="*/ 1029565 h 4550534"/>
              <a:gd name="connsiteX4629" fmla="*/ 5307478 w 5876984"/>
              <a:gd name="connsiteY4629" fmla="*/ 1037779 h 4550534"/>
              <a:gd name="connsiteX4630" fmla="*/ 5313870 w 5876984"/>
              <a:gd name="connsiteY4630" fmla="*/ 1028025 h 4550534"/>
              <a:gd name="connsiteX4631" fmla="*/ 5305460 w 5876984"/>
              <a:gd name="connsiteY4631" fmla="*/ 1018272 h 4550534"/>
              <a:gd name="connsiteX4632" fmla="*/ 5322280 w 5876984"/>
              <a:gd name="connsiteY4632" fmla="*/ 1002101 h 4550534"/>
              <a:gd name="connsiteX4633" fmla="*/ 5331026 w 5876984"/>
              <a:gd name="connsiteY4633" fmla="*/ 1021352 h 4550534"/>
              <a:gd name="connsiteX4634" fmla="*/ 5339437 w 5876984"/>
              <a:gd name="connsiteY4634" fmla="*/ 1010058 h 4550534"/>
              <a:gd name="connsiteX4635" fmla="*/ 5326653 w 5876984"/>
              <a:gd name="connsiteY4635" fmla="*/ 997225 h 4550534"/>
              <a:gd name="connsiteX4636" fmla="*/ 5315888 w 5876984"/>
              <a:gd name="connsiteY4636" fmla="*/ 1000305 h 4550534"/>
              <a:gd name="connsiteX4637" fmla="*/ 5333044 w 5876984"/>
              <a:gd name="connsiteY4637" fmla="*/ 963088 h 4550534"/>
              <a:gd name="connsiteX4638" fmla="*/ 5337082 w 5876984"/>
              <a:gd name="connsiteY4638" fmla="*/ 888398 h 4550534"/>
              <a:gd name="connsiteX4639" fmla="*/ 5358612 w 5876984"/>
              <a:gd name="connsiteY4639" fmla="*/ 899948 h 4550534"/>
              <a:gd name="connsiteX4640" fmla="*/ 5343474 w 5876984"/>
              <a:gd name="connsiteY4640" fmla="*/ 937165 h 4550534"/>
              <a:gd name="connsiteX4641" fmla="*/ 5331026 w 5876984"/>
              <a:gd name="connsiteY4641" fmla="*/ 958211 h 4550534"/>
              <a:gd name="connsiteX4642" fmla="*/ 5352220 w 5876984"/>
              <a:gd name="connsiteY4642" fmla="*/ 948458 h 4550534"/>
              <a:gd name="connsiteX4643" fmla="*/ 5345828 w 5876984"/>
              <a:gd name="connsiteY4643" fmla="*/ 924075 h 4550534"/>
              <a:gd name="connsiteX4644" fmla="*/ 5367022 w 5876984"/>
              <a:gd name="connsiteY4644" fmla="*/ 893275 h 4550534"/>
              <a:gd name="connsiteX4645" fmla="*/ 5379805 w 5876984"/>
              <a:gd name="connsiteY4645" fmla="*/ 899948 h 4550534"/>
              <a:gd name="connsiteX4646" fmla="*/ 5390233 w 5876984"/>
              <a:gd name="connsiteY4646" fmla="*/ 893275 h 4550534"/>
              <a:gd name="connsiteX4647" fmla="*/ 5379805 w 5876984"/>
              <a:gd name="connsiteY4647" fmla="*/ 878644 h 4550534"/>
              <a:gd name="connsiteX4648" fmla="*/ 5369040 w 5876984"/>
              <a:gd name="connsiteY4648" fmla="*/ 881981 h 4550534"/>
              <a:gd name="connsiteX4649" fmla="*/ 5386196 w 5876984"/>
              <a:gd name="connsiteY4649" fmla="*/ 857597 h 4550534"/>
              <a:gd name="connsiteX4650" fmla="*/ 5398980 w 5876984"/>
              <a:gd name="connsiteY4650" fmla="*/ 864271 h 4550534"/>
              <a:gd name="connsiteX4651" fmla="*/ 5386196 w 5876984"/>
              <a:gd name="connsiteY4651" fmla="*/ 842968 h 4550534"/>
              <a:gd name="connsiteX4652" fmla="*/ 5418154 w 5876984"/>
              <a:gd name="connsiteY4652" fmla="*/ 818841 h 4550534"/>
              <a:gd name="connsiteX4653" fmla="*/ 5432956 w 5876984"/>
              <a:gd name="connsiteY4653" fmla="*/ 791121 h 4550534"/>
              <a:gd name="connsiteX4654" fmla="*/ 5445739 w 5876984"/>
              <a:gd name="connsiteY4654" fmla="*/ 797794 h 4550534"/>
              <a:gd name="connsiteX4655" fmla="*/ 5447758 w 5876984"/>
              <a:gd name="connsiteY4655" fmla="*/ 781367 h 4550534"/>
              <a:gd name="connsiteX4656" fmla="*/ 5464578 w 5876984"/>
              <a:gd name="connsiteY4656" fmla="*/ 774950 h 4550534"/>
              <a:gd name="connsiteX4657" fmla="*/ 5468950 w 5876984"/>
              <a:gd name="connsiteY4657" fmla="*/ 761860 h 4550534"/>
              <a:gd name="connsiteX4658" fmla="*/ 5456168 w 5876984"/>
              <a:gd name="connsiteY4658" fmla="*/ 771614 h 4550534"/>
              <a:gd name="connsiteX4659" fmla="*/ 5443384 w 5876984"/>
              <a:gd name="connsiteY4659" fmla="*/ 761860 h 4550534"/>
              <a:gd name="connsiteX4660" fmla="*/ 5445739 w 5876984"/>
              <a:gd name="connsiteY4660" fmla="*/ 749027 h 4550534"/>
              <a:gd name="connsiteX4661" fmla="*/ 5466932 w 5876984"/>
              <a:gd name="connsiteY4661" fmla="*/ 740814 h 4550534"/>
              <a:gd name="connsiteX4662" fmla="*/ 5462559 w 5876984"/>
              <a:gd name="connsiteY4662" fmla="*/ 758781 h 4550534"/>
              <a:gd name="connsiteX4663" fmla="*/ 5490144 w 5876984"/>
              <a:gd name="connsiteY4663" fmla="*/ 747487 h 4550534"/>
              <a:gd name="connsiteX4664" fmla="*/ 5494516 w 5876984"/>
              <a:gd name="connsiteY4664" fmla="*/ 721564 h 4550534"/>
              <a:gd name="connsiteX4665" fmla="*/ 5507300 w 5876984"/>
              <a:gd name="connsiteY4665" fmla="*/ 734397 h 4550534"/>
              <a:gd name="connsiteX4666" fmla="*/ 5496535 w 5876984"/>
              <a:gd name="connsiteY4666" fmla="*/ 757241 h 4550534"/>
              <a:gd name="connsiteX4667" fmla="*/ 5502926 w 5876984"/>
              <a:gd name="connsiteY4667" fmla="*/ 758781 h 4550534"/>
              <a:gd name="connsiteX4668" fmla="*/ 5507300 w 5876984"/>
              <a:gd name="connsiteY4668" fmla="*/ 792917 h 4550534"/>
              <a:gd name="connsiteX4669" fmla="*/ 5490144 w 5876984"/>
              <a:gd name="connsiteY4669" fmla="*/ 800874 h 4550534"/>
              <a:gd name="connsiteX4670" fmla="*/ 5484088 w 5876984"/>
              <a:gd name="connsiteY4670" fmla="*/ 826797 h 4550534"/>
              <a:gd name="connsiteX4671" fmla="*/ 5488125 w 5876984"/>
              <a:gd name="connsiteY4671" fmla="*/ 813964 h 4550534"/>
              <a:gd name="connsiteX4672" fmla="*/ 5464578 w 5876984"/>
              <a:gd name="connsiteY4672" fmla="*/ 805751 h 4550534"/>
              <a:gd name="connsiteX4673" fmla="*/ 5475342 w 5876984"/>
              <a:gd name="connsiteY4673" fmla="*/ 815504 h 4550534"/>
              <a:gd name="connsiteX4674" fmla="*/ 5471305 w 5876984"/>
              <a:gd name="connsiteY4674" fmla="*/ 833214 h 4550534"/>
              <a:gd name="connsiteX4675" fmla="*/ 5454149 w 5876984"/>
              <a:gd name="connsiteY4675" fmla="*/ 836551 h 4550534"/>
              <a:gd name="connsiteX4676" fmla="*/ 5466932 w 5876984"/>
              <a:gd name="connsiteY4676" fmla="*/ 857597 h 4550534"/>
              <a:gd name="connsiteX4677" fmla="*/ 5488125 w 5876984"/>
              <a:gd name="connsiteY4677" fmla="*/ 864271 h 4550534"/>
              <a:gd name="connsiteX4678" fmla="*/ 5475342 w 5876984"/>
              <a:gd name="connsiteY4678" fmla="*/ 898151 h 4550534"/>
              <a:gd name="connsiteX4679" fmla="*/ 5466932 w 5876984"/>
              <a:gd name="connsiteY4679" fmla="*/ 890194 h 4550534"/>
              <a:gd name="connsiteX4680" fmla="*/ 5462559 w 5876984"/>
              <a:gd name="connsiteY4680" fmla="*/ 914578 h 4550534"/>
              <a:gd name="connsiteX4681" fmla="*/ 5445739 w 5876984"/>
              <a:gd name="connsiteY4681" fmla="*/ 942041 h 4550534"/>
              <a:gd name="connsiteX4682" fmla="*/ 5418154 w 5876984"/>
              <a:gd name="connsiteY4682" fmla="*/ 948458 h 4550534"/>
              <a:gd name="connsiteX4683" fmla="*/ 5434974 w 5876984"/>
              <a:gd name="connsiteY4683" fmla="*/ 966425 h 4550534"/>
              <a:gd name="connsiteX4684" fmla="*/ 5426564 w 5876984"/>
              <a:gd name="connsiteY4684" fmla="*/ 977718 h 4550534"/>
              <a:gd name="connsiteX4685" fmla="*/ 5415800 w 5876984"/>
              <a:gd name="connsiteY4685" fmla="*/ 974382 h 4550534"/>
              <a:gd name="connsiteX4686" fmla="*/ 5420172 w 5876984"/>
              <a:gd name="connsiteY4686" fmla="*/ 985932 h 4550534"/>
              <a:gd name="connsiteX4687" fmla="*/ 5398980 w 5876984"/>
              <a:gd name="connsiteY4687" fmla="*/ 987472 h 4550534"/>
              <a:gd name="connsiteX4688" fmla="*/ 5403016 w 5876984"/>
              <a:gd name="connsiteY4688" fmla="*/ 1013395 h 4550534"/>
              <a:gd name="connsiteX4689" fmla="*/ 5422191 w 5876984"/>
              <a:gd name="connsiteY4689" fmla="*/ 992348 h 4550534"/>
              <a:gd name="connsiteX4690" fmla="*/ 5409408 w 5876984"/>
              <a:gd name="connsiteY4690" fmla="*/ 1034442 h 4550534"/>
              <a:gd name="connsiteX4691" fmla="*/ 5439348 w 5876984"/>
              <a:gd name="connsiteY4691" fmla="*/ 984135 h 4550534"/>
              <a:gd name="connsiteX4692" fmla="*/ 5426564 w 5876984"/>
              <a:gd name="connsiteY4692" fmla="*/ 985932 h 4550534"/>
              <a:gd name="connsiteX4693" fmla="*/ 5443384 w 5876984"/>
              <a:gd name="connsiteY4693" fmla="*/ 974382 h 4550534"/>
              <a:gd name="connsiteX4694" fmla="*/ 5460540 w 5876984"/>
              <a:gd name="connsiteY4694" fmla="*/ 981055 h 4550534"/>
              <a:gd name="connsiteX4695" fmla="*/ 5439348 w 5876984"/>
              <a:gd name="connsiteY4695" fmla="*/ 1032902 h 4550534"/>
              <a:gd name="connsiteX4696" fmla="*/ 5434974 w 5876984"/>
              <a:gd name="connsiteY4696" fmla="*/ 1042655 h 4550534"/>
              <a:gd name="connsiteX4697" fmla="*/ 5413781 w 5876984"/>
              <a:gd name="connsiteY4697" fmla="*/ 1040859 h 4550534"/>
              <a:gd name="connsiteX4698" fmla="*/ 5409408 w 5876984"/>
              <a:gd name="connsiteY4698" fmla="*/ 1057286 h 4550534"/>
              <a:gd name="connsiteX4699" fmla="*/ 5426564 w 5876984"/>
              <a:gd name="connsiteY4699" fmla="*/ 1050612 h 4550534"/>
              <a:gd name="connsiteX4700" fmla="*/ 5418154 w 5876984"/>
              <a:gd name="connsiteY4700" fmla="*/ 1062162 h 4550534"/>
              <a:gd name="connsiteX4701" fmla="*/ 5432956 w 5876984"/>
              <a:gd name="connsiteY4701" fmla="*/ 1078332 h 4550534"/>
              <a:gd name="connsiteX4702" fmla="*/ 5449776 w 5876984"/>
              <a:gd name="connsiteY4702" fmla="*/ 1078332 h 4550534"/>
              <a:gd name="connsiteX4703" fmla="*/ 5458522 w 5876984"/>
              <a:gd name="connsiteY4703" fmla="*/ 1094502 h 4550534"/>
              <a:gd name="connsiteX4704" fmla="*/ 5432956 w 5876984"/>
              <a:gd name="connsiteY4704" fmla="*/ 1091166 h 4550534"/>
              <a:gd name="connsiteX4705" fmla="*/ 5428582 w 5876984"/>
              <a:gd name="connsiteY4705" fmla="*/ 1118885 h 4550534"/>
              <a:gd name="connsiteX4706" fmla="*/ 5418154 w 5876984"/>
              <a:gd name="connsiteY4706" fmla="*/ 1110672 h 4550534"/>
              <a:gd name="connsiteX4707" fmla="*/ 5398980 w 5876984"/>
              <a:gd name="connsiteY4707" fmla="*/ 1120426 h 4550534"/>
              <a:gd name="connsiteX4708" fmla="*/ 5383842 w 5876984"/>
              <a:gd name="connsiteY4708" fmla="*/ 1138135 h 4550534"/>
              <a:gd name="connsiteX4709" fmla="*/ 5400998 w 5876984"/>
              <a:gd name="connsiteY4709" fmla="*/ 1156102 h 4550534"/>
              <a:gd name="connsiteX4710" fmla="*/ 5373414 w 5876984"/>
              <a:gd name="connsiteY4710" fmla="*/ 1160979 h 4550534"/>
              <a:gd name="connsiteX4711" fmla="*/ 5379805 w 5876984"/>
              <a:gd name="connsiteY4711" fmla="*/ 1188442 h 4550534"/>
              <a:gd name="connsiteX4712" fmla="*/ 5365004 w 5876984"/>
              <a:gd name="connsiteY4712" fmla="*/ 1198196 h 4550534"/>
              <a:gd name="connsiteX4713" fmla="*/ 5413781 w 5876984"/>
              <a:gd name="connsiteY4713" fmla="*/ 1165856 h 4550534"/>
              <a:gd name="connsiteX4714" fmla="*/ 5390233 w 5876984"/>
              <a:gd name="connsiteY4714" fmla="*/ 1196656 h 4550534"/>
              <a:gd name="connsiteX4715" fmla="*/ 5441366 w 5876984"/>
              <a:gd name="connsiteY4715" fmla="*/ 1212826 h 4550534"/>
              <a:gd name="connsiteX4716" fmla="*/ 5422191 w 5876984"/>
              <a:gd name="connsiteY4716" fmla="*/ 1266470 h 4550534"/>
              <a:gd name="connsiteX4717" fmla="*/ 5411762 w 5876984"/>
              <a:gd name="connsiteY4717" fmla="*/ 1242086 h 4550534"/>
              <a:gd name="connsiteX4718" fmla="*/ 5383127 w 5876984"/>
              <a:gd name="connsiteY4718" fmla="*/ 1267849 h 4550534"/>
              <a:gd name="connsiteX4719" fmla="*/ 5379756 w 5876984"/>
              <a:gd name="connsiteY4719" fmla="*/ 1274517 h 4550534"/>
              <a:gd name="connsiteX4720" fmla="*/ 5415526 w 5876984"/>
              <a:gd name="connsiteY4720" fmla="*/ 1295883 h 4550534"/>
              <a:gd name="connsiteX4721" fmla="*/ 5436026 w 5876984"/>
              <a:gd name="connsiteY4721" fmla="*/ 1312382 h 4550534"/>
              <a:gd name="connsiteX4722" fmla="*/ 5452130 w 5876984"/>
              <a:gd name="connsiteY4722" fmla="*/ 1295729 h 4550534"/>
              <a:gd name="connsiteX4723" fmla="*/ 5460540 w 5876984"/>
              <a:gd name="connsiteY4723" fmla="*/ 1285977 h 4550534"/>
              <a:gd name="connsiteX4724" fmla="*/ 5486107 w 5876984"/>
              <a:gd name="connsiteY4724" fmla="*/ 1240546 h 4550534"/>
              <a:gd name="connsiteX4725" fmla="*/ 5493718 w 5876984"/>
              <a:gd name="connsiteY4725" fmla="*/ 1220013 h 4550534"/>
              <a:gd name="connsiteX4726" fmla="*/ 5498521 w 5876984"/>
              <a:gd name="connsiteY4726" fmla="*/ 1216869 h 4550534"/>
              <a:gd name="connsiteX4727" fmla="*/ 5501106 w 5876984"/>
              <a:gd name="connsiteY4727" fmla="*/ 1198529 h 4550534"/>
              <a:gd name="connsiteX4728" fmla="*/ 5504992 w 5876984"/>
              <a:gd name="connsiteY4728" fmla="*/ 1212634 h 4550534"/>
              <a:gd name="connsiteX4729" fmla="*/ 5506022 w 5876984"/>
              <a:gd name="connsiteY4729" fmla="*/ 1211959 h 4550534"/>
              <a:gd name="connsiteX4730" fmla="*/ 5515710 w 5876984"/>
              <a:gd name="connsiteY4730" fmla="*/ 1207949 h 4550534"/>
              <a:gd name="connsiteX4731" fmla="*/ 5515710 w 5876984"/>
              <a:gd name="connsiteY4731" fmla="*/ 1217703 h 4550534"/>
              <a:gd name="connsiteX4732" fmla="*/ 5522102 w 5876984"/>
              <a:gd name="connsiteY4732" fmla="*/ 1199992 h 4550534"/>
              <a:gd name="connsiteX4733" fmla="*/ 5513692 w 5876984"/>
              <a:gd name="connsiteY4733" fmla="*/ 1198196 h 4550534"/>
              <a:gd name="connsiteX4734" fmla="*/ 5520084 w 5876984"/>
              <a:gd name="connsiteY4734" fmla="*/ 1170732 h 4550534"/>
              <a:gd name="connsiteX4735" fmla="*/ 5526476 w 5876984"/>
              <a:gd name="connsiteY4735" fmla="*/ 1212826 h 4550534"/>
              <a:gd name="connsiteX4736" fmla="*/ 5522102 w 5876984"/>
              <a:gd name="connsiteY4736" fmla="*/ 1250299 h 4550534"/>
              <a:gd name="connsiteX4737" fmla="*/ 5502926 w 5876984"/>
              <a:gd name="connsiteY4737" fmla="*/ 1259796 h 4550534"/>
              <a:gd name="connsiteX4738" fmla="*/ 5501854 w 5876984"/>
              <a:gd name="connsiteY4738" fmla="*/ 1254862 h 4550534"/>
              <a:gd name="connsiteX4739" fmla="*/ 5494850 w 5876984"/>
              <a:gd name="connsiteY4739" fmla="*/ 1254862 h 4550534"/>
              <a:gd name="connsiteX4740" fmla="*/ 5484635 w 5876984"/>
              <a:gd name="connsiteY4740" fmla="*/ 1282511 h 4550534"/>
              <a:gd name="connsiteX4741" fmla="*/ 5490144 w 5876984"/>
              <a:gd name="connsiteY4741" fmla="*/ 1308563 h 4550534"/>
              <a:gd name="connsiteX4742" fmla="*/ 5464578 w 5876984"/>
              <a:gd name="connsiteY4742" fmla="*/ 1310103 h 4550534"/>
              <a:gd name="connsiteX4743" fmla="*/ 5461844 w 5876984"/>
              <a:gd name="connsiteY4743" fmla="*/ 1330444 h 4550534"/>
              <a:gd name="connsiteX4744" fmla="*/ 5458762 w 5876984"/>
              <a:gd name="connsiteY4744" fmla="*/ 1333421 h 4550534"/>
              <a:gd name="connsiteX4745" fmla="*/ 5479431 w 5876984"/>
              <a:gd name="connsiteY4745" fmla="*/ 1363893 h 4550534"/>
              <a:gd name="connsiteX4746" fmla="*/ 5446107 w 5876984"/>
              <a:gd name="connsiteY4746" fmla="*/ 1395700 h 4550534"/>
              <a:gd name="connsiteX4747" fmla="*/ 5412428 w 5876984"/>
              <a:gd name="connsiteY4747" fmla="*/ 1414588 h 4550534"/>
              <a:gd name="connsiteX4748" fmla="*/ 5409408 w 5876984"/>
              <a:gd name="connsiteY4748" fmla="*/ 1420471 h 4550534"/>
              <a:gd name="connsiteX4749" fmla="*/ 5390233 w 5876984"/>
              <a:gd name="connsiteY4749" fmla="*/ 1425347 h 4550534"/>
              <a:gd name="connsiteX4750" fmla="*/ 5390233 w 5876984"/>
              <a:gd name="connsiteY4750" fmla="*/ 1449730 h 4550534"/>
              <a:gd name="connsiteX4751" fmla="*/ 5380015 w 5876984"/>
              <a:gd name="connsiteY4751" fmla="*/ 1441229 h 4550534"/>
              <a:gd name="connsiteX4752" fmla="*/ 5371689 w 5876984"/>
              <a:gd name="connsiteY4752" fmla="*/ 1430999 h 4550534"/>
              <a:gd name="connsiteX4753" fmla="*/ 5369688 w 5876984"/>
              <a:gd name="connsiteY4753" fmla="*/ 1431714 h 4550534"/>
              <a:gd name="connsiteX4754" fmla="*/ 5364330 w 5876984"/>
              <a:gd name="connsiteY4754" fmla="*/ 1437539 h 4550534"/>
              <a:gd name="connsiteX4755" fmla="*/ 5360630 w 5876984"/>
              <a:gd name="connsiteY4755" fmla="*/ 1444854 h 4550534"/>
              <a:gd name="connsiteX4756" fmla="*/ 5358612 w 5876984"/>
              <a:gd name="connsiteY4756" fmla="*/ 1462564 h 4550534"/>
              <a:gd name="connsiteX4757" fmla="*/ 5367022 w 5876984"/>
              <a:gd name="connsiteY4757" fmla="*/ 1475654 h 4550534"/>
              <a:gd name="connsiteX4758" fmla="*/ 5373414 w 5876984"/>
              <a:gd name="connsiteY4758" fmla="*/ 1477194 h 4550534"/>
              <a:gd name="connsiteX4759" fmla="*/ 5352220 w 5876984"/>
              <a:gd name="connsiteY4759" fmla="*/ 1475654 h 4550534"/>
              <a:gd name="connsiteX4760" fmla="*/ 5345828 w 5876984"/>
              <a:gd name="connsiteY4760" fmla="*/ 1511330 h 4550534"/>
              <a:gd name="connsiteX4761" fmla="*/ 5335063 w 5876984"/>
              <a:gd name="connsiteY4761" fmla="*/ 1501577 h 4550534"/>
              <a:gd name="connsiteX4762" fmla="*/ 5335063 w 5876984"/>
              <a:gd name="connsiteY4762" fmla="*/ 1542131 h 4550534"/>
              <a:gd name="connsiteX4763" fmla="*/ 5315888 w 5876984"/>
              <a:gd name="connsiteY4763" fmla="*/ 1538794 h 4550534"/>
              <a:gd name="connsiteX4764" fmla="*/ 5313870 w 5876984"/>
              <a:gd name="connsiteY4764" fmla="*/ 1512870 h 4550534"/>
              <a:gd name="connsiteX4765" fmla="*/ 5305460 w 5876984"/>
              <a:gd name="connsiteY4765" fmla="*/ 1558301 h 4550534"/>
              <a:gd name="connsiteX4766" fmla="*/ 5290322 w 5876984"/>
              <a:gd name="connsiteY4766" fmla="*/ 1561637 h 4550534"/>
              <a:gd name="connsiteX4767" fmla="*/ 5294695 w 5876984"/>
              <a:gd name="connsiteY4767" fmla="*/ 1579348 h 4550534"/>
              <a:gd name="connsiteX4768" fmla="*/ 5311852 w 5876984"/>
              <a:gd name="connsiteY4768" fmla="*/ 1566515 h 4550534"/>
              <a:gd name="connsiteX4769" fmla="*/ 5292676 w 5876984"/>
              <a:gd name="connsiteY4769" fmla="*/ 1592438 h 4550534"/>
              <a:gd name="connsiteX4770" fmla="*/ 5356257 w 5876984"/>
              <a:gd name="connsiteY4770" fmla="*/ 1519287 h 4550534"/>
              <a:gd name="connsiteX4771" fmla="*/ 5313870 w 5876984"/>
              <a:gd name="connsiteY4771" fmla="*/ 1595774 h 4550534"/>
              <a:gd name="connsiteX4772" fmla="*/ 5312424 w 5876984"/>
              <a:gd name="connsiteY4772" fmla="*/ 1600690 h 4550534"/>
              <a:gd name="connsiteX4773" fmla="*/ 5317680 w 5876984"/>
              <a:gd name="connsiteY4773" fmla="*/ 1605262 h 4550534"/>
              <a:gd name="connsiteX4774" fmla="*/ 5304368 w 5876984"/>
              <a:gd name="connsiteY4774" fmla="*/ 1635129 h 4550534"/>
              <a:gd name="connsiteX4775" fmla="*/ 5302791 w 5876984"/>
              <a:gd name="connsiteY4775" fmla="*/ 1617149 h 4550534"/>
              <a:gd name="connsiteX4776" fmla="*/ 5309063 w 5876984"/>
              <a:gd name="connsiteY4776" fmla="*/ 1608430 h 4550534"/>
              <a:gd name="connsiteX4777" fmla="*/ 5301086 w 5876984"/>
              <a:gd name="connsiteY4777" fmla="*/ 1616821 h 4550534"/>
              <a:gd name="connsiteX4778" fmla="*/ 5296714 w 5876984"/>
              <a:gd name="connsiteY4778" fmla="*/ 1608608 h 4550534"/>
              <a:gd name="connsiteX4779" fmla="*/ 5254326 w 5876984"/>
              <a:gd name="connsiteY4779" fmla="*/ 1645824 h 4550534"/>
              <a:gd name="connsiteX4780" fmla="*/ 5247935 w 5876984"/>
              <a:gd name="connsiteY4780" fmla="*/ 1637868 h 4550534"/>
              <a:gd name="connsiteX4781" fmla="*/ 5235152 w 5876984"/>
              <a:gd name="connsiteY4781" fmla="*/ 1657374 h 4550534"/>
              <a:gd name="connsiteX4782" fmla="*/ 5254326 w 5876984"/>
              <a:gd name="connsiteY4782" fmla="*/ 1645824 h 4550534"/>
              <a:gd name="connsiteX4783" fmla="*/ 5249953 w 5876984"/>
              <a:gd name="connsiteY4783" fmla="*/ 1688175 h 4550534"/>
              <a:gd name="connsiteX4784" fmla="*/ 5224387 w 5876984"/>
              <a:gd name="connsiteY4784" fmla="*/ 1712558 h 4550534"/>
              <a:gd name="connsiteX4785" fmla="*/ 5165180 w 5876984"/>
              <a:gd name="connsiteY4785" fmla="*/ 1777239 h 4550534"/>
              <a:gd name="connsiteX4786" fmla="*/ 5160808 w 5876984"/>
              <a:gd name="connsiteY4786" fmla="*/ 1767485 h 4550534"/>
              <a:gd name="connsiteX4787" fmla="*/ 5152398 w 5876984"/>
              <a:gd name="connsiteY4787" fmla="*/ 1774159 h 4550534"/>
              <a:gd name="connsiteX4788" fmla="*/ 5143651 w 5876984"/>
              <a:gd name="connsiteY4788" fmla="*/ 1795206 h 4550534"/>
              <a:gd name="connsiteX4789" fmla="*/ 5135242 w 5876984"/>
              <a:gd name="connsiteY4789" fmla="*/ 1790328 h 4550534"/>
              <a:gd name="connsiteX4790" fmla="*/ 5135242 w 5876984"/>
              <a:gd name="connsiteY4790" fmla="*/ 1803162 h 4550534"/>
              <a:gd name="connsiteX4791" fmla="*/ 5124476 w 5876984"/>
              <a:gd name="connsiteY4791" fmla="*/ 1800082 h 4550534"/>
              <a:gd name="connsiteX4792" fmla="*/ 5126832 w 5876984"/>
              <a:gd name="connsiteY4792" fmla="*/ 1811375 h 4550534"/>
              <a:gd name="connsiteX4793" fmla="*/ 5121851 w 5876984"/>
              <a:gd name="connsiteY4793" fmla="*/ 1815686 h 4550534"/>
              <a:gd name="connsiteX4794" fmla="*/ 5119234 w 5876984"/>
              <a:gd name="connsiteY4794" fmla="*/ 1826566 h 4550534"/>
              <a:gd name="connsiteX4795" fmla="*/ 5118197 w 5876984"/>
              <a:gd name="connsiteY4795" fmla="*/ 1847149 h 4550534"/>
              <a:gd name="connsiteX4796" fmla="*/ 5096672 w 5876984"/>
              <a:gd name="connsiteY4796" fmla="*/ 1850486 h 4550534"/>
              <a:gd name="connsiteX4797" fmla="*/ 5096672 w 5876984"/>
              <a:gd name="connsiteY4797" fmla="*/ 1889239 h 4550534"/>
              <a:gd name="connsiteX4798" fmla="*/ 5069092 w 5876984"/>
              <a:gd name="connsiteY4798" fmla="*/ 1924912 h 4550534"/>
              <a:gd name="connsiteX4799" fmla="*/ 5015949 w 5876984"/>
              <a:gd name="connsiteY4799" fmla="*/ 1989842 h 4550534"/>
              <a:gd name="connsiteX4800" fmla="*/ 4969197 w 5876984"/>
              <a:gd name="connsiteY4800" fmla="*/ 2017303 h 4550534"/>
              <a:gd name="connsiteX4801" fmla="*/ 4952593 w 5876984"/>
              <a:gd name="connsiteY4801" fmla="*/ 2030869 h 4550534"/>
              <a:gd name="connsiteX4802" fmla="*/ 4953061 w 5876984"/>
              <a:gd name="connsiteY4802" fmla="*/ 2031200 h 4550534"/>
              <a:gd name="connsiteX4803" fmla="*/ 4950811 w 5876984"/>
              <a:gd name="connsiteY4803" fmla="*/ 2042569 h 4550534"/>
              <a:gd name="connsiteX4804" fmla="*/ 4945121 w 5876984"/>
              <a:gd name="connsiteY4804" fmla="*/ 2036974 h 4550534"/>
              <a:gd name="connsiteX4805" fmla="*/ 4936074 w 5876984"/>
              <a:gd name="connsiteY4805" fmla="*/ 2044366 h 4550534"/>
              <a:gd name="connsiteX4806" fmla="*/ 4936818 w 5876984"/>
              <a:gd name="connsiteY4806" fmla="*/ 2050479 h 4550534"/>
              <a:gd name="connsiteX4807" fmla="*/ 4936192 w 5876984"/>
              <a:gd name="connsiteY4807" fmla="*/ 2058099 h 4550534"/>
              <a:gd name="connsiteX4808" fmla="*/ 4925579 w 5876984"/>
              <a:gd name="connsiteY4808" fmla="*/ 2052039 h 4550534"/>
              <a:gd name="connsiteX4809" fmla="*/ 4890030 w 5876984"/>
              <a:gd name="connsiteY4809" fmla="*/ 2075368 h 4550534"/>
              <a:gd name="connsiteX4810" fmla="*/ 4846096 w 5876984"/>
              <a:gd name="connsiteY4810" fmla="*/ 2090446 h 4550534"/>
              <a:gd name="connsiteX4811" fmla="*/ 4803380 w 5876984"/>
              <a:gd name="connsiteY4811" fmla="*/ 2113030 h 4550534"/>
              <a:gd name="connsiteX4812" fmla="*/ 4761000 w 5876984"/>
              <a:gd name="connsiteY4812" fmla="*/ 2132535 h 4550534"/>
              <a:gd name="connsiteX4813" fmla="*/ 4718621 w 5876984"/>
              <a:gd name="connsiteY4813" fmla="*/ 2152040 h 4550534"/>
              <a:gd name="connsiteX4814" fmla="*/ 4675905 w 5876984"/>
              <a:gd name="connsiteY4814" fmla="*/ 2169748 h 4550534"/>
              <a:gd name="connsiteX4815" fmla="*/ 4650344 w 5876984"/>
              <a:gd name="connsiteY4815" fmla="*/ 2184120 h 4550534"/>
              <a:gd name="connsiteX4816" fmla="*/ 4629153 w 5876984"/>
              <a:gd name="connsiteY4816" fmla="*/ 2202085 h 4550534"/>
              <a:gd name="connsiteX4817" fmla="*/ 4582401 w 5876984"/>
              <a:gd name="connsiteY4817" fmla="*/ 2237758 h 4550534"/>
              <a:gd name="connsiteX4818" fmla="*/ 4531277 w 5876984"/>
              <a:gd name="connsiteY4818" fmla="*/ 2244174 h 4550534"/>
              <a:gd name="connsiteX4819" fmla="*/ 4503697 w 5876984"/>
              <a:gd name="connsiteY4819" fmla="*/ 2257263 h 4550534"/>
              <a:gd name="connsiteX4820" fmla="*/ 4475086 w 5876984"/>
              <a:gd name="connsiteY4820" fmla="*/ 2248272 h 4550534"/>
              <a:gd name="connsiteX4821" fmla="*/ 4451292 w 5876984"/>
              <a:gd name="connsiteY4821" fmla="*/ 2230468 h 4550534"/>
              <a:gd name="connsiteX4822" fmla="*/ 4450972 w 5876984"/>
              <a:gd name="connsiteY4822" fmla="*/ 2230544 h 4550534"/>
              <a:gd name="connsiteX4823" fmla="*/ 4444338 w 5876984"/>
              <a:gd name="connsiteY4823" fmla="*/ 2227933 h 4550534"/>
              <a:gd name="connsiteX4824" fmla="*/ 4446668 w 5876984"/>
              <a:gd name="connsiteY4824" fmla="*/ 2227343 h 4550534"/>
              <a:gd name="connsiteX4825" fmla="*/ 4429930 w 5876984"/>
              <a:gd name="connsiteY4825" fmla="*/ 2216706 h 4550534"/>
              <a:gd name="connsiteX4826" fmla="*/ 4410970 w 5876984"/>
              <a:gd name="connsiteY4826" fmla="*/ 2216750 h 4550534"/>
              <a:gd name="connsiteX4827" fmla="*/ 4391122 w 5876984"/>
              <a:gd name="connsiteY4827" fmla="*/ 2232824 h 4550534"/>
              <a:gd name="connsiteX4828" fmla="*/ 4363536 w 5876984"/>
              <a:gd name="connsiteY4828" fmla="*/ 2237700 h 4550534"/>
              <a:gd name="connsiteX4829" fmla="*/ 4376168 w 5876984"/>
              <a:gd name="connsiteY4829" fmla="*/ 2228316 h 4550534"/>
              <a:gd name="connsiteX4830" fmla="*/ 4374728 w 5876984"/>
              <a:gd name="connsiteY4830" fmla="*/ 2226843 h 4550534"/>
              <a:gd name="connsiteX4831" fmla="*/ 4367136 w 5876984"/>
              <a:gd name="connsiteY4831" fmla="*/ 2227331 h 4550534"/>
              <a:gd name="connsiteX4832" fmla="*/ 4358869 w 5876984"/>
              <a:gd name="connsiteY4832" fmla="*/ 2228396 h 4550534"/>
              <a:gd name="connsiteX4833" fmla="*/ 4347286 w 5876984"/>
              <a:gd name="connsiteY4833" fmla="*/ 2237265 h 4550534"/>
              <a:gd name="connsiteX4834" fmla="*/ 4343226 w 5876984"/>
              <a:gd name="connsiteY4834" fmla="*/ 2234813 h 4550534"/>
              <a:gd name="connsiteX4835" fmla="*/ 4346723 w 5876984"/>
              <a:gd name="connsiteY4835" fmla="*/ 2228642 h 4550534"/>
              <a:gd name="connsiteX4836" fmla="*/ 4339645 w 5876984"/>
              <a:gd name="connsiteY4836" fmla="*/ 2229097 h 4550534"/>
              <a:gd name="connsiteX4837" fmla="*/ 4333000 w 5876984"/>
              <a:gd name="connsiteY4837" fmla="*/ 2228376 h 4550534"/>
              <a:gd name="connsiteX4838" fmla="*/ 4324094 w 5876984"/>
              <a:gd name="connsiteY4838" fmla="*/ 2239882 h 4550534"/>
              <a:gd name="connsiteX4839" fmla="*/ 4287174 w 5876984"/>
              <a:gd name="connsiteY4839" fmla="*/ 2262084 h 4550534"/>
              <a:gd name="connsiteX4840" fmla="*/ 4272036 w 5876984"/>
              <a:gd name="connsiteY4840" fmla="*/ 2257207 h 4550534"/>
              <a:gd name="connsiteX4841" fmla="*/ 4223258 w 5876984"/>
              <a:gd name="connsiteY4841" fmla="*/ 2270040 h 4550534"/>
              <a:gd name="connsiteX4842" fmla="*/ 4229649 w 5876984"/>
              <a:gd name="connsiteY4842" fmla="*/ 2258747 h 4550534"/>
              <a:gd name="connsiteX4843" fmla="*/ 4202064 w 5876984"/>
              <a:gd name="connsiteY4843" fmla="*/ 2278254 h 4550534"/>
              <a:gd name="connsiteX4844" fmla="*/ 4180872 w 5876984"/>
              <a:gd name="connsiteY4844" fmla="*/ 2281590 h 4550534"/>
              <a:gd name="connsiteX4845" fmla="*/ 4163715 w 5876984"/>
              <a:gd name="connsiteY4845" fmla="*/ 2271838 h 4550534"/>
              <a:gd name="connsiteX4846" fmla="*/ 4148914 w 5876984"/>
              <a:gd name="connsiteY4846" fmla="*/ 2279794 h 4550534"/>
              <a:gd name="connsiteX4847" fmla="*/ 4163715 w 5876984"/>
              <a:gd name="connsiteY4847" fmla="*/ 2284671 h 4550534"/>
              <a:gd name="connsiteX4848" fmla="*/ 4138148 w 5876984"/>
              <a:gd name="connsiteY4848" fmla="*/ 2295964 h 4550534"/>
              <a:gd name="connsiteX4849" fmla="*/ 4129738 w 5876984"/>
              <a:gd name="connsiteY4849" fmla="*/ 2286211 h 4550534"/>
              <a:gd name="connsiteX4850" fmla="*/ 4108544 w 5876984"/>
              <a:gd name="connsiteY4850" fmla="*/ 2292884 h 4550534"/>
              <a:gd name="connsiteX4851" fmla="*/ 4108544 w 5876984"/>
              <a:gd name="connsiteY4851" fmla="*/ 2305718 h 4550534"/>
              <a:gd name="connsiteX4852" fmla="*/ 4144540 w 5876984"/>
              <a:gd name="connsiteY4852" fmla="*/ 2299301 h 4550534"/>
              <a:gd name="connsiteX4853" fmla="*/ 4142522 w 5876984"/>
              <a:gd name="connsiteY4853" fmla="*/ 2312134 h 4550534"/>
              <a:gd name="connsiteX4854" fmla="*/ 4127846 w 5876984"/>
              <a:gd name="connsiteY4854" fmla="*/ 2312968 h 4550534"/>
              <a:gd name="connsiteX4855" fmla="*/ 4115120 w 5876984"/>
              <a:gd name="connsiteY4855" fmla="*/ 2318724 h 4550534"/>
              <a:gd name="connsiteX4856" fmla="*/ 4144340 w 5876984"/>
              <a:gd name="connsiteY4856" fmla="*/ 2316681 h 4550534"/>
              <a:gd name="connsiteX4857" fmla="*/ 4146695 w 5876984"/>
              <a:gd name="connsiteY4857" fmla="*/ 2336188 h 4550534"/>
              <a:gd name="connsiteX4858" fmla="*/ 4157124 w 5876984"/>
              <a:gd name="connsiteY4858" fmla="*/ 2334647 h 4550534"/>
              <a:gd name="connsiteX4859" fmla="*/ 4148714 w 5876984"/>
              <a:gd name="connsiteY4859" fmla="*/ 2316681 h 4550534"/>
              <a:gd name="connsiteX4860" fmla="*/ 4161498 w 5876984"/>
              <a:gd name="connsiteY4860" fmla="*/ 2326434 h 4550534"/>
              <a:gd name="connsiteX4861" fmla="*/ 4191104 w 5876984"/>
              <a:gd name="connsiteY4861" fmla="*/ 2316681 h 4550534"/>
              <a:gd name="connsiteX4862" fmla="*/ 4225420 w 5876984"/>
              <a:gd name="connsiteY4862" fmla="*/ 2326434 h 4550534"/>
              <a:gd name="connsiteX4863" fmla="*/ 4197496 w 5876984"/>
              <a:gd name="connsiteY4863" fmla="*/ 2345940 h 4550534"/>
              <a:gd name="connsiteX4864" fmla="*/ 4150732 w 5876984"/>
              <a:gd name="connsiteY4864" fmla="*/ 2354154 h 4550534"/>
              <a:gd name="connsiteX4865" fmla="*/ 4169908 w 5876984"/>
              <a:gd name="connsiteY4865" fmla="*/ 2355694 h 4550534"/>
              <a:gd name="connsiteX4866" fmla="*/ 4203888 w 5876984"/>
              <a:gd name="connsiteY4866" fmla="*/ 2355694 h 4550534"/>
              <a:gd name="connsiteX4867" fmla="*/ 4210281 w 5876984"/>
              <a:gd name="connsiteY4867" fmla="*/ 2396247 h 4550534"/>
              <a:gd name="connsiteX4868" fmla="*/ 4189085 w 5876984"/>
              <a:gd name="connsiteY4868" fmla="*/ 2383413 h 4550534"/>
              <a:gd name="connsiteX4869" fmla="*/ 4169908 w 5876984"/>
              <a:gd name="connsiteY4869" fmla="*/ 2404459 h 4550534"/>
              <a:gd name="connsiteX4870" fmla="*/ 4157124 w 5876984"/>
              <a:gd name="connsiteY4870" fmla="*/ 2391370 h 4550534"/>
              <a:gd name="connsiteX4871" fmla="*/ 4129537 w 5876984"/>
              <a:gd name="connsiteY4871" fmla="*/ 2419089 h 4550534"/>
              <a:gd name="connsiteX4872" fmla="*/ 4140302 w 5876984"/>
              <a:gd name="connsiteY4872" fmla="*/ 2410876 h 4550534"/>
              <a:gd name="connsiteX4873" fmla="*/ 4125163 w 5876984"/>
              <a:gd name="connsiteY4873" fmla="*/ 2427046 h 4550534"/>
              <a:gd name="connsiteX4874" fmla="*/ 4116752 w 5876984"/>
              <a:gd name="connsiteY4874" fmla="*/ 2414213 h 4550534"/>
              <a:gd name="connsiteX4875" fmla="*/ 4091183 w 5876984"/>
              <a:gd name="connsiteY4875" fmla="*/ 2433462 h 4550534"/>
              <a:gd name="connsiteX4876" fmla="*/ 4108341 w 5876984"/>
              <a:gd name="connsiteY4876" fmla="*/ 2436799 h 4550534"/>
              <a:gd name="connsiteX4877" fmla="*/ 4091183 w 5876984"/>
              <a:gd name="connsiteY4877" fmla="*/ 2449889 h 4550534"/>
              <a:gd name="connsiteX4878" fmla="*/ 4096727 w 5876984"/>
              <a:gd name="connsiteY4878" fmla="*/ 2455974 h 4550534"/>
              <a:gd name="connsiteX4879" fmla="*/ 4106754 w 5876984"/>
              <a:gd name="connsiteY4879" fmla="*/ 2453662 h 4550534"/>
              <a:gd name="connsiteX4880" fmla="*/ 4106785 w 5876984"/>
              <a:gd name="connsiteY4880" fmla="*/ 2453567 h 4550534"/>
              <a:gd name="connsiteX4881" fmla="*/ 4108936 w 5876984"/>
              <a:gd name="connsiteY4881" fmla="*/ 2448413 h 4550534"/>
              <a:gd name="connsiteX4882" fmla="*/ 4120646 w 5876984"/>
              <a:gd name="connsiteY4882" fmla="*/ 2449904 h 4550534"/>
              <a:gd name="connsiteX4883" fmla="*/ 4121008 w 5876984"/>
              <a:gd name="connsiteY4883" fmla="*/ 2449913 h 4550534"/>
              <a:gd name="connsiteX4884" fmla="*/ 4137291 w 5876984"/>
              <a:gd name="connsiteY4884" fmla="*/ 2441021 h 4550534"/>
              <a:gd name="connsiteX4885" fmla="*/ 4136876 w 5876984"/>
              <a:gd name="connsiteY4885" fmla="*/ 2440003 h 4550534"/>
              <a:gd name="connsiteX4886" fmla="*/ 4130223 w 5876984"/>
              <a:gd name="connsiteY4886" fmla="*/ 2438434 h 4550534"/>
              <a:gd name="connsiteX4887" fmla="*/ 4147363 w 5876984"/>
              <a:gd name="connsiteY4887" fmla="*/ 2428789 h 4550534"/>
              <a:gd name="connsiteX4888" fmla="*/ 4149056 w 5876984"/>
              <a:gd name="connsiteY4888" fmla="*/ 2433430 h 4550534"/>
              <a:gd name="connsiteX4889" fmla="*/ 4163150 w 5876984"/>
              <a:gd name="connsiteY4889" fmla="*/ 2422997 h 4550534"/>
              <a:gd name="connsiteX4890" fmla="*/ 4161568 w 5876984"/>
              <a:gd name="connsiteY4890" fmla="*/ 2417280 h 4550534"/>
              <a:gd name="connsiteX4891" fmla="*/ 4147004 w 5876984"/>
              <a:gd name="connsiteY4891" fmla="*/ 2428446 h 4550534"/>
              <a:gd name="connsiteX4892" fmla="*/ 4144686 w 5876984"/>
              <a:gd name="connsiteY4892" fmla="*/ 2414234 h 4550534"/>
              <a:gd name="connsiteX4893" fmla="*/ 4165870 w 5876984"/>
              <a:gd name="connsiteY4893" fmla="*/ 2409413 h 4550534"/>
              <a:gd name="connsiteX4894" fmla="*/ 4169854 w 5876984"/>
              <a:gd name="connsiteY4894" fmla="*/ 2417876 h 4550534"/>
              <a:gd name="connsiteX4895" fmla="*/ 4182824 w 5876984"/>
              <a:gd name="connsiteY4895" fmla="*/ 2407911 h 4550534"/>
              <a:gd name="connsiteX4896" fmla="*/ 4204014 w 5876984"/>
              <a:gd name="connsiteY4896" fmla="*/ 2424337 h 4550534"/>
              <a:gd name="connsiteX4897" fmla="*/ 4190986 w 5876984"/>
              <a:gd name="connsiteY4897" fmla="*/ 2440501 h 4550534"/>
              <a:gd name="connsiteX4898" fmla="*/ 4184378 w 5876984"/>
              <a:gd name="connsiteY4898" fmla="*/ 2444638 h 4550534"/>
              <a:gd name="connsiteX4899" fmla="*/ 4184407 w 5876984"/>
              <a:gd name="connsiteY4899" fmla="*/ 2444689 h 4550534"/>
              <a:gd name="connsiteX4900" fmla="*/ 4184256 w 5876984"/>
              <a:gd name="connsiteY4900" fmla="*/ 2444714 h 4550534"/>
              <a:gd name="connsiteX4901" fmla="*/ 4173196 w 5876984"/>
              <a:gd name="connsiteY4901" fmla="*/ 2451637 h 4550534"/>
              <a:gd name="connsiteX4902" fmla="*/ 4155249 w 5876984"/>
              <a:gd name="connsiteY4902" fmla="*/ 2459531 h 4550534"/>
              <a:gd name="connsiteX4903" fmla="*/ 4153749 w 5876984"/>
              <a:gd name="connsiteY4903" fmla="*/ 2465842 h 4550534"/>
              <a:gd name="connsiteX4904" fmla="*/ 4149070 w 5876984"/>
              <a:gd name="connsiteY4904" fmla="*/ 2462249 h 4550534"/>
              <a:gd name="connsiteX4905" fmla="*/ 4136072 w 5876984"/>
              <a:gd name="connsiteY4905" fmla="*/ 2467966 h 4550534"/>
              <a:gd name="connsiteX4906" fmla="*/ 4105550 w 5876984"/>
              <a:gd name="connsiteY4906" fmla="*/ 2483012 h 4550534"/>
              <a:gd name="connsiteX4907" fmla="*/ 4099116 w 5876984"/>
              <a:gd name="connsiteY4907" fmla="*/ 2484323 h 4550534"/>
              <a:gd name="connsiteX4908" fmla="*/ 4099930 w 5876984"/>
              <a:gd name="connsiteY4908" fmla="*/ 2485565 h 4550534"/>
              <a:gd name="connsiteX4909" fmla="*/ 4118770 w 5876984"/>
              <a:gd name="connsiteY4909" fmla="*/ 2477352 h 4550534"/>
              <a:gd name="connsiteX4910" fmla="*/ 4135928 w 5876984"/>
              <a:gd name="connsiteY4910" fmla="*/ 2485565 h 4550534"/>
              <a:gd name="connsiteX4911" fmla="*/ 4130840 w 5876984"/>
              <a:gd name="connsiteY4911" fmla="*/ 2502633 h 4550534"/>
              <a:gd name="connsiteX4912" fmla="*/ 4129926 w 5876984"/>
              <a:gd name="connsiteY4912" fmla="*/ 2507749 h 4550534"/>
              <a:gd name="connsiteX4913" fmla="*/ 4137200 w 5876984"/>
              <a:gd name="connsiteY4913" fmla="*/ 2508451 h 4550534"/>
              <a:gd name="connsiteX4914" fmla="*/ 4141291 w 5876984"/>
              <a:gd name="connsiteY4914" fmla="*/ 2507958 h 4550534"/>
              <a:gd name="connsiteX4915" fmla="*/ 4141282 w 5876984"/>
              <a:gd name="connsiteY4915" fmla="*/ 2507952 h 4550534"/>
              <a:gd name="connsiteX4916" fmla="*/ 4149156 w 5876984"/>
              <a:gd name="connsiteY4916" fmla="*/ 2477414 h 4550534"/>
              <a:gd name="connsiteX4917" fmla="*/ 4165486 w 5876984"/>
              <a:gd name="connsiteY4917" fmla="*/ 2496189 h 4550534"/>
              <a:gd name="connsiteX4918" fmla="*/ 4172188 w 5876984"/>
              <a:gd name="connsiteY4918" fmla="*/ 2509958 h 4550534"/>
              <a:gd name="connsiteX4919" fmla="*/ 4182052 w 5876984"/>
              <a:gd name="connsiteY4919" fmla="*/ 2511637 h 4550534"/>
              <a:gd name="connsiteX4920" fmla="*/ 4188622 w 5876984"/>
              <a:gd name="connsiteY4920" fmla="*/ 2492526 h 4550534"/>
              <a:gd name="connsiteX4921" fmla="*/ 4236958 w 5876984"/>
              <a:gd name="connsiteY4921" fmla="*/ 2490995 h 4550534"/>
              <a:gd name="connsiteX4922" fmla="*/ 4224624 w 5876984"/>
              <a:gd name="connsiteY4922" fmla="*/ 2503755 h 4550534"/>
              <a:gd name="connsiteX4923" fmla="*/ 4228625 w 5876984"/>
              <a:gd name="connsiteY4923" fmla="*/ 2507073 h 4550534"/>
              <a:gd name="connsiteX4924" fmla="*/ 4205207 w 5876984"/>
              <a:gd name="connsiteY4924" fmla="*/ 2510007 h 4550534"/>
              <a:gd name="connsiteX4925" fmla="*/ 4192591 w 5876984"/>
              <a:gd name="connsiteY4925" fmla="*/ 2513431 h 4550534"/>
              <a:gd name="connsiteX4926" fmla="*/ 4199236 w 5876984"/>
              <a:gd name="connsiteY4926" fmla="*/ 2514562 h 4550534"/>
              <a:gd name="connsiteX4927" fmla="*/ 4247991 w 5876984"/>
              <a:gd name="connsiteY4927" fmla="*/ 2516358 h 4550534"/>
              <a:gd name="connsiteX4928" fmla="*/ 4356261 w 5876984"/>
              <a:gd name="connsiteY4928" fmla="*/ 2508147 h 4550534"/>
              <a:gd name="connsiteX4929" fmla="*/ 4592304 w 5876984"/>
              <a:gd name="connsiteY4929" fmla="*/ 2474019 h 4550534"/>
              <a:gd name="connsiteX4930" fmla="*/ 4581544 w 5876984"/>
              <a:gd name="connsiteY4930" fmla="*/ 2501732 h 4550534"/>
              <a:gd name="connsiteX4931" fmla="*/ 4498828 w 5876984"/>
              <a:gd name="connsiteY4931" fmla="*/ 2526109 h 4550534"/>
              <a:gd name="connsiteX4932" fmla="*/ 4480107 w 5876984"/>
              <a:gd name="connsiteY4932" fmla="*/ 2532251 h 4550534"/>
              <a:gd name="connsiteX4933" fmla="*/ 4483272 w 5876984"/>
              <a:gd name="connsiteY4933" fmla="*/ 2535778 h 4550534"/>
              <a:gd name="connsiteX4934" fmla="*/ 4480763 w 5876984"/>
              <a:gd name="connsiteY4934" fmla="*/ 2545507 h 4550534"/>
              <a:gd name="connsiteX4935" fmla="*/ 4459995 w 5876984"/>
              <a:gd name="connsiteY4935" fmla="*/ 2542395 h 4550534"/>
              <a:gd name="connsiteX4936" fmla="*/ 4460236 w 5876984"/>
              <a:gd name="connsiteY4936" fmla="*/ 2538771 h 4550534"/>
              <a:gd name="connsiteX4937" fmla="*/ 4458941 w 5876984"/>
              <a:gd name="connsiteY4937" fmla="*/ 2539196 h 4550534"/>
              <a:gd name="connsiteX4938" fmla="*/ 4437928 w 5876984"/>
              <a:gd name="connsiteY4938" fmla="*/ 2541444 h 4550534"/>
              <a:gd name="connsiteX4939" fmla="*/ 4455867 w 5876984"/>
              <a:gd name="connsiteY4939" fmla="*/ 2546724 h 4550534"/>
              <a:gd name="connsiteX4940" fmla="*/ 4357363 w 5876984"/>
              <a:gd name="connsiteY4940" fmla="*/ 2569317 h 4550534"/>
              <a:gd name="connsiteX4941" fmla="*/ 4357617 w 5876984"/>
              <a:gd name="connsiteY4941" fmla="*/ 2563668 h 4550534"/>
              <a:gd name="connsiteX4942" fmla="*/ 4358690 w 5876984"/>
              <a:gd name="connsiteY4942" fmla="*/ 2560260 h 4550534"/>
              <a:gd name="connsiteX4943" fmla="*/ 4356798 w 5876984"/>
              <a:gd name="connsiteY4943" fmla="*/ 2560622 h 4550534"/>
              <a:gd name="connsiteX4944" fmla="*/ 4175699 w 5876984"/>
              <a:gd name="connsiteY4944" fmla="*/ 2550230 h 4550534"/>
              <a:gd name="connsiteX4945" fmla="*/ 4120429 w 5876984"/>
              <a:gd name="connsiteY4945" fmla="*/ 2536598 h 4550534"/>
              <a:gd name="connsiteX4946" fmla="*/ 4093212 w 5876984"/>
              <a:gd name="connsiteY4946" fmla="*/ 2536918 h 4550534"/>
              <a:gd name="connsiteX4947" fmla="*/ 4087214 w 5876984"/>
              <a:gd name="connsiteY4947" fmla="*/ 2538830 h 4550534"/>
              <a:gd name="connsiteX4948" fmla="*/ 4078398 w 5876984"/>
              <a:gd name="connsiteY4948" fmla="*/ 2547164 h 4550534"/>
              <a:gd name="connsiteX4949" fmla="*/ 4068920 w 5876984"/>
              <a:gd name="connsiteY4949" fmla="*/ 2537204 h 4550534"/>
              <a:gd name="connsiteX4950" fmla="*/ 4055126 w 5876984"/>
              <a:gd name="connsiteY4950" fmla="*/ 2537366 h 4550534"/>
              <a:gd name="connsiteX4951" fmla="*/ 4057204 w 5876984"/>
              <a:gd name="connsiteY4951" fmla="*/ 2548704 h 4550534"/>
              <a:gd name="connsiteX4952" fmla="*/ 4008420 w 5876984"/>
              <a:gd name="connsiteY4952" fmla="*/ 2563334 h 4550534"/>
              <a:gd name="connsiteX4953" fmla="*/ 3997654 w 5876984"/>
              <a:gd name="connsiteY4953" fmla="*/ 2552040 h 4550534"/>
              <a:gd name="connsiteX4954" fmla="*/ 3884949 w 5876984"/>
              <a:gd name="connsiteY4954" fmla="*/ 2569750 h 4550534"/>
              <a:gd name="connsiteX4955" fmla="*/ 3774599 w 5876984"/>
              <a:gd name="connsiteY4955" fmla="*/ 2574626 h 4550534"/>
              <a:gd name="connsiteX4956" fmla="*/ 3768206 w 5876984"/>
              <a:gd name="connsiteY4956" fmla="*/ 2559997 h 4550534"/>
              <a:gd name="connsiteX4957" fmla="*/ 3770225 w 5876984"/>
              <a:gd name="connsiteY4957" fmla="*/ 2582840 h 4550534"/>
              <a:gd name="connsiteX4958" fmla="*/ 3568365 w 5876984"/>
              <a:gd name="connsiteY4958" fmla="*/ 2581300 h 4550534"/>
              <a:gd name="connsiteX4959" fmla="*/ 3574757 w 5876984"/>
              <a:gd name="connsiteY4959" fmla="*/ 2592593 h 4550534"/>
              <a:gd name="connsiteX4960" fmla="*/ 3551207 w 5876984"/>
              <a:gd name="connsiteY4960" fmla="*/ 2595673 h 4550534"/>
              <a:gd name="connsiteX4961" fmla="*/ 3547170 w 5876984"/>
              <a:gd name="connsiteY4961" fmla="*/ 2579503 h 4550534"/>
              <a:gd name="connsiteX4962" fmla="*/ 3538422 w 5876984"/>
              <a:gd name="connsiteY4962" fmla="*/ 2594133 h 4550534"/>
              <a:gd name="connsiteX4963" fmla="*/ 3534385 w 5876984"/>
              <a:gd name="connsiteY4963" fmla="*/ 2579503 h 4550534"/>
              <a:gd name="connsiteX4964" fmla="*/ 3474836 w 5876984"/>
              <a:gd name="connsiteY4964" fmla="*/ 2574626 h 4550534"/>
              <a:gd name="connsiteX4965" fmla="*/ 3491658 w 5876984"/>
              <a:gd name="connsiteY4965" fmla="*/ 2590797 h 4550534"/>
              <a:gd name="connsiteX4966" fmla="*/ 3470463 w 5876984"/>
              <a:gd name="connsiteY4966" fmla="*/ 2584380 h 4550534"/>
              <a:gd name="connsiteX4967" fmla="*/ 3442876 w 5876984"/>
              <a:gd name="connsiteY4967" fmla="*/ 2569750 h 4550534"/>
              <a:gd name="connsiteX4968" fmla="*/ 3460034 w 5876984"/>
              <a:gd name="connsiteY4968" fmla="*/ 2586176 h 4550534"/>
              <a:gd name="connsiteX4969" fmla="*/ 3454210 w 5876984"/>
              <a:gd name="connsiteY4969" fmla="*/ 2593415 h 4550534"/>
              <a:gd name="connsiteX4970" fmla="*/ 3453927 w 5876984"/>
              <a:gd name="connsiteY4970" fmla="*/ 2596015 h 4550534"/>
              <a:gd name="connsiteX4971" fmla="*/ 3470784 w 5876984"/>
              <a:gd name="connsiteY4971" fmla="*/ 2600906 h 4550534"/>
              <a:gd name="connsiteX4972" fmla="*/ 3459864 w 5876984"/>
              <a:gd name="connsiteY4972" fmla="*/ 2606569 h 4550534"/>
              <a:gd name="connsiteX4973" fmla="*/ 3453588 w 5876984"/>
              <a:gd name="connsiteY4973" fmla="*/ 2605150 h 4550534"/>
              <a:gd name="connsiteX4974" fmla="*/ 3453641 w 5876984"/>
              <a:gd name="connsiteY4974" fmla="*/ 2615179 h 4550534"/>
              <a:gd name="connsiteX4975" fmla="*/ 3466089 w 5876984"/>
              <a:gd name="connsiteY4975" fmla="*/ 2608763 h 4550534"/>
              <a:gd name="connsiteX4976" fmla="*/ 3464070 w 5876984"/>
              <a:gd name="connsiteY4976" fmla="*/ 2618516 h 4550534"/>
              <a:gd name="connsiteX4977" fmla="*/ 3478874 w 5876984"/>
              <a:gd name="connsiteY4977" fmla="*/ 2616720 h 4550534"/>
              <a:gd name="connsiteX4978" fmla="*/ 3434465 w 5876984"/>
              <a:gd name="connsiteY4978" fmla="*/ 2629809 h 4550534"/>
              <a:gd name="connsiteX4979" fmla="*/ 3430090 w 5876984"/>
              <a:gd name="connsiteY4979" fmla="*/ 2618516 h 4550534"/>
              <a:gd name="connsiteX4980" fmla="*/ 3323778 w 5876984"/>
              <a:gd name="connsiteY4980" fmla="*/ 2615179 h 4550534"/>
              <a:gd name="connsiteX4981" fmla="*/ 3342954 w 5876984"/>
              <a:gd name="connsiteY4981" fmla="*/ 2608763 h 4550534"/>
              <a:gd name="connsiteX4982" fmla="*/ 3332188 w 5876984"/>
              <a:gd name="connsiteY4982" fmla="*/ 2592593 h 4550534"/>
              <a:gd name="connsiteX4983" fmla="*/ 3291817 w 5876984"/>
              <a:gd name="connsiteY4983" fmla="*/ 2595673 h 4550534"/>
              <a:gd name="connsiteX4984" fmla="*/ 3294172 w 5876984"/>
              <a:gd name="connsiteY4984" fmla="*/ 2607223 h 4550534"/>
              <a:gd name="connsiteX4985" fmla="*/ 3298208 w 5876984"/>
              <a:gd name="connsiteY4985" fmla="*/ 2626473 h 4550534"/>
              <a:gd name="connsiteX4986" fmla="*/ 3283406 w 5876984"/>
              <a:gd name="connsiteY4986" fmla="*/ 2610303 h 4550534"/>
              <a:gd name="connsiteX4987" fmla="*/ 3266248 w 5876984"/>
              <a:gd name="connsiteY4987" fmla="*/ 2621596 h 4550534"/>
              <a:gd name="connsiteX4988" fmla="*/ 3268602 w 5876984"/>
              <a:gd name="connsiteY4988" fmla="*/ 2607223 h 4550534"/>
              <a:gd name="connsiteX4989" fmla="*/ 3232268 w 5876984"/>
              <a:gd name="connsiteY4989" fmla="*/ 2616720 h 4550534"/>
              <a:gd name="connsiteX4990" fmla="*/ 3185504 w 5876984"/>
              <a:gd name="connsiteY4990" fmla="*/ 2610303 h 4550534"/>
              <a:gd name="connsiteX4991" fmla="*/ 3187858 w 5876984"/>
              <a:gd name="connsiteY4991" fmla="*/ 2594133 h 4550534"/>
              <a:gd name="connsiteX4992" fmla="*/ 3162290 w 5876984"/>
              <a:gd name="connsiteY4992" fmla="*/ 2610303 h 4550534"/>
              <a:gd name="connsiteX4993" fmla="*/ 3100386 w 5876984"/>
              <a:gd name="connsiteY4993" fmla="*/ 2600549 h 4550534"/>
              <a:gd name="connsiteX4994" fmla="*/ 3100386 w 5876984"/>
              <a:gd name="connsiteY4994" fmla="*/ 2608763 h 4550534"/>
              <a:gd name="connsiteX4995" fmla="*/ 3117544 w 5876984"/>
              <a:gd name="connsiteY4995" fmla="*/ 2610303 h 4550534"/>
              <a:gd name="connsiteX4996" fmla="*/ 3112582 w 5876984"/>
              <a:gd name="connsiteY4996" fmla="*/ 2617811 h 4550534"/>
              <a:gd name="connsiteX4997" fmla="*/ 3112251 w 5876984"/>
              <a:gd name="connsiteY4997" fmla="*/ 2618641 h 4550534"/>
              <a:gd name="connsiteX4998" fmla="*/ 3127080 w 5876984"/>
              <a:gd name="connsiteY4998" fmla="*/ 2617376 h 4550534"/>
              <a:gd name="connsiteX4999" fmla="*/ 3127654 w 5876984"/>
              <a:gd name="connsiteY4999" fmla="*/ 2614627 h 4550534"/>
              <a:gd name="connsiteX5000" fmla="*/ 3127950 w 5876984"/>
              <a:gd name="connsiteY5000" fmla="*/ 2613201 h 4550534"/>
              <a:gd name="connsiteX5001" fmla="*/ 3155796 w 5876984"/>
              <a:gd name="connsiteY5001" fmla="*/ 2609830 h 4550534"/>
              <a:gd name="connsiteX5002" fmla="*/ 3157170 w 5876984"/>
              <a:gd name="connsiteY5002" fmla="*/ 2614811 h 4550534"/>
              <a:gd name="connsiteX5003" fmla="*/ 3166729 w 5876984"/>
              <a:gd name="connsiteY5003" fmla="*/ 2613995 h 4550534"/>
              <a:gd name="connsiteX5004" fmla="*/ 3162358 w 5876984"/>
              <a:gd name="connsiteY5004" fmla="*/ 2622757 h 4550534"/>
              <a:gd name="connsiteX5005" fmla="*/ 3175152 w 5876984"/>
              <a:gd name="connsiteY5005" fmla="*/ 2613201 h 4550534"/>
              <a:gd name="connsiteX5006" fmla="*/ 3181604 w 5876984"/>
              <a:gd name="connsiteY5006" fmla="*/ 2624613 h 4550534"/>
              <a:gd name="connsiteX5007" fmla="*/ 3166790 w 5876984"/>
              <a:gd name="connsiteY5007" fmla="*/ 2631000 h 4550534"/>
              <a:gd name="connsiteX5008" fmla="*/ 3160569 w 5876984"/>
              <a:gd name="connsiteY5008" fmla="*/ 2626341 h 4550534"/>
              <a:gd name="connsiteX5009" fmla="*/ 3155388 w 5876984"/>
              <a:gd name="connsiteY5009" fmla="*/ 2636724 h 4550534"/>
              <a:gd name="connsiteX5010" fmla="*/ 3100806 w 5876984"/>
              <a:gd name="connsiteY5010" fmla="*/ 2664297 h 4550534"/>
              <a:gd name="connsiteX5011" fmla="*/ 3073225 w 5876984"/>
              <a:gd name="connsiteY5011" fmla="*/ 2651208 h 4550534"/>
              <a:gd name="connsiteX5012" fmla="*/ 3003106 w 5876984"/>
              <a:gd name="connsiteY5012" fmla="*/ 2663167 h 4550534"/>
              <a:gd name="connsiteX5013" fmla="*/ 3002820 w 5876984"/>
              <a:gd name="connsiteY5013" fmla="*/ 2663946 h 4550534"/>
              <a:gd name="connsiteX5014" fmla="*/ 3001804 w 5876984"/>
              <a:gd name="connsiteY5014" fmla="*/ 2663390 h 4550534"/>
              <a:gd name="connsiteX5015" fmla="*/ 2997800 w 5876984"/>
              <a:gd name="connsiteY5015" fmla="*/ 2664072 h 4550534"/>
              <a:gd name="connsiteX5016" fmla="*/ 2980784 w 5876984"/>
              <a:gd name="connsiteY5016" fmla="*/ 2666918 h 4550534"/>
              <a:gd name="connsiteX5017" fmla="*/ 2979270 w 5876984"/>
              <a:gd name="connsiteY5017" fmla="*/ 2670362 h 4550534"/>
              <a:gd name="connsiteX5018" fmla="*/ 2974778 w 5876984"/>
              <a:gd name="connsiteY5018" fmla="*/ 2667922 h 4550534"/>
              <a:gd name="connsiteX5019" fmla="*/ 2951656 w 5876984"/>
              <a:gd name="connsiteY5019" fmla="*/ 2671789 h 4550534"/>
              <a:gd name="connsiteX5020" fmla="*/ 2951682 w 5876984"/>
              <a:gd name="connsiteY5020" fmla="*/ 2671902 h 4550534"/>
              <a:gd name="connsiteX5021" fmla="*/ 2932505 w 5876984"/>
              <a:gd name="connsiteY5021" fmla="*/ 2675238 h 4550534"/>
              <a:gd name="connsiteX5022" fmla="*/ 2941252 w 5876984"/>
              <a:gd name="connsiteY5022" fmla="*/ 2684992 h 4550534"/>
              <a:gd name="connsiteX5023" fmla="*/ 2926282 w 5876984"/>
              <a:gd name="connsiteY5023" fmla="*/ 2684190 h 4550534"/>
              <a:gd name="connsiteX5024" fmla="*/ 2921492 w 5876984"/>
              <a:gd name="connsiteY5024" fmla="*/ 2676271 h 4550534"/>
              <a:gd name="connsiteX5025" fmla="*/ 2895504 w 5876984"/>
              <a:gd name="connsiteY5025" fmla="*/ 2678655 h 4550534"/>
              <a:gd name="connsiteX5026" fmla="*/ 2898526 w 5876984"/>
              <a:gd name="connsiteY5026" fmla="*/ 2680115 h 4550534"/>
              <a:gd name="connsiteX5027" fmla="*/ 2894824 w 5876984"/>
              <a:gd name="connsiteY5027" fmla="*/ 2684992 h 4550534"/>
              <a:gd name="connsiteX5028" fmla="*/ 2882713 w 5876984"/>
              <a:gd name="connsiteY5028" fmla="*/ 2681058 h 4550534"/>
              <a:gd name="connsiteX5029" fmla="*/ 2878297 w 5876984"/>
              <a:gd name="connsiteY5029" fmla="*/ 2680233 h 4550534"/>
              <a:gd name="connsiteX5030" fmla="*/ 2877712 w 5876984"/>
              <a:gd name="connsiteY5030" fmla="*/ 2680287 h 4550534"/>
              <a:gd name="connsiteX5031" fmla="*/ 2879223 w 5876984"/>
              <a:gd name="connsiteY5031" fmla="*/ 2686018 h 4550534"/>
              <a:gd name="connsiteX5032" fmla="*/ 2884059 w 5876984"/>
              <a:gd name="connsiteY5032" fmla="*/ 2698082 h 4550534"/>
              <a:gd name="connsiteX5033" fmla="*/ 2879685 w 5876984"/>
              <a:gd name="connsiteY5033" fmla="*/ 2702958 h 4550534"/>
              <a:gd name="connsiteX5034" fmla="*/ 2872830 w 5876984"/>
              <a:gd name="connsiteY5034" fmla="*/ 2692275 h 4550534"/>
              <a:gd name="connsiteX5035" fmla="*/ 2870224 w 5876984"/>
              <a:gd name="connsiteY5035" fmla="*/ 2680974 h 4550534"/>
              <a:gd name="connsiteX5036" fmla="*/ 2858974 w 5876984"/>
              <a:gd name="connsiteY5036" fmla="*/ 2682005 h 4550534"/>
              <a:gd name="connsiteX5037" fmla="*/ 2851928 w 5876984"/>
              <a:gd name="connsiteY5037" fmla="*/ 2681861 h 4550534"/>
              <a:gd name="connsiteX5038" fmla="*/ 2852097 w 5876984"/>
              <a:gd name="connsiteY5038" fmla="*/ 2684992 h 4550534"/>
              <a:gd name="connsiteX5039" fmla="*/ 2858490 w 5876984"/>
              <a:gd name="connsiteY5039" fmla="*/ 2686532 h 4550534"/>
              <a:gd name="connsiteX5040" fmla="*/ 2842046 w 5876984"/>
              <a:gd name="connsiteY5040" fmla="*/ 2681944 h 4550534"/>
              <a:gd name="connsiteX5041" fmla="*/ 2841180 w 5876984"/>
              <a:gd name="connsiteY5041" fmla="*/ 2681642 h 4550534"/>
              <a:gd name="connsiteX5042" fmla="*/ 2828980 w 5876984"/>
              <a:gd name="connsiteY5042" fmla="*/ 2681392 h 4550534"/>
              <a:gd name="connsiteX5043" fmla="*/ 2828404 w 5876984"/>
              <a:gd name="connsiteY5043" fmla="*/ 2682283 h 4550534"/>
              <a:gd name="connsiteX5044" fmla="*/ 2828884 w 5876984"/>
              <a:gd name="connsiteY5044" fmla="*/ 2692949 h 4550534"/>
              <a:gd name="connsiteX5045" fmla="*/ 2796922 w 5876984"/>
              <a:gd name="connsiteY5045" fmla="*/ 2692949 h 4550534"/>
              <a:gd name="connsiteX5046" fmla="*/ 2798941 w 5876984"/>
              <a:gd name="connsiteY5046" fmla="*/ 2699621 h 4550534"/>
              <a:gd name="connsiteX5047" fmla="*/ 2820136 w 5876984"/>
              <a:gd name="connsiteY5047" fmla="*/ 2722207 h 4550534"/>
              <a:gd name="connsiteX5048" fmla="*/ 2800960 w 5876984"/>
              <a:gd name="connsiteY5048" fmla="*/ 2719128 h 4550534"/>
              <a:gd name="connsiteX5049" fmla="*/ 2788512 w 5876984"/>
              <a:gd name="connsiteY5049" fmla="*/ 2706038 h 4550534"/>
              <a:gd name="connsiteX5050" fmla="*/ 2792549 w 5876984"/>
              <a:gd name="connsiteY5050" fmla="*/ 2720667 h 4550534"/>
              <a:gd name="connsiteX5051" fmla="*/ 2786156 w 5876984"/>
              <a:gd name="connsiteY5051" fmla="*/ 2722207 h 4550534"/>
              <a:gd name="connsiteX5052" fmla="*/ 2764962 w 5876984"/>
              <a:gd name="connsiteY5052" fmla="*/ 2701161 h 4550534"/>
              <a:gd name="connsiteX5053" fmla="*/ 2788512 w 5876984"/>
              <a:gd name="connsiteY5053" fmla="*/ 2753008 h 4550534"/>
              <a:gd name="connsiteX5054" fmla="*/ 2786156 w 5876984"/>
              <a:gd name="connsiteY5054" fmla="*/ 2757884 h 4550534"/>
              <a:gd name="connsiteX5055" fmla="*/ 2766980 w 5876984"/>
              <a:gd name="connsiteY5055" fmla="*/ 2748130 h 4550534"/>
              <a:gd name="connsiteX5056" fmla="*/ 2773372 w 5876984"/>
              <a:gd name="connsiteY5056" fmla="*/ 2783807 h 4550534"/>
              <a:gd name="connsiteX5057" fmla="*/ 2807352 w 5876984"/>
              <a:gd name="connsiteY5057" fmla="*/ 2795356 h 4550534"/>
              <a:gd name="connsiteX5058" fmla="*/ 2790530 w 5876984"/>
              <a:gd name="connsiteY5058" fmla="*/ 2787143 h 4550534"/>
              <a:gd name="connsiteX5059" fmla="*/ 2779764 w 5876984"/>
              <a:gd name="connsiteY5059" fmla="*/ 2806650 h 4550534"/>
              <a:gd name="connsiteX5060" fmla="*/ 2769335 w 5876984"/>
              <a:gd name="connsiteY5060" fmla="*/ 2788683 h 4550534"/>
              <a:gd name="connsiteX5061" fmla="*/ 2769335 w 5876984"/>
              <a:gd name="connsiteY5061" fmla="*/ 2824359 h 4550534"/>
              <a:gd name="connsiteX5062" fmla="*/ 2758569 w 5876984"/>
              <a:gd name="connsiteY5062" fmla="*/ 2809729 h 4550534"/>
              <a:gd name="connsiteX5063" fmla="*/ 2764962 w 5876984"/>
              <a:gd name="connsiteY5063" fmla="*/ 2803313 h 4550534"/>
              <a:gd name="connsiteX5064" fmla="*/ 2764962 w 5876984"/>
              <a:gd name="connsiteY5064" fmla="*/ 2795356 h 4550534"/>
              <a:gd name="connsiteX5065" fmla="*/ 2754532 w 5876984"/>
              <a:gd name="connsiteY5065" fmla="*/ 2782266 h 4550534"/>
              <a:gd name="connsiteX5066" fmla="*/ 2760588 w 5876984"/>
              <a:gd name="connsiteY5066" fmla="*/ 2792020 h 4550534"/>
              <a:gd name="connsiteX5067" fmla="*/ 2748140 w 5876984"/>
              <a:gd name="connsiteY5067" fmla="*/ 2793560 h 4550534"/>
              <a:gd name="connsiteX5068" fmla="*/ 2728963 w 5876984"/>
              <a:gd name="connsiteY5068" fmla="*/ 2772514 h 4550534"/>
              <a:gd name="connsiteX5069" fmla="*/ 2713824 w 5876984"/>
              <a:gd name="connsiteY5069" fmla="*/ 2772514 h 4550534"/>
              <a:gd name="connsiteX5070" fmla="*/ 2741747 w 5876984"/>
              <a:gd name="connsiteY5070" fmla="*/ 2800233 h 4550534"/>
              <a:gd name="connsiteX5071" fmla="*/ 2733000 w 5876984"/>
              <a:gd name="connsiteY5071" fmla="*/ 2806650 h 4550534"/>
              <a:gd name="connsiteX5072" fmla="*/ 2728963 w 5876984"/>
              <a:gd name="connsiteY5072" fmla="*/ 2792020 h 4550534"/>
              <a:gd name="connsiteX5073" fmla="*/ 2716178 w 5876984"/>
              <a:gd name="connsiteY5073" fmla="*/ 2792020 h 4550534"/>
              <a:gd name="connsiteX5074" fmla="*/ 2726608 w 5876984"/>
              <a:gd name="connsiteY5074" fmla="*/ 2800233 h 4550534"/>
              <a:gd name="connsiteX5075" fmla="*/ 2716178 w 5876984"/>
              <a:gd name="connsiteY5075" fmla="*/ 2813067 h 4550534"/>
              <a:gd name="connsiteX5076" fmla="*/ 2679844 w 5876984"/>
              <a:gd name="connsiteY5076" fmla="*/ 2819483 h 4550534"/>
              <a:gd name="connsiteX5077" fmla="*/ 2682198 w 5876984"/>
              <a:gd name="connsiteY5077" fmla="*/ 2814606 h 4550534"/>
              <a:gd name="connsiteX5078" fmla="*/ 2675807 w 5876984"/>
              <a:gd name="connsiteY5078" fmla="*/ 2813067 h 4550534"/>
              <a:gd name="connsiteX5079" fmla="*/ 2688591 w 5876984"/>
              <a:gd name="connsiteY5079" fmla="*/ 2808189 h 4550534"/>
              <a:gd name="connsiteX5080" fmla="*/ 2684218 w 5876984"/>
              <a:gd name="connsiteY5080" fmla="*/ 2801773 h 4550534"/>
              <a:gd name="connsiteX5081" fmla="*/ 2663022 w 5876984"/>
              <a:gd name="connsiteY5081" fmla="*/ 2793560 h 4550534"/>
              <a:gd name="connsiteX5082" fmla="*/ 2694983 w 5876984"/>
              <a:gd name="connsiteY5082" fmla="*/ 2834113 h 4550534"/>
              <a:gd name="connsiteX5083" fmla="*/ 2688591 w 5876984"/>
              <a:gd name="connsiteY5083" fmla="*/ 2837449 h 4550534"/>
              <a:gd name="connsiteX5084" fmla="*/ 2673451 w 5876984"/>
              <a:gd name="connsiteY5084" fmla="*/ 2832573 h 4550534"/>
              <a:gd name="connsiteX5085" fmla="*/ 2686236 w 5876984"/>
              <a:gd name="connsiteY5085" fmla="*/ 2842325 h 4550534"/>
              <a:gd name="connsiteX5086" fmla="*/ 2686236 w 5876984"/>
              <a:gd name="connsiteY5086" fmla="*/ 2864912 h 4550534"/>
              <a:gd name="connsiteX5087" fmla="*/ 2682198 w 5876984"/>
              <a:gd name="connsiteY5087" fmla="*/ 2858496 h 4550534"/>
              <a:gd name="connsiteX5088" fmla="*/ 2667060 w 5876984"/>
              <a:gd name="connsiteY5088" fmla="*/ 2848742 h 4550534"/>
              <a:gd name="connsiteX5089" fmla="*/ 2675807 w 5876984"/>
              <a:gd name="connsiteY5089" fmla="*/ 2843866 h 4550534"/>
              <a:gd name="connsiteX5090" fmla="*/ 2665040 w 5876984"/>
              <a:gd name="connsiteY5090" fmla="*/ 2835909 h 4550534"/>
              <a:gd name="connsiteX5091" fmla="*/ 2658648 w 5876984"/>
              <a:gd name="connsiteY5091" fmla="*/ 2843866 h 4550534"/>
              <a:gd name="connsiteX5092" fmla="*/ 2663022 w 5876984"/>
              <a:gd name="connsiteY5092" fmla="*/ 2868248 h 4550534"/>
              <a:gd name="connsiteX5093" fmla="*/ 2654274 w 5876984"/>
              <a:gd name="connsiteY5093" fmla="*/ 2845663 h 4550534"/>
              <a:gd name="connsiteX5094" fmla="*/ 2645864 w 5876984"/>
              <a:gd name="connsiteY5094" fmla="*/ 2837449 h 4550534"/>
              <a:gd name="connsiteX5095" fmla="*/ 2652256 w 5876984"/>
              <a:gd name="connsiteY5095" fmla="*/ 2856956 h 4550534"/>
              <a:gd name="connsiteX5096" fmla="*/ 2635434 w 5876984"/>
              <a:gd name="connsiteY5096" fmla="*/ 2843866 h 4550534"/>
              <a:gd name="connsiteX5097" fmla="*/ 2631061 w 5876984"/>
              <a:gd name="connsiteY5097" fmla="*/ 2855159 h 4550534"/>
              <a:gd name="connsiteX5098" fmla="*/ 2643845 w 5876984"/>
              <a:gd name="connsiteY5098" fmla="*/ 2864912 h 4550534"/>
              <a:gd name="connsiteX5099" fmla="*/ 2635434 w 5876984"/>
              <a:gd name="connsiteY5099" fmla="*/ 2861832 h 4550534"/>
              <a:gd name="connsiteX5100" fmla="*/ 2633080 w 5876984"/>
              <a:gd name="connsiteY5100" fmla="*/ 2868248 h 4550534"/>
              <a:gd name="connsiteX5101" fmla="*/ 2654274 w 5876984"/>
              <a:gd name="connsiteY5101" fmla="*/ 2892632 h 4550534"/>
              <a:gd name="connsiteX5102" fmla="*/ 2671432 w 5876984"/>
              <a:gd name="connsiteY5102" fmla="*/ 2894172 h 4550534"/>
              <a:gd name="connsiteX5103" fmla="*/ 2663022 w 5876984"/>
              <a:gd name="connsiteY5103" fmla="*/ 2881338 h 4550534"/>
              <a:gd name="connsiteX5104" fmla="*/ 2671432 w 5876984"/>
              <a:gd name="connsiteY5104" fmla="*/ 2881338 h 4550534"/>
              <a:gd name="connsiteX5105" fmla="*/ 2690609 w 5876984"/>
              <a:gd name="connsiteY5105" fmla="*/ 2907261 h 4550534"/>
              <a:gd name="connsiteX5106" fmla="*/ 2677825 w 5876984"/>
              <a:gd name="connsiteY5106" fmla="*/ 2895711 h 4550534"/>
              <a:gd name="connsiteX5107" fmla="*/ 2675807 w 5876984"/>
              <a:gd name="connsiteY5107" fmla="*/ 2910341 h 4550534"/>
              <a:gd name="connsiteX5108" fmla="*/ 2686236 w 5876984"/>
              <a:gd name="connsiteY5108" fmla="*/ 2917015 h 4550534"/>
              <a:gd name="connsiteX5109" fmla="*/ 2671432 w 5876984"/>
              <a:gd name="connsiteY5109" fmla="*/ 2923431 h 4550534"/>
              <a:gd name="connsiteX5110" fmla="*/ 2660667 w 5876984"/>
              <a:gd name="connsiteY5110" fmla="*/ 2912138 h 4550534"/>
              <a:gd name="connsiteX5111" fmla="*/ 2671432 w 5876984"/>
              <a:gd name="connsiteY5111" fmla="*/ 2928307 h 4550534"/>
              <a:gd name="connsiteX5112" fmla="*/ 2654274 w 5876984"/>
              <a:gd name="connsiteY5112" fmla="*/ 2917015 h 4550534"/>
              <a:gd name="connsiteX5113" fmla="*/ 2626687 w 5876984"/>
              <a:gd name="connsiteY5113" fmla="*/ 2921635 h 4550534"/>
              <a:gd name="connsiteX5114" fmla="*/ 2647882 w 5876984"/>
              <a:gd name="connsiteY5114" fmla="*/ 2929847 h 4550534"/>
              <a:gd name="connsiteX5115" fmla="*/ 2631061 w 5876984"/>
              <a:gd name="connsiteY5115" fmla="*/ 2928307 h 4550534"/>
              <a:gd name="connsiteX5116" fmla="*/ 2624668 w 5876984"/>
              <a:gd name="connsiteY5116" fmla="*/ 2938061 h 4550534"/>
              <a:gd name="connsiteX5117" fmla="*/ 2637452 w 5876984"/>
              <a:gd name="connsiteY5117" fmla="*/ 2939601 h 4550534"/>
              <a:gd name="connsiteX5118" fmla="*/ 2618276 w 5876984"/>
              <a:gd name="connsiteY5118" fmla="*/ 2960647 h 4550534"/>
              <a:gd name="connsiteX5119" fmla="*/ 2622650 w 5876984"/>
              <a:gd name="connsiteY5119" fmla="*/ 2941141 h 4550534"/>
              <a:gd name="connsiteX5120" fmla="*/ 2601118 w 5876984"/>
              <a:gd name="connsiteY5120" fmla="*/ 2920095 h 4550534"/>
              <a:gd name="connsiteX5121" fmla="*/ 2590688 w 5876984"/>
              <a:gd name="connsiteY5121" fmla="*/ 2924971 h 4550534"/>
              <a:gd name="connsiteX5122" fmla="*/ 2613903 w 5876984"/>
              <a:gd name="connsiteY5122" fmla="*/ 2947814 h 4550534"/>
              <a:gd name="connsiteX5123" fmla="*/ 2592707 w 5876984"/>
              <a:gd name="connsiteY5123" fmla="*/ 2950894 h 4550534"/>
              <a:gd name="connsiteX5124" fmla="*/ 2618276 w 5876984"/>
              <a:gd name="connsiteY5124" fmla="*/ 2960647 h 4550534"/>
              <a:gd name="connsiteX5125" fmla="*/ 2635434 w 5876984"/>
              <a:gd name="connsiteY5125" fmla="*/ 2978614 h 4550534"/>
              <a:gd name="connsiteX5126" fmla="*/ 2616258 w 5876984"/>
              <a:gd name="connsiteY5126" fmla="*/ 2973737 h 4550534"/>
              <a:gd name="connsiteX5127" fmla="*/ 2618276 w 5876984"/>
              <a:gd name="connsiteY5127" fmla="*/ 2967064 h 4550534"/>
              <a:gd name="connsiteX5128" fmla="*/ 2605492 w 5876984"/>
              <a:gd name="connsiteY5128" fmla="*/ 2978614 h 4550534"/>
              <a:gd name="connsiteX5129" fmla="*/ 2611884 w 5876984"/>
              <a:gd name="connsiteY5129" fmla="*/ 2971940 h 4550534"/>
              <a:gd name="connsiteX5130" fmla="*/ 2616258 w 5876984"/>
              <a:gd name="connsiteY5130" fmla="*/ 2997863 h 4550534"/>
              <a:gd name="connsiteX5131" fmla="*/ 2599100 w 5876984"/>
              <a:gd name="connsiteY5131" fmla="*/ 2989906 h 4550534"/>
              <a:gd name="connsiteX5132" fmla="*/ 2590688 w 5876984"/>
              <a:gd name="connsiteY5132" fmla="*/ 2980154 h 4550534"/>
              <a:gd name="connsiteX5133" fmla="*/ 2586315 w 5876984"/>
              <a:gd name="connsiteY5133" fmla="*/ 2986570 h 4550534"/>
              <a:gd name="connsiteX5134" fmla="*/ 2567138 w 5876984"/>
              <a:gd name="connsiteY5134" fmla="*/ 2975277 h 4550534"/>
              <a:gd name="connsiteX5135" fmla="*/ 2590688 w 5876984"/>
              <a:gd name="connsiteY5135" fmla="*/ 2999660 h 4550534"/>
              <a:gd name="connsiteX5136" fmla="*/ 2584296 w 5876984"/>
              <a:gd name="connsiteY5136" fmla="*/ 3012493 h 4550534"/>
              <a:gd name="connsiteX5137" fmla="*/ 2560746 w 5876984"/>
              <a:gd name="connsiteY5137" fmla="*/ 3014290 h 4550534"/>
              <a:gd name="connsiteX5138" fmla="*/ 2584296 w 5876984"/>
              <a:gd name="connsiteY5138" fmla="*/ 3025583 h 4550534"/>
              <a:gd name="connsiteX5139" fmla="*/ 2560746 w 5876984"/>
              <a:gd name="connsiteY5139" fmla="*/ 3022246 h 4550534"/>
              <a:gd name="connsiteX5140" fmla="*/ 2554354 w 5876984"/>
              <a:gd name="connsiteY5140" fmla="*/ 3028919 h 4550534"/>
              <a:gd name="connsiteX5141" fmla="*/ 2535514 w 5876984"/>
              <a:gd name="connsiteY5141" fmla="*/ 3019166 h 4550534"/>
              <a:gd name="connsiteX5142" fmla="*/ 2556708 w 5876984"/>
              <a:gd name="connsiteY5142" fmla="*/ 3033796 h 4550534"/>
              <a:gd name="connsiteX5143" fmla="*/ 2563101 w 5876984"/>
              <a:gd name="connsiteY5143" fmla="*/ 3031999 h 4550534"/>
              <a:gd name="connsiteX5144" fmla="*/ 2558727 w 5876984"/>
              <a:gd name="connsiteY5144" fmla="*/ 3036876 h 4550534"/>
              <a:gd name="connsiteX5145" fmla="*/ 2567138 w 5876984"/>
              <a:gd name="connsiteY5145" fmla="*/ 3048169 h 4550534"/>
              <a:gd name="connsiteX5146" fmla="*/ 2541570 w 5876984"/>
              <a:gd name="connsiteY5146" fmla="*/ 3053046 h 4550534"/>
              <a:gd name="connsiteX5147" fmla="*/ 2567138 w 5876984"/>
              <a:gd name="connsiteY5147" fmla="*/ 3056382 h 4550534"/>
              <a:gd name="connsiteX5148" fmla="*/ 2560746 w 5876984"/>
              <a:gd name="connsiteY5148" fmla="*/ 3072552 h 4550534"/>
              <a:gd name="connsiteX5149" fmla="*/ 2560746 w 5876984"/>
              <a:gd name="connsiteY5149" fmla="*/ 3062799 h 4550534"/>
              <a:gd name="connsiteX5150" fmla="*/ 2541570 w 5876984"/>
              <a:gd name="connsiteY5150" fmla="*/ 3077428 h 4550534"/>
              <a:gd name="connsiteX5151" fmla="*/ 2560746 w 5876984"/>
              <a:gd name="connsiteY5151" fmla="*/ 3085642 h 4550534"/>
              <a:gd name="connsiteX5152" fmla="*/ 2537532 w 5876984"/>
              <a:gd name="connsiteY5152" fmla="*/ 3088722 h 4550534"/>
              <a:gd name="connsiteX5153" fmla="*/ 2552335 w 5876984"/>
              <a:gd name="connsiteY5153" fmla="*/ 3101812 h 4550534"/>
              <a:gd name="connsiteX5154" fmla="*/ 2526766 w 5876984"/>
              <a:gd name="connsiteY5154" fmla="*/ 3131071 h 4550534"/>
              <a:gd name="connsiteX5155" fmla="*/ 2509944 w 5876984"/>
              <a:gd name="connsiteY5155" fmla="*/ 3124397 h 4550534"/>
              <a:gd name="connsiteX5156" fmla="*/ 2492786 w 5876984"/>
              <a:gd name="connsiteY5156" fmla="*/ 3182917 h 4550534"/>
              <a:gd name="connsiteX5157" fmla="*/ 2490768 w 5876984"/>
              <a:gd name="connsiteY5157" fmla="*/ 3189334 h 4550534"/>
              <a:gd name="connsiteX5158" fmla="*/ 2492786 w 5876984"/>
              <a:gd name="connsiteY5158" fmla="*/ 3194210 h 4550534"/>
              <a:gd name="connsiteX5159" fmla="*/ 2505570 w 5876984"/>
              <a:gd name="connsiteY5159" fmla="*/ 3190873 h 4550534"/>
              <a:gd name="connsiteX5160" fmla="*/ 2503552 w 5876984"/>
              <a:gd name="connsiteY5160" fmla="*/ 3223469 h 4550534"/>
              <a:gd name="connsiteX5161" fmla="*/ 2488413 w 5876984"/>
              <a:gd name="connsiteY5161" fmla="*/ 3247853 h 4550534"/>
              <a:gd name="connsiteX5162" fmla="*/ 2458806 w 5876984"/>
              <a:gd name="connsiteY5162" fmla="*/ 3306114 h 4550534"/>
              <a:gd name="connsiteX5163" fmla="*/ 2446022 w 5876984"/>
              <a:gd name="connsiteY5163" fmla="*/ 3299698 h 4550534"/>
              <a:gd name="connsiteX5164" fmla="*/ 2433237 w 5876984"/>
              <a:gd name="connsiteY5164" fmla="*/ 3315868 h 4550534"/>
              <a:gd name="connsiteX5165" fmla="*/ 2448377 w 5876984"/>
              <a:gd name="connsiteY5165" fmla="*/ 3317408 h 4550534"/>
              <a:gd name="connsiteX5166" fmla="*/ 2422808 w 5876984"/>
              <a:gd name="connsiteY5166" fmla="*/ 3369254 h 4550534"/>
              <a:gd name="connsiteX5167" fmla="*/ 2399258 w 5876984"/>
              <a:gd name="connsiteY5167" fmla="*/ 3367714 h 4550534"/>
              <a:gd name="connsiteX5168" fmla="*/ 2403631 w 5876984"/>
              <a:gd name="connsiteY5168" fmla="*/ 3384140 h 4550534"/>
              <a:gd name="connsiteX5169" fmla="*/ 2386473 w 5876984"/>
              <a:gd name="connsiteY5169" fmla="*/ 3390557 h 4550534"/>
              <a:gd name="connsiteX5170" fmla="*/ 2414061 w 5876984"/>
              <a:gd name="connsiteY5170" fmla="*/ 3390557 h 4550534"/>
              <a:gd name="connsiteX5171" fmla="*/ 2405650 w 5876984"/>
              <a:gd name="connsiteY5171" fmla="*/ 3406726 h 4550534"/>
              <a:gd name="connsiteX5172" fmla="*/ 2369651 w 5876984"/>
              <a:gd name="connsiteY5172" fmla="*/ 3439066 h 4550534"/>
              <a:gd name="connsiteX5173" fmla="*/ 2397239 w 5876984"/>
              <a:gd name="connsiteY5173" fmla="*/ 3432649 h 4550534"/>
              <a:gd name="connsiteX5174" fmla="*/ 2388828 w 5876984"/>
              <a:gd name="connsiteY5174" fmla="*/ 3435986 h 4550534"/>
              <a:gd name="connsiteX5175" fmla="*/ 2376044 w 5876984"/>
              <a:gd name="connsiteY5175" fmla="*/ 3461909 h 4550534"/>
              <a:gd name="connsiteX5176" fmla="*/ 2390847 w 5876984"/>
              <a:gd name="connsiteY5176" fmla="*/ 3463449 h 4550534"/>
              <a:gd name="connsiteX5177" fmla="*/ 2369651 w 5876984"/>
              <a:gd name="connsiteY5177" fmla="*/ 3481415 h 4550534"/>
              <a:gd name="connsiteX5178" fmla="*/ 2365278 w 5876984"/>
              <a:gd name="connsiteY5178" fmla="*/ 3497585 h 4550534"/>
              <a:gd name="connsiteX5179" fmla="*/ 2356867 w 5876984"/>
              <a:gd name="connsiteY5179" fmla="*/ 3507338 h 4550534"/>
              <a:gd name="connsiteX5180" fmla="*/ 2367296 w 5876984"/>
              <a:gd name="connsiteY5180" fmla="*/ 3520171 h 4550534"/>
              <a:gd name="connsiteX5181" fmla="*/ 2376044 w 5876984"/>
              <a:gd name="connsiteY5181" fmla="*/ 3507338 h 4550534"/>
              <a:gd name="connsiteX5182" fmla="*/ 2446022 w 5876984"/>
              <a:gd name="connsiteY5182" fmla="*/ 3512214 h 4550534"/>
              <a:gd name="connsiteX5183" fmla="*/ 2379072 w 5876984"/>
              <a:gd name="connsiteY5183" fmla="*/ 3532587 h 4550534"/>
              <a:gd name="connsiteX5184" fmla="*/ 2317351 w 5876984"/>
              <a:gd name="connsiteY5184" fmla="*/ 3552610 h 4550534"/>
              <a:gd name="connsiteX5185" fmla="*/ 2317162 w 5876984"/>
              <a:gd name="connsiteY5185" fmla="*/ 3556302 h 4550534"/>
              <a:gd name="connsiteX5186" fmla="*/ 2318829 w 5876984"/>
              <a:gd name="connsiteY5186" fmla="*/ 3556962 h 4550534"/>
              <a:gd name="connsiteX5187" fmla="*/ 2335672 w 5876984"/>
              <a:gd name="connsiteY5187" fmla="*/ 3562520 h 4550534"/>
              <a:gd name="connsiteX5188" fmla="*/ 2356867 w 5876984"/>
              <a:gd name="connsiteY5188" fmla="*/ 3559184 h 4550534"/>
              <a:gd name="connsiteX5189" fmla="*/ 2360904 w 5876984"/>
              <a:gd name="connsiteY5189" fmla="*/ 3544554 h 4550534"/>
              <a:gd name="connsiteX5190" fmla="*/ 2365278 w 5876984"/>
              <a:gd name="connsiteY5190" fmla="*/ 3559184 h 4550534"/>
              <a:gd name="connsiteX5191" fmla="*/ 2401276 w 5876984"/>
              <a:gd name="connsiteY5191" fmla="*/ 3559184 h 4550534"/>
              <a:gd name="connsiteX5192" fmla="*/ 2441984 w 5876984"/>
              <a:gd name="connsiteY5192" fmla="*/ 3552767 h 4550534"/>
              <a:gd name="connsiteX5193" fmla="*/ 2426846 w 5876984"/>
              <a:gd name="connsiteY5193" fmla="*/ 3570477 h 4550534"/>
              <a:gd name="connsiteX5194" fmla="*/ 2356867 w 5876984"/>
              <a:gd name="connsiteY5194" fmla="*/ 3575353 h 4550534"/>
              <a:gd name="connsiteX5195" fmla="*/ 2318513 w 5876984"/>
              <a:gd name="connsiteY5195" fmla="*/ 3583567 h 4550534"/>
              <a:gd name="connsiteX5196" fmla="*/ 2319444 w 5876984"/>
              <a:gd name="connsiteY5196" fmla="*/ 3591310 h 4550534"/>
              <a:gd name="connsiteX5197" fmla="*/ 2318958 w 5876984"/>
              <a:gd name="connsiteY5197" fmla="*/ 3592577 h 4550534"/>
              <a:gd name="connsiteX5198" fmla="*/ 2320758 w 5876984"/>
              <a:gd name="connsiteY5198" fmla="*/ 3611691 h 4550534"/>
              <a:gd name="connsiteX5199" fmla="*/ 2319688 w 5876984"/>
              <a:gd name="connsiteY5199" fmla="*/ 3611694 h 4550534"/>
              <a:gd name="connsiteX5200" fmla="*/ 2320532 w 5876984"/>
              <a:gd name="connsiteY5200" fmla="*/ 3612570 h 4550534"/>
              <a:gd name="connsiteX5201" fmla="*/ 2331298 w 5876984"/>
              <a:gd name="connsiteY5201" fmla="*/ 3596400 h 4550534"/>
              <a:gd name="connsiteX5202" fmla="*/ 2384455 w 5876984"/>
              <a:gd name="connsiteY5202" fmla="*/ 3601276 h 4550534"/>
              <a:gd name="connsiteX5203" fmla="*/ 2384455 w 5876984"/>
              <a:gd name="connsiteY5203" fmla="*/ 3617446 h 4550534"/>
              <a:gd name="connsiteX5204" fmla="*/ 2333316 w 5876984"/>
              <a:gd name="connsiteY5204" fmla="*/ 3625660 h 4550534"/>
              <a:gd name="connsiteX5205" fmla="*/ 2324906 w 5876984"/>
              <a:gd name="connsiteY5205" fmla="*/ 3615906 h 4550534"/>
              <a:gd name="connsiteX5206" fmla="*/ 2284534 w 5876984"/>
              <a:gd name="connsiteY5206" fmla="*/ 3635412 h 4550534"/>
              <a:gd name="connsiteX5207" fmla="*/ 2307748 w 5876984"/>
              <a:gd name="connsiteY5207" fmla="*/ 3643626 h 4550534"/>
              <a:gd name="connsiteX5208" fmla="*/ 2312122 w 5876984"/>
              <a:gd name="connsiteY5208" fmla="*/ 3661335 h 4550534"/>
              <a:gd name="connsiteX5209" fmla="*/ 2322887 w 5876984"/>
              <a:gd name="connsiteY5209" fmla="*/ 3645166 h 4550534"/>
              <a:gd name="connsiteX5210" fmla="*/ 2373689 w 5876984"/>
              <a:gd name="connsiteY5210" fmla="*/ 3640289 h 4550534"/>
              <a:gd name="connsiteX5211" fmla="*/ 2401276 w 5876984"/>
              <a:gd name="connsiteY5211" fmla="*/ 3648245 h 4550534"/>
              <a:gd name="connsiteX5212" fmla="*/ 2403631 w 5876984"/>
              <a:gd name="connsiteY5212" fmla="*/ 3656459 h 4550534"/>
              <a:gd name="connsiteX5213" fmla="*/ 2318513 w 5876984"/>
              <a:gd name="connsiteY5213" fmla="*/ 3693675 h 4550534"/>
              <a:gd name="connsiteX5214" fmla="*/ 2367296 w 5876984"/>
              <a:gd name="connsiteY5214" fmla="*/ 3700348 h 4550534"/>
              <a:gd name="connsiteX5215" fmla="*/ 2418435 w 5876984"/>
              <a:gd name="connsiteY5215" fmla="*/ 3695471 h 4550534"/>
              <a:gd name="connsiteX5216" fmla="*/ 2241807 w 5876984"/>
              <a:gd name="connsiteY5216" fmla="*/ 3740900 h 4550534"/>
              <a:gd name="connsiteX5217" fmla="*/ 2263338 w 5876984"/>
              <a:gd name="connsiteY5217" fmla="*/ 3752194 h 4550534"/>
              <a:gd name="connsiteX5218" fmla="*/ 2394884 w 5876984"/>
              <a:gd name="connsiteY5218" fmla="*/ 3743980 h 4550534"/>
              <a:gd name="connsiteX5219" fmla="*/ 2329280 w 5876984"/>
              <a:gd name="connsiteY5219" fmla="*/ 3766824 h 4550534"/>
              <a:gd name="connsiteX5220" fmla="*/ 2239789 w 5876984"/>
              <a:gd name="connsiteY5220" fmla="*/ 3771700 h 4550534"/>
              <a:gd name="connsiteX5221" fmla="*/ 2239789 w 5876984"/>
              <a:gd name="connsiteY5221" fmla="*/ 3782993 h 4550534"/>
              <a:gd name="connsiteX5222" fmla="*/ 2227004 w 5876984"/>
              <a:gd name="connsiteY5222" fmla="*/ 3776577 h 4550534"/>
              <a:gd name="connsiteX5223" fmla="*/ 2201771 w 5876984"/>
              <a:gd name="connsiteY5223" fmla="*/ 3800703 h 4550534"/>
              <a:gd name="connsiteX5224" fmla="*/ 2280160 w 5876984"/>
              <a:gd name="connsiteY5224" fmla="*/ 3804039 h 4550534"/>
              <a:gd name="connsiteX5225" fmla="*/ 2350475 w 5876984"/>
              <a:gd name="connsiteY5225" fmla="*/ 3804039 h 4550534"/>
              <a:gd name="connsiteX5226" fmla="*/ 2231378 w 5876984"/>
              <a:gd name="connsiteY5226" fmla="*/ 3822006 h 4550534"/>
              <a:gd name="connsiteX5227" fmla="*/ 2214220 w 5876984"/>
              <a:gd name="connsiteY5227" fmla="*/ 3833299 h 4550534"/>
              <a:gd name="connsiteX5228" fmla="*/ 2127083 w 5876984"/>
              <a:gd name="connsiteY5228" fmla="*/ 3823546 h 4550534"/>
              <a:gd name="connsiteX5229" fmla="*/ 2101514 w 5876984"/>
              <a:gd name="connsiteY5229" fmla="*/ 3825086 h 4550534"/>
              <a:gd name="connsiteX5230" fmla="*/ 2090965 w 5876984"/>
              <a:gd name="connsiteY5230" fmla="*/ 3831700 h 4550534"/>
              <a:gd name="connsiteX5231" fmla="*/ 2075787 w 5876984"/>
              <a:gd name="connsiteY5231" fmla="*/ 3864882 h 4550534"/>
              <a:gd name="connsiteX5232" fmla="*/ 2090496 w 5876984"/>
              <a:gd name="connsiteY5232" fmla="*/ 3862013 h 4550534"/>
              <a:gd name="connsiteX5233" fmla="*/ 2099495 w 5876984"/>
              <a:gd name="connsiteY5233" fmla="*/ 3870515 h 4550534"/>
              <a:gd name="connsiteX5234" fmla="*/ 2112280 w 5876984"/>
              <a:gd name="connsiteY5234" fmla="*/ 3859222 h 4550534"/>
              <a:gd name="connsiteX5235" fmla="*/ 2129438 w 5876984"/>
              <a:gd name="connsiteY5235" fmla="*/ 3868975 h 4550534"/>
              <a:gd name="connsiteX5236" fmla="*/ 2137849 w 5876984"/>
              <a:gd name="connsiteY5236" fmla="*/ 3860762 h 4550534"/>
              <a:gd name="connsiteX5237" fmla="*/ 2148278 w 5876984"/>
              <a:gd name="connsiteY5237" fmla="*/ 3870515 h 4550534"/>
              <a:gd name="connsiteX5238" fmla="*/ 2095121 w 5876984"/>
              <a:gd name="connsiteY5238" fmla="*/ 3885145 h 4550534"/>
              <a:gd name="connsiteX5239" fmla="*/ 2073926 w 5876984"/>
              <a:gd name="connsiteY5239" fmla="*/ 3877189 h 4550534"/>
              <a:gd name="connsiteX5240" fmla="*/ 2073926 w 5876984"/>
              <a:gd name="connsiteY5240" fmla="*/ 3896438 h 4550534"/>
              <a:gd name="connsiteX5241" fmla="*/ 2050334 w 5876984"/>
              <a:gd name="connsiteY5241" fmla="*/ 3890406 h 4550534"/>
              <a:gd name="connsiteX5242" fmla="*/ 2046057 w 5876984"/>
              <a:gd name="connsiteY5242" fmla="*/ 3889559 h 4550534"/>
              <a:gd name="connsiteX5243" fmla="*/ 2030307 w 5876984"/>
              <a:gd name="connsiteY5243" fmla="*/ 3901760 h 4550534"/>
              <a:gd name="connsiteX5244" fmla="*/ 2003984 w 5876984"/>
              <a:gd name="connsiteY5244" fmla="*/ 3914758 h 4550534"/>
              <a:gd name="connsiteX5245" fmla="*/ 2005282 w 5876984"/>
              <a:gd name="connsiteY5245" fmla="*/ 3915336 h 4550534"/>
              <a:gd name="connsiteX5246" fmla="*/ 2077228 w 5876984"/>
              <a:gd name="connsiteY5246" fmla="*/ 3909316 h 4550534"/>
              <a:gd name="connsiteX5247" fmla="*/ 2089674 w 5876984"/>
              <a:gd name="connsiteY5247" fmla="*/ 3915686 h 4550534"/>
              <a:gd name="connsiteX5248" fmla="*/ 2202693 w 5876984"/>
              <a:gd name="connsiteY5248" fmla="*/ 3902947 h 4550534"/>
              <a:gd name="connsiteX5249" fmla="*/ 2236667 w 5876984"/>
              <a:gd name="connsiteY5249" fmla="*/ 3901163 h 4550534"/>
              <a:gd name="connsiteX5250" fmla="*/ 2219512 w 5876984"/>
              <a:gd name="connsiteY5250" fmla="*/ 3935051 h 4550534"/>
              <a:gd name="connsiteX5251" fmla="*/ 2206730 w 5876984"/>
              <a:gd name="connsiteY5251" fmla="*/ 3920527 h 4550534"/>
              <a:gd name="connsiteX5252" fmla="*/ 2166366 w 5876984"/>
              <a:gd name="connsiteY5252" fmla="*/ 3926897 h 4550534"/>
              <a:gd name="connsiteX5253" fmla="*/ 2157957 w 5876984"/>
              <a:gd name="connsiteY5253" fmla="*/ 3939891 h 4550534"/>
              <a:gd name="connsiteX5254" fmla="*/ 2126002 w 5876984"/>
              <a:gd name="connsiteY5254" fmla="*/ 3949574 h 4550534"/>
              <a:gd name="connsiteX5255" fmla="*/ 2108846 w 5876984"/>
              <a:gd name="connsiteY5255" fmla="*/ 3935051 h 4550534"/>
              <a:gd name="connsiteX5256" fmla="*/ 2049309 w 5876984"/>
              <a:gd name="connsiteY5256" fmla="*/ 3931738 h 4550534"/>
              <a:gd name="connsiteX5257" fmla="*/ 1987250 w 5876984"/>
              <a:gd name="connsiteY5257" fmla="*/ 3924321 h 4550534"/>
              <a:gd name="connsiteX5258" fmla="*/ 1987423 w 5876984"/>
              <a:gd name="connsiteY5258" fmla="*/ 3918524 h 4550534"/>
              <a:gd name="connsiteX5259" fmla="*/ 1968336 w 5876984"/>
              <a:gd name="connsiteY5259" fmla="*/ 3922612 h 4550534"/>
              <a:gd name="connsiteX5260" fmla="*/ 1942773 w 5876984"/>
              <a:gd name="connsiteY5260" fmla="*/ 3943913 h 4550534"/>
              <a:gd name="connsiteX5261" fmla="*/ 1881222 w 5876984"/>
              <a:gd name="connsiteY5261" fmla="*/ 3930824 h 4550534"/>
              <a:gd name="connsiteX5262" fmla="*/ 1881354 w 5876984"/>
              <a:gd name="connsiteY5262" fmla="*/ 3928326 h 4550534"/>
              <a:gd name="connsiteX5263" fmla="*/ 1880359 w 5876984"/>
              <a:gd name="connsiteY5263" fmla="*/ 3928005 h 4550534"/>
              <a:gd name="connsiteX5264" fmla="*/ 1874045 w 5876984"/>
              <a:gd name="connsiteY5264" fmla="*/ 3921516 h 4550534"/>
              <a:gd name="connsiteX5265" fmla="*/ 1876269 w 5876984"/>
              <a:gd name="connsiteY5265" fmla="*/ 3909521 h 4550534"/>
              <a:gd name="connsiteX5266" fmla="*/ 1857573 w 5876984"/>
              <a:gd name="connsiteY5266" fmla="*/ 3902514 h 4550534"/>
              <a:gd name="connsiteX5267" fmla="*/ 1816728 w 5876984"/>
              <a:gd name="connsiteY5267" fmla="*/ 3894124 h 4550534"/>
              <a:gd name="connsiteX5268" fmla="*/ 1780201 w 5876984"/>
              <a:gd name="connsiteY5268" fmla="*/ 3885485 h 4550534"/>
              <a:gd name="connsiteX5269" fmla="*/ 1770596 w 5876984"/>
              <a:gd name="connsiteY5269" fmla="*/ 3886132 h 4550534"/>
              <a:gd name="connsiteX5270" fmla="*/ 1770500 w 5876984"/>
              <a:gd name="connsiteY5270" fmla="*/ 3886398 h 4550534"/>
              <a:gd name="connsiteX5271" fmla="*/ 1757774 w 5876984"/>
              <a:gd name="connsiteY5271" fmla="*/ 3887048 h 4550534"/>
              <a:gd name="connsiteX5272" fmla="*/ 1774594 w 5876984"/>
              <a:gd name="connsiteY5272" fmla="*/ 3905015 h 4550534"/>
              <a:gd name="connsiteX5273" fmla="*/ 1768203 w 5876984"/>
              <a:gd name="connsiteY5273" fmla="*/ 3921184 h 4550534"/>
              <a:gd name="connsiteX5274" fmla="*/ 1776949 w 5876984"/>
              <a:gd name="connsiteY5274" fmla="*/ 3911432 h 4550534"/>
              <a:gd name="connsiteX5275" fmla="*/ 1796124 w 5876984"/>
              <a:gd name="connsiteY5275" fmla="*/ 3921184 h 4550534"/>
              <a:gd name="connsiteX5276" fmla="*/ 1785359 w 5876984"/>
              <a:gd name="connsiteY5276" fmla="*/ 3935815 h 4550534"/>
              <a:gd name="connsiteX5277" fmla="*/ 1764166 w 5876984"/>
              <a:gd name="connsiteY5277" fmla="*/ 3934275 h 4550534"/>
              <a:gd name="connsiteX5278" fmla="*/ 1800161 w 5876984"/>
              <a:gd name="connsiteY5278" fmla="*/ 3960198 h 4550534"/>
              <a:gd name="connsiteX5279" fmla="*/ 1798142 w 5876984"/>
              <a:gd name="connsiteY5279" fmla="*/ 3982785 h 4550534"/>
              <a:gd name="connsiteX5280" fmla="*/ 1780986 w 5876984"/>
              <a:gd name="connsiteY5280" fmla="*/ 3976368 h 4550534"/>
              <a:gd name="connsiteX5281" fmla="*/ 1780986 w 5876984"/>
              <a:gd name="connsiteY5281" fmla="*/ 3963278 h 4550534"/>
              <a:gd name="connsiteX5282" fmla="*/ 1766184 w 5876984"/>
              <a:gd name="connsiteY5282" fmla="*/ 3966615 h 4550534"/>
              <a:gd name="connsiteX5283" fmla="*/ 1778968 w 5876984"/>
              <a:gd name="connsiteY5283" fmla="*/ 3977908 h 4550534"/>
              <a:gd name="connsiteX5284" fmla="*/ 1766184 w 5876984"/>
              <a:gd name="connsiteY5284" fmla="*/ 3995875 h 4550534"/>
              <a:gd name="connsiteX5285" fmla="*/ 1734227 w 5876984"/>
              <a:gd name="connsiteY5285" fmla="*/ 3956862 h 4550534"/>
              <a:gd name="connsiteX5286" fmla="*/ 1723798 w 5876984"/>
              <a:gd name="connsiteY5286" fmla="*/ 4002292 h 4550534"/>
              <a:gd name="connsiteX5287" fmla="*/ 1732208 w 5876984"/>
              <a:gd name="connsiteY5287" fmla="*/ 4015382 h 4550534"/>
              <a:gd name="connsiteX5288" fmla="*/ 1742973 w 5876984"/>
              <a:gd name="connsiteY5288" fmla="*/ 4013586 h 4550534"/>
              <a:gd name="connsiteX5289" fmla="*/ 1730190 w 5876984"/>
              <a:gd name="connsiteY5289" fmla="*/ 4086735 h 4550534"/>
              <a:gd name="connsiteX5290" fmla="*/ 1742973 w 5876984"/>
              <a:gd name="connsiteY5290" fmla="*/ 4089815 h 4550534"/>
              <a:gd name="connsiteX5291" fmla="*/ 1734227 w 5876984"/>
              <a:gd name="connsiteY5291" fmla="*/ 4104445 h 4550534"/>
              <a:gd name="connsiteX5292" fmla="*/ 1719425 w 5876984"/>
              <a:gd name="connsiteY5292" fmla="*/ 4094692 h 4550534"/>
              <a:gd name="connsiteX5293" fmla="*/ 1715052 w 5876984"/>
              <a:gd name="connsiteY5293" fmla="*/ 4123952 h 4550534"/>
              <a:gd name="connsiteX5294" fmla="*/ 1698232 w 5876984"/>
              <a:gd name="connsiteY5294" fmla="*/ 4130369 h 4550534"/>
              <a:gd name="connsiteX5295" fmla="*/ 1708660 w 5876984"/>
              <a:gd name="connsiteY5295" fmla="*/ 4135246 h 4550534"/>
              <a:gd name="connsiteX5296" fmla="*/ 1689486 w 5876984"/>
              <a:gd name="connsiteY5296" fmla="*/ 4141663 h 4550534"/>
              <a:gd name="connsiteX5297" fmla="*/ 1700250 w 5876984"/>
              <a:gd name="connsiteY5297" fmla="*/ 4153212 h 4550534"/>
              <a:gd name="connsiteX5298" fmla="*/ 1670646 w 5876984"/>
              <a:gd name="connsiteY5298" fmla="*/ 4154752 h 4550534"/>
              <a:gd name="connsiteX5299" fmla="*/ 1668292 w 5876984"/>
              <a:gd name="connsiteY5299" fmla="*/ 4174259 h 4550534"/>
              <a:gd name="connsiteX5300" fmla="*/ 1664255 w 5876984"/>
              <a:gd name="connsiteY5300" fmla="*/ 4170922 h 4550534"/>
              <a:gd name="connsiteX5301" fmla="*/ 1659882 w 5876984"/>
              <a:gd name="connsiteY5301" fmla="*/ 4170922 h 4550534"/>
              <a:gd name="connsiteX5302" fmla="*/ 1659882 w 5876984"/>
              <a:gd name="connsiteY5302" fmla="*/ 4158089 h 4550534"/>
              <a:gd name="connsiteX5303" fmla="*/ 1666273 w 5876984"/>
              <a:gd name="connsiteY5303" fmla="*/ 4190429 h 4550534"/>
              <a:gd name="connsiteX5304" fmla="*/ 1647098 w 5876984"/>
              <a:gd name="connsiteY5304" fmla="*/ 4198643 h 4550534"/>
              <a:gd name="connsiteX5305" fmla="*/ 1653490 w 5876984"/>
              <a:gd name="connsiteY5305" fmla="*/ 4208396 h 4550534"/>
              <a:gd name="connsiteX5306" fmla="*/ 1621532 w 5876984"/>
              <a:gd name="connsiteY5306" fmla="*/ 4205060 h 4550534"/>
              <a:gd name="connsiteX5307" fmla="*/ 1619514 w 5876984"/>
              <a:gd name="connsiteY5307" fmla="*/ 4184013 h 4550534"/>
              <a:gd name="connsiteX5308" fmla="*/ 1598321 w 5876984"/>
              <a:gd name="connsiteY5308" fmla="*/ 4185553 h 4550534"/>
              <a:gd name="connsiteX5309" fmla="*/ 1613122 w 5876984"/>
              <a:gd name="connsiteY5309" fmla="*/ 4217893 h 4550534"/>
              <a:gd name="connsiteX5310" fmla="*/ 1630279 w 5876984"/>
              <a:gd name="connsiteY5310" fmla="*/ 4232523 h 4550534"/>
              <a:gd name="connsiteX5311" fmla="*/ 1619514 w 5876984"/>
              <a:gd name="connsiteY5311" fmla="*/ 4219689 h 4550534"/>
              <a:gd name="connsiteX5312" fmla="*/ 1602357 w 5876984"/>
              <a:gd name="connsiteY5312" fmla="*/ 4229443 h 4550534"/>
              <a:gd name="connsiteX5313" fmla="*/ 1615141 w 5876984"/>
              <a:gd name="connsiteY5313" fmla="*/ 4237400 h 4550534"/>
              <a:gd name="connsiteX5314" fmla="*/ 1604712 w 5876984"/>
              <a:gd name="connsiteY5314" fmla="*/ 4239196 h 4550534"/>
              <a:gd name="connsiteX5315" fmla="*/ 1623887 w 5876984"/>
              <a:gd name="connsiteY5315" fmla="*/ 4250490 h 4550534"/>
              <a:gd name="connsiteX5316" fmla="*/ 1604712 w 5876984"/>
              <a:gd name="connsiteY5316" fmla="*/ 4256906 h 4550534"/>
              <a:gd name="connsiteX5317" fmla="*/ 1625905 w 5876984"/>
              <a:gd name="connsiteY5317" fmla="*/ 4268200 h 4550534"/>
              <a:gd name="connsiteX5318" fmla="*/ 1611104 w 5876984"/>
              <a:gd name="connsiteY5318" fmla="*/ 4265120 h 4550534"/>
              <a:gd name="connsiteX5319" fmla="*/ 1602357 w 5876984"/>
              <a:gd name="connsiteY5319" fmla="*/ 4271536 h 4550534"/>
              <a:gd name="connsiteX5320" fmla="*/ 1617495 w 5876984"/>
              <a:gd name="connsiteY5320" fmla="*/ 4300797 h 4550534"/>
              <a:gd name="connsiteX5321" fmla="*/ 1638688 w 5876984"/>
              <a:gd name="connsiteY5321" fmla="*/ 4303876 h 4550534"/>
              <a:gd name="connsiteX5322" fmla="*/ 1643062 w 5876984"/>
              <a:gd name="connsiteY5322" fmla="*/ 4312090 h 4550534"/>
              <a:gd name="connsiteX5323" fmla="*/ 1634315 w 5876984"/>
              <a:gd name="connsiteY5323" fmla="*/ 4325180 h 4550534"/>
              <a:gd name="connsiteX5324" fmla="*/ 1613122 w 5876984"/>
              <a:gd name="connsiteY5324" fmla="*/ 4292583 h 4550534"/>
              <a:gd name="connsiteX5325" fmla="*/ 1604712 w 5876984"/>
              <a:gd name="connsiteY5325" fmla="*/ 4292583 h 4550534"/>
              <a:gd name="connsiteX5326" fmla="*/ 1623887 w 5876984"/>
              <a:gd name="connsiteY5326" fmla="*/ 4372150 h 4550534"/>
              <a:gd name="connsiteX5327" fmla="*/ 1608749 w 5876984"/>
              <a:gd name="connsiteY5327" fmla="*/ 4381903 h 4550534"/>
              <a:gd name="connsiteX5328" fmla="*/ 1572754 w 5876984"/>
              <a:gd name="connsiteY5328" fmla="*/ 4341350 h 4550534"/>
              <a:gd name="connsiteX5329" fmla="*/ 1566362 w 5876984"/>
              <a:gd name="connsiteY5329" fmla="*/ 4342890 h 4550534"/>
              <a:gd name="connsiteX5330" fmla="*/ 1579146 w 5876984"/>
              <a:gd name="connsiteY5330" fmla="*/ 4404490 h 4550534"/>
              <a:gd name="connsiteX5331" fmla="*/ 1572754 w 5876984"/>
              <a:gd name="connsiteY5331" fmla="*/ 4458134 h 4550534"/>
              <a:gd name="connsiteX5332" fmla="*/ 1577128 w 5876984"/>
              <a:gd name="connsiteY5332" fmla="*/ 4466091 h 4550534"/>
              <a:gd name="connsiteX5333" fmla="*/ 1559970 w 5876984"/>
              <a:gd name="connsiteY5333" fmla="*/ 4463010 h 4550534"/>
              <a:gd name="connsiteX5334" fmla="*/ 1545169 w 5876984"/>
              <a:gd name="connsiteY5334" fmla="*/ 4475844 h 4550534"/>
              <a:gd name="connsiteX5335" fmla="*/ 1555597 w 5876984"/>
              <a:gd name="connsiteY5335" fmla="*/ 4482260 h 4550534"/>
              <a:gd name="connsiteX5336" fmla="*/ 1553579 w 5876984"/>
              <a:gd name="connsiteY5336" fmla="*/ 4475844 h 4550534"/>
              <a:gd name="connsiteX5337" fmla="*/ 1572754 w 5876984"/>
              <a:gd name="connsiteY5337" fmla="*/ 4498687 h 4550534"/>
              <a:gd name="connsiteX5338" fmla="*/ 1519602 w 5876984"/>
              <a:gd name="connsiteY5338" fmla="*/ 4539241 h 4550534"/>
              <a:gd name="connsiteX5339" fmla="*/ 1487645 w 5876984"/>
              <a:gd name="connsiteY5339" fmla="*/ 4550534 h 4550534"/>
              <a:gd name="connsiteX5340" fmla="*/ 1424064 w 5876984"/>
              <a:gd name="connsiteY5340" fmla="*/ 4487137 h 4550534"/>
              <a:gd name="connsiteX5341" fmla="*/ 1440884 w 5876984"/>
              <a:gd name="connsiteY5341" fmla="*/ 4493811 h 4550534"/>
              <a:gd name="connsiteX5342" fmla="*/ 1438866 w 5876984"/>
              <a:gd name="connsiteY5342" fmla="*/ 4464550 h 4550534"/>
              <a:gd name="connsiteX5343" fmla="*/ 1411281 w 5876984"/>
              <a:gd name="connsiteY5343" fmla="*/ 4393197 h 4550534"/>
              <a:gd name="connsiteX5344" fmla="*/ 1415318 w 5876984"/>
              <a:gd name="connsiteY5344" fmla="*/ 4329800 h 4550534"/>
              <a:gd name="connsiteX5345" fmla="*/ 1404890 w 5876984"/>
              <a:gd name="connsiteY5345" fmla="*/ 4347767 h 4550534"/>
              <a:gd name="connsiteX5346" fmla="*/ 1398498 w 5876984"/>
              <a:gd name="connsiteY5346" fmla="*/ 4310550 h 4550534"/>
              <a:gd name="connsiteX5347" fmla="*/ 1394125 w 5876984"/>
              <a:gd name="connsiteY5347" fmla="*/ 4271536 h 4550534"/>
              <a:gd name="connsiteX5348" fmla="*/ 1408926 w 5876984"/>
              <a:gd name="connsiteY5348" fmla="*/ 4266660 h 4550534"/>
              <a:gd name="connsiteX5349" fmla="*/ 1402535 w 5876984"/>
              <a:gd name="connsiteY5349" fmla="*/ 4239196 h 4550534"/>
              <a:gd name="connsiteX5350" fmla="*/ 1406908 w 5876984"/>
              <a:gd name="connsiteY5350" fmla="*/ 4250490 h 4550534"/>
              <a:gd name="connsiteX5351" fmla="*/ 1400516 w 5876984"/>
              <a:gd name="connsiteY5351" fmla="*/ 4230983 h 4550534"/>
              <a:gd name="connsiteX5352" fmla="*/ 1411281 w 5876984"/>
              <a:gd name="connsiteY5352" fmla="*/ 4167586 h 4550534"/>
              <a:gd name="connsiteX5353" fmla="*/ 1377304 w 5876984"/>
              <a:gd name="connsiteY5353" fmla="*/ 4127289 h 4550534"/>
              <a:gd name="connsiteX5354" fmla="*/ 1345346 w 5876984"/>
              <a:gd name="connsiteY5354" fmla="*/ 4130369 h 4550534"/>
              <a:gd name="connsiteX5355" fmla="*/ 1351738 w 5876984"/>
              <a:gd name="connsiteY5355" fmla="*/ 4141663 h 4550534"/>
              <a:gd name="connsiteX5356" fmla="*/ 1372931 w 5876984"/>
              <a:gd name="connsiteY5356" fmla="*/ 4143459 h 4550534"/>
              <a:gd name="connsiteX5357" fmla="*/ 1366539 w 5876984"/>
              <a:gd name="connsiteY5357" fmla="*/ 4177339 h 4550534"/>
              <a:gd name="connsiteX5358" fmla="*/ 1351738 w 5876984"/>
              <a:gd name="connsiteY5358" fmla="*/ 4180676 h 4550534"/>
              <a:gd name="connsiteX5359" fmla="*/ 1358129 w 5876984"/>
              <a:gd name="connsiteY5359" fmla="*/ 4195306 h 4550534"/>
              <a:gd name="connsiteX5360" fmla="*/ 1366539 w 5876984"/>
              <a:gd name="connsiteY5360" fmla="*/ 4195306 h 4550534"/>
              <a:gd name="connsiteX5361" fmla="*/ 1355775 w 5876984"/>
              <a:gd name="connsiteY5361" fmla="*/ 4203520 h 4550534"/>
              <a:gd name="connsiteX5362" fmla="*/ 1328190 w 5876984"/>
              <a:gd name="connsiteY5362" fmla="*/ 4180676 h 4550534"/>
              <a:gd name="connsiteX5363" fmla="*/ 1336936 w 5876984"/>
              <a:gd name="connsiteY5363" fmla="*/ 4217893 h 4550534"/>
              <a:gd name="connsiteX5364" fmla="*/ 1317762 w 5876984"/>
              <a:gd name="connsiteY5364" fmla="*/ 4217893 h 4550534"/>
              <a:gd name="connsiteX5365" fmla="*/ 1309015 w 5876984"/>
              <a:gd name="connsiteY5365" fmla="*/ 4245613 h 4550534"/>
              <a:gd name="connsiteX5366" fmla="*/ 1292195 w 5876984"/>
              <a:gd name="connsiteY5366" fmla="*/ 4239196 h 4550534"/>
              <a:gd name="connsiteX5367" fmla="*/ 1279412 w 5876984"/>
              <a:gd name="connsiteY5367" fmla="*/ 4260243 h 4550534"/>
              <a:gd name="connsiteX5368" fmla="*/ 1287822 w 5876984"/>
              <a:gd name="connsiteY5368" fmla="*/ 4263323 h 4550534"/>
              <a:gd name="connsiteX5369" fmla="*/ 1271002 w 5876984"/>
              <a:gd name="connsiteY5369" fmla="*/ 4292583 h 4550534"/>
              <a:gd name="connsiteX5370" fmla="*/ 1243080 w 5876984"/>
              <a:gd name="connsiteY5370" fmla="*/ 4316966 h 4550534"/>
              <a:gd name="connsiteX5371" fmla="*/ 1221887 w 5876984"/>
              <a:gd name="connsiteY5371" fmla="*/ 4190429 h 4550534"/>
              <a:gd name="connsiteX5372" fmla="*/ 1215495 w 5876984"/>
              <a:gd name="connsiteY5372" fmla="*/ 4149875 h 4550534"/>
              <a:gd name="connsiteX5373" fmla="*/ 1207085 w 5876984"/>
              <a:gd name="connsiteY5373" fmla="*/ 4110862 h 4550534"/>
              <a:gd name="connsiteX5374" fmla="*/ 1217850 w 5876984"/>
              <a:gd name="connsiteY5374" fmla="*/ 4143459 h 4550534"/>
              <a:gd name="connsiteX5375" fmla="*/ 1205067 w 5876984"/>
              <a:gd name="connsiteY5375" fmla="*/ 4091612 h 4550534"/>
              <a:gd name="connsiteX5376" fmla="*/ 1192284 w 5876984"/>
              <a:gd name="connsiteY5376" fmla="*/ 4075185 h 4550534"/>
              <a:gd name="connsiteX5377" fmla="*/ 1215495 w 5876984"/>
              <a:gd name="connsiteY5377" fmla="*/ 4093152 h 4550534"/>
              <a:gd name="connsiteX5378" fmla="*/ 1183874 w 5876984"/>
              <a:gd name="connsiteY5378" fmla="*/ 4059016 h 4550534"/>
              <a:gd name="connsiteX5379" fmla="*/ 1198676 w 5876984"/>
              <a:gd name="connsiteY5379" fmla="*/ 4054138 h 4550534"/>
              <a:gd name="connsiteX5380" fmla="*/ 1205067 w 5876984"/>
              <a:gd name="connsiteY5380" fmla="*/ 4037969 h 4550534"/>
              <a:gd name="connsiteX5381" fmla="*/ 1202712 w 5876984"/>
              <a:gd name="connsiteY5381" fmla="*/ 4033092 h 4550534"/>
              <a:gd name="connsiteX5382" fmla="*/ 1179501 w 5876984"/>
              <a:gd name="connsiteY5382" fmla="*/ 4023338 h 4550534"/>
              <a:gd name="connsiteX5383" fmla="*/ 1177482 w 5876984"/>
              <a:gd name="connsiteY5383" fmla="*/ 4029755 h 4550534"/>
              <a:gd name="connsiteX5384" fmla="*/ 1192284 w 5876984"/>
              <a:gd name="connsiteY5384" fmla="*/ 4037969 h 4550534"/>
              <a:gd name="connsiteX5385" fmla="*/ 1190266 w 5876984"/>
              <a:gd name="connsiteY5385" fmla="*/ 4051059 h 4550534"/>
              <a:gd name="connsiteX5386" fmla="*/ 1177482 w 5876984"/>
              <a:gd name="connsiteY5386" fmla="*/ 4033092 h 4550534"/>
              <a:gd name="connsiteX5387" fmla="*/ 1160326 w 5876984"/>
              <a:gd name="connsiteY5387" fmla="*/ 4044385 h 4550534"/>
              <a:gd name="connsiteX5388" fmla="*/ 1136778 w 5876984"/>
              <a:gd name="connsiteY5388" fmla="*/ 4034632 h 4550534"/>
              <a:gd name="connsiteX5389" fmla="*/ 1158308 w 5876984"/>
              <a:gd name="connsiteY5389" fmla="*/ 4073645 h 4550534"/>
              <a:gd name="connsiteX5390" fmla="*/ 1162344 w 5876984"/>
              <a:gd name="connsiteY5390" fmla="*/ 4089815 h 4550534"/>
              <a:gd name="connsiteX5391" fmla="*/ 1175128 w 5876984"/>
              <a:gd name="connsiteY5391" fmla="*/ 4088275 h 4550534"/>
              <a:gd name="connsiteX5392" fmla="*/ 1166718 w 5876984"/>
              <a:gd name="connsiteY5392" fmla="*/ 4101109 h 4550534"/>
              <a:gd name="connsiteX5393" fmla="*/ 1175128 w 5876984"/>
              <a:gd name="connsiteY5393" fmla="*/ 4247153 h 4550534"/>
              <a:gd name="connsiteX5394" fmla="*/ 1147543 w 5876984"/>
              <a:gd name="connsiteY5394" fmla="*/ 4216353 h 4550534"/>
              <a:gd name="connsiteX5395" fmla="*/ 1145525 w 5876984"/>
              <a:gd name="connsiteY5395" fmla="*/ 4250490 h 4550534"/>
              <a:gd name="connsiteX5396" fmla="*/ 1128367 w 5876984"/>
              <a:gd name="connsiteY5396" fmla="*/ 4260243 h 4550534"/>
              <a:gd name="connsiteX5397" fmla="*/ 1134759 w 5876984"/>
              <a:gd name="connsiteY5397" fmla="*/ 4287707 h 4550534"/>
              <a:gd name="connsiteX5398" fmla="*/ 1124331 w 5876984"/>
              <a:gd name="connsiteY5398" fmla="*/ 4303876 h 4550534"/>
              <a:gd name="connsiteX5399" fmla="*/ 1117939 w 5876984"/>
              <a:gd name="connsiteY5399" fmla="*/ 4289247 h 4550534"/>
              <a:gd name="connsiteX5400" fmla="*/ 1098764 w 5876984"/>
              <a:gd name="connsiteY5400" fmla="*/ 4297459 h 4550534"/>
              <a:gd name="connsiteX5401" fmla="*/ 1052005 w 5876984"/>
              <a:gd name="connsiteY5401" fmla="*/ 4230983 h 4550534"/>
              <a:gd name="connsiteX5402" fmla="*/ 1028457 w 5876984"/>
              <a:gd name="connsiteY5402" fmla="*/ 4162966 h 4550534"/>
              <a:gd name="connsiteX5403" fmla="*/ 1005245 w 5876984"/>
              <a:gd name="connsiteY5403" fmla="*/ 4078522 h 4550534"/>
              <a:gd name="connsiteX5404" fmla="*/ 988088 w 5876984"/>
              <a:gd name="connsiteY5404" fmla="*/ 4008709 h 4550534"/>
              <a:gd name="connsiteX5405" fmla="*/ 998853 w 5876984"/>
              <a:gd name="connsiteY5405" fmla="*/ 4008709 h 4550534"/>
              <a:gd name="connsiteX5406" fmla="*/ 983715 w 5876984"/>
              <a:gd name="connsiteY5406" fmla="*/ 3984325 h 4550534"/>
              <a:gd name="connsiteX5407" fmla="*/ 1000871 w 5876984"/>
              <a:gd name="connsiteY5407" fmla="*/ 3976368 h 4550534"/>
              <a:gd name="connsiteX5408" fmla="*/ 949739 w 5876984"/>
              <a:gd name="connsiteY5408" fmla="*/ 3891925 h 4550534"/>
              <a:gd name="connsiteX5409" fmla="*/ 939310 w 5876984"/>
              <a:gd name="connsiteY5409" fmla="*/ 3866001 h 4550534"/>
              <a:gd name="connsiteX5410" fmla="*/ 971268 w 5876984"/>
              <a:gd name="connsiteY5410" fmla="*/ 3778477 h 4550534"/>
              <a:gd name="connsiteX5411" fmla="*/ 966895 w 5876984"/>
              <a:gd name="connsiteY5411" fmla="*/ 3788231 h 4550534"/>
              <a:gd name="connsiteX5412" fmla="*/ 945702 w 5876984"/>
              <a:gd name="connsiteY5412" fmla="*/ 3775140 h 4550534"/>
              <a:gd name="connsiteX5413" fmla="*/ 943684 w 5876984"/>
              <a:gd name="connsiteY5413" fmla="*/ 3758971 h 4550534"/>
              <a:gd name="connsiteX5414" fmla="*/ 958485 w 5876984"/>
              <a:gd name="connsiteY5414" fmla="*/ 3742800 h 4550534"/>
              <a:gd name="connsiteX5415" fmla="*/ 937292 w 5876984"/>
              <a:gd name="connsiteY5415" fmla="*/ 3733047 h 4550534"/>
              <a:gd name="connsiteX5416" fmla="*/ 962522 w 5876984"/>
              <a:gd name="connsiteY5416" fmla="*/ 3622680 h 4550534"/>
              <a:gd name="connsiteX5417" fmla="*/ 962522 w 5876984"/>
              <a:gd name="connsiteY5417" fmla="*/ 3593677 h 4550534"/>
              <a:gd name="connsiteX5418" fmla="*/ 924172 w 5876984"/>
              <a:gd name="connsiteY5418" fmla="*/ 3564416 h 4550534"/>
              <a:gd name="connsiteX5419" fmla="*/ 952094 w 5876984"/>
              <a:gd name="connsiteY5419" fmla="*/ 3423249 h 4550534"/>
              <a:gd name="connsiteX5420" fmla="*/ 945702 w 5876984"/>
              <a:gd name="connsiteY5420" fmla="*/ 3368065 h 4550534"/>
              <a:gd name="connsiteX5421" fmla="*/ 949739 w 5876984"/>
              <a:gd name="connsiteY5421" fmla="*/ 3282082 h 4550534"/>
              <a:gd name="connsiteX5422" fmla="*/ 937292 w 5876984"/>
              <a:gd name="connsiteY5422" fmla="*/ 3220482 h 4550534"/>
              <a:gd name="connsiteX5423" fmla="*/ 954112 w 5876984"/>
              <a:gd name="connsiteY5423" fmla="*/ 3214065 h 4550534"/>
              <a:gd name="connsiteX5424" fmla="*/ 943684 w 5876984"/>
              <a:gd name="connsiteY5424" fmla="*/ 3173511 h 4550534"/>
              <a:gd name="connsiteX5425" fmla="*/ 952094 w 5876984"/>
              <a:gd name="connsiteY5425" fmla="*/ 3181468 h 4550534"/>
              <a:gd name="connsiteX5426" fmla="*/ 964877 w 5876984"/>
              <a:gd name="connsiteY5426" fmla="*/ 3103698 h 4550534"/>
              <a:gd name="connsiteX5427" fmla="*/ 954112 w 5876984"/>
              <a:gd name="connsiteY5427" fmla="*/ 3137835 h 4550534"/>
              <a:gd name="connsiteX5428" fmla="*/ 966895 w 5876984"/>
              <a:gd name="connsiteY5428" fmla="*/ 3173511 h 4550534"/>
              <a:gd name="connsiteX5429" fmla="*/ 979678 w 5876984"/>
              <a:gd name="connsiteY5429" fmla="*/ 3165298 h 4550534"/>
              <a:gd name="connsiteX5430" fmla="*/ 983715 w 5876984"/>
              <a:gd name="connsiteY5430" fmla="*/ 3189681 h 4550534"/>
              <a:gd name="connsiteX5431" fmla="*/ 975305 w 5876984"/>
              <a:gd name="connsiteY5431" fmla="*/ 3149128 h 4550534"/>
              <a:gd name="connsiteX5432" fmla="*/ 995867 w 5876984"/>
              <a:gd name="connsiteY5432" fmla="*/ 3103762 h 4550534"/>
              <a:gd name="connsiteX5433" fmla="*/ 997348 w 5876984"/>
              <a:gd name="connsiteY5433" fmla="*/ 3084366 h 4550534"/>
              <a:gd name="connsiteX5434" fmla="*/ 996973 w 5876984"/>
              <a:gd name="connsiteY5434" fmla="*/ 3084020 h 4550534"/>
              <a:gd name="connsiteX5435" fmla="*/ 997480 w 5876984"/>
              <a:gd name="connsiteY5435" fmla="*/ 3082633 h 4550534"/>
              <a:gd name="connsiteX5436" fmla="*/ 997870 w 5876984"/>
              <a:gd name="connsiteY5436" fmla="*/ 3077517 h 4550534"/>
              <a:gd name="connsiteX5437" fmla="*/ 1009358 w 5876984"/>
              <a:gd name="connsiteY5437" fmla="*/ 3057385 h 4550534"/>
              <a:gd name="connsiteX5438" fmla="*/ 978077 w 5876984"/>
              <a:gd name="connsiteY5438" fmla="*/ 3051604 h 4550534"/>
              <a:gd name="connsiteX5439" fmla="*/ 979038 w 5876984"/>
              <a:gd name="connsiteY5439" fmla="*/ 3058773 h 4550534"/>
              <a:gd name="connsiteX5440" fmla="*/ 977341 w 5876984"/>
              <a:gd name="connsiteY5440" fmla="*/ 3065256 h 4550534"/>
              <a:gd name="connsiteX5441" fmla="*/ 987708 w 5876984"/>
              <a:gd name="connsiteY5441" fmla="*/ 3064683 h 4550534"/>
              <a:gd name="connsiteX5442" fmla="*/ 992074 w 5876984"/>
              <a:gd name="connsiteY5442" fmla="*/ 3091705 h 4550534"/>
              <a:gd name="connsiteX5443" fmla="*/ 973433 w 5876984"/>
              <a:gd name="connsiteY5443" fmla="*/ 3089148 h 4550534"/>
              <a:gd name="connsiteX5444" fmla="*/ 968682 w 5876984"/>
              <a:gd name="connsiteY5444" fmla="*/ 3089377 h 4550534"/>
              <a:gd name="connsiteX5445" fmla="*/ 966279 w 5876984"/>
              <a:gd name="connsiteY5445" fmla="*/ 3099630 h 4550534"/>
              <a:gd name="connsiteX5446" fmla="*/ 962267 w 5876984"/>
              <a:gd name="connsiteY5446" fmla="*/ 3089685 h 4550534"/>
              <a:gd name="connsiteX5447" fmla="*/ 951769 w 5876984"/>
              <a:gd name="connsiteY5447" fmla="*/ 3090190 h 4550534"/>
              <a:gd name="connsiteX5448" fmla="*/ 939007 w 5876984"/>
              <a:gd name="connsiteY5448" fmla="*/ 3061400 h 4550534"/>
              <a:gd name="connsiteX5449" fmla="*/ 964533 w 5876984"/>
              <a:gd name="connsiteY5449" fmla="*/ 3079078 h 4550534"/>
              <a:gd name="connsiteX5450" fmla="*/ 974342 w 5876984"/>
              <a:gd name="connsiteY5450" fmla="*/ 3075621 h 4550534"/>
              <a:gd name="connsiteX5451" fmla="*/ 975043 w 5876984"/>
              <a:gd name="connsiteY5451" fmla="*/ 3071212 h 4550534"/>
              <a:gd name="connsiteX5452" fmla="*/ 965081 w 5876984"/>
              <a:gd name="connsiteY5452" fmla="*/ 3076990 h 4550534"/>
              <a:gd name="connsiteX5453" fmla="*/ 975444 w 5876984"/>
              <a:gd name="connsiteY5453" fmla="*/ 3031974 h 4550534"/>
              <a:gd name="connsiteX5454" fmla="*/ 977765 w 5876984"/>
              <a:gd name="connsiteY5454" fmla="*/ 3049280 h 4550534"/>
              <a:gd name="connsiteX5455" fmla="*/ 980186 w 5876984"/>
              <a:gd name="connsiteY5455" fmla="*/ 3035913 h 4550534"/>
              <a:gd name="connsiteX5456" fmla="*/ 987799 w 5876984"/>
              <a:gd name="connsiteY5456" fmla="*/ 3024011 h 4550534"/>
              <a:gd name="connsiteX5457" fmla="*/ 985780 w 5876984"/>
              <a:gd name="connsiteY5457" fmla="*/ 3017337 h 4550534"/>
              <a:gd name="connsiteX5458" fmla="*/ 979387 w 5876984"/>
              <a:gd name="connsiteY5458" fmla="*/ 3024011 h 4550534"/>
              <a:gd name="connsiteX5459" fmla="*/ 992173 w 5876984"/>
              <a:gd name="connsiteY5459" fmla="*/ 3009380 h 4550534"/>
              <a:gd name="connsiteX5460" fmla="*/ 923872 w 5876984"/>
              <a:gd name="connsiteY5460" fmla="*/ 3004504 h 4550534"/>
              <a:gd name="connsiteX5461" fmla="*/ 921852 w 5876984"/>
              <a:gd name="connsiteY5461" fmla="*/ 3031967 h 4550534"/>
              <a:gd name="connsiteX5462" fmla="*/ 802746 w 5876984"/>
              <a:gd name="connsiteY5462" fmla="*/ 2991414 h 4550534"/>
              <a:gd name="connsiteX5463" fmla="*/ 807120 w 5876984"/>
              <a:gd name="connsiteY5463" fmla="*/ 3020674 h 4550534"/>
              <a:gd name="connsiteX5464" fmla="*/ 771119 w 5876984"/>
              <a:gd name="connsiteY5464" fmla="*/ 3041720 h 4550534"/>
              <a:gd name="connsiteX5465" fmla="*/ 732763 w 5876984"/>
              <a:gd name="connsiteY5465" fmla="*/ 3040180 h 4550534"/>
              <a:gd name="connsiteX5466" fmla="*/ 688013 w 5876984"/>
              <a:gd name="connsiteY5466" fmla="*/ 2999628 h 4550534"/>
              <a:gd name="connsiteX5467" fmla="*/ 705172 w 5876984"/>
              <a:gd name="connsiteY5467" fmla="*/ 2988334 h 4550534"/>
              <a:gd name="connsiteX5468" fmla="*/ 705172 w 5876984"/>
              <a:gd name="connsiteY5468" fmla="*/ 2950862 h 4550534"/>
              <a:gd name="connsiteX5469" fmla="*/ 690032 w 5876984"/>
              <a:gd name="connsiteY5469" fmla="*/ 2924939 h 4550534"/>
              <a:gd name="connsiteX5470" fmla="*/ 630815 w 5876984"/>
              <a:gd name="connsiteY5470" fmla="*/ 2950862 h 4550534"/>
              <a:gd name="connsiteX5471" fmla="*/ 628460 w 5876984"/>
              <a:gd name="connsiteY5471" fmla="*/ 2954198 h 4550534"/>
              <a:gd name="connsiteX5472" fmla="*/ 643264 w 5876984"/>
              <a:gd name="connsiteY5472" fmla="*/ 2955738 h 4550534"/>
              <a:gd name="connsiteX5473" fmla="*/ 636871 w 5876984"/>
              <a:gd name="connsiteY5473" fmla="*/ 2963952 h 4550534"/>
              <a:gd name="connsiteX5474" fmla="*/ 671191 w 5876984"/>
              <a:gd name="connsiteY5474" fmla="*/ 2981661 h 4550534"/>
              <a:gd name="connsiteX5475" fmla="*/ 656050 w 5876984"/>
              <a:gd name="connsiteY5475" fmla="*/ 3006044 h 4550534"/>
              <a:gd name="connsiteX5476" fmla="*/ 615675 w 5876984"/>
              <a:gd name="connsiteY5476" fmla="*/ 2988334 h 4550534"/>
              <a:gd name="connsiteX5477" fmla="*/ 605244 w 5876984"/>
              <a:gd name="connsiteY5477" fmla="*/ 2968828 h 4550534"/>
              <a:gd name="connsiteX5478" fmla="*/ 620049 w 5876984"/>
              <a:gd name="connsiteY5478" fmla="*/ 2950862 h 4550534"/>
              <a:gd name="connsiteX5479" fmla="*/ 592458 w 5876984"/>
              <a:gd name="connsiteY5479" fmla="*/ 2939569 h 4550534"/>
              <a:gd name="connsiteX5480" fmla="*/ 628460 w 5876984"/>
              <a:gd name="connsiteY5480" fmla="*/ 2939569 h 4550534"/>
              <a:gd name="connsiteX5481" fmla="*/ 645620 w 5876984"/>
              <a:gd name="connsiteY5481" fmla="*/ 2928275 h 4550534"/>
              <a:gd name="connsiteX5482" fmla="*/ 579673 w 5876984"/>
              <a:gd name="connsiteY5482" fmla="*/ 2877970 h 4550534"/>
              <a:gd name="connsiteX5483" fmla="*/ 564869 w 5876984"/>
              <a:gd name="connsiteY5483" fmla="*/ 2895679 h 4550534"/>
              <a:gd name="connsiteX5484" fmla="*/ 575299 w 5876984"/>
              <a:gd name="connsiteY5484" fmla="*/ 2894139 h 4550534"/>
              <a:gd name="connsiteX5485" fmla="*/ 577318 w 5876984"/>
              <a:gd name="connsiteY5485" fmla="*/ 2903893 h 4550534"/>
              <a:gd name="connsiteX5486" fmla="*/ 556121 w 5876984"/>
              <a:gd name="connsiteY5486" fmla="*/ 2912106 h 4550534"/>
              <a:gd name="connsiteX5487" fmla="*/ 509353 w 5876984"/>
              <a:gd name="connsiteY5487" fmla="*/ 2899016 h 4550534"/>
              <a:gd name="connsiteX5488" fmla="*/ 479744 w 5876984"/>
              <a:gd name="connsiteY5488" fmla="*/ 2881306 h 4550534"/>
              <a:gd name="connsiteX5489" fmla="*/ 462585 w 5876984"/>
              <a:gd name="connsiteY5489" fmla="*/ 2847170 h 4550534"/>
              <a:gd name="connsiteX5490" fmla="*/ 437014 w 5876984"/>
              <a:gd name="connsiteY5490" fmla="*/ 2845630 h 4550534"/>
              <a:gd name="connsiteX5491" fmla="*/ 437014 w 5876984"/>
              <a:gd name="connsiteY5491" fmla="*/ 2813034 h 4550534"/>
              <a:gd name="connsiteX5492" fmla="*/ 466959 w 5876984"/>
              <a:gd name="connsiteY5492" fmla="*/ 2813034 h 4550534"/>
              <a:gd name="connsiteX5493" fmla="*/ 466959 w 5876984"/>
              <a:gd name="connsiteY5493" fmla="*/ 2829203 h 4550534"/>
              <a:gd name="connsiteX5494" fmla="*/ 481764 w 5876984"/>
              <a:gd name="connsiteY5494" fmla="*/ 2829203 h 4550534"/>
              <a:gd name="connsiteX5495" fmla="*/ 496568 w 5876984"/>
              <a:gd name="connsiteY5495" fmla="*/ 2814574 h 4550534"/>
              <a:gd name="connsiteX5496" fmla="*/ 481764 w 5876984"/>
              <a:gd name="connsiteY5496" fmla="*/ 2813034 h 4550534"/>
              <a:gd name="connsiteX5497" fmla="*/ 477726 w 5876984"/>
              <a:gd name="connsiteY5497" fmla="*/ 2787111 h 4550534"/>
              <a:gd name="connsiteX5498" fmla="*/ 457622 w 5876984"/>
              <a:gd name="connsiteY5498" fmla="*/ 2785956 h 4550534"/>
              <a:gd name="connsiteX5499" fmla="*/ 455781 w 5876984"/>
              <a:gd name="connsiteY5499" fmla="*/ 2781417 h 4550534"/>
              <a:gd name="connsiteX5500" fmla="*/ 444845 w 5876984"/>
              <a:gd name="connsiteY5500" fmla="*/ 2783400 h 4550534"/>
              <a:gd name="connsiteX5501" fmla="*/ 443996 w 5876984"/>
              <a:gd name="connsiteY5501" fmla="*/ 2789550 h 4550534"/>
              <a:gd name="connsiteX5502" fmla="*/ 439370 w 5876984"/>
              <a:gd name="connsiteY5502" fmla="*/ 2806617 h 4550534"/>
              <a:gd name="connsiteX5503" fmla="*/ 429034 w 5876984"/>
              <a:gd name="connsiteY5503" fmla="*/ 2789954 h 4550534"/>
              <a:gd name="connsiteX5504" fmla="*/ 429546 w 5876984"/>
              <a:gd name="connsiteY5504" fmla="*/ 2786174 h 4550534"/>
              <a:gd name="connsiteX5505" fmla="*/ 414334 w 5876984"/>
              <a:gd name="connsiteY5505" fmla="*/ 2788932 h 4550534"/>
              <a:gd name="connsiteX5506" fmla="*/ 418707 w 5876984"/>
              <a:gd name="connsiteY5506" fmla="*/ 2797144 h 4550534"/>
              <a:gd name="connsiteX5507" fmla="*/ 350410 w 5876984"/>
              <a:gd name="connsiteY5507" fmla="*/ 2808435 h 4550534"/>
              <a:gd name="connsiteX5508" fmla="*/ 297254 w 5876984"/>
              <a:gd name="connsiteY5508" fmla="*/ 2847440 h 4550534"/>
              <a:gd name="connsiteX5509" fmla="*/ 333589 w 5876984"/>
              <a:gd name="connsiteY5509" fmla="*/ 2787392 h 4550534"/>
              <a:gd name="connsiteX5510" fmla="*/ 327197 w 5876984"/>
              <a:gd name="connsiteY5510" fmla="*/ 2779181 h 4550534"/>
              <a:gd name="connsiteX5511" fmla="*/ 308020 w 5876984"/>
              <a:gd name="connsiteY5511" fmla="*/ 2772766 h 4550534"/>
              <a:gd name="connsiteX5512" fmla="*/ 276059 w 5876984"/>
              <a:gd name="connsiteY5512" fmla="*/ 2777641 h 4550534"/>
              <a:gd name="connsiteX5513" fmla="*/ 263275 w 5876984"/>
              <a:gd name="connsiteY5513" fmla="*/ 2790729 h 4550534"/>
              <a:gd name="connsiteX5514" fmla="*/ 269666 w 5876984"/>
              <a:gd name="connsiteY5514" fmla="*/ 2808435 h 4550534"/>
              <a:gd name="connsiteX5515" fmla="*/ 254864 w 5876984"/>
              <a:gd name="connsiteY5515" fmla="*/ 2806895 h 4550534"/>
              <a:gd name="connsiteX5516" fmla="*/ 167727 w 5876984"/>
              <a:gd name="connsiteY5516" fmla="*/ 2848980 h 4550534"/>
              <a:gd name="connsiteX5517" fmla="*/ 161335 w 5876984"/>
              <a:gd name="connsiteY5517" fmla="*/ 2862067 h 4550534"/>
              <a:gd name="connsiteX5518" fmla="*/ 208099 w 5876984"/>
              <a:gd name="connsiteY5518" fmla="*/ 2805099 h 4550534"/>
              <a:gd name="connsiteX5519" fmla="*/ 180511 w 5876984"/>
              <a:gd name="connsiteY5519" fmla="*/ 2798683 h 4550534"/>
              <a:gd name="connsiteX5520" fmla="*/ 182530 w 5876984"/>
              <a:gd name="connsiteY5520" fmla="*/ 2787392 h 4550534"/>
              <a:gd name="connsiteX5521" fmla="*/ 199688 w 5876984"/>
              <a:gd name="connsiteY5521" fmla="*/ 2776102 h 4550534"/>
              <a:gd name="connsiteX5522" fmla="*/ 197333 w 5876984"/>
              <a:gd name="connsiteY5522" fmla="*/ 2785853 h 4550534"/>
              <a:gd name="connsiteX5523" fmla="*/ 212137 w 5876984"/>
              <a:gd name="connsiteY5523" fmla="*/ 2767890 h 4550534"/>
              <a:gd name="connsiteX5524" fmla="*/ 276059 w 5876984"/>
              <a:gd name="connsiteY5524" fmla="*/ 2759935 h 4550534"/>
              <a:gd name="connsiteX5525" fmla="*/ 288843 w 5876984"/>
              <a:gd name="connsiteY5525" fmla="*/ 2769686 h 4550534"/>
              <a:gd name="connsiteX5526" fmla="*/ 280433 w 5876984"/>
              <a:gd name="connsiteY5526" fmla="*/ 2748387 h 4550534"/>
              <a:gd name="connsiteX5527" fmla="*/ 318786 w 5876984"/>
              <a:gd name="connsiteY5527" fmla="*/ 2720930 h 4550534"/>
              <a:gd name="connsiteX5528" fmla="*/ 371606 w 5876984"/>
              <a:gd name="connsiteY5528" fmla="*/ 2732221 h 4550534"/>
              <a:gd name="connsiteX5529" fmla="*/ 399530 w 5876984"/>
              <a:gd name="connsiteY5529" fmla="*/ 2709639 h 4550534"/>
              <a:gd name="connsiteX5530" fmla="*/ 425052 w 5876984"/>
              <a:gd name="connsiteY5530" fmla="*/ 2703356 h 4550534"/>
              <a:gd name="connsiteX5531" fmla="*/ 437752 w 5876984"/>
              <a:gd name="connsiteY5531" fmla="*/ 2692392 h 4550534"/>
              <a:gd name="connsiteX5532" fmla="*/ 428182 w 5876984"/>
              <a:gd name="connsiteY5532" fmla="*/ 2669560 h 4550534"/>
              <a:gd name="connsiteX5533" fmla="*/ 456193 w 5876984"/>
              <a:gd name="connsiteY5533" fmla="*/ 2563302 h 4550534"/>
              <a:gd name="connsiteX5534" fmla="*/ 439370 w 5876984"/>
              <a:gd name="connsiteY5534" fmla="*/ 2571515 h 4550534"/>
              <a:gd name="connsiteX5535" fmla="*/ 445762 w 5876984"/>
              <a:gd name="connsiteY5535" fmla="*/ 2506579 h 4550534"/>
              <a:gd name="connsiteX5536" fmla="*/ 466959 w 5876984"/>
              <a:gd name="connsiteY5536" fmla="*/ 2512995 h 4550534"/>
              <a:gd name="connsiteX5537" fmla="*/ 468978 w 5876984"/>
              <a:gd name="connsiteY5537" fmla="*/ 2506579 h 4550534"/>
              <a:gd name="connsiteX5538" fmla="*/ 449800 w 5876984"/>
              <a:gd name="connsiteY5538" fmla="*/ 2503243 h 4550534"/>
              <a:gd name="connsiteX5539" fmla="*/ 479744 w 5876984"/>
              <a:gd name="connsiteY5539" fmla="*/ 2493489 h 4550534"/>
              <a:gd name="connsiteX5540" fmla="*/ 475513 w 5876984"/>
              <a:gd name="connsiteY5540" fmla="*/ 2487630 h 4550534"/>
              <a:gd name="connsiteX5541" fmla="*/ 470604 w 5876984"/>
              <a:gd name="connsiteY5541" fmla="*/ 2486760 h 4550534"/>
              <a:gd name="connsiteX5542" fmla="*/ 454705 w 5876984"/>
              <a:gd name="connsiteY5542" fmla="*/ 2493827 h 4550534"/>
              <a:gd name="connsiteX5543" fmla="*/ 238042 w 5876984"/>
              <a:gd name="connsiteY5543" fmla="*/ 2513330 h 4550534"/>
              <a:gd name="connsiteX5544" fmla="*/ 229295 w 5876984"/>
              <a:gd name="connsiteY5544" fmla="*/ 2521542 h 4550534"/>
              <a:gd name="connsiteX5545" fmla="*/ 210118 w 5876984"/>
              <a:gd name="connsiteY5545" fmla="*/ 2509994 h 4550534"/>
              <a:gd name="connsiteX5546" fmla="*/ 199688 w 5876984"/>
              <a:gd name="connsiteY5546" fmla="*/ 2516666 h 4550534"/>
              <a:gd name="connsiteX5547" fmla="*/ 133747 w 5876984"/>
              <a:gd name="connsiteY5547" fmla="*/ 2505118 h 4550534"/>
              <a:gd name="connsiteX5548" fmla="*/ 131392 w 5876984"/>
              <a:gd name="connsiteY5548" fmla="*/ 2495624 h 4550534"/>
              <a:gd name="connsiteX5549" fmla="*/ 55022 w 5876984"/>
              <a:gd name="connsiteY5549" fmla="*/ 2485872 h 4550534"/>
              <a:gd name="connsiteX5550" fmla="*/ 8258 w 5876984"/>
              <a:gd name="connsiteY5550" fmla="*/ 2354487 h 4550534"/>
              <a:gd name="connsiteX5551" fmla="*/ 46611 w 5876984"/>
              <a:gd name="connsiteY5551" fmla="*/ 2341399 h 4550534"/>
              <a:gd name="connsiteX5552" fmla="*/ 99767 w 5876984"/>
              <a:gd name="connsiteY5552" fmla="*/ 2428904 h 4550534"/>
              <a:gd name="connsiteX5553" fmla="*/ 120962 w 5876984"/>
              <a:gd name="connsiteY5553" fmla="*/ 2424285 h 4550534"/>
              <a:gd name="connsiteX5554" fmla="*/ 112552 w 5876984"/>
              <a:gd name="connsiteY5554" fmla="*/ 2416074 h 4550534"/>
              <a:gd name="connsiteX5555" fmla="*/ 135766 w 5876984"/>
              <a:gd name="connsiteY5555" fmla="*/ 2362442 h 4550534"/>
              <a:gd name="connsiteX5556" fmla="*/ 154942 w 5876984"/>
              <a:gd name="connsiteY5556" fmla="*/ 2352947 h 4550534"/>
              <a:gd name="connsiteX5557" fmla="*/ 163353 w 5876984"/>
              <a:gd name="connsiteY5557" fmla="*/ 2305730 h 4550534"/>
              <a:gd name="connsiteX5558" fmla="*/ 159316 w 5876984"/>
              <a:gd name="connsiteY5558" fmla="*/ 2263646 h 4550534"/>
              <a:gd name="connsiteX5559" fmla="*/ 180511 w 5876984"/>
              <a:gd name="connsiteY5559" fmla="*/ 2229516 h 4550534"/>
              <a:gd name="connsiteX5560" fmla="*/ 178493 w 5876984"/>
              <a:gd name="connsiteY5560" fmla="*/ 2313942 h 4550534"/>
              <a:gd name="connsiteX5561" fmla="*/ 184549 w 5876984"/>
              <a:gd name="connsiteY5561" fmla="*/ 2284688 h 4550534"/>
              <a:gd name="connsiteX5562" fmla="*/ 197333 w 5876984"/>
              <a:gd name="connsiteY5562" fmla="*/ 2300855 h 4550534"/>
              <a:gd name="connsiteX5563" fmla="*/ 197333 w 5876984"/>
              <a:gd name="connsiteY5563" fmla="*/ 2271857 h 4550534"/>
              <a:gd name="connsiteX5564" fmla="*/ 220884 w 5876984"/>
              <a:gd name="connsiteY5564" fmla="*/ 2219765 h 4550534"/>
              <a:gd name="connsiteX5565" fmla="*/ 199688 w 5876984"/>
              <a:gd name="connsiteY5565" fmla="*/ 2227976 h 4550534"/>
              <a:gd name="connsiteX5566" fmla="*/ 188922 w 5876984"/>
              <a:gd name="connsiteY5566" fmla="*/ 2214889 h 4550534"/>
              <a:gd name="connsiteX5567" fmla="*/ 172100 w 5876984"/>
              <a:gd name="connsiteY5567" fmla="*/ 2227976 h 4550534"/>
              <a:gd name="connsiteX5568" fmla="*/ 133747 w 5876984"/>
              <a:gd name="connsiteY5568" fmla="*/ 2240807 h 4550534"/>
              <a:gd name="connsiteX5569" fmla="*/ 150569 w 5876984"/>
              <a:gd name="connsiteY5569" fmla="*/ 2227976 h 4550534"/>
              <a:gd name="connsiteX5570" fmla="*/ 148551 w 5876984"/>
              <a:gd name="connsiteY5570" fmla="*/ 2223100 h 4550534"/>
              <a:gd name="connsiteX5571" fmla="*/ 150569 w 5876984"/>
              <a:gd name="connsiteY5571" fmla="*/ 2214889 h 4550534"/>
              <a:gd name="connsiteX5572" fmla="*/ 114571 w 5876984"/>
              <a:gd name="connsiteY5572" fmla="*/ 2206934 h 4550534"/>
              <a:gd name="connsiteX5573" fmla="*/ 99767 w 5876984"/>
              <a:gd name="connsiteY5573" fmla="*/ 2165106 h 4550534"/>
              <a:gd name="connsiteX5574" fmla="*/ 82609 w 5876984"/>
              <a:gd name="connsiteY5574" fmla="*/ 2165106 h 4550534"/>
              <a:gd name="connsiteX5575" fmla="*/ 91020 w 5876984"/>
              <a:gd name="connsiteY5575" fmla="*/ 2160230 h 4550534"/>
              <a:gd name="connsiteX5576" fmla="*/ 101786 w 5876984"/>
              <a:gd name="connsiteY5576" fmla="*/ 2116350 h 4550534"/>
              <a:gd name="connsiteX5577" fmla="*/ 91020 w 5876984"/>
              <a:gd name="connsiteY5577" fmla="*/ 2072469 h 4550534"/>
              <a:gd name="connsiteX5578" fmla="*/ 46611 w 5876984"/>
              <a:gd name="connsiteY5578" fmla="*/ 2067593 h 4550534"/>
              <a:gd name="connsiteX5579" fmla="*/ 84964 w 5876984"/>
              <a:gd name="connsiteY5579" fmla="*/ 2001131 h 4550534"/>
              <a:gd name="connsiteX5580" fmla="*/ 91020 w 5876984"/>
              <a:gd name="connsiteY5580" fmla="*/ 1938004 h 4550534"/>
              <a:gd name="connsiteX5581" fmla="*/ 122982 w 5876984"/>
              <a:gd name="connsiteY5581" fmla="*/ 1942879 h 4550534"/>
              <a:gd name="connsiteX5582" fmla="*/ 248471 w 5876984"/>
              <a:gd name="connsiteY5582" fmla="*/ 1791991 h 4550534"/>
              <a:gd name="connsiteX5583" fmla="*/ 218529 w 5876984"/>
              <a:gd name="connsiteY5583" fmla="*/ 1798407 h 4550534"/>
              <a:gd name="connsiteX5584" fmla="*/ 182530 w 5876984"/>
              <a:gd name="connsiteY5584" fmla="*/ 1787115 h 4550534"/>
              <a:gd name="connsiteX5585" fmla="*/ 212137 w 5876984"/>
              <a:gd name="connsiteY5585" fmla="*/ 1764534 h 4550534"/>
              <a:gd name="connsiteX5586" fmla="*/ 225257 w 5876984"/>
              <a:gd name="connsiteY5586" fmla="*/ 1764534 h 4550534"/>
              <a:gd name="connsiteX5587" fmla="*/ 227276 w 5876984"/>
              <a:gd name="connsiteY5587" fmla="*/ 1777364 h 4550534"/>
              <a:gd name="connsiteX5588" fmla="*/ 246453 w 5876984"/>
              <a:gd name="connsiteY5588" fmla="*/ 1759658 h 4550534"/>
              <a:gd name="connsiteX5589" fmla="*/ 238042 w 5876984"/>
              <a:gd name="connsiteY5589" fmla="*/ 1748110 h 4550534"/>
              <a:gd name="connsiteX5590" fmla="*/ 263275 w 5876984"/>
              <a:gd name="connsiteY5590" fmla="*/ 1745031 h 4550534"/>
              <a:gd name="connsiteX5591" fmla="*/ 280433 w 5876984"/>
              <a:gd name="connsiteY5591" fmla="*/ 1733740 h 4550534"/>
              <a:gd name="connsiteX5592" fmla="*/ 267648 w 5876984"/>
              <a:gd name="connsiteY5592" fmla="*/ 1728864 h 4550534"/>
              <a:gd name="connsiteX5593" fmla="*/ 293217 w 5876984"/>
              <a:gd name="connsiteY5593" fmla="*/ 1676772 h 4550534"/>
              <a:gd name="connsiteX5594" fmla="*/ 310039 w 5876984"/>
              <a:gd name="connsiteY5594" fmla="*/ 1675232 h 4550534"/>
              <a:gd name="connsiteX5595" fmla="*/ 403567 w 5876984"/>
              <a:gd name="connsiteY5595" fmla="*/ 1589267 h 4550534"/>
              <a:gd name="connsiteX5596" fmla="*/ 397175 w 5876984"/>
              <a:gd name="connsiteY5596" fmla="*/ 1581312 h 4550534"/>
              <a:gd name="connsiteX5597" fmla="*/ 461098 w 5876984"/>
              <a:gd name="connsiteY5597" fmla="*/ 1555394 h 4550534"/>
              <a:gd name="connsiteX5598" fmla="*/ 495078 w 5876984"/>
              <a:gd name="connsiteY5598" fmla="*/ 1511513 h 4550534"/>
              <a:gd name="connsiteX5599" fmla="*/ 482293 w 5876984"/>
              <a:gd name="connsiteY5599" fmla="*/ 1514593 h 4550534"/>
              <a:gd name="connsiteX5600" fmla="*/ 507862 w 5876984"/>
              <a:gd name="connsiteY5600" fmla="*/ 1505098 h 4550534"/>
              <a:gd name="connsiteX5601" fmla="*/ 554627 w 5876984"/>
              <a:gd name="connsiteY5601" fmla="*/ 1445051 h 4550534"/>
              <a:gd name="connsiteX5602" fmla="*/ 580196 w 5876984"/>
              <a:gd name="connsiteY5602" fmla="*/ 1446590 h 4550534"/>
              <a:gd name="connsiteX5603" fmla="*/ 582214 w 5876984"/>
              <a:gd name="connsiteY5603" fmla="*/ 1433759 h 4550534"/>
              <a:gd name="connsiteX5604" fmla="*/ 569429 w 5876984"/>
              <a:gd name="connsiteY5604" fmla="*/ 1443254 h 4550534"/>
              <a:gd name="connsiteX5605" fmla="*/ 633352 w 5876984"/>
              <a:gd name="connsiteY5605" fmla="*/ 1357546 h 4550534"/>
              <a:gd name="connsiteX5606" fmla="*/ 648155 w 5876984"/>
              <a:gd name="connsiteY5606" fmla="*/ 1362421 h 4550534"/>
              <a:gd name="connsiteX5607" fmla="*/ 671705 w 5876984"/>
              <a:gd name="connsiteY5607" fmla="*/ 1324955 h 4550534"/>
              <a:gd name="connsiteX5608" fmla="*/ 665313 w 5876984"/>
              <a:gd name="connsiteY5608" fmla="*/ 1354209 h 4550534"/>
              <a:gd name="connsiteX5609" fmla="*/ 705685 w 5876984"/>
              <a:gd name="connsiteY5609" fmla="*/ 1333167 h 4550534"/>
              <a:gd name="connsiteX5610" fmla="*/ 709722 w 5876984"/>
              <a:gd name="connsiteY5610" fmla="*/ 1321876 h 4550534"/>
              <a:gd name="connsiteX5611" fmla="*/ 686509 w 5876984"/>
              <a:gd name="connsiteY5611" fmla="*/ 1315204 h 4550534"/>
              <a:gd name="connsiteX5612" fmla="*/ 714096 w 5876984"/>
              <a:gd name="connsiteY5612" fmla="*/ 1318541 h 4550534"/>
              <a:gd name="connsiteX5613" fmla="*/ 728899 w 5876984"/>
              <a:gd name="connsiteY5613" fmla="*/ 1313665 h 4550534"/>
              <a:gd name="connsiteX5614" fmla="*/ 743702 w 5876984"/>
              <a:gd name="connsiteY5614" fmla="*/ 1286207 h 4550534"/>
              <a:gd name="connsiteX5615" fmla="*/ 726880 w 5876984"/>
              <a:gd name="connsiteY5615" fmla="*/ 1299038 h 4550534"/>
              <a:gd name="connsiteX5616" fmla="*/ 756486 w 5876984"/>
              <a:gd name="connsiteY5616" fmla="*/ 1255156 h 4550534"/>
              <a:gd name="connsiteX5617" fmla="*/ 746057 w 5876984"/>
              <a:gd name="connsiteY5617" fmla="*/ 1282871 h 4550534"/>
              <a:gd name="connsiteX5618" fmla="*/ 771626 w 5876984"/>
              <a:gd name="connsiteY5618" fmla="*/ 1266704 h 4550534"/>
              <a:gd name="connsiteX5619" fmla="*/ 775664 w 5876984"/>
              <a:gd name="connsiteY5619" fmla="*/ 1274660 h 4550534"/>
              <a:gd name="connsiteX5620" fmla="*/ 820409 w 5876984"/>
              <a:gd name="connsiteY5620" fmla="*/ 1231035 h 4550534"/>
              <a:gd name="connsiteX5621" fmla="*/ 837231 w 5876984"/>
              <a:gd name="connsiteY5621" fmla="*/ 1229239 h 4550534"/>
              <a:gd name="connsiteX5622" fmla="*/ 858763 w 5876984"/>
              <a:gd name="connsiteY5622" fmla="*/ 1214869 h 4550534"/>
              <a:gd name="connsiteX5623" fmla="*/ 860781 w 5876984"/>
              <a:gd name="connsiteY5623" fmla="*/ 1205118 h 4550534"/>
              <a:gd name="connsiteX5624" fmla="*/ 837231 w 5876984"/>
              <a:gd name="connsiteY5624" fmla="*/ 1214869 h 4550534"/>
              <a:gd name="connsiteX5625" fmla="*/ 865155 w 5876984"/>
              <a:gd name="connsiteY5625" fmla="*/ 1198445 h 4550534"/>
              <a:gd name="connsiteX5626" fmla="*/ 881977 w 5876984"/>
              <a:gd name="connsiteY5626" fmla="*/ 1170988 h 4550534"/>
              <a:gd name="connsiteX5627" fmla="*/ 881977 w 5876984"/>
              <a:gd name="connsiteY5627" fmla="*/ 1175864 h 4550534"/>
              <a:gd name="connsiteX5628" fmla="*/ 952292 w 5876984"/>
              <a:gd name="connsiteY5628" fmla="*/ 1119152 h 4550534"/>
              <a:gd name="connsiteX5629" fmla="*/ 1033036 w 5876984"/>
              <a:gd name="connsiteY5629" fmla="*/ 1068856 h 4550534"/>
              <a:gd name="connsiteX5630" fmla="*/ 1054231 w 5876984"/>
              <a:gd name="connsiteY5630" fmla="*/ 1049353 h 4550534"/>
              <a:gd name="connsiteX5631" fmla="*/ 1067016 w 5876984"/>
              <a:gd name="connsiteY5631" fmla="*/ 1055769 h 4550534"/>
              <a:gd name="connsiteX5632" fmla="*/ 1083837 w 5876984"/>
              <a:gd name="connsiteY5632" fmla="*/ 1049353 h 4550534"/>
              <a:gd name="connsiteX5633" fmla="*/ 1083837 w 5876984"/>
              <a:gd name="connsiteY5633" fmla="*/ 1036523 h 4550534"/>
              <a:gd name="connsiteX5634" fmla="*/ 1098976 w 5876984"/>
              <a:gd name="connsiteY5634" fmla="*/ 1038062 h 4550534"/>
              <a:gd name="connsiteX5635" fmla="*/ 1132956 w 5876984"/>
              <a:gd name="connsiteY5635" fmla="*/ 1026515 h 4550534"/>
              <a:gd name="connsiteX5636" fmla="*/ 1111761 w 5876984"/>
              <a:gd name="connsiteY5636" fmla="*/ 1028311 h 4550534"/>
              <a:gd name="connsiteX5637" fmla="*/ 1173329 w 5876984"/>
              <a:gd name="connsiteY5637" fmla="*/ 986226 h 4550534"/>
              <a:gd name="connsiteX5638" fmla="*/ 1160544 w 5876984"/>
              <a:gd name="connsiteY5638" fmla="*/ 999057 h 4550534"/>
              <a:gd name="connsiteX5639" fmla="*/ 1224467 w 5876984"/>
              <a:gd name="connsiteY5639" fmla="*/ 994182 h 4550534"/>
              <a:gd name="connsiteX5640" fmla="*/ 1164918 w 5876984"/>
              <a:gd name="connsiteY5640" fmla="*/ 1008809 h 4550534"/>
              <a:gd name="connsiteX5641" fmla="*/ 1096958 w 5876984"/>
              <a:gd name="connsiteY5641" fmla="*/ 1049353 h 4550534"/>
              <a:gd name="connsiteX5642" fmla="*/ 1090565 w 5876984"/>
              <a:gd name="connsiteY5642" fmla="*/ 1055769 h 4550534"/>
              <a:gd name="connsiteX5643" fmla="*/ 1103014 w 5876984"/>
              <a:gd name="connsiteY5643" fmla="*/ 1055769 h 4550534"/>
              <a:gd name="connsiteX5644" fmla="*/ 1049857 w 5876984"/>
              <a:gd name="connsiteY5644" fmla="*/ 1093234 h 4550534"/>
              <a:gd name="connsiteX5645" fmla="*/ 1079800 w 5876984"/>
              <a:gd name="connsiteY5645" fmla="*/ 1085022 h 4550534"/>
              <a:gd name="connsiteX5646" fmla="*/ 1098976 w 5876984"/>
              <a:gd name="connsiteY5646" fmla="*/ 1070395 h 4550534"/>
              <a:gd name="connsiteX5647" fmla="*/ 958683 w 5876984"/>
              <a:gd name="connsiteY5647" fmla="*/ 1170988 h 4550534"/>
              <a:gd name="connsiteX5648" fmla="*/ 1020251 w 5876984"/>
              <a:gd name="connsiteY5648" fmla="*/ 1149946 h 4550534"/>
              <a:gd name="connsiteX5649" fmla="*/ 1015878 w 5876984"/>
              <a:gd name="connsiteY5649" fmla="*/ 1162776 h 4550534"/>
              <a:gd name="connsiteX5650" fmla="*/ 1054231 w 5876984"/>
              <a:gd name="connsiteY5650" fmla="*/ 1148149 h 4550534"/>
              <a:gd name="connsiteX5651" fmla="*/ 1041447 w 5876984"/>
              <a:gd name="connsiteY5651" fmla="*/ 1141734 h 4550534"/>
              <a:gd name="connsiteX5652" fmla="*/ 1054231 w 5876984"/>
              <a:gd name="connsiteY5652" fmla="*/ 1131983 h 4550534"/>
              <a:gd name="connsiteX5653" fmla="*/ 1166936 w 5876984"/>
              <a:gd name="connsiteY5653" fmla="*/ 1075271 h 4550534"/>
              <a:gd name="connsiteX5654" fmla="*/ 1168955 w 5876984"/>
              <a:gd name="connsiteY5654" fmla="*/ 1091438 h 4550534"/>
              <a:gd name="connsiteX5655" fmla="*/ 1218074 w 5876984"/>
              <a:gd name="connsiteY5655" fmla="*/ 1052689 h 4550534"/>
              <a:gd name="connsiteX5656" fmla="*/ 1228504 w 5876984"/>
              <a:gd name="connsiteY5656" fmla="*/ 1057565 h 4550534"/>
              <a:gd name="connsiteX5657" fmla="*/ 1232877 w 5876984"/>
              <a:gd name="connsiteY5657" fmla="*/ 1044477 h 4550534"/>
              <a:gd name="connsiteX5658" fmla="*/ 1260465 w 5876984"/>
              <a:gd name="connsiteY5658" fmla="*/ 1049353 h 4550534"/>
              <a:gd name="connsiteX5659" fmla="*/ 1294444 w 5876984"/>
              <a:gd name="connsiteY5659" fmla="*/ 1020099 h 4550534"/>
              <a:gd name="connsiteX5660" fmla="*/ 1292426 w 5876984"/>
              <a:gd name="connsiteY5660" fmla="*/ 1031647 h 4550534"/>
              <a:gd name="connsiteX5661" fmla="*/ 1368797 w 5876984"/>
              <a:gd name="connsiteY5661" fmla="*/ 986226 h 4550534"/>
              <a:gd name="connsiteX5662" fmla="*/ 1368797 w 5876984"/>
              <a:gd name="connsiteY5662" fmla="*/ 992642 h 4550534"/>
              <a:gd name="connsiteX5663" fmla="*/ 1466699 w 5876984"/>
              <a:gd name="connsiteY5663" fmla="*/ 955177 h 4550534"/>
              <a:gd name="connsiteX5664" fmla="*/ 1555854 w 5876984"/>
              <a:gd name="connsiteY5664" fmla="*/ 919764 h 4550534"/>
              <a:gd name="connsiteX5665" fmla="*/ 1534659 w 5876984"/>
              <a:gd name="connsiteY5665" fmla="*/ 935931 h 4550534"/>
              <a:gd name="connsiteX5666" fmla="*/ 1619777 w 5876984"/>
              <a:gd name="connsiteY5666" fmla="*/ 913092 h 4550534"/>
              <a:gd name="connsiteX5667" fmla="*/ 1640972 w 5876984"/>
              <a:gd name="connsiteY5667" fmla="*/ 916427 h 4550534"/>
              <a:gd name="connsiteX5668" fmla="*/ 1645346 w 5876984"/>
              <a:gd name="connsiteY5668" fmla="*/ 905137 h 4550534"/>
              <a:gd name="connsiteX5669" fmla="*/ 1702540 w 5876984"/>
              <a:gd name="connsiteY5669" fmla="*/ 895386 h 4550534"/>
              <a:gd name="connsiteX5670" fmla="*/ 1660149 w 5876984"/>
              <a:gd name="connsiteY5670" fmla="*/ 913092 h 4550534"/>
              <a:gd name="connsiteX5671" fmla="*/ 1719698 w 5876984"/>
              <a:gd name="connsiteY5671" fmla="*/ 919764 h 4550534"/>
              <a:gd name="connsiteX5672" fmla="*/ 1668560 w 5876984"/>
              <a:gd name="connsiteY5672" fmla="*/ 931054 h 4550534"/>
              <a:gd name="connsiteX5673" fmla="*/ 1677307 w 5876984"/>
              <a:gd name="connsiteY5673" fmla="*/ 919764 h 4550534"/>
              <a:gd name="connsiteX5674" fmla="*/ 1666541 w 5876984"/>
              <a:gd name="connsiteY5674" fmla="*/ 916427 h 4550534"/>
              <a:gd name="connsiteX5675" fmla="*/ 1579405 w 5876984"/>
              <a:gd name="connsiteY5675" fmla="*/ 947221 h 4550534"/>
              <a:gd name="connsiteX5676" fmla="*/ 1494287 w 5876984"/>
              <a:gd name="connsiteY5676" fmla="*/ 991102 h 4550534"/>
              <a:gd name="connsiteX5677" fmla="*/ 1385955 w 5876984"/>
              <a:gd name="connsiteY5677" fmla="*/ 1029850 h 4550534"/>
              <a:gd name="connsiteX5678" fmla="*/ 1389992 w 5876984"/>
              <a:gd name="connsiteY5678" fmla="*/ 1015223 h 4550534"/>
              <a:gd name="connsiteX5679" fmla="*/ 1377544 w 5876984"/>
              <a:gd name="connsiteY5679" fmla="*/ 1033187 h 4550534"/>
              <a:gd name="connsiteX5680" fmla="*/ 1345583 w 5876984"/>
              <a:gd name="connsiteY5680" fmla="*/ 1044477 h 4550534"/>
              <a:gd name="connsiteX5681" fmla="*/ 1294444 w 5876984"/>
              <a:gd name="connsiteY5681" fmla="*/ 1052689 h 4550534"/>
              <a:gd name="connsiteX5682" fmla="*/ 1288053 w 5876984"/>
              <a:gd name="connsiteY5682" fmla="*/ 1059104 h 4550534"/>
              <a:gd name="connsiteX5683" fmla="*/ 1311603 w 5876984"/>
              <a:gd name="connsiteY5683" fmla="*/ 1060644 h 4550534"/>
              <a:gd name="connsiteX5684" fmla="*/ 1181740 w 5876984"/>
              <a:gd name="connsiteY5684" fmla="*/ 1104525 h 4550534"/>
              <a:gd name="connsiteX5685" fmla="*/ 1175347 w 5876984"/>
              <a:gd name="connsiteY5685" fmla="*/ 1120692 h 4550534"/>
              <a:gd name="connsiteX5686" fmla="*/ 1145741 w 5876984"/>
              <a:gd name="connsiteY5686" fmla="*/ 1125567 h 4550534"/>
              <a:gd name="connsiteX5687" fmla="*/ 1124545 w 5876984"/>
              <a:gd name="connsiteY5687" fmla="*/ 1161237 h 4550534"/>
              <a:gd name="connsiteX5688" fmla="*/ 1109406 w 5876984"/>
              <a:gd name="connsiteY5688" fmla="*/ 1157900 h 4550534"/>
              <a:gd name="connsiteX5689" fmla="*/ 1126564 w 5876984"/>
              <a:gd name="connsiteY5689" fmla="*/ 1145070 h 4550534"/>
              <a:gd name="connsiteX5690" fmla="*/ 1062642 w 5876984"/>
              <a:gd name="connsiteY5690" fmla="*/ 1177403 h 4550534"/>
              <a:gd name="connsiteX5691" fmla="*/ 1098976 w 5876984"/>
              <a:gd name="connsiteY5691" fmla="*/ 1169448 h 4550534"/>
              <a:gd name="connsiteX5692" fmla="*/ 1100996 w 5876984"/>
              <a:gd name="connsiteY5692" fmla="*/ 1188694 h 4550534"/>
              <a:gd name="connsiteX5693" fmla="*/ 1073407 w 5876984"/>
              <a:gd name="connsiteY5693" fmla="*/ 1211532 h 4550534"/>
              <a:gd name="connsiteX5694" fmla="*/ 1092585 w 5876984"/>
              <a:gd name="connsiteY5694" fmla="*/ 1206657 h 4550534"/>
              <a:gd name="connsiteX5695" fmla="*/ 1052212 w 5876984"/>
              <a:gd name="connsiteY5695" fmla="*/ 1238990 h 4550534"/>
              <a:gd name="connsiteX5696" fmla="*/ 1086192 w 5876984"/>
              <a:gd name="connsiteY5696" fmla="*/ 1221284 h 4550534"/>
              <a:gd name="connsiteX5697" fmla="*/ 1086192 w 5876984"/>
              <a:gd name="connsiteY5697" fmla="*/ 1232575 h 4550534"/>
              <a:gd name="connsiteX5698" fmla="*/ 1198898 w 5876984"/>
              <a:gd name="connsiteY5698" fmla="*/ 1196905 h 4550534"/>
              <a:gd name="connsiteX5699" fmla="*/ 1252054 w 5876984"/>
              <a:gd name="connsiteY5699" fmla="*/ 1180739 h 4550534"/>
              <a:gd name="connsiteX5700" fmla="*/ 1231521 w 5876984"/>
              <a:gd name="connsiteY5700" fmla="*/ 1198746 h 4550534"/>
              <a:gd name="connsiteX5701" fmla="*/ 1236772 w 5876984"/>
              <a:gd name="connsiteY5701" fmla="*/ 1204949 h 4550534"/>
              <a:gd name="connsiteX5702" fmla="*/ 1236581 w 5876984"/>
              <a:gd name="connsiteY5702" fmla="*/ 1205279 h 4550534"/>
              <a:gd name="connsiteX5703" fmla="*/ 1230470 w 5876984"/>
              <a:gd name="connsiteY5703" fmla="*/ 1208244 h 4550534"/>
              <a:gd name="connsiteX5704" fmla="*/ 1218074 w 5876984"/>
              <a:gd name="connsiteY5704" fmla="*/ 1206657 h 4550534"/>
              <a:gd name="connsiteX5705" fmla="*/ 1234896 w 5876984"/>
              <a:gd name="connsiteY5705" fmla="*/ 1208197 h 4550534"/>
              <a:gd name="connsiteX5706" fmla="*/ 1236581 w 5876984"/>
              <a:gd name="connsiteY5706" fmla="*/ 1205279 h 4550534"/>
              <a:gd name="connsiteX5707" fmla="*/ 1236915 w 5876984"/>
              <a:gd name="connsiteY5707" fmla="*/ 1205118 h 4550534"/>
              <a:gd name="connsiteX5708" fmla="*/ 1236772 w 5876984"/>
              <a:gd name="connsiteY5708" fmla="*/ 1204949 h 4550534"/>
              <a:gd name="connsiteX5709" fmla="*/ 1242004 w 5876984"/>
              <a:gd name="connsiteY5709" fmla="*/ 1195891 h 4550534"/>
              <a:gd name="connsiteX5710" fmla="*/ 1254662 w 5876984"/>
              <a:gd name="connsiteY5710" fmla="*/ 1189624 h 4550534"/>
              <a:gd name="connsiteX5711" fmla="*/ 1266825 w 5876984"/>
              <a:gd name="connsiteY5711" fmla="*/ 1185533 h 4550534"/>
              <a:gd name="connsiteX5712" fmla="*/ 1266857 w 5876984"/>
              <a:gd name="connsiteY5712" fmla="*/ 1185615 h 4550534"/>
              <a:gd name="connsiteX5713" fmla="*/ 1267062 w 5876984"/>
              <a:gd name="connsiteY5713" fmla="*/ 1185454 h 4550534"/>
              <a:gd name="connsiteX5714" fmla="*/ 1269717 w 5876984"/>
              <a:gd name="connsiteY5714" fmla="*/ 1184561 h 4550534"/>
              <a:gd name="connsiteX5715" fmla="*/ 1284015 w 5876984"/>
              <a:gd name="connsiteY5715" fmla="*/ 1175864 h 4550534"/>
              <a:gd name="connsiteX5716" fmla="*/ 1276194 w 5876984"/>
              <a:gd name="connsiteY5716" fmla="*/ 1178237 h 4550534"/>
              <a:gd name="connsiteX5717" fmla="*/ 1267062 w 5876984"/>
              <a:gd name="connsiteY5717" fmla="*/ 1185454 h 4550534"/>
              <a:gd name="connsiteX5718" fmla="*/ 1266825 w 5876984"/>
              <a:gd name="connsiteY5718" fmla="*/ 1185533 h 4550534"/>
              <a:gd name="connsiteX5719" fmla="*/ 1262484 w 5876984"/>
              <a:gd name="connsiteY5719" fmla="*/ 1174324 h 4550534"/>
              <a:gd name="connsiteX5720" fmla="*/ 1294444 w 5876984"/>
              <a:gd name="connsiteY5720" fmla="*/ 1177403 h 4550534"/>
              <a:gd name="connsiteX5721" fmla="*/ 1356012 w 5876984"/>
              <a:gd name="connsiteY5721" fmla="*/ 1141734 h 4550534"/>
              <a:gd name="connsiteX5722" fmla="*/ 1349620 w 5876984"/>
              <a:gd name="connsiteY5722" fmla="*/ 1133779 h 4550534"/>
              <a:gd name="connsiteX5723" fmla="*/ 1379563 w 5876984"/>
              <a:gd name="connsiteY5723" fmla="*/ 1135319 h 4550534"/>
              <a:gd name="connsiteX5724" fmla="*/ 1398740 w 5876984"/>
              <a:gd name="connsiteY5724" fmla="*/ 1122232 h 4550534"/>
              <a:gd name="connsiteX5725" fmla="*/ 1383600 w 5876984"/>
              <a:gd name="connsiteY5725" fmla="*/ 1120692 h 4550534"/>
              <a:gd name="connsiteX5726" fmla="*/ 1434738 w 5876984"/>
              <a:gd name="connsiteY5726" fmla="*/ 1096314 h 4550534"/>
              <a:gd name="connsiteX5727" fmla="*/ 1536678 w 5876984"/>
              <a:gd name="connsiteY5727" fmla="*/ 1057565 h 4550534"/>
              <a:gd name="connsiteX5728" fmla="*/ 1545425 w 5876984"/>
              <a:gd name="connsiteY5728" fmla="*/ 1070395 h 4550534"/>
              <a:gd name="connsiteX5729" fmla="*/ 1602619 w 5876984"/>
              <a:gd name="connsiteY5729" fmla="*/ 1057565 h 4550534"/>
              <a:gd name="connsiteX5730" fmla="*/ 1643327 w 5876984"/>
              <a:gd name="connsiteY5730" fmla="*/ 1031647 h 4550534"/>
              <a:gd name="connsiteX5731" fmla="*/ 1617758 w 5876984"/>
              <a:gd name="connsiteY5731" fmla="*/ 1028311 h 4550534"/>
              <a:gd name="connsiteX5732" fmla="*/ 1649720 w 5876984"/>
              <a:gd name="connsiteY5732" fmla="*/ 1018560 h 4550534"/>
              <a:gd name="connsiteX5733" fmla="*/ 1664523 w 5876984"/>
              <a:gd name="connsiteY5733" fmla="*/ 1029850 h 4550534"/>
              <a:gd name="connsiteX5734" fmla="*/ 1700521 w 5876984"/>
              <a:gd name="connsiteY5734" fmla="*/ 1013684 h 4550534"/>
              <a:gd name="connsiteX5735" fmla="*/ 1674952 w 5876984"/>
              <a:gd name="connsiteY5735" fmla="*/ 1007269 h 4550534"/>
              <a:gd name="connsiteX5736" fmla="*/ 1568639 w 5876984"/>
              <a:gd name="connsiteY5736" fmla="*/ 1039602 h 4550534"/>
              <a:gd name="connsiteX5737" fmla="*/ 1526248 w 5876984"/>
              <a:gd name="connsiteY5737" fmla="*/ 1055769 h 4550534"/>
              <a:gd name="connsiteX5738" fmla="*/ 1479484 w 5876984"/>
              <a:gd name="connsiteY5738" fmla="*/ 1065520 h 4550534"/>
              <a:gd name="connsiteX5739" fmla="*/ 1455933 w 5876984"/>
              <a:gd name="connsiteY5739" fmla="*/ 1021639 h 4550534"/>
              <a:gd name="connsiteX5740" fmla="*/ 1471073 w 5876984"/>
              <a:gd name="connsiteY5740" fmla="*/ 1000596 h 4550534"/>
              <a:gd name="connsiteX5741" fmla="*/ 1530622 w 5876984"/>
              <a:gd name="connsiteY5741" fmla="*/ 986226 h 4550534"/>
              <a:gd name="connsiteX5742" fmla="*/ 1568639 w 5876984"/>
              <a:gd name="connsiteY5742" fmla="*/ 974679 h 4550534"/>
              <a:gd name="connsiteX5743" fmla="*/ 1611366 w 5876984"/>
              <a:gd name="connsiteY5743" fmla="*/ 984430 h 4550534"/>
              <a:gd name="connsiteX5744" fmla="*/ 1621796 w 5876984"/>
              <a:gd name="connsiteY5744" fmla="*/ 968264 h 4550534"/>
              <a:gd name="connsiteX5745" fmla="*/ 1666541 w 5876984"/>
              <a:gd name="connsiteY5745" fmla="*/ 963388 h 4550534"/>
              <a:gd name="connsiteX5746" fmla="*/ 1655776 w 5876984"/>
              <a:gd name="connsiteY5746" fmla="*/ 960052 h 4550534"/>
              <a:gd name="connsiteX5747" fmla="*/ 1760070 w 5876984"/>
              <a:gd name="connsiteY5747" fmla="*/ 935931 h 4550534"/>
              <a:gd name="connsiteX5748" fmla="*/ 1760070 w 5876984"/>
              <a:gd name="connsiteY5748" fmla="*/ 926179 h 4550534"/>
              <a:gd name="connsiteX5749" fmla="*/ 1911129 w 5876984"/>
              <a:gd name="connsiteY5749" fmla="*/ 905137 h 4550534"/>
              <a:gd name="connsiteX5750" fmla="*/ 1908773 w 5876984"/>
              <a:gd name="connsiteY5750" fmla="*/ 914888 h 4550534"/>
              <a:gd name="connsiteX5751" fmla="*/ 1959912 w 5876984"/>
              <a:gd name="connsiteY5751" fmla="*/ 910013 h 4550534"/>
              <a:gd name="connsiteX5752" fmla="*/ 1870757 w 5876984"/>
              <a:gd name="connsiteY5752" fmla="*/ 940806 h 4550534"/>
              <a:gd name="connsiteX5753" fmla="*/ 1936362 w 5876984"/>
              <a:gd name="connsiteY5753" fmla="*/ 942345 h 4550534"/>
              <a:gd name="connsiteX5754" fmla="*/ 1961930 w 5876984"/>
              <a:gd name="connsiteY5754" fmla="*/ 937470 h 4550534"/>
              <a:gd name="connsiteX5755" fmla="*/ 2008695 w 5876984"/>
              <a:gd name="connsiteY5755" fmla="*/ 919764 h 4550534"/>
              <a:gd name="connsiteX5756" fmla="*/ 2011050 w 5876984"/>
              <a:gd name="connsiteY5756" fmla="*/ 931054 h 4550534"/>
              <a:gd name="connsiteX5757" fmla="*/ 1947128 w 5876984"/>
              <a:gd name="connsiteY5757" fmla="*/ 956972 h 4550534"/>
              <a:gd name="connsiteX5758" fmla="*/ 1938717 w 5876984"/>
              <a:gd name="connsiteY5758" fmla="*/ 947221 h 4550534"/>
              <a:gd name="connsiteX5759" fmla="*/ 1923913 w 5876984"/>
              <a:gd name="connsiteY5759" fmla="*/ 968264 h 4550534"/>
              <a:gd name="connsiteX5760" fmla="*/ 1983462 w 5876984"/>
              <a:gd name="connsiteY5760" fmla="*/ 950301 h 4550534"/>
              <a:gd name="connsiteX5761" fmla="*/ 2123755 w 5876984"/>
              <a:gd name="connsiteY5761" fmla="*/ 922843 h 4550534"/>
              <a:gd name="connsiteX5762" fmla="*/ 2134185 w 5876984"/>
              <a:gd name="connsiteY5762" fmla="*/ 932594 h 4550534"/>
              <a:gd name="connsiteX5763" fmla="*/ 2230069 w 5876984"/>
              <a:gd name="connsiteY5763" fmla="*/ 900261 h 4550534"/>
              <a:gd name="connsiteX5764" fmla="*/ 2236460 w 5876984"/>
              <a:gd name="connsiteY5764" fmla="*/ 913092 h 4550534"/>
              <a:gd name="connsiteX5765" fmla="*/ 2117363 w 5876984"/>
              <a:gd name="connsiteY5765" fmla="*/ 945682 h 4550534"/>
              <a:gd name="connsiteX5766" fmla="*/ 2136539 w 5876984"/>
              <a:gd name="connsiteY5766" fmla="*/ 953637 h 4550534"/>
              <a:gd name="connsiteX5767" fmla="*/ 2308458 w 5876984"/>
              <a:gd name="connsiteY5767" fmla="*/ 927719 h 4550534"/>
              <a:gd name="connsiteX5768" fmla="*/ 2293654 w 5876984"/>
              <a:gd name="connsiteY5768" fmla="*/ 937470 h 4550534"/>
              <a:gd name="connsiteX5769" fmla="*/ 2463890 w 5876984"/>
              <a:gd name="connsiteY5769" fmla="*/ 911552 h 4550534"/>
              <a:gd name="connsiteX5770" fmla="*/ 2451106 w 5876984"/>
              <a:gd name="connsiteY5770" fmla="*/ 924383 h 4550534"/>
              <a:gd name="connsiteX5771" fmla="*/ 2531850 w 5876984"/>
              <a:gd name="connsiteY5771" fmla="*/ 922843 h 4550534"/>
              <a:gd name="connsiteX5772" fmla="*/ 2544634 w 5876984"/>
              <a:gd name="connsiteY5772" fmla="*/ 934134 h 4550534"/>
              <a:gd name="connsiteX5773" fmla="*/ 2595772 w 5876984"/>
              <a:gd name="connsiteY5773" fmla="*/ 927719 h 4550534"/>
              <a:gd name="connsiteX5774" fmla="*/ 2585006 w 5876984"/>
              <a:gd name="connsiteY5774" fmla="*/ 931054 h 4550534"/>
              <a:gd name="connsiteX5775" fmla="*/ 2591399 w 5876984"/>
              <a:gd name="connsiteY5775" fmla="*/ 932594 h 4550534"/>
              <a:gd name="connsiteX5776" fmla="*/ 2640181 w 5876984"/>
              <a:gd name="connsiteY5776" fmla="*/ 945682 h 4550534"/>
              <a:gd name="connsiteX5777" fmla="*/ 2654984 w 5876984"/>
              <a:gd name="connsiteY5777" fmla="*/ 942345 h 4550534"/>
              <a:gd name="connsiteX5778" fmla="*/ 2665750 w 5876984"/>
              <a:gd name="connsiteY5778" fmla="*/ 940806 h 4550534"/>
              <a:gd name="connsiteX5779" fmla="*/ 2689301 w 5876984"/>
              <a:gd name="connsiteY5779" fmla="*/ 937470 h 4550534"/>
              <a:gd name="connsiteX5780" fmla="*/ 2720925 w 5876984"/>
              <a:gd name="connsiteY5780" fmla="*/ 932594 h 4550534"/>
              <a:gd name="connsiteX5781" fmla="*/ 2718907 w 5876984"/>
              <a:gd name="connsiteY5781" fmla="*/ 937470 h 4550534"/>
              <a:gd name="connsiteX5782" fmla="*/ 2793259 w 5876984"/>
              <a:gd name="connsiteY5782" fmla="*/ 937470 h 4550534"/>
              <a:gd name="connsiteX5783" fmla="*/ 2831612 w 5876984"/>
              <a:gd name="connsiteY5783" fmla="*/ 937470 h 4550534"/>
              <a:gd name="connsiteX5784" fmla="*/ 2867611 w 5876984"/>
              <a:gd name="connsiteY5784" fmla="*/ 940806 h 4550534"/>
              <a:gd name="connsiteX5785" fmla="*/ 2865592 w 5876984"/>
              <a:gd name="connsiteY5785" fmla="*/ 935931 h 4550534"/>
              <a:gd name="connsiteX5786" fmla="*/ 2929178 w 5876984"/>
              <a:gd name="connsiteY5786" fmla="*/ 940806 h 4550534"/>
              <a:gd name="connsiteX5787" fmla="*/ 2920431 w 5876984"/>
              <a:gd name="connsiteY5787" fmla="*/ 948761 h 4550534"/>
              <a:gd name="connsiteX5788" fmla="*/ 2946000 w 5876984"/>
              <a:gd name="connsiteY5788" fmla="*/ 935931 h 4550534"/>
              <a:gd name="connsiteX5789" fmla="*/ 2939608 w 5876984"/>
              <a:gd name="connsiteY5789" fmla="*/ 947221 h 4550534"/>
              <a:gd name="connsiteX5790" fmla="*/ 2992764 w 5876984"/>
              <a:gd name="connsiteY5790" fmla="*/ 952097 h 4550534"/>
              <a:gd name="connsiteX5791" fmla="*/ 3009922 w 5876984"/>
              <a:gd name="connsiteY5791" fmla="*/ 948761 h 4550534"/>
              <a:gd name="connsiteX5792" fmla="*/ 3005549 w 5876984"/>
              <a:gd name="connsiteY5792" fmla="*/ 934134 h 4550534"/>
              <a:gd name="connsiteX5793" fmla="*/ 3011941 w 5876984"/>
              <a:gd name="connsiteY5793" fmla="*/ 937470 h 4550534"/>
              <a:gd name="connsiteX5794" fmla="*/ 3018333 w 5876984"/>
              <a:gd name="connsiteY5794" fmla="*/ 937470 h 4550534"/>
              <a:gd name="connsiteX5795" fmla="*/ 3011941 w 5876984"/>
              <a:gd name="connsiteY5795" fmla="*/ 945682 h 4550534"/>
              <a:gd name="connsiteX5796" fmla="*/ 3016315 w 5876984"/>
              <a:gd name="connsiteY5796" fmla="*/ 950301 h 4550534"/>
              <a:gd name="connsiteX5797" fmla="*/ 3029099 w 5876984"/>
              <a:gd name="connsiteY5797" fmla="*/ 940806 h 4550534"/>
              <a:gd name="connsiteX5798" fmla="*/ 3029099 w 5876984"/>
              <a:gd name="connsiteY5798" fmla="*/ 952097 h 4550534"/>
              <a:gd name="connsiteX5799" fmla="*/ 3095040 w 5876984"/>
              <a:gd name="connsiteY5799" fmla="*/ 945682 h 4550534"/>
              <a:gd name="connsiteX5800" fmla="*/ 3100202 w 5876984"/>
              <a:gd name="connsiteY5800" fmla="*/ 951588 h 4550534"/>
              <a:gd name="connsiteX5801" fmla="*/ 3100222 w 5876984"/>
              <a:gd name="connsiteY5801" fmla="*/ 952025 h 4550534"/>
              <a:gd name="connsiteX5802" fmla="*/ 3102436 w 5876984"/>
              <a:gd name="connsiteY5802" fmla="*/ 954143 h 4550534"/>
              <a:gd name="connsiteX5803" fmla="*/ 3109002 w 5876984"/>
              <a:gd name="connsiteY5803" fmla="*/ 961656 h 4550534"/>
              <a:gd name="connsiteX5804" fmla="*/ 3131039 w 5876984"/>
              <a:gd name="connsiteY5804" fmla="*/ 961848 h 4550534"/>
              <a:gd name="connsiteX5805" fmla="*/ 3143823 w 5876984"/>
              <a:gd name="connsiteY5805" fmla="*/ 974679 h 4550534"/>
              <a:gd name="connsiteX5806" fmla="*/ 3148197 w 5876984"/>
              <a:gd name="connsiteY5806" fmla="*/ 971599 h 4550534"/>
              <a:gd name="connsiteX5807" fmla="*/ 3145841 w 5876984"/>
              <a:gd name="connsiteY5807" fmla="*/ 958512 h 4550534"/>
              <a:gd name="connsiteX5808" fmla="*/ 3156088 w 5876984"/>
              <a:gd name="connsiteY5808" fmla="*/ 974143 h 4550534"/>
              <a:gd name="connsiteX5809" fmla="*/ 3154000 w 5876984"/>
              <a:gd name="connsiteY5809" fmla="*/ 974936 h 4550534"/>
              <a:gd name="connsiteX5810" fmla="*/ 3145841 w 5876984"/>
              <a:gd name="connsiteY5810" fmla="*/ 978015 h 4550534"/>
              <a:gd name="connsiteX5811" fmla="*/ 3165019 w 5876984"/>
              <a:gd name="connsiteY5811" fmla="*/ 978015 h 4550534"/>
              <a:gd name="connsiteX5812" fmla="*/ 3158626 w 5876984"/>
              <a:gd name="connsiteY5812" fmla="*/ 969804 h 4550534"/>
              <a:gd name="connsiteX5813" fmla="*/ 3201354 w 5876984"/>
              <a:gd name="connsiteY5813" fmla="*/ 978015 h 4550534"/>
              <a:gd name="connsiteX5814" fmla="*/ 3207745 w 5876984"/>
              <a:gd name="connsiteY5814" fmla="*/ 958512 h 4550534"/>
              <a:gd name="connsiteX5815" fmla="*/ 3169392 w 5876984"/>
              <a:gd name="connsiteY5815" fmla="*/ 947221 h 4550534"/>
              <a:gd name="connsiteX5816" fmla="*/ 3184196 w 5876984"/>
              <a:gd name="connsiteY5816" fmla="*/ 935931 h 4550534"/>
              <a:gd name="connsiteX5817" fmla="*/ 3205390 w 5876984"/>
              <a:gd name="connsiteY5817" fmla="*/ 942345 h 4550534"/>
              <a:gd name="connsiteX5818" fmla="*/ 3218176 w 5876984"/>
              <a:gd name="connsiteY5818" fmla="*/ 934134 h 4550534"/>
              <a:gd name="connsiteX5819" fmla="*/ 3266958 w 5876984"/>
              <a:gd name="connsiteY5819" fmla="*/ 942345 h 4550534"/>
              <a:gd name="connsiteX5820" fmla="*/ 3258547 w 5876984"/>
              <a:gd name="connsiteY5820" fmla="*/ 940806 h 4550534"/>
              <a:gd name="connsiteX5821" fmla="*/ 3271332 w 5876984"/>
              <a:gd name="connsiteY5821" fmla="*/ 942345 h 4550534"/>
              <a:gd name="connsiteX5822" fmla="*/ 3271332 w 5876984"/>
              <a:gd name="connsiteY5822" fmla="*/ 937470 h 4550534"/>
              <a:gd name="connsiteX5823" fmla="*/ 3316078 w 5876984"/>
              <a:gd name="connsiteY5823" fmla="*/ 935931 h 4550534"/>
              <a:gd name="connsiteX5824" fmla="*/ 3352076 w 5876984"/>
              <a:gd name="connsiteY5824" fmla="*/ 921303 h 4550534"/>
              <a:gd name="connsiteX5825" fmla="*/ 3362842 w 5876984"/>
              <a:gd name="connsiteY5825" fmla="*/ 937470 h 4550534"/>
              <a:gd name="connsiteX5826" fmla="*/ 3369234 w 5876984"/>
              <a:gd name="connsiteY5826" fmla="*/ 937470 h 4550534"/>
              <a:gd name="connsiteX5827" fmla="*/ 3403214 w 5876984"/>
              <a:gd name="connsiteY5827" fmla="*/ 929258 h 4550534"/>
              <a:gd name="connsiteX5828" fmla="*/ 3428783 w 5876984"/>
              <a:gd name="connsiteY5828" fmla="*/ 913092 h 4550534"/>
              <a:gd name="connsiteX5829" fmla="*/ 3432820 w 5876984"/>
              <a:gd name="connsiteY5829" fmla="*/ 921303 h 4550534"/>
              <a:gd name="connsiteX5830" fmla="*/ 3430802 w 5876984"/>
              <a:gd name="connsiteY5830" fmla="*/ 910013 h 4550534"/>
              <a:gd name="connsiteX5831" fmla="*/ 3439212 w 5876984"/>
              <a:gd name="connsiteY5831" fmla="*/ 917967 h 4550534"/>
              <a:gd name="connsiteX5832" fmla="*/ 3441568 w 5876984"/>
              <a:gd name="connsiteY5832" fmla="*/ 927719 h 4550534"/>
              <a:gd name="connsiteX5833" fmla="*/ 3430802 w 5876984"/>
              <a:gd name="connsiteY5833" fmla="*/ 924383 h 4550534"/>
              <a:gd name="connsiteX5834" fmla="*/ 3437193 w 5876984"/>
              <a:gd name="connsiteY5834" fmla="*/ 929258 h 4550534"/>
              <a:gd name="connsiteX5835" fmla="*/ 3430802 w 5876984"/>
              <a:gd name="connsiteY5835" fmla="*/ 929258 h 4550534"/>
              <a:gd name="connsiteX5836" fmla="*/ 3445604 w 5876984"/>
              <a:gd name="connsiteY5836" fmla="*/ 939010 h 4550534"/>
              <a:gd name="connsiteX5837" fmla="*/ 3407251 w 5876984"/>
              <a:gd name="connsiteY5837" fmla="*/ 939010 h 4550534"/>
              <a:gd name="connsiteX5838" fmla="*/ 3388411 w 5876984"/>
              <a:gd name="connsiteY5838" fmla="*/ 940806 h 4550534"/>
              <a:gd name="connsiteX5839" fmla="*/ 3360823 w 5876984"/>
              <a:gd name="connsiteY5839" fmla="*/ 952097 h 4550534"/>
              <a:gd name="connsiteX5840" fmla="*/ 3350058 w 5876984"/>
              <a:gd name="connsiteY5840" fmla="*/ 940806 h 4550534"/>
              <a:gd name="connsiteX5841" fmla="*/ 3343665 w 5876984"/>
              <a:gd name="connsiteY5841" fmla="*/ 950301 h 4550534"/>
              <a:gd name="connsiteX5842" fmla="*/ 3332900 w 5876984"/>
              <a:gd name="connsiteY5842" fmla="*/ 942345 h 4550534"/>
              <a:gd name="connsiteX5843" fmla="*/ 3320114 w 5876984"/>
              <a:gd name="connsiteY5843" fmla="*/ 960052 h 4550534"/>
              <a:gd name="connsiteX5844" fmla="*/ 3313722 w 5876984"/>
              <a:gd name="connsiteY5844" fmla="*/ 952097 h 4550534"/>
              <a:gd name="connsiteX5845" fmla="*/ 3279743 w 5876984"/>
              <a:gd name="connsiteY5845" fmla="*/ 964928 h 4550534"/>
              <a:gd name="connsiteX5846" fmla="*/ 3250136 w 5876984"/>
              <a:gd name="connsiteY5846" fmla="*/ 964928 h 4550534"/>
              <a:gd name="connsiteX5847" fmla="*/ 3277724 w 5876984"/>
              <a:gd name="connsiteY5847" fmla="*/ 969804 h 4550534"/>
              <a:gd name="connsiteX5848" fmla="*/ 3309685 w 5876984"/>
              <a:gd name="connsiteY5848" fmla="*/ 978015 h 4550534"/>
              <a:gd name="connsiteX5849" fmla="*/ 3305312 w 5876984"/>
              <a:gd name="connsiteY5849" fmla="*/ 989306 h 4550534"/>
              <a:gd name="connsiteX5850" fmla="*/ 3305312 w 5876984"/>
              <a:gd name="connsiteY5850" fmla="*/ 997517 h 4550534"/>
              <a:gd name="connsiteX5851" fmla="*/ 3326507 w 5876984"/>
              <a:gd name="connsiteY5851" fmla="*/ 987766 h 4550534"/>
              <a:gd name="connsiteX5852" fmla="*/ 3373271 w 5876984"/>
              <a:gd name="connsiteY5852" fmla="*/ 1003933 h 4550534"/>
              <a:gd name="connsiteX5853" fmla="*/ 3388411 w 5876984"/>
              <a:gd name="connsiteY5853" fmla="*/ 995721 h 4550534"/>
              <a:gd name="connsiteX5854" fmla="*/ 3382018 w 5876984"/>
              <a:gd name="connsiteY5854" fmla="*/ 1000596 h 4550534"/>
              <a:gd name="connsiteX5855" fmla="*/ 3403214 w 5876984"/>
              <a:gd name="connsiteY5855" fmla="*/ 1002393 h 4550534"/>
              <a:gd name="connsiteX5856" fmla="*/ 3394803 w 5876984"/>
              <a:gd name="connsiteY5856" fmla="*/ 1000596 h 4550534"/>
              <a:gd name="connsiteX5857" fmla="*/ 3411625 w 5876984"/>
              <a:gd name="connsiteY5857" fmla="*/ 992642 h 4550534"/>
              <a:gd name="connsiteX5858" fmla="*/ 3407251 w 5876984"/>
              <a:gd name="connsiteY5858" fmla="*/ 999057 h 4550534"/>
              <a:gd name="connsiteX5859" fmla="*/ 3432820 w 5876984"/>
              <a:gd name="connsiteY5859" fmla="*/ 1003933 h 4550534"/>
              <a:gd name="connsiteX5860" fmla="*/ 3428783 w 5876984"/>
              <a:gd name="connsiteY5860" fmla="*/ 994182 h 4550534"/>
              <a:gd name="connsiteX5861" fmla="*/ 3435175 w 5876984"/>
              <a:gd name="connsiteY5861" fmla="*/ 992642 h 4550534"/>
              <a:gd name="connsiteX5862" fmla="*/ 3449978 w 5876984"/>
              <a:gd name="connsiteY5862" fmla="*/ 991102 h 4550534"/>
              <a:gd name="connsiteX5863" fmla="*/ 3460744 w 5876984"/>
              <a:gd name="connsiteY5863" fmla="*/ 995721 h 4550534"/>
              <a:gd name="connsiteX5864" fmla="*/ 3437193 w 5876984"/>
              <a:gd name="connsiteY5864" fmla="*/ 1007269 h 4550534"/>
              <a:gd name="connsiteX5865" fmla="*/ 3454352 w 5876984"/>
              <a:gd name="connsiteY5865" fmla="*/ 1010348 h 4550534"/>
              <a:gd name="connsiteX5866" fmla="*/ 3481940 w 5876984"/>
              <a:gd name="connsiteY5866" fmla="*/ 1024975 h 4550534"/>
              <a:gd name="connsiteX5867" fmla="*/ 3524330 w 5876984"/>
              <a:gd name="connsiteY5867" fmla="*/ 1020099 h 4550534"/>
              <a:gd name="connsiteX5868" fmla="*/ 3541488 w 5876984"/>
              <a:gd name="connsiteY5868" fmla="*/ 1023436 h 4550534"/>
              <a:gd name="connsiteX5869" fmla="*/ 3532741 w 5876984"/>
              <a:gd name="connsiteY5869" fmla="*/ 1013684 h 4550534"/>
              <a:gd name="connsiteX5870" fmla="*/ 3528704 w 5876984"/>
              <a:gd name="connsiteY5870" fmla="*/ 1021639 h 4550534"/>
              <a:gd name="connsiteX5871" fmla="*/ 3543507 w 5876984"/>
              <a:gd name="connsiteY5871" fmla="*/ 1018560 h 4550534"/>
              <a:gd name="connsiteX5872" fmla="*/ 3592290 w 5876984"/>
              <a:gd name="connsiteY5872" fmla="*/ 1021639 h 4550534"/>
              <a:gd name="connsiteX5873" fmla="*/ 3583879 w 5876984"/>
              <a:gd name="connsiteY5873" fmla="*/ 1015223 h 4550534"/>
              <a:gd name="connsiteX5874" fmla="*/ 3628624 w 5876984"/>
              <a:gd name="connsiteY5874" fmla="*/ 1005472 h 4550534"/>
              <a:gd name="connsiteX5875" fmla="*/ 3666641 w 5876984"/>
              <a:gd name="connsiteY5875" fmla="*/ 997517 h 4550534"/>
              <a:gd name="connsiteX5876" fmla="*/ 3662604 w 5876984"/>
              <a:gd name="connsiteY5876" fmla="*/ 995721 h 4550534"/>
              <a:gd name="connsiteX5877" fmla="*/ 3751760 w 5876984"/>
              <a:gd name="connsiteY5877" fmla="*/ 955177 h 4550534"/>
              <a:gd name="connsiteX5878" fmla="*/ 3758152 w 5876984"/>
              <a:gd name="connsiteY5878" fmla="*/ 964928 h 4550534"/>
              <a:gd name="connsiteX5879" fmla="*/ 3760507 w 5876984"/>
              <a:gd name="connsiteY5879" fmla="*/ 953637 h 4550534"/>
              <a:gd name="connsiteX5880" fmla="*/ 3788094 w 5876984"/>
              <a:gd name="connsiteY5880" fmla="*/ 940806 h 4550534"/>
              <a:gd name="connsiteX5881" fmla="*/ 3817701 w 5876984"/>
              <a:gd name="connsiteY5881" fmla="*/ 922843 h 4550534"/>
              <a:gd name="connsiteX5882" fmla="*/ 3822074 w 5876984"/>
              <a:gd name="connsiteY5882" fmla="*/ 926179 h 4550534"/>
              <a:gd name="connsiteX5883" fmla="*/ 3828467 w 5876984"/>
              <a:gd name="connsiteY5883" fmla="*/ 926179 h 4550534"/>
              <a:gd name="connsiteX5884" fmla="*/ 3845288 w 5876984"/>
              <a:gd name="connsiteY5884" fmla="*/ 900261 h 4550534"/>
              <a:gd name="connsiteX5885" fmla="*/ 3858073 w 5876984"/>
              <a:gd name="connsiteY5885" fmla="*/ 908216 h 4550534"/>
              <a:gd name="connsiteX5886" fmla="*/ 3862446 w 5876984"/>
              <a:gd name="connsiteY5886" fmla="*/ 903340 h 4550534"/>
              <a:gd name="connsiteX5887" fmla="*/ 3851680 w 5876984"/>
              <a:gd name="connsiteY5887" fmla="*/ 895386 h 4550534"/>
              <a:gd name="connsiteX5888" fmla="*/ 3881623 w 5876984"/>
              <a:gd name="connsiteY5888" fmla="*/ 885634 h 4550534"/>
              <a:gd name="connsiteX5889" fmla="*/ 3894408 w 5876984"/>
              <a:gd name="connsiteY5889" fmla="*/ 892049 h 4550534"/>
              <a:gd name="connsiteX5890" fmla="*/ 3907192 w 5876984"/>
              <a:gd name="connsiteY5890" fmla="*/ 880759 h 4550534"/>
              <a:gd name="connsiteX5891" fmla="*/ 3913584 w 5876984"/>
              <a:gd name="connsiteY5891" fmla="*/ 892049 h 4550534"/>
              <a:gd name="connsiteX5892" fmla="*/ 3955975 w 5876984"/>
              <a:gd name="connsiteY5892" fmla="*/ 866132 h 4550534"/>
              <a:gd name="connsiteX5893" fmla="*/ 3962368 w 5876984"/>
              <a:gd name="connsiteY5893" fmla="*/ 878962 h 4550534"/>
              <a:gd name="connsiteX5894" fmla="*/ 3985581 w 5876984"/>
              <a:gd name="connsiteY5894" fmla="*/ 851505 h 4550534"/>
              <a:gd name="connsiteX5895" fmla="*/ 3979189 w 5876984"/>
              <a:gd name="connsiteY5895" fmla="*/ 845089 h 4550534"/>
              <a:gd name="connsiteX5896" fmla="*/ 4002739 w 5876984"/>
              <a:gd name="connsiteY5896" fmla="*/ 824047 h 4550534"/>
              <a:gd name="connsiteX5897" fmla="*/ 4057914 w 5876984"/>
              <a:gd name="connsiteY5897" fmla="*/ 809420 h 4550534"/>
              <a:gd name="connsiteX5898" fmla="*/ 4061686 w 5876984"/>
              <a:gd name="connsiteY5898" fmla="*/ 797973 h 4550534"/>
              <a:gd name="connsiteX5899" fmla="*/ 4057624 w 5876984"/>
              <a:gd name="connsiteY5899" fmla="*/ 796627 h 4550534"/>
              <a:gd name="connsiteX5900" fmla="*/ 4048548 w 5876984"/>
              <a:gd name="connsiteY5900" fmla="*/ 792617 h 4550534"/>
              <a:gd name="connsiteX5901" fmla="*/ 4031405 w 5876984"/>
              <a:gd name="connsiteY5901" fmla="*/ 805552 h 4550534"/>
              <a:gd name="connsiteX5902" fmla="*/ 4046532 w 5876984"/>
              <a:gd name="connsiteY5902" fmla="*/ 769594 h 4550534"/>
              <a:gd name="connsiteX5903" fmla="*/ 4061322 w 5876984"/>
              <a:gd name="connsiteY5903" fmla="*/ 771146 h 4550534"/>
              <a:gd name="connsiteX5904" fmla="*/ 4063340 w 5876984"/>
              <a:gd name="connsiteY5904" fmla="*/ 784340 h 4550534"/>
              <a:gd name="connsiteX5905" fmla="*/ 4056952 w 5876984"/>
              <a:gd name="connsiteY5905" fmla="*/ 777872 h 4550534"/>
              <a:gd name="connsiteX5906" fmla="*/ 4042162 w 5876984"/>
              <a:gd name="connsiteY5906" fmla="*/ 776061 h 4550534"/>
              <a:gd name="connsiteX5907" fmla="*/ 4046532 w 5876984"/>
              <a:gd name="connsiteY5907" fmla="*/ 787702 h 4550534"/>
              <a:gd name="connsiteX5908" fmla="*/ 4062036 w 5876984"/>
              <a:gd name="connsiteY5908" fmla="*/ 789901 h 4550534"/>
              <a:gd name="connsiteX5909" fmla="*/ 4065551 w 5876984"/>
              <a:gd name="connsiteY5909" fmla="*/ 794809 h 4550534"/>
              <a:gd name="connsiteX5910" fmla="*/ 4079110 w 5876984"/>
              <a:gd name="connsiteY5910" fmla="*/ 788378 h 4550534"/>
              <a:gd name="connsiteX5911" fmla="*/ 4073054 w 5876984"/>
              <a:gd name="connsiteY5911" fmla="*/ 780166 h 4550534"/>
              <a:gd name="connsiteX5912" fmla="*/ 4083484 w 5876984"/>
              <a:gd name="connsiteY5912" fmla="*/ 781706 h 4550534"/>
              <a:gd name="connsiteX5913" fmla="*/ 4079110 w 5876984"/>
              <a:gd name="connsiteY5913" fmla="*/ 773751 h 4550534"/>
              <a:gd name="connsiteX5914" fmla="*/ 4075072 w 5876984"/>
              <a:gd name="connsiteY5914" fmla="*/ 775290 h 4550534"/>
              <a:gd name="connsiteX5915" fmla="*/ 4078184 w 5876984"/>
              <a:gd name="connsiteY5915" fmla="*/ 762524 h 4550534"/>
              <a:gd name="connsiteX5916" fmla="*/ 4082764 w 5876984"/>
              <a:gd name="connsiteY5916" fmla="*/ 757028 h 4550534"/>
              <a:gd name="connsiteX5917" fmla="*/ 4068158 w 5876984"/>
              <a:gd name="connsiteY5917" fmla="*/ 755992 h 4550534"/>
              <a:gd name="connsiteX5918" fmla="*/ 4057790 w 5876984"/>
              <a:gd name="connsiteY5918" fmla="*/ 750790 h 4550534"/>
              <a:gd name="connsiteX5919" fmla="*/ 4049428 w 5876984"/>
              <a:gd name="connsiteY5919" fmla="*/ 767072 h 4550534"/>
              <a:gd name="connsiteX5920" fmla="*/ 4053440 w 5876984"/>
              <a:gd name="connsiteY5920" fmla="*/ 745880 h 4550534"/>
              <a:gd name="connsiteX5921" fmla="*/ 4062138 w 5876984"/>
              <a:gd name="connsiteY5921" fmla="*/ 750790 h 4550534"/>
              <a:gd name="connsiteX5922" fmla="*/ 4076856 w 5876984"/>
              <a:gd name="connsiteY5922" fmla="*/ 744330 h 4550534"/>
              <a:gd name="connsiteX5923" fmla="*/ 4055782 w 5876984"/>
              <a:gd name="connsiteY5923" fmla="*/ 744330 h 4550534"/>
              <a:gd name="connsiteX5924" fmla="*/ 4085218 w 5876984"/>
              <a:gd name="connsiteY5924" fmla="*/ 737869 h 4550534"/>
              <a:gd name="connsiteX5925" fmla="*/ 4080373 w 5876984"/>
              <a:gd name="connsiteY5925" fmla="*/ 751860 h 4550534"/>
              <a:gd name="connsiteX5926" fmla="*/ 4084800 w 5876984"/>
              <a:gd name="connsiteY5926" fmla="*/ 754582 h 4550534"/>
              <a:gd name="connsiteX5927" fmla="*/ 4087857 w 5876984"/>
              <a:gd name="connsiteY5927" fmla="*/ 750912 h 4550534"/>
              <a:gd name="connsiteX5928" fmla="*/ 4088758 w 5876984"/>
              <a:gd name="connsiteY5928" fmla="*/ 757013 h 4550534"/>
              <a:gd name="connsiteX5929" fmla="*/ 4089566 w 5876984"/>
              <a:gd name="connsiteY5929" fmla="*/ 757510 h 4550534"/>
              <a:gd name="connsiteX5930" fmla="*/ 4088824 w 5876984"/>
              <a:gd name="connsiteY5930" fmla="*/ 757457 h 4550534"/>
              <a:gd name="connsiteX5931" fmla="*/ 4089666 w 5876984"/>
              <a:gd name="connsiteY5931" fmla="*/ 763166 h 4550534"/>
              <a:gd name="connsiteX5932" fmla="*/ 4077092 w 5876984"/>
              <a:gd name="connsiteY5932" fmla="*/ 770415 h 4550534"/>
              <a:gd name="connsiteX5933" fmla="*/ 4083484 w 5876984"/>
              <a:gd name="connsiteY5933" fmla="*/ 775290 h 4550534"/>
              <a:gd name="connsiteX5934" fmla="*/ 4094250 w 5876984"/>
              <a:gd name="connsiteY5934" fmla="*/ 767079 h 4550534"/>
              <a:gd name="connsiteX5935" fmla="*/ 4117464 w 5876984"/>
              <a:gd name="connsiteY5935" fmla="*/ 762203 h 4550534"/>
              <a:gd name="connsiteX5936" fmla="*/ 4102660 w 5876984"/>
              <a:gd name="connsiteY5936" fmla="*/ 750912 h 4550534"/>
              <a:gd name="connsiteX5937" fmla="*/ 4145050 w 5876984"/>
              <a:gd name="connsiteY5937" fmla="*/ 734745 h 4550534"/>
              <a:gd name="connsiteX5938" fmla="*/ 4164227 w 5876984"/>
              <a:gd name="connsiteY5938" fmla="*/ 703952 h 4550534"/>
              <a:gd name="connsiteX5939" fmla="*/ 4183404 w 5876984"/>
              <a:gd name="connsiteY5939" fmla="*/ 705492 h 4550534"/>
              <a:gd name="connsiteX5940" fmla="*/ 4177012 w 5876984"/>
              <a:gd name="connsiteY5940" fmla="*/ 720119 h 4550534"/>
              <a:gd name="connsiteX5941" fmla="*/ 4194170 w 5876984"/>
              <a:gd name="connsiteY5941" fmla="*/ 717039 h 4550534"/>
              <a:gd name="connsiteX5942" fmla="*/ 4189797 w 5876984"/>
              <a:gd name="connsiteY5942" fmla="*/ 710367 h 4550534"/>
              <a:gd name="connsiteX5943" fmla="*/ 4204600 w 5876984"/>
              <a:gd name="connsiteY5943" fmla="*/ 717039 h 4550534"/>
              <a:gd name="connsiteX5944" fmla="*/ 4204600 w 5876984"/>
              <a:gd name="connsiteY5944" fmla="*/ 760664 h 4550534"/>
              <a:gd name="connsiteX5945" fmla="*/ 4215365 w 5876984"/>
              <a:gd name="connsiteY5945" fmla="*/ 746037 h 4550534"/>
              <a:gd name="connsiteX5946" fmla="*/ 4202581 w 5876984"/>
              <a:gd name="connsiteY5946" fmla="*/ 747833 h 4550534"/>
              <a:gd name="connsiteX5947" fmla="*/ 4202581 w 5876984"/>
              <a:gd name="connsiteY5947" fmla="*/ 741161 h 4550534"/>
              <a:gd name="connsiteX5948" fmla="*/ 4223777 w 5876984"/>
              <a:gd name="connsiteY5948" fmla="*/ 742958 h 4550534"/>
              <a:gd name="connsiteX5949" fmla="*/ 4221758 w 5876984"/>
              <a:gd name="connsiteY5949" fmla="*/ 750912 h 4550534"/>
              <a:gd name="connsiteX5950" fmla="*/ 4229276 w 5876984"/>
              <a:gd name="connsiteY5950" fmla="*/ 751148 h 4550534"/>
              <a:gd name="connsiteX5951" fmla="*/ 4235788 w 5876984"/>
              <a:gd name="connsiteY5951" fmla="*/ 739185 h 4550534"/>
              <a:gd name="connsiteX5952" fmla="*/ 4235204 w 5876984"/>
              <a:gd name="connsiteY5952" fmla="*/ 726484 h 4550534"/>
              <a:gd name="connsiteX5953" fmla="*/ 4258516 w 5876984"/>
              <a:gd name="connsiteY5953" fmla="*/ 719797 h 4550534"/>
              <a:gd name="connsiteX5954" fmla="*/ 4241532 w 5876984"/>
              <a:gd name="connsiteY5954" fmla="*/ 736002 h 4550534"/>
              <a:gd name="connsiteX5955" fmla="*/ 4241434 w 5876984"/>
              <a:gd name="connsiteY5955" fmla="*/ 738291 h 4550534"/>
              <a:gd name="connsiteX5956" fmla="*/ 4245430 w 5876984"/>
              <a:gd name="connsiteY5956" fmla="*/ 739966 h 4550534"/>
              <a:gd name="connsiteX5957" fmla="*/ 4243332 w 5876984"/>
              <a:gd name="connsiteY5957" fmla="*/ 741610 h 4550534"/>
              <a:gd name="connsiteX5958" fmla="*/ 4241037 w 5876984"/>
              <a:gd name="connsiteY5958" fmla="*/ 747569 h 4550534"/>
              <a:gd name="connsiteX5959" fmla="*/ 4241026 w 5876984"/>
              <a:gd name="connsiteY5959" fmla="*/ 747835 h 4550534"/>
              <a:gd name="connsiteX5960" fmla="*/ 4251643 w 5876984"/>
              <a:gd name="connsiteY5960" fmla="*/ 748041 h 4550534"/>
              <a:gd name="connsiteX5961" fmla="*/ 4260112 w 5876984"/>
              <a:gd name="connsiteY5961" fmla="*/ 738082 h 4550534"/>
              <a:gd name="connsiteX5962" fmla="*/ 4262130 w 5876984"/>
              <a:gd name="connsiteY5962" fmla="*/ 760664 h 4550534"/>
              <a:gd name="connsiteX5963" fmla="*/ 4260112 w 5876984"/>
              <a:gd name="connsiteY5963" fmla="*/ 770415 h 4550534"/>
              <a:gd name="connsiteX5964" fmla="*/ 4270541 w 5876984"/>
              <a:gd name="connsiteY5964" fmla="*/ 791457 h 4550534"/>
              <a:gd name="connsiteX5965" fmla="*/ 4262130 w 5876984"/>
              <a:gd name="connsiteY5965" fmla="*/ 786582 h 4550534"/>
              <a:gd name="connsiteX5966" fmla="*/ 4265788 w 5876984"/>
              <a:gd name="connsiteY5966" fmla="*/ 798675 h 4550534"/>
              <a:gd name="connsiteX5967" fmla="*/ 4274140 w 5876984"/>
              <a:gd name="connsiteY5967" fmla="*/ 803263 h 4550534"/>
              <a:gd name="connsiteX5968" fmla="*/ 4276540 w 5876984"/>
              <a:gd name="connsiteY5968" fmla="*/ 799084 h 4550534"/>
              <a:gd name="connsiteX5969" fmla="*/ 4289680 w 5876984"/>
              <a:gd name="connsiteY5969" fmla="*/ 789966 h 4550534"/>
              <a:gd name="connsiteX5970" fmla="*/ 4281203 w 5876984"/>
              <a:gd name="connsiteY5970" fmla="*/ 804711 h 4550534"/>
              <a:gd name="connsiteX5971" fmla="*/ 4275738 w 5876984"/>
              <a:gd name="connsiteY5971" fmla="*/ 804141 h 4550534"/>
              <a:gd name="connsiteX5972" fmla="*/ 4285344 w 5876984"/>
              <a:gd name="connsiteY5972" fmla="*/ 809420 h 4550534"/>
              <a:gd name="connsiteX5973" fmla="*/ 4291736 w 5876984"/>
              <a:gd name="connsiteY5973" fmla="*/ 803005 h 4550534"/>
              <a:gd name="connsiteX5974" fmla="*/ 4313268 w 5876984"/>
              <a:gd name="connsiteY5974" fmla="*/ 820711 h 4550534"/>
              <a:gd name="connsiteX5975" fmla="*/ 4315287 w 5876984"/>
              <a:gd name="connsiteY5975" fmla="*/ 845089 h 4550534"/>
              <a:gd name="connsiteX5976" fmla="*/ 4313268 w 5876984"/>
              <a:gd name="connsiteY5976" fmla="*/ 877422 h 4550534"/>
              <a:gd name="connsiteX5977" fmla="*/ 4302502 w 5876984"/>
              <a:gd name="connsiteY5977" fmla="*/ 910013 h 4550534"/>
              <a:gd name="connsiteX5978" fmla="*/ 4307036 w 5876984"/>
              <a:gd name="connsiteY5978" fmla="*/ 907888 h 4550534"/>
              <a:gd name="connsiteX5979" fmla="*/ 4306398 w 5876984"/>
              <a:gd name="connsiteY5979" fmla="*/ 906762 h 4550534"/>
              <a:gd name="connsiteX5980" fmla="*/ 4313212 w 5876984"/>
              <a:gd name="connsiteY5980" fmla="*/ 901149 h 4550534"/>
              <a:gd name="connsiteX5981" fmla="*/ 4317174 w 5876984"/>
              <a:gd name="connsiteY5981" fmla="*/ 901737 h 4550534"/>
              <a:gd name="connsiteX5982" fmla="*/ 4321678 w 5876984"/>
              <a:gd name="connsiteY5982" fmla="*/ 893589 h 4550534"/>
              <a:gd name="connsiteX5983" fmla="*/ 4325716 w 5876984"/>
              <a:gd name="connsiteY5983" fmla="*/ 906676 h 4550534"/>
              <a:gd name="connsiteX5984" fmla="*/ 4338500 w 5876984"/>
              <a:gd name="connsiteY5984" fmla="*/ 916427 h 4550534"/>
              <a:gd name="connsiteX5985" fmla="*/ 4357676 w 5876984"/>
              <a:gd name="connsiteY5985" fmla="*/ 895386 h 4550534"/>
              <a:gd name="connsiteX5986" fmla="*/ 4349267 w 5876984"/>
              <a:gd name="connsiteY5986" fmla="*/ 935931 h 4550534"/>
              <a:gd name="connsiteX5987" fmla="*/ 4340855 w 5876984"/>
              <a:gd name="connsiteY5987" fmla="*/ 955177 h 4550534"/>
              <a:gd name="connsiteX5988" fmla="*/ 4338500 w 5876984"/>
              <a:gd name="connsiteY5988" fmla="*/ 981351 h 4550534"/>
              <a:gd name="connsiteX5989" fmla="*/ 4283325 w 5876984"/>
              <a:gd name="connsiteY5989" fmla="*/ 1070395 h 4550534"/>
              <a:gd name="connsiteX5990" fmla="*/ 4294092 w 5876984"/>
              <a:gd name="connsiteY5990" fmla="*/ 1063980 h 4550534"/>
              <a:gd name="connsiteX5991" fmla="*/ 4306876 w 5876984"/>
              <a:gd name="connsiteY5991" fmla="*/ 1068856 h 4550534"/>
              <a:gd name="connsiteX5992" fmla="*/ 4281307 w 5876984"/>
              <a:gd name="connsiteY5992" fmla="*/ 1073731 h 4550534"/>
              <a:gd name="connsiteX5993" fmla="*/ 4255738 w 5876984"/>
              <a:gd name="connsiteY5993" fmla="*/ 1120692 h 4550534"/>
              <a:gd name="connsiteX5994" fmla="*/ 4251364 w 5876984"/>
              <a:gd name="connsiteY5994" fmla="*/ 1131983 h 4550534"/>
              <a:gd name="connsiteX5995" fmla="*/ 4226132 w 5876984"/>
              <a:gd name="connsiteY5995" fmla="*/ 1157900 h 4550534"/>
              <a:gd name="connsiteX5996" fmla="*/ 4272560 w 5876984"/>
              <a:gd name="connsiteY5996" fmla="*/ 1141734 h 4550534"/>
              <a:gd name="connsiteX5997" fmla="*/ 4239773 w 5876984"/>
              <a:gd name="connsiteY5997" fmla="*/ 1179119 h 4550534"/>
              <a:gd name="connsiteX5998" fmla="*/ 4235254 w 5876984"/>
              <a:gd name="connsiteY5998" fmla="*/ 1187728 h 4550534"/>
              <a:gd name="connsiteX5999" fmla="*/ 4239498 w 5876984"/>
              <a:gd name="connsiteY5999" fmla="*/ 1191120 h 4550534"/>
              <a:gd name="connsiteX6000" fmla="*/ 4221237 w 5876984"/>
              <a:gd name="connsiteY6000" fmla="*/ 1202798 h 4550534"/>
              <a:gd name="connsiteX6001" fmla="*/ 4223223 w 5876984"/>
              <a:gd name="connsiteY6001" fmla="*/ 1197891 h 4550534"/>
              <a:gd name="connsiteX6002" fmla="*/ 4202581 w 5876984"/>
              <a:gd name="connsiteY6002" fmla="*/ 1207844 h 4550534"/>
              <a:gd name="connsiteX6003" fmla="*/ 4179030 w 5876984"/>
              <a:gd name="connsiteY6003" fmla="*/ 1224620 h 4550534"/>
              <a:gd name="connsiteX6004" fmla="*/ 4204600 w 5876984"/>
              <a:gd name="connsiteY6004" fmla="*/ 1224620 h 4550534"/>
              <a:gd name="connsiteX6005" fmla="*/ 4196188 w 5876984"/>
              <a:gd name="connsiteY6005" fmla="*/ 1234115 h 4550534"/>
              <a:gd name="connsiteX6006" fmla="*/ 4190262 w 5876984"/>
              <a:gd name="connsiteY6006" fmla="*/ 1232613 h 4550534"/>
              <a:gd name="connsiteX6007" fmla="*/ 4179550 w 5876984"/>
              <a:gd name="connsiteY6007" fmla="*/ 1243713 h 4550534"/>
              <a:gd name="connsiteX6008" fmla="*/ 4167258 w 5876984"/>
              <a:gd name="connsiteY6008" fmla="*/ 1253727 h 4550534"/>
              <a:gd name="connsiteX6009" fmla="*/ 4162636 w 5876984"/>
              <a:gd name="connsiteY6009" fmla="*/ 1246088 h 4550534"/>
              <a:gd name="connsiteX6010" fmla="*/ 4155733 w 5876984"/>
              <a:gd name="connsiteY6010" fmla="*/ 1249832 h 4550534"/>
              <a:gd name="connsiteX6011" fmla="*/ 4132266 w 5876984"/>
              <a:gd name="connsiteY6011" fmla="*/ 1268244 h 4550534"/>
              <a:gd name="connsiteX6012" fmla="*/ 4128228 w 5876984"/>
              <a:gd name="connsiteY6012" fmla="*/ 1263369 h 4550534"/>
              <a:gd name="connsiteX6013" fmla="*/ 4051522 w 5876984"/>
              <a:gd name="connsiteY6013" fmla="*/ 1297498 h 4550534"/>
              <a:gd name="connsiteX6014" fmla="*/ 3977171 w 5876984"/>
              <a:gd name="connsiteY6014" fmla="*/ 1326495 h 4550534"/>
              <a:gd name="connsiteX6015" fmla="*/ 3858073 w 5876984"/>
              <a:gd name="connsiteY6015" fmla="*/ 1368836 h 4550534"/>
              <a:gd name="connsiteX6016" fmla="*/ 3872876 w 5876984"/>
              <a:gd name="connsiteY6016" fmla="*/ 1378587 h 4550534"/>
              <a:gd name="connsiteX6017" fmla="*/ 3836878 w 5876984"/>
              <a:gd name="connsiteY6017" fmla="*/ 1393214 h 4550534"/>
              <a:gd name="connsiteX6018" fmla="*/ 3841251 w 5876984"/>
              <a:gd name="connsiteY6018" fmla="*/ 1386543 h 4550534"/>
              <a:gd name="connsiteX6019" fmla="*/ 3828467 w 5876984"/>
              <a:gd name="connsiteY6019" fmla="*/ 1388339 h 4550534"/>
              <a:gd name="connsiteX6020" fmla="*/ 3830485 w 5876984"/>
              <a:gd name="connsiteY6020" fmla="*/ 1394754 h 4550534"/>
              <a:gd name="connsiteX6021" fmla="*/ 3690192 w 5876984"/>
              <a:gd name="connsiteY6021" fmla="*/ 1431963 h 4550534"/>
              <a:gd name="connsiteX6022" fmla="*/ 3749741 w 5876984"/>
              <a:gd name="connsiteY6022" fmla="*/ 1433759 h 4550534"/>
              <a:gd name="connsiteX6023" fmla="*/ 3715761 w 5876984"/>
              <a:gd name="connsiteY6023" fmla="*/ 1441714 h 4550534"/>
              <a:gd name="connsiteX6024" fmla="*/ 3741330 w 5876984"/>
              <a:gd name="connsiteY6024" fmla="*/ 1435299 h 4550534"/>
              <a:gd name="connsiteX6025" fmla="*/ 3745367 w 5876984"/>
              <a:gd name="connsiteY6025" fmla="*/ 1443254 h 4550534"/>
              <a:gd name="connsiteX6026" fmla="*/ 3758152 w 5876984"/>
              <a:gd name="connsiteY6026" fmla="*/ 1436838 h 4550534"/>
              <a:gd name="connsiteX6027" fmla="*/ 3756133 w 5876984"/>
              <a:gd name="connsiteY6027" fmla="*/ 1420672 h 4550534"/>
              <a:gd name="connsiteX6028" fmla="*/ 3779347 w 5876984"/>
              <a:gd name="connsiteY6028" fmla="*/ 1425548 h 4550534"/>
              <a:gd name="connsiteX6029" fmla="*/ 3794487 w 5876984"/>
              <a:gd name="connsiteY6029" fmla="*/ 1415797 h 4550534"/>
              <a:gd name="connsiteX6030" fmla="*/ 3794487 w 5876984"/>
              <a:gd name="connsiteY6030" fmla="*/ 1427087 h 4550534"/>
              <a:gd name="connsiteX6031" fmla="*/ 3804916 w 5876984"/>
              <a:gd name="connsiteY6031" fmla="*/ 1420672 h 4550534"/>
              <a:gd name="connsiteX6032" fmla="*/ 3796505 w 5876984"/>
              <a:gd name="connsiteY6032" fmla="*/ 1412717 h 4550534"/>
              <a:gd name="connsiteX6033" fmla="*/ 3832504 w 5876984"/>
              <a:gd name="connsiteY6033" fmla="*/ 1402966 h 4550534"/>
              <a:gd name="connsiteX6034" fmla="*/ 3838896 w 5876984"/>
              <a:gd name="connsiteY6034" fmla="*/ 1414257 h 4550534"/>
              <a:gd name="connsiteX6035" fmla="*/ 3843269 w 5876984"/>
              <a:gd name="connsiteY6035" fmla="*/ 1409959 h 4550534"/>
              <a:gd name="connsiteX6036" fmla="*/ 3843836 w 5876984"/>
              <a:gd name="connsiteY6036" fmla="*/ 1409253 h 4550534"/>
              <a:gd name="connsiteX6037" fmla="*/ 3892431 w 5876984"/>
              <a:gd name="connsiteY6037" fmla="*/ 1398250 h 4550534"/>
              <a:gd name="connsiteX6038" fmla="*/ 3936798 w 5876984"/>
              <a:gd name="connsiteY6038" fmla="*/ 1383463 h 4550534"/>
              <a:gd name="connsiteX6039" fmla="*/ 4021916 w 5876984"/>
              <a:gd name="connsiteY6039" fmla="*/ 1350873 h 4550534"/>
              <a:gd name="connsiteX6040" fmla="*/ 4019560 w 5876984"/>
              <a:gd name="connsiteY6040" fmla="*/ 1342919 h 4550534"/>
              <a:gd name="connsiteX6041" fmla="*/ 4049504 w 5876984"/>
              <a:gd name="connsiteY6041" fmla="*/ 1338043 h 4550534"/>
              <a:gd name="connsiteX6042" fmla="*/ 4070699 w 5876984"/>
              <a:gd name="connsiteY6042" fmla="*/ 1317001 h 4550534"/>
              <a:gd name="connsiteX6043" fmla="*/ 4089876 w 5876984"/>
              <a:gd name="connsiteY6043" fmla="*/ 1317001 h 4550534"/>
              <a:gd name="connsiteX6044" fmla="*/ 4087857 w 5876984"/>
              <a:gd name="connsiteY6044" fmla="*/ 1303914 h 4550534"/>
              <a:gd name="connsiteX6045" fmla="*/ 4121837 w 5876984"/>
              <a:gd name="connsiteY6045" fmla="*/ 1289287 h 4550534"/>
              <a:gd name="connsiteX6046" fmla="*/ 4160190 w 5876984"/>
              <a:gd name="connsiteY6046" fmla="*/ 1282871 h 4550534"/>
              <a:gd name="connsiteX6047" fmla="*/ 4157836 w 5876984"/>
              <a:gd name="connsiteY6047" fmla="*/ 1266704 h 4550534"/>
              <a:gd name="connsiteX6048" fmla="*/ 4166583 w 5876984"/>
              <a:gd name="connsiteY6048" fmla="*/ 1273120 h 4550534"/>
              <a:gd name="connsiteX6049" fmla="*/ 4221758 w 5876984"/>
              <a:gd name="connsiteY6049" fmla="*/ 1232575 h 4550534"/>
              <a:gd name="connsiteX6050" fmla="*/ 4255738 w 5876984"/>
              <a:gd name="connsiteY6050" fmla="*/ 1213072 h 4550534"/>
              <a:gd name="connsiteX6051" fmla="*/ 4257524 w 5876984"/>
              <a:gd name="connsiteY6051" fmla="*/ 1211196 h 4550534"/>
              <a:gd name="connsiteX6052" fmla="*/ 4255926 w 5876984"/>
              <a:gd name="connsiteY6052" fmla="*/ 1209719 h 4550534"/>
              <a:gd name="connsiteX6053" fmla="*/ 4257260 w 5876984"/>
              <a:gd name="connsiteY6053" fmla="*/ 1199662 h 4550534"/>
              <a:gd name="connsiteX6054" fmla="*/ 4263685 w 5876984"/>
              <a:gd name="connsiteY6054" fmla="*/ 1204727 h 4550534"/>
              <a:gd name="connsiteX6055" fmla="*/ 4278952 w 5876984"/>
              <a:gd name="connsiteY6055" fmla="*/ 1188694 h 4550534"/>
              <a:gd name="connsiteX6056" fmla="*/ 4296110 w 5876984"/>
              <a:gd name="connsiteY6056" fmla="*/ 1188694 h 4550534"/>
              <a:gd name="connsiteX6057" fmla="*/ 4447169 w 5876984"/>
              <a:gd name="connsiteY6057" fmla="*/ 1026515 h 4550534"/>
              <a:gd name="connsiteX6058" fmla="*/ 4359696 w 5876984"/>
              <a:gd name="connsiteY6058" fmla="*/ 1138398 h 4550534"/>
              <a:gd name="connsiteX6059" fmla="*/ 4303974 w 5876984"/>
              <a:gd name="connsiteY6059" fmla="*/ 1186320 h 4550534"/>
              <a:gd name="connsiteX6060" fmla="*/ 4266535 w 5876984"/>
              <a:gd name="connsiteY6060" fmla="*/ 1210623 h 4550534"/>
              <a:gd name="connsiteX6061" fmla="*/ 4265594 w 5876984"/>
              <a:gd name="connsiteY6061" fmla="*/ 1218651 h 4550534"/>
              <a:gd name="connsiteX6062" fmla="*/ 4260879 w 5876984"/>
              <a:gd name="connsiteY6062" fmla="*/ 1214295 h 4550534"/>
              <a:gd name="connsiteX6063" fmla="*/ 4252157 w 5876984"/>
              <a:gd name="connsiteY6063" fmla="*/ 1219956 h 4550534"/>
              <a:gd name="connsiteX6064" fmla="*/ 4252960 w 5876984"/>
              <a:gd name="connsiteY6064" fmla="*/ 1226561 h 4550534"/>
              <a:gd name="connsiteX6065" fmla="*/ 4255482 w 5876984"/>
              <a:gd name="connsiteY6065" fmla="*/ 1233705 h 4550534"/>
              <a:gd name="connsiteX6066" fmla="*/ 4252692 w 5876984"/>
              <a:gd name="connsiteY6066" fmla="*/ 1234127 h 4550534"/>
              <a:gd name="connsiteX6067" fmla="*/ 4255738 w 5876984"/>
              <a:gd name="connsiteY6067" fmla="*/ 1238990 h 4550534"/>
              <a:gd name="connsiteX6068" fmla="*/ 4234542 w 5876984"/>
              <a:gd name="connsiteY6068" fmla="*/ 1243866 h 4550534"/>
              <a:gd name="connsiteX6069" fmla="*/ 4210992 w 5876984"/>
              <a:gd name="connsiteY6069" fmla="*/ 1253617 h 4550534"/>
              <a:gd name="connsiteX6070" fmla="*/ 4219403 w 5876984"/>
              <a:gd name="connsiteY6070" fmla="*/ 1258493 h 4550534"/>
              <a:gd name="connsiteX6071" fmla="*/ 4198207 w 5876984"/>
              <a:gd name="connsiteY6071" fmla="*/ 1268244 h 4550534"/>
              <a:gd name="connsiteX6072" fmla="*/ 4185423 w 5876984"/>
              <a:gd name="connsiteY6072" fmla="*/ 1287747 h 4550534"/>
              <a:gd name="connsiteX6073" fmla="*/ 4179030 w 5876984"/>
              <a:gd name="connsiteY6073" fmla="*/ 1281331 h 4550534"/>
              <a:gd name="connsiteX6074" fmla="*/ 4121837 w 5876984"/>
              <a:gd name="connsiteY6074" fmla="*/ 1310328 h 4550534"/>
              <a:gd name="connsiteX6075" fmla="*/ 4141014 w 5876984"/>
              <a:gd name="connsiteY6075" fmla="*/ 1323416 h 4550534"/>
              <a:gd name="connsiteX6076" fmla="*/ 4117464 w 5876984"/>
              <a:gd name="connsiteY6076" fmla="*/ 1315204 h 4550534"/>
              <a:gd name="connsiteX6077" fmla="*/ 4066662 w 5876984"/>
              <a:gd name="connsiteY6077" fmla="*/ 1345998 h 4550534"/>
              <a:gd name="connsiteX6078" fmla="*/ 4002739 w 5876984"/>
              <a:gd name="connsiteY6078" fmla="*/ 1363960 h 4550534"/>
              <a:gd name="connsiteX6079" fmla="*/ 4013506 w 5876984"/>
              <a:gd name="connsiteY6079" fmla="*/ 1365500 h 4550534"/>
              <a:gd name="connsiteX6080" fmla="*/ 3941172 w 5876984"/>
              <a:gd name="connsiteY6080" fmla="*/ 1393214 h 4550534"/>
              <a:gd name="connsiteX6081" fmla="*/ 3866484 w 5876984"/>
              <a:gd name="connsiteY6081" fmla="*/ 1427087 h 4550534"/>
              <a:gd name="connsiteX6082" fmla="*/ 3790113 w 5876984"/>
              <a:gd name="connsiteY6082" fmla="*/ 1457881 h 4550534"/>
              <a:gd name="connsiteX6083" fmla="*/ 3709369 w 5876984"/>
              <a:gd name="connsiteY6083" fmla="*/ 1479180 h 4550534"/>
              <a:gd name="connsiteX6084" fmla="*/ 3704996 w 5876984"/>
              <a:gd name="connsiteY6084" fmla="*/ 1488675 h 4550534"/>
              <a:gd name="connsiteX6085" fmla="*/ 3569076 w 5876984"/>
              <a:gd name="connsiteY6085" fmla="*/ 1522804 h 4550534"/>
              <a:gd name="connsiteX6086" fmla="*/ 3568781 w 5876984"/>
              <a:gd name="connsiteY6086" fmla="*/ 1521393 h 4550534"/>
              <a:gd name="connsiteX6087" fmla="*/ 3567028 w 5876984"/>
              <a:gd name="connsiteY6087" fmla="*/ 1512988 h 4550534"/>
              <a:gd name="connsiteX6088" fmla="*/ 3566294 w 5876984"/>
              <a:gd name="connsiteY6088" fmla="*/ 1514030 h 4550534"/>
              <a:gd name="connsiteX6089" fmla="*/ 3564926 w 5876984"/>
              <a:gd name="connsiteY6089" fmla="*/ 1512348 h 4550534"/>
              <a:gd name="connsiteX6090" fmla="*/ 3538713 w 5876984"/>
              <a:gd name="connsiteY6090" fmla="*/ 1524537 h 4550534"/>
              <a:gd name="connsiteX6091" fmla="*/ 3507172 w 5876984"/>
              <a:gd name="connsiteY6091" fmla="*/ 1532555 h 4550534"/>
              <a:gd name="connsiteX6092" fmla="*/ 3496753 w 5876984"/>
              <a:gd name="connsiteY6092" fmla="*/ 1533869 h 4550534"/>
              <a:gd name="connsiteX6093" fmla="*/ 3500195 w 5876984"/>
              <a:gd name="connsiteY6093" fmla="*/ 1534800 h 4550534"/>
              <a:gd name="connsiteX6094" fmla="*/ 3515050 w 5876984"/>
              <a:gd name="connsiteY6094" fmla="*/ 1533469 h 4550534"/>
              <a:gd name="connsiteX6095" fmla="*/ 3518613 w 5876984"/>
              <a:gd name="connsiteY6095" fmla="*/ 1533211 h 4550534"/>
              <a:gd name="connsiteX6096" fmla="*/ 3519993 w 5876984"/>
              <a:gd name="connsiteY6096" fmla="*/ 1532032 h 4550534"/>
              <a:gd name="connsiteX6097" fmla="*/ 3519292 w 5876984"/>
              <a:gd name="connsiteY6097" fmla="*/ 1533163 h 4550534"/>
              <a:gd name="connsiteX6098" fmla="*/ 3529525 w 5876984"/>
              <a:gd name="connsiteY6098" fmla="*/ 1532426 h 4550534"/>
              <a:gd name="connsiteX6099" fmla="*/ 3543055 w 5876984"/>
              <a:gd name="connsiteY6099" fmla="*/ 1537254 h 4550534"/>
              <a:gd name="connsiteX6100" fmla="*/ 3666178 w 5876984"/>
              <a:gd name="connsiteY6100" fmla="*/ 1522624 h 4550534"/>
              <a:gd name="connsiteX6101" fmla="*/ 3672570 w 5876984"/>
              <a:gd name="connsiteY6101" fmla="*/ 1530837 h 4550534"/>
              <a:gd name="connsiteX6102" fmla="*/ 3721600 w 5876984"/>
              <a:gd name="connsiteY6102" fmla="*/ 1523876 h 4550534"/>
              <a:gd name="connsiteX6103" fmla="*/ 3741568 w 5876984"/>
              <a:gd name="connsiteY6103" fmla="*/ 1522297 h 4550534"/>
              <a:gd name="connsiteX6104" fmla="*/ 3742279 w 5876984"/>
              <a:gd name="connsiteY6104" fmla="*/ 1520384 h 4550534"/>
              <a:gd name="connsiteX6105" fmla="*/ 3751629 w 5876984"/>
              <a:gd name="connsiteY6105" fmla="*/ 1519272 h 4550534"/>
              <a:gd name="connsiteX6106" fmla="*/ 3764070 w 5876984"/>
              <a:gd name="connsiteY6106" fmla="*/ 1514411 h 4550534"/>
              <a:gd name="connsiteX6107" fmla="*/ 3794009 w 5876984"/>
              <a:gd name="connsiteY6107" fmla="*/ 1521084 h 4550534"/>
              <a:gd name="connsiteX6108" fmla="*/ 3798046 w 5876984"/>
              <a:gd name="connsiteY6108" fmla="*/ 1511330 h 4550534"/>
              <a:gd name="connsiteX6109" fmla="*/ 3827986 w 5876984"/>
              <a:gd name="connsiteY6109" fmla="*/ 1509791 h 4550534"/>
              <a:gd name="connsiteX6110" fmla="*/ 3863981 w 5876984"/>
              <a:gd name="connsiteY6110" fmla="*/ 1507994 h 4550534"/>
              <a:gd name="connsiteX6111" fmla="*/ 3885174 w 5876984"/>
              <a:gd name="connsiteY6111" fmla="*/ 1500037 h 4550534"/>
              <a:gd name="connsiteX6112" fmla="*/ 3919488 w 5876984"/>
              <a:gd name="connsiteY6112" fmla="*/ 1495161 h 4550534"/>
              <a:gd name="connsiteX6113" fmla="*/ 3951109 w 5876984"/>
              <a:gd name="connsiteY6113" fmla="*/ 1486947 h 4550534"/>
              <a:gd name="connsiteX6114" fmla="*/ 3981049 w 5876984"/>
              <a:gd name="connsiteY6114" fmla="*/ 1478990 h 4550534"/>
              <a:gd name="connsiteX6115" fmla="*/ 4013006 w 5876984"/>
              <a:gd name="connsiteY6115" fmla="*/ 1474114 h 4550534"/>
              <a:gd name="connsiteX6116" fmla="*/ 4010652 w 5876984"/>
              <a:gd name="connsiteY6116" fmla="*/ 1467440 h 4550534"/>
              <a:gd name="connsiteX6117" fmla="*/ 4046984 w 5876984"/>
              <a:gd name="connsiteY6117" fmla="*/ 1462564 h 4550534"/>
              <a:gd name="connsiteX6118" fmla="*/ 4072550 w 5876984"/>
              <a:gd name="connsiteY6118" fmla="*/ 1446394 h 4550534"/>
              <a:gd name="connsiteX6119" fmla="*/ 4087352 w 5876984"/>
              <a:gd name="connsiteY6119" fmla="*/ 1454607 h 4550534"/>
              <a:gd name="connsiteX6120" fmla="*/ 4108544 w 5876984"/>
              <a:gd name="connsiteY6120" fmla="*/ 1444854 h 4550534"/>
              <a:gd name="connsiteX6121" fmla="*/ 4102153 w 5876984"/>
              <a:gd name="connsiteY6121" fmla="*/ 1438437 h 4550534"/>
              <a:gd name="connsiteX6122" fmla="*/ 4121328 w 5876984"/>
              <a:gd name="connsiteY6122" fmla="*/ 1438437 h 4550534"/>
              <a:gd name="connsiteX6123" fmla="*/ 4144540 w 5876984"/>
              <a:gd name="connsiteY6123" fmla="*/ 1420471 h 4550534"/>
              <a:gd name="connsiteX6124" fmla="*/ 4178516 w 5876984"/>
              <a:gd name="connsiteY6124" fmla="*/ 1410717 h 4550534"/>
              <a:gd name="connsiteX6125" fmla="*/ 4168088 w 5876984"/>
              <a:gd name="connsiteY6125" fmla="*/ 1404300 h 4550534"/>
              <a:gd name="connsiteX6126" fmla="*/ 4206101 w 5876984"/>
              <a:gd name="connsiteY6126" fmla="*/ 1389670 h 4550534"/>
              <a:gd name="connsiteX6127" fmla="*/ 4236040 w 5876984"/>
              <a:gd name="connsiteY6127" fmla="*/ 1367083 h 4550534"/>
              <a:gd name="connsiteX6128" fmla="*/ 4250842 w 5876984"/>
              <a:gd name="connsiteY6128" fmla="*/ 1370164 h 4550534"/>
              <a:gd name="connsiteX6129" fmla="*/ 4246806 w 5876984"/>
              <a:gd name="connsiteY6129" fmla="*/ 1353993 h 4550534"/>
              <a:gd name="connsiteX6130" fmla="*/ 4278427 w 5876984"/>
              <a:gd name="connsiteY6130" fmla="*/ 1345780 h 4550534"/>
              <a:gd name="connsiteX6131" fmla="*/ 4308368 w 5876984"/>
              <a:gd name="connsiteY6131" fmla="*/ 1313440 h 4550534"/>
              <a:gd name="connsiteX6132" fmla="*/ 4340325 w 5876984"/>
              <a:gd name="connsiteY6132" fmla="*/ 1292393 h 4550534"/>
              <a:gd name="connsiteX6133" fmla="*/ 4327542 w 5876984"/>
              <a:gd name="connsiteY6133" fmla="*/ 1285977 h 4550534"/>
              <a:gd name="connsiteX6134" fmla="*/ 4337970 w 5876984"/>
              <a:gd name="connsiteY6134" fmla="*/ 1276223 h 4550534"/>
              <a:gd name="connsiteX6135" fmla="*/ 4369928 w 5876984"/>
              <a:gd name="connsiteY6135" fmla="*/ 1246963 h 4550534"/>
              <a:gd name="connsiteX6136" fmla="*/ 4391122 w 5876984"/>
              <a:gd name="connsiteY6136" fmla="*/ 1251839 h 4550534"/>
              <a:gd name="connsiteX6137" fmla="*/ 4395496 w 5876984"/>
              <a:gd name="connsiteY6137" fmla="*/ 1211286 h 4550534"/>
              <a:gd name="connsiteX6138" fmla="*/ 4401887 w 5876984"/>
              <a:gd name="connsiteY6138" fmla="*/ 1222579 h 4550534"/>
              <a:gd name="connsiteX6139" fmla="*/ 4421062 w 5876984"/>
              <a:gd name="connsiteY6139" fmla="*/ 1224376 h 4550534"/>
              <a:gd name="connsiteX6140" fmla="*/ 4425098 w 5876984"/>
              <a:gd name="connsiteY6140" fmla="*/ 1203073 h 4550534"/>
              <a:gd name="connsiteX6141" fmla="*/ 4427454 w 5876984"/>
              <a:gd name="connsiteY6141" fmla="*/ 1212826 h 4550534"/>
              <a:gd name="connsiteX6142" fmla="*/ 4433845 w 5876984"/>
              <a:gd name="connsiteY6142" fmla="*/ 1188442 h 4550534"/>
              <a:gd name="connsiteX6143" fmla="*/ 4450665 w 5876984"/>
              <a:gd name="connsiteY6143" fmla="*/ 1186903 h 4550534"/>
              <a:gd name="connsiteX6144" fmla="*/ 4442255 w 5876984"/>
              <a:gd name="connsiteY6144" fmla="*/ 1170732 h 4550534"/>
              <a:gd name="connsiteX6145" fmla="*/ 4461430 w 5876984"/>
              <a:gd name="connsiteY6145" fmla="*/ 1141473 h 4550534"/>
              <a:gd name="connsiteX6146" fmla="*/ 4442255 w 5876984"/>
              <a:gd name="connsiteY6146" fmla="*/ 1139932 h 4550534"/>
              <a:gd name="connsiteX6147" fmla="*/ 4465802 w 5876984"/>
              <a:gd name="connsiteY6147" fmla="*/ 1135056 h 4550534"/>
              <a:gd name="connsiteX6148" fmla="*/ 4457056 w 5876984"/>
              <a:gd name="connsiteY6148" fmla="*/ 1123762 h 4550534"/>
              <a:gd name="connsiteX6149" fmla="*/ 4467821 w 5876984"/>
              <a:gd name="connsiteY6149" fmla="*/ 1130179 h 4550534"/>
              <a:gd name="connsiteX6150" fmla="*/ 4486028 w 5876984"/>
              <a:gd name="connsiteY6150" fmla="*/ 1105507 h 4550534"/>
              <a:gd name="connsiteX6151" fmla="*/ 4491246 w 5876984"/>
              <a:gd name="connsiteY6151" fmla="*/ 1086238 h 4550534"/>
              <a:gd name="connsiteX6152" fmla="*/ 4495406 w 5876984"/>
              <a:gd name="connsiteY6152" fmla="*/ 1086289 h 4550534"/>
              <a:gd name="connsiteX6153" fmla="*/ 4506170 w 5876984"/>
              <a:gd name="connsiteY6153" fmla="*/ 1052409 h 4550534"/>
              <a:gd name="connsiteX6154" fmla="*/ 4512226 w 5876984"/>
              <a:gd name="connsiteY6154" fmla="*/ 1045735 h 4550534"/>
              <a:gd name="connsiteX6155" fmla="*/ 4522990 w 5876984"/>
              <a:gd name="connsiteY6155" fmla="*/ 1047532 h 4550534"/>
              <a:gd name="connsiteX6156" fmla="*/ 4516599 w 5876984"/>
              <a:gd name="connsiteY6156" fmla="*/ 1036239 h 4550534"/>
              <a:gd name="connsiteX6157" fmla="*/ 4510208 w 5876984"/>
              <a:gd name="connsiteY6157" fmla="*/ 1044195 h 4550534"/>
              <a:gd name="connsiteX6158" fmla="*/ 4522990 w 5876984"/>
              <a:gd name="connsiteY6158" fmla="*/ 1026229 h 4550534"/>
              <a:gd name="connsiteX6159" fmla="*/ 4533756 w 5876984"/>
              <a:gd name="connsiteY6159" fmla="*/ 1014935 h 4550534"/>
              <a:gd name="connsiteX6160" fmla="*/ 4542166 w 5876984"/>
              <a:gd name="connsiteY6160" fmla="*/ 1021352 h 4550534"/>
              <a:gd name="connsiteX6161" fmla="*/ 4548558 w 5876984"/>
              <a:gd name="connsiteY6161" fmla="*/ 985932 h 4550534"/>
              <a:gd name="connsiteX6162" fmla="*/ 4561341 w 5876984"/>
              <a:gd name="connsiteY6162" fmla="*/ 987472 h 4550534"/>
              <a:gd name="connsiteX6163" fmla="*/ 4561341 w 5876984"/>
              <a:gd name="connsiteY6163" fmla="*/ 977718 h 4550534"/>
              <a:gd name="connsiteX6164" fmla="*/ 4548558 w 5876984"/>
              <a:gd name="connsiteY6164" fmla="*/ 976178 h 4550534"/>
              <a:gd name="connsiteX6165" fmla="*/ 4561341 w 5876984"/>
              <a:gd name="connsiteY6165" fmla="*/ 961548 h 4550534"/>
              <a:gd name="connsiteX6166" fmla="*/ 4551922 w 5876984"/>
              <a:gd name="connsiteY6166" fmla="*/ 961708 h 4550534"/>
              <a:gd name="connsiteX6167" fmla="*/ 4550908 w 5876984"/>
              <a:gd name="connsiteY6167" fmla="*/ 961248 h 4550534"/>
              <a:gd name="connsiteX6168" fmla="*/ 4546010 w 5876984"/>
              <a:gd name="connsiteY6168" fmla="*/ 968525 h 4550534"/>
              <a:gd name="connsiteX6169" fmla="*/ 4545969 w 5876984"/>
              <a:gd name="connsiteY6169" fmla="*/ 951710 h 4550534"/>
              <a:gd name="connsiteX6170" fmla="*/ 4547892 w 5876984"/>
              <a:gd name="connsiteY6170" fmla="*/ 948812 h 4550534"/>
              <a:gd name="connsiteX6171" fmla="*/ 4544682 w 5876984"/>
              <a:gd name="connsiteY6171" fmla="*/ 947153 h 4550534"/>
              <a:gd name="connsiteX6172" fmla="*/ 4550801 w 5876984"/>
              <a:gd name="connsiteY6172" fmla="*/ 940489 h 4550534"/>
              <a:gd name="connsiteX6173" fmla="*/ 4551886 w 5876984"/>
              <a:gd name="connsiteY6173" fmla="*/ 942797 h 4550534"/>
              <a:gd name="connsiteX6174" fmla="*/ 4558678 w 5876984"/>
              <a:gd name="connsiteY6174" fmla="*/ 932567 h 4550534"/>
              <a:gd name="connsiteX6175" fmla="*/ 4557720 w 5876984"/>
              <a:gd name="connsiteY6175" fmla="*/ 951128 h 4550534"/>
              <a:gd name="connsiteX6176" fmla="*/ 4552914 w 5876984"/>
              <a:gd name="connsiteY6176" fmla="*/ 958267 h 4550534"/>
              <a:gd name="connsiteX6177" fmla="*/ 4560684 w 5876984"/>
              <a:gd name="connsiteY6177" fmla="*/ 958452 h 4550534"/>
              <a:gd name="connsiteX6178" fmla="*/ 4567732 w 5876984"/>
              <a:gd name="connsiteY6178" fmla="*/ 943582 h 4550534"/>
              <a:gd name="connsiteX6179" fmla="*/ 4584552 w 5876984"/>
              <a:gd name="connsiteY6179" fmla="*/ 948458 h 4550534"/>
              <a:gd name="connsiteX6180" fmla="*/ 4582534 w 5876984"/>
              <a:gd name="connsiteY6180" fmla="*/ 928951 h 4550534"/>
              <a:gd name="connsiteX6181" fmla="*/ 4574124 w 5876984"/>
              <a:gd name="connsiteY6181" fmla="*/ 917658 h 4550534"/>
              <a:gd name="connsiteX6182" fmla="*/ 4597336 w 5876984"/>
              <a:gd name="connsiteY6182" fmla="*/ 922535 h 4550534"/>
              <a:gd name="connsiteX6183" fmla="*/ 4588926 w 5876984"/>
              <a:gd name="connsiteY6183" fmla="*/ 912781 h 4550534"/>
              <a:gd name="connsiteX6184" fmla="*/ 4614492 w 5876984"/>
              <a:gd name="connsiteY6184" fmla="*/ 881981 h 4550534"/>
              <a:gd name="connsiteX6185" fmla="*/ 4603727 w 5876984"/>
              <a:gd name="connsiteY6185" fmla="*/ 881981 h 4550534"/>
              <a:gd name="connsiteX6186" fmla="*/ 4606082 w 5876984"/>
              <a:gd name="connsiteY6186" fmla="*/ 872228 h 4550534"/>
              <a:gd name="connsiteX6187" fmla="*/ 4620884 w 5876984"/>
              <a:gd name="connsiteY6187" fmla="*/ 865811 h 4550534"/>
              <a:gd name="connsiteX6188" fmla="*/ 4642078 w 5876984"/>
              <a:gd name="connsiteY6188" fmla="*/ 869147 h 4550534"/>
              <a:gd name="connsiteX6189" fmla="*/ 4637704 w 5876984"/>
              <a:gd name="connsiteY6189" fmla="*/ 890194 h 4550534"/>
              <a:gd name="connsiteX6190" fmla="*/ 4612474 w 5876984"/>
              <a:gd name="connsiteY6190" fmla="*/ 906365 h 4550534"/>
              <a:gd name="connsiteX6191" fmla="*/ 4622902 w 5876984"/>
              <a:gd name="connsiteY6191" fmla="*/ 917658 h 4550534"/>
              <a:gd name="connsiteX6192" fmla="*/ 4612474 w 5876984"/>
              <a:gd name="connsiteY6192" fmla="*/ 912781 h 4550534"/>
              <a:gd name="connsiteX6193" fmla="*/ 4603727 w 5876984"/>
              <a:gd name="connsiteY6193" fmla="*/ 920994 h 4550534"/>
              <a:gd name="connsiteX6194" fmla="*/ 4631312 w 5876984"/>
              <a:gd name="connsiteY6194" fmla="*/ 927411 h 4550534"/>
              <a:gd name="connsiteX6195" fmla="*/ 4603727 w 5876984"/>
              <a:gd name="connsiteY6195" fmla="*/ 927411 h 4550534"/>
              <a:gd name="connsiteX6196" fmla="*/ 4601708 w 5876984"/>
              <a:gd name="connsiteY6196" fmla="*/ 949998 h 4550534"/>
              <a:gd name="connsiteX6197" fmla="*/ 4627276 w 5876984"/>
              <a:gd name="connsiteY6197" fmla="*/ 946918 h 4550534"/>
              <a:gd name="connsiteX6198" fmla="*/ 4599690 w 5876984"/>
              <a:gd name="connsiteY6198" fmla="*/ 951794 h 4550534"/>
              <a:gd name="connsiteX6199" fmla="*/ 4593298 w 5876984"/>
              <a:gd name="connsiteY6199" fmla="*/ 995429 h 4550534"/>
              <a:gd name="connsiteX6200" fmla="*/ 4599690 w 5876984"/>
              <a:gd name="connsiteY6200" fmla="*/ 997225 h 4550534"/>
              <a:gd name="connsiteX6201" fmla="*/ 4608100 w 5876984"/>
              <a:gd name="connsiteY6201" fmla="*/ 989012 h 4550534"/>
              <a:gd name="connsiteX6202" fmla="*/ 4590944 w 5876984"/>
              <a:gd name="connsiteY6202" fmla="*/ 1003641 h 4550534"/>
              <a:gd name="connsiteX6203" fmla="*/ 4601708 w 5876984"/>
              <a:gd name="connsiteY6203" fmla="*/ 1011855 h 4550534"/>
              <a:gd name="connsiteX6204" fmla="*/ 4578160 w 5876984"/>
              <a:gd name="connsiteY6204" fmla="*/ 1014935 h 4550534"/>
              <a:gd name="connsiteX6205" fmla="*/ 4584552 w 5876984"/>
              <a:gd name="connsiteY6205" fmla="*/ 1062162 h 4550534"/>
              <a:gd name="connsiteX6206" fmla="*/ 4567732 w 5876984"/>
              <a:gd name="connsiteY6206" fmla="*/ 1062162 h 4550534"/>
              <a:gd name="connsiteX6207" fmla="*/ 4559322 w 5876984"/>
              <a:gd name="connsiteY6207" fmla="*/ 1091166 h 4550534"/>
              <a:gd name="connsiteX6208" fmla="*/ 4546540 w 5876984"/>
              <a:gd name="connsiteY6208" fmla="*/ 1086289 h 4550534"/>
              <a:gd name="connsiteX6209" fmla="*/ 4550576 w 5876984"/>
              <a:gd name="connsiteY6209" fmla="*/ 1099379 h 4550534"/>
              <a:gd name="connsiteX6210" fmla="*/ 4565714 w 5876984"/>
              <a:gd name="connsiteY6210" fmla="*/ 1096042 h 4550534"/>
              <a:gd name="connsiteX6211" fmla="*/ 4556968 w 5876984"/>
              <a:gd name="connsiteY6211" fmla="*/ 1107592 h 4550534"/>
              <a:gd name="connsiteX6212" fmla="*/ 4535774 w 5876984"/>
              <a:gd name="connsiteY6212" fmla="*/ 1104255 h 4550534"/>
              <a:gd name="connsiteX6213" fmla="*/ 4531402 w 5876984"/>
              <a:gd name="connsiteY6213" fmla="*/ 1136596 h 4550534"/>
              <a:gd name="connsiteX6214" fmla="*/ 4520972 w 5876984"/>
              <a:gd name="connsiteY6214" fmla="*/ 1139932 h 4550534"/>
              <a:gd name="connsiteX6215" fmla="*/ 4527364 w 5876984"/>
              <a:gd name="connsiteY6215" fmla="*/ 1149685 h 4550534"/>
              <a:gd name="connsiteX6216" fmla="*/ 4535774 w 5876984"/>
              <a:gd name="connsiteY6216" fmla="*/ 1146349 h 4550534"/>
              <a:gd name="connsiteX6217" fmla="*/ 4510208 w 5876984"/>
              <a:gd name="connsiteY6217" fmla="*/ 1167396 h 4550534"/>
              <a:gd name="connsiteX6218" fmla="*/ 4518617 w 5876984"/>
              <a:gd name="connsiteY6218" fmla="*/ 1169192 h 4550534"/>
              <a:gd name="connsiteX6219" fmla="*/ 4529383 w 5876984"/>
              <a:gd name="connsiteY6219" fmla="*/ 1164316 h 4550534"/>
              <a:gd name="connsiteX6220" fmla="*/ 4508189 w 5876984"/>
              <a:gd name="connsiteY6220" fmla="*/ 1216163 h 4550534"/>
              <a:gd name="connsiteX6221" fmla="*/ 4499779 w 5876984"/>
              <a:gd name="connsiteY6221" fmla="*/ 1212826 h 4550534"/>
              <a:gd name="connsiteX6222" fmla="*/ 4474212 w 5876984"/>
              <a:gd name="connsiteY6222" fmla="*/ 1240546 h 4550534"/>
              <a:gd name="connsiteX6223" fmla="*/ 4459411 w 5876984"/>
              <a:gd name="connsiteY6223" fmla="*/ 1274426 h 4550534"/>
              <a:gd name="connsiteX6224" fmla="*/ 4433845 w 5876984"/>
              <a:gd name="connsiteY6224" fmla="*/ 1287517 h 4550534"/>
              <a:gd name="connsiteX6225" fmla="*/ 4429472 w 5876984"/>
              <a:gd name="connsiteY6225" fmla="*/ 1303686 h 4550534"/>
              <a:gd name="connsiteX6226" fmla="*/ 4416688 w 5876984"/>
              <a:gd name="connsiteY6226" fmla="*/ 1326273 h 4550534"/>
              <a:gd name="connsiteX6227" fmla="*/ 4401887 w 5876984"/>
              <a:gd name="connsiteY6227" fmla="*/ 1323193 h 4550534"/>
              <a:gd name="connsiteX6228" fmla="*/ 4393477 w 5876984"/>
              <a:gd name="connsiteY6228" fmla="*/ 1331150 h 4550534"/>
              <a:gd name="connsiteX6229" fmla="*/ 4399868 w 5876984"/>
              <a:gd name="connsiteY6229" fmla="*/ 1340903 h 4550534"/>
              <a:gd name="connsiteX6230" fmla="*/ 4389104 w 5876984"/>
              <a:gd name="connsiteY6230" fmla="*/ 1331150 h 4550534"/>
              <a:gd name="connsiteX6231" fmla="*/ 4389104 w 5876984"/>
              <a:gd name="connsiteY6231" fmla="*/ 1349117 h 4550534"/>
              <a:gd name="connsiteX6232" fmla="*/ 4371946 w 5876984"/>
              <a:gd name="connsiteY6232" fmla="*/ 1347576 h 4550534"/>
              <a:gd name="connsiteX6233" fmla="*/ 4378339 w 5876984"/>
              <a:gd name="connsiteY6233" fmla="*/ 1370164 h 4550534"/>
              <a:gd name="connsiteX6234" fmla="*/ 4389104 w 5876984"/>
              <a:gd name="connsiteY6234" fmla="*/ 1371703 h 4550534"/>
              <a:gd name="connsiteX6235" fmla="*/ 4382712 w 5876984"/>
              <a:gd name="connsiteY6235" fmla="*/ 1373500 h 4550534"/>
              <a:gd name="connsiteX6236" fmla="*/ 4397514 w 5876984"/>
              <a:gd name="connsiteY6236" fmla="*/ 1378376 h 4550534"/>
              <a:gd name="connsiteX6237" fmla="*/ 4374302 w 5876984"/>
              <a:gd name="connsiteY6237" fmla="*/ 1391210 h 4550534"/>
              <a:gd name="connsiteX6238" fmla="*/ 4367910 w 5876984"/>
              <a:gd name="connsiteY6238" fmla="*/ 1381457 h 4550534"/>
              <a:gd name="connsiteX6239" fmla="*/ 4369928 w 5876984"/>
              <a:gd name="connsiteY6239" fmla="*/ 1370164 h 4550534"/>
              <a:gd name="connsiteX6240" fmla="*/ 4350754 w 5876984"/>
              <a:gd name="connsiteY6240" fmla="*/ 1375040 h 4550534"/>
              <a:gd name="connsiteX6241" fmla="*/ 4350754 w 5876984"/>
              <a:gd name="connsiteY6241" fmla="*/ 1388130 h 4550534"/>
              <a:gd name="connsiteX6242" fmla="*/ 4361518 w 5876984"/>
              <a:gd name="connsiteY6242" fmla="*/ 1384793 h 4550534"/>
              <a:gd name="connsiteX6243" fmla="*/ 4374302 w 5876984"/>
              <a:gd name="connsiteY6243" fmla="*/ 1391210 h 4550534"/>
              <a:gd name="connsiteX6244" fmla="*/ 4365555 w 5876984"/>
              <a:gd name="connsiteY6244" fmla="*/ 1400964 h 4550534"/>
              <a:gd name="connsiteX6245" fmla="*/ 4359164 w 5876984"/>
              <a:gd name="connsiteY6245" fmla="*/ 1393007 h 4550534"/>
              <a:gd name="connsiteX6246" fmla="*/ 4355126 w 5876984"/>
              <a:gd name="connsiteY6246" fmla="*/ 1396087 h 4550534"/>
              <a:gd name="connsiteX6247" fmla="*/ 4360341 w 5876984"/>
              <a:gd name="connsiteY6247" fmla="*/ 1401637 h 4550534"/>
              <a:gd name="connsiteX6248" fmla="*/ 4363946 w 5876984"/>
              <a:gd name="connsiteY6248" fmla="*/ 1404543 h 4550534"/>
              <a:gd name="connsiteX6249" fmla="*/ 4396031 w 5876984"/>
              <a:gd name="connsiteY6249" fmla="*/ 1391418 h 4550534"/>
              <a:gd name="connsiteX6250" fmla="*/ 4406418 w 5876984"/>
              <a:gd name="connsiteY6250" fmla="*/ 1383816 h 4550534"/>
              <a:gd name="connsiteX6251" fmla="*/ 4421008 w 5876984"/>
              <a:gd name="connsiteY6251" fmla="*/ 1388163 h 4550534"/>
              <a:gd name="connsiteX6252" fmla="*/ 4422281 w 5876984"/>
              <a:gd name="connsiteY6252" fmla="*/ 1387039 h 4550534"/>
              <a:gd name="connsiteX6253" fmla="*/ 4437882 w 5876984"/>
              <a:gd name="connsiteY6253" fmla="*/ 1381457 h 4550534"/>
              <a:gd name="connsiteX6254" fmla="*/ 4457056 w 5876984"/>
              <a:gd name="connsiteY6254" fmla="*/ 1360410 h 4550534"/>
              <a:gd name="connsiteX6255" fmla="*/ 4450665 w 5876984"/>
              <a:gd name="connsiteY6255" fmla="*/ 1370164 h 4550534"/>
              <a:gd name="connsiteX6256" fmla="*/ 4473182 w 5876984"/>
              <a:gd name="connsiteY6256" fmla="*/ 1344645 h 4550534"/>
              <a:gd name="connsiteX6257" fmla="*/ 4488506 w 5876984"/>
              <a:gd name="connsiteY6257" fmla="*/ 1339533 h 4550534"/>
              <a:gd name="connsiteX6258" fmla="*/ 4489108 w 5876984"/>
              <a:gd name="connsiteY6258" fmla="*/ 1338484 h 4550534"/>
              <a:gd name="connsiteX6259" fmla="*/ 4490482 w 5876984"/>
              <a:gd name="connsiteY6259" fmla="*/ 1325599 h 4550534"/>
              <a:gd name="connsiteX6260" fmla="*/ 4510208 w 5876984"/>
              <a:gd name="connsiteY6260" fmla="*/ 1292393 h 4550534"/>
              <a:gd name="connsiteX6261" fmla="*/ 4522990 w 5876984"/>
              <a:gd name="connsiteY6261" fmla="*/ 1287517 h 4550534"/>
              <a:gd name="connsiteX6262" fmla="*/ 4542166 w 5876984"/>
              <a:gd name="connsiteY6262" fmla="*/ 1274426 h 4550534"/>
              <a:gd name="connsiteX6263" fmla="*/ 4559322 w 5876984"/>
              <a:gd name="connsiteY6263" fmla="*/ 1237210 h 4550534"/>
              <a:gd name="connsiteX6264" fmla="*/ 4571769 w 5876984"/>
              <a:gd name="connsiteY6264" fmla="*/ 1245423 h 4550534"/>
              <a:gd name="connsiteX6265" fmla="*/ 4561341 w 5876984"/>
              <a:gd name="connsiteY6265" fmla="*/ 1237210 h 4550534"/>
              <a:gd name="connsiteX6266" fmla="*/ 4582534 w 5876984"/>
              <a:gd name="connsiteY6266" fmla="*/ 1193319 h 4550534"/>
              <a:gd name="connsiteX6267" fmla="*/ 4584552 w 5876984"/>
              <a:gd name="connsiteY6267" fmla="*/ 1183566 h 4550534"/>
              <a:gd name="connsiteX6268" fmla="*/ 4597336 w 5876984"/>
              <a:gd name="connsiteY6268" fmla="*/ 1183566 h 4550534"/>
              <a:gd name="connsiteX6269" fmla="*/ 4597336 w 5876984"/>
              <a:gd name="connsiteY6269" fmla="*/ 1164316 h 4550534"/>
              <a:gd name="connsiteX6270" fmla="*/ 4610118 w 5876984"/>
              <a:gd name="connsiteY6270" fmla="*/ 1147889 h 4550534"/>
              <a:gd name="connsiteX6271" fmla="*/ 4659234 w 5876984"/>
              <a:gd name="connsiteY6271" fmla="*/ 1092962 h 4550534"/>
              <a:gd name="connsiteX6272" fmla="*/ 4671680 w 5876984"/>
              <a:gd name="connsiteY6272" fmla="*/ 1036239 h 4550534"/>
              <a:gd name="connsiteX6273" fmla="*/ 4682445 w 5876984"/>
              <a:gd name="connsiteY6273" fmla="*/ 1026229 h 4550534"/>
              <a:gd name="connsiteX6274" fmla="*/ 4680427 w 5876984"/>
              <a:gd name="connsiteY6274" fmla="*/ 1068579 h 4550534"/>
              <a:gd name="connsiteX6275" fmla="*/ 4697246 w 5876984"/>
              <a:gd name="connsiteY6275" fmla="*/ 1071659 h 4550534"/>
              <a:gd name="connsiteX6276" fmla="*/ 4693210 w 5876984"/>
              <a:gd name="connsiteY6276" fmla="*/ 1057286 h 4550534"/>
              <a:gd name="connsiteX6277" fmla="*/ 4716422 w 5876984"/>
              <a:gd name="connsiteY6277" fmla="*/ 1058826 h 4550534"/>
              <a:gd name="connsiteX6278" fmla="*/ 4699602 w 5876984"/>
              <a:gd name="connsiteY6278" fmla="*/ 1044195 h 4550534"/>
              <a:gd name="connsiteX6279" fmla="*/ 4710030 w 5876984"/>
              <a:gd name="connsiteY6279" fmla="*/ 1026229 h 4550534"/>
              <a:gd name="connsiteX6280" fmla="*/ 4686818 w 5876984"/>
              <a:gd name="connsiteY6280" fmla="*/ 1021352 h 4550534"/>
              <a:gd name="connsiteX6281" fmla="*/ 4690855 w 5876984"/>
              <a:gd name="connsiteY6281" fmla="*/ 998765 h 4550534"/>
              <a:gd name="connsiteX6282" fmla="*/ 4708012 w 5876984"/>
              <a:gd name="connsiteY6282" fmla="*/ 997225 h 4550534"/>
              <a:gd name="connsiteX6283" fmla="*/ 4722813 w 5876984"/>
              <a:gd name="connsiteY6283" fmla="*/ 966425 h 4550534"/>
              <a:gd name="connsiteX6284" fmla="*/ 4720794 w 5876984"/>
              <a:gd name="connsiteY6284" fmla="*/ 989012 h 4550534"/>
              <a:gd name="connsiteX6285" fmla="*/ 4744006 w 5876984"/>
              <a:gd name="connsiteY6285" fmla="*/ 982595 h 4550534"/>
              <a:gd name="connsiteX6286" fmla="*/ 4731223 w 5876984"/>
              <a:gd name="connsiteY6286" fmla="*/ 972841 h 4550534"/>
              <a:gd name="connsiteX6287" fmla="*/ 4756789 w 5876984"/>
              <a:gd name="connsiteY6287" fmla="*/ 933828 h 4550534"/>
              <a:gd name="connsiteX6288" fmla="*/ 4773946 w 5876984"/>
              <a:gd name="connsiteY6288" fmla="*/ 930748 h 4550534"/>
              <a:gd name="connsiteX6289" fmla="*/ 4771927 w 5876984"/>
              <a:gd name="connsiteY6289" fmla="*/ 925871 h 4550534"/>
              <a:gd name="connsiteX6290" fmla="*/ 4744006 w 5876984"/>
              <a:gd name="connsiteY6290" fmla="*/ 927411 h 4550534"/>
              <a:gd name="connsiteX6291" fmla="*/ 4748380 w 5876984"/>
              <a:gd name="connsiteY6291" fmla="*/ 912781 h 4550534"/>
              <a:gd name="connsiteX6292" fmla="*/ 4731223 w 5876984"/>
              <a:gd name="connsiteY6292" fmla="*/ 920994 h 4550534"/>
              <a:gd name="connsiteX6293" fmla="*/ 4741988 w 5876984"/>
              <a:gd name="connsiteY6293" fmla="*/ 904825 h 4550534"/>
              <a:gd name="connsiteX6294" fmla="*/ 4761162 w 5876984"/>
              <a:gd name="connsiteY6294" fmla="*/ 914578 h 4550534"/>
              <a:gd name="connsiteX6295" fmla="*/ 4767554 w 5876984"/>
              <a:gd name="connsiteY6295" fmla="*/ 898151 h 4550534"/>
              <a:gd name="connsiteX6296" fmla="*/ 4769695 w 5876984"/>
              <a:gd name="connsiteY6296" fmla="*/ 898171 h 4550534"/>
              <a:gd name="connsiteX6297" fmla="*/ 4770322 w 5876984"/>
              <a:gd name="connsiteY6297" fmla="*/ 896821 h 4550534"/>
              <a:gd name="connsiteX6298" fmla="*/ 4776731 w 5876984"/>
              <a:gd name="connsiteY6298" fmla="*/ 885033 h 4550534"/>
              <a:gd name="connsiteX6299" fmla="*/ 4782409 w 5876984"/>
              <a:gd name="connsiteY6299" fmla="*/ 889190 h 4550534"/>
              <a:gd name="connsiteX6300" fmla="*/ 4782314 w 5876984"/>
              <a:gd name="connsiteY6300" fmla="*/ 889995 h 4550534"/>
              <a:gd name="connsiteX6301" fmla="*/ 4787528 w 5876984"/>
              <a:gd name="connsiteY6301" fmla="*/ 887724 h 4550534"/>
              <a:gd name="connsiteX6302" fmla="*/ 4801531 w 5876984"/>
              <a:gd name="connsiteY6302" fmla="*/ 883521 h 4550534"/>
              <a:gd name="connsiteX6303" fmla="*/ 4795140 w 5876984"/>
              <a:gd name="connsiteY6303" fmla="*/ 875564 h 4550534"/>
              <a:gd name="connsiteX6304" fmla="*/ 4784375 w 5876984"/>
              <a:gd name="connsiteY6304" fmla="*/ 880441 h 4550534"/>
              <a:gd name="connsiteX6305" fmla="*/ 4787878 w 5876984"/>
              <a:gd name="connsiteY6305" fmla="*/ 869242 h 4550534"/>
              <a:gd name="connsiteX6306" fmla="*/ 4783894 w 5876984"/>
              <a:gd name="connsiteY6306" fmla="*/ 861159 h 4550534"/>
              <a:gd name="connsiteX6307" fmla="*/ 4801494 w 5876984"/>
              <a:gd name="connsiteY6307" fmla="*/ 837520 h 4550534"/>
              <a:gd name="connsiteX6308" fmla="*/ 4797182 w 5876984"/>
              <a:gd name="connsiteY6308" fmla="*/ 848145 h 4550534"/>
              <a:gd name="connsiteX6309" fmla="*/ 4805484 w 5876984"/>
              <a:gd name="connsiteY6309" fmla="*/ 863597 h 4550534"/>
              <a:gd name="connsiteX6310" fmla="*/ 4812296 w 5876984"/>
              <a:gd name="connsiteY6310" fmla="*/ 880441 h 4550534"/>
              <a:gd name="connsiteX6311" fmla="*/ 4820706 w 5876984"/>
              <a:gd name="connsiteY6311" fmla="*/ 878644 h 4550534"/>
              <a:gd name="connsiteX6312" fmla="*/ 4814314 w 5876984"/>
              <a:gd name="connsiteY6312" fmla="*/ 838091 h 4550534"/>
              <a:gd name="connsiteX6313" fmla="*/ 4827098 w 5876984"/>
              <a:gd name="connsiteY6313" fmla="*/ 836551 h 4550534"/>
              <a:gd name="connsiteX6314" fmla="*/ 4827098 w 5876984"/>
              <a:gd name="connsiteY6314" fmla="*/ 831674 h 4550534"/>
              <a:gd name="connsiteX6315" fmla="*/ 4816332 w 5876984"/>
              <a:gd name="connsiteY6315" fmla="*/ 831674 h 4550534"/>
              <a:gd name="connsiteX6316" fmla="*/ 4827098 w 5876984"/>
              <a:gd name="connsiteY6316" fmla="*/ 813964 h 4550534"/>
              <a:gd name="connsiteX6317" fmla="*/ 4818351 w 5876984"/>
              <a:gd name="connsiteY6317" fmla="*/ 781367 h 4550534"/>
              <a:gd name="connsiteX6318" fmla="*/ 4837526 w 5876984"/>
              <a:gd name="connsiteY6318" fmla="*/ 807290 h 4550534"/>
              <a:gd name="connsiteX6319" fmla="*/ 4839880 w 5876984"/>
              <a:gd name="connsiteY6319" fmla="*/ 773411 h 4550534"/>
              <a:gd name="connsiteX6320" fmla="*/ 4814314 w 5876984"/>
              <a:gd name="connsiteY6320" fmla="*/ 774950 h 4550534"/>
              <a:gd name="connsiteX6321" fmla="*/ 4816332 w 5876984"/>
              <a:gd name="connsiteY6321" fmla="*/ 766738 h 4550534"/>
              <a:gd name="connsiteX6322" fmla="*/ 4846272 w 5876984"/>
              <a:gd name="connsiteY6322" fmla="*/ 770074 h 4550534"/>
              <a:gd name="connsiteX6323" fmla="*/ 4852664 w 5876984"/>
              <a:gd name="connsiteY6323" fmla="*/ 753904 h 4550534"/>
              <a:gd name="connsiteX6324" fmla="*/ 4844674 w 5876984"/>
              <a:gd name="connsiteY6324" fmla="*/ 728943 h 4550534"/>
              <a:gd name="connsiteX6325" fmla="*/ 4846492 w 5876984"/>
              <a:gd name="connsiteY6325" fmla="*/ 720997 h 4550534"/>
              <a:gd name="connsiteX6326" fmla="*/ 4845604 w 5876984"/>
              <a:gd name="connsiteY6326" fmla="*/ 722935 h 4550534"/>
              <a:gd name="connsiteX6327" fmla="*/ 4830551 w 5876984"/>
              <a:gd name="connsiteY6327" fmla="*/ 721398 h 4550534"/>
              <a:gd name="connsiteX6328" fmla="*/ 4839248 w 5876984"/>
              <a:gd name="connsiteY6328" fmla="*/ 682449 h 4550534"/>
              <a:gd name="connsiteX6329" fmla="*/ 4852048 w 5876984"/>
              <a:gd name="connsiteY6329" fmla="*/ 689604 h 4550534"/>
              <a:gd name="connsiteX6330" fmla="*/ 4855730 w 5876984"/>
              <a:gd name="connsiteY6330" fmla="*/ 697160 h 4550534"/>
              <a:gd name="connsiteX6331" fmla="*/ 4863056 w 5876984"/>
              <a:gd name="connsiteY6331" fmla="*/ 692635 h 4550534"/>
              <a:gd name="connsiteX6332" fmla="*/ 4858884 w 5876984"/>
              <a:gd name="connsiteY6332" fmla="*/ 704352 h 4550534"/>
              <a:gd name="connsiteX6333" fmla="*/ 4858710 w 5876984"/>
              <a:gd name="connsiteY6333" fmla="*/ 700524 h 4550534"/>
              <a:gd name="connsiteX6334" fmla="*/ 4856106 w 5876984"/>
              <a:gd name="connsiteY6334" fmla="*/ 700025 h 4550534"/>
              <a:gd name="connsiteX6335" fmla="*/ 4852548 w 5876984"/>
              <a:gd name="connsiteY6335" fmla="*/ 707785 h 4550534"/>
              <a:gd name="connsiteX6336" fmla="*/ 4855292 w 5876984"/>
              <a:gd name="connsiteY6336" fmla="*/ 708943 h 4550534"/>
              <a:gd name="connsiteX6337" fmla="*/ 4860464 w 5876984"/>
              <a:gd name="connsiteY6337" fmla="*/ 721848 h 4550534"/>
              <a:gd name="connsiteX6338" fmla="*/ 4868948 w 5876984"/>
              <a:gd name="connsiteY6338" fmla="*/ 724477 h 4550534"/>
              <a:gd name="connsiteX6339" fmla="*/ 4869846 w 5876984"/>
              <a:gd name="connsiteY6339" fmla="*/ 722927 h 4550534"/>
              <a:gd name="connsiteX6340" fmla="*/ 4871466 w 5876984"/>
              <a:gd name="connsiteY6340" fmla="*/ 715219 h 4550534"/>
              <a:gd name="connsiteX6341" fmla="*/ 4884286 w 5876984"/>
              <a:gd name="connsiteY6341" fmla="*/ 687427 h 4550534"/>
              <a:gd name="connsiteX6342" fmla="*/ 4880250 w 5876984"/>
              <a:gd name="connsiteY6342" fmla="*/ 658167 h 4550534"/>
              <a:gd name="connsiteX6343" fmla="*/ 4870914 w 5876984"/>
              <a:gd name="connsiteY6343" fmla="*/ 655536 h 4550534"/>
              <a:gd name="connsiteX6344" fmla="*/ 4864426 w 5876984"/>
              <a:gd name="connsiteY6344" fmla="*/ 652395 h 4550534"/>
              <a:gd name="connsiteX6345" fmla="*/ 4863162 w 5876984"/>
              <a:gd name="connsiteY6345" fmla="*/ 654102 h 4550534"/>
              <a:gd name="connsiteX6346" fmla="*/ 4854799 w 5876984"/>
              <a:gd name="connsiteY6346" fmla="*/ 661818 h 4550534"/>
              <a:gd name="connsiteX6347" fmla="*/ 4854799 w 5876984"/>
              <a:gd name="connsiteY6347" fmla="*/ 647034 h 4550534"/>
              <a:gd name="connsiteX6348" fmla="*/ 4846310 w 5876984"/>
              <a:gd name="connsiteY6348" fmla="*/ 637178 h 4550534"/>
              <a:gd name="connsiteX6349" fmla="*/ 4859680 w 5876984"/>
              <a:gd name="connsiteY6349" fmla="*/ 640615 h 4550534"/>
              <a:gd name="connsiteX6350" fmla="*/ 4860211 w 5876984"/>
              <a:gd name="connsiteY6350" fmla="*/ 640858 h 4550534"/>
              <a:gd name="connsiteX6351" fmla="*/ 4862520 w 5876984"/>
              <a:gd name="connsiteY6351" fmla="*/ 639739 h 4550534"/>
              <a:gd name="connsiteX6352" fmla="*/ 4877894 w 5876984"/>
              <a:gd name="connsiteY6352" fmla="*/ 649953 h 4550534"/>
              <a:gd name="connsiteX6353" fmla="*/ 4879360 w 5876984"/>
              <a:gd name="connsiteY6353" fmla="*/ 646585 h 4550534"/>
              <a:gd name="connsiteX6354" fmla="*/ 4882991 w 5876984"/>
              <a:gd name="connsiteY6354" fmla="*/ 647810 h 4550534"/>
              <a:gd name="connsiteX6355" fmla="*/ 4884892 w 5876984"/>
              <a:gd name="connsiteY6355" fmla="*/ 644675 h 4550534"/>
              <a:gd name="connsiteX6356" fmla="*/ 4889136 w 5876984"/>
              <a:gd name="connsiteY6356" fmla="*/ 644377 h 4550534"/>
              <a:gd name="connsiteX6357" fmla="*/ 4882268 w 5876984"/>
              <a:gd name="connsiteY6357" fmla="*/ 639975 h 4550534"/>
              <a:gd name="connsiteX6358" fmla="*/ 4890678 w 5876984"/>
              <a:gd name="connsiteY6358" fmla="*/ 635580 h 4550534"/>
              <a:gd name="connsiteX6359" fmla="*/ 4274135 w 5876984"/>
              <a:gd name="connsiteY6359" fmla="*/ 634915 h 4550534"/>
              <a:gd name="connsiteX6360" fmla="*/ 4284548 w 5876984"/>
              <a:gd name="connsiteY6360" fmla="*/ 663942 h 4550534"/>
              <a:gd name="connsiteX6361" fmla="*/ 4280517 w 5876984"/>
              <a:gd name="connsiteY6361" fmla="*/ 677043 h 4550534"/>
              <a:gd name="connsiteX6362" fmla="*/ 4278166 w 5876984"/>
              <a:gd name="connsiteY6362" fmla="*/ 685263 h 4550534"/>
              <a:gd name="connsiteX6363" fmla="*/ 4257006 w 5876984"/>
              <a:gd name="connsiteY6363" fmla="*/ 712749 h 4550534"/>
              <a:gd name="connsiteX6364" fmla="*/ 4259357 w 5876984"/>
              <a:gd name="connsiteY6364" fmla="*/ 673703 h 4550534"/>
              <a:gd name="connsiteX6365" fmla="*/ 4274135 w 5876984"/>
              <a:gd name="connsiteY6365" fmla="*/ 634915 h 4550534"/>
              <a:gd name="connsiteX6366" fmla="*/ 4347268 w 5876984"/>
              <a:gd name="connsiteY6366" fmla="*/ 630388 h 4550534"/>
              <a:gd name="connsiteX6367" fmla="*/ 4387631 w 5876984"/>
              <a:gd name="connsiteY6367" fmla="*/ 644860 h 4550534"/>
              <a:gd name="connsiteX6368" fmla="*/ 4372495 w 5876984"/>
              <a:gd name="connsiteY6368" fmla="*/ 662950 h 4550534"/>
              <a:gd name="connsiteX6369" fmla="*/ 4362068 w 5876984"/>
              <a:gd name="connsiteY6369" fmla="*/ 644860 h 4550534"/>
              <a:gd name="connsiteX6370" fmla="*/ 4342895 w 5876984"/>
              <a:gd name="connsiteY6370" fmla="*/ 661400 h 4550534"/>
              <a:gd name="connsiteX6371" fmla="*/ 4347268 w 5876984"/>
              <a:gd name="connsiteY6371" fmla="*/ 630388 h 4550534"/>
              <a:gd name="connsiteX6372" fmla="*/ 5027288 w 5876984"/>
              <a:gd name="connsiteY6372" fmla="*/ 628525 h 4550534"/>
              <a:gd name="connsiteX6373" fmla="*/ 5031362 w 5876984"/>
              <a:gd name="connsiteY6373" fmla="*/ 636825 h 4550534"/>
              <a:gd name="connsiteX6374" fmla="*/ 5050718 w 5876984"/>
              <a:gd name="connsiteY6374" fmla="*/ 638380 h 4550534"/>
              <a:gd name="connsiteX6375" fmla="*/ 5027288 w 5876984"/>
              <a:gd name="connsiteY6375" fmla="*/ 646680 h 4550534"/>
              <a:gd name="connsiteX6376" fmla="*/ 5027288 w 5876984"/>
              <a:gd name="connsiteY6376" fmla="*/ 628525 h 4550534"/>
              <a:gd name="connsiteX6377" fmla="*/ 4095732 w 5876984"/>
              <a:gd name="connsiteY6377" fmla="*/ 615675 h 4550534"/>
              <a:gd name="connsiteX6378" fmla="*/ 4128028 w 5876984"/>
              <a:gd name="connsiteY6378" fmla="*/ 625505 h 4550534"/>
              <a:gd name="connsiteX6379" fmla="*/ 4125648 w 5876984"/>
              <a:gd name="connsiteY6379" fmla="*/ 633525 h 4550534"/>
              <a:gd name="connsiteX6380" fmla="*/ 4095732 w 5876984"/>
              <a:gd name="connsiteY6380" fmla="*/ 615675 h 4550534"/>
              <a:gd name="connsiteX6381" fmla="*/ 5086089 w 5876984"/>
              <a:gd name="connsiteY6381" fmla="*/ 608130 h 4550534"/>
              <a:gd name="connsiteX6382" fmla="*/ 5090198 w 5876984"/>
              <a:gd name="connsiteY6382" fmla="*/ 633532 h 4550534"/>
              <a:gd name="connsiteX6383" fmla="*/ 5086089 w 5876984"/>
              <a:gd name="connsiteY6383" fmla="*/ 608130 h 4550534"/>
              <a:gd name="connsiteX6384" fmla="*/ 4802502 w 5876984"/>
              <a:gd name="connsiteY6384" fmla="*/ 607753 h 4550534"/>
              <a:gd name="connsiteX6385" fmla="*/ 4800524 w 5876984"/>
              <a:gd name="connsiteY6385" fmla="*/ 652768 h 4550534"/>
              <a:gd name="connsiteX6386" fmla="*/ 4802502 w 5876984"/>
              <a:gd name="connsiteY6386" fmla="*/ 607753 h 4550534"/>
              <a:gd name="connsiteX6387" fmla="*/ 4858884 w 5876984"/>
              <a:gd name="connsiteY6387" fmla="*/ 603226 h 4550534"/>
              <a:gd name="connsiteX6388" fmla="*/ 4874183 w 5876984"/>
              <a:gd name="connsiteY6388" fmla="*/ 621090 h 4550534"/>
              <a:gd name="connsiteX6389" fmla="*/ 4858884 w 5876984"/>
              <a:gd name="connsiteY6389" fmla="*/ 629001 h 4550534"/>
              <a:gd name="connsiteX6390" fmla="*/ 4858884 w 5876984"/>
              <a:gd name="connsiteY6390" fmla="*/ 603226 h 4550534"/>
              <a:gd name="connsiteX6391" fmla="*/ 4855142 w 5876984"/>
              <a:gd name="connsiteY6391" fmla="*/ 584639 h 4550534"/>
              <a:gd name="connsiteX6392" fmla="*/ 4850796 w 5876984"/>
              <a:gd name="connsiteY6392" fmla="*/ 597391 h 4550534"/>
              <a:gd name="connsiteX6393" fmla="*/ 4855142 w 5876984"/>
              <a:gd name="connsiteY6393" fmla="*/ 584639 h 4550534"/>
              <a:gd name="connsiteX6394" fmla="*/ 4099842 w 5876984"/>
              <a:gd name="connsiteY6394" fmla="*/ 583163 h 4550534"/>
              <a:gd name="connsiteX6395" fmla="*/ 4099842 w 5876984"/>
              <a:gd name="connsiteY6395" fmla="*/ 589404 h 4550534"/>
              <a:gd name="connsiteX6396" fmla="*/ 4077932 w 5876984"/>
              <a:gd name="connsiteY6396" fmla="*/ 587724 h 4550534"/>
              <a:gd name="connsiteX6397" fmla="*/ 4099842 w 5876984"/>
              <a:gd name="connsiteY6397" fmla="*/ 583163 h 4550534"/>
              <a:gd name="connsiteX6398" fmla="*/ 4896392 w 5876984"/>
              <a:gd name="connsiteY6398" fmla="*/ 581723 h 4550534"/>
              <a:gd name="connsiteX6399" fmla="*/ 4911278 w 5876984"/>
              <a:gd name="connsiteY6399" fmla="*/ 585118 h 4550534"/>
              <a:gd name="connsiteX6400" fmla="*/ 4902820 w 5876984"/>
              <a:gd name="connsiteY6400" fmla="*/ 595042 h 4550534"/>
              <a:gd name="connsiteX6401" fmla="*/ 4896392 w 5876984"/>
              <a:gd name="connsiteY6401" fmla="*/ 581723 h 4550534"/>
              <a:gd name="connsiteX6402" fmla="*/ 4291674 w 5876984"/>
              <a:gd name="connsiteY6402" fmla="*/ 577196 h 4550534"/>
              <a:gd name="connsiteX6403" fmla="*/ 4285240 w 5876984"/>
              <a:gd name="connsiteY6403" fmla="*/ 635790 h 4550534"/>
              <a:gd name="connsiteX6404" fmla="*/ 4291674 w 5876984"/>
              <a:gd name="connsiteY6404" fmla="*/ 577196 h 4550534"/>
              <a:gd name="connsiteX6405" fmla="*/ 3542416 w 5876984"/>
              <a:gd name="connsiteY6405" fmla="*/ 573104 h 4550534"/>
              <a:gd name="connsiteX6406" fmla="*/ 3546866 w 5876984"/>
              <a:gd name="connsiteY6406" fmla="*/ 574932 h 4550534"/>
              <a:gd name="connsiteX6407" fmla="*/ 3542416 w 5876984"/>
              <a:gd name="connsiteY6407" fmla="*/ 573104 h 4550534"/>
              <a:gd name="connsiteX6408" fmla="*/ 4941748 w 5876984"/>
              <a:gd name="connsiteY6408" fmla="*/ 565163 h 4550534"/>
              <a:gd name="connsiteX6409" fmla="*/ 4948354 w 5876984"/>
              <a:gd name="connsiteY6409" fmla="*/ 568519 h 4550534"/>
              <a:gd name="connsiteX6410" fmla="*/ 4935142 w 5876984"/>
              <a:gd name="connsiteY6410" fmla="*/ 578069 h 4550534"/>
              <a:gd name="connsiteX6411" fmla="*/ 4941748 w 5876984"/>
              <a:gd name="connsiteY6411" fmla="*/ 565163 h 4550534"/>
              <a:gd name="connsiteX6412" fmla="*/ 5002174 w 5876984"/>
              <a:gd name="connsiteY6412" fmla="*/ 543976 h 4550534"/>
              <a:gd name="connsiteX6413" fmla="*/ 5002037 w 5876984"/>
              <a:gd name="connsiteY6413" fmla="*/ 544387 h 4550534"/>
              <a:gd name="connsiteX6414" fmla="*/ 5000621 w 5876984"/>
              <a:gd name="connsiteY6414" fmla="*/ 548649 h 4550534"/>
              <a:gd name="connsiteX6415" fmla="*/ 4452836 w 5876984"/>
              <a:gd name="connsiteY6415" fmla="*/ 540980 h 4550534"/>
              <a:gd name="connsiteX6416" fmla="*/ 4437598 w 5876984"/>
              <a:gd name="connsiteY6416" fmla="*/ 640317 h 4550534"/>
              <a:gd name="connsiteX6417" fmla="*/ 4405768 w 5876984"/>
              <a:gd name="connsiteY6417" fmla="*/ 628736 h 4550534"/>
              <a:gd name="connsiteX6418" fmla="*/ 4431164 w 5876984"/>
              <a:gd name="connsiteY6418" fmla="*/ 628736 h 4550534"/>
              <a:gd name="connsiteX6419" fmla="*/ 4452836 w 5876984"/>
              <a:gd name="connsiteY6419" fmla="*/ 540980 h 4550534"/>
              <a:gd name="connsiteX6420" fmla="*/ 5003889 w 5876984"/>
              <a:gd name="connsiteY6420" fmla="*/ 538813 h 4550534"/>
              <a:gd name="connsiteX6421" fmla="*/ 5003512 w 5876984"/>
              <a:gd name="connsiteY6421" fmla="*/ 539948 h 4550534"/>
              <a:gd name="connsiteX6422" fmla="*/ 5002174 w 5876984"/>
              <a:gd name="connsiteY6422" fmla="*/ 543976 h 4550534"/>
              <a:gd name="connsiteX6423" fmla="*/ 4946312 w 5876984"/>
              <a:gd name="connsiteY6423" fmla="*/ 538716 h 4550534"/>
              <a:gd name="connsiteX6424" fmla="*/ 4942055 w 5876984"/>
              <a:gd name="connsiteY6424" fmla="*/ 553170 h 4550534"/>
              <a:gd name="connsiteX6425" fmla="*/ 4946312 w 5876984"/>
              <a:gd name="connsiteY6425" fmla="*/ 538716 h 4550534"/>
              <a:gd name="connsiteX6426" fmla="*/ 5004869 w 5876984"/>
              <a:gd name="connsiteY6426" fmla="*/ 535864 h 4550534"/>
              <a:gd name="connsiteX6427" fmla="*/ 5003889 w 5876984"/>
              <a:gd name="connsiteY6427" fmla="*/ 538813 h 4550534"/>
              <a:gd name="connsiteX6428" fmla="*/ 5004397 w 5876984"/>
              <a:gd name="connsiteY6428" fmla="*/ 537284 h 4550534"/>
              <a:gd name="connsiteX6429" fmla="*/ 5004869 w 5876984"/>
              <a:gd name="connsiteY6429" fmla="*/ 535864 h 4550534"/>
              <a:gd name="connsiteX6430" fmla="*/ 4865726 w 5876984"/>
              <a:gd name="connsiteY6430" fmla="*/ 533057 h 4550534"/>
              <a:gd name="connsiteX6431" fmla="*/ 4877844 w 5876984"/>
              <a:gd name="connsiteY6431" fmla="*/ 570516 h 4550534"/>
              <a:gd name="connsiteX6432" fmla="*/ 4861468 w 5876984"/>
              <a:gd name="connsiteY6432" fmla="*/ 575423 h 4550534"/>
              <a:gd name="connsiteX6433" fmla="*/ 4865726 w 5876984"/>
              <a:gd name="connsiteY6433" fmla="*/ 533057 h 4550534"/>
              <a:gd name="connsiteX6434" fmla="*/ 5147260 w 5876984"/>
              <a:gd name="connsiteY6434" fmla="*/ 532031 h 4550534"/>
              <a:gd name="connsiteX6435" fmla="*/ 5164946 w 5876984"/>
              <a:gd name="connsiteY6435" fmla="*/ 539847 h 4550534"/>
              <a:gd name="connsiteX6436" fmla="*/ 5162599 w 5876984"/>
              <a:gd name="connsiteY6436" fmla="*/ 550913 h 4550534"/>
              <a:gd name="connsiteX6437" fmla="*/ 5126712 w 5876984"/>
              <a:gd name="connsiteY6437" fmla="*/ 535069 h 4550534"/>
              <a:gd name="connsiteX6438" fmla="*/ 5141470 w 5876984"/>
              <a:gd name="connsiteY6438" fmla="*/ 535069 h 4550534"/>
              <a:gd name="connsiteX6439" fmla="*/ 5147260 w 5876984"/>
              <a:gd name="connsiteY6439" fmla="*/ 532031 h 4550534"/>
              <a:gd name="connsiteX6440" fmla="*/ 4242592 w 5876984"/>
              <a:gd name="connsiteY6440" fmla="*/ 528530 h 4550534"/>
              <a:gd name="connsiteX6441" fmla="*/ 4250780 w 5876984"/>
              <a:gd name="connsiteY6441" fmla="*/ 542989 h 4550534"/>
              <a:gd name="connsiteX6442" fmla="*/ 4242592 w 5876984"/>
              <a:gd name="connsiteY6442" fmla="*/ 528530 h 4550534"/>
              <a:gd name="connsiteX6443" fmla="*/ 4068050 w 5876984"/>
              <a:gd name="connsiteY6443" fmla="*/ 527858 h 4550534"/>
              <a:gd name="connsiteX6444" fmla="*/ 4076325 w 5876984"/>
              <a:gd name="connsiteY6444" fmla="*/ 538203 h 4550534"/>
              <a:gd name="connsiteX6445" fmla="*/ 4105786 w 5876984"/>
              <a:gd name="connsiteY6445" fmla="*/ 539795 h 4550534"/>
              <a:gd name="connsiteX6446" fmla="*/ 4070036 w 5876984"/>
              <a:gd name="connsiteY6446" fmla="*/ 541386 h 4550534"/>
              <a:gd name="connsiteX6447" fmla="*/ 4068050 w 5876984"/>
              <a:gd name="connsiteY6447" fmla="*/ 527858 h 4550534"/>
              <a:gd name="connsiteX6448" fmla="*/ 4918444 w 5876984"/>
              <a:gd name="connsiteY6448" fmla="*/ 526266 h 4550534"/>
              <a:gd name="connsiteX6449" fmla="*/ 4916450 w 5876984"/>
              <a:gd name="connsiteY6449" fmla="*/ 540726 h 4550534"/>
              <a:gd name="connsiteX6450" fmla="*/ 4918444 w 5876984"/>
              <a:gd name="connsiteY6450" fmla="*/ 526266 h 4550534"/>
              <a:gd name="connsiteX6451" fmla="*/ 4296748 w 5876984"/>
              <a:gd name="connsiteY6451" fmla="*/ 525135 h 4550534"/>
              <a:gd name="connsiteX6452" fmla="*/ 4311693 w 5876984"/>
              <a:gd name="connsiteY6452" fmla="*/ 542743 h 4550534"/>
              <a:gd name="connsiteX6453" fmla="*/ 4286453 w 5876984"/>
              <a:gd name="connsiteY6453" fmla="*/ 550910 h 4550534"/>
              <a:gd name="connsiteX6454" fmla="*/ 4296748 w 5876984"/>
              <a:gd name="connsiteY6454" fmla="*/ 525135 h 4550534"/>
              <a:gd name="connsiteX6455" fmla="*/ 4158242 w 5876984"/>
              <a:gd name="connsiteY6455" fmla="*/ 523646 h 4550534"/>
              <a:gd name="connsiteX6456" fmla="*/ 4168482 w 5876984"/>
              <a:gd name="connsiteY6456" fmla="*/ 525468 h 4550534"/>
              <a:gd name="connsiteX6457" fmla="*/ 4153525 w 5876984"/>
              <a:gd name="connsiteY6457" fmla="*/ 530328 h 4550534"/>
              <a:gd name="connsiteX6458" fmla="*/ 4151145 w 5876984"/>
              <a:gd name="connsiteY6458" fmla="*/ 557700 h 4550534"/>
              <a:gd name="connsiteX6459" fmla="*/ 4144686 w 5876984"/>
              <a:gd name="connsiteY6459" fmla="*/ 525468 h 4550534"/>
              <a:gd name="connsiteX6460" fmla="*/ 4158242 w 5876984"/>
              <a:gd name="connsiteY6460" fmla="*/ 523646 h 4550534"/>
              <a:gd name="connsiteX6461" fmla="*/ 4832660 w 5876984"/>
              <a:gd name="connsiteY6461" fmla="*/ 517212 h 4550534"/>
              <a:gd name="connsiteX6462" fmla="*/ 4823969 w 5876984"/>
              <a:gd name="connsiteY6462" fmla="*/ 564489 h 4550534"/>
              <a:gd name="connsiteX6463" fmla="*/ 4832660 w 5876984"/>
              <a:gd name="connsiteY6463" fmla="*/ 517212 h 4550534"/>
              <a:gd name="connsiteX6464" fmla="*/ 4228792 w 5876984"/>
              <a:gd name="connsiteY6464" fmla="*/ 517212 h 4550534"/>
              <a:gd name="connsiteX6465" fmla="*/ 4252126 w 5876984"/>
              <a:gd name="connsiteY6465" fmla="*/ 525570 h 4550534"/>
              <a:gd name="connsiteX6466" fmla="*/ 4230791 w 5876984"/>
              <a:gd name="connsiteY6466" fmla="*/ 527137 h 4550534"/>
              <a:gd name="connsiteX6467" fmla="*/ 4228792 w 5876984"/>
              <a:gd name="connsiteY6467" fmla="*/ 517212 h 4550534"/>
              <a:gd name="connsiteX6468" fmla="*/ 4398714 w 5876984"/>
              <a:gd name="connsiteY6468" fmla="*/ 510086 h 4550534"/>
              <a:gd name="connsiteX6469" fmla="*/ 4412732 w 5876984"/>
              <a:gd name="connsiteY6469" fmla="*/ 510363 h 4550534"/>
              <a:gd name="connsiteX6470" fmla="*/ 4418782 w 5876984"/>
              <a:gd name="connsiteY6470" fmla="*/ 534739 h 4550534"/>
              <a:gd name="connsiteX6471" fmla="*/ 4391218 w 5876984"/>
              <a:gd name="connsiteY6471" fmla="*/ 546028 h 4550534"/>
              <a:gd name="connsiteX6472" fmla="*/ 4384832 w 5876984"/>
              <a:gd name="connsiteY6472" fmla="*/ 576820 h 4550534"/>
              <a:gd name="connsiteX6473" fmla="*/ 4399958 w 5876984"/>
              <a:gd name="connsiteY6473" fmla="*/ 578359 h 4550534"/>
              <a:gd name="connsiteX6474" fmla="*/ 4380798 w 5876984"/>
              <a:gd name="connsiteY6474" fmla="*/ 633527 h 4550534"/>
              <a:gd name="connsiteX6475" fmla="*/ 4353234 w 5876984"/>
              <a:gd name="connsiteY6475" fmla="*/ 609407 h 4550534"/>
              <a:gd name="connsiteX6476" fmla="*/ 4357384 w 5876984"/>
              <a:gd name="connsiteY6476" fmla="*/ 592793 h 4550534"/>
              <a:gd name="connsiteX6477" fmla="*/ 4352110 w 5876984"/>
              <a:gd name="connsiteY6477" fmla="*/ 589102 h 4550534"/>
              <a:gd name="connsiteX6478" fmla="*/ 4356938 w 5876984"/>
              <a:gd name="connsiteY6478" fmla="*/ 569273 h 4550534"/>
              <a:gd name="connsiteX6479" fmla="*/ 4365480 w 5876984"/>
              <a:gd name="connsiteY6479" fmla="*/ 574486 h 4550534"/>
              <a:gd name="connsiteX6480" fmla="*/ 4366171 w 5876984"/>
              <a:gd name="connsiteY6480" fmla="*/ 577359 h 4550534"/>
              <a:gd name="connsiteX6481" fmla="*/ 4369538 w 5876984"/>
              <a:gd name="connsiteY6481" fmla="*/ 572394 h 4550534"/>
              <a:gd name="connsiteX6482" fmla="*/ 4363656 w 5876984"/>
              <a:gd name="connsiteY6482" fmla="*/ 542693 h 4550534"/>
              <a:gd name="connsiteX6483" fmla="*/ 4391218 w 5876984"/>
              <a:gd name="connsiteY6483" fmla="*/ 529864 h 4550534"/>
              <a:gd name="connsiteX6484" fmla="*/ 4380798 w 5876984"/>
              <a:gd name="connsiteY6484" fmla="*/ 524988 h 4550534"/>
              <a:gd name="connsiteX6485" fmla="*/ 4398714 w 5876984"/>
              <a:gd name="connsiteY6485" fmla="*/ 510086 h 4550534"/>
              <a:gd name="connsiteX6486" fmla="*/ 4464034 w 5876984"/>
              <a:gd name="connsiteY6486" fmla="*/ 495664 h 4550534"/>
              <a:gd name="connsiteX6487" fmla="*/ 4461479 w 5876984"/>
              <a:gd name="connsiteY6487" fmla="*/ 524881 h 4550534"/>
              <a:gd name="connsiteX6488" fmla="*/ 4457194 w 5876984"/>
              <a:gd name="connsiteY6488" fmla="*/ 511937 h 4550534"/>
              <a:gd name="connsiteX6489" fmla="*/ 4464034 w 5876984"/>
              <a:gd name="connsiteY6489" fmla="*/ 495664 h 4550534"/>
              <a:gd name="connsiteX6490" fmla="*/ 5103424 w 5876984"/>
              <a:gd name="connsiteY6490" fmla="*/ 492991 h 4550534"/>
              <a:gd name="connsiteX6491" fmla="*/ 5097054 w 5876984"/>
              <a:gd name="connsiteY6491" fmla="*/ 556565 h 4550534"/>
              <a:gd name="connsiteX6492" fmla="*/ 5103424 w 5876984"/>
              <a:gd name="connsiteY6492" fmla="*/ 492991 h 4550534"/>
              <a:gd name="connsiteX6493" fmla="*/ 4301319 w 5876984"/>
              <a:gd name="connsiteY6493" fmla="*/ 492218 h 4550534"/>
              <a:gd name="connsiteX6494" fmla="*/ 4309702 w 5876984"/>
              <a:gd name="connsiteY6494" fmla="*/ 509729 h 4550534"/>
              <a:gd name="connsiteX6495" fmla="*/ 4337196 w 5876984"/>
              <a:gd name="connsiteY6495" fmla="*/ 514551 h 4550534"/>
              <a:gd name="connsiteX6496" fmla="*/ 4292937 w 5876984"/>
              <a:gd name="connsiteY6496" fmla="*/ 520895 h 4550534"/>
              <a:gd name="connsiteX6497" fmla="*/ 4296960 w 5876984"/>
              <a:gd name="connsiteY6497" fmla="*/ 519373 h 4550534"/>
              <a:gd name="connsiteX6498" fmla="*/ 4301319 w 5876984"/>
              <a:gd name="connsiteY6498" fmla="*/ 492218 h 4550534"/>
              <a:gd name="connsiteX6499" fmla="*/ 4401574 w 5876984"/>
              <a:gd name="connsiteY6499" fmla="*/ 486655 h 4550534"/>
              <a:gd name="connsiteX6500" fmla="*/ 4405802 w 5876984"/>
              <a:gd name="connsiteY6500" fmla="*/ 491436 h 4550534"/>
              <a:gd name="connsiteX6501" fmla="*/ 4405742 w 5876984"/>
              <a:gd name="connsiteY6501" fmla="*/ 498673 h 4550534"/>
              <a:gd name="connsiteX6502" fmla="*/ 4414330 w 5876984"/>
              <a:gd name="connsiteY6502" fmla="*/ 499521 h 4550534"/>
              <a:gd name="connsiteX6503" fmla="*/ 4409183 w 5876984"/>
              <a:gd name="connsiteY6503" fmla="*/ 504712 h 4550534"/>
              <a:gd name="connsiteX6504" fmla="*/ 4401957 w 5876984"/>
              <a:gd name="connsiteY6504" fmla="*/ 506832 h 4550534"/>
              <a:gd name="connsiteX6505" fmla="*/ 4400919 w 5876984"/>
              <a:gd name="connsiteY6505" fmla="*/ 508654 h 4550534"/>
              <a:gd name="connsiteX6506" fmla="*/ 4390934 w 5876984"/>
              <a:gd name="connsiteY6506" fmla="*/ 512430 h 4550534"/>
              <a:gd name="connsiteX6507" fmla="*/ 4393470 w 5876984"/>
              <a:gd name="connsiteY6507" fmla="*/ 506285 h 4550534"/>
              <a:gd name="connsiteX6508" fmla="*/ 4392267 w 5876984"/>
              <a:gd name="connsiteY6508" fmla="*/ 506092 h 4550534"/>
              <a:gd name="connsiteX6509" fmla="*/ 4390559 w 5876984"/>
              <a:gd name="connsiteY6509" fmla="*/ 499521 h 4550534"/>
              <a:gd name="connsiteX6510" fmla="*/ 4396500 w 5876984"/>
              <a:gd name="connsiteY6510" fmla="*/ 498947 h 4550534"/>
              <a:gd name="connsiteX6511" fmla="*/ 5071138 w 5876984"/>
              <a:gd name="connsiteY6511" fmla="*/ 480996 h 4550534"/>
              <a:gd name="connsiteX6512" fmla="*/ 5058892 w 5876984"/>
              <a:gd name="connsiteY6512" fmla="*/ 490740 h 4550534"/>
              <a:gd name="connsiteX6513" fmla="*/ 5077428 w 5876984"/>
              <a:gd name="connsiteY6513" fmla="*/ 495612 h 4550534"/>
              <a:gd name="connsiteX6514" fmla="*/ 5071138 w 5876984"/>
              <a:gd name="connsiteY6514" fmla="*/ 480996 h 4550534"/>
              <a:gd name="connsiteX6515" fmla="*/ 4162506 w 5876984"/>
              <a:gd name="connsiteY6515" fmla="*/ 480996 h 4550534"/>
              <a:gd name="connsiteX6516" fmla="*/ 4166918 w 5876984"/>
              <a:gd name="connsiteY6516" fmla="*/ 506772 h 4550534"/>
              <a:gd name="connsiteX6517" fmla="*/ 4138752 w 5876984"/>
              <a:gd name="connsiteY6517" fmla="*/ 495542 h 4550534"/>
              <a:gd name="connsiteX6518" fmla="*/ 4162506 w 5876984"/>
              <a:gd name="connsiteY6518" fmla="*/ 480996 h 4550534"/>
              <a:gd name="connsiteX6519" fmla="*/ 4336468 w 5876984"/>
              <a:gd name="connsiteY6519" fmla="*/ 477601 h 4550534"/>
              <a:gd name="connsiteX6520" fmla="*/ 4363898 w 5876984"/>
              <a:gd name="connsiteY6520" fmla="*/ 477601 h 4550534"/>
              <a:gd name="connsiteX6521" fmla="*/ 4336468 w 5876984"/>
              <a:gd name="connsiteY6521" fmla="*/ 477601 h 4550534"/>
              <a:gd name="connsiteX6522" fmla="*/ 4078610 w 5876984"/>
              <a:gd name="connsiteY6522" fmla="*/ 477601 h 4550534"/>
              <a:gd name="connsiteX6523" fmla="*/ 4078610 w 5876984"/>
              <a:gd name="connsiteY6523" fmla="*/ 495451 h 4550534"/>
              <a:gd name="connsiteX6524" fmla="*/ 4078610 w 5876984"/>
              <a:gd name="connsiteY6524" fmla="*/ 477601 h 4550534"/>
              <a:gd name="connsiteX6525" fmla="*/ 4426189 w 5876984"/>
              <a:gd name="connsiteY6525" fmla="*/ 476118 h 4550534"/>
              <a:gd name="connsiteX6526" fmla="*/ 4424102 w 5876984"/>
              <a:gd name="connsiteY6526" fmla="*/ 485757 h 4550534"/>
              <a:gd name="connsiteX6527" fmla="*/ 4426189 w 5876984"/>
              <a:gd name="connsiteY6527" fmla="*/ 476118 h 4550534"/>
              <a:gd name="connsiteX6528" fmla="*/ 4086549 w 5876984"/>
              <a:gd name="connsiteY6528" fmla="*/ 447406 h 4550534"/>
              <a:gd name="connsiteX6529" fmla="*/ 4105787 w 5876984"/>
              <a:gd name="connsiteY6529" fmla="*/ 460600 h 4550534"/>
              <a:gd name="connsiteX6530" fmla="*/ 4095238 w 5876984"/>
              <a:gd name="connsiteY6530" fmla="*/ 467153 h 4550534"/>
              <a:gd name="connsiteX6531" fmla="*/ 4076448 w 5876984"/>
              <a:gd name="connsiteY6531" fmla="*/ 449069 h 4550534"/>
              <a:gd name="connsiteX6532" fmla="*/ 4086549 w 5876984"/>
              <a:gd name="connsiteY6532" fmla="*/ 447406 h 4550534"/>
              <a:gd name="connsiteX6533" fmla="*/ 4962488 w 5876984"/>
              <a:gd name="connsiteY6533" fmla="*/ 437989 h 4550534"/>
              <a:gd name="connsiteX6534" fmla="*/ 4970836 w 5876984"/>
              <a:gd name="connsiteY6534" fmla="*/ 445925 h 4550534"/>
              <a:gd name="connsiteX6535" fmla="*/ 4952134 w 5876984"/>
              <a:gd name="connsiteY6535" fmla="*/ 449253 h 4550534"/>
              <a:gd name="connsiteX6536" fmla="*/ 4958480 w 5876984"/>
              <a:gd name="connsiteY6536" fmla="*/ 468708 h 4550534"/>
              <a:gd name="connsiteX6537" fmla="*/ 4977182 w 5876984"/>
              <a:gd name="connsiteY6537" fmla="*/ 455653 h 4550534"/>
              <a:gd name="connsiteX6538" fmla="*/ 4956142 w 5876984"/>
              <a:gd name="connsiteY6538" fmla="*/ 491236 h 4550534"/>
              <a:gd name="connsiteX6539" fmla="*/ 4954138 w 5876984"/>
              <a:gd name="connsiteY6539" fmla="*/ 505827 h 4550534"/>
              <a:gd name="connsiteX6540" fmla="*/ 4968832 w 5876984"/>
              <a:gd name="connsiteY6540" fmla="*/ 523747 h 4550534"/>
              <a:gd name="connsiteX6541" fmla="*/ 4937106 w 5876984"/>
              <a:gd name="connsiteY6541" fmla="*/ 514019 h 4550534"/>
              <a:gd name="connsiteX6542" fmla="*/ 4949797 w 5876984"/>
              <a:gd name="connsiteY6542" fmla="*/ 504291 h 4550534"/>
              <a:gd name="connsiteX6543" fmla="*/ 4939444 w 5876984"/>
              <a:gd name="connsiteY6543" fmla="*/ 504291 h 4550534"/>
              <a:gd name="connsiteX6544" fmla="*/ 4941448 w 5876984"/>
              <a:gd name="connsiteY6544" fmla="*/ 493027 h 4550534"/>
              <a:gd name="connsiteX6545" fmla="*/ 4949797 w 5876984"/>
              <a:gd name="connsiteY6545" fmla="*/ 447717 h 4550534"/>
              <a:gd name="connsiteX6546" fmla="*/ 4962488 w 5876984"/>
              <a:gd name="connsiteY6546" fmla="*/ 437989 h 4550534"/>
              <a:gd name="connsiteX6547" fmla="*/ 4444478 w 5876984"/>
              <a:gd name="connsiteY6547" fmla="*/ 434594 h 4550534"/>
              <a:gd name="connsiteX6548" fmla="*/ 4457350 w 5876984"/>
              <a:gd name="connsiteY6548" fmla="*/ 449141 h 4550534"/>
              <a:gd name="connsiteX6549" fmla="*/ 4429574 w 5876984"/>
              <a:gd name="connsiteY6549" fmla="*/ 445823 h 4550534"/>
              <a:gd name="connsiteX6550" fmla="*/ 4423137 w 5876984"/>
              <a:gd name="connsiteY6550" fmla="*/ 453989 h 4550534"/>
              <a:gd name="connsiteX6551" fmla="*/ 4414669 w 5876984"/>
              <a:gd name="connsiteY6551" fmla="*/ 449141 h 4550534"/>
              <a:gd name="connsiteX6552" fmla="*/ 4421104 w 5876984"/>
              <a:gd name="connsiteY6552" fmla="*/ 439443 h 4550534"/>
              <a:gd name="connsiteX6553" fmla="*/ 4444478 w 5876984"/>
              <a:gd name="connsiteY6553" fmla="*/ 434594 h 4550534"/>
              <a:gd name="connsiteX6554" fmla="*/ 4977304 w 5876984"/>
              <a:gd name="connsiteY6554" fmla="*/ 428935 h 4550534"/>
              <a:gd name="connsiteX6555" fmla="*/ 4988002 w 5876984"/>
              <a:gd name="connsiteY6555" fmla="*/ 428935 h 4550534"/>
              <a:gd name="connsiteX6556" fmla="*/ 4992348 w 5876984"/>
              <a:gd name="connsiteY6556" fmla="*/ 440001 h 4550534"/>
              <a:gd name="connsiteX6557" fmla="*/ 4979644 w 5876984"/>
              <a:gd name="connsiteY6557" fmla="*/ 455846 h 4550534"/>
              <a:gd name="connsiteX6558" fmla="*/ 4977304 w 5876984"/>
              <a:gd name="connsiteY6558" fmla="*/ 428935 h 4550534"/>
              <a:gd name="connsiteX6559" fmla="*/ 4935142 w 5876984"/>
              <a:gd name="connsiteY6559" fmla="*/ 424408 h 4550534"/>
              <a:gd name="connsiteX6560" fmla="*/ 4937228 w 5876984"/>
              <a:gd name="connsiteY6560" fmla="*/ 443398 h 4550534"/>
              <a:gd name="connsiteX6561" fmla="*/ 4935142 w 5876984"/>
              <a:gd name="connsiteY6561" fmla="*/ 424408 h 4550534"/>
              <a:gd name="connsiteX6562" fmla="*/ 5088062 w 5876984"/>
              <a:gd name="connsiteY6562" fmla="*/ 419158 h 4550534"/>
              <a:gd name="connsiteX6563" fmla="*/ 5117902 w 5876984"/>
              <a:gd name="connsiteY6563" fmla="*/ 419158 h 4550534"/>
              <a:gd name="connsiteX6564" fmla="*/ 5119914 w 5876984"/>
              <a:gd name="connsiteY6564" fmla="*/ 435338 h 4550534"/>
              <a:gd name="connsiteX6565" fmla="*/ 5096444 w 5876984"/>
              <a:gd name="connsiteY6565" fmla="*/ 422497 h 4550534"/>
              <a:gd name="connsiteX6566" fmla="*/ 5105162 w 5876984"/>
              <a:gd name="connsiteY6566" fmla="*/ 477714 h 4550534"/>
              <a:gd name="connsiteX6567" fmla="*/ 5098792 w 5876984"/>
              <a:gd name="connsiteY6567" fmla="*/ 484135 h 4550534"/>
              <a:gd name="connsiteX6568" fmla="*/ 5079680 w 5876984"/>
              <a:gd name="connsiteY6568" fmla="*/ 480796 h 4550534"/>
              <a:gd name="connsiteX6569" fmla="*/ 5088062 w 5876984"/>
              <a:gd name="connsiteY6569" fmla="*/ 419158 h 4550534"/>
              <a:gd name="connsiteX6570" fmla="*/ 5054868 w 5876984"/>
              <a:gd name="connsiteY6570" fmla="*/ 416486 h 4550534"/>
              <a:gd name="connsiteX6571" fmla="*/ 5069586 w 5876984"/>
              <a:gd name="connsiteY6571" fmla="*/ 457011 h 4550534"/>
              <a:gd name="connsiteX6572" fmla="*/ 5067580 w 5876984"/>
              <a:gd name="connsiteY6572" fmla="*/ 475080 h 4550534"/>
              <a:gd name="connsiteX6573" fmla="*/ 5042157 w 5876984"/>
              <a:gd name="connsiteY6573" fmla="*/ 432748 h 4550534"/>
              <a:gd name="connsiteX6574" fmla="*/ 5054868 w 5876984"/>
              <a:gd name="connsiteY6574" fmla="*/ 416486 h 4550534"/>
              <a:gd name="connsiteX6575" fmla="*/ 5024101 w 5876984"/>
              <a:gd name="connsiteY6575" fmla="*/ 406300 h 4550534"/>
              <a:gd name="connsiteX6576" fmla="*/ 5026095 w 5876984"/>
              <a:gd name="connsiteY6576" fmla="*/ 432076 h 4550534"/>
              <a:gd name="connsiteX6577" fmla="*/ 5024101 w 5876984"/>
              <a:gd name="connsiteY6577" fmla="*/ 406300 h 4550534"/>
              <a:gd name="connsiteX6578" fmla="*/ 4429027 w 5876984"/>
              <a:gd name="connsiteY6578" fmla="*/ 397012 h 4550534"/>
              <a:gd name="connsiteX6579" fmla="*/ 4425689 w 5876984"/>
              <a:gd name="connsiteY6579" fmla="*/ 407178 h 4550534"/>
              <a:gd name="connsiteX6580" fmla="*/ 4425689 w 5876984"/>
              <a:gd name="connsiteY6580" fmla="*/ 397538 h 4550534"/>
              <a:gd name="connsiteX6581" fmla="*/ 4429027 w 5876984"/>
              <a:gd name="connsiteY6581" fmla="*/ 397012 h 4550534"/>
              <a:gd name="connsiteX6582" fmla="*/ 4461120 w 5876984"/>
              <a:gd name="connsiteY6582" fmla="*/ 394983 h 4550534"/>
              <a:gd name="connsiteX6583" fmla="*/ 4469231 w 5876984"/>
              <a:gd name="connsiteY6583" fmla="*/ 401554 h 4550534"/>
              <a:gd name="connsiteX6584" fmla="*/ 4459172 w 5876984"/>
              <a:gd name="connsiteY6584" fmla="*/ 417475 h 4550534"/>
              <a:gd name="connsiteX6585" fmla="*/ 4461120 w 5876984"/>
              <a:gd name="connsiteY6585" fmla="*/ 394983 h 4550534"/>
              <a:gd name="connsiteX6586" fmla="*/ 4482577 w 5876984"/>
              <a:gd name="connsiteY6586" fmla="*/ 389256 h 4550534"/>
              <a:gd name="connsiteX6587" fmla="*/ 4482577 w 5876984"/>
              <a:gd name="connsiteY6587" fmla="*/ 403848 h 4550534"/>
              <a:gd name="connsiteX6588" fmla="*/ 4482577 w 5876984"/>
              <a:gd name="connsiteY6588" fmla="*/ 389256 h 4550534"/>
              <a:gd name="connsiteX6589" fmla="*/ 5022008 w 5876984"/>
              <a:gd name="connsiteY6589" fmla="*/ 382933 h 4550534"/>
              <a:gd name="connsiteX6590" fmla="*/ 5019976 w 5876984"/>
              <a:gd name="connsiteY6590" fmla="*/ 407177 h 4550534"/>
              <a:gd name="connsiteX6591" fmla="*/ 5022008 w 5876984"/>
              <a:gd name="connsiteY6591" fmla="*/ 382933 h 4550534"/>
              <a:gd name="connsiteX6592" fmla="*/ 4417382 w 5876984"/>
              <a:gd name="connsiteY6592" fmla="*/ 381811 h 4550534"/>
              <a:gd name="connsiteX6593" fmla="*/ 4441032 w 5876984"/>
              <a:gd name="connsiteY6593" fmla="*/ 387563 h 4550534"/>
              <a:gd name="connsiteX6594" fmla="*/ 4400344 w 5876984"/>
              <a:gd name="connsiteY6594" fmla="*/ 389073 h 4550534"/>
              <a:gd name="connsiteX6595" fmla="*/ 4417382 w 5876984"/>
              <a:gd name="connsiteY6595" fmla="*/ 381811 h 4550534"/>
              <a:gd name="connsiteX6596" fmla="*/ 4364699 w 5876984"/>
              <a:gd name="connsiteY6596" fmla="*/ 375743 h 4550534"/>
              <a:gd name="connsiteX6597" fmla="*/ 4369033 w 5876984"/>
              <a:gd name="connsiteY6597" fmla="*/ 392454 h 4550534"/>
              <a:gd name="connsiteX6598" fmla="*/ 4364699 w 5876984"/>
              <a:gd name="connsiteY6598" fmla="*/ 375743 h 4550534"/>
              <a:gd name="connsiteX6599" fmla="*/ 4817071 w 5876984"/>
              <a:gd name="connsiteY6599" fmla="*/ 374611 h 4550534"/>
              <a:gd name="connsiteX6600" fmla="*/ 4821591 w 5876984"/>
              <a:gd name="connsiteY6600" fmla="*/ 430944 h 4550534"/>
              <a:gd name="connsiteX6601" fmla="*/ 4806293 w 5876984"/>
              <a:gd name="connsiteY6601" fmla="*/ 430944 h 4550534"/>
              <a:gd name="connsiteX6602" fmla="*/ 4817071 w 5876984"/>
              <a:gd name="connsiteY6602" fmla="*/ 374611 h 4550534"/>
              <a:gd name="connsiteX6603" fmla="*/ 4356640 w 5876984"/>
              <a:gd name="connsiteY6603" fmla="*/ 364426 h 4550534"/>
              <a:gd name="connsiteX6604" fmla="*/ 4347914 w 5876984"/>
              <a:gd name="connsiteY6604" fmla="*/ 390200 h 4550534"/>
              <a:gd name="connsiteX6605" fmla="*/ 4356640 w 5876984"/>
              <a:gd name="connsiteY6605" fmla="*/ 364426 h 4550534"/>
              <a:gd name="connsiteX6606" fmla="*/ 5117812 w 5876984"/>
              <a:gd name="connsiteY6606" fmla="*/ 349712 h 4550534"/>
              <a:gd name="connsiteX6607" fmla="*/ 5139174 w 5876984"/>
              <a:gd name="connsiteY6607" fmla="*/ 353040 h 4550534"/>
              <a:gd name="connsiteX6608" fmla="*/ 5126288 w 5876984"/>
              <a:gd name="connsiteY6608" fmla="*/ 370960 h 4550534"/>
              <a:gd name="connsiteX6609" fmla="*/ 5117812 w 5876984"/>
              <a:gd name="connsiteY6609" fmla="*/ 349712 h 4550534"/>
              <a:gd name="connsiteX6610" fmla="*/ 4422746 w 5876984"/>
              <a:gd name="connsiteY6610" fmla="*/ 328209 h 4550534"/>
              <a:gd name="connsiteX6611" fmla="*/ 4389450 w 5876984"/>
              <a:gd name="connsiteY6611" fmla="*/ 334748 h 4550534"/>
              <a:gd name="connsiteX6612" fmla="*/ 4422746 w 5876984"/>
              <a:gd name="connsiteY6612" fmla="*/ 328209 h 4550534"/>
              <a:gd name="connsiteX6613" fmla="*/ 5093748 w 5876984"/>
              <a:gd name="connsiteY6613" fmla="*/ 327077 h 4550534"/>
              <a:gd name="connsiteX6614" fmla="*/ 5106274 w 5876984"/>
              <a:gd name="connsiteY6614" fmla="*/ 359672 h 4550534"/>
              <a:gd name="connsiteX6615" fmla="*/ 5079243 w 5876984"/>
              <a:gd name="connsiteY6615" fmla="*/ 340012 h 4550534"/>
              <a:gd name="connsiteX6616" fmla="*/ 5089462 w 5876984"/>
              <a:gd name="connsiteY6616" fmla="*/ 336907 h 4550534"/>
              <a:gd name="connsiteX6617" fmla="*/ 5093748 w 5876984"/>
              <a:gd name="connsiteY6617" fmla="*/ 327077 h 4550534"/>
              <a:gd name="connsiteX6618" fmla="*/ 4592484 w 5876984"/>
              <a:gd name="connsiteY6618" fmla="*/ 315760 h 4550534"/>
              <a:gd name="connsiteX6619" fmla="*/ 4607262 w 5876984"/>
              <a:gd name="connsiteY6619" fmla="*/ 317275 h 4550534"/>
              <a:gd name="connsiteX6620" fmla="*/ 4609278 w 5876984"/>
              <a:gd name="connsiteY6620" fmla="*/ 334953 h 4550534"/>
              <a:gd name="connsiteX6621" fmla="*/ 4594498 w 5876984"/>
              <a:gd name="connsiteY6621" fmla="*/ 339498 h 4550534"/>
              <a:gd name="connsiteX6622" fmla="*/ 4579720 w 5876984"/>
              <a:gd name="connsiteY6622" fmla="*/ 346065 h 4550534"/>
              <a:gd name="connsiteX6623" fmla="*/ 4558561 w 5876984"/>
              <a:gd name="connsiteY6623" fmla="*/ 336468 h 4550534"/>
              <a:gd name="connsiteX6624" fmla="*/ 4592484 w 5876984"/>
              <a:gd name="connsiteY6624" fmla="*/ 315760 h 4550534"/>
              <a:gd name="connsiteX6625" fmla="*/ 4427278 w 5876984"/>
              <a:gd name="connsiteY6625" fmla="*/ 296520 h 4550534"/>
              <a:gd name="connsiteX6626" fmla="*/ 4422930 w 5876984"/>
              <a:gd name="connsiteY6626" fmla="*/ 307586 h 4550534"/>
              <a:gd name="connsiteX6627" fmla="*/ 4427278 w 5876984"/>
              <a:gd name="connsiteY6627" fmla="*/ 296520 h 4550534"/>
              <a:gd name="connsiteX6628" fmla="*/ 4592890 w 5876984"/>
              <a:gd name="connsiteY6628" fmla="*/ 277280 h 4550534"/>
              <a:gd name="connsiteX6629" fmla="*/ 4596901 w 5876984"/>
              <a:gd name="connsiteY6629" fmla="*/ 295415 h 4550534"/>
              <a:gd name="connsiteX6630" fmla="*/ 4592890 w 5876984"/>
              <a:gd name="connsiteY6630" fmla="*/ 277280 h 4550534"/>
              <a:gd name="connsiteX6631" fmla="*/ 5083198 w 5876984"/>
              <a:gd name="connsiteY6631" fmla="*/ 245591 h 4550534"/>
              <a:gd name="connsiteX6632" fmla="*/ 5087484 w 5876984"/>
              <a:gd name="connsiteY6632" fmla="*/ 260050 h 4550534"/>
              <a:gd name="connsiteX6633" fmla="*/ 5083198 w 5876984"/>
              <a:gd name="connsiteY6633" fmla="*/ 245591 h 4550534"/>
              <a:gd name="connsiteX6634" fmla="*/ 4378728 w 5876984"/>
              <a:gd name="connsiteY6634" fmla="*/ 232010 h 4550534"/>
              <a:gd name="connsiteX6635" fmla="*/ 4374652 w 5876984"/>
              <a:gd name="connsiteY6635" fmla="*/ 248721 h 4550534"/>
              <a:gd name="connsiteX6636" fmla="*/ 4378728 w 5876984"/>
              <a:gd name="connsiteY6636" fmla="*/ 232010 h 4550534"/>
              <a:gd name="connsiteX6637" fmla="*/ 5133377 w 5876984"/>
              <a:gd name="connsiteY6637" fmla="*/ 205273 h 4550534"/>
              <a:gd name="connsiteX6638" fmla="*/ 5129031 w 5876984"/>
              <a:gd name="connsiteY6638" fmla="*/ 216684 h 4550534"/>
              <a:gd name="connsiteX6639" fmla="*/ 5139728 w 5876984"/>
              <a:gd name="connsiteY6639" fmla="*/ 221612 h 4550534"/>
              <a:gd name="connsiteX6640" fmla="*/ 5133377 w 5876984"/>
              <a:gd name="connsiteY6640" fmla="*/ 205273 h 4550534"/>
              <a:gd name="connsiteX6641" fmla="*/ 4448884 w 5876984"/>
              <a:gd name="connsiteY6641" fmla="*/ 202584 h 4550534"/>
              <a:gd name="connsiteX6642" fmla="*/ 4446918 w 5876984"/>
              <a:gd name="connsiteY6642" fmla="*/ 223832 h 4550534"/>
              <a:gd name="connsiteX6643" fmla="*/ 4448884 w 5876984"/>
              <a:gd name="connsiteY6643" fmla="*/ 202584 h 4550534"/>
              <a:gd name="connsiteX6644" fmla="*/ 4999138 w 5876984"/>
              <a:gd name="connsiteY6644" fmla="*/ 199189 h 4550534"/>
              <a:gd name="connsiteX6645" fmla="*/ 5009750 w 5876984"/>
              <a:gd name="connsiteY6645" fmla="*/ 218518 h 4550534"/>
              <a:gd name="connsiteX6646" fmla="*/ 4999138 w 5876984"/>
              <a:gd name="connsiteY6646" fmla="*/ 199189 h 4550534"/>
              <a:gd name="connsiteX6647" fmla="*/ 4999486 w 5876984"/>
              <a:gd name="connsiteY6647" fmla="*/ 162973 h 4550534"/>
              <a:gd name="connsiteX6648" fmla="*/ 5009884 w 5876984"/>
              <a:gd name="connsiteY6648" fmla="*/ 188748 h 4550534"/>
              <a:gd name="connsiteX6649" fmla="*/ 4995126 w 5876984"/>
              <a:gd name="connsiteY6649" fmla="*/ 188748 h 4550534"/>
              <a:gd name="connsiteX6650" fmla="*/ 4999486 w 5876984"/>
              <a:gd name="connsiteY6650" fmla="*/ 162973 h 4550534"/>
              <a:gd name="connsiteX6651" fmla="*/ 5066701 w 5876984"/>
              <a:gd name="connsiteY6651" fmla="*/ 161508 h 4550534"/>
              <a:gd name="connsiteX6652" fmla="*/ 5081112 w 5876984"/>
              <a:gd name="connsiteY6652" fmla="*/ 168143 h 4550534"/>
              <a:gd name="connsiteX6653" fmla="*/ 5085370 w 5876984"/>
              <a:gd name="connsiteY6653" fmla="*/ 184221 h 4550534"/>
              <a:gd name="connsiteX6654" fmla="*/ 5066701 w 5876984"/>
              <a:gd name="connsiteY6654" fmla="*/ 174523 h 4550534"/>
              <a:gd name="connsiteX6655" fmla="*/ 5066701 w 5876984"/>
              <a:gd name="connsiteY6655" fmla="*/ 161508 h 4550534"/>
              <a:gd name="connsiteX6656" fmla="*/ 4467944 w 5876984"/>
              <a:gd name="connsiteY6656" fmla="*/ 157314 h 4550534"/>
              <a:gd name="connsiteX6657" fmla="*/ 4474261 w 5876984"/>
              <a:gd name="connsiteY6657" fmla="*/ 178562 h 4550534"/>
              <a:gd name="connsiteX6658" fmla="*/ 4467944 w 5876984"/>
              <a:gd name="connsiteY6658" fmla="*/ 157314 h 4550534"/>
              <a:gd name="connsiteX6659" fmla="*/ 5111548 w 5876984"/>
              <a:gd name="connsiteY6659" fmla="*/ 153919 h 4550534"/>
              <a:gd name="connsiteX6660" fmla="*/ 5109242 w 5876984"/>
              <a:gd name="connsiteY6660" fmla="*/ 221569 h 4550534"/>
              <a:gd name="connsiteX6661" fmla="*/ 5111548 w 5876984"/>
              <a:gd name="connsiteY6661" fmla="*/ 153919 h 4550534"/>
              <a:gd name="connsiteX6662" fmla="*/ 4150496 w 5876984"/>
              <a:gd name="connsiteY6662" fmla="*/ 150225 h 4550534"/>
              <a:gd name="connsiteX6663" fmla="*/ 4179958 w 5876984"/>
              <a:gd name="connsiteY6663" fmla="*/ 153581 h 4550534"/>
              <a:gd name="connsiteX6664" fmla="*/ 4156786 w 5876984"/>
              <a:gd name="connsiteY6664" fmla="*/ 161583 h 4550534"/>
              <a:gd name="connsiteX6665" fmla="*/ 4150496 w 5876984"/>
              <a:gd name="connsiteY6665" fmla="*/ 150225 h 4550534"/>
              <a:gd name="connsiteX6666" fmla="*/ 5483558 w 5876984"/>
              <a:gd name="connsiteY6666" fmla="*/ 148593 h 4550534"/>
              <a:gd name="connsiteX6667" fmla="*/ 5481250 w 5876984"/>
              <a:gd name="connsiteY6667" fmla="*/ 180825 h 4550534"/>
              <a:gd name="connsiteX6668" fmla="*/ 5483558 w 5876984"/>
              <a:gd name="connsiteY6668" fmla="*/ 148593 h 4550534"/>
              <a:gd name="connsiteX6669" fmla="*/ 4469556 w 5876984"/>
              <a:gd name="connsiteY6669" fmla="*/ 147824 h 4550534"/>
              <a:gd name="connsiteX6670" fmla="*/ 4482564 w 5876984"/>
              <a:gd name="connsiteY6670" fmla="*/ 159316 h 4550534"/>
              <a:gd name="connsiteX6671" fmla="*/ 4469556 w 5876984"/>
              <a:gd name="connsiteY6671" fmla="*/ 147824 h 4550534"/>
              <a:gd name="connsiteX6672" fmla="*/ 4451140 w 5876984"/>
              <a:gd name="connsiteY6672" fmla="*/ 146925 h 4550534"/>
              <a:gd name="connsiteX6673" fmla="*/ 4457349 w 5876984"/>
              <a:gd name="connsiteY6673" fmla="*/ 158745 h 4550534"/>
              <a:gd name="connsiteX6674" fmla="*/ 4444444 w 5876984"/>
              <a:gd name="connsiteY6674" fmla="*/ 158745 h 4550534"/>
              <a:gd name="connsiteX6675" fmla="*/ 4455311 w 5876984"/>
              <a:gd name="connsiteY6675" fmla="*/ 183088 h 4550534"/>
              <a:gd name="connsiteX6676" fmla="*/ 4448860 w 5876984"/>
              <a:gd name="connsiteY6676" fmla="*/ 147470 h 4550534"/>
              <a:gd name="connsiteX6677" fmla="*/ 4451140 w 5876984"/>
              <a:gd name="connsiteY6677" fmla="*/ 146925 h 4550534"/>
              <a:gd name="connsiteX6678" fmla="*/ 4317919 w 5876984"/>
              <a:gd name="connsiteY6678" fmla="*/ 143733 h 4550534"/>
              <a:gd name="connsiteX6679" fmla="*/ 4294994 w 5876984"/>
              <a:gd name="connsiteY6679" fmla="*/ 153657 h 4550534"/>
              <a:gd name="connsiteX6680" fmla="*/ 4317919 w 5876984"/>
              <a:gd name="connsiteY6680" fmla="*/ 143733 h 4550534"/>
              <a:gd name="connsiteX6681" fmla="*/ 4465804 w 5876984"/>
              <a:gd name="connsiteY6681" fmla="*/ 133112 h 4550534"/>
              <a:gd name="connsiteX6682" fmla="*/ 4474530 w 5876984"/>
              <a:gd name="connsiteY6682" fmla="*/ 146170 h 4550534"/>
              <a:gd name="connsiteX6683" fmla="*/ 4465804 w 5876984"/>
              <a:gd name="connsiteY6683" fmla="*/ 133112 h 4550534"/>
              <a:gd name="connsiteX6684" fmla="*/ 5171184 w 5876984"/>
              <a:gd name="connsiteY6684" fmla="*/ 127888 h 4550534"/>
              <a:gd name="connsiteX6685" fmla="*/ 5177644 w 5876984"/>
              <a:gd name="connsiteY6685" fmla="*/ 147578 h 4550534"/>
              <a:gd name="connsiteX6686" fmla="*/ 5171184 w 5876984"/>
              <a:gd name="connsiteY6686" fmla="*/ 127888 h 4550534"/>
              <a:gd name="connsiteX6687" fmla="*/ 4377254 w 5876984"/>
              <a:gd name="connsiteY6687" fmla="*/ 114599 h 4550534"/>
              <a:gd name="connsiteX6688" fmla="*/ 4341981 w 5876984"/>
              <a:gd name="connsiteY6688" fmla="*/ 119420 h 4550534"/>
              <a:gd name="connsiteX6689" fmla="*/ 4377254 w 5876984"/>
              <a:gd name="connsiteY6689" fmla="*/ 114599 h 4550534"/>
              <a:gd name="connsiteX6690" fmla="*/ 5031398 w 5876984"/>
              <a:gd name="connsiteY6690" fmla="*/ 112044 h 4550534"/>
              <a:gd name="connsiteX6691" fmla="*/ 5055169 w 5876984"/>
              <a:gd name="connsiteY6691" fmla="*/ 164982 h 4550534"/>
              <a:gd name="connsiteX6692" fmla="*/ 5031398 w 5876984"/>
              <a:gd name="connsiteY6692" fmla="*/ 112044 h 4550534"/>
              <a:gd name="connsiteX6693" fmla="*/ 4435692 w 5876984"/>
              <a:gd name="connsiteY6693" fmla="*/ 108649 h 4550534"/>
              <a:gd name="connsiteX6694" fmla="*/ 4442010 w 5876984"/>
              <a:gd name="connsiteY6694" fmla="*/ 123107 h 4550534"/>
              <a:gd name="connsiteX6695" fmla="*/ 4435692 w 5876984"/>
              <a:gd name="connsiteY6695" fmla="*/ 108649 h 4550534"/>
              <a:gd name="connsiteX6696" fmla="*/ 4204023 w 5876984"/>
              <a:gd name="connsiteY6696" fmla="*/ 89409 h 4550534"/>
              <a:gd name="connsiteX6697" fmla="*/ 4236318 w 5876984"/>
              <a:gd name="connsiteY6697" fmla="*/ 95938 h 4550534"/>
              <a:gd name="connsiteX6698" fmla="*/ 4204023 w 5876984"/>
              <a:gd name="connsiteY6698" fmla="*/ 89409 h 4550534"/>
              <a:gd name="connsiteX6699" fmla="*/ 5076276 w 5876984"/>
              <a:gd name="connsiteY6699" fmla="*/ 87145 h 4550534"/>
              <a:gd name="connsiteX6700" fmla="*/ 5093736 w 5876984"/>
              <a:gd name="connsiteY6700" fmla="*/ 93802 h 4550534"/>
              <a:gd name="connsiteX6701" fmla="*/ 5089284 w 5876984"/>
              <a:gd name="connsiteY6701" fmla="*/ 95400 h 4550534"/>
              <a:gd name="connsiteX6702" fmla="*/ 5089284 w 5876984"/>
              <a:gd name="connsiteY6702" fmla="*/ 100459 h 4550534"/>
              <a:gd name="connsiteX6703" fmla="*/ 5076276 w 5876984"/>
              <a:gd name="connsiteY6703" fmla="*/ 87145 h 4550534"/>
              <a:gd name="connsiteX6704" fmla="*/ 5488434 w 5876984"/>
              <a:gd name="connsiteY6704" fmla="*/ 75827 h 4550534"/>
              <a:gd name="connsiteX6705" fmla="*/ 5493001 w 5876984"/>
              <a:gd name="connsiteY6705" fmla="*/ 101603 h 4550534"/>
              <a:gd name="connsiteX6706" fmla="*/ 5488434 w 5876984"/>
              <a:gd name="connsiteY6706" fmla="*/ 75827 h 4550534"/>
              <a:gd name="connsiteX6707" fmla="*/ 4151755 w 5876984"/>
              <a:gd name="connsiteY6707" fmla="*/ 67906 h 4550534"/>
              <a:gd name="connsiteX6708" fmla="*/ 4145150 w 5876984"/>
              <a:gd name="connsiteY6708" fmla="*/ 92545 h 4550534"/>
              <a:gd name="connsiteX6709" fmla="*/ 4129852 w 5876984"/>
              <a:gd name="connsiteY6709" fmla="*/ 92545 h 4550534"/>
              <a:gd name="connsiteX6710" fmla="*/ 4131938 w 5876984"/>
              <a:gd name="connsiteY6710" fmla="*/ 71277 h 4550534"/>
              <a:gd name="connsiteX6711" fmla="*/ 4151755 w 5876984"/>
              <a:gd name="connsiteY6711" fmla="*/ 67906 h 4550534"/>
              <a:gd name="connsiteX6712" fmla="*/ 4976064 w 5876984"/>
              <a:gd name="connsiteY6712" fmla="*/ 30557 h 4550534"/>
              <a:gd name="connsiteX6713" fmla="*/ 4976064 w 5876984"/>
              <a:gd name="connsiteY6713" fmla="*/ 36804 h 4550534"/>
              <a:gd name="connsiteX6714" fmla="*/ 4986932 w 5876984"/>
              <a:gd name="connsiteY6714" fmla="*/ 41551 h 4550534"/>
              <a:gd name="connsiteX6715" fmla="*/ 4967574 w 5876984"/>
              <a:gd name="connsiteY6715" fmla="*/ 49547 h 4550534"/>
              <a:gd name="connsiteX6716" fmla="*/ 4976064 w 5876984"/>
              <a:gd name="connsiteY6716" fmla="*/ 30557 h 4550534"/>
              <a:gd name="connsiteX6717" fmla="*/ 5094676 w 5876984"/>
              <a:gd name="connsiteY6717" fmla="*/ 26030 h 4550534"/>
              <a:gd name="connsiteX6718" fmla="*/ 5096706 w 5876984"/>
              <a:gd name="connsiteY6718" fmla="*/ 42369 h 4550534"/>
              <a:gd name="connsiteX6719" fmla="*/ 5081820 w 5876984"/>
              <a:gd name="connsiteY6719" fmla="*/ 40813 h 4550534"/>
              <a:gd name="connsiteX6720" fmla="*/ 5081820 w 5876984"/>
              <a:gd name="connsiteY6720" fmla="*/ 50669 h 4550534"/>
              <a:gd name="connsiteX6721" fmla="*/ 5094676 w 5876984"/>
              <a:gd name="connsiteY6721" fmla="*/ 26030 h 4550534"/>
              <a:gd name="connsiteX6722" fmla="*/ 5025269 w 5876984"/>
              <a:gd name="connsiteY6722" fmla="*/ 23767 h 4550534"/>
              <a:gd name="connsiteX6723" fmla="*/ 5040332 w 5876984"/>
              <a:gd name="connsiteY6723" fmla="*/ 83495 h 4550534"/>
              <a:gd name="connsiteX6724" fmla="*/ 5025269 w 5876984"/>
              <a:gd name="connsiteY6724" fmla="*/ 23767 h 4550534"/>
              <a:gd name="connsiteX6725" fmla="*/ 4677392 w 5876984"/>
              <a:gd name="connsiteY6725" fmla="*/ 22635 h 4550534"/>
              <a:gd name="connsiteX6726" fmla="*/ 4690248 w 5876984"/>
              <a:gd name="connsiteY6726" fmla="*/ 27563 h 4550534"/>
              <a:gd name="connsiteX6727" fmla="*/ 4652017 w 5876984"/>
              <a:gd name="connsiteY6727" fmla="*/ 35603 h 4550534"/>
              <a:gd name="connsiteX6728" fmla="*/ 4668933 w 5876984"/>
              <a:gd name="connsiteY6728" fmla="*/ 34047 h 4550534"/>
              <a:gd name="connsiteX6729" fmla="*/ 4666904 w 5876984"/>
              <a:gd name="connsiteY6729" fmla="*/ 26007 h 4550534"/>
              <a:gd name="connsiteX6730" fmla="*/ 4677392 w 5876984"/>
              <a:gd name="connsiteY6730" fmla="*/ 22635 h 4550534"/>
              <a:gd name="connsiteX6731" fmla="*/ 5107074 w 5876984"/>
              <a:gd name="connsiteY6731" fmla="*/ 0 h 4550534"/>
              <a:gd name="connsiteX6732" fmla="*/ 5127996 w 5876984"/>
              <a:gd name="connsiteY6732" fmla="*/ 64255 h 4550534"/>
              <a:gd name="connsiteX6733" fmla="*/ 5107074 w 5876984"/>
              <a:gd name="connsiteY6733" fmla="*/ 0 h 4550534"/>
              <a:gd name="connsiteX6734" fmla="*/ 4622348 w 5876984"/>
              <a:gd name="connsiteY6734" fmla="*/ 0 h 4550534"/>
              <a:gd name="connsiteX6735" fmla="*/ 4626606 w 5876984"/>
              <a:gd name="connsiteY6735" fmla="*/ 3052 h 4550534"/>
              <a:gd name="connsiteX6736" fmla="*/ 4647239 w 5876984"/>
              <a:gd name="connsiteY6736" fmla="*/ 22381 h 4550534"/>
              <a:gd name="connsiteX6737" fmla="*/ 4622348 w 5876984"/>
              <a:gd name="connsiteY6737" fmla="*/ 0 h 4550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  <a:cxn ang="0">
                <a:pos x="connsiteX3870" y="connsiteY3870"/>
              </a:cxn>
              <a:cxn ang="0">
                <a:pos x="connsiteX3871" y="connsiteY3871"/>
              </a:cxn>
              <a:cxn ang="0">
                <a:pos x="connsiteX3872" y="connsiteY3872"/>
              </a:cxn>
              <a:cxn ang="0">
                <a:pos x="connsiteX3873" y="connsiteY3873"/>
              </a:cxn>
              <a:cxn ang="0">
                <a:pos x="connsiteX3874" y="connsiteY3874"/>
              </a:cxn>
              <a:cxn ang="0">
                <a:pos x="connsiteX3875" y="connsiteY3875"/>
              </a:cxn>
              <a:cxn ang="0">
                <a:pos x="connsiteX3876" y="connsiteY3876"/>
              </a:cxn>
              <a:cxn ang="0">
                <a:pos x="connsiteX3877" y="connsiteY3877"/>
              </a:cxn>
              <a:cxn ang="0">
                <a:pos x="connsiteX3878" y="connsiteY3878"/>
              </a:cxn>
              <a:cxn ang="0">
                <a:pos x="connsiteX3879" y="connsiteY3879"/>
              </a:cxn>
              <a:cxn ang="0">
                <a:pos x="connsiteX3880" y="connsiteY3880"/>
              </a:cxn>
              <a:cxn ang="0">
                <a:pos x="connsiteX3881" y="connsiteY3881"/>
              </a:cxn>
              <a:cxn ang="0">
                <a:pos x="connsiteX3882" y="connsiteY3882"/>
              </a:cxn>
              <a:cxn ang="0">
                <a:pos x="connsiteX3883" y="connsiteY3883"/>
              </a:cxn>
              <a:cxn ang="0">
                <a:pos x="connsiteX3884" y="connsiteY3884"/>
              </a:cxn>
              <a:cxn ang="0">
                <a:pos x="connsiteX3885" y="connsiteY3885"/>
              </a:cxn>
              <a:cxn ang="0">
                <a:pos x="connsiteX3886" y="connsiteY3886"/>
              </a:cxn>
              <a:cxn ang="0">
                <a:pos x="connsiteX3887" y="connsiteY3887"/>
              </a:cxn>
              <a:cxn ang="0">
                <a:pos x="connsiteX3888" y="connsiteY3888"/>
              </a:cxn>
              <a:cxn ang="0">
                <a:pos x="connsiteX3889" y="connsiteY3889"/>
              </a:cxn>
              <a:cxn ang="0">
                <a:pos x="connsiteX3890" y="connsiteY3890"/>
              </a:cxn>
              <a:cxn ang="0">
                <a:pos x="connsiteX3891" y="connsiteY3891"/>
              </a:cxn>
              <a:cxn ang="0">
                <a:pos x="connsiteX3892" y="connsiteY3892"/>
              </a:cxn>
              <a:cxn ang="0">
                <a:pos x="connsiteX3893" y="connsiteY3893"/>
              </a:cxn>
              <a:cxn ang="0">
                <a:pos x="connsiteX3894" y="connsiteY3894"/>
              </a:cxn>
              <a:cxn ang="0">
                <a:pos x="connsiteX3895" y="connsiteY3895"/>
              </a:cxn>
              <a:cxn ang="0">
                <a:pos x="connsiteX3896" y="connsiteY3896"/>
              </a:cxn>
              <a:cxn ang="0">
                <a:pos x="connsiteX3897" y="connsiteY3897"/>
              </a:cxn>
              <a:cxn ang="0">
                <a:pos x="connsiteX3898" y="connsiteY3898"/>
              </a:cxn>
              <a:cxn ang="0">
                <a:pos x="connsiteX3899" y="connsiteY3899"/>
              </a:cxn>
              <a:cxn ang="0">
                <a:pos x="connsiteX3900" y="connsiteY3900"/>
              </a:cxn>
              <a:cxn ang="0">
                <a:pos x="connsiteX3901" y="connsiteY3901"/>
              </a:cxn>
              <a:cxn ang="0">
                <a:pos x="connsiteX3902" y="connsiteY3902"/>
              </a:cxn>
              <a:cxn ang="0">
                <a:pos x="connsiteX3903" y="connsiteY3903"/>
              </a:cxn>
              <a:cxn ang="0">
                <a:pos x="connsiteX3904" y="connsiteY3904"/>
              </a:cxn>
              <a:cxn ang="0">
                <a:pos x="connsiteX3905" y="connsiteY3905"/>
              </a:cxn>
              <a:cxn ang="0">
                <a:pos x="connsiteX3906" y="connsiteY3906"/>
              </a:cxn>
              <a:cxn ang="0">
                <a:pos x="connsiteX3907" y="connsiteY3907"/>
              </a:cxn>
              <a:cxn ang="0">
                <a:pos x="connsiteX3908" y="connsiteY3908"/>
              </a:cxn>
              <a:cxn ang="0">
                <a:pos x="connsiteX3909" y="connsiteY3909"/>
              </a:cxn>
              <a:cxn ang="0">
                <a:pos x="connsiteX3910" y="connsiteY3910"/>
              </a:cxn>
              <a:cxn ang="0">
                <a:pos x="connsiteX3911" y="connsiteY3911"/>
              </a:cxn>
              <a:cxn ang="0">
                <a:pos x="connsiteX3912" y="connsiteY3912"/>
              </a:cxn>
              <a:cxn ang="0">
                <a:pos x="connsiteX3913" y="connsiteY3913"/>
              </a:cxn>
              <a:cxn ang="0">
                <a:pos x="connsiteX3914" y="connsiteY3914"/>
              </a:cxn>
              <a:cxn ang="0">
                <a:pos x="connsiteX3915" y="connsiteY3915"/>
              </a:cxn>
              <a:cxn ang="0">
                <a:pos x="connsiteX3916" y="connsiteY3916"/>
              </a:cxn>
              <a:cxn ang="0">
                <a:pos x="connsiteX3917" y="connsiteY3917"/>
              </a:cxn>
              <a:cxn ang="0">
                <a:pos x="connsiteX3918" y="connsiteY3918"/>
              </a:cxn>
              <a:cxn ang="0">
                <a:pos x="connsiteX3919" y="connsiteY3919"/>
              </a:cxn>
              <a:cxn ang="0">
                <a:pos x="connsiteX3920" y="connsiteY3920"/>
              </a:cxn>
              <a:cxn ang="0">
                <a:pos x="connsiteX3921" y="connsiteY3921"/>
              </a:cxn>
              <a:cxn ang="0">
                <a:pos x="connsiteX3922" y="connsiteY3922"/>
              </a:cxn>
              <a:cxn ang="0">
                <a:pos x="connsiteX3923" y="connsiteY3923"/>
              </a:cxn>
              <a:cxn ang="0">
                <a:pos x="connsiteX3924" y="connsiteY3924"/>
              </a:cxn>
              <a:cxn ang="0">
                <a:pos x="connsiteX3925" y="connsiteY3925"/>
              </a:cxn>
              <a:cxn ang="0">
                <a:pos x="connsiteX3926" y="connsiteY3926"/>
              </a:cxn>
              <a:cxn ang="0">
                <a:pos x="connsiteX3927" y="connsiteY3927"/>
              </a:cxn>
              <a:cxn ang="0">
                <a:pos x="connsiteX3928" y="connsiteY3928"/>
              </a:cxn>
              <a:cxn ang="0">
                <a:pos x="connsiteX3929" y="connsiteY3929"/>
              </a:cxn>
              <a:cxn ang="0">
                <a:pos x="connsiteX3930" y="connsiteY3930"/>
              </a:cxn>
              <a:cxn ang="0">
                <a:pos x="connsiteX3931" y="connsiteY3931"/>
              </a:cxn>
              <a:cxn ang="0">
                <a:pos x="connsiteX3932" y="connsiteY3932"/>
              </a:cxn>
              <a:cxn ang="0">
                <a:pos x="connsiteX3933" y="connsiteY3933"/>
              </a:cxn>
              <a:cxn ang="0">
                <a:pos x="connsiteX3934" y="connsiteY3934"/>
              </a:cxn>
              <a:cxn ang="0">
                <a:pos x="connsiteX3935" y="connsiteY3935"/>
              </a:cxn>
              <a:cxn ang="0">
                <a:pos x="connsiteX3936" y="connsiteY3936"/>
              </a:cxn>
              <a:cxn ang="0">
                <a:pos x="connsiteX3937" y="connsiteY3937"/>
              </a:cxn>
              <a:cxn ang="0">
                <a:pos x="connsiteX3938" y="connsiteY3938"/>
              </a:cxn>
              <a:cxn ang="0">
                <a:pos x="connsiteX3939" y="connsiteY3939"/>
              </a:cxn>
              <a:cxn ang="0">
                <a:pos x="connsiteX3940" y="connsiteY3940"/>
              </a:cxn>
              <a:cxn ang="0">
                <a:pos x="connsiteX3941" y="connsiteY3941"/>
              </a:cxn>
              <a:cxn ang="0">
                <a:pos x="connsiteX3942" y="connsiteY3942"/>
              </a:cxn>
              <a:cxn ang="0">
                <a:pos x="connsiteX3943" y="connsiteY3943"/>
              </a:cxn>
              <a:cxn ang="0">
                <a:pos x="connsiteX3944" y="connsiteY3944"/>
              </a:cxn>
              <a:cxn ang="0">
                <a:pos x="connsiteX3945" y="connsiteY3945"/>
              </a:cxn>
              <a:cxn ang="0">
                <a:pos x="connsiteX3946" y="connsiteY3946"/>
              </a:cxn>
              <a:cxn ang="0">
                <a:pos x="connsiteX3947" y="connsiteY3947"/>
              </a:cxn>
              <a:cxn ang="0">
                <a:pos x="connsiteX3948" y="connsiteY3948"/>
              </a:cxn>
              <a:cxn ang="0">
                <a:pos x="connsiteX3949" y="connsiteY3949"/>
              </a:cxn>
              <a:cxn ang="0">
                <a:pos x="connsiteX3950" y="connsiteY3950"/>
              </a:cxn>
              <a:cxn ang="0">
                <a:pos x="connsiteX3951" y="connsiteY3951"/>
              </a:cxn>
              <a:cxn ang="0">
                <a:pos x="connsiteX3952" y="connsiteY3952"/>
              </a:cxn>
              <a:cxn ang="0">
                <a:pos x="connsiteX3953" y="connsiteY3953"/>
              </a:cxn>
              <a:cxn ang="0">
                <a:pos x="connsiteX3954" y="connsiteY3954"/>
              </a:cxn>
              <a:cxn ang="0">
                <a:pos x="connsiteX3955" y="connsiteY3955"/>
              </a:cxn>
              <a:cxn ang="0">
                <a:pos x="connsiteX3956" y="connsiteY3956"/>
              </a:cxn>
              <a:cxn ang="0">
                <a:pos x="connsiteX3957" y="connsiteY3957"/>
              </a:cxn>
              <a:cxn ang="0">
                <a:pos x="connsiteX3958" y="connsiteY3958"/>
              </a:cxn>
              <a:cxn ang="0">
                <a:pos x="connsiteX3959" y="connsiteY3959"/>
              </a:cxn>
              <a:cxn ang="0">
                <a:pos x="connsiteX3960" y="connsiteY3960"/>
              </a:cxn>
              <a:cxn ang="0">
                <a:pos x="connsiteX3961" y="connsiteY3961"/>
              </a:cxn>
              <a:cxn ang="0">
                <a:pos x="connsiteX3962" y="connsiteY3962"/>
              </a:cxn>
              <a:cxn ang="0">
                <a:pos x="connsiteX3963" y="connsiteY3963"/>
              </a:cxn>
              <a:cxn ang="0">
                <a:pos x="connsiteX3964" y="connsiteY3964"/>
              </a:cxn>
              <a:cxn ang="0">
                <a:pos x="connsiteX3965" y="connsiteY3965"/>
              </a:cxn>
              <a:cxn ang="0">
                <a:pos x="connsiteX3966" y="connsiteY3966"/>
              </a:cxn>
              <a:cxn ang="0">
                <a:pos x="connsiteX3967" y="connsiteY3967"/>
              </a:cxn>
              <a:cxn ang="0">
                <a:pos x="connsiteX3968" y="connsiteY3968"/>
              </a:cxn>
              <a:cxn ang="0">
                <a:pos x="connsiteX3969" y="connsiteY3969"/>
              </a:cxn>
              <a:cxn ang="0">
                <a:pos x="connsiteX3970" y="connsiteY3970"/>
              </a:cxn>
              <a:cxn ang="0">
                <a:pos x="connsiteX3971" y="connsiteY3971"/>
              </a:cxn>
              <a:cxn ang="0">
                <a:pos x="connsiteX3972" y="connsiteY3972"/>
              </a:cxn>
              <a:cxn ang="0">
                <a:pos x="connsiteX3973" y="connsiteY3973"/>
              </a:cxn>
              <a:cxn ang="0">
                <a:pos x="connsiteX3974" y="connsiteY3974"/>
              </a:cxn>
              <a:cxn ang="0">
                <a:pos x="connsiteX3975" y="connsiteY3975"/>
              </a:cxn>
              <a:cxn ang="0">
                <a:pos x="connsiteX3976" y="connsiteY3976"/>
              </a:cxn>
              <a:cxn ang="0">
                <a:pos x="connsiteX3977" y="connsiteY3977"/>
              </a:cxn>
              <a:cxn ang="0">
                <a:pos x="connsiteX3978" y="connsiteY3978"/>
              </a:cxn>
              <a:cxn ang="0">
                <a:pos x="connsiteX3979" y="connsiteY3979"/>
              </a:cxn>
              <a:cxn ang="0">
                <a:pos x="connsiteX3980" y="connsiteY3980"/>
              </a:cxn>
              <a:cxn ang="0">
                <a:pos x="connsiteX3981" y="connsiteY3981"/>
              </a:cxn>
              <a:cxn ang="0">
                <a:pos x="connsiteX3982" y="connsiteY3982"/>
              </a:cxn>
              <a:cxn ang="0">
                <a:pos x="connsiteX3983" y="connsiteY3983"/>
              </a:cxn>
              <a:cxn ang="0">
                <a:pos x="connsiteX3984" y="connsiteY3984"/>
              </a:cxn>
              <a:cxn ang="0">
                <a:pos x="connsiteX3985" y="connsiteY3985"/>
              </a:cxn>
              <a:cxn ang="0">
                <a:pos x="connsiteX3986" y="connsiteY3986"/>
              </a:cxn>
              <a:cxn ang="0">
                <a:pos x="connsiteX3987" y="connsiteY3987"/>
              </a:cxn>
              <a:cxn ang="0">
                <a:pos x="connsiteX3988" y="connsiteY3988"/>
              </a:cxn>
              <a:cxn ang="0">
                <a:pos x="connsiteX3989" y="connsiteY3989"/>
              </a:cxn>
              <a:cxn ang="0">
                <a:pos x="connsiteX3990" y="connsiteY3990"/>
              </a:cxn>
              <a:cxn ang="0">
                <a:pos x="connsiteX3991" y="connsiteY3991"/>
              </a:cxn>
              <a:cxn ang="0">
                <a:pos x="connsiteX3992" y="connsiteY3992"/>
              </a:cxn>
              <a:cxn ang="0">
                <a:pos x="connsiteX3993" y="connsiteY3993"/>
              </a:cxn>
              <a:cxn ang="0">
                <a:pos x="connsiteX3994" y="connsiteY3994"/>
              </a:cxn>
              <a:cxn ang="0">
                <a:pos x="connsiteX3995" y="connsiteY3995"/>
              </a:cxn>
              <a:cxn ang="0">
                <a:pos x="connsiteX3996" y="connsiteY3996"/>
              </a:cxn>
              <a:cxn ang="0">
                <a:pos x="connsiteX3997" y="connsiteY3997"/>
              </a:cxn>
              <a:cxn ang="0">
                <a:pos x="connsiteX3998" y="connsiteY3998"/>
              </a:cxn>
              <a:cxn ang="0">
                <a:pos x="connsiteX3999" y="connsiteY3999"/>
              </a:cxn>
              <a:cxn ang="0">
                <a:pos x="connsiteX4000" y="connsiteY4000"/>
              </a:cxn>
              <a:cxn ang="0">
                <a:pos x="connsiteX4001" y="connsiteY4001"/>
              </a:cxn>
              <a:cxn ang="0">
                <a:pos x="connsiteX4002" y="connsiteY4002"/>
              </a:cxn>
              <a:cxn ang="0">
                <a:pos x="connsiteX4003" y="connsiteY4003"/>
              </a:cxn>
              <a:cxn ang="0">
                <a:pos x="connsiteX4004" y="connsiteY4004"/>
              </a:cxn>
              <a:cxn ang="0">
                <a:pos x="connsiteX4005" y="connsiteY4005"/>
              </a:cxn>
              <a:cxn ang="0">
                <a:pos x="connsiteX4006" y="connsiteY4006"/>
              </a:cxn>
              <a:cxn ang="0">
                <a:pos x="connsiteX4007" y="connsiteY4007"/>
              </a:cxn>
              <a:cxn ang="0">
                <a:pos x="connsiteX4008" y="connsiteY4008"/>
              </a:cxn>
              <a:cxn ang="0">
                <a:pos x="connsiteX4009" y="connsiteY4009"/>
              </a:cxn>
              <a:cxn ang="0">
                <a:pos x="connsiteX4010" y="connsiteY4010"/>
              </a:cxn>
              <a:cxn ang="0">
                <a:pos x="connsiteX4011" y="connsiteY4011"/>
              </a:cxn>
              <a:cxn ang="0">
                <a:pos x="connsiteX4012" y="connsiteY4012"/>
              </a:cxn>
              <a:cxn ang="0">
                <a:pos x="connsiteX4013" y="connsiteY4013"/>
              </a:cxn>
              <a:cxn ang="0">
                <a:pos x="connsiteX4014" y="connsiteY4014"/>
              </a:cxn>
              <a:cxn ang="0">
                <a:pos x="connsiteX4015" y="connsiteY4015"/>
              </a:cxn>
              <a:cxn ang="0">
                <a:pos x="connsiteX4016" y="connsiteY4016"/>
              </a:cxn>
              <a:cxn ang="0">
                <a:pos x="connsiteX4017" y="connsiteY4017"/>
              </a:cxn>
              <a:cxn ang="0">
                <a:pos x="connsiteX4018" y="connsiteY4018"/>
              </a:cxn>
              <a:cxn ang="0">
                <a:pos x="connsiteX4019" y="connsiteY4019"/>
              </a:cxn>
              <a:cxn ang="0">
                <a:pos x="connsiteX4020" y="connsiteY4020"/>
              </a:cxn>
              <a:cxn ang="0">
                <a:pos x="connsiteX4021" y="connsiteY4021"/>
              </a:cxn>
              <a:cxn ang="0">
                <a:pos x="connsiteX4022" y="connsiteY4022"/>
              </a:cxn>
              <a:cxn ang="0">
                <a:pos x="connsiteX4023" y="connsiteY4023"/>
              </a:cxn>
              <a:cxn ang="0">
                <a:pos x="connsiteX4024" y="connsiteY4024"/>
              </a:cxn>
              <a:cxn ang="0">
                <a:pos x="connsiteX4025" y="connsiteY4025"/>
              </a:cxn>
              <a:cxn ang="0">
                <a:pos x="connsiteX4026" y="connsiteY4026"/>
              </a:cxn>
              <a:cxn ang="0">
                <a:pos x="connsiteX4027" y="connsiteY4027"/>
              </a:cxn>
              <a:cxn ang="0">
                <a:pos x="connsiteX4028" y="connsiteY4028"/>
              </a:cxn>
              <a:cxn ang="0">
                <a:pos x="connsiteX4029" y="connsiteY4029"/>
              </a:cxn>
              <a:cxn ang="0">
                <a:pos x="connsiteX4030" y="connsiteY4030"/>
              </a:cxn>
              <a:cxn ang="0">
                <a:pos x="connsiteX4031" y="connsiteY4031"/>
              </a:cxn>
              <a:cxn ang="0">
                <a:pos x="connsiteX4032" y="connsiteY4032"/>
              </a:cxn>
              <a:cxn ang="0">
                <a:pos x="connsiteX4033" y="connsiteY4033"/>
              </a:cxn>
              <a:cxn ang="0">
                <a:pos x="connsiteX4034" y="connsiteY4034"/>
              </a:cxn>
              <a:cxn ang="0">
                <a:pos x="connsiteX4035" y="connsiteY4035"/>
              </a:cxn>
              <a:cxn ang="0">
                <a:pos x="connsiteX4036" y="connsiteY4036"/>
              </a:cxn>
              <a:cxn ang="0">
                <a:pos x="connsiteX4037" y="connsiteY4037"/>
              </a:cxn>
              <a:cxn ang="0">
                <a:pos x="connsiteX4038" y="connsiteY4038"/>
              </a:cxn>
              <a:cxn ang="0">
                <a:pos x="connsiteX4039" y="connsiteY4039"/>
              </a:cxn>
              <a:cxn ang="0">
                <a:pos x="connsiteX4040" y="connsiteY4040"/>
              </a:cxn>
              <a:cxn ang="0">
                <a:pos x="connsiteX4041" y="connsiteY4041"/>
              </a:cxn>
              <a:cxn ang="0">
                <a:pos x="connsiteX4042" y="connsiteY4042"/>
              </a:cxn>
              <a:cxn ang="0">
                <a:pos x="connsiteX4043" y="connsiteY4043"/>
              </a:cxn>
              <a:cxn ang="0">
                <a:pos x="connsiteX4044" y="connsiteY4044"/>
              </a:cxn>
              <a:cxn ang="0">
                <a:pos x="connsiteX4045" y="connsiteY4045"/>
              </a:cxn>
              <a:cxn ang="0">
                <a:pos x="connsiteX4046" y="connsiteY4046"/>
              </a:cxn>
              <a:cxn ang="0">
                <a:pos x="connsiteX4047" y="connsiteY4047"/>
              </a:cxn>
              <a:cxn ang="0">
                <a:pos x="connsiteX4048" y="connsiteY4048"/>
              </a:cxn>
              <a:cxn ang="0">
                <a:pos x="connsiteX4049" y="connsiteY4049"/>
              </a:cxn>
              <a:cxn ang="0">
                <a:pos x="connsiteX4050" y="connsiteY4050"/>
              </a:cxn>
              <a:cxn ang="0">
                <a:pos x="connsiteX4051" y="connsiteY4051"/>
              </a:cxn>
              <a:cxn ang="0">
                <a:pos x="connsiteX4052" y="connsiteY4052"/>
              </a:cxn>
              <a:cxn ang="0">
                <a:pos x="connsiteX4053" y="connsiteY4053"/>
              </a:cxn>
              <a:cxn ang="0">
                <a:pos x="connsiteX4054" y="connsiteY4054"/>
              </a:cxn>
              <a:cxn ang="0">
                <a:pos x="connsiteX4055" y="connsiteY4055"/>
              </a:cxn>
              <a:cxn ang="0">
                <a:pos x="connsiteX4056" y="connsiteY4056"/>
              </a:cxn>
              <a:cxn ang="0">
                <a:pos x="connsiteX4057" y="connsiteY4057"/>
              </a:cxn>
              <a:cxn ang="0">
                <a:pos x="connsiteX4058" y="connsiteY4058"/>
              </a:cxn>
              <a:cxn ang="0">
                <a:pos x="connsiteX4059" y="connsiteY4059"/>
              </a:cxn>
              <a:cxn ang="0">
                <a:pos x="connsiteX4060" y="connsiteY4060"/>
              </a:cxn>
              <a:cxn ang="0">
                <a:pos x="connsiteX4061" y="connsiteY4061"/>
              </a:cxn>
              <a:cxn ang="0">
                <a:pos x="connsiteX4062" y="connsiteY4062"/>
              </a:cxn>
              <a:cxn ang="0">
                <a:pos x="connsiteX4063" y="connsiteY4063"/>
              </a:cxn>
              <a:cxn ang="0">
                <a:pos x="connsiteX4064" y="connsiteY4064"/>
              </a:cxn>
              <a:cxn ang="0">
                <a:pos x="connsiteX4065" y="connsiteY4065"/>
              </a:cxn>
              <a:cxn ang="0">
                <a:pos x="connsiteX4066" y="connsiteY4066"/>
              </a:cxn>
              <a:cxn ang="0">
                <a:pos x="connsiteX4067" y="connsiteY4067"/>
              </a:cxn>
              <a:cxn ang="0">
                <a:pos x="connsiteX4068" y="connsiteY4068"/>
              </a:cxn>
              <a:cxn ang="0">
                <a:pos x="connsiteX4069" y="connsiteY4069"/>
              </a:cxn>
              <a:cxn ang="0">
                <a:pos x="connsiteX4070" y="connsiteY4070"/>
              </a:cxn>
              <a:cxn ang="0">
                <a:pos x="connsiteX4071" y="connsiteY4071"/>
              </a:cxn>
              <a:cxn ang="0">
                <a:pos x="connsiteX4072" y="connsiteY4072"/>
              </a:cxn>
              <a:cxn ang="0">
                <a:pos x="connsiteX4073" y="connsiteY4073"/>
              </a:cxn>
              <a:cxn ang="0">
                <a:pos x="connsiteX4074" y="connsiteY4074"/>
              </a:cxn>
              <a:cxn ang="0">
                <a:pos x="connsiteX4075" y="connsiteY4075"/>
              </a:cxn>
              <a:cxn ang="0">
                <a:pos x="connsiteX4076" y="connsiteY4076"/>
              </a:cxn>
              <a:cxn ang="0">
                <a:pos x="connsiteX4077" y="connsiteY4077"/>
              </a:cxn>
              <a:cxn ang="0">
                <a:pos x="connsiteX4078" y="connsiteY4078"/>
              </a:cxn>
              <a:cxn ang="0">
                <a:pos x="connsiteX4079" y="connsiteY4079"/>
              </a:cxn>
              <a:cxn ang="0">
                <a:pos x="connsiteX4080" y="connsiteY4080"/>
              </a:cxn>
              <a:cxn ang="0">
                <a:pos x="connsiteX4081" y="connsiteY4081"/>
              </a:cxn>
              <a:cxn ang="0">
                <a:pos x="connsiteX4082" y="connsiteY4082"/>
              </a:cxn>
              <a:cxn ang="0">
                <a:pos x="connsiteX4083" y="connsiteY4083"/>
              </a:cxn>
              <a:cxn ang="0">
                <a:pos x="connsiteX4084" y="connsiteY4084"/>
              </a:cxn>
              <a:cxn ang="0">
                <a:pos x="connsiteX4085" y="connsiteY4085"/>
              </a:cxn>
              <a:cxn ang="0">
                <a:pos x="connsiteX4086" y="connsiteY4086"/>
              </a:cxn>
              <a:cxn ang="0">
                <a:pos x="connsiteX4087" y="connsiteY4087"/>
              </a:cxn>
              <a:cxn ang="0">
                <a:pos x="connsiteX4088" y="connsiteY4088"/>
              </a:cxn>
              <a:cxn ang="0">
                <a:pos x="connsiteX4089" y="connsiteY4089"/>
              </a:cxn>
              <a:cxn ang="0">
                <a:pos x="connsiteX4090" y="connsiteY4090"/>
              </a:cxn>
              <a:cxn ang="0">
                <a:pos x="connsiteX4091" y="connsiteY4091"/>
              </a:cxn>
              <a:cxn ang="0">
                <a:pos x="connsiteX4092" y="connsiteY4092"/>
              </a:cxn>
              <a:cxn ang="0">
                <a:pos x="connsiteX4093" y="connsiteY4093"/>
              </a:cxn>
              <a:cxn ang="0">
                <a:pos x="connsiteX4094" y="connsiteY4094"/>
              </a:cxn>
              <a:cxn ang="0">
                <a:pos x="connsiteX4095" y="connsiteY4095"/>
              </a:cxn>
              <a:cxn ang="0">
                <a:pos x="connsiteX4096" y="connsiteY4096"/>
              </a:cxn>
              <a:cxn ang="0">
                <a:pos x="connsiteX4097" y="connsiteY4097"/>
              </a:cxn>
              <a:cxn ang="0">
                <a:pos x="connsiteX4098" y="connsiteY4098"/>
              </a:cxn>
              <a:cxn ang="0">
                <a:pos x="connsiteX4099" y="connsiteY4099"/>
              </a:cxn>
              <a:cxn ang="0">
                <a:pos x="connsiteX4100" y="connsiteY4100"/>
              </a:cxn>
              <a:cxn ang="0">
                <a:pos x="connsiteX4101" y="connsiteY4101"/>
              </a:cxn>
              <a:cxn ang="0">
                <a:pos x="connsiteX4102" y="connsiteY4102"/>
              </a:cxn>
              <a:cxn ang="0">
                <a:pos x="connsiteX4103" y="connsiteY4103"/>
              </a:cxn>
              <a:cxn ang="0">
                <a:pos x="connsiteX4104" y="connsiteY4104"/>
              </a:cxn>
              <a:cxn ang="0">
                <a:pos x="connsiteX4105" y="connsiteY4105"/>
              </a:cxn>
              <a:cxn ang="0">
                <a:pos x="connsiteX4106" y="connsiteY4106"/>
              </a:cxn>
              <a:cxn ang="0">
                <a:pos x="connsiteX4107" y="connsiteY4107"/>
              </a:cxn>
              <a:cxn ang="0">
                <a:pos x="connsiteX4108" y="connsiteY4108"/>
              </a:cxn>
              <a:cxn ang="0">
                <a:pos x="connsiteX4109" y="connsiteY4109"/>
              </a:cxn>
              <a:cxn ang="0">
                <a:pos x="connsiteX4110" y="connsiteY4110"/>
              </a:cxn>
              <a:cxn ang="0">
                <a:pos x="connsiteX4111" y="connsiteY4111"/>
              </a:cxn>
              <a:cxn ang="0">
                <a:pos x="connsiteX4112" y="connsiteY4112"/>
              </a:cxn>
              <a:cxn ang="0">
                <a:pos x="connsiteX4113" y="connsiteY4113"/>
              </a:cxn>
              <a:cxn ang="0">
                <a:pos x="connsiteX4114" y="connsiteY4114"/>
              </a:cxn>
              <a:cxn ang="0">
                <a:pos x="connsiteX4115" y="connsiteY4115"/>
              </a:cxn>
              <a:cxn ang="0">
                <a:pos x="connsiteX4116" y="connsiteY4116"/>
              </a:cxn>
              <a:cxn ang="0">
                <a:pos x="connsiteX4117" y="connsiteY4117"/>
              </a:cxn>
              <a:cxn ang="0">
                <a:pos x="connsiteX4118" y="connsiteY4118"/>
              </a:cxn>
              <a:cxn ang="0">
                <a:pos x="connsiteX4119" y="connsiteY4119"/>
              </a:cxn>
              <a:cxn ang="0">
                <a:pos x="connsiteX4120" y="connsiteY4120"/>
              </a:cxn>
              <a:cxn ang="0">
                <a:pos x="connsiteX4121" y="connsiteY4121"/>
              </a:cxn>
              <a:cxn ang="0">
                <a:pos x="connsiteX4122" y="connsiteY4122"/>
              </a:cxn>
              <a:cxn ang="0">
                <a:pos x="connsiteX4123" y="connsiteY4123"/>
              </a:cxn>
              <a:cxn ang="0">
                <a:pos x="connsiteX4124" y="connsiteY4124"/>
              </a:cxn>
              <a:cxn ang="0">
                <a:pos x="connsiteX4125" y="connsiteY4125"/>
              </a:cxn>
              <a:cxn ang="0">
                <a:pos x="connsiteX4126" y="connsiteY4126"/>
              </a:cxn>
              <a:cxn ang="0">
                <a:pos x="connsiteX4127" y="connsiteY4127"/>
              </a:cxn>
              <a:cxn ang="0">
                <a:pos x="connsiteX4128" y="connsiteY4128"/>
              </a:cxn>
              <a:cxn ang="0">
                <a:pos x="connsiteX4129" y="connsiteY4129"/>
              </a:cxn>
              <a:cxn ang="0">
                <a:pos x="connsiteX4130" y="connsiteY4130"/>
              </a:cxn>
              <a:cxn ang="0">
                <a:pos x="connsiteX4131" y="connsiteY4131"/>
              </a:cxn>
              <a:cxn ang="0">
                <a:pos x="connsiteX4132" y="connsiteY4132"/>
              </a:cxn>
              <a:cxn ang="0">
                <a:pos x="connsiteX4133" y="connsiteY4133"/>
              </a:cxn>
              <a:cxn ang="0">
                <a:pos x="connsiteX4134" y="connsiteY4134"/>
              </a:cxn>
              <a:cxn ang="0">
                <a:pos x="connsiteX4135" y="connsiteY4135"/>
              </a:cxn>
              <a:cxn ang="0">
                <a:pos x="connsiteX4136" y="connsiteY4136"/>
              </a:cxn>
              <a:cxn ang="0">
                <a:pos x="connsiteX4137" y="connsiteY4137"/>
              </a:cxn>
              <a:cxn ang="0">
                <a:pos x="connsiteX4138" y="connsiteY4138"/>
              </a:cxn>
              <a:cxn ang="0">
                <a:pos x="connsiteX4139" y="connsiteY4139"/>
              </a:cxn>
              <a:cxn ang="0">
                <a:pos x="connsiteX4140" y="connsiteY4140"/>
              </a:cxn>
              <a:cxn ang="0">
                <a:pos x="connsiteX4141" y="connsiteY4141"/>
              </a:cxn>
              <a:cxn ang="0">
                <a:pos x="connsiteX4142" y="connsiteY4142"/>
              </a:cxn>
              <a:cxn ang="0">
                <a:pos x="connsiteX4143" y="connsiteY4143"/>
              </a:cxn>
              <a:cxn ang="0">
                <a:pos x="connsiteX4144" y="connsiteY4144"/>
              </a:cxn>
              <a:cxn ang="0">
                <a:pos x="connsiteX4145" y="connsiteY4145"/>
              </a:cxn>
              <a:cxn ang="0">
                <a:pos x="connsiteX4146" y="connsiteY4146"/>
              </a:cxn>
              <a:cxn ang="0">
                <a:pos x="connsiteX4147" y="connsiteY4147"/>
              </a:cxn>
              <a:cxn ang="0">
                <a:pos x="connsiteX4148" y="connsiteY4148"/>
              </a:cxn>
              <a:cxn ang="0">
                <a:pos x="connsiteX4149" y="connsiteY4149"/>
              </a:cxn>
              <a:cxn ang="0">
                <a:pos x="connsiteX4150" y="connsiteY4150"/>
              </a:cxn>
              <a:cxn ang="0">
                <a:pos x="connsiteX4151" y="connsiteY4151"/>
              </a:cxn>
              <a:cxn ang="0">
                <a:pos x="connsiteX4152" y="connsiteY4152"/>
              </a:cxn>
              <a:cxn ang="0">
                <a:pos x="connsiteX4153" y="connsiteY4153"/>
              </a:cxn>
              <a:cxn ang="0">
                <a:pos x="connsiteX4154" y="connsiteY4154"/>
              </a:cxn>
              <a:cxn ang="0">
                <a:pos x="connsiteX4155" y="connsiteY4155"/>
              </a:cxn>
              <a:cxn ang="0">
                <a:pos x="connsiteX4156" y="connsiteY4156"/>
              </a:cxn>
              <a:cxn ang="0">
                <a:pos x="connsiteX4157" y="connsiteY4157"/>
              </a:cxn>
              <a:cxn ang="0">
                <a:pos x="connsiteX4158" y="connsiteY4158"/>
              </a:cxn>
              <a:cxn ang="0">
                <a:pos x="connsiteX4159" y="connsiteY4159"/>
              </a:cxn>
              <a:cxn ang="0">
                <a:pos x="connsiteX4160" y="connsiteY4160"/>
              </a:cxn>
              <a:cxn ang="0">
                <a:pos x="connsiteX4161" y="connsiteY4161"/>
              </a:cxn>
              <a:cxn ang="0">
                <a:pos x="connsiteX4162" y="connsiteY4162"/>
              </a:cxn>
              <a:cxn ang="0">
                <a:pos x="connsiteX4163" y="connsiteY4163"/>
              </a:cxn>
              <a:cxn ang="0">
                <a:pos x="connsiteX4164" y="connsiteY4164"/>
              </a:cxn>
              <a:cxn ang="0">
                <a:pos x="connsiteX4165" y="connsiteY4165"/>
              </a:cxn>
              <a:cxn ang="0">
                <a:pos x="connsiteX4166" y="connsiteY4166"/>
              </a:cxn>
              <a:cxn ang="0">
                <a:pos x="connsiteX4167" y="connsiteY4167"/>
              </a:cxn>
              <a:cxn ang="0">
                <a:pos x="connsiteX4168" y="connsiteY4168"/>
              </a:cxn>
              <a:cxn ang="0">
                <a:pos x="connsiteX4169" y="connsiteY4169"/>
              </a:cxn>
              <a:cxn ang="0">
                <a:pos x="connsiteX4170" y="connsiteY4170"/>
              </a:cxn>
              <a:cxn ang="0">
                <a:pos x="connsiteX4171" y="connsiteY4171"/>
              </a:cxn>
              <a:cxn ang="0">
                <a:pos x="connsiteX4172" y="connsiteY4172"/>
              </a:cxn>
              <a:cxn ang="0">
                <a:pos x="connsiteX4173" y="connsiteY4173"/>
              </a:cxn>
              <a:cxn ang="0">
                <a:pos x="connsiteX4174" y="connsiteY4174"/>
              </a:cxn>
              <a:cxn ang="0">
                <a:pos x="connsiteX4175" y="connsiteY4175"/>
              </a:cxn>
              <a:cxn ang="0">
                <a:pos x="connsiteX4176" y="connsiteY4176"/>
              </a:cxn>
              <a:cxn ang="0">
                <a:pos x="connsiteX4177" y="connsiteY4177"/>
              </a:cxn>
              <a:cxn ang="0">
                <a:pos x="connsiteX4178" y="connsiteY4178"/>
              </a:cxn>
              <a:cxn ang="0">
                <a:pos x="connsiteX4179" y="connsiteY4179"/>
              </a:cxn>
              <a:cxn ang="0">
                <a:pos x="connsiteX4180" y="connsiteY4180"/>
              </a:cxn>
              <a:cxn ang="0">
                <a:pos x="connsiteX4181" y="connsiteY4181"/>
              </a:cxn>
              <a:cxn ang="0">
                <a:pos x="connsiteX4182" y="connsiteY4182"/>
              </a:cxn>
              <a:cxn ang="0">
                <a:pos x="connsiteX4183" y="connsiteY4183"/>
              </a:cxn>
              <a:cxn ang="0">
                <a:pos x="connsiteX4184" y="connsiteY4184"/>
              </a:cxn>
              <a:cxn ang="0">
                <a:pos x="connsiteX4185" y="connsiteY4185"/>
              </a:cxn>
              <a:cxn ang="0">
                <a:pos x="connsiteX4186" y="connsiteY4186"/>
              </a:cxn>
              <a:cxn ang="0">
                <a:pos x="connsiteX4187" y="connsiteY4187"/>
              </a:cxn>
              <a:cxn ang="0">
                <a:pos x="connsiteX4188" y="connsiteY4188"/>
              </a:cxn>
              <a:cxn ang="0">
                <a:pos x="connsiteX4189" y="connsiteY4189"/>
              </a:cxn>
              <a:cxn ang="0">
                <a:pos x="connsiteX4190" y="connsiteY4190"/>
              </a:cxn>
              <a:cxn ang="0">
                <a:pos x="connsiteX4191" y="connsiteY4191"/>
              </a:cxn>
              <a:cxn ang="0">
                <a:pos x="connsiteX4192" y="connsiteY4192"/>
              </a:cxn>
              <a:cxn ang="0">
                <a:pos x="connsiteX4193" y="connsiteY4193"/>
              </a:cxn>
              <a:cxn ang="0">
                <a:pos x="connsiteX4194" y="connsiteY4194"/>
              </a:cxn>
              <a:cxn ang="0">
                <a:pos x="connsiteX4195" y="connsiteY4195"/>
              </a:cxn>
              <a:cxn ang="0">
                <a:pos x="connsiteX4196" y="connsiteY4196"/>
              </a:cxn>
              <a:cxn ang="0">
                <a:pos x="connsiteX4197" y="connsiteY4197"/>
              </a:cxn>
              <a:cxn ang="0">
                <a:pos x="connsiteX4198" y="connsiteY4198"/>
              </a:cxn>
              <a:cxn ang="0">
                <a:pos x="connsiteX4199" y="connsiteY4199"/>
              </a:cxn>
              <a:cxn ang="0">
                <a:pos x="connsiteX4200" y="connsiteY4200"/>
              </a:cxn>
              <a:cxn ang="0">
                <a:pos x="connsiteX4201" y="connsiteY4201"/>
              </a:cxn>
              <a:cxn ang="0">
                <a:pos x="connsiteX4202" y="connsiteY4202"/>
              </a:cxn>
              <a:cxn ang="0">
                <a:pos x="connsiteX4203" y="connsiteY4203"/>
              </a:cxn>
              <a:cxn ang="0">
                <a:pos x="connsiteX4204" y="connsiteY4204"/>
              </a:cxn>
              <a:cxn ang="0">
                <a:pos x="connsiteX4205" y="connsiteY4205"/>
              </a:cxn>
              <a:cxn ang="0">
                <a:pos x="connsiteX4206" y="connsiteY4206"/>
              </a:cxn>
              <a:cxn ang="0">
                <a:pos x="connsiteX4207" y="connsiteY4207"/>
              </a:cxn>
              <a:cxn ang="0">
                <a:pos x="connsiteX4208" y="connsiteY4208"/>
              </a:cxn>
              <a:cxn ang="0">
                <a:pos x="connsiteX4209" y="connsiteY4209"/>
              </a:cxn>
              <a:cxn ang="0">
                <a:pos x="connsiteX4210" y="connsiteY4210"/>
              </a:cxn>
              <a:cxn ang="0">
                <a:pos x="connsiteX4211" y="connsiteY4211"/>
              </a:cxn>
              <a:cxn ang="0">
                <a:pos x="connsiteX4212" y="connsiteY4212"/>
              </a:cxn>
              <a:cxn ang="0">
                <a:pos x="connsiteX4213" y="connsiteY4213"/>
              </a:cxn>
              <a:cxn ang="0">
                <a:pos x="connsiteX4214" y="connsiteY4214"/>
              </a:cxn>
              <a:cxn ang="0">
                <a:pos x="connsiteX4215" y="connsiteY4215"/>
              </a:cxn>
              <a:cxn ang="0">
                <a:pos x="connsiteX4216" y="connsiteY4216"/>
              </a:cxn>
              <a:cxn ang="0">
                <a:pos x="connsiteX4217" y="connsiteY4217"/>
              </a:cxn>
              <a:cxn ang="0">
                <a:pos x="connsiteX4218" y="connsiteY4218"/>
              </a:cxn>
              <a:cxn ang="0">
                <a:pos x="connsiteX4219" y="connsiteY4219"/>
              </a:cxn>
              <a:cxn ang="0">
                <a:pos x="connsiteX4220" y="connsiteY4220"/>
              </a:cxn>
              <a:cxn ang="0">
                <a:pos x="connsiteX4221" y="connsiteY4221"/>
              </a:cxn>
              <a:cxn ang="0">
                <a:pos x="connsiteX4222" y="connsiteY4222"/>
              </a:cxn>
              <a:cxn ang="0">
                <a:pos x="connsiteX4223" y="connsiteY4223"/>
              </a:cxn>
              <a:cxn ang="0">
                <a:pos x="connsiteX4224" y="connsiteY4224"/>
              </a:cxn>
              <a:cxn ang="0">
                <a:pos x="connsiteX4225" y="connsiteY4225"/>
              </a:cxn>
              <a:cxn ang="0">
                <a:pos x="connsiteX4226" y="connsiteY4226"/>
              </a:cxn>
              <a:cxn ang="0">
                <a:pos x="connsiteX4227" y="connsiteY4227"/>
              </a:cxn>
              <a:cxn ang="0">
                <a:pos x="connsiteX4228" y="connsiteY4228"/>
              </a:cxn>
              <a:cxn ang="0">
                <a:pos x="connsiteX4229" y="connsiteY4229"/>
              </a:cxn>
              <a:cxn ang="0">
                <a:pos x="connsiteX4230" y="connsiteY4230"/>
              </a:cxn>
              <a:cxn ang="0">
                <a:pos x="connsiteX4231" y="connsiteY4231"/>
              </a:cxn>
              <a:cxn ang="0">
                <a:pos x="connsiteX4232" y="connsiteY4232"/>
              </a:cxn>
              <a:cxn ang="0">
                <a:pos x="connsiteX4233" y="connsiteY4233"/>
              </a:cxn>
              <a:cxn ang="0">
                <a:pos x="connsiteX4234" y="connsiteY4234"/>
              </a:cxn>
              <a:cxn ang="0">
                <a:pos x="connsiteX4235" y="connsiteY4235"/>
              </a:cxn>
              <a:cxn ang="0">
                <a:pos x="connsiteX4236" y="connsiteY4236"/>
              </a:cxn>
              <a:cxn ang="0">
                <a:pos x="connsiteX4237" y="connsiteY4237"/>
              </a:cxn>
              <a:cxn ang="0">
                <a:pos x="connsiteX4238" y="connsiteY4238"/>
              </a:cxn>
              <a:cxn ang="0">
                <a:pos x="connsiteX4239" y="connsiteY4239"/>
              </a:cxn>
              <a:cxn ang="0">
                <a:pos x="connsiteX4240" y="connsiteY4240"/>
              </a:cxn>
              <a:cxn ang="0">
                <a:pos x="connsiteX4241" y="connsiteY4241"/>
              </a:cxn>
              <a:cxn ang="0">
                <a:pos x="connsiteX4242" y="connsiteY4242"/>
              </a:cxn>
              <a:cxn ang="0">
                <a:pos x="connsiteX4243" y="connsiteY4243"/>
              </a:cxn>
              <a:cxn ang="0">
                <a:pos x="connsiteX4244" y="connsiteY4244"/>
              </a:cxn>
              <a:cxn ang="0">
                <a:pos x="connsiteX4245" y="connsiteY4245"/>
              </a:cxn>
              <a:cxn ang="0">
                <a:pos x="connsiteX4246" y="connsiteY4246"/>
              </a:cxn>
              <a:cxn ang="0">
                <a:pos x="connsiteX4247" y="connsiteY4247"/>
              </a:cxn>
              <a:cxn ang="0">
                <a:pos x="connsiteX4248" y="connsiteY4248"/>
              </a:cxn>
              <a:cxn ang="0">
                <a:pos x="connsiteX4249" y="connsiteY4249"/>
              </a:cxn>
              <a:cxn ang="0">
                <a:pos x="connsiteX4250" y="connsiteY4250"/>
              </a:cxn>
              <a:cxn ang="0">
                <a:pos x="connsiteX4251" y="connsiteY4251"/>
              </a:cxn>
              <a:cxn ang="0">
                <a:pos x="connsiteX4252" y="connsiteY4252"/>
              </a:cxn>
              <a:cxn ang="0">
                <a:pos x="connsiteX4253" y="connsiteY4253"/>
              </a:cxn>
              <a:cxn ang="0">
                <a:pos x="connsiteX4254" y="connsiteY4254"/>
              </a:cxn>
              <a:cxn ang="0">
                <a:pos x="connsiteX4255" y="connsiteY4255"/>
              </a:cxn>
              <a:cxn ang="0">
                <a:pos x="connsiteX4256" y="connsiteY4256"/>
              </a:cxn>
              <a:cxn ang="0">
                <a:pos x="connsiteX4257" y="connsiteY4257"/>
              </a:cxn>
              <a:cxn ang="0">
                <a:pos x="connsiteX4258" y="connsiteY4258"/>
              </a:cxn>
              <a:cxn ang="0">
                <a:pos x="connsiteX4259" y="connsiteY4259"/>
              </a:cxn>
              <a:cxn ang="0">
                <a:pos x="connsiteX4260" y="connsiteY4260"/>
              </a:cxn>
              <a:cxn ang="0">
                <a:pos x="connsiteX4261" y="connsiteY4261"/>
              </a:cxn>
              <a:cxn ang="0">
                <a:pos x="connsiteX4262" y="connsiteY4262"/>
              </a:cxn>
              <a:cxn ang="0">
                <a:pos x="connsiteX4263" y="connsiteY4263"/>
              </a:cxn>
              <a:cxn ang="0">
                <a:pos x="connsiteX4264" y="connsiteY4264"/>
              </a:cxn>
              <a:cxn ang="0">
                <a:pos x="connsiteX4265" y="connsiteY4265"/>
              </a:cxn>
              <a:cxn ang="0">
                <a:pos x="connsiteX4266" y="connsiteY4266"/>
              </a:cxn>
              <a:cxn ang="0">
                <a:pos x="connsiteX4267" y="connsiteY4267"/>
              </a:cxn>
              <a:cxn ang="0">
                <a:pos x="connsiteX4268" y="connsiteY4268"/>
              </a:cxn>
              <a:cxn ang="0">
                <a:pos x="connsiteX4269" y="connsiteY4269"/>
              </a:cxn>
              <a:cxn ang="0">
                <a:pos x="connsiteX4270" y="connsiteY4270"/>
              </a:cxn>
              <a:cxn ang="0">
                <a:pos x="connsiteX4271" y="connsiteY4271"/>
              </a:cxn>
              <a:cxn ang="0">
                <a:pos x="connsiteX4272" y="connsiteY4272"/>
              </a:cxn>
              <a:cxn ang="0">
                <a:pos x="connsiteX4273" y="connsiteY4273"/>
              </a:cxn>
              <a:cxn ang="0">
                <a:pos x="connsiteX4274" y="connsiteY4274"/>
              </a:cxn>
              <a:cxn ang="0">
                <a:pos x="connsiteX4275" y="connsiteY4275"/>
              </a:cxn>
              <a:cxn ang="0">
                <a:pos x="connsiteX4276" y="connsiteY4276"/>
              </a:cxn>
              <a:cxn ang="0">
                <a:pos x="connsiteX4277" y="connsiteY4277"/>
              </a:cxn>
              <a:cxn ang="0">
                <a:pos x="connsiteX4278" y="connsiteY4278"/>
              </a:cxn>
              <a:cxn ang="0">
                <a:pos x="connsiteX4279" y="connsiteY4279"/>
              </a:cxn>
              <a:cxn ang="0">
                <a:pos x="connsiteX4280" y="connsiteY4280"/>
              </a:cxn>
              <a:cxn ang="0">
                <a:pos x="connsiteX4281" y="connsiteY4281"/>
              </a:cxn>
              <a:cxn ang="0">
                <a:pos x="connsiteX4282" y="connsiteY4282"/>
              </a:cxn>
              <a:cxn ang="0">
                <a:pos x="connsiteX4283" y="connsiteY4283"/>
              </a:cxn>
              <a:cxn ang="0">
                <a:pos x="connsiteX4284" y="connsiteY4284"/>
              </a:cxn>
              <a:cxn ang="0">
                <a:pos x="connsiteX4285" y="connsiteY4285"/>
              </a:cxn>
              <a:cxn ang="0">
                <a:pos x="connsiteX4286" y="connsiteY4286"/>
              </a:cxn>
              <a:cxn ang="0">
                <a:pos x="connsiteX4287" y="connsiteY4287"/>
              </a:cxn>
              <a:cxn ang="0">
                <a:pos x="connsiteX4288" y="connsiteY4288"/>
              </a:cxn>
              <a:cxn ang="0">
                <a:pos x="connsiteX4289" y="connsiteY4289"/>
              </a:cxn>
              <a:cxn ang="0">
                <a:pos x="connsiteX4290" y="connsiteY4290"/>
              </a:cxn>
              <a:cxn ang="0">
                <a:pos x="connsiteX4291" y="connsiteY4291"/>
              </a:cxn>
              <a:cxn ang="0">
                <a:pos x="connsiteX4292" y="connsiteY4292"/>
              </a:cxn>
              <a:cxn ang="0">
                <a:pos x="connsiteX4293" y="connsiteY4293"/>
              </a:cxn>
              <a:cxn ang="0">
                <a:pos x="connsiteX4294" y="connsiteY4294"/>
              </a:cxn>
              <a:cxn ang="0">
                <a:pos x="connsiteX4295" y="connsiteY4295"/>
              </a:cxn>
              <a:cxn ang="0">
                <a:pos x="connsiteX4296" y="connsiteY4296"/>
              </a:cxn>
              <a:cxn ang="0">
                <a:pos x="connsiteX4297" y="connsiteY4297"/>
              </a:cxn>
              <a:cxn ang="0">
                <a:pos x="connsiteX4298" y="connsiteY4298"/>
              </a:cxn>
              <a:cxn ang="0">
                <a:pos x="connsiteX4299" y="connsiteY4299"/>
              </a:cxn>
              <a:cxn ang="0">
                <a:pos x="connsiteX4300" y="connsiteY4300"/>
              </a:cxn>
              <a:cxn ang="0">
                <a:pos x="connsiteX4301" y="connsiteY4301"/>
              </a:cxn>
              <a:cxn ang="0">
                <a:pos x="connsiteX4302" y="connsiteY4302"/>
              </a:cxn>
              <a:cxn ang="0">
                <a:pos x="connsiteX4303" y="connsiteY4303"/>
              </a:cxn>
              <a:cxn ang="0">
                <a:pos x="connsiteX4304" y="connsiteY4304"/>
              </a:cxn>
              <a:cxn ang="0">
                <a:pos x="connsiteX4305" y="connsiteY4305"/>
              </a:cxn>
              <a:cxn ang="0">
                <a:pos x="connsiteX4306" y="connsiteY4306"/>
              </a:cxn>
              <a:cxn ang="0">
                <a:pos x="connsiteX4307" y="connsiteY4307"/>
              </a:cxn>
              <a:cxn ang="0">
                <a:pos x="connsiteX4308" y="connsiteY4308"/>
              </a:cxn>
              <a:cxn ang="0">
                <a:pos x="connsiteX4309" y="connsiteY4309"/>
              </a:cxn>
              <a:cxn ang="0">
                <a:pos x="connsiteX4310" y="connsiteY4310"/>
              </a:cxn>
              <a:cxn ang="0">
                <a:pos x="connsiteX4311" y="connsiteY4311"/>
              </a:cxn>
              <a:cxn ang="0">
                <a:pos x="connsiteX4312" y="connsiteY4312"/>
              </a:cxn>
              <a:cxn ang="0">
                <a:pos x="connsiteX4313" y="connsiteY4313"/>
              </a:cxn>
              <a:cxn ang="0">
                <a:pos x="connsiteX4314" y="connsiteY4314"/>
              </a:cxn>
              <a:cxn ang="0">
                <a:pos x="connsiteX4315" y="connsiteY4315"/>
              </a:cxn>
              <a:cxn ang="0">
                <a:pos x="connsiteX4316" y="connsiteY4316"/>
              </a:cxn>
              <a:cxn ang="0">
                <a:pos x="connsiteX4317" y="connsiteY4317"/>
              </a:cxn>
              <a:cxn ang="0">
                <a:pos x="connsiteX4318" y="connsiteY4318"/>
              </a:cxn>
              <a:cxn ang="0">
                <a:pos x="connsiteX4319" y="connsiteY4319"/>
              </a:cxn>
              <a:cxn ang="0">
                <a:pos x="connsiteX4320" y="connsiteY4320"/>
              </a:cxn>
              <a:cxn ang="0">
                <a:pos x="connsiteX4321" y="connsiteY4321"/>
              </a:cxn>
              <a:cxn ang="0">
                <a:pos x="connsiteX4322" y="connsiteY4322"/>
              </a:cxn>
              <a:cxn ang="0">
                <a:pos x="connsiteX4323" y="connsiteY4323"/>
              </a:cxn>
              <a:cxn ang="0">
                <a:pos x="connsiteX4324" y="connsiteY4324"/>
              </a:cxn>
              <a:cxn ang="0">
                <a:pos x="connsiteX4325" y="connsiteY4325"/>
              </a:cxn>
              <a:cxn ang="0">
                <a:pos x="connsiteX4326" y="connsiteY4326"/>
              </a:cxn>
              <a:cxn ang="0">
                <a:pos x="connsiteX4327" y="connsiteY4327"/>
              </a:cxn>
              <a:cxn ang="0">
                <a:pos x="connsiteX4328" y="connsiteY4328"/>
              </a:cxn>
              <a:cxn ang="0">
                <a:pos x="connsiteX4329" y="connsiteY4329"/>
              </a:cxn>
              <a:cxn ang="0">
                <a:pos x="connsiteX4330" y="connsiteY4330"/>
              </a:cxn>
              <a:cxn ang="0">
                <a:pos x="connsiteX4331" y="connsiteY4331"/>
              </a:cxn>
              <a:cxn ang="0">
                <a:pos x="connsiteX4332" y="connsiteY4332"/>
              </a:cxn>
              <a:cxn ang="0">
                <a:pos x="connsiteX4333" y="connsiteY4333"/>
              </a:cxn>
              <a:cxn ang="0">
                <a:pos x="connsiteX4334" y="connsiteY4334"/>
              </a:cxn>
              <a:cxn ang="0">
                <a:pos x="connsiteX4335" y="connsiteY4335"/>
              </a:cxn>
              <a:cxn ang="0">
                <a:pos x="connsiteX4336" y="connsiteY4336"/>
              </a:cxn>
              <a:cxn ang="0">
                <a:pos x="connsiteX4337" y="connsiteY4337"/>
              </a:cxn>
              <a:cxn ang="0">
                <a:pos x="connsiteX4338" y="connsiteY4338"/>
              </a:cxn>
              <a:cxn ang="0">
                <a:pos x="connsiteX4339" y="connsiteY4339"/>
              </a:cxn>
              <a:cxn ang="0">
                <a:pos x="connsiteX4340" y="connsiteY4340"/>
              </a:cxn>
              <a:cxn ang="0">
                <a:pos x="connsiteX4341" y="connsiteY4341"/>
              </a:cxn>
              <a:cxn ang="0">
                <a:pos x="connsiteX4342" y="connsiteY4342"/>
              </a:cxn>
              <a:cxn ang="0">
                <a:pos x="connsiteX4343" y="connsiteY4343"/>
              </a:cxn>
              <a:cxn ang="0">
                <a:pos x="connsiteX4344" y="connsiteY4344"/>
              </a:cxn>
              <a:cxn ang="0">
                <a:pos x="connsiteX4345" y="connsiteY4345"/>
              </a:cxn>
              <a:cxn ang="0">
                <a:pos x="connsiteX4346" y="connsiteY4346"/>
              </a:cxn>
              <a:cxn ang="0">
                <a:pos x="connsiteX4347" y="connsiteY4347"/>
              </a:cxn>
              <a:cxn ang="0">
                <a:pos x="connsiteX4348" y="connsiteY4348"/>
              </a:cxn>
              <a:cxn ang="0">
                <a:pos x="connsiteX4349" y="connsiteY4349"/>
              </a:cxn>
              <a:cxn ang="0">
                <a:pos x="connsiteX4350" y="connsiteY4350"/>
              </a:cxn>
              <a:cxn ang="0">
                <a:pos x="connsiteX4351" y="connsiteY4351"/>
              </a:cxn>
              <a:cxn ang="0">
                <a:pos x="connsiteX4352" y="connsiteY4352"/>
              </a:cxn>
              <a:cxn ang="0">
                <a:pos x="connsiteX4353" y="connsiteY4353"/>
              </a:cxn>
              <a:cxn ang="0">
                <a:pos x="connsiteX4354" y="connsiteY4354"/>
              </a:cxn>
              <a:cxn ang="0">
                <a:pos x="connsiteX4355" y="connsiteY4355"/>
              </a:cxn>
              <a:cxn ang="0">
                <a:pos x="connsiteX4356" y="connsiteY4356"/>
              </a:cxn>
              <a:cxn ang="0">
                <a:pos x="connsiteX4357" y="connsiteY4357"/>
              </a:cxn>
              <a:cxn ang="0">
                <a:pos x="connsiteX4358" y="connsiteY4358"/>
              </a:cxn>
              <a:cxn ang="0">
                <a:pos x="connsiteX4359" y="connsiteY4359"/>
              </a:cxn>
              <a:cxn ang="0">
                <a:pos x="connsiteX4360" y="connsiteY4360"/>
              </a:cxn>
              <a:cxn ang="0">
                <a:pos x="connsiteX4361" y="connsiteY4361"/>
              </a:cxn>
              <a:cxn ang="0">
                <a:pos x="connsiteX4362" y="connsiteY4362"/>
              </a:cxn>
              <a:cxn ang="0">
                <a:pos x="connsiteX4363" y="connsiteY4363"/>
              </a:cxn>
              <a:cxn ang="0">
                <a:pos x="connsiteX4364" y="connsiteY4364"/>
              </a:cxn>
              <a:cxn ang="0">
                <a:pos x="connsiteX4365" y="connsiteY4365"/>
              </a:cxn>
              <a:cxn ang="0">
                <a:pos x="connsiteX4366" y="connsiteY4366"/>
              </a:cxn>
              <a:cxn ang="0">
                <a:pos x="connsiteX4367" y="connsiteY4367"/>
              </a:cxn>
              <a:cxn ang="0">
                <a:pos x="connsiteX4368" y="connsiteY4368"/>
              </a:cxn>
              <a:cxn ang="0">
                <a:pos x="connsiteX4369" y="connsiteY4369"/>
              </a:cxn>
              <a:cxn ang="0">
                <a:pos x="connsiteX4370" y="connsiteY4370"/>
              </a:cxn>
              <a:cxn ang="0">
                <a:pos x="connsiteX4371" y="connsiteY4371"/>
              </a:cxn>
              <a:cxn ang="0">
                <a:pos x="connsiteX4372" y="connsiteY4372"/>
              </a:cxn>
              <a:cxn ang="0">
                <a:pos x="connsiteX4373" y="connsiteY4373"/>
              </a:cxn>
              <a:cxn ang="0">
                <a:pos x="connsiteX4374" y="connsiteY4374"/>
              </a:cxn>
              <a:cxn ang="0">
                <a:pos x="connsiteX4375" y="connsiteY4375"/>
              </a:cxn>
              <a:cxn ang="0">
                <a:pos x="connsiteX4376" y="connsiteY4376"/>
              </a:cxn>
              <a:cxn ang="0">
                <a:pos x="connsiteX4377" y="connsiteY4377"/>
              </a:cxn>
              <a:cxn ang="0">
                <a:pos x="connsiteX4378" y="connsiteY4378"/>
              </a:cxn>
              <a:cxn ang="0">
                <a:pos x="connsiteX4379" y="connsiteY4379"/>
              </a:cxn>
              <a:cxn ang="0">
                <a:pos x="connsiteX4380" y="connsiteY4380"/>
              </a:cxn>
              <a:cxn ang="0">
                <a:pos x="connsiteX4381" y="connsiteY4381"/>
              </a:cxn>
              <a:cxn ang="0">
                <a:pos x="connsiteX4382" y="connsiteY4382"/>
              </a:cxn>
              <a:cxn ang="0">
                <a:pos x="connsiteX4383" y="connsiteY4383"/>
              </a:cxn>
              <a:cxn ang="0">
                <a:pos x="connsiteX4384" y="connsiteY4384"/>
              </a:cxn>
              <a:cxn ang="0">
                <a:pos x="connsiteX4385" y="connsiteY4385"/>
              </a:cxn>
              <a:cxn ang="0">
                <a:pos x="connsiteX4386" y="connsiteY4386"/>
              </a:cxn>
              <a:cxn ang="0">
                <a:pos x="connsiteX4387" y="connsiteY4387"/>
              </a:cxn>
              <a:cxn ang="0">
                <a:pos x="connsiteX4388" y="connsiteY4388"/>
              </a:cxn>
              <a:cxn ang="0">
                <a:pos x="connsiteX4389" y="connsiteY4389"/>
              </a:cxn>
              <a:cxn ang="0">
                <a:pos x="connsiteX4390" y="connsiteY4390"/>
              </a:cxn>
              <a:cxn ang="0">
                <a:pos x="connsiteX4391" y="connsiteY4391"/>
              </a:cxn>
              <a:cxn ang="0">
                <a:pos x="connsiteX4392" y="connsiteY4392"/>
              </a:cxn>
              <a:cxn ang="0">
                <a:pos x="connsiteX4393" y="connsiteY4393"/>
              </a:cxn>
              <a:cxn ang="0">
                <a:pos x="connsiteX4394" y="connsiteY4394"/>
              </a:cxn>
              <a:cxn ang="0">
                <a:pos x="connsiteX4395" y="connsiteY4395"/>
              </a:cxn>
              <a:cxn ang="0">
                <a:pos x="connsiteX4396" y="connsiteY4396"/>
              </a:cxn>
              <a:cxn ang="0">
                <a:pos x="connsiteX4397" y="connsiteY4397"/>
              </a:cxn>
              <a:cxn ang="0">
                <a:pos x="connsiteX4398" y="connsiteY4398"/>
              </a:cxn>
              <a:cxn ang="0">
                <a:pos x="connsiteX4399" y="connsiteY4399"/>
              </a:cxn>
              <a:cxn ang="0">
                <a:pos x="connsiteX4400" y="connsiteY4400"/>
              </a:cxn>
              <a:cxn ang="0">
                <a:pos x="connsiteX4401" y="connsiteY4401"/>
              </a:cxn>
              <a:cxn ang="0">
                <a:pos x="connsiteX4402" y="connsiteY4402"/>
              </a:cxn>
              <a:cxn ang="0">
                <a:pos x="connsiteX4403" y="connsiteY4403"/>
              </a:cxn>
              <a:cxn ang="0">
                <a:pos x="connsiteX4404" y="connsiteY4404"/>
              </a:cxn>
              <a:cxn ang="0">
                <a:pos x="connsiteX4405" y="connsiteY4405"/>
              </a:cxn>
              <a:cxn ang="0">
                <a:pos x="connsiteX4406" y="connsiteY4406"/>
              </a:cxn>
              <a:cxn ang="0">
                <a:pos x="connsiteX4407" y="connsiteY4407"/>
              </a:cxn>
              <a:cxn ang="0">
                <a:pos x="connsiteX4408" y="connsiteY4408"/>
              </a:cxn>
              <a:cxn ang="0">
                <a:pos x="connsiteX4409" y="connsiteY4409"/>
              </a:cxn>
              <a:cxn ang="0">
                <a:pos x="connsiteX4410" y="connsiteY4410"/>
              </a:cxn>
              <a:cxn ang="0">
                <a:pos x="connsiteX4411" y="connsiteY4411"/>
              </a:cxn>
              <a:cxn ang="0">
                <a:pos x="connsiteX4412" y="connsiteY4412"/>
              </a:cxn>
              <a:cxn ang="0">
                <a:pos x="connsiteX4413" y="connsiteY4413"/>
              </a:cxn>
              <a:cxn ang="0">
                <a:pos x="connsiteX4414" y="connsiteY4414"/>
              </a:cxn>
              <a:cxn ang="0">
                <a:pos x="connsiteX4415" y="connsiteY4415"/>
              </a:cxn>
              <a:cxn ang="0">
                <a:pos x="connsiteX4416" y="connsiteY4416"/>
              </a:cxn>
              <a:cxn ang="0">
                <a:pos x="connsiteX4417" y="connsiteY4417"/>
              </a:cxn>
              <a:cxn ang="0">
                <a:pos x="connsiteX4418" y="connsiteY4418"/>
              </a:cxn>
              <a:cxn ang="0">
                <a:pos x="connsiteX4419" y="connsiteY4419"/>
              </a:cxn>
              <a:cxn ang="0">
                <a:pos x="connsiteX4420" y="connsiteY4420"/>
              </a:cxn>
              <a:cxn ang="0">
                <a:pos x="connsiteX4421" y="connsiteY4421"/>
              </a:cxn>
              <a:cxn ang="0">
                <a:pos x="connsiteX4422" y="connsiteY4422"/>
              </a:cxn>
              <a:cxn ang="0">
                <a:pos x="connsiteX4423" y="connsiteY4423"/>
              </a:cxn>
              <a:cxn ang="0">
                <a:pos x="connsiteX4424" y="connsiteY4424"/>
              </a:cxn>
              <a:cxn ang="0">
                <a:pos x="connsiteX4425" y="connsiteY4425"/>
              </a:cxn>
              <a:cxn ang="0">
                <a:pos x="connsiteX4426" y="connsiteY4426"/>
              </a:cxn>
              <a:cxn ang="0">
                <a:pos x="connsiteX4427" y="connsiteY4427"/>
              </a:cxn>
              <a:cxn ang="0">
                <a:pos x="connsiteX4428" y="connsiteY4428"/>
              </a:cxn>
              <a:cxn ang="0">
                <a:pos x="connsiteX4429" y="connsiteY4429"/>
              </a:cxn>
              <a:cxn ang="0">
                <a:pos x="connsiteX4430" y="connsiteY4430"/>
              </a:cxn>
              <a:cxn ang="0">
                <a:pos x="connsiteX4431" y="connsiteY4431"/>
              </a:cxn>
              <a:cxn ang="0">
                <a:pos x="connsiteX4432" y="connsiteY4432"/>
              </a:cxn>
              <a:cxn ang="0">
                <a:pos x="connsiteX4433" y="connsiteY4433"/>
              </a:cxn>
              <a:cxn ang="0">
                <a:pos x="connsiteX4434" y="connsiteY4434"/>
              </a:cxn>
              <a:cxn ang="0">
                <a:pos x="connsiteX4435" y="connsiteY4435"/>
              </a:cxn>
              <a:cxn ang="0">
                <a:pos x="connsiteX4436" y="connsiteY4436"/>
              </a:cxn>
              <a:cxn ang="0">
                <a:pos x="connsiteX4437" y="connsiteY4437"/>
              </a:cxn>
              <a:cxn ang="0">
                <a:pos x="connsiteX4438" y="connsiteY4438"/>
              </a:cxn>
              <a:cxn ang="0">
                <a:pos x="connsiteX4439" y="connsiteY4439"/>
              </a:cxn>
              <a:cxn ang="0">
                <a:pos x="connsiteX4440" y="connsiteY4440"/>
              </a:cxn>
              <a:cxn ang="0">
                <a:pos x="connsiteX4441" y="connsiteY4441"/>
              </a:cxn>
              <a:cxn ang="0">
                <a:pos x="connsiteX4442" y="connsiteY4442"/>
              </a:cxn>
              <a:cxn ang="0">
                <a:pos x="connsiteX4443" y="connsiteY4443"/>
              </a:cxn>
              <a:cxn ang="0">
                <a:pos x="connsiteX4444" y="connsiteY4444"/>
              </a:cxn>
              <a:cxn ang="0">
                <a:pos x="connsiteX4445" y="connsiteY4445"/>
              </a:cxn>
              <a:cxn ang="0">
                <a:pos x="connsiteX4446" y="connsiteY4446"/>
              </a:cxn>
              <a:cxn ang="0">
                <a:pos x="connsiteX4447" y="connsiteY4447"/>
              </a:cxn>
              <a:cxn ang="0">
                <a:pos x="connsiteX4448" y="connsiteY4448"/>
              </a:cxn>
              <a:cxn ang="0">
                <a:pos x="connsiteX4449" y="connsiteY4449"/>
              </a:cxn>
              <a:cxn ang="0">
                <a:pos x="connsiteX4450" y="connsiteY4450"/>
              </a:cxn>
              <a:cxn ang="0">
                <a:pos x="connsiteX4451" y="connsiteY4451"/>
              </a:cxn>
              <a:cxn ang="0">
                <a:pos x="connsiteX4452" y="connsiteY4452"/>
              </a:cxn>
              <a:cxn ang="0">
                <a:pos x="connsiteX4453" y="connsiteY4453"/>
              </a:cxn>
              <a:cxn ang="0">
                <a:pos x="connsiteX4454" y="connsiteY4454"/>
              </a:cxn>
              <a:cxn ang="0">
                <a:pos x="connsiteX4455" y="connsiteY4455"/>
              </a:cxn>
              <a:cxn ang="0">
                <a:pos x="connsiteX4456" y="connsiteY4456"/>
              </a:cxn>
              <a:cxn ang="0">
                <a:pos x="connsiteX4457" y="connsiteY4457"/>
              </a:cxn>
              <a:cxn ang="0">
                <a:pos x="connsiteX4458" y="connsiteY4458"/>
              </a:cxn>
              <a:cxn ang="0">
                <a:pos x="connsiteX4459" y="connsiteY4459"/>
              </a:cxn>
              <a:cxn ang="0">
                <a:pos x="connsiteX4460" y="connsiteY4460"/>
              </a:cxn>
              <a:cxn ang="0">
                <a:pos x="connsiteX4461" y="connsiteY4461"/>
              </a:cxn>
              <a:cxn ang="0">
                <a:pos x="connsiteX4462" y="connsiteY4462"/>
              </a:cxn>
              <a:cxn ang="0">
                <a:pos x="connsiteX4463" y="connsiteY4463"/>
              </a:cxn>
              <a:cxn ang="0">
                <a:pos x="connsiteX4464" y="connsiteY4464"/>
              </a:cxn>
              <a:cxn ang="0">
                <a:pos x="connsiteX4465" y="connsiteY4465"/>
              </a:cxn>
              <a:cxn ang="0">
                <a:pos x="connsiteX4466" y="connsiteY4466"/>
              </a:cxn>
              <a:cxn ang="0">
                <a:pos x="connsiteX4467" y="connsiteY4467"/>
              </a:cxn>
              <a:cxn ang="0">
                <a:pos x="connsiteX4468" y="connsiteY4468"/>
              </a:cxn>
              <a:cxn ang="0">
                <a:pos x="connsiteX4469" y="connsiteY4469"/>
              </a:cxn>
              <a:cxn ang="0">
                <a:pos x="connsiteX4470" y="connsiteY4470"/>
              </a:cxn>
              <a:cxn ang="0">
                <a:pos x="connsiteX4471" y="connsiteY4471"/>
              </a:cxn>
              <a:cxn ang="0">
                <a:pos x="connsiteX4472" y="connsiteY4472"/>
              </a:cxn>
              <a:cxn ang="0">
                <a:pos x="connsiteX4473" y="connsiteY4473"/>
              </a:cxn>
              <a:cxn ang="0">
                <a:pos x="connsiteX4474" y="connsiteY4474"/>
              </a:cxn>
              <a:cxn ang="0">
                <a:pos x="connsiteX4475" y="connsiteY4475"/>
              </a:cxn>
              <a:cxn ang="0">
                <a:pos x="connsiteX4476" y="connsiteY4476"/>
              </a:cxn>
              <a:cxn ang="0">
                <a:pos x="connsiteX4477" y="connsiteY4477"/>
              </a:cxn>
              <a:cxn ang="0">
                <a:pos x="connsiteX4478" y="connsiteY4478"/>
              </a:cxn>
              <a:cxn ang="0">
                <a:pos x="connsiteX4479" y="connsiteY4479"/>
              </a:cxn>
              <a:cxn ang="0">
                <a:pos x="connsiteX4480" y="connsiteY4480"/>
              </a:cxn>
              <a:cxn ang="0">
                <a:pos x="connsiteX4481" y="connsiteY4481"/>
              </a:cxn>
              <a:cxn ang="0">
                <a:pos x="connsiteX4482" y="connsiteY4482"/>
              </a:cxn>
              <a:cxn ang="0">
                <a:pos x="connsiteX4483" y="connsiteY4483"/>
              </a:cxn>
              <a:cxn ang="0">
                <a:pos x="connsiteX4484" y="connsiteY4484"/>
              </a:cxn>
              <a:cxn ang="0">
                <a:pos x="connsiteX4485" y="connsiteY4485"/>
              </a:cxn>
              <a:cxn ang="0">
                <a:pos x="connsiteX4486" y="connsiteY4486"/>
              </a:cxn>
              <a:cxn ang="0">
                <a:pos x="connsiteX4487" y="connsiteY4487"/>
              </a:cxn>
              <a:cxn ang="0">
                <a:pos x="connsiteX4488" y="connsiteY4488"/>
              </a:cxn>
              <a:cxn ang="0">
                <a:pos x="connsiteX4489" y="connsiteY4489"/>
              </a:cxn>
              <a:cxn ang="0">
                <a:pos x="connsiteX4490" y="connsiteY4490"/>
              </a:cxn>
              <a:cxn ang="0">
                <a:pos x="connsiteX4491" y="connsiteY4491"/>
              </a:cxn>
              <a:cxn ang="0">
                <a:pos x="connsiteX4492" y="connsiteY4492"/>
              </a:cxn>
              <a:cxn ang="0">
                <a:pos x="connsiteX4493" y="connsiteY4493"/>
              </a:cxn>
              <a:cxn ang="0">
                <a:pos x="connsiteX4494" y="connsiteY4494"/>
              </a:cxn>
              <a:cxn ang="0">
                <a:pos x="connsiteX4495" y="connsiteY4495"/>
              </a:cxn>
              <a:cxn ang="0">
                <a:pos x="connsiteX4496" y="connsiteY4496"/>
              </a:cxn>
              <a:cxn ang="0">
                <a:pos x="connsiteX4497" y="connsiteY4497"/>
              </a:cxn>
              <a:cxn ang="0">
                <a:pos x="connsiteX4498" y="connsiteY4498"/>
              </a:cxn>
              <a:cxn ang="0">
                <a:pos x="connsiteX4499" y="connsiteY4499"/>
              </a:cxn>
              <a:cxn ang="0">
                <a:pos x="connsiteX4500" y="connsiteY4500"/>
              </a:cxn>
              <a:cxn ang="0">
                <a:pos x="connsiteX4501" y="connsiteY4501"/>
              </a:cxn>
              <a:cxn ang="0">
                <a:pos x="connsiteX4502" y="connsiteY4502"/>
              </a:cxn>
              <a:cxn ang="0">
                <a:pos x="connsiteX4503" y="connsiteY4503"/>
              </a:cxn>
              <a:cxn ang="0">
                <a:pos x="connsiteX4504" y="connsiteY4504"/>
              </a:cxn>
              <a:cxn ang="0">
                <a:pos x="connsiteX4505" y="connsiteY4505"/>
              </a:cxn>
              <a:cxn ang="0">
                <a:pos x="connsiteX4506" y="connsiteY4506"/>
              </a:cxn>
              <a:cxn ang="0">
                <a:pos x="connsiteX4507" y="connsiteY4507"/>
              </a:cxn>
              <a:cxn ang="0">
                <a:pos x="connsiteX4508" y="connsiteY4508"/>
              </a:cxn>
              <a:cxn ang="0">
                <a:pos x="connsiteX4509" y="connsiteY4509"/>
              </a:cxn>
              <a:cxn ang="0">
                <a:pos x="connsiteX4510" y="connsiteY4510"/>
              </a:cxn>
              <a:cxn ang="0">
                <a:pos x="connsiteX4511" y="connsiteY4511"/>
              </a:cxn>
              <a:cxn ang="0">
                <a:pos x="connsiteX4512" y="connsiteY4512"/>
              </a:cxn>
              <a:cxn ang="0">
                <a:pos x="connsiteX4513" y="connsiteY4513"/>
              </a:cxn>
              <a:cxn ang="0">
                <a:pos x="connsiteX4514" y="connsiteY4514"/>
              </a:cxn>
              <a:cxn ang="0">
                <a:pos x="connsiteX4515" y="connsiteY4515"/>
              </a:cxn>
              <a:cxn ang="0">
                <a:pos x="connsiteX4516" y="connsiteY4516"/>
              </a:cxn>
              <a:cxn ang="0">
                <a:pos x="connsiteX4517" y="connsiteY4517"/>
              </a:cxn>
              <a:cxn ang="0">
                <a:pos x="connsiteX4518" y="connsiteY4518"/>
              </a:cxn>
              <a:cxn ang="0">
                <a:pos x="connsiteX4519" y="connsiteY4519"/>
              </a:cxn>
              <a:cxn ang="0">
                <a:pos x="connsiteX4520" y="connsiteY4520"/>
              </a:cxn>
              <a:cxn ang="0">
                <a:pos x="connsiteX4521" y="connsiteY4521"/>
              </a:cxn>
              <a:cxn ang="0">
                <a:pos x="connsiteX4522" y="connsiteY4522"/>
              </a:cxn>
              <a:cxn ang="0">
                <a:pos x="connsiteX4523" y="connsiteY4523"/>
              </a:cxn>
              <a:cxn ang="0">
                <a:pos x="connsiteX4524" y="connsiteY4524"/>
              </a:cxn>
              <a:cxn ang="0">
                <a:pos x="connsiteX4525" y="connsiteY4525"/>
              </a:cxn>
              <a:cxn ang="0">
                <a:pos x="connsiteX4526" y="connsiteY4526"/>
              </a:cxn>
              <a:cxn ang="0">
                <a:pos x="connsiteX4527" y="connsiteY4527"/>
              </a:cxn>
              <a:cxn ang="0">
                <a:pos x="connsiteX4528" y="connsiteY4528"/>
              </a:cxn>
              <a:cxn ang="0">
                <a:pos x="connsiteX4529" y="connsiteY4529"/>
              </a:cxn>
              <a:cxn ang="0">
                <a:pos x="connsiteX4530" y="connsiteY4530"/>
              </a:cxn>
              <a:cxn ang="0">
                <a:pos x="connsiteX4531" y="connsiteY4531"/>
              </a:cxn>
              <a:cxn ang="0">
                <a:pos x="connsiteX4532" y="connsiteY4532"/>
              </a:cxn>
              <a:cxn ang="0">
                <a:pos x="connsiteX4533" y="connsiteY4533"/>
              </a:cxn>
              <a:cxn ang="0">
                <a:pos x="connsiteX4534" y="connsiteY4534"/>
              </a:cxn>
              <a:cxn ang="0">
                <a:pos x="connsiteX4535" y="connsiteY4535"/>
              </a:cxn>
              <a:cxn ang="0">
                <a:pos x="connsiteX4536" y="connsiteY4536"/>
              </a:cxn>
              <a:cxn ang="0">
                <a:pos x="connsiteX4537" y="connsiteY4537"/>
              </a:cxn>
              <a:cxn ang="0">
                <a:pos x="connsiteX4538" y="connsiteY4538"/>
              </a:cxn>
              <a:cxn ang="0">
                <a:pos x="connsiteX4539" y="connsiteY4539"/>
              </a:cxn>
              <a:cxn ang="0">
                <a:pos x="connsiteX4540" y="connsiteY4540"/>
              </a:cxn>
              <a:cxn ang="0">
                <a:pos x="connsiteX4541" y="connsiteY4541"/>
              </a:cxn>
              <a:cxn ang="0">
                <a:pos x="connsiteX4542" y="connsiteY4542"/>
              </a:cxn>
              <a:cxn ang="0">
                <a:pos x="connsiteX4543" y="connsiteY4543"/>
              </a:cxn>
              <a:cxn ang="0">
                <a:pos x="connsiteX4544" y="connsiteY4544"/>
              </a:cxn>
              <a:cxn ang="0">
                <a:pos x="connsiteX4545" y="connsiteY4545"/>
              </a:cxn>
              <a:cxn ang="0">
                <a:pos x="connsiteX4546" y="connsiteY4546"/>
              </a:cxn>
              <a:cxn ang="0">
                <a:pos x="connsiteX4547" y="connsiteY4547"/>
              </a:cxn>
              <a:cxn ang="0">
                <a:pos x="connsiteX4548" y="connsiteY4548"/>
              </a:cxn>
              <a:cxn ang="0">
                <a:pos x="connsiteX4549" y="connsiteY4549"/>
              </a:cxn>
              <a:cxn ang="0">
                <a:pos x="connsiteX4550" y="connsiteY4550"/>
              </a:cxn>
              <a:cxn ang="0">
                <a:pos x="connsiteX4551" y="connsiteY4551"/>
              </a:cxn>
              <a:cxn ang="0">
                <a:pos x="connsiteX4552" y="connsiteY4552"/>
              </a:cxn>
              <a:cxn ang="0">
                <a:pos x="connsiteX4553" y="connsiteY4553"/>
              </a:cxn>
              <a:cxn ang="0">
                <a:pos x="connsiteX4554" y="connsiteY4554"/>
              </a:cxn>
              <a:cxn ang="0">
                <a:pos x="connsiteX4555" y="connsiteY4555"/>
              </a:cxn>
              <a:cxn ang="0">
                <a:pos x="connsiteX4556" y="connsiteY4556"/>
              </a:cxn>
              <a:cxn ang="0">
                <a:pos x="connsiteX4557" y="connsiteY4557"/>
              </a:cxn>
              <a:cxn ang="0">
                <a:pos x="connsiteX4558" y="connsiteY4558"/>
              </a:cxn>
              <a:cxn ang="0">
                <a:pos x="connsiteX4559" y="connsiteY4559"/>
              </a:cxn>
              <a:cxn ang="0">
                <a:pos x="connsiteX4560" y="connsiteY4560"/>
              </a:cxn>
              <a:cxn ang="0">
                <a:pos x="connsiteX4561" y="connsiteY4561"/>
              </a:cxn>
              <a:cxn ang="0">
                <a:pos x="connsiteX4562" y="connsiteY4562"/>
              </a:cxn>
              <a:cxn ang="0">
                <a:pos x="connsiteX4563" y="connsiteY4563"/>
              </a:cxn>
              <a:cxn ang="0">
                <a:pos x="connsiteX4564" y="connsiteY4564"/>
              </a:cxn>
              <a:cxn ang="0">
                <a:pos x="connsiteX4565" y="connsiteY4565"/>
              </a:cxn>
              <a:cxn ang="0">
                <a:pos x="connsiteX4566" y="connsiteY4566"/>
              </a:cxn>
              <a:cxn ang="0">
                <a:pos x="connsiteX4567" y="connsiteY4567"/>
              </a:cxn>
              <a:cxn ang="0">
                <a:pos x="connsiteX4568" y="connsiteY4568"/>
              </a:cxn>
              <a:cxn ang="0">
                <a:pos x="connsiteX4569" y="connsiteY4569"/>
              </a:cxn>
              <a:cxn ang="0">
                <a:pos x="connsiteX4570" y="connsiteY4570"/>
              </a:cxn>
              <a:cxn ang="0">
                <a:pos x="connsiteX4571" y="connsiteY4571"/>
              </a:cxn>
              <a:cxn ang="0">
                <a:pos x="connsiteX4572" y="connsiteY4572"/>
              </a:cxn>
              <a:cxn ang="0">
                <a:pos x="connsiteX4573" y="connsiteY4573"/>
              </a:cxn>
              <a:cxn ang="0">
                <a:pos x="connsiteX4574" y="connsiteY4574"/>
              </a:cxn>
              <a:cxn ang="0">
                <a:pos x="connsiteX4575" y="connsiteY4575"/>
              </a:cxn>
              <a:cxn ang="0">
                <a:pos x="connsiteX4576" y="connsiteY4576"/>
              </a:cxn>
              <a:cxn ang="0">
                <a:pos x="connsiteX4577" y="connsiteY4577"/>
              </a:cxn>
              <a:cxn ang="0">
                <a:pos x="connsiteX4578" y="connsiteY4578"/>
              </a:cxn>
              <a:cxn ang="0">
                <a:pos x="connsiteX4579" y="connsiteY4579"/>
              </a:cxn>
              <a:cxn ang="0">
                <a:pos x="connsiteX4580" y="connsiteY4580"/>
              </a:cxn>
              <a:cxn ang="0">
                <a:pos x="connsiteX4581" y="connsiteY4581"/>
              </a:cxn>
              <a:cxn ang="0">
                <a:pos x="connsiteX4582" y="connsiteY4582"/>
              </a:cxn>
              <a:cxn ang="0">
                <a:pos x="connsiteX4583" y="connsiteY4583"/>
              </a:cxn>
              <a:cxn ang="0">
                <a:pos x="connsiteX4584" y="connsiteY4584"/>
              </a:cxn>
              <a:cxn ang="0">
                <a:pos x="connsiteX4585" y="connsiteY4585"/>
              </a:cxn>
              <a:cxn ang="0">
                <a:pos x="connsiteX4586" y="connsiteY4586"/>
              </a:cxn>
              <a:cxn ang="0">
                <a:pos x="connsiteX4587" y="connsiteY4587"/>
              </a:cxn>
              <a:cxn ang="0">
                <a:pos x="connsiteX4588" y="connsiteY4588"/>
              </a:cxn>
              <a:cxn ang="0">
                <a:pos x="connsiteX4589" y="connsiteY4589"/>
              </a:cxn>
              <a:cxn ang="0">
                <a:pos x="connsiteX4590" y="connsiteY4590"/>
              </a:cxn>
              <a:cxn ang="0">
                <a:pos x="connsiteX4591" y="connsiteY4591"/>
              </a:cxn>
              <a:cxn ang="0">
                <a:pos x="connsiteX4592" y="connsiteY4592"/>
              </a:cxn>
              <a:cxn ang="0">
                <a:pos x="connsiteX4593" y="connsiteY4593"/>
              </a:cxn>
              <a:cxn ang="0">
                <a:pos x="connsiteX4594" y="connsiteY4594"/>
              </a:cxn>
              <a:cxn ang="0">
                <a:pos x="connsiteX4595" y="connsiteY4595"/>
              </a:cxn>
              <a:cxn ang="0">
                <a:pos x="connsiteX4596" y="connsiteY4596"/>
              </a:cxn>
              <a:cxn ang="0">
                <a:pos x="connsiteX4597" y="connsiteY4597"/>
              </a:cxn>
              <a:cxn ang="0">
                <a:pos x="connsiteX4598" y="connsiteY4598"/>
              </a:cxn>
              <a:cxn ang="0">
                <a:pos x="connsiteX4599" y="connsiteY4599"/>
              </a:cxn>
              <a:cxn ang="0">
                <a:pos x="connsiteX4600" y="connsiteY4600"/>
              </a:cxn>
              <a:cxn ang="0">
                <a:pos x="connsiteX4601" y="connsiteY4601"/>
              </a:cxn>
              <a:cxn ang="0">
                <a:pos x="connsiteX4602" y="connsiteY4602"/>
              </a:cxn>
              <a:cxn ang="0">
                <a:pos x="connsiteX4603" y="connsiteY4603"/>
              </a:cxn>
              <a:cxn ang="0">
                <a:pos x="connsiteX4604" y="connsiteY4604"/>
              </a:cxn>
              <a:cxn ang="0">
                <a:pos x="connsiteX4605" y="connsiteY4605"/>
              </a:cxn>
              <a:cxn ang="0">
                <a:pos x="connsiteX4606" y="connsiteY4606"/>
              </a:cxn>
              <a:cxn ang="0">
                <a:pos x="connsiteX4607" y="connsiteY4607"/>
              </a:cxn>
              <a:cxn ang="0">
                <a:pos x="connsiteX4608" y="connsiteY4608"/>
              </a:cxn>
              <a:cxn ang="0">
                <a:pos x="connsiteX4609" y="connsiteY4609"/>
              </a:cxn>
              <a:cxn ang="0">
                <a:pos x="connsiteX4610" y="connsiteY4610"/>
              </a:cxn>
              <a:cxn ang="0">
                <a:pos x="connsiteX4611" y="connsiteY4611"/>
              </a:cxn>
              <a:cxn ang="0">
                <a:pos x="connsiteX4612" y="connsiteY4612"/>
              </a:cxn>
              <a:cxn ang="0">
                <a:pos x="connsiteX4613" y="connsiteY4613"/>
              </a:cxn>
              <a:cxn ang="0">
                <a:pos x="connsiteX4614" y="connsiteY4614"/>
              </a:cxn>
              <a:cxn ang="0">
                <a:pos x="connsiteX4615" y="connsiteY4615"/>
              </a:cxn>
              <a:cxn ang="0">
                <a:pos x="connsiteX4616" y="connsiteY4616"/>
              </a:cxn>
              <a:cxn ang="0">
                <a:pos x="connsiteX4617" y="connsiteY4617"/>
              </a:cxn>
              <a:cxn ang="0">
                <a:pos x="connsiteX4618" y="connsiteY4618"/>
              </a:cxn>
              <a:cxn ang="0">
                <a:pos x="connsiteX4619" y="connsiteY4619"/>
              </a:cxn>
              <a:cxn ang="0">
                <a:pos x="connsiteX4620" y="connsiteY4620"/>
              </a:cxn>
              <a:cxn ang="0">
                <a:pos x="connsiteX4621" y="connsiteY4621"/>
              </a:cxn>
              <a:cxn ang="0">
                <a:pos x="connsiteX4622" y="connsiteY4622"/>
              </a:cxn>
              <a:cxn ang="0">
                <a:pos x="connsiteX4623" y="connsiteY4623"/>
              </a:cxn>
              <a:cxn ang="0">
                <a:pos x="connsiteX4624" y="connsiteY4624"/>
              </a:cxn>
              <a:cxn ang="0">
                <a:pos x="connsiteX4625" y="connsiteY4625"/>
              </a:cxn>
              <a:cxn ang="0">
                <a:pos x="connsiteX4626" y="connsiteY4626"/>
              </a:cxn>
              <a:cxn ang="0">
                <a:pos x="connsiteX4627" y="connsiteY4627"/>
              </a:cxn>
              <a:cxn ang="0">
                <a:pos x="connsiteX4628" y="connsiteY4628"/>
              </a:cxn>
              <a:cxn ang="0">
                <a:pos x="connsiteX4629" y="connsiteY4629"/>
              </a:cxn>
              <a:cxn ang="0">
                <a:pos x="connsiteX4630" y="connsiteY4630"/>
              </a:cxn>
              <a:cxn ang="0">
                <a:pos x="connsiteX4631" y="connsiteY4631"/>
              </a:cxn>
              <a:cxn ang="0">
                <a:pos x="connsiteX4632" y="connsiteY4632"/>
              </a:cxn>
              <a:cxn ang="0">
                <a:pos x="connsiteX4633" y="connsiteY4633"/>
              </a:cxn>
              <a:cxn ang="0">
                <a:pos x="connsiteX4634" y="connsiteY4634"/>
              </a:cxn>
              <a:cxn ang="0">
                <a:pos x="connsiteX4635" y="connsiteY4635"/>
              </a:cxn>
              <a:cxn ang="0">
                <a:pos x="connsiteX4636" y="connsiteY4636"/>
              </a:cxn>
              <a:cxn ang="0">
                <a:pos x="connsiteX4637" y="connsiteY4637"/>
              </a:cxn>
              <a:cxn ang="0">
                <a:pos x="connsiteX4638" y="connsiteY4638"/>
              </a:cxn>
              <a:cxn ang="0">
                <a:pos x="connsiteX4639" y="connsiteY4639"/>
              </a:cxn>
              <a:cxn ang="0">
                <a:pos x="connsiteX4640" y="connsiteY4640"/>
              </a:cxn>
              <a:cxn ang="0">
                <a:pos x="connsiteX4641" y="connsiteY4641"/>
              </a:cxn>
              <a:cxn ang="0">
                <a:pos x="connsiteX4642" y="connsiteY4642"/>
              </a:cxn>
              <a:cxn ang="0">
                <a:pos x="connsiteX4643" y="connsiteY4643"/>
              </a:cxn>
              <a:cxn ang="0">
                <a:pos x="connsiteX4644" y="connsiteY4644"/>
              </a:cxn>
              <a:cxn ang="0">
                <a:pos x="connsiteX4645" y="connsiteY4645"/>
              </a:cxn>
              <a:cxn ang="0">
                <a:pos x="connsiteX4646" y="connsiteY4646"/>
              </a:cxn>
              <a:cxn ang="0">
                <a:pos x="connsiteX4647" y="connsiteY4647"/>
              </a:cxn>
              <a:cxn ang="0">
                <a:pos x="connsiteX4648" y="connsiteY4648"/>
              </a:cxn>
              <a:cxn ang="0">
                <a:pos x="connsiteX4649" y="connsiteY4649"/>
              </a:cxn>
              <a:cxn ang="0">
                <a:pos x="connsiteX4650" y="connsiteY4650"/>
              </a:cxn>
              <a:cxn ang="0">
                <a:pos x="connsiteX4651" y="connsiteY4651"/>
              </a:cxn>
              <a:cxn ang="0">
                <a:pos x="connsiteX4652" y="connsiteY4652"/>
              </a:cxn>
              <a:cxn ang="0">
                <a:pos x="connsiteX4653" y="connsiteY4653"/>
              </a:cxn>
              <a:cxn ang="0">
                <a:pos x="connsiteX4654" y="connsiteY4654"/>
              </a:cxn>
              <a:cxn ang="0">
                <a:pos x="connsiteX4655" y="connsiteY4655"/>
              </a:cxn>
              <a:cxn ang="0">
                <a:pos x="connsiteX4656" y="connsiteY4656"/>
              </a:cxn>
              <a:cxn ang="0">
                <a:pos x="connsiteX4657" y="connsiteY4657"/>
              </a:cxn>
              <a:cxn ang="0">
                <a:pos x="connsiteX4658" y="connsiteY4658"/>
              </a:cxn>
              <a:cxn ang="0">
                <a:pos x="connsiteX4659" y="connsiteY4659"/>
              </a:cxn>
              <a:cxn ang="0">
                <a:pos x="connsiteX4660" y="connsiteY4660"/>
              </a:cxn>
              <a:cxn ang="0">
                <a:pos x="connsiteX4661" y="connsiteY4661"/>
              </a:cxn>
              <a:cxn ang="0">
                <a:pos x="connsiteX4662" y="connsiteY4662"/>
              </a:cxn>
              <a:cxn ang="0">
                <a:pos x="connsiteX4663" y="connsiteY4663"/>
              </a:cxn>
              <a:cxn ang="0">
                <a:pos x="connsiteX4664" y="connsiteY4664"/>
              </a:cxn>
              <a:cxn ang="0">
                <a:pos x="connsiteX4665" y="connsiteY4665"/>
              </a:cxn>
              <a:cxn ang="0">
                <a:pos x="connsiteX4666" y="connsiteY4666"/>
              </a:cxn>
              <a:cxn ang="0">
                <a:pos x="connsiteX4667" y="connsiteY4667"/>
              </a:cxn>
              <a:cxn ang="0">
                <a:pos x="connsiteX4668" y="connsiteY4668"/>
              </a:cxn>
              <a:cxn ang="0">
                <a:pos x="connsiteX4669" y="connsiteY4669"/>
              </a:cxn>
              <a:cxn ang="0">
                <a:pos x="connsiteX4670" y="connsiteY4670"/>
              </a:cxn>
              <a:cxn ang="0">
                <a:pos x="connsiteX4671" y="connsiteY4671"/>
              </a:cxn>
              <a:cxn ang="0">
                <a:pos x="connsiteX4672" y="connsiteY4672"/>
              </a:cxn>
              <a:cxn ang="0">
                <a:pos x="connsiteX4673" y="connsiteY4673"/>
              </a:cxn>
              <a:cxn ang="0">
                <a:pos x="connsiteX4674" y="connsiteY4674"/>
              </a:cxn>
              <a:cxn ang="0">
                <a:pos x="connsiteX4675" y="connsiteY4675"/>
              </a:cxn>
              <a:cxn ang="0">
                <a:pos x="connsiteX4676" y="connsiteY4676"/>
              </a:cxn>
              <a:cxn ang="0">
                <a:pos x="connsiteX4677" y="connsiteY4677"/>
              </a:cxn>
              <a:cxn ang="0">
                <a:pos x="connsiteX4678" y="connsiteY4678"/>
              </a:cxn>
              <a:cxn ang="0">
                <a:pos x="connsiteX4679" y="connsiteY4679"/>
              </a:cxn>
              <a:cxn ang="0">
                <a:pos x="connsiteX4680" y="connsiteY4680"/>
              </a:cxn>
              <a:cxn ang="0">
                <a:pos x="connsiteX4681" y="connsiteY4681"/>
              </a:cxn>
              <a:cxn ang="0">
                <a:pos x="connsiteX4682" y="connsiteY4682"/>
              </a:cxn>
              <a:cxn ang="0">
                <a:pos x="connsiteX4683" y="connsiteY4683"/>
              </a:cxn>
              <a:cxn ang="0">
                <a:pos x="connsiteX4684" y="connsiteY4684"/>
              </a:cxn>
              <a:cxn ang="0">
                <a:pos x="connsiteX4685" y="connsiteY4685"/>
              </a:cxn>
              <a:cxn ang="0">
                <a:pos x="connsiteX4686" y="connsiteY4686"/>
              </a:cxn>
              <a:cxn ang="0">
                <a:pos x="connsiteX4687" y="connsiteY4687"/>
              </a:cxn>
              <a:cxn ang="0">
                <a:pos x="connsiteX4688" y="connsiteY4688"/>
              </a:cxn>
              <a:cxn ang="0">
                <a:pos x="connsiteX4689" y="connsiteY4689"/>
              </a:cxn>
              <a:cxn ang="0">
                <a:pos x="connsiteX4690" y="connsiteY4690"/>
              </a:cxn>
              <a:cxn ang="0">
                <a:pos x="connsiteX4691" y="connsiteY4691"/>
              </a:cxn>
              <a:cxn ang="0">
                <a:pos x="connsiteX4692" y="connsiteY4692"/>
              </a:cxn>
              <a:cxn ang="0">
                <a:pos x="connsiteX4693" y="connsiteY4693"/>
              </a:cxn>
              <a:cxn ang="0">
                <a:pos x="connsiteX4694" y="connsiteY4694"/>
              </a:cxn>
              <a:cxn ang="0">
                <a:pos x="connsiteX4695" y="connsiteY4695"/>
              </a:cxn>
              <a:cxn ang="0">
                <a:pos x="connsiteX4696" y="connsiteY4696"/>
              </a:cxn>
              <a:cxn ang="0">
                <a:pos x="connsiteX4697" y="connsiteY4697"/>
              </a:cxn>
              <a:cxn ang="0">
                <a:pos x="connsiteX4698" y="connsiteY4698"/>
              </a:cxn>
              <a:cxn ang="0">
                <a:pos x="connsiteX4699" y="connsiteY4699"/>
              </a:cxn>
              <a:cxn ang="0">
                <a:pos x="connsiteX4700" y="connsiteY4700"/>
              </a:cxn>
              <a:cxn ang="0">
                <a:pos x="connsiteX4701" y="connsiteY4701"/>
              </a:cxn>
              <a:cxn ang="0">
                <a:pos x="connsiteX4702" y="connsiteY4702"/>
              </a:cxn>
              <a:cxn ang="0">
                <a:pos x="connsiteX4703" y="connsiteY4703"/>
              </a:cxn>
              <a:cxn ang="0">
                <a:pos x="connsiteX4704" y="connsiteY4704"/>
              </a:cxn>
              <a:cxn ang="0">
                <a:pos x="connsiteX4705" y="connsiteY4705"/>
              </a:cxn>
              <a:cxn ang="0">
                <a:pos x="connsiteX4706" y="connsiteY4706"/>
              </a:cxn>
              <a:cxn ang="0">
                <a:pos x="connsiteX4707" y="connsiteY4707"/>
              </a:cxn>
              <a:cxn ang="0">
                <a:pos x="connsiteX4708" y="connsiteY4708"/>
              </a:cxn>
              <a:cxn ang="0">
                <a:pos x="connsiteX4709" y="connsiteY4709"/>
              </a:cxn>
              <a:cxn ang="0">
                <a:pos x="connsiteX4710" y="connsiteY4710"/>
              </a:cxn>
              <a:cxn ang="0">
                <a:pos x="connsiteX4711" y="connsiteY4711"/>
              </a:cxn>
              <a:cxn ang="0">
                <a:pos x="connsiteX4712" y="connsiteY4712"/>
              </a:cxn>
              <a:cxn ang="0">
                <a:pos x="connsiteX4713" y="connsiteY4713"/>
              </a:cxn>
              <a:cxn ang="0">
                <a:pos x="connsiteX4714" y="connsiteY4714"/>
              </a:cxn>
              <a:cxn ang="0">
                <a:pos x="connsiteX4715" y="connsiteY4715"/>
              </a:cxn>
              <a:cxn ang="0">
                <a:pos x="connsiteX4716" y="connsiteY4716"/>
              </a:cxn>
              <a:cxn ang="0">
                <a:pos x="connsiteX4717" y="connsiteY4717"/>
              </a:cxn>
              <a:cxn ang="0">
                <a:pos x="connsiteX4718" y="connsiteY4718"/>
              </a:cxn>
              <a:cxn ang="0">
                <a:pos x="connsiteX4719" y="connsiteY4719"/>
              </a:cxn>
              <a:cxn ang="0">
                <a:pos x="connsiteX4720" y="connsiteY4720"/>
              </a:cxn>
              <a:cxn ang="0">
                <a:pos x="connsiteX4721" y="connsiteY4721"/>
              </a:cxn>
              <a:cxn ang="0">
                <a:pos x="connsiteX4722" y="connsiteY4722"/>
              </a:cxn>
              <a:cxn ang="0">
                <a:pos x="connsiteX4723" y="connsiteY4723"/>
              </a:cxn>
              <a:cxn ang="0">
                <a:pos x="connsiteX4724" y="connsiteY4724"/>
              </a:cxn>
              <a:cxn ang="0">
                <a:pos x="connsiteX4725" y="connsiteY4725"/>
              </a:cxn>
              <a:cxn ang="0">
                <a:pos x="connsiteX4726" y="connsiteY4726"/>
              </a:cxn>
              <a:cxn ang="0">
                <a:pos x="connsiteX4727" y="connsiteY4727"/>
              </a:cxn>
              <a:cxn ang="0">
                <a:pos x="connsiteX4728" y="connsiteY4728"/>
              </a:cxn>
              <a:cxn ang="0">
                <a:pos x="connsiteX4729" y="connsiteY4729"/>
              </a:cxn>
              <a:cxn ang="0">
                <a:pos x="connsiteX4730" y="connsiteY4730"/>
              </a:cxn>
              <a:cxn ang="0">
                <a:pos x="connsiteX4731" y="connsiteY4731"/>
              </a:cxn>
              <a:cxn ang="0">
                <a:pos x="connsiteX4732" y="connsiteY4732"/>
              </a:cxn>
              <a:cxn ang="0">
                <a:pos x="connsiteX4733" y="connsiteY4733"/>
              </a:cxn>
              <a:cxn ang="0">
                <a:pos x="connsiteX4734" y="connsiteY4734"/>
              </a:cxn>
              <a:cxn ang="0">
                <a:pos x="connsiteX4735" y="connsiteY4735"/>
              </a:cxn>
              <a:cxn ang="0">
                <a:pos x="connsiteX4736" y="connsiteY4736"/>
              </a:cxn>
              <a:cxn ang="0">
                <a:pos x="connsiteX4737" y="connsiteY4737"/>
              </a:cxn>
              <a:cxn ang="0">
                <a:pos x="connsiteX4738" y="connsiteY4738"/>
              </a:cxn>
              <a:cxn ang="0">
                <a:pos x="connsiteX4739" y="connsiteY4739"/>
              </a:cxn>
              <a:cxn ang="0">
                <a:pos x="connsiteX4740" y="connsiteY4740"/>
              </a:cxn>
              <a:cxn ang="0">
                <a:pos x="connsiteX4741" y="connsiteY4741"/>
              </a:cxn>
              <a:cxn ang="0">
                <a:pos x="connsiteX4742" y="connsiteY4742"/>
              </a:cxn>
              <a:cxn ang="0">
                <a:pos x="connsiteX4743" y="connsiteY4743"/>
              </a:cxn>
              <a:cxn ang="0">
                <a:pos x="connsiteX4744" y="connsiteY4744"/>
              </a:cxn>
              <a:cxn ang="0">
                <a:pos x="connsiteX4745" y="connsiteY4745"/>
              </a:cxn>
              <a:cxn ang="0">
                <a:pos x="connsiteX4746" y="connsiteY4746"/>
              </a:cxn>
              <a:cxn ang="0">
                <a:pos x="connsiteX4747" y="connsiteY4747"/>
              </a:cxn>
              <a:cxn ang="0">
                <a:pos x="connsiteX4748" y="connsiteY4748"/>
              </a:cxn>
              <a:cxn ang="0">
                <a:pos x="connsiteX4749" y="connsiteY4749"/>
              </a:cxn>
              <a:cxn ang="0">
                <a:pos x="connsiteX4750" y="connsiteY4750"/>
              </a:cxn>
              <a:cxn ang="0">
                <a:pos x="connsiteX4751" y="connsiteY4751"/>
              </a:cxn>
              <a:cxn ang="0">
                <a:pos x="connsiteX4752" y="connsiteY4752"/>
              </a:cxn>
              <a:cxn ang="0">
                <a:pos x="connsiteX4753" y="connsiteY4753"/>
              </a:cxn>
              <a:cxn ang="0">
                <a:pos x="connsiteX4754" y="connsiteY4754"/>
              </a:cxn>
              <a:cxn ang="0">
                <a:pos x="connsiteX4755" y="connsiteY4755"/>
              </a:cxn>
              <a:cxn ang="0">
                <a:pos x="connsiteX4756" y="connsiteY4756"/>
              </a:cxn>
              <a:cxn ang="0">
                <a:pos x="connsiteX4757" y="connsiteY4757"/>
              </a:cxn>
              <a:cxn ang="0">
                <a:pos x="connsiteX4758" y="connsiteY4758"/>
              </a:cxn>
              <a:cxn ang="0">
                <a:pos x="connsiteX4759" y="connsiteY4759"/>
              </a:cxn>
              <a:cxn ang="0">
                <a:pos x="connsiteX4760" y="connsiteY4760"/>
              </a:cxn>
              <a:cxn ang="0">
                <a:pos x="connsiteX4761" y="connsiteY4761"/>
              </a:cxn>
              <a:cxn ang="0">
                <a:pos x="connsiteX4762" y="connsiteY4762"/>
              </a:cxn>
              <a:cxn ang="0">
                <a:pos x="connsiteX4763" y="connsiteY4763"/>
              </a:cxn>
              <a:cxn ang="0">
                <a:pos x="connsiteX4764" y="connsiteY4764"/>
              </a:cxn>
              <a:cxn ang="0">
                <a:pos x="connsiteX4765" y="connsiteY4765"/>
              </a:cxn>
              <a:cxn ang="0">
                <a:pos x="connsiteX4766" y="connsiteY4766"/>
              </a:cxn>
              <a:cxn ang="0">
                <a:pos x="connsiteX4767" y="connsiteY4767"/>
              </a:cxn>
              <a:cxn ang="0">
                <a:pos x="connsiteX4768" y="connsiteY4768"/>
              </a:cxn>
              <a:cxn ang="0">
                <a:pos x="connsiteX4769" y="connsiteY4769"/>
              </a:cxn>
              <a:cxn ang="0">
                <a:pos x="connsiteX4770" y="connsiteY4770"/>
              </a:cxn>
              <a:cxn ang="0">
                <a:pos x="connsiteX4771" y="connsiteY4771"/>
              </a:cxn>
              <a:cxn ang="0">
                <a:pos x="connsiteX4772" y="connsiteY4772"/>
              </a:cxn>
              <a:cxn ang="0">
                <a:pos x="connsiteX4773" y="connsiteY4773"/>
              </a:cxn>
              <a:cxn ang="0">
                <a:pos x="connsiteX4774" y="connsiteY4774"/>
              </a:cxn>
              <a:cxn ang="0">
                <a:pos x="connsiteX4775" y="connsiteY4775"/>
              </a:cxn>
              <a:cxn ang="0">
                <a:pos x="connsiteX4776" y="connsiteY4776"/>
              </a:cxn>
              <a:cxn ang="0">
                <a:pos x="connsiteX4777" y="connsiteY4777"/>
              </a:cxn>
              <a:cxn ang="0">
                <a:pos x="connsiteX4778" y="connsiteY4778"/>
              </a:cxn>
              <a:cxn ang="0">
                <a:pos x="connsiteX4779" y="connsiteY4779"/>
              </a:cxn>
              <a:cxn ang="0">
                <a:pos x="connsiteX4780" y="connsiteY4780"/>
              </a:cxn>
              <a:cxn ang="0">
                <a:pos x="connsiteX4781" y="connsiteY4781"/>
              </a:cxn>
              <a:cxn ang="0">
                <a:pos x="connsiteX4782" y="connsiteY4782"/>
              </a:cxn>
              <a:cxn ang="0">
                <a:pos x="connsiteX4783" y="connsiteY4783"/>
              </a:cxn>
              <a:cxn ang="0">
                <a:pos x="connsiteX4784" y="connsiteY4784"/>
              </a:cxn>
              <a:cxn ang="0">
                <a:pos x="connsiteX4785" y="connsiteY4785"/>
              </a:cxn>
              <a:cxn ang="0">
                <a:pos x="connsiteX4786" y="connsiteY4786"/>
              </a:cxn>
              <a:cxn ang="0">
                <a:pos x="connsiteX4787" y="connsiteY4787"/>
              </a:cxn>
              <a:cxn ang="0">
                <a:pos x="connsiteX4788" y="connsiteY4788"/>
              </a:cxn>
              <a:cxn ang="0">
                <a:pos x="connsiteX4789" y="connsiteY4789"/>
              </a:cxn>
              <a:cxn ang="0">
                <a:pos x="connsiteX4790" y="connsiteY4790"/>
              </a:cxn>
              <a:cxn ang="0">
                <a:pos x="connsiteX4791" y="connsiteY4791"/>
              </a:cxn>
              <a:cxn ang="0">
                <a:pos x="connsiteX4792" y="connsiteY4792"/>
              </a:cxn>
              <a:cxn ang="0">
                <a:pos x="connsiteX4793" y="connsiteY4793"/>
              </a:cxn>
              <a:cxn ang="0">
                <a:pos x="connsiteX4794" y="connsiteY4794"/>
              </a:cxn>
              <a:cxn ang="0">
                <a:pos x="connsiteX4795" y="connsiteY4795"/>
              </a:cxn>
              <a:cxn ang="0">
                <a:pos x="connsiteX4796" y="connsiteY4796"/>
              </a:cxn>
              <a:cxn ang="0">
                <a:pos x="connsiteX4797" y="connsiteY4797"/>
              </a:cxn>
              <a:cxn ang="0">
                <a:pos x="connsiteX4798" y="connsiteY4798"/>
              </a:cxn>
              <a:cxn ang="0">
                <a:pos x="connsiteX4799" y="connsiteY4799"/>
              </a:cxn>
              <a:cxn ang="0">
                <a:pos x="connsiteX4800" y="connsiteY4800"/>
              </a:cxn>
              <a:cxn ang="0">
                <a:pos x="connsiteX4801" y="connsiteY4801"/>
              </a:cxn>
              <a:cxn ang="0">
                <a:pos x="connsiteX4802" y="connsiteY4802"/>
              </a:cxn>
              <a:cxn ang="0">
                <a:pos x="connsiteX4803" y="connsiteY4803"/>
              </a:cxn>
              <a:cxn ang="0">
                <a:pos x="connsiteX4804" y="connsiteY4804"/>
              </a:cxn>
              <a:cxn ang="0">
                <a:pos x="connsiteX4805" y="connsiteY4805"/>
              </a:cxn>
              <a:cxn ang="0">
                <a:pos x="connsiteX4806" y="connsiteY4806"/>
              </a:cxn>
              <a:cxn ang="0">
                <a:pos x="connsiteX4807" y="connsiteY4807"/>
              </a:cxn>
              <a:cxn ang="0">
                <a:pos x="connsiteX4808" y="connsiteY4808"/>
              </a:cxn>
              <a:cxn ang="0">
                <a:pos x="connsiteX4809" y="connsiteY4809"/>
              </a:cxn>
              <a:cxn ang="0">
                <a:pos x="connsiteX4810" y="connsiteY4810"/>
              </a:cxn>
              <a:cxn ang="0">
                <a:pos x="connsiteX4811" y="connsiteY4811"/>
              </a:cxn>
              <a:cxn ang="0">
                <a:pos x="connsiteX4812" y="connsiteY4812"/>
              </a:cxn>
              <a:cxn ang="0">
                <a:pos x="connsiteX4813" y="connsiteY4813"/>
              </a:cxn>
              <a:cxn ang="0">
                <a:pos x="connsiteX4814" y="connsiteY4814"/>
              </a:cxn>
              <a:cxn ang="0">
                <a:pos x="connsiteX4815" y="connsiteY4815"/>
              </a:cxn>
              <a:cxn ang="0">
                <a:pos x="connsiteX4816" y="connsiteY4816"/>
              </a:cxn>
              <a:cxn ang="0">
                <a:pos x="connsiteX4817" y="connsiteY4817"/>
              </a:cxn>
              <a:cxn ang="0">
                <a:pos x="connsiteX4818" y="connsiteY4818"/>
              </a:cxn>
              <a:cxn ang="0">
                <a:pos x="connsiteX4819" y="connsiteY4819"/>
              </a:cxn>
              <a:cxn ang="0">
                <a:pos x="connsiteX4820" y="connsiteY4820"/>
              </a:cxn>
              <a:cxn ang="0">
                <a:pos x="connsiteX4821" y="connsiteY4821"/>
              </a:cxn>
              <a:cxn ang="0">
                <a:pos x="connsiteX4822" y="connsiteY4822"/>
              </a:cxn>
              <a:cxn ang="0">
                <a:pos x="connsiteX4823" y="connsiteY4823"/>
              </a:cxn>
              <a:cxn ang="0">
                <a:pos x="connsiteX4824" y="connsiteY4824"/>
              </a:cxn>
              <a:cxn ang="0">
                <a:pos x="connsiteX4825" y="connsiteY4825"/>
              </a:cxn>
              <a:cxn ang="0">
                <a:pos x="connsiteX4826" y="connsiteY4826"/>
              </a:cxn>
              <a:cxn ang="0">
                <a:pos x="connsiteX4827" y="connsiteY4827"/>
              </a:cxn>
              <a:cxn ang="0">
                <a:pos x="connsiteX4828" y="connsiteY4828"/>
              </a:cxn>
              <a:cxn ang="0">
                <a:pos x="connsiteX4829" y="connsiteY4829"/>
              </a:cxn>
              <a:cxn ang="0">
                <a:pos x="connsiteX4830" y="connsiteY4830"/>
              </a:cxn>
              <a:cxn ang="0">
                <a:pos x="connsiteX4831" y="connsiteY4831"/>
              </a:cxn>
              <a:cxn ang="0">
                <a:pos x="connsiteX4832" y="connsiteY4832"/>
              </a:cxn>
              <a:cxn ang="0">
                <a:pos x="connsiteX4833" y="connsiteY4833"/>
              </a:cxn>
              <a:cxn ang="0">
                <a:pos x="connsiteX4834" y="connsiteY4834"/>
              </a:cxn>
              <a:cxn ang="0">
                <a:pos x="connsiteX4835" y="connsiteY4835"/>
              </a:cxn>
              <a:cxn ang="0">
                <a:pos x="connsiteX4836" y="connsiteY4836"/>
              </a:cxn>
              <a:cxn ang="0">
                <a:pos x="connsiteX4837" y="connsiteY4837"/>
              </a:cxn>
              <a:cxn ang="0">
                <a:pos x="connsiteX4838" y="connsiteY4838"/>
              </a:cxn>
              <a:cxn ang="0">
                <a:pos x="connsiteX4839" y="connsiteY4839"/>
              </a:cxn>
              <a:cxn ang="0">
                <a:pos x="connsiteX4840" y="connsiteY4840"/>
              </a:cxn>
              <a:cxn ang="0">
                <a:pos x="connsiteX4841" y="connsiteY4841"/>
              </a:cxn>
              <a:cxn ang="0">
                <a:pos x="connsiteX4842" y="connsiteY4842"/>
              </a:cxn>
              <a:cxn ang="0">
                <a:pos x="connsiteX4843" y="connsiteY4843"/>
              </a:cxn>
              <a:cxn ang="0">
                <a:pos x="connsiteX4844" y="connsiteY4844"/>
              </a:cxn>
              <a:cxn ang="0">
                <a:pos x="connsiteX4845" y="connsiteY4845"/>
              </a:cxn>
              <a:cxn ang="0">
                <a:pos x="connsiteX4846" y="connsiteY4846"/>
              </a:cxn>
              <a:cxn ang="0">
                <a:pos x="connsiteX4847" y="connsiteY4847"/>
              </a:cxn>
              <a:cxn ang="0">
                <a:pos x="connsiteX4848" y="connsiteY4848"/>
              </a:cxn>
              <a:cxn ang="0">
                <a:pos x="connsiteX4849" y="connsiteY4849"/>
              </a:cxn>
              <a:cxn ang="0">
                <a:pos x="connsiteX4850" y="connsiteY4850"/>
              </a:cxn>
              <a:cxn ang="0">
                <a:pos x="connsiteX4851" y="connsiteY4851"/>
              </a:cxn>
              <a:cxn ang="0">
                <a:pos x="connsiteX4852" y="connsiteY4852"/>
              </a:cxn>
              <a:cxn ang="0">
                <a:pos x="connsiteX4853" y="connsiteY4853"/>
              </a:cxn>
              <a:cxn ang="0">
                <a:pos x="connsiteX4854" y="connsiteY4854"/>
              </a:cxn>
              <a:cxn ang="0">
                <a:pos x="connsiteX4855" y="connsiteY4855"/>
              </a:cxn>
              <a:cxn ang="0">
                <a:pos x="connsiteX4856" y="connsiteY4856"/>
              </a:cxn>
              <a:cxn ang="0">
                <a:pos x="connsiteX4857" y="connsiteY4857"/>
              </a:cxn>
              <a:cxn ang="0">
                <a:pos x="connsiteX4858" y="connsiteY4858"/>
              </a:cxn>
              <a:cxn ang="0">
                <a:pos x="connsiteX4859" y="connsiteY4859"/>
              </a:cxn>
              <a:cxn ang="0">
                <a:pos x="connsiteX4860" y="connsiteY4860"/>
              </a:cxn>
              <a:cxn ang="0">
                <a:pos x="connsiteX4861" y="connsiteY4861"/>
              </a:cxn>
              <a:cxn ang="0">
                <a:pos x="connsiteX4862" y="connsiteY4862"/>
              </a:cxn>
              <a:cxn ang="0">
                <a:pos x="connsiteX4863" y="connsiteY4863"/>
              </a:cxn>
              <a:cxn ang="0">
                <a:pos x="connsiteX4864" y="connsiteY4864"/>
              </a:cxn>
              <a:cxn ang="0">
                <a:pos x="connsiteX4865" y="connsiteY4865"/>
              </a:cxn>
              <a:cxn ang="0">
                <a:pos x="connsiteX4866" y="connsiteY4866"/>
              </a:cxn>
              <a:cxn ang="0">
                <a:pos x="connsiteX4867" y="connsiteY4867"/>
              </a:cxn>
              <a:cxn ang="0">
                <a:pos x="connsiteX4868" y="connsiteY4868"/>
              </a:cxn>
              <a:cxn ang="0">
                <a:pos x="connsiteX4869" y="connsiteY4869"/>
              </a:cxn>
              <a:cxn ang="0">
                <a:pos x="connsiteX4870" y="connsiteY4870"/>
              </a:cxn>
              <a:cxn ang="0">
                <a:pos x="connsiteX4871" y="connsiteY4871"/>
              </a:cxn>
              <a:cxn ang="0">
                <a:pos x="connsiteX4872" y="connsiteY4872"/>
              </a:cxn>
              <a:cxn ang="0">
                <a:pos x="connsiteX4873" y="connsiteY4873"/>
              </a:cxn>
              <a:cxn ang="0">
                <a:pos x="connsiteX4874" y="connsiteY4874"/>
              </a:cxn>
              <a:cxn ang="0">
                <a:pos x="connsiteX4875" y="connsiteY4875"/>
              </a:cxn>
              <a:cxn ang="0">
                <a:pos x="connsiteX4876" y="connsiteY4876"/>
              </a:cxn>
              <a:cxn ang="0">
                <a:pos x="connsiteX4877" y="connsiteY4877"/>
              </a:cxn>
              <a:cxn ang="0">
                <a:pos x="connsiteX4878" y="connsiteY4878"/>
              </a:cxn>
              <a:cxn ang="0">
                <a:pos x="connsiteX4879" y="connsiteY4879"/>
              </a:cxn>
              <a:cxn ang="0">
                <a:pos x="connsiteX4880" y="connsiteY4880"/>
              </a:cxn>
              <a:cxn ang="0">
                <a:pos x="connsiteX4881" y="connsiteY4881"/>
              </a:cxn>
              <a:cxn ang="0">
                <a:pos x="connsiteX4882" y="connsiteY4882"/>
              </a:cxn>
              <a:cxn ang="0">
                <a:pos x="connsiteX4883" y="connsiteY4883"/>
              </a:cxn>
              <a:cxn ang="0">
                <a:pos x="connsiteX4884" y="connsiteY4884"/>
              </a:cxn>
              <a:cxn ang="0">
                <a:pos x="connsiteX4885" y="connsiteY4885"/>
              </a:cxn>
              <a:cxn ang="0">
                <a:pos x="connsiteX4886" y="connsiteY4886"/>
              </a:cxn>
              <a:cxn ang="0">
                <a:pos x="connsiteX4887" y="connsiteY4887"/>
              </a:cxn>
              <a:cxn ang="0">
                <a:pos x="connsiteX4888" y="connsiteY4888"/>
              </a:cxn>
              <a:cxn ang="0">
                <a:pos x="connsiteX4889" y="connsiteY4889"/>
              </a:cxn>
              <a:cxn ang="0">
                <a:pos x="connsiteX4890" y="connsiteY4890"/>
              </a:cxn>
              <a:cxn ang="0">
                <a:pos x="connsiteX4891" y="connsiteY4891"/>
              </a:cxn>
              <a:cxn ang="0">
                <a:pos x="connsiteX4892" y="connsiteY4892"/>
              </a:cxn>
              <a:cxn ang="0">
                <a:pos x="connsiteX4893" y="connsiteY4893"/>
              </a:cxn>
              <a:cxn ang="0">
                <a:pos x="connsiteX4894" y="connsiteY4894"/>
              </a:cxn>
              <a:cxn ang="0">
                <a:pos x="connsiteX4895" y="connsiteY4895"/>
              </a:cxn>
              <a:cxn ang="0">
                <a:pos x="connsiteX4896" y="connsiteY4896"/>
              </a:cxn>
              <a:cxn ang="0">
                <a:pos x="connsiteX4897" y="connsiteY4897"/>
              </a:cxn>
              <a:cxn ang="0">
                <a:pos x="connsiteX4898" y="connsiteY4898"/>
              </a:cxn>
              <a:cxn ang="0">
                <a:pos x="connsiteX4899" y="connsiteY4899"/>
              </a:cxn>
              <a:cxn ang="0">
                <a:pos x="connsiteX4900" y="connsiteY4900"/>
              </a:cxn>
              <a:cxn ang="0">
                <a:pos x="connsiteX4901" y="connsiteY4901"/>
              </a:cxn>
              <a:cxn ang="0">
                <a:pos x="connsiteX4902" y="connsiteY4902"/>
              </a:cxn>
              <a:cxn ang="0">
                <a:pos x="connsiteX4903" y="connsiteY4903"/>
              </a:cxn>
              <a:cxn ang="0">
                <a:pos x="connsiteX4904" y="connsiteY4904"/>
              </a:cxn>
              <a:cxn ang="0">
                <a:pos x="connsiteX4905" y="connsiteY4905"/>
              </a:cxn>
              <a:cxn ang="0">
                <a:pos x="connsiteX4906" y="connsiteY4906"/>
              </a:cxn>
              <a:cxn ang="0">
                <a:pos x="connsiteX4907" y="connsiteY4907"/>
              </a:cxn>
              <a:cxn ang="0">
                <a:pos x="connsiteX4908" y="connsiteY4908"/>
              </a:cxn>
              <a:cxn ang="0">
                <a:pos x="connsiteX4909" y="connsiteY4909"/>
              </a:cxn>
              <a:cxn ang="0">
                <a:pos x="connsiteX4910" y="connsiteY4910"/>
              </a:cxn>
              <a:cxn ang="0">
                <a:pos x="connsiteX4911" y="connsiteY4911"/>
              </a:cxn>
              <a:cxn ang="0">
                <a:pos x="connsiteX4912" y="connsiteY4912"/>
              </a:cxn>
              <a:cxn ang="0">
                <a:pos x="connsiteX4913" y="connsiteY4913"/>
              </a:cxn>
              <a:cxn ang="0">
                <a:pos x="connsiteX4914" y="connsiteY4914"/>
              </a:cxn>
              <a:cxn ang="0">
                <a:pos x="connsiteX4915" y="connsiteY4915"/>
              </a:cxn>
              <a:cxn ang="0">
                <a:pos x="connsiteX4916" y="connsiteY4916"/>
              </a:cxn>
              <a:cxn ang="0">
                <a:pos x="connsiteX4917" y="connsiteY4917"/>
              </a:cxn>
              <a:cxn ang="0">
                <a:pos x="connsiteX4918" y="connsiteY4918"/>
              </a:cxn>
              <a:cxn ang="0">
                <a:pos x="connsiteX4919" y="connsiteY4919"/>
              </a:cxn>
              <a:cxn ang="0">
                <a:pos x="connsiteX4920" y="connsiteY4920"/>
              </a:cxn>
              <a:cxn ang="0">
                <a:pos x="connsiteX4921" y="connsiteY4921"/>
              </a:cxn>
              <a:cxn ang="0">
                <a:pos x="connsiteX4922" y="connsiteY4922"/>
              </a:cxn>
              <a:cxn ang="0">
                <a:pos x="connsiteX4923" y="connsiteY4923"/>
              </a:cxn>
              <a:cxn ang="0">
                <a:pos x="connsiteX4924" y="connsiteY4924"/>
              </a:cxn>
              <a:cxn ang="0">
                <a:pos x="connsiteX4925" y="connsiteY4925"/>
              </a:cxn>
              <a:cxn ang="0">
                <a:pos x="connsiteX4926" y="connsiteY4926"/>
              </a:cxn>
              <a:cxn ang="0">
                <a:pos x="connsiteX4927" y="connsiteY4927"/>
              </a:cxn>
              <a:cxn ang="0">
                <a:pos x="connsiteX4928" y="connsiteY4928"/>
              </a:cxn>
              <a:cxn ang="0">
                <a:pos x="connsiteX4929" y="connsiteY4929"/>
              </a:cxn>
              <a:cxn ang="0">
                <a:pos x="connsiteX4930" y="connsiteY4930"/>
              </a:cxn>
              <a:cxn ang="0">
                <a:pos x="connsiteX4931" y="connsiteY4931"/>
              </a:cxn>
              <a:cxn ang="0">
                <a:pos x="connsiteX4932" y="connsiteY4932"/>
              </a:cxn>
              <a:cxn ang="0">
                <a:pos x="connsiteX4933" y="connsiteY4933"/>
              </a:cxn>
              <a:cxn ang="0">
                <a:pos x="connsiteX4934" y="connsiteY4934"/>
              </a:cxn>
              <a:cxn ang="0">
                <a:pos x="connsiteX4935" y="connsiteY4935"/>
              </a:cxn>
              <a:cxn ang="0">
                <a:pos x="connsiteX4936" y="connsiteY4936"/>
              </a:cxn>
              <a:cxn ang="0">
                <a:pos x="connsiteX4937" y="connsiteY4937"/>
              </a:cxn>
              <a:cxn ang="0">
                <a:pos x="connsiteX4938" y="connsiteY4938"/>
              </a:cxn>
              <a:cxn ang="0">
                <a:pos x="connsiteX4939" y="connsiteY4939"/>
              </a:cxn>
              <a:cxn ang="0">
                <a:pos x="connsiteX4940" y="connsiteY4940"/>
              </a:cxn>
              <a:cxn ang="0">
                <a:pos x="connsiteX4941" y="connsiteY4941"/>
              </a:cxn>
              <a:cxn ang="0">
                <a:pos x="connsiteX4942" y="connsiteY4942"/>
              </a:cxn>
              <a:cxn ang="0">
                <a:pos x="connsiteX4943" y="connsiteY4943"/>
              </a:cxn>
              <a:cxn ang="0">
                <a:pos x="connsiteX4944" y="connsiteY4944"/>
              </a:cxn>
              <a:cxn ang="0">
                <a:pos x="connsiteX4945" y="connsiteY4945"/>
              </a:cxn>
              <a:cxn ang="0">
                <a:pos x="connsiteX4946" y="connsiteY4946"/>
              </a:cxn>
              <a:cxn ang="0">
                <a:pos x="connsiteX4947" y="connsiteY4947"/>
              </a:cxn>
              <a:cxn ang="0">
                <a:pos x="connsiteX4948" y="connsiteY4948"/>
              </a:cxn>
              <a:cxn ang="0">
                <a:pos x="connsiteX4949" y="connsiteY4949"/>
              </a:cxn>
              <a:cxn ang="0">
                <a:pos x="connsiteX4950" y="connsiteY4950"/>
              </a:cxn>
              <a:cxn ang="0">
                <a:pos x="connsiteX4951" y="connsiteY4951"/>
              </a:cxn>
              <a:cxn ang="0">
                <a:pos x="connsiteX4952" y="connsiteY4952"/>
              </a:cxn>
              <a:cxn ang="0">
                <a:pos x="connsiteX4953" y="connsiteY4953"/>
              </a:cxn>
              <a:cxn ang="0">
                <a:pos x="connsiteX4954" y="connsiteY4954"/>
              </a:cxn>
              <a:cxn ang="0">
                <a:pos x="connsiteX4955" y="connsiteY4955"/>
              </a:cxn>
              <a:cxn ang="0">
                <a:pos x="connsiteX4956" y="connsiteY4956"/>
              </a:cxn>
              <a:cxn ang="0">
                <a:pos x="connsiteX4957" y="connsiteY4957"/>
              </a:cxn>
              <a:cxn ang="0">
                <a:pos x="connsiteX4958" y="connsiteY4958"/>
              </a:cxn>
              <a:cxn ang="0">
                <a:pos x="connsiteX4959" y="connsiteY4959"/>
              </a:cxn>
              <a:cxn ang="0">
                <a:pos x="connsiteX4960" y="connsiteY4960"/>
              </a:cxn>
              <a:cxn ang="0">
                <a:pos x="connsiteX4961" y="connsiteY4961"/>
              </a:cxn>
              <a:cxn ang="0">
                <a:pos x="connsiteX4962" y="connsiteY4962"/>
              </a:cxn>
              <a:cxn ang="0">
                <a:pos x="connsiteX4963" y="connsiteY4963"/>
              </a:cxn>
              <a:cxn ang="0">
                <a:pos x="connsiteX4964" y="connsiteY4964"/>
              </a:cxn>
              <a:cxn ang="0">
                <a:pos x="connsiteX4965" y="connsiteY4965"/>
              </a:cxn>
              <a:cxn ang="0">
                <a:pos x="connsiteX4966" y="connsiteY4966"/>
              </a:cxn>
              <a:cxn ang="0">
                <a:pos x="connsiteX4967" y="connsiteY4967"/>
              </a:cxn>
              <a:cxn ang="0">
                <a:pos x="connsiteX4968" y="connsiteY4968"/>
              </a:cxn>
              <a:cxn ang="0">
                <a:pos x="connsiteX4969" y="connsiteY4969"/>
              </a:cxn>
              <a:cxn ang="0">
                <a:pos x="connsiteX4970" y="connsiteY4970"/>
              </a:cxn>
              <a:cxn ang="0">
                <a:pos x="connsiteX4971" y="connsiteY4971"/>
              </a:cxn>
              <a:cxn ang="0">
                <a:pos x="connsiteX4972" y="connsiteY4972"/>
              </a:cxn>
              <a:cxn ang="0">
                <a:pos x="connsiteX4973" y="connsiteY4973"/>
              </a:cxn>
              <a:cxn ang="0">
                <a:pos x="connsiteX4974" y="connsiteY4974"/>
              </a:cxn>
              <a:cxn ang="0">
                <a:pos x="connsiteX4975" y="connsiteY4975"/>
              </a:cxn>
              <a:cxn ang="0">
                <a:pos x="connsiteX4976" y="connsiteY4976"/>
              </a:cxn>
              <a:cxn ang="0">
                <a:pos x="connsiteX4977" y="connsiteY4977"/>
              </a:cxn>
              <a:cxn ang="0">
                <a:pos x="connsiteX4978" y="connsiteY4978"/>
              </a:cxn>
              <a:cxn ang="0">
                <a:pos x="connsiteX4979" y="connsiteY4979"/>
              </a:cxn>
              <a:cxn ang="0">
                <a:pos x="connsiteX4980" y="connsiteY4980"/>
              </a:cxn>
              <a:cxn ang="0">
                <a:pos x="connsiteX4981" y="connsiteY4981"/>
              </a:cxn>
              <a:cxn ang="0">
                <a:pos x="connsiteX4982" y="connsiteY4982"/>
              </a:cxn>
              <a:cxn ang="0">
                <a:pos x="connsiteX4983" y="connsiteY4983"/>
              </a:cxn>
              <a:cxn ang="0">
                <a:pos x="connsiteX4984" y="connsiteY4984"/>
              </a:cxn>
              <a:cxn ang="0">
                <a:pos x="connsiteX4985" y="connsiteY4985"/>
              </a:cxn>
              <a:cxn ang="0">
                <a:pos x="connsiteX4986" y="connsiteY4986"/>
              </a:cxn>
              <a:cxn ang="0">
                <a:pos x="connsiteX4987" y="connsiteY4987"/>
              </a:cxn>
              <a:cxn ang="0">
                <a:pos x="connsiteX4988" y="connsiteY4988"/>
              </a:cxn>
              <a:cxn ang="0">
                <a:pos x="connsiteX4989" y="connsiteY4989"/>
              </a:cxn>
              <a:cxn ang="0">
                <a:pos x="connsiteX4990" y="connsiteY4990"/>
              </a:cxn>
              <a:cxn ang="0">
                <a:pos x="connsiteX4991" y="connsiteY4991"/>
              </a:cxn>
              <a:cxn ang="0">
                <a:pos x="connsiteX4992" y="connsiteY4992"/>
              </a:cxn>
              <a:cxn ang="0">
                <a:pos x="connsiteX4993" y="connsiteY4993"/>
              </a:cxn>
              <a:cxn ang="0">
                <a:pos x="connsiteX4994" y="connsiteY4994"/>
              </a:cxn>
              <a:cxn ang="0">
                <a:pos x="connsiteX4995" y="connsiteY4995"/>
              </a:cxn>
              <a:cxn ang="0">
                <a:pos x="connsiteX4996" y="connsiteY4996"/>
              </a:cxn>
              <a:cxn ang="0">
                <a:pos x="connsiteX4997" y="connsiteY4997"/>
              </a:cxn>
              <a:cxn ang="0">
                <a:pos x="connsiteX4998" y="connsiteY4998"/>
              </a:cxn>
              <a:cxn ang="0">
                <a:pos x="connsiteX4999" y="connsiteY4999"/>
              </a:cxn>
              <a:cxn ang="0">
                <a:pos x="connsiteX5000" y="connsiteY5000"/>
              </a:cxn>
              <a:cxn ang="0">
                <a:pos x="connsiteX5001" y="connsiteY5001"/>
              </a:cxn>
              <a:cxn ang="0">
                <a:pos x="connsiteX5002" y="connsiteY5002"/>
              </a:cxn>
              <a:cxn ang="0">
                <a:pos x="connsiteX5003" y="connsiteY5003"/>
              </a:cxn>
              <a:cxn ang="0">
                <a:pos x="connsiteX5004" y="connsiteY5004"/>
              </a:cxn>
              <a:cxn ang="0">
                <a:pos x="connsiteX5005" y="connsiteY5005"/>
              </a:cxn>
              <a:cxn ang="0">
                <a:pos x="connsiteX5006" y="connsiteY5006"/>
              </a:cxn>
              <a:cxn ang="0">
                <a:pos x="connsiteX5007" y="connsiteY5007"/>
              </a:cxn>
              <a:cxn ang="0">
                <a:pos x="connsiteX5008" y="connsiteY5008"/>
              </a:cxn>
              <a:cxn ang="0">
                <a:pos x="connsiteX5009" y="connsiteY5009"/>
              </a:cxn>
              <a:cxn ang="0">
                <a:pos x="connsiteX5010" y="connsiteY5010"/>
              </a:cxn>
              <a:cxn ang="0">
                <a:pos x="connsiteX5011" y="connsiteY5011"/>
              </a:cxn>
              <a:cxn ang="0">
                <a:pos x="connsiteX5012" y="connsiteY5012"/>
              </a:cxn>
              <a:cxn ang="0">
                <a:pos x="connsiteX5013" y="connsiteY5013"/>
              </a:cxn>
              <a:cxn ang="0">
                <a:pos x="connsiteX5014" y="connsiteY5014"/>
              </a:cxn>
              <a:cxn ang="0">
                <a:pos x="connsiteX5015" y="connsiteY5015"/>
              </a:cxn>
              <a:cxn ang="0">
                <a:pos x="connsiteX5016" y="connsiteY5016"/>
              </a:cxn>
              <a:cxn ang="0">
                <a:pos x="connsiteX5017" y="connsiteY5017"/>
              </a:cxn>
              <a:cxn ang="0">
                <a:pos x="connsiteX5018" y="connsiteY5018"/>
              </a:cxn>
              <a:cxn ang="0">
                <a:pos x="connsiteX5019" y="connsiteY5019"/>
              </a:cxn>
              <a:cxn ang="0">
                <a:pos x="connsiteX5020" y="connsiteY5020"/>
              </a:cxn>
              <a:cxn ang="0">
                <a:pos x="connsiteX5021" y="connsiteY5021"/>
              </a:cxn>
              <a:cxn ang="0">
                <a:pos x="connsiteX5022" y="connsiteY5022"/>
              </a:cxn>
              <a:cxn ang="0">
                <a:pos x="connsiteX5023" y="connsiteY5023"/>
              </a:cxn>
              <a:cxn ang="0">
                <a:pos x="connsiteX5024" y="connsiteY5024"/>
              </a:cxn>
              <a:cxn ang="0">
                <a:pos x="connsiteX5025" y="connsiteY5025"/>
              </a:cxn>
              <a:cxn ang="0">
                <a:pos x="connsiteX5026" y="connsiteY5026"/>
              </a:cxn>
              <a:cxn ang="0">
                <a:pos x="connsiteX5027" y="connsiteY5027"/>
              </a:cxn>
              <a:cxn ang="0">
                <a:pos x="connsiteX5028" y="connsiteY5028"/>
              </a:cxn>
              <a:cxn ang="0">
                <a:pos x="connsiteX5029" y="connsiteY5029"/>
              </a:cxn>
              <a:cxn ang="0">
                <a:pos x="connsiteX5030" y="connsiteY5030"/>
              </a:cxn>
              <a:cxn ang="0">
                <a:pos x="connsiteX5031" y="connsiteY5031"/>
              </a:cxn>
              <a:cxn ang="0">
                <a:pos x="connsiteX5032" y="connsiteY5032"/>
              </a:cxn>
              <a:cxn ang="0">
                <a:pos x="connsiteX5033" y="connsiteY5033"/>
              </a:cxn>
              <a:cxn ang="0">
                <a:pos x="connsiteX5034" y="connsiteY5034"/>
              </a:cxn>
              <a:cxn ang="0">
                <a:pos x="connsiteX5035" y="connsiteY5035"/>
              </a:cxn>
              <a:cxn ang="0">
                <a:pos x="connsiteX5036" y="connsiteY5036"/>
              </a:cxn>
              <a:cxn ang="0">
                <a:pos x="connsiteX5037" y="connsiteY5037"/>
              </a:cxn>
              <a:cxn ang="0">
                <a:pos x="connsiteX5038" y="connsiteY5038"/>
              </a:cxn>
              <a:cxn ang="0">
                <a:pos x="connsiteX5039" y="connsiteY5039"/>
              </a:cxn>
              <a:cxn ang="0">
                <a:pos x="connsiteX5040" y="connsiteY5040"/>
              </a:cxn>
              <a:cxn ang="0">
                <a:pos x="connsiteX5041" y="connsiteY5041"/>
              </a:cxn>
              <a:cxn ang="0">
                <a:pos x="connsiteX5042" y="connsiteY5042"/>
              </a:cxn>
              <a:cxn ang="0">
                <a:pos x="connsiteX5043" y="connsiteY5043"/>
              </a:cxn>
              <a:cxn ang="0">
                <a:pos x="connsiteX5044" y="connsiteY5044"/>
              </a:cxn>
              <a:cxn ang="0">
                <a:pos x="connsiteX5045" y="connsiteY5045"/>
              </a:cxn>
              <a:cxn ang="0">
                <a:pos x="connsiteX5046" y="connsiteY5046"/>
              </a:cxn>
              <a:cxn ang="0">
                <a:pos x="connsiteX5047" y="connsiteY5047"/>
              </a:cxn>
              <a:cxn ang="0">
                <a:pos x="connsiteX5048" y="connsiteY5048"/>
              </a:cxn>
              <a:cxn ang="0">
                <a:pos x="connsiteX5049" y="connsiteY5049"/>
              </a:cxn>
              <a:cxn ang="0">
                <a:pos x="connsiteX5050" y="connsiteY5050"/>
              </a:cxn>
              <a:cxn ang="0">
                <a:pos x="connsiteX5051" y="connsiteY5051"/>
              </a:cxn>
              <a:cxn ang="0">
                <a:pos x="connsiteX5052" y="connsiteY5052"/>
              </a:cxn>
              <a:cxn ang="0">
                <a:pos x="connsiteX5053" y="connsiteY5053"/>
              </a:cxn>
              <a:cxn ang="0">
                <a:pos x="connsiteX5054" y="connsiteY5054"/>
              </a:cxn>
              <a:cxn ang="0">
                <a:pos x="connsiteX5055" y="connsiteY5055"/>
              </a:cxn>
              <a:cxn ang="0">
                <a:pos x="connsiteX5056" y="connsiteY5056"/>
              </a:cxn>
              <a:cxn ang="0">
                <a:pos x="connsiteX5057" y="connsiteY5057"/>
              </a:cxn>
              <a:cxn ang="0">
                <a:pos x="connsiteX5058" y="connsiteY5058"/>
              </a:cxn>
              <a:cxn ang="0">
                <a:pos x="connsiteX5059" y="connsiteY5059"/>
              </a:cxn>
              <a:cxn ang="0">
                <a:pos x="connsiteX5060" y="connsiteY5060"/>
              </a:cxn>
              <a:cxn ang="0">
                <a:pos x="connsiteX5061" y="connsiteY5061"/>
              </a:cxn>
              <a:cxn ang="0">
                <a:pos x="connsiteX5062" y="connsiteY5062"/>
              </a:cxn>
              <a:cxn ang="0">
                <a:pos x="connsiteX5063" y="connsiteY5063"/>
              </a:cxn>
              <a:cxn ang="0">
                <a:pos x="connsiteX5064" y="connsiteY5064"/>
              </a:cxn>
              <a:cxn ang="0">
                <a:pos x="connsiteX5065" y="connsiteY5065"/>
              </a:cxn>
              <a:cxn ang="0">
                <a:pos x="connsiteX5066" y="connsiteY5066"/>
              </a:cxn>
              <a:cxn ang="0">
                <a:pos x="connsiteX5067" y="connsiteY5067"/>
              </a:cxn>
              <a:cxn ang="0">
                <a:pos x="connsiteX5068" y="connsiteY5068"/>
              </a:cxn>
              <a:cxn ang="0">
                <a:pos x="connsiteX5069" y="connsiteY5069"/>
              </a:cxn>
              <a:cxn ang="0">
                <a:pos x="connsiteX5070" y="connsiteY5070"/>
              </a:cxn>
              <a:cxn ang="0">
                <a:pos x="connsiteX5071" y="connsiteY5071"/>
              </a:cxn>
              <a:cxn ang="0">
                <a:pos x="connsiteX5072" y="connsiteY5072"/>
              </a:cxn>
              <a:cxn ang="0">
                <a:pos x="connsiteX5073" y="connsiteY5073"/>
              </a:cxn>
              <a:cxn ang="0">
                <a:pos x="connsiteX5074" y="connsiteY5074"/>
              </a:cxn>
              <a:cxn ang="0">
                <a:pos x="connsiteX5075" y="connsiteY5075"/>
              </a:cxn>
              <a:cxn ang="0">
                <a:pos x="connsiteX5076" y="connsiteY5076"/>
              </a:cxn>
              <a:cxn ang="0">
                <a:pos x="connsiteX5077" y="connsiteY5077"/>
              </a:cxn>
              <a:cxn ang="0">
                <a:pos x="connsiteX5078" y="connsiteY5078"/>
              </a:cxn>
              <a:cxn ang="0">
                <a:pos x="connsiteX5079" y="connsiteY5079"/>
              </a:cxn>
              <a:cxn ang="0">
                <a:pos x="connsiteX5080" y="connsiteY5080"/>
              </a:cxn>
              <a:cxn ang="0">
                <a:pos x="connsiteX5081" y="connsiteY5081"/>
              </a:cxn>
              <a:cxn ang="0">
                <a:pos x="connsiteX5082" y="connsiteY5082"/>
              </a:cxn>
              <a:cxn ang="0">
                <a:pos x="connsiteX5083" y="connsiteY5083"/>
              </a:cxn>
              <a:cxn ang="0">
                <a:pos x="connsiteX5084" y="connsiteY5084"/>
              </a:cxn>
              <a:cxn ang="0">
                <a:pos x="connsiteX5085" y="connsiteY5085"/>
              </a:cxn>
              <a:cxn ang="0">
                <a:pos x="connsiteX5086" y="connsiteY5086"/>
              </a:cxn>
              <a:cxn ang="0">
                <a:pos x="connsiteX5087" y="connsiteY5087"/>
              </a:cxn>
              <a:cxn ang="0">
                <a:pos x="connsiteX5088" y="connsiteY5088"/>
              </a:cxn>
              <a:cxn ang="0">
                <a:pos x="connsiteX5089" y="connsiteY5089"/>
              </a:cxn>
              <a:cxn ang="0">
                <a:pos x="connsiteX5090" y="connsiteY5090"/>
              </a:cxn>
              <a:cxn ang="0">
                <a:pos x="connsiteX5091" y="connsiteY5091"/>
              </a:cxn>
              <a:cxn ang="0">
                <a:pos x="connsiteX5092" y="connsiteY5092"/>
              </a:cxn>
              <a:cxn ang="0">
                <a:pos x="connsiteX5093" y="connsiteY5093"/>
              </a:cxn>
              <a:cxn ang="0">
                <a:pos x="connsiteX5094" y="connsiteY5094"/>
              </a:cxn>
              <a:cxn ang="0">
                <a:pos x="connsiteX5095" y="connsiteY5095"/>
              </a:cxn>
              <a:cxn ang="0">
                <a:pos x="connsiteX5096" y="connsiteY5096"/>
              </a:cxn>
              <a:cxn ang="0">
                <a:pos x="connsiteX5097" y="connsiteY5097"/>
              </a:cxn>
              <a:cxn ang="0">
                <a:pos x="connsiteX5098" y="connsiteY5098"/>
              </a:cxn>
              <a:cxn ang="0">
                <a:pos x="connsiteX5099" y="connsiteY5099"/>
              </a:cxn>
              <a:cxn ang="0">
                <a:pos x="connsiteX5100" y="connsiteY5100"/>
              </a:cxn>
              <a:cxn ang="0">
                <a:pos x="connsiteX5101" y="connsiteY5101"/>
              </a:cxn>
              <a:cxn ang="0">
                <a:pos x="connsiteX5102" y="connsiteY5102"/>
              </a:cxn>
              <a:cxn ang="0">
                <a:pos x="connsiteX5103" y="connsiteY5103"/>
              </a:cxn>
              <a:cxn ang="0">
                <a:pos x="connsiteX5104" y="connsiteY5104"/>
              </a:cxn>
              <a:cxn ang="0">
                <a:pos x="connsiteX5105" y="connsiteY5105"/>
              </a:cxn>
              <a:cxn ang="0">
                <a:pos x="connsiteX5106" y="connsiteY5106"/>
              </a:cxn>
              <a:cxn ang="0">
                <a:pos x="connsiteX5107" y="connsiteY5107"/>
              </a:cxn>
              <a:cxn ang="0">
                <a:pos x="connsiteX5108" y="connsiteY5108"/>
              </a:cxn>
              <a:cxn ang="0">
                <a:pos x="connsiteX5109" y="connsiteY5109"/>
              </a:cxn>
              <a:cxn ang="0">
                <a:pos x="connsiteX5110" y="connsiteY5110"/>
              </a:cxn>
              <a:cxn ang="0">
                <a:pos x="connsiteX5111" y="connsiteY5111"/>
              </a:cxn>
              <a:cxn ang="0">
                <a:pos x="connsiteX5112" y="connsiteY5112"/>
              </a:cxn>
              <a:cxn ang="0">
                <a:pos x="connsiteX5113" y="connsiteY5113"/>
              </a:cxn>
              <a:cxn ang="0">
                <a:pos x="connsiteX5114" y="connsiteY5114"/>
              </a:cxn>
              <a:cxn ang="0">
                <a:pos x="connsiteX5115" y="connsiteY5115"/>
              </a:cxn>
              <a:cxn ang="0">
                <a:pos x="connsiteX5116" y="connsiteY5116"/>
              </a:cxn>
              <a:cxn ang="0">
                <a:pos x="connsiteX5117" y="connsiteY5117"/>
              </a:cxn>
              <a:cxn ang="0">
                <a:pos x="connsiteX5118" y="connsiteY5118"/>
              </a:cxn>
              <a:cxn ang="0">
                <a:pos x="connsiteX5119" y="connsiteY5119"/>
              </a:cxn>
              <a:cxn ang="0">
                <a:pos x="connsiteX5120" y="connsiteY5120"/>
              </a:cxn>
              <a:cxn ang="0">
                <a:pos x="connsiteX5121" y="connsiteY5121"/>
              </a:cxn>
              <a:cxn ang="0">
                <a:pos x="connsiteX5122" y="connsiteY5122"/>
              </a:cxn>
              <a:cxn ang="0">
                <a:pos x="connsiteX5123" y="connsiteY5123"/>
              </a:cxn>
              <a:cxn ang="0">
                <a:pos x="connsiteX5124" y="connsiteY5124"/>
              </a:cxn>
              <a:cxn ang="0">
                <a:pos x="connsiteX5125" y="connsiteY5125"/>
              </a:cxn>
              <a:cxn ang="0">
                <a:pos x="connsiteX5126" y="connsiteY5126"/>
              </a:cxn>
              <a:cxn ang="0">
                <a:pos x="connsiteX5127" y="connsiteY5127"/>
              </a:cxn>
              <a:cxn ang="0">
                <a:pos x="connsiteX5128" y="connsiteY5128"/>
              </a:cxn>
              <a:cxn ang="0">
                <a:pos x="connsiteX5129" y="connsiteY5129"/>
              </a:cxn>
              <a:cxn ang="0">
                <a:pos x="connsiteX5130" y="connsiteY5130"/>
              </a:cxn>
              <a:cxn ang="0">
                <a:pos x="connsiteX5131" y="connsiteY5131"/>
              </a:cxn>
              <a:cxn ang="0">
                <a:pos x="connsiteX5132" y="connsiteY5132"/>
              </a:cxn>
              <a:cxn ang="0">
                <a:pos x="connsiteX5133" y="connsiteY5133"/>
              </a:cxn>
              <a:cxn ang="0">
                <a:pos x="connsiteX5134" y="connsiteY5134"/>
              </a:cxn>
              <a:cxn ang="0">
                <a:pos x="connsiteX5135" y="connsiteY5135"/>
              </a:cxn>
              <a:cxn ang="0">
                <a:pos x="connsiteX5136" y="connsiteY5136"/>
              </a:cxn>
              <a:cxn ang="0">
                <a:pos x="connsiteX5137" y="connsiteY5137"/>
              </a:cxn>
              <a:cxn ang="0">
                <a:pos x="connsiteX5138" y="connsiteY5138"/>
              </a:cxn>
              <a:cxn ang="0">
                <a:pos x="connsiteX5139" y="connsiteY5139"/>
              </a:cxn>
              <a:cxn ang="0">
                <a:pos x="connsiteX5140" y="connsiteY5140"/>
              </a:cxn>
              <a:cxn ang="0">
                <a:pos x="connsiteX5141" y="connsiteY5141"/>
              </a:cxn>
              <a:cxn ang="0">
                <a:pos x="connsiteX5142" y="connsiteY5142"/>
              </a:cxn>
              <a:cxn ang="0">
                <a:pos x="connsiteX5143" y="connsiteY5143"/>
              </a:cxn>
              <a:cxn ang="0">
                <a:pos x="connsiteX5144" y="connsiteY5144"/>
              </a:cxn>
              <a:cxn ang="0">
                <a:pos x="connsiteX5145" y="connsiteY5145"/>
              </a:cxn>
              <a:cxn ang="0">
                <a:pos x="connsiteX5146" y="connsiteY5146"/>
              </a:cxn>
              <a:cxn ang="0">
                <a:pos x="connsiteX5147" y="connsiteY5147"/>
              </a:cxn>
              <a:cxn ang="0">
                <a:pos x="connsiteX5148" y="connsiteY5148"/>
              </a:cxn>
              <a:cxn ang="0">
                <a:pos x="connsiteX5149" y="connsiteY5149"/>
              </a:cxn>
              <a:cxn ang="0">
                <a:pos x="connsiteX5150" y="connsiteY5150"/>
              </a:cxn>
              <a:cxn ang="0">
                <a:pos x="connsiteX5151" y="connsiteY5151"/>
              </a:cxn>
              <a:cxn ang="0">
                <a:pos x="connsiteX5152" y="connsiteY5152"/>
              </a:cxn>
              <a:cxn ang="0">
                <a:pos x="connsiteX5153" y="connsiteY5153"/>
              </a:cxn>
              <a:cxn ang="0">
                <a:pos x="connsiteX5154" y="connsiteY5154"/>
              </a:cxn>
              <a:cxn ang="0">
                <a:pos x="connsiteX5155" y="connsiteY5155"/>
              </a:cxn>
              <a:cxn ang="0">
                <a:pos x="connsiteX5156" y="connsiteY5156"/>
              </a:cxn>
              <a:cxn ang="0">
                <a:pos x="connsiteX5157" y="connsiteY5157"/>
              </a:cxn>
              <a:cxn ang="0">
                <a:pos x="connsiteX5158" y="connsiteY5158"/>
              </a:cxn>
              <a:cxn ang="0">
                <a:pos x="connsiteX5159" y="connsiteY5159"/>
              </a:cxn>
              <a:cxn ang="0">
                <a:pos x="connsiteX5160" y="connsiteY5160"/>
              </a:cxn>
              <a:cxn ang="0">
                <a:pos x="connsiteX5161" y="connsiteY5161"/>
              </a:cxn>
              <a:cxn ang="0">
                <a:pos x="connsiteX5162" y="connsiteY5162"/>
              </a:cxn>
              <a:cxn ang="0">
                <a:pos x="connsiteX5163" y="connsiteY5163"/>
              </a:cxn>
              <a:cxn ang="0">
                <a:pos x="connsiteX5164" y="connsiteY5164"/>
              </a:cxn>
              <a:cxn ang="0">
                <a:pos x="connsiteX5165" y="connsiteY5165"/>
              </a:cxn>
              <a:cxn ang="0">
                <a:pos x="connsiteX5166" y="connsiteY5166"/>
              </a:cxn>
              <a:cxn ang="0">
                <a:pos x="connsiteX5167" y="connsiteY5167"/>
              </a:cxn>
              <a:cxn ang="0">
                <a:pos x="connsiteX5168" y="connsiteY5168"/>
              </a:cxn>
              <a:cxn ang="0">
                <a:pos x="connsiteX5169" y="connsiteY5169"/>
              </a:cxn>
              <a:cxn ang="0">
                <a:pos x="connsiteX5170" y="connsiteY5170"/>
              </a:cxn>
              <a:cxn ang="0">
                <a:pos x="connsiteX5171" y="connsiteY5171"/>
              </a:cxn>
              <a:cxn ang="0">
                <a:pos x="connsiteX5172" y="connsiteY5172"/>
              </a:cxn>
              <a:cxn ang="0">
                <a:pos x="connsiteX5173" y="connsiteY5173"/>
              </a:cxn>
              <a:cxn ang="0">
                <a:pos x="connsiteX5174" y="connsiteY5174"/>
              </a:cxn>
              <a:cxn ang="0">
                <a:pos x="connsiteX5175" y="connsiteY5175"/>
              </a:cxn>
              <a:cxn ang="0">
                <a:pos x="connsiteX5176" y="connsiteY5176"/>
              </a:cxn>
              <a:cxn ang="0">
                <a:pos x="connsiteX5177" y="connsiteY5177"/>
              </a:cxn>
              <a:cxn ang="0">
                <a:pos x="connsiteX5178" y="connsiteY5178"/>
              </a:cxn>
              <a:cxn ang="0">
                <a:pos x="connsiteX5179" y="connsiteY5179"/>
              </a:cxn>
              <a:cxn ang="0">
                <a:pos x="connsiteX5180" y="connsiteY5180"/>
              </a:cxn>
              <a:cxn ang="0">
                <a:pos x="connsiteX5181" y="connsiteY5181"/>
              </a:cxn>
              <a:cxn ang="0">
                <a:pos x="connsiteX5182" y="connsiteY5182"/>
              </a:cxn>
              <a:cxn ang="0">
                <a:pos x="connsiteX5183" y="connsiteY5183"/>
              </a:cxn>
              <a:cxn ang="0">
                <a:pos x="connsiteX5184" y="connsiteY5184"/>
              </a:cxn>
              <a:cxn ang="0">
                <a:pos x="connsiteX5185" y="connsiteY5185"/>
              </a:cxn>
              <a:cxn ang="0">
                <a:pos x="connsiteX5186" y="connsiteY5186"/>
              </a:cxn>
              <a:cxn ang="0">
                <a:pos x="connsiteX5187" y="connsiteY5187"/>
              </a:cxn>
              <a:cxn ang="0">
                <a:pos x="connsiteX5188" y="connsiteY5188"/>
              </a:cxn>
              <a:cxn ang="0">
                <a:pos x="connsiteX5189" y="connsiteY5189"/>
              </a:cxn>
              <a:cxn ang="0">
                <a:pos x="connsiteX5190" y="connsiteY5190"/>
              </a:cxn>
              <a:cxn ang="0">
                <a:pos x="connsiteX5191" y="connsiteY5191"/>
              </a:cxn>
              <a:cxn ang="0">
                <a:pos x="connsiteX5192" y="connsiteY5192"/>
              </a:cxn>
              <a:cxn ang="0">
                <a:pos x="connsiteX5193" y="connsiteY5193"/>
              </a:cxn>
              <a:cxn ang="0">
                <a:pos x="connsiteX5194" y="connsiteY5194"/>
              </a:cxn>
              <a:cxn ang="0">
                <a:pos x="connsiteX5195" y="connsiteY5195"/>
              </a:cxn>
              <a:cxn ang="0">
                <a:pos x="connsiteX5196" y="connsiteY5196"/>
              </a:cxn>
              <a:cxn ang="0">
                <a:pos x="connsiteX5197" y="connsiteY5197"/>
              </a:cxn>
              <a:cxn ang="0">
                <a:pos x="connsiteX5198" y="connsiteY5198"/>
              </a:cxn>
              <a:cxn ang="0">
                <a:pos x="connsiteX5199" y="connsiteY5199"/>
              </a:cxn>
              <a:cxn ang="0">
                <a:pos x="connsiteX5200" y="connsiteY5200"/>
              </a:cxn>
              <a:cxn ang="0">
                <a:pos x="connsiteX5201" y="connsiteY5201"/>
              </a:cxn>
              <a:cxn ang="0">
                <a:pos x="connsiteX5202" y="connsiteY5202"/>
              </a:cxn>
              <a:cxn ang="0">
                <a:pos x="connsiteX5203" y="connsiteY5203"/>
              </a:cxn>
              <a:cxn ang="0">
                <a:pos x="connsiteX5204" y="connsiteY5204"/>
              </a:cxn>
              <a:cxn ang="0">
                <a:pos x="connsiteX5205" y="connsiteY5205"/>
              </a:cxn>
              <a:cxn ang="0">
                <a:pos x="connsiteX5206" y="connsiteY5206"/>
              </a:cxn>
              <a:cxn ang="0">
                <a:pos x="connsiteX5207" y="connsiteY5207"/>
              </a:cxn>
              <a:cxn ang="0">
                <a:pos x="connsiteX5208" y="connsiteY5208"/>
              </a:cxn>
              <a:cxn ang="0">
                <a:pos x="connsiteX5209" y="connsiteY5209"/>
              </a:cxn>
              <a:cxn ang="0">
                <a:pos x="connsiteX5210" y="connsiteY5210"/>
              </a:cxn>
              <a:cxn ang="0">
                <a:pos x="connsiteX5211" y="connsiteY5211"/>
              </a:cxn>
              <a:cxn ang="0">
                <a:pos x="connsiteX5212" y="connsiteY5212"/>
              </a:cxn>
              <a:cxn ang="0">
                <a:pos x="connsiteX5213" y="connsiteY5213"/>
              </a:cxn>
              <a:cxn ang="0">
                <a:pos x="connsiteX5214" y="connsiteY5214"/>
              </a:cxn>
              <a:cxn ang="0">
                <a:pos x="connsiteX5215" y="connsiteY5215"/>
              </a:cxn>
              <a:cxn ang="0">
                <a:pos x="connsiteX5216" y="connsiteY5216"/>
              </a:cxn>
              <a:cxn ang="0">
                <a:pos x="connsiteX5217" y="connsiteY5217"/>
              </a:cxn>
              <a:cxn ang="0">
                <a:pos x="connsiteX5218" y="connsiteY5218"/>
              </a:cxn>
              <a:cxn ang="0">
                <a:pos x="connsiteX5219" y="connsiteY5219"/>
              </a:cxn>
              <a:cxn ang="0">
                <a:pos x="connsiteX5220" y="connsiteY5220"/>
              </a:cxn>
              <a:cxn ang="0">
                <a:pos x="connsiteX5221" y="connsiteY5221"/>
              </a:cxn>
              <a:cxn ang="0">
                <a:pos x="connsiteX5222" y="connsiteY5222"/>
              </a:cxn>
              <a:cxn ang="0">
                <a:pos x="connsiteX5223" y="connsiteY5223"/>
              </a:cxn>
              <a:cxn ang="0">
                <a:pos x="connsiteX5224" y="connsiteY5224"/>
              </a:cxn>
              <a:cxn ang="0">
                <a:pos x="connsiteX5225" y="connsiteY5225"/>
              </a:cxn>
              <a:cxn ang="0">
                <a:pos x="connsiteX5226" y="connsiteY5226"/>
              </a:cxn>
              <a:cxn ang="0">
                <a:pos x="connsiteX5227" y="connsiteY5227"/>
              </a:cxn>
              <a:cxn ang="0">
                <a:pos x="connsiteX5228" y="connsiteY5228"/>
              </a:cxn>
              <a:cxn ang="0">
                <a:pos x="connsiteX5229" y="connsiteY5229"/>
              </a:cxn>
              <a:cxn ang="0">
                <a:pos x="connsiteX5230" y="connsiteY5230"/>
              </a:cxn>
              <a:cxn ang="0">
                <a:pos x="connsiteX5231" y="connsiteY5231"/>
              </a:cxn>
              <a:cxn ang="0">
                <a:pos x="connsiteX5232" y="connsiteY5232"/>
              </a:cxn>
              <a:cxn ang="0">
                <a:pos x="connsiteX5233" y="connsiteY5233"/>
              </a:cxn>
              <a:cxn ang="0">
                <a:pos x="connsiteX5234" y="connsiteY5234"/>
              </a:cxn>
              <a:cxn ang="0">
                <a:pos x="connsiteX5235" y="connsiteY5235"/>
              </a:cxn>
              <a:cxn ang="0">
                <a:pos x="connsiteX5236" y="connsiteY5236"/>
              </a:cxn>
              <a:cxn ang="0">
                <a:pos x="connsiteX5237" y="connsiteY5237"/>
              </a:cxn>
              <a:cxn ang="0">
                <a:pos x="connsiteX5238" y="connsiteY5238"/>
              </a:cxn>
              <a:cxn ang="0">
                <a:pos x="connsiteX5239" y="connsiteY5239"/>
              </a:cxn>
              <a:cxn ang="0">
                <a:pos x="connsiteX5240" y="connsiteY5240"/>
              </a:cxn>
              <a:cxn ang="0">
                <a:pos x="connsiteX5241" y="connsiteY5241"/>
              </a:cxn>
              <a:cxn ang="0">
                <a:pos x="connsiteX5242" y="connsiteY5242"/>
              </a:cxn>
              <a:cxn ang="0">
                <a:pos x="connsiteX5243" y="connsiteY5243"/>
              </a:cxn>
              <a:cxn ang="0">
                <a:pos x="connsiteX5244" y="connsiteY5244"/>
              </a:cxn>
              <a:cxn ang="0">
                <a:pos x="connsiteX5245" y="connsiteY5245"/>
              </a:cxn>
              <a:cxn ang="0">
                <a:pos x="connsiteX5246" y="connsiteY5246"/>
              </a:cxn>
              <a:cxn ang="0">
                <a:pos x="connsiteX5247" y="connsiteY5247"/>
              </a:cxn>
              <a:cxn ang="0">
                <a:pos x="connsiteX5248" y="connsiteY5248"/>
              </a:cxn>
              <a:cxn ang="0">
                <a:pos x="connsiteX5249" y="connsiteY5249"/>
              </a:cxn>
              <a:cxn ang="0">
                <a:pos x="connsiteX5250" y="connsiteY5250"/>
              </a:cxn>
              <a:cxn ang="0">
                <a:pos x="connsiteX5251" y="connsiteY5251"/>
              </a:cxn>
              <a:cxn ang="0">
                <a:pos x="connsiteX5252" y="connsiteY5252"/>
              </a:cxn>
              <a:cxn ang="0">
                <a:pos x="connsiteX5253" y="connsiteY5253"/>
              </a:cxn>
              <a:cxn ang="0">
                <a:pos x="connsiteX5254" y="connsiteY5254"/>
              </a:cxn>
              <a:cxn ang="0">
                <a:pos x="connsiteX5255" y="connsiteY5255"/>
              </a:cxn>
              <a:cxn ang="0">
                <a:pos x="connsiteX5256" y="connsiteY5256"/>
              </a:cxn>
              <a:cxn ang="0">
                <a:pos x="connsiteX5257" y="connsiteY5257"/>
              </a:cxn>
              <a:cxn ang="0">
                <a:pos x="connsiteX5258" y="connsiteY5258"/>
              </a:cxn>
              <a:cxn ang="0">
                <a:pos x="connsiteX5259" y="connsiteY5259"/>
              </a:cxn>
              <a:cxn ang="0">
                <a:pos x="connsiteX5260" y="connsiteY5260"/>
              </a:cxn>
              <a:cxn ang="0">
                <a:pos x="connsiteX5261" y="connsiteY5261"/>
              </a:cxn>
              <a:cxn ang="0">
                <a:pos x="connsiteX5262" y="connsiteY5262"/>
              </a:cxn>
              <a:cxn ang="0">
                <a:pos x="connsiteX5263" y="connsiteY5263"/>
              </a:cxn>
              <a:cxn ang="0">
                <a:pos x="connsiteX5264" y="connsiteY5264"/>
              </a:cxn>
              <a:cxn ang="0">
                <a:pos x="connsiteX5265" y="connsiteY5265"/>
              </a:cxn>
              <a:cxn ang="0">
                <a:pos x="connsiteX5266" y="connsiteY5266"/>
              </a:cxn>
              <a:cxn ang="0">
                <a:pos x="connsiteX5267" y="connsiteY5267"/>
              </a:cxn>
              <a:cxn ang="0">
                <a:pos x="connsiteX5268" y="connsiteY5268"/>
              </a:cxn>
              <a:cxn ang="0">
                <a:pos x="connsiteX5269" y="connsiteY5269"/>
              </a:cxn>
              <a:cxn ang="0">
                <a:pos x="connsiteX5270" y="connsiteY5270"/>
              </a:cxn>
              <a:cxn ang="0">
                <a:pos x="connsiteX5271" y="connsiteY5271"/>
              </a:cxn>
              <a:cxn ang="0">
                <a:pos x="connsiteX5272" y="connsiteY5272"/>
              </a:cxn>
              <a:cxn ang="0">
                <a:pos x="connsiteX5273" y="connsiteY5273"/>
              </a:cxn>
              <a:cxn ang="0">
                <a:pos x="connsiteX5274" y="connsiteY5274"/>
              </a:cxn>
              <a:cxn ang="0">
                <a:pos x="connsiteX5275" y="connsiteY5275"/>
              </a:cxn>
              <a:cxn ang="0">
                <a:pos x="connsiteX5276" y="connsiteY5276"/>
              </a:cxn>
              <a:cxn ang="0">
                <a:pos x="connsiteX5277" y="connsiteY5277"/>
              </a:cxn>
              <a:cxn ang="0">
                <a:pos x="connsiteX5278" y="connsiteY5278"/>
              </a:cxn>
              <a:cxn ang="0">
                <a:pos x="connsiteX5279" y="connsiteY5279"/>
              </a:cxn>
              <a:cxn ang="0">
                <a:pos x="connsiteX5280" y="connsiteY5280"/>
              </a:cxn>
              <a:cxn ang="0">
                <a:pos x="connsiteX5281" y="connsiteY5281"/>
              </a:cxn>
              <a:cxn ang="0">
                <a:pos x="connsiteX5282" y="connsiteY5282"/>
              </a:cxn>
              <a:cxn ang="0">
                <a:pos x="connsiteX5283" y="connsiteY5283"/>
              </a:cxn>
              <a:cxn ang="0">
                <a:pos x="connsiteX5284" y="connsiteY5284"/>
              </a:cxn>
              <a:cxn ang="0">
                <a:pos x="connsiteX5285" y="connsiteY5285"/>
              </a:cxn>
              <a:cxn ang="0">
                <a:pos x="connsiteX5286" y="connsiteY5286"/>
              </a:cxn>
              <a:cxn ang="0">
                <a:pos x="connsiteX5287" y="connsiteY5287"/>
              </a:cxn>
              <a:cxn ang="0">
                <a:pos x="connsiteX5288" y="connsiteY5288"/>
              </a:cxn>
              <a:cxn ang="0">
                <a:pos x="connsiteX5289" y="connsiteY5289"/>
              </a:cxn>
              <a:cxn ang="0">
                <a:pos x="connsiteX5290" y="connsiteY5290"/>
              </a:cxn>
              <a:cxn ang="0">
                <a:pos x="connsiteX5291" y="connsiteY5291"/>
              </a:cxn>
              <a:cxn ang="0">
                <a:pos x="connsiteX5292" y="connsiteY5292"/>
              </a:cxn>
              <a:cxn ang="0">
                <a:pos x="connsiteX5293" y="connsiteY5293"/>
              </a:cxn>
              <a:cxn ang="0">
                <a:pos x="connsiteX5294" y="connsiteY5294"/>
              </a:cxn>
              <a:cxn ang="0">
                <a:pos x="connsiteX5295" y="connsiteY5295"/>
              </a:cxn>
              <a:cxn ang="0">
                <a:pos x="connsiteX5296" y="connsiteY5296"/>
              </a:cxn>
              <a:cxn ang="0">
                <a:pos x="connsiteX5297" y="connsiteY5297"/>
              </a:cxn>
              <a:cxn ang="0">
                <a:pos x="connsiteX5298" y="connsiteY5298"/>
              </a:cxn>
              <a:cxn ang="0">
                <a:pos x="connsiteX5299" y="connsiteY5299"/>
              </a:cxn>
              <a:cxn ang="0">
                <a:pos x="connsiteX5300" y="connsiteY5300"/>
              </a:cxn>
              <a:cxn ang="0">
                <a:pos x="connsiteX5301" y="connsiteY5301"/>
              </a:cxn>
              <a:cxn ang="0">
                <a:pos x="connsiteX5302" y="connsiteY5302"/>
              </a:cxn>
              <a:cxn ang="0">
                <a:pos x="connsiteX5303" y="connsiteY5303"/>
              </a:cxn>
              <a:cxn ang="0">
                <a:pos x="connsiteX5304" y="connsiteY5304"/>
              </a:cxn>
              <a:cxn ang="0">
                <a:pos x="connsiteX5305" y="connsiteY5305"/>
              </a:cxn>
              <a:cxn ang="0">
                <a:pos x="connsiteX5306" y="connsiteY5306"/>
              </a:cxn>
              <a:cxn ang="0">
                <a:pos x="connsiteX5307" y="connsiteY5307"/>
              </a:cxn>
              <a:cxn ang="0">
                <a:pos x="connsiteX5308" y="connsiteY5308"/>
              </a:cxn>
              <a:cxn ang="0">
                <a:pos x="connsiteX5309" y="connsiteY5309"/>
              </a:cxn>
              <a:cxn ang="0">
                <a:pos x="connsiteX5310" y="connsiteY5310"/>
              </a:cxn>
              <a:cxn ang="0">
                <a:pos x="connsiteX5311" y="connsiteY5311"/>
              </a:cxn>
              <a:cxn ang="0">
                <a:pos x="connsiteX5312" y="connsiteY5312"/>
              </a:cxn>
              <a:cxn ang="0">
                <a:pos x="connsiteX5313" y="connsiteY5313"/>
              </a:cxn>
              <a:cxn ang="0">
                <a:pos x="connsiteX5314" y="connsiteY5314"/>
              </a:cxn>
              <a:cxn ang="0">
                <a:pos x="connsiteX5315" y="connsiteY5315"/>
              </a:cxn>
              <a:cxn ang="0">
                <a:pos x="connsiteX5316" y="connsiteY5316"/>
              </a:cxn>
              <a:cxn ang="0">
                <a:pos x="connsiteX5317" y="connsiteY5317"/>
              </a:cxn>
              <a:cxn ang="0">
                <a:pos x="connsiteX5318" y="connsiteY5318"/>
              </a:cxn>
              <a:cxn ang="0">
                <a:pos x="connsiteX5319" y="connsiteY5319"/>
              </a:cxn>
              <a:cxn ang="0">
                <a:pos x="connsiteX5320" y="connsiteY5320"/>
              </a:cxn>
              <a:cxn ang="0">
                <a:pos x="connsiteX5321" y="connsiteY5321"/>
              </a:cxn>
              <a:cxn ang="0">
                <a:pos x="connsiteX5322" y="connsiteY5322"/>
              </a:cxn>
              <a:cxn ang="0">
                <a:pos x="connsiteX5323" y="connsiteY5323"/>
              </a:cxn>
              <a:cxn ang="0">
                <a:pos x="connsiteX5324" y="connsiteY5324"/>
              </a:cxn>
              <a:cxn ang="0">
                <a:pos x="connsiteX5325" y="connsiteY5325"/>
              </a:cxn>
              <a:cxn ang="0">
                <a:pos x="connsiteX5326" y="connsiteY5326"/>
              </a:cxn>
              <a:cxn ang="0">
                <a:pos x="connsiteX5327" y="connsiteY5327"/>
              </a:cxn>
              <a:cxn ang="0">
                <a:pos x="connsiteX5328" y="connsiteY5328"/>
              </a:cxn>
              <a:cxn ang="0">
                <a:pos x="connsiteX5329" y="connsiteY5329"/>
              </a:cxn>
              <a:cxn ang="0">
                <a:pos x="connsiteX5330" y="connsiteY5330"/>
              </a:cxn>
              <a:cxn ang="0">
                <a:pos x="connsiteX5331" y="connsiteY5331"/>
              </a:cxn>
              <a:cxn ang="0">
                <a:pos x="connsiteX5332" y="connsiteY5332"/>
              </a:cxn>
              <a:cxn ang="0">
                <a:pos x="connsiteX5333" y="connsiteY5333"/>
              </a:cxn>
              <a:cxn ang="0">
                <a:pos x="connsiteX5334" y="connsiteY5334"/>
              </a:cxn>
              <a:cxn ang="0">
                <a:pos x="connsiteX5335" y="connsiteY5335"/>
              </a:cxn>
              <a:cxn ang="0">
                <a:pos x="connsiteX5336" y="connsiteY5336"/>
              </a:cxn>
              <a:cxn ang="0">
                <a:pos x="connsiteX5337" y="connsiteY5337"/>
              </a:cxn>
              <a:cxn ang="0">
                <a:pos x="connsiteX5338" y="connsiteY5338"/>
              </a:cxn>
              <a:cxn ang="0">
                <a:pos x="connsiteX5339" y="connsiteY5339"/>
              </a:cxn>
              <a:cxn ang="0">
                <a:pos x="connsiteX5340" y="connsiteY5340"/>
              </a:cxn>
              <a:cxn ang="0">
                <a:pos x="connsiteX5341" y="connsiteY5341"/>
              </a:cxn>
              <a:cxn ang="0">
                <a:pos x="connsiteX5342" y="connsiteY5342"/>
              </a:cxn>
              <a:cxn ang="0">
                <a:pos x="connsiteX5343" y="connsiteY5343"/>
              </a:cxn>
              <a:cxn ang="0">
                <a:pos x="connsiteX5344" y="connsiteY5344"/>
              </a:cxn>
              <a:cxn ang="0">
                <a:pos x="connsiteX5345" y="connsiteY5345"/>
              </a:cxn>
              <a:cxn ang="0">
                <a:pos x="connsiteX5346" y="connsiteY5346"/>
              </a:cxn>
              <a:cxn ang="0">
                <a:pos x="connsiteX5347" y="connsiteY5347"/>
              </a:cxn>
              <a:cxn ang="0">
                <a:pos x="connsiteX5348" y="connsiteY5348"/>
              </a:cxn>
              <a:cxn ang="0">
                <a:pos x="connsiteX5349" y="connsiteY5349"/>
              </a:cxn>
              <a:cxn ang="0">
                <a:pos x="connsiteX5350" y="connsiteY5350"/>
              </a:cxn>
              <a:cxn ang="0">
                <a:pos x="connsiteX5351" y="connsiteY5351"/>
              </a:cxn>
              <a:cxn ang="0">
                <a:pos x="connsiteX5352" y="connsiteY5352"/>
              </a:cxn>
              <a:cxn ang="0">
                <a:pos x="connsiteX5353" y="connsiteY5353"/>
              </a:cxn>
              <a:cxn ang="0">
                <a:pos x="connsiteX5354" y="connsiteY5354"/>
              </a:cxn>
              <a:cxn ang="0">
                <a:pos x="connsiteX5355" y="connsiteY5355"/>
              </a:cxn>
              <a:cxn ang="0">
                <a:pos x="connsiteX5356" y="connsiteY5356"/>
              </a:cxn>
              <a:cxn ang="0">
                <a:pos x="connsiteX5357" y="connsiteY5357"/>
              </a:cxn>
              <a:cxn ang="0">
                <a:pos x="connsiteX5358" y="connsiteY5358"/>
              </a:cxn>
              <a:cxn ang="0">
                <a:pos x="connsiteX5359" y="connsiteY5359"/>
              </a:cxn>
              <a:cxn ang="0">
                <a:pos x="connsiteX5360" y="connsiteY5360"/>
              </a:cxn>
              <a:cxn ang="0">
                <a:pos x="connsiteX5361" y="connsiteY5361"/>
              </a:cxn>
              <a:cxn ang="0">
                <a:pos x="connsiteX5362" y="connsiteY5362"/>
              </a:cxn>
              <a:cxn ang="0">
                <a:pos x="connsiteX5363" y="connsiteY5363"/>
              </a:cxn>
              <a:cxn ang="0">
                <a:pos x="connsiteX5364" y="connsiteY5364"/>
              </a:cxn>
              <a:cxn ang="0">
                <a:pos x="connsiteX5365" y="connsiteY5365"/>
              </a:cxn>
              <a:cxn ang="0">
                <a:pos x="connsiteX5366" y="connsiteY5366"/>
              </a:cxn>
              <a:cxn ang="0">
                <a:pos x="connsiteX5367" y="connsiteY5367"/>
              </a:cxn>
              <a:cxn ang="0">
                <a:pos x="connsiteX5368" y="connsiteY5368"/>
              </a:cxn>
              <a:cxn ang="0">
                <a:pos x="connsiteX5369" y="connsiteY5369"/>
              </a:cxn>
              <a:cxn ang="0">
                <a:pos x="connsiteX5370" y="connsiteY5370"/>
              </a:cxn>
              <a:cxn ang="0">
                <a:pos x="connsiteX5371" y="connsiteY5371"/>
              </a:cxn>
              <a:cxn ang="0">
                <a:pos x="connsiteX5372" y="connsiteY5372"/>
              </a:cxn>
              <a:cxn ang="0">
                <a:pos x="connsiteX5373" y="connsiteY5373"/>
              </a:cxn>
              <a:cxn ang="0">
                <a:pos x="connsiteX5374" y="connsiteY5374"/>
              </a:cxn>
              <a:cxn ang="0">
                <a:pos x="connsiteX5375" y="connsiteY5375"/>
              </a:cxn>
              <a:cxn ang="0">
                <a:pos x="connsiteX5376" y="connsiteY5376"/>
              </a:cxn>
              <a:cxn ang="0">
                <a:pos x="connsiteX5377" y="connsiteY5377"/>
              </a:cxn>
              <a:cxn ang="0">
                <a:pos x="connsiteX5378" y="connsiteY5378"/>
              </a:cxn>
              <a:cxn ang="0">
                <a:pos x="connsiteX5379" y="connsiteY5379"/>
              </a:cxn>
              <a:cxn ang="0">
                <a:pos x="connsiteX5380" y="connsiteY5380"/>
              </a:cxn>
              <a:cxn ang="0">
                <a:pos x="connsiteX5381" y="connsiteY5381"/>
              </a:cxn>
              <a:cxn ang="0">
                <a:pos x="connsiteX5382" y="connsiteY5382"/>
              </a:cxn>
              <a:cxn ang="0">
                <a:pos x="connsiteX5383" y="connsiteY5383"/>
              </a:cxn>
              <a:cxn ang="0">
                <a:pos x="connsiteX5384" y="connsiteY5384"/>
              </a:cxn>
              <a:cxn ang="0">
                <a:pos x="connsiteX5385" y="connsiteY5385"/>
              </a:cxn>
              <a:cxn ang="0">
                <a:pos x="connsiteX5386" y="connsiteY5386"/>
              </a:cxn>
              <a:cxn ang="0">
                <a:pos x="connsiteX5387" y="connsiteY5387"/>
              </a:cxn>
              <a:cxn ang="0">
                <a:pos x="connsiteX5388" y="connsiteY5388"/>
              </a:cxn>
              <a:cxn ang="0">
                <a:pos x="connsiteX5389" y="connsiteY5389"/>
              </a:cxn>
              <a:cxn ang="0">
                <a:pos x="connsiteX5390" y="connsiteY5390"/>
              </a:cxn>
              <a:cxn ang="0">
                <a:pos x="connsiteX5391" y="connsiteY5391"/>
              </a:cxn>
              <a:cxn ang="0">
                <a:pos x="connsiteX5392" y="connsiteY5392"/>
              </a:cxn>
              <a:cxn ang="0">
                <a:pos x="connsiteX5393" y="connsiteY5393"/>
              </a:cxn>
              <a:cxn ang="0">
                <a:pos x="connsiteX5394" y="connsiteY5394"/>
              </a:cxn>
              <a:cxn ang="0">
                <a:pos x="connsiteX5395" y="connsiteY5395"/>
              </a:cxn>
              <a:cxn ang="0">
                <a:pos x="connsiteX5396" y="connsiteY5396"/>
              </a:cxn>
              <a:cxn ang="0">
                <a:pos x="connsiteX5397" y="connsiteY5397"/>
              </a:cxn>
              <a:cxn ang="0">
                <a:pos x="connsiteX5398" y="connsiteY5398"/>
              </a:cxn>
              <a:cxn ang="0">
                <a:pos x="connsiteX5399" y="connsiteY5399"/>
              </a:cxn>
              <a:cxn ang="0">
                <a:pos x="connsiteX5400" y="connsiteY5400"/>
              </a:cxn>
              <a:cxn ang="0">
                <a:pos x="connsiteX5401" y="connsiteY5401"/>
              </a:cxn>
              <a:cxn ang="0">
                <a:pos x="connsiteX5402" y="connsiteY5402"/>
              </a:cxn>
              <a:cxn ang="0">
                <a:pos x="connsiteX5403" y="connsiteY5403"/>
              </a:cxn>
              <a:cxn ang="0">
                <a:pos x="connsiteX5404" y="connsiteY5404"/>
              </a:cxn>
              <a:cxn ang="0">
                <a:pos x="connsiteX5405" y="connsiteY5405"/>
              </a:cxn>
              <a:cxn ang="0">
                <a:pos x="connsiteX5406" y="connsiteY5406"/>
              </a:cxn>
              <a:cxn ang="0">
                <a:pos x="connsiteX5407" y="connsiteY5407"/>
              </a:cxn>
              <a:cxn ang="0">
                <a:pos x="connsiteX5408" y="connsiteY5408"/>
              </a:cxn>
              <a:cxn ang="0">
                <a:pos x="connsiteX5409" y="connsiteY5409"/>
              </a:cxn>
              <a:cxn ang="0">
                <a:pos x="connsiteX5410" y="connsiteY5410"/>
              </a:cxn>
              <a:cxn ang="0">
                <a:pos x="connsiteX5411" y="connsiteY5411"/>
              </a:cxn>
              <a:cxn ang="0">
                <a:pos x="connsiteX5412" y="connsiteY5412"/>
              </a:cxn>
              <a:cxn ang="0">
                <a:pos x="connsiteX5413" y="connsiteY5413"/>
              </a:cxn>
              <a:cxn ang="0">
                <a:pos x="connsiteX5414" y="connsiteY5414"/>
              </a:cxn>
              <a:cxn ang="0">
                <a:pos x="connsiteX5415" y="connsiteY5415"/>
              </a:cxn>
              <a:cxn ang="0">
                <a:pos x="connsiteX5416" y="connsiteY5416"/>
              </a:cxn>
              <a:cxn ang="0">
                <a:pos x="connsiteX5417" y="connsiteY5417"/>
              </a:cxn>
              <a:cxn ang="0">
                <a:pos x="connsiteX5418" y="connsiteY5418"/>
              </a:cxn>
              <a:cxn ang="0">
                <a:pos x="connsiteX5419" y="connsiteY5419"/>
              </a:cxn>
              <a:cxn ang="0">
                <a:pos x="connsiteX5420" y="connsiteY5420"/>
              </a:cxn>
              <a:cxn ang="0">
                <a:pos x="connsiteX5421" y="connsiteY5421"/>
              </a:cxn>
              <a:cxn ang="0">
                <a:pos x="connsiteX5422" y="connsiteY5422"/>
              </a:cxn>
              <a:cxn ang="0">
                <a:pos x="connsiteX5423" y="connsiteY5423"/>
              </a:cxn>
              <a:cxn ang="0">
                <a:pos x="connsiteX5424" y="connsiteY5424"/>
              </a:cxn>
              <a:cxn ang="0">
                <a:pos x="connsiteX5425" y="connsiteY5425"/>
              </a:cxn>
              <a:cxn ang="0">
                <a:pos x="connsiteX5426" y="connsiteY5426"/>
              </a:cxn>
              <a:cxn ang="0">
                <a:pos x="connsiteX5427" y="connsiteY5427"/>
              </a:cxn>
              <a:cxn ang="0">
                <a:pos x="connsiteX5428" y="connsiteY5428"/>
              </a:cxn>
              <a:cxn ang="0">
                <a:pos x="connsiteX5429" y="connsiteY5429"/>
              </a:cxn>
              <a:cxn ang="0">
                <a:pos x="connsiteX5430" y="connsiteY5430"/>
              </a:cxn>
              <a:cxn ang="0">
                <a:pos x="connsiteX5431" y="connsiteY5431"/>
              </a:cxn>
              <a:cxn ang="0">
                <a:pos x="connsiteX5432" y="connsiteY5432"/>
              </a:cxn>
              <a:cxn ang="0">
                <a:pos x="connsiteX5433" y="connsiteY5433"/>
              </a:cxn>
              <a:cxn ang="0">
                <a:pos x="connsiteX5434" y="connsiteY5434"/>
              </a:cxn>
              <a:cxn ang="0">
                <a:pos x="connsiteX5435" y="connsiteY5435"/>
              </a:cxn>
              <a:cxn ang="0">
                <a:pos x="connsiteX5436" y="connsiteY5436"/>
              </a:cxn>
              <a:cxn ang="0">
                <a:pos x="connsiteX5437" y="connsiteY5437"/>
              </a:cxn>
              <a:cxn ang="0">
                <a:pos x="connsiteX5438" y="connsiteY5438"/>
              </a:cxn>
              <a:cxn ang="0">
                <a:pos x="connsiteX5439" y="connsiteY5439"/>
              </a:cxn>
              <a:cxn ang="0">
                <a:pos x="connsiteX5440" y="connsiteY5440"/>
              </a:cxn>
              <a:cxn ang="0">
                <a:pos x="connsiteX5441" y="connsiteY5441"/>
              </a:cxn>
              <a:cxn ang="0">
                <a:pos x="connsiteX5442" y="connsiteY5442"/>
              </a:cxn>
              <a:cxn ang="0">
                <a:pos x="connsiteX5443" y="connsiteY5443"/>
              </a:cxn>
              <a:cxn ang="0">
                <a:pos x="connsiteX5444" y="connsiteY5444"/>
              </a:cxn>
              <a:cxn ang="0">
                <a:pos x="connsiteX5445" y="connsiteY5445"/>
              </a:cxn>
              <a:cxn ang="0">
                <a:pos x="connsiteX5446" y="connsiteY5446"/>
              </a:cxn>
              <a:cxn ang="0">
                <a:pos x="connsiteX5447" y="connsiteY5447"/>
              </a:cxn>
              <a:cxn ang="0">
                <a:pos x="connsiteX5448" y="connsiteY5448"/>
              </a:cxn>
              <a:cxn ang="0">
                <a:pos x="connsiteX5449" y="connsiteY5449"/>
              </a:cxn>
              <a:cxn ang="0">
                <a:pos x="connsiteX5450" y="connsiteY5450"/>
              </a:cxn>
              <a:cxn ang="0">
                <a:pos x="connsiteX5451" y="connsiteY5451"/>
              </a:cxn>
              <a:cxn ang="0">
                <a:pos x="connsiteX5452" y="connsiteY5452"/>
              </a:cxn>
              <a:cxn ang="0">
                <a:pos x="connsiteX5453" y="connsiteY5453"/>
              </a:cxn>
              <a:cxn ang="0">
                <a:pos x="connsiteX5454" y="connsiteY5454"/>
              </a:cxn>
              <a:cxn ang="0">
                <a:pos x="connsiteX5455" y="connsiteY5455"/>
              </a:cxn>
              <a:cxn ang="0">
                <a:pos x="connsiteX5456" y="connsiteY5456"/>
              </a:cxn>
              <a:cxn ang="0">
                <a:pos x="connsiteX5457" y="connsiteY5457"/>
              </a:cxn>
              <a:cxn ang="0">
                <a:pos x="connsiteX5458" y="connsiteY5458"/>
              </a:cxn>
              <a:cxn ang="0">
                <a:pos x="connsiteX5459" y="connsiteY5459"/>
              </a:cxn>
              <a:cxn ang="0">
                <a:pos x="connsiteX5460" y="connsiteY5460"/>
              </a:cxn>
              <a:cxn ang="0">
                <a:pos x="connsiteX5461" y="connsiteY5461"/>
              </a:cxn>
              <a:cxn ang="0">
                <a:pos x="connsiteX5462" y="connsiteY5462"/>
              </a:cxn>
              <a:cxn ang="0">
                <a:pos x="connsiteX5463" y="connsiteY5463"/>
              </a:cxn>
              <a:cxn ang="0">
                <a:pos x="connsiteX5464" y="connsiteY5464"/>
              </a:cxn>
              <a:cxn ang="0">
                <a:pos x="connsiteX5465" y="connsiteY5465"/>
              </a:cxn>
              <a:cxn ang="0">
                <a:pos x="connsiteX5466" y="connsiteY5466"/>
              </a:cxn>
              <a:cxn ang="0">
                <a:pos x="connsiteX5467" y="connsiteY5467"/>
              </a:cxn>
              <a:cxn ang="0">
                <a:pos x="connsiteX5468" y="connsiteY5468"/>
              </a:cxn>
              <a:cxn ang="0">
                <a:pos x="connsiteX5469" y="connsiteY5469"/>
              </a:cxn>
              <a:cxn ang="0">
                <a:pos x="connsiteX5470" y="connsiteY5470"/>
              </a:cxn>
              <a:cxn ang="0">
                <a:pos x="connsiteX5471" y="connsiteY5471"/>
              </a:cxn>
              <a:cxn ang="0">
                <a:pos x="connsiteX5472" y="connsiteY5472"/>
              </a:cxn>
              <a:cxn ang="0">
                <a:pos x="connsiteX5473" y="connsiteY5473"/>
              </a:cxn>
              <a:cxn ang="0">
                <a:pos x="connsiteX5474" y="connsiteY5474"/>
              </a:cxn>
              <a:cxn ang="0">
                <a:pos x="connsiteX5475" y="connsiteY5475"/>
              </a:cxn>
              <a:cxn ang="0">
                <a:pos x="connsiteX5476" y="connsiteY5476"/>
              </a:cxn>
              <a:cxn ang="0">
                <a:pos x="connsiteX5477" y="connsiteY5477"/>
              </a:cxn>
              <a:cxn ang="0">
                <a:pos x="connsiteX5478" y="connsiteY5478"/>
              </a:cxn>
              <a:cxn ang="0">
                <a:pos x="connsiteX5479" y="connsiteY5479"/>
              </a:cxn>
              <a:cxn ang="0">
                <a:pos x="connsiteX5480" y="connsiteY5480"/>
              </a:cxn>
              <a:cxn ang="0">
                <a:pos x="connsiteX5481" y="connsiteY5481"/>
              </a:cxn>
              <a:cxn ang="0">
                <a:pos x="connsiteX5482" y="connsiteY5482"/>
              </a:cxn>
              <a:cxn ang="0">
                <a:pos x="connsiteX5483" y="connsiteY5483"/>
              </a:cxn>
              <a:cxn ang="0">
                <a:pos x="connsiteX5484" y="connsiteY5484"/>
              </a:cxn>
              <a:cxn ang="0">
                <a:pos x="connsiteX5485" y="connsiteY5485"/>
              </a:cxn>
              <a:cxn ang="0">
                <a:pos x="connsiteX5486" y="connsiteY5486"/>
              </a:cxn>
              <a:cxn ang="0">
                <a:pos x="connsiteX5487" y="connsiteY5487"/>
              </a:cxn>
              <a:cxn ang="0">
                <a:pos x="connsiteX5488" y="connsiteY5488"/>
              </a:cxn>
              <a:cxn ang="0">
                <a:pos x="connsiteX5489" y="connsiteY5489"/>
              </a:cxn>
              <a:cxn ang="0">
                <a:pos x="connsiteX5490" y="connsiteY5490"/>
              </a:cxn>
              <a:cxn ang="0">
                <a:pos x="connsiteX5491" y="connsiteY5491"/>
              </a:cxn>
              <a:cxn ang="0">
                <a:pos x="connsiteX5492" y="connsiteY5492"/>
              </a:cxn>
              <a:cxn ang="0">
                <a:pos x="connsiteX5493" y="connsiteY5493"/>
              </a:cxn>
              <a:cxn ang="0">
                <a:pos x="connsiteX5494" y="connsiteY5494"/>
              </a:cxn>
              <a:cxn ang="0">
                <a:pos x="connsiteX5495" y="connsiteY5495"/>
              </a:cxn>
              <a:cxn ang="0">
                <a:pos x="connsiteX5496" y="connsiteY5496"/>
              </a:cxn>
              <a:cxn ang="0">
                <a:pos x="connsiteX5497" y="connsiteY5497"/>
              </a:cxn>
              <a:cxn ang="0">
                <a:pos x="connsiteX5498" y="connsiteY5498"/>
              </a:cxn>
              <a:cxn ang="0">
                <a:pos x="connsiteX5499" y="connsiteY5499"/>
              </a:cxn>
              <a:cxn ang="0">
                <a:pos x="connsiteX5500" y="connsiteY5500"/>
              </a:cxn>
              <a:cxn ang="0">
                <a:pos x="connsiteX5501" y="connsiteY5501"/>
              </a:cxn>
              <a:cxn ang="0">
                <a:pos x="connsiteX5502" y="connsiteY5502"/>
              </a:cxn>
              <a:cxn ang="0">
                <a:pos x="connsiteX5503" y="connsiteY5503"/>
              </a:cxn>
              <a:cxn ang="0">
                <a:pos x="connsiteX5504" y="connsiteY5504"/>
              </a:cxn>
              <a:cxn ang="0">
                <a:pos x="connsiteX5505" y="connsiteY5505"/>
              </a:cxn>
              <a:cxn ang="0">
                <a:pos x="connsiteX5506" y="connsiteY5506"/>
              </a:cxn>
              <a:cxn ang="0">
                <a:pos x="connsiteX5507" y="connsiteY5507"/>
              </a:cxn>
              <a:cxn ang="0">
                <a:pos x="connsiteX5508" y="connsiteY5508"/>
              </a:cxn>
              <a:cxn ang="0">
                <a:pos x="connsiteX5509" y="connsiteY5509"/>
              </a:cxn>
              <a:cxn ang="0">
                <a:pos x="connsiteX5510" y="connsiteY5510"/>
              </a:cxn>
              <a:cxn ang="0">
                <a:pos x="connsiteX5511" y="connsiteY5511"/>
              </a:cxn>
              <a:cxn ang="0">
                <a:pos x="connsiteX5512" y="connsiteY5512"/>
              </a:cxn>
              <a:cxn ang="0">
                <a:pos x="connsiteX5513" y="connsiteY5513"/>
              </a:cxn>
              <a:cxn ang="0">
                <a:pos x="connsiteX5514" y="connsiteY5514"/>
              </a:cxn>
              <a:cxn ang="0">
                <a:pos x="connsiteX5515" y="connsiteY5515"/>
              </a:cxn>
              <a:cxn ang="0">
                <a:pos x="connsiteX5516" y="connsiteY5516"/>
              </a:cxn>
              <a:cxn ang="0">
                <a:pos x="connsiteX5517" y="connsiteY5517"/>
              </a:cxn>
              <a:cxn ang="0">
                <a:pos x="connsiteX5518" y="connsiteY5518"/>
              </a:cxn>
              <a:cxn ang="0">
                <a:pos x="connsiteX5519" y="connsiteY5519"/>
              </a:cxn>
              <a:cxn ang="0">
                <a:pos x="connsiteX5520" y="connsiteY5520"/>
              </a:cxn>
              <a:cxn ang="0">
                <a:pos x="connsiteX5521" y="connsiteY5521"/>
              </a:cxn>
              <a:cxn ang="0">
                <a:pos x="connsiteX5522" y="connsiteY5522"/>
              </a:cxn>
              <a:cxn ang="0">
                <a:pos x="connsiteX5523" y="connsiteY5523"/>
              </a:cxn>
              <a:cxn ang="0">
                <a:pos x="connsiteX5524" y="connsiteY5524"/>
              </a:cxn>
              <a:cxn ang="0">
                <a:pos x="connsiteX5525" y="connsiteY5525"/>
              </a:cxn>
              <a:cxn ang="0">
                <a:pos x="connsiteX5526" y="connsiteY5526"/>
              </a:cxn>
              <a:cxn ang="0">
                <a:pos x="connsiteX5527" y="connsiteY5527"/>
              </a:cxn>
              <a:cxn ang="0">
                <a:pos x="connsiteX5528" y="connsiteY5528"/>
              </a:cxn>
              <a:cxn ang="0">
                <a:pos x="connsiteX5529" y="connsiteY5529"/>
              </a:cxn>
              <a:cxn ang="0">
                <a:pos x="connsiteX5530" y="connsiteY5530"/>
              </a:cxn>
              <a:cxn ang="0">
                <a:pos x="connsiteX5531" y="connsiteY5531"/>
              </a:cxn>
              <a:cxn ang="0">
                <a:pos x="connsiteX5532" y="connsiteY5532"/>
              </a:cxn>
              <a:cxn ang="0">
                <a:pos x="connsiteX5533" y="connsiteY5533"/>
              </a:cxn>
              <a:cxn ang="0">
                <a:pos x="connsiteX5534" y="connsiteY5534"/>
              </a:cxn>
              <a:cxn ang="0">
                <a:pos x="connsiteX5535" y="connsiteY5535"/>
              </a:cxn>
              <a:cxn ang="0">
                <a:pos x="connsiteX5536" y="connsiteY5536"/>
              </a:cxn>
              <a:cxn ang="0">
                <a:pos x="connsiteX5537" y="connsiteY5537"/>
              </a:cxn>
              <a:cxn ang="0">
                <a:pos x="connsiteX5538" y="connsiteY5538"/>
              </a:cxn>
              <a:cxn ang="0">
                <a:pos x="connsiteX5539" y="connsiteY5539"/>
              </a:cxn>
              <a:cxn ang="0">
                <a:pos x="connsiteX5540" y="connsiteY5540"/>
              </a:cxn>
              <a:cxn ang="0">
                <a:pos x="connsiteX5541" y="connsiteY5541"/>
              </a:cxn>
              <a:cxn ang="0">
                <a:pos x="connsiteX5542" y="connsiteY5542"/>
              </a:cxn>
              <a:cxn ang="0">
                <a:pos x="connsiteX5543" y="connsiteY5543"/>
              </a:cxn>
              <a:cxn ang="0">
                <a:pos x="connsiteX5544" y="connsiteY5544"/>
              </a:cxn>
              <a:cxn ang="0">
                <a:pos x="connsiteX5545" y="connsiteY5545"/>
              </a:cxn>
              <a:cxn ang="0">
                <a:pos x="connsiteX5546" y="connsiteY5546"/>
              </a:cxn>
              <a:cxn ang="0">
                <a:pos x="connsiteX5547" y="connsiteY5547"/>
              </a:cxn>
              <a:cxn ang="0">
                <a:pos x="connsiteX5548" y="connsiteY5548"/>
              </a:cxn>
              <a:cxn ang="0">
                <a:pos x="connsiteX5549" y="connsiteY5549"/>
              </a:cxn>
              <a:cxn ang="0">
                <a:pos x="connsiteX5550" y="connsiteY5550"/>
              </a:cxn>
              <a:cxn ang="0">
                <a:pos x="connsiteX5551" y="connsiteY5551"/>
              </a:cxn>
              <a:cxn ang="0">
                <a:pos x="connsiteX5552" y="connsiteY5552"/>
              </a:cxn>
              <a:cxn ang="0">
                <a:pos x="connsiteX5553" y="connsiteY5553"/>
              </a:cxn>
              <a:cxn ang="0">
                <a:pos x="connsiteX5554" y="connsiteY5554"/>
              </a:cxn>
              <a:cxn ang="0">
                <a:pos x="connsiteX5555" y="connsiteY5555"/>
              </a:cxn>
              <a:cxn ang="0">
                <a:pos x="connsiteX5556" y="connsiteY5556"/>
              </a:cxn>
              <a:cxn ang="0">
                <a:pos x="connsiteX5557" y="connsiteY5557"/>
              </a:cxn>
              <a:cxn ang="0">
                <a:pos x="connsiteX5558" y="connsiteY5558"/>
              </a:cxn>
              <a:cxn ang="0">
                <a:pos x="connsiteX5559" y="connsiteY5559"/>
              </a:cxn>
              <a:cxn ang="0">
                <a:pos x="connsiteX5560" y="connsiteY5560"/>
              </a:cxn>
              <a:cxn ang="0">
                <a:pos x="connsiteX5561" y="connsiteY5561"/>
              </a:cxn>
              <a:cxn ang="0">
                <a:pos x="connsiteX5562" y="connsiteY5562"/>
              </a:cxn>
              <a:cxn ang="0">
                <a:pos x="connsiteX5563" y="connsiteY5563"/>
              </a:cxn>
              <a:cxn ang="0">
                <a:pos x="connsiteX5564" y="connsiteY5564"/>
              </a:cxn>
              <a:cxn ang="0">
                <a:pos x="connsiteX5565" y="connsiteY5565"/>
              </a:cxn>
              <a:cxn ang="0">
                <a:pos x="connsiteX5566" y="connsiteY5566"/>
              </a:cxn>
              <a:cxn ang="0">
                <a:pos x="connsiteX5567" y="connsiteY5567"/>
              </a:cxn>
              <a:cxn ang="0">
                <a:pos x="connsiteX5568" y="connsiteY5568"/>
              </a:cxn>
              <a:cxn ang="0">
                <a:pos x="connsiteX5569" y="connsiteY5569"/>
              </a:cxn>
              <a:cxn ang="0">
                <a:pos x="connsiteX5570" y="connsiteY5570"/>
              </a:cxn>
              <a:cxn ang="0">
                <a:pos x="connsiteX5571" y="connsiteY5571"/>
              </a:cxn>
              <a:cxn ang="0">
                <a:pos x="connsiteX5572" y="connsiteY5572"/>
              </a:cxn>
              <a:cxn ang="0">
                <a:pos x="connsiteX5573" y="connsiteY5573"/>
              </a:cxn>
              <a:cxn ang="0">
                <a:pos x="connsiteX5574" y="connsiteY5574"/>
              </a:cxn>
              <a:cxn ang="0">
                <a:pos x="connsiteX5575" y="connsiteY5575"/>
              </a:cxn>
              <a:cxn ang="0">
                <a:pos x="connsiteX5576" y="connsiteY5576"/>
              </a:cxn>
              <a:cxn ang="0">
                <a:pos x="connsiteX5577" y="connsiteY5577"/>
              </a:cxn>
              <a:cxn ang="0">
                <a:pos x="connsiteX5578" y="connsiteY5578"/>
              </a:cxn>
              <a:cxn ang="0">
                <a:pos x="connsiteX5579" y="connsiteY5579"/>
              </a:cxn>
              <a:cxn ang="0">
                <a:pos x="connsiteX5580" y="connsiteY5580"/>
              </a:cxn>
              <a:cxn ang="0">
                <a:pos x="connsiteX5581" y="connsiteY5581"/>
              </a:cxn>
              <a:cxn ang="0">
                <a:pos x="connsiteX5582" y="connsiteY5582"/>
              </a:cxn>
              <a:cxn ang="0">
                <a:pos x="connsiteX5583" y="connsiteY5583"/>
              </a:cxn>
              <a:cxn ang="0">
                <a:pos x="connsiteX5584" y="connsiteY5584"/>
              </a:cxn>
              <a:cxn ang="0">
                <a:pos x="connsiteX5585" y="connsiteY5585"/>
              </a:cxn>
              <a:cxn ang="0">
                <a:pos x="connsiteX5586" y="connsiteY5586"/>
              </a:cxn>
              <a:cxn ang="0">
                <a:pos x="connsiteX5587" y="connsiteY5587"/>
              </a:cxn>
              <a:cxn ang="0">
                <a:pos x="connsiteX5588" y="connsiteY5588"/>
              </a:cxn>
              <a:cxn ang="0">
                <a:pos x="connsiteX5589" y="connsiteY5589"/>
              </a:cxn>
              <a:cxn ang="0">
                <a:pos x="connsiteX5590" y="connsiteY5590"/>
              </a:cxn>
              <a:cxn ang="0">
                <a:pos x="connsiteX5591" y="connsiteY5591"/>
              </a:cxn>
              <a:cxn ang="0">
                <a:pos x="connsiteX5592" y="connsiteY5592"/>
              </a:cxn>
              <a:cxn ang="0">
                <a:pos x="connsiteX5593" y="connsiteY5593"/>
              </a:cxn>
              <a:cxn ang="0">
                <a:pos x="connsiteX5594" y="connsiteY5594"/>
              </a:cxn>
              <a:cxn ang="0">
                <a:pos x="connsiteX5595" y="connsiteY5595"/>
              </a:cxn>
              <a:cxn ang="0">
                <a:pos x="connsiteX5596" y="connsiteY5596"/>
              </a:cxn>
              <a:cxn ang="0">
                <a:pos x="connsiteX5597" y="connsiteY5597"/>
              </a:cxn>
              <a:cxn ang="0">
                <a:pos x="connsiteX5598" y="connsiteY5598"/>
              </a:cxn>
              <a:cxn ang="0">
                <a:pos x="connsiteX5599" y="connsiteY5599"/>
              </a:cxn>
              <a:cxn ang="0">
                <a:pos x="connsiteX5600" y="connsiteY5600"/>
              </a:cxn>
              <a:cxn ang="0">
                <a:pos x="connsiteX5601" y="connsiteY5601"/>
              </a:cxn>
              <a:cxn ang="0">
                <a:pos x="connsiteX5602" y="connsiteY5602"/>
              </a:cxn>
              <a:cxn ang="0">
                <a:pos x="connsiteX5603" y="connsiteY5603"/>
              </a:cxn>
              <a:cxn ang="0">
                <a:pos x="connsiteX5604" y="connsiteY5604"/>
              </a:cxn>
              <a:cxn ang="0">
                <a:pos x="connsiteX5605" y="connsiteY5605"/>
              </a:cxn>
              <a:cxn ang="0">
                <a:pos x="connsiteX5606" y="connsiteY5606"/>
              </a:cxn>
              <a:cxn ang="0">
                <a:pos x="connsiteX5607" y="connsiteY5607"/>
              </a:cxn>
              <a:cxn ang="0">
                <a:pos x="connsiteX5608" y="connsiteY5608"/>
              </a:cxn>
              <a:cxn ang="0">
                <a:pos x="connsiteX5609" y="connsiteY5609"/>
              </a:cxn>
              <a:cxn ang="0">
                <a:pos x="connsiteX5610" y="connsiteY5610"/>
              </a:cxn>
              <a:cxn ang="0">
                <a:pos x="connsiteX5611" y="connsiteY5611"/>
              </a:cxn>
              <a:cxn ang="0">
                <a:pos x="connsiteX5612" y="connsiteY5612"/>
              </a:cxn>
              <a:cxn ang="0">
                <a:pos x="connsiteX5613" y="connsiteY5613"/>
              </a:cxn>
              <a:cxn ang="0">
                <a:pos x="connsiteX5614" y="connsiteY5614"/>
              </a:cxn>
              <a:cxn ang="0">
                <a:pos x="connsiteX5615" y="connsiteY5615"/>
              </a:cxn>
              <a:cxn ang="0">
                <a:pos x="connsiteX5616" y="connsiteY5616"/>
              </a:cxn>
              <a:cxn ang="0">
                <a:pos x="connsiteX5617" y="connsiteY5617"/>
              </a:cxn>
              <a:cxn ang="0">
                <a:pos x="connsiteX5618" y="connsiteY5618"/>
              </a:cxn>
              <a:cxn ang="0">
                <a:pos x="connsiteX5619" y="connsiteY5619"/>
              </a:cxn>
              <a:cxn ang="0">
                <a:pos x="connsiteX5620" y="connsiteY5620"/>
              </a:cxn>
              <a:cxn ang="0">
                <a:pos x="connsiteX5621" y="connsiteY5621"/>
              </a:cxn>
              <a:cxn ang="0">
                <a:pos x="connsiteX5622" y="connsiteY5622"/>
              </a:cxn>
              <a:cxn ang="0">
                <a:pos x="connsiteX5623" y="connsiteY5623"/>
              </a:cxn>
              <a:cxn ang="0">
                <a:pos x="connsiteX5624" y="connsiteY5624"/>
              </a:cxn>
              <a:cxn ang="0">
                <a:pos x="connsiteX5625" y="connsiteY5625"/>
              </a:cxn>
              <a:cxn ang="0">
                <a:pos x="connsiteX5626" y="connsiteY5626"/>
              </a:cxn>
              <a:cxn ang="0">
                <a:pos x="connsiteX5627" y="connsiteY5627"/>
              </a:cxn>
              <a:cxn ang="0">
                <a:pos x="connsiteX5628" y="connsiteY5628"/>
              </a:cxn>
              <a:cxn ang="0">
                <a:pos x="connsiteX5629" y="connsiteY5629"/>
              </a:cxn>
              <a:cxn ang="0">
                <a:pos x="connsiteX5630" y="connsiteY5630"/>
              </a:cxn>
              <a:cxn ang="0">
                <a:pos x="connsiteX5631" y="connsiteY5631"/>
              </a:cxn>
              <a:cxn ang="0">
                <a:pos x="connsiteX5632" y="connsiteY5632"/>
              </a:cxn>
              <a:cxn ang="0">
                <a:pos x="connsiteX5633" y="connsiteY5633"/>
              </a:cxn>
              <a:cxn ang="0">
                <a:pos x="connsiteX5634" y="connsiteY5634"/>
              </a:cxn>
              <a:cxn ang="0">
                <a:pos x="connsiteX5635" y="connsiteY5635"/>
              </a:cxn>
              <a:cxn ang="0">
                <a:pos x="connsiteX5636" y="connsiteY5636"/>
              </a:cxn>
              <a:cxn ang="0">
                <a:pos x="connsiteX5637" y="connsiteY5637"/>
              </a:cxn>
              <a:cxn ang="0">
                <a:pos x="connsiteX5638" y="connsiteY5638"/>
              </a:cxn>
              <a:cxn ang="0">
                <a:pos x="connsiteX5639" y="connsiteY5639"/>
              </a:cxn>
              <a:cxn ang="0">
                <a:pos x="connsiteX5640" y="connsiteY5640"/>
              </a:cxn>
              <a:cxn ang="0">
                <a:pos x="connsiteX5641" y="connsiteY5641"/>
              </a:cxn>
              <a:cxn ang="0">
                <a:pos x="connsiteX5642" y="connsiteY5642"/>
              </a:cxn>
              <a:cxn ang="0">
                <a:pos x="connsiteX5643" y="connsiteY5643"/>
              </a:cxn>
              <a:cxn ang="0">
                <a:pos x="connsiteX5644" y="connsiteY5644"/>
              </a:cxn>
              <a:cxn ang="0">
                <a:pos x="connsiteX5645" y="connsiteY5645"/>
              </a:cxn>
              <a:cxn ang="0">
                <a:pos x="connsiteX5646" y="connsiteY5646"/>
              </a:cxn>
              <a:cxn ang="0">
                <a:pos x="connsiteX5647" y="connsiteY5647"/>
              </a:cxn>
              <a:cxn ang="0">
                <a:pos x="connsiteX5648" y="connsiteY5648"/>
              </a:cxn>
              <a:cxn ang="0">
                <a:pos x="connsiteX5649" y="connsiteY5649"/>
              </a:cxn>
              <a:cxn ang="0">
                <a:pos x="connsiteX5650" y="connsiteY5650"/>
              </a:cxn>
              <a:cxn ang="0">
                <a:pos x="connsiteX5651" y="connsiteY5651"/>
              </a:cxn>
              <a:cxn ang="0">
                <a:pos x="connsiteX5652" y="connsiteY5652"/>
              </a:cxn>
              <a:cxn ang="0">
                <a:pos x="connsiteX5653" y="connsiteY5653"/>
              </a:cxn>
              <a:cxn ang="0">
                <a:pos x="connsiteX5654" y="connsiteY5654"/>
              </a:cxn>
              <a:cxn ang="0">
                <a:pos x="connsiteX5655" y="connsiteY5655"/>
              </a:cxn>
              <a:cxn ang="0">
                <a:pos x="connsiteX5656" y="connsiteY5656"/>
              </a:cxn>
              <a:cxn ang="0">
                <a:pos x="connsiteX5657" y="connsiteY5657"/>
              </a:cxn>
              <a:cxn ang="0">
                <a:pos x="connsiteX5658" y="connsiteY5658"/>
              </a:cxn>
              <a:cxn ang="0">
                <a:pos x="connsiteX5659" y="connsiteY5659"/>
              </a:cxn>
              <a:cxn ang="0">
                <a:pos x="connsiteX5660" y="connsiteY5660"/>
              </a:cxn>
              <a:cxn ang="0">
                <a:pos x="connsiteX5661" y="connsiteY5661"/>
              </a:cxn>
              <a:cxn ang="0">
                <a:pos x="connsiteX5662" y="connsiteY5662"/>
              </a:cxn>
              <a:cxn ang="0">
                <a:pos x="connsiteX5663" y="connsiteY5663"/>
              </a:cxn>
              <a:cxn ang="0">
                <a:pos x="connsiteX5664" y="connsiteY5664"/>
              </a:cxn>
              <a:cxn ang="0">
                <a:pos x="connsiteX5665" y="connsiteY5665"/>
              </a:cxn>
              <a:cxn ang="0">
                <a:pos x="connsiteX5666" y="connsiteY5666"/>
              </a:cxn>
              <a:cxn ang="0">
                <a:pos x="connsiteX5667" y="connsiteY5667"/>
              </a:cxn>
              <a:cxn ang="0">
                <a:pos x="connsiteX5668" y="connsiteY5668"/>
              </a:cxn>
              <a:cxn ang="0">
                <a:pos x="connsiteX5669" y="connsiteY5669"/>
              </a:cxn>
              <a:cxn ang="0">
                <a:pos x="connsiteX5670" y="connsiteY5670"/>
              </a:cxn>
              <a:cxn ang="0">
                <a:pos x="connsiteX5671" y="connsiteY5671"/>
              </a:cxn>
              <a:cxn ang="0">
                <a:pos x="connsiteX5672" y="connsiteY5672"/>
              </a:cxn>
              <a:cxn ang="0">
                <a:pos x="connsiteX5673" y="connsiteY5673"/>
              </a:cxn>
              <a:cxn ang="0">
                <a:pos x="connsiteX5674" y="connsiteY5674"/>
              </a:cxn>
              <a:cxn ang="0">
                <a:pos x="connsiteX5675" y="connsiteY5675"/>
              </a:cxn>
              <a:cxn ang="0">
                <a:pos x="connsiteX5676" y="connsiteY5676"/>
              </a:cxn>
              <a:cxn ang="0">
                <a:pos x="connsiteX5677" y="connsiteY5677"/>
              </a:cxn>
              <a:cxn ang="0">
                <a:pos x="connsiteX5678" y="connsiteY5678"/>
              </a:cxn>
              <a:cxn ang="0">
                <a:pos x="connsiteX5679" y="connsiteY5679"/>
              </a:cxn>
              <a:cxn ang="0">
                <a:pos x="connsiteX5680" y="connsiteY5680"/>
              </a:cxn>
              <a:cxn ang="0">
                <a:pos x="connsiteX5681" y="connsiteY5681"/>
              </a:cxn>
              <a:cxn ang="0">
                <a:pos x="connsiteX5682" y="connsiteY5682"/>
              </a:cxn>
              <a:cxn ang="0">
                <a:pos x="connsiteX5683" y="connsiteY5683"/>
              </a:cxn>
              <a:cxn ang="0">
                <a:pos x="connsiteX5684" y="connsiteY5684"/>
              </a:cxn>
              <a:cxn ang="0">
                <a:pos x="connsiteX5685" y="connsiteY5685"/>
              </a:cxn>
              <a:cxn ang="0">
                <a:pos x="connsiteX5686" y="connsiteY5686"/>
              </a:cxn>
              <a:cxn ang="0">
                <a:pos x="connsiteX5687" y="connsiteY5687"/>
              </a:cxn>
              <a:cxn ang="0">
                <a:pos x="connsiteX5688" y="connsiteY5688"/>
              </a:cxn>
              <a:cxn ang="0">
                <a:pos x="connsiteX5689" y="connsiteY5689"/>
              </a:cxn>
              <a:cxn ang="0">
                <a:pos x="connsiteX5690" y="connsiteY5690"/>
              </a:cxn>
              <a:cxn ang="0">
                <a:pos x="connsiteX5691" y="connsiteY5691"/>
              </a:cxn>
              <a:cxn ang="0">
                <a:pos x="connsiteX5692" y="connsiteY5692"/>
              </a:cxn>
              <a:cxn ang="0">
                <a:pos x="connsiteX5693" y="connsiteY5693"/>
              </a:cxn>
              <a:cxn ang="0">
                <a:pos x="connsiteX5694" y="connsiteY5694"/>
              </a:cxn>
              <a:cxn ang="0">
                <a:pos x="connsiteX5695" y="connsiteY5695"/>
              </a:cxn>
              <a:cxn ang="0">
                <a:pos x="connsiteX5696" y="connsiteY5696"/>
              </a:cxn>
              <a:cxn ang="0">
                <a:pos x="connsiteX5697" y="connsiteY5697"/>
              </a:cxn>
              <a:cxn ang="0">
                <a:pos x="connsiteX5698" y="connsiteY5698"/>
              </a:cxn>
              <a:cxn ang="0">
                <a:pos x="connsiteX5699" y="connsiteY5699"/>
              </a:cxn>
              <a:cxn ang="0">
                <a:pos x="connsiteX5700" y="connsiteY5700"/>
              </a:cxn>
              <a:cxn ang="0">
                <a:pos x="connsiteX5701" y="connsiteY5701"/>
              </a:cxn>
              <a:cxn ang="0">
                <a:pos x="connsiteX5702" y="connsiteY5702"/>
              </a:cxn>
              <a:cxn ang="0">
                <a:pos x="connsiteX5703" y="connsiteY5703"/>
              </a:cxn>
              <a:cxn ang="0">
                <a:pos x="connsiteX5704" y="connsiteY5704"/>
              </a:cxn>
              <a:cxn ang="0">
                <a:pos x="connsiteX5705" y="connsiteY5705"/>
              </a:cxn>
              <a:cxn ang="0">
                <a:pos x="connsiteX5706" y="connsiteY5706"/>
              </a:cxn>
              <a:cxn ang="0">
                <a:pos x="connsiteX5707" y="connsiteY5707"/>
              </a:cxn>
              <a:cxn ang="0">
                <a:pos x="connsiteX5708" y="connsiteY5708"/>
              </a:cxn>
              <a:cxn ang="0">
                <a:pos x="connsiteX5709" y="connsiteY5709"/>
              </a:cxn>
              <a:cxn ang="0">
                <a:pos x="connsiteX5710" y="connsiteY5710"/>
              </a:cxn>
              <a:cxn ang="0">
                <a:pos x="connsiteX5711" y="connsiteY5711"/>
              </a:cxn>
              <a:cxn ang="0">
                <a:pos x="connsiteX5712" y="connsiteY5712"/>
              </a:cxn>
              <a:cxn ang="0">
                <a:pos x="connsiteX5713" y="connsiteY5713"/>
              </a:cxn>
              <a:cxn ang="0">
                <a:pos x="connsiteX5714" y="connsiteY5714"/>
              </a:cxn>
              <a:cxn ang="0">
                <a:pos x="connsiteX5715" y="connsiteY5715"/>
              </a:cxn>
              <a:cxn ang="0">
                <a:pos x="connsiteX5716" y="connsiteY5716"/>
              </a:cxn>
              <a:cxn ang="0">
                <a:pos x="connsiteX5717" y="connsiteY5717"/>
              </a:cxn>
              <a:cxn ang="0">
                <a:pos x="connsiteX5718" y="connsiteY5718"/>
              </a:cxn>
              <a:cxn ang="0">
                <a:pos x="connsiteX5719" y="connsiteY5719"/>
              </a:cxn>
              <a:cxn ang="0">
                <a:pos x="connsiteX5720" y="connsiteY5720"/>
              </a:cxn>
              <a:cxn ang="0">
                <a:pos x="connsiteX5721" y="connsiteY5721"/>
              </a:cxn>
              <a:cxn ang="0">
                <a:pos x="connsiteX5722" y="connsiteY5722"/>
              </a:cxn>
              <a:cxn ang="0">
                <a:pos x="connsiteX5723" y="connsiteY5723"/>
              </a:cxn>
              <a:cxn ang="0">
                <a:pos x="connsiteX5724" y="connsiteY5724"/>
              </a:cxn>
              <a:cxn ang="0">
                <a:pos x="connsiteX5725" y="connsiteY5725"/>
              </a:cxn>
              <a:cxn ang="0">
                <a:pos x="connsiteX5726" y="connsiteY5726"/>
              </a:cxn>
              <a:cxn ang="0">
                <a:pos x="connsiteX5727" y="connsiteY5727"/>
              </a:cxn>
              <a:cxn ang="0">
                <a:pos x="connsiteX5728" y="connsiteY5728"/>
              </a:cxn>
              <a:cxn ang="0">
                <a:pos x="connsiteX5729" y="connsiteY5729"/>
              </a:cxn>
              <a:cxn ang="0">
                <a:pos x="connsiteX5730" y="connsiteY5730"/>
              </a:cxn>
              <a:cxn ang="0">
                <a:pos x="connsiteX5731" y="connsiteY5731"/>
              </a:cxn>
              <a:cxn ang="0">
                <a:pos x="connsiteX5732" y="connsiteY5732"/>
              </a:cxn>
              <a:cxn ang="0">
                <a:pos x="connsiteX5733" y="connsiteY5733"/>
              </a:cxn>
              <a:cxn ang="0">
                <a:pos x="connsiteX5734" y="connsiteY5734"/>
              </a:cxn>
              <a:cxn ang="0">
                <a:pos x="connsiteX5735" y="connsiteY5735"/>
              </a:cxn>
              <a:cxn ang="0">
                <a:pos x="connsiteX5736" y="connsiteY5736"/>
              </a:cxn>
              <a:cxn ang="0">
                <a:pos x="connsiteX5737" y="connsiteY5737"/>
              </a:cxn>
              <a:cxn ang="0">
                <a:pos x="connsiteX5738" y="connsiteY5738"/>
              </a:cxn>
              <a:cxn ang="0">
                <a:pos x="connsiteX5739" y="connsiteY5739"/>
              </a:cxn>
              <a:cxn ang="0">
                <a:pos x="connsiteX5740" y="connsiteY5740"/>
              </a:cxn>
              <a:cxn ang="0">
                <a:pos x="connsiteX5741" y="connsiteY5741"/>
              </a:cxn>
              <a:cxn ang="0">
                <a:pos x="connsiteX5742" y="connsiteY5742"/>
              </a:cxn>
              <a:cxn ang="0">
                <a:pos x="connsiteX5743" y="connsiteY5743"/>
              </a:cxn>
              <a:cxn ang="0">
                <a:pos x="connsiteX5744" y="connsiteY5744"/>
              </a:cxn>
              <a:cxn ang="0">
                <a:pos x="connsiteX5745" y="connsiteY5745"/>
              </a:cxn>
              <a:cxn ang="0">
                <a:pos x="connsiteX5746" y="connsiteY5746"/>
              </a:cxn>
              <a:cxn ang="0">
                <a:pos x="connsiteX5747" y="connsiteY5747"/>
              </a:cxn>
              <a:cxn ang="0">
                <a:pos x="connsiteX5748" y="connsiteY5748"/>
              </a:cxn>
              <a:cxn ang="0">
                <a:pos x="connsiteX5749" y="connsiteY5749"/>
              </a:cxn>
              <a:cxn ang="0">
                <a:pos x="connsiteX5750" y="connsiteY5750"/>
              </a:cxn>
              <a:cxn ang="0">
                <a:pos x="connsiteX5751" y="connsiteY5751"/>
              </a:cxn>
              <a:cxn ang="0">
                <a:pos x="connsiteX5752" y="connsiteY5752"/>
              </a:cxn>
              <a:cxn ang="0">
                <a:pos x="connsiteX5753" y="connsiteY5753"/>
              </a:cxn>
              <a:cxn ang="0">
                <a:pos x="connsiteX5754" y="connsiteY5754"/>
              </a:cxn>
              <a:cxn ang="0">
                <a:pos x="connsiteX5755" y="connsiteY5755"/>
              </a:cxn>
              <a:cxn ang="0">
                <a:pos x="connsiteX5756" y="connsiteY5756"/>
              </a:cxn>
              <a:cxn ang="0">
                <a:pos x="connsiteX5757" y="connsiteY5757"/>
              </a:cxn>
              <a:cxn ang="0">
                <a:pos x="connsiteX5758" y="connsiteY5758"/>
              </a:cxn>
              <a:cxn ang="0">
                <a:pos x="connsiteX5759" y="connsiteY5759"/>
              </a:cxn>
              <a:cxn ang="0">
                <a:pos x="connsiteX5760" y="connsiteY5760"/>
              </a:cxn>
              <a:cxn ang="0">
                <a:pos x="connsiteX5761" y="connsiteY5761"/>
              </a:cxn>
              <a:cxn ang="0">
                <a:pos x="connsiteX5762" y="connsiteY5762"/>
              </a:cxn>
              <a:cxn ang="0">
                <a:pos x="connsiteX5763" y="connsiteY5763"/>
              </a:cxn>
              <a:cxn ang="0">
                <a:pos x="connsiteX5764" y="connsiteY5764"/>
              </a:cxn>
              <a:cxn ang="0">
                <a:pos x="connsiteX5765" y="connsiteY5765"/>
              </a:cxn>
              <a:cxn ang="0">
                <a:pos x="connsiteX5766" y="connsiteY5766"/>
              </a:cxn>
              <a:cxn ang="0">
                <a:pos x="connsiteX5767" y="connsiteY5767"/>
              </a:cxn>
              <a:cxn ang="0">
                <a:pos x="connsiteX5768" y="connsiteY5768"/>
              </a:cxn>
              <a:cxn ang="0">
                <a:pos x="connsiteX5769" y="connsiteY5769"/>
              </a:cxn>
              <a:cxn ang="0">
                <a:pos x="connsiteX5770" y="connsiteY5770"/>
              </a:cxn>
              <a:cxn ang="0">
                <a:pos x="connsiteX5771" y="connsiteY5771"/>
              </a:cxn>
              <a:cxn ang="0">
                <a:pos x="connsiteX5772" y="connsiteY5772"/>
              </a:cxn>
              <a:cxn ang="0">
                <a:pos x="connsiteX5773" y="connsiteY5773"/>
              </a:cxn>
              <a:cxn ang="0">
                <a:pos x="connsiteX5774" y="connsiteY5774"/>
              </a:cxn>
              <a:cxn ang="0">
                <a:pos x="connsiteX5775" y="connsiteY5775"/>
              </a:cxn>
              <a:cxn ang="0">
                <a:pos x="connsiteX5776" y="connsiteY5776"/>
              </a:cxn>
              <a:cxn ang="0">
                <a:pos x="connsiteX5777" y="connsiteY5777"/>
              </a:cxn>
              <a:cxn ang="0">
                <a:pos x="connsiteX5778" y="connsiteY5778"/>
              </a:cxn>
              <a:cxn ang="0">
                <a:pos x="connsiteX5779" y="connsiteY5779"/>
              </a:cxn>
              <a:cxn ang="0">
                <a:pos x="connsiteX5780" y="connsiteY5780"/>
              </a:cxn>
              <a:cxn ang="0">
                <a:pos x="connsiteX5781" y="connsiteY5781"/>
              </a:cxn>
              <a:cxn ang="0">
                <a:pos x="connsiteX5782" y="connsiteY5782"/>
              </a:cxn>
              <a:cxn ang="0">
                <a:pos x="connsiteX5783" y="connsiteY5783"/>
              </a:cxn>
              <a:cxn ang="0">
                <a:pos x="connsiteX5784" y="connsiteY5784"/>
              </a:cxn>
              <a:cxn ang="0">
                <a:pos x="connsiteX5785" y="connsiteY5785"/>
              </a:cxn>
              <a:cxn ang="0">
                <a:pos x="connsiteX5786" y="connsiteY5786"/>
              </a:cxn>
              <a:cxn ang="0">
                <a:pos x="connsiteX5787" y="connsiteY5787"/>
              </a:cxn>
              <a:cxn ang="0">
                <a:pos x="connsiteX5788" y="connsiteY5788"/>
              </a:cxn>
              <a:cxn ang="0">
                <a:pos x="connsiteX5789" y="connsiteY5789"/>
              </a:cxn>
              <a:cxn ang="0">
                <a:pos x="connsiteX5790" y="connsiteY5790"/>
              </a:cxn>
              <a:cxn ang="0">
                <a:pos x="connsiteX5791" y="connsiteY5791"/>
              </a:cxn>
              <a:cxn ang="0">
                <a:pos x="connsiteX5792" y="connsiteY5792"/>
              </a:cxn>
              <a:cxn ang="0">
                <a:pos x="connsiteX5793" y="connsiteY5793"/>
              </a:cxn>
              <a:cxn ang="0">
                <a:pos x="connsiteX5794" y="connsiteY5794"/>
              </a:cxn>
              <a:cxn ang="0">
                <a:pos x="connsiteX5795" y="connsiteY5795"/>
              </a:cxn>
              <a:cxn ang="0">
                <a:pos x="connsiteX5796" y="connsiteY5796"/>
              </a:cxn>
              <a:cxn ang="0">
                <a:pos x="connsiteX5797" y="connsiteY5797"/>
              </a:cxn>
              <a:cxn ang="0">
                <a:pos x="connsiteX5798" y="connsiteY5798"/>
              </a:cxn>
              <a:cxn ang="0">
                <a:pos x="connsiteX5799" y="connsiteY5799"/>
              </a:cxn>
              <a:cxn ang="0">
                <a:pos x="connsiteX5800" y="connsiteY5800"/>
              </a:cxn>
              <a:cxn ang="0">
                <a:pos x="connsiteX5801" y="connsiteY5801"/>
              </a:cxn>
              <a:cxn ang="0">
                <a:pos x="connsiteX5802" y="connsiteY5802"/>
              </a:cxn>
              <a:cxn ang="0">
                <a:pos x="connsiteX5803" y="connsiteY5803"/>
              </a:cxn>
              <a:cxn ang="0">
                <a:pos x="connsiteX5804" y="connsiteY5804"/>
              </a:cxn>
              <a:cxn ang="0">
                <a:pos x="connsiteX5805" y="connsiteY5805"/>
              </a:cxn>
              <a:cxn ang="0">
                <a:pos x="connsiteX5806" y="connsiteY5806"/>
              </a:cxn>
              <a:cxn ang="0">
                <a:pos x="connsiteX5807" y="connsiteY5807"/>
              </a:cxn>
              <a:cxn ang="0">
                <a:pos x="connsiteX5808" y="connsiteY5808"/>
              </a:cxn>
              <a:cxn ang="0">
                <a:pos x="connsiteX5809" y="connsiteY5809"/>
              </a:cxn>
              <a:cxn ang="0">
                <a:pos x="connsiteX5810" y="connsiteY5810"/>
              </a:cxn>
              <a:cxn ang="0">
                <a:pos x="connsiteX5811" y="connsiteY5811"/>
              </a:cxn>
              <a:cxn ang="0">
                <a:pos x="connsiteX5812" y="connsiteY5812"/>
              </a:cxn>
              <a:cxn ang="0">
                <a:pos x="connsiteX5813" y="connsiteY5813"/>
              </a:cxn>
              <a:cxn ang="0">
                <a:pos x="connsiteX5814" y="connsiteY5814"/>
              </a:cxn>
              <a:cxn ang="0">
                <a:pos x="connsiteX5815" y="connsiteY5815"/>
              </a:cxn>
              <a:cxn ang="0">
                <a:pos x="connsiteX5816" y="connsiteY5816"/>
              </a:cxn>
              <a:cxn ang="0">
                <a:pos x="connsiteX5817" y="connsiteY5817"/>
              </a:cxn>
              <a:cxn ang="0">
                <a:pos x="connsiteX5818" y="connsiteY5818"/>
              </a:cxn>
              <a:cxn ang="0">
                <a:pos x="connsiteX5819" y="connsiteY5819"/>
              </a:cxn>
              <a:cxn ang="0">
                <a:pos x="connsiteX5820" y="connsiteY5820"/>
              </a:cxn>
              <a:cxn ang="0">
                <a:pos x="connsiteX5821" y="connsiteY5821"/>
              </a:cxn>
              <a:cxn ang="0">
                <a:pos x="connsiteX5822" y="connsiteY5822"/>
              </a:cxn>
              <a:cxn ang="0">
                <a:pos x="connsiteX5823" y="connsiteY5823"/>
              </a:cxn>
              <a:cxn ang="0">
                <a:pos x="connsiteX5824" y="connsiteY5824"/>
              </a:cxn>
              <a:cxn ang="0">
                <a:pos x="connsiteX5825" y="connsiteY5825"/>
              </a:cxn>
              <a:cxn ang="0">
                <a:pos x="connsiteX5826" y="connsiteY5826"/>
              </a:cxn>
              <a:cxn ang="0">
                <a:pos x="connsiteX5827" y="connsiteY5827"/>
              </a:cxn>
              <a:cxn ang="0">
                <a:pos x="connsiteX5828" y="connsiteY5828"/>
              </a:cxn>
              <a:cxn ang="0">
                <a:pos x="connsiteX5829" y="connsiteY5829"/>
              </a:cxn>
              <a:cxn ang="0">
                <a:pos x="connsiteX5830" y="connsiteY5830"/>
              </a:cxn>
              <a:cxn ang="0">
                <a:pos x="connsiteX5831" y="connsiteY5831"/>
              </a:cxn>
              <a:cxn ang="0">
                <a:pos x="connsiteX5832" y="connsiteY5832"/>
              </a:cxn>
              <a:cxn ang="0">
                <a:pos x="connsiteX5833" y="connsiteY5833"/>
              </a:cxn>
              <a:cxn ang="0">
                <a:pos x="connsiteX5834" y="connsiteY5834"/>
              </a:cxn>
              <a:cxn ang="0">
                <a:pos x="connsiteX5835" y="connsiteY5835"/>
              </a:cxn>
              <a:cxn ang="0">
                <a:pos x="connsiteX5836" y="connsiteY5836"/>
              </a:cxn>
              <a:cxn ang="0">
                <a:pos x="connsiteX5837" y="connsiteY5837"/>
              </a:cxn>
              <a:cxn ang="0">
                <a:pos x="connsiteX5838" y="connsiteY5838"/>
              </a:cxn>
              <a:cxn ang="0">
                <a:pos x="connsiteX5839" y="connsiteY5839"/>
              </a:cxn>
              <a:cxn ang="0">
                <a:pos x="connsiteX5840" y="connsiteY5840"/>
              </a:cxn>
              <a:cxn ang="0">
                <a:pos x="connsiteX5841" y="connsiteY5841"/>
              </a:cxn>
              <a:cxn ang="0">
                <a:pos x="connsiteX5842" y="connsiteY5842"/>
              </a:cxn>
              <a:cxn ang="0">
                <a:pos x="connsiteX5843" y="connsiteY5843"/>
              </a:cxn>
              <a:cxn ang="0">
                <a:pos x="connsiteX5844" y="connsiteY5844"/>
              </a:cxn>
              <a:cxn ang="0">
                <a:pos x="connsiteX5845" y="connsiteY5845"/>
              </a:cxn>
              <a:cxn ang="0">
                <a:pos x="connsiteX5846" y="connsiteY5846"/>
              </a:cxn>
              <a:cxn ang="0">
                <a:pos x="connsiteX5847" y="connsiteY5847"/>
              </a:cxn>
              <a:cxn ang="0">
                <a:pos x="connsiteX5848" y="connsiteY5848"/>
              </a:cxn>
              <a:cxn ang="0">
                <a:pos x="connsiteX5849" y="connsiteY5849"/>
              </a:cxn>
              <a:cxn ang="0">
                <a:pos x="connsiteX5850" y="connsiteY5850"/>
              </a:cxn>
              <a:cxn ang="0">
                <a:pos x="connsiteX5851" y="connsiteY5851"/>
              </a:cxn>
              <a:cxn ang="0">
                <a:pos x="connsiteX5852" y="connsiteY5852"/>
              </a:cxn>
              <a:cxn ang="0">
                <a:pos x="connsiteX5853" y="connsiteY5853"/>
              </a:cxn>
              <a:cxn ang="0">
                <a:pos x="connsiteX5854" y="connsiteY5854"/>
              </a:cxn>
              <a:cxn ang="0">
                <a:pos x="connsiteX5855" y="connsiteY5855"/>
              </a:cxn>
              <a:cxn ang="0">
                <a:pos x="connsiteX5856" y="connsiteY5856"/>
              </a:cxn>
              <a:cxn ang="0">
                <a:pos x="connsiteX5857" y="connsiteY5857"/>
              </a:cxn>
              <a:cxn ang="0">
                <a:pos x="connsiteX5858" y="connsiteY5858"/>
              </a:cxn>
              <a:cxn ang="0">
                <a:pos x="connsiteX5859" y="connsiteY5859"/>
              </a:cxn>
              <a:cxn ang="0">
                <a:pos x="connsiteX5860" y="connsiteY5860"/>
              </a:cxn>
              <a:cxn ang="0">
                <a:pos x="connsiteX5861" y="connsiteY5861"/>
              </a:cxn>
              <a:cxn ang="0">
                <a:pos x="connsiteX5862" y="connsiteY5862"/>
              </a:cxn>
              <a:cxn ang="0">
                <a:pos x="connsiteX5863" y="connsiteY5863"/>
              </a:cxn>
              <a:cxn ang="0">
                <a:pos x="connsiteX5864" y="connsiteY5864"/>
              </a:cxn>
              <a:cxn ang="0">
                <a:pos x="connsiteX5865" y="connsiteY5865"/>
              </a:cxn>
              <a:cxn ang="0">
                <a:pos x="connsiteX5866" y="connsiteY5866"/>
              </a:cxn>
              <a:cxn ang="0">
                <a:pos x="connsiteX5867" y="connsiteY5867"/>
              </a:cxn>
              <a:cxn ang="0">
                <a:pos x="connsiteX5868" y="connsiteY5868"/>
              </a:cxn>
              <a:cxn ang="0">
                <a:pos x="connsiteX5869" y="connsiteY5869"/>
              </a:cxn>
              <a:cxn ang="0">
                <a:pos x="connsiteX5870" y="connsiteY5870"/>
              </a:cxn>
              <a:cxn ang="0">
                <a:pos x="connsiteX5871" y="connsiteY5871"/>
              </a:cxn>
              <a:cxn ang="0">
                <a:pos x="connsiteX5872" y="connsiteY5872"/>
              </a:cxn>
              <a:cxn ang="0">
                <a:pos x="connsiteX5873" y="connsiteY5873"/>
              </a:cxn>
              <a:cxn ang="0">
                <a:pos x="connsiteX5874" y="connsiteY5874"/>
              </a:cxn>
              <a:cxn ang="0">
                <a:pos x="connsiteX5875" y="connsiteY5875"/>
              </a:cxn>
              <a:cxn ang="0">
                <a:pos x="connsiteX5876" y="connsiteY5876"/>
              </a:cxn>
              <a:cxn ang="0">
                <a:pos x="connsiteX5877" y="connsiteY5877"/>
              </a:cxn>
              <a:cxn ang="0">
                <a:pos x="connsiteX5878" y="connsiteY5878"/>
              </a:cxn>
              <a:cxn ang="0">
                <a:pos x="connsiteX5879" y="connsiteY5879"/>
              </a:cxn>
              <a:cxn ang="0">
                <a:pos x="connsiteX5880" y="connsiteY5880"/>
              </a:cxn>
              <a:cxn ang="0">
                <a:pos x="connsiteX5881" y="connsiteY5881"/>
              </a:cxn>
              <a:cxn ang="0">
                <a:pos x="connsiteX5882" y="connsiteY5882"/>
              </a:cxn>
              <a:cxn ang="0">
                <a:pos x="connsiteX5883" y="connsiteY5883"/>
              </a:cxn>
              <a:cxn ang="0">
                <a:pos x="connsiteX5884" y="connsiteY5884"/>
              </a:cxn>
              <a:cxn ang="0">
                <a:pos x="connsiteX5885" y="connsiteY5885"/>
              </a:cxn>
              <a:cxn ang="0">
                <a:pos x="connsiteX5886" y="connsiteY5886"/>
              </a:cxn>
              <a:cxn ang="0">
                <a:pos x="connsiteX5887" y="connsiteY5887"/>
              </a:cxn>
              <a:cxn ang="0">
                <a:pos x="connsiteX5888" y="connsiteY5888"/>
              </a:cxn>
              <a:cxn ang="0">
                <a:pos x="connsiteX5889" y="connsiteY5889"/>
              </a:cxn>
              <a:cxn ang="0">
                <a:pos x="connsiteX5890" y="connsiteY5890"/>
              </a:cxn>
              <a:cxn ang="0">
                <a:pos x="connsiteX5891" y="connsiteY5891"/>
              </a:cxn>
              <a:cxn ang="0">
                <a:pos x="connsiteX5892" y="connsiteY5892"/>
              </a:cxn>
              <a:cxn ang="0">
                <a:pos x="connsiteX5893" y="connsiteY5893"/>
              </a:cxn>
              <a:cxn ang="0">
                <a:pos x="connsiteX5894" y="connsiteY5894"/>
              </a:cxn>
              <a:cxn ang="0">
                <a:pos x="connsiteX5895" y="connsiteY5895"/>
              </a:cxn>
              <a:cxn ang="0">
                <a:pos x="connsiteX5896" y="connsiteY5896"/>
              </a:cxn>
              <a:cxn ang="0">
                <a:pos x="connsiteX5897" y="connsiteY5897"/>
              </a:cxn>
              <a:cxn ang="0">
                <a:pos x="connsiteX5898" y="connsiteY5898"/>
              </a:cxn>
              <a:cxn ang="0">
                <a:pos x="connsiteX5899" y="connsiteY5899"/>
              </a:cxn>
              <a:cxn ang="0">
                <a:pos x="connsiteX5900" y="connsiteY5900"/>
              </a:cxn>
              <a:cxn ang="0">
                <a:pos x="connsiteX5901" y="connsiteY5901"/>
              </a:cxn>
              <a:cxn ang="0">
                <a:pos x="connsiteX5902" y="connsiteY5902"/>
              </a:cxn>
              <a:cxn ang="0">
                <a:pos x="connsiteX5903" y="connsiteY5903"/>
              </a:cxn>
              <a:cxn ang="0">
                <a:pos x="connsiteX5904" y="connsiteY5904"/>
              </a:cxn>
              <a:cxn ang="0">
                <a:pos x="connsiteX5905" y="connsiteY5905"/>
              </a:cxn>
              <a:cxn ang="0">
                <a:pos x="connsiteX5906" y="connsiteY5906"/>
              </a:cxn>
              <a:cxn ang="0">
                <a:pos x="connsiteX5907" y="connsiteY5907"/>
              </a:cxn>
              <a:cxn ang="0">
                <a:pos x="connsiteX5908" y="connsiteY5908"/>
              </a:cxn>
              <a:cxn ang="0">
                <a:pos x="connsiteX5909" y="connsiteY5909"/>
              </a:cxn>
              <a:cxn ang="0">
                <a:pos x="connsiteX5910" y="connsiteY5910"/>
              </a:cxn>
              <a:cxn ang="0">
                <a:pos x="connsiteX5911" y="connsiteY5911"/>
              </a:cxn>
              <a:cxn ang="0">
                <a:pos x="connsiteX5912" y="connsiteY5912"/>
              </a:cxn>
              <a:cxn ang="0">
                <a:pos x="connsiteX5913" y="connsiteY5913"/>
              </a:cxn>
              <a:cxn ang="0">
                <a:pos x="connsiteX5914" y="connsiteY5914"/>
              </a:cxn>
              <a:cxn ang="0">
                <a:pos x="connsiteX5915" y="connsiteY5915"/>
              </a:cxn>
              <a:cxn ang="0">
                <a:pos x="connsiteX5916" y="connsiteY5916"/>
              </a:cxn>
              <a:cxn ang="0">
                <a:pos x="connsiteX5917" y="connsiteY5917"/>
              </a:cxn>
              <a:cxn ang="0">
                <a:pos x="connsiteX5918" y="connsiteY5918"/>
              </a:cxn>
              <a:cxn ang="0">
                <a:pos x="connsiteX5919" y="connsiteY5919"/>
              </a:cxn>
              <a:cxn ang="0">
                <a:pos x="connsiteX5920" y="connsiteY5920"/>
              </a:cxn>
              <a:cxn ang="0">
                <a:pos x="connsiteX5921" y="connsiteY5921"/>
              </a:cxn>
              <a:cxn ang="0">
                <a:pos x="connsiteX5922" y="connsiteY5922"/>
              </a:cxn>
              <a:cxn ang="0">
                <a:pos x="connsiteX5923" y="connsiteY5923"/>
              </a:cxn>
              <a:cxn ang="0">
                <a:pos x="connsiteX5924" y="connsiteY5924"/>
              </a:cxn>
              <a:cxn ang="0">
                <a:pos x="connsiteX5925" y="connsiteY5925"/>
              </a:cxn>
              <a:cxn ang="0">
                <a:pos x="connsiteX5926" y="connsiteY5926"/>
              </a:cxn>
              <a:cxn ang="0">
                <a:pos x="connsiteX5927" y="connsiteY5927"/>
              </a:cxn>
              <a:cxn ang="0">
                <a:pos x="connsiteX5928" y="connsiteY5928"/>
              </a:cxn>
              <a:cxn ang="0">
                <a:pos x="connsiteX5929" y="connsiteY5929"/>
              </a:cxn>
              <a:cxn ang="0">
                <a:pos x="connsiteX5930" y="connsiteY5930"/>
              </a:cxn>
              <a:cxn ang="0">
                <a:pos x="connsiteX5931" y="connsiteY5931"/>
              </a:cxn>
              <a:cxn ang="0">
                <a:pos x="connsiteX5932" y="connsiteY5932"/>
              </a:cxn>
              <a:cxn ang="0">
                <a:pos x="connsiteX5933" y="connsiteY5933"/>
              </a:cxn>
              <a:cxn ang="0">
                <a:pos x="connsiteX5934" y="connsiteY5934"/>
              </a:cxn>
              <a:cxn ang="0">
                <a:pos x="connsiteX5935" y="connsiteY5935"/>
              </a:cxn>
              <a:cxn ang="0">
                <a:pos x="connsiteX5936" y="connsiteY5936"/>
              </a:cxn>
              <a:cxn ang="0">
                <a:pos x="connsiteX5937" y="connsiteY5937"/>
              </a:cxn>
              <a:cxn ang="0">
                <a:pos x="connsiteX5938" y="connsiteY5938"/>
              </a:cxn>
              <a:cxn ang="0">
                <a:pos x="connsiteX5939" y="connsiteY5939"/>
              </a:cxn>
              <a:cxn ang="0">
                <a:pos x="connsiteX5940" y="connsiteY5940"/>
              </a:cxn>
              <a:cxn ang="0">
                <a:pos x="connsiteX5941" y="connsiteY5941"/>
              </a:cxn>
              <a:cxn ang="0">
                <a:pos x="connsiteX5942" y="connsiteY5942"/>
              </a:cxn>
              <a:cxn ang="0">
                <a:pos x="connsiteX5943" y="connsiteY5943"/>
              </a:cxn>
              <a:cxn ang="0">
                <a:pos x="connsiteX5944" y="connsiteY5944"/>
              </a:cxn>
              <a:cxn ang="0">
                <a:pos x="connsiteX5945" y="connsiteY5945"/>
              </a:cxn>
              <a:cxn ang="0">
                <a:pos x="connsiteX5946" y="connsiteY5946"/>
              </a:cxn>
              <a:cxn ang="0">
                <a:pos x="connsiteX5947" y="connsiteY5947"/>
              </a:cxn>
              <a:cxn ang="0">
                <a:pos x="connsiteX5948" y="connsiteY5948"/>
              </a:cxn>
              <a:cxn ang="0">
                <a:pos x="connsiteX5949" y="connsiteY5949"/>
              </a:cxn>
              <a:cxn ang="0">
                <a:pos x="connsiteX5950" y="connsiteY5950"/>
              </a:cxn>
              <a:cxn ang="0">
                <a:pos x="connsiteX5951" y="connsiteY5951"/>
              </a:cxn>
              <a:cxn ang="0">
                <a:pos x="connsiteX5952" y="connsiteY5952"/>
              </a:cxn>
              <a:cxn ang="0">
                <a:pos x="connsiteX5953" y="connsiteY5953"/>
              </a:cxn>
              <a:cxn ang="0">
                <a:pos x="connsiteX5954" y="connsiteY5954"/>
              </a:cxn>
              <a:cxn ang="0">
                <a:pos x="connsiteX5955" y="connsiteY5955"/>
              </a:cxn>
              <a:cxn ang="0">
                <a:pos x="connsiteX5956" y="connsiteY5956"/>
              </a:cxn>
              <a:cxn ang="0">
                <a:pos x="connsiteX5957" y="connsiteY5957"/>
              </a:cxn>
              <a:cxn ang="0">
                <a:pos x="connsiteX5958" y="connsiteY5958"/>
              </a:cxn>
              <a:cxn ang="0">
                <a:pos x="connsiteX5959" y="connsiteY5959"/>
              </a:cxn>
              <a:cxn ang="0">
                <a:pos x="connsiteX5960" y="connsiteY5960"/>
              </a:cxn>
              <a:cxn ang="0">
                <a:pos x="connsiteX5961" y="connsiteY5961"/>
              </a:cxn>
              <a:cxn ang="0">
                <a:pos x="connsiteX5962" y="connsiteY5962"/>
              </a:cxn>
              <a:cxn ang="0">
                <a:pos x="connsiteX5963" y="connsiteY5963"/>
              </a:cxn>
              <a:cxn ang="0">
                <a:pos x="connsiteX5964" y="connsiteY5964"/>
              </a:cxn>
              <a:cxn ang="0">
                <a:pos x="connsiteX5965" y="connsiteY5965"/>
              </a:cxn>
              <a:cxn ang="0">
                <a:pos x="connsiteX5966" y="connsiteY5966"/>
              </a:cxn>
              <a:cxn ang="0">
                <a:pos x="connsiteX5967" y="connsiteY5967"/>
              </a:cxn>
              <a:cxn ang="0">
                <a:pos x="connsiteX5968" y="connsiteY5968"/>
              </a:cxn>
              <a:cxn ang="0">
                <a:pos x="connsiteX5969" y="connsiteY5969"/>
              </a:cxn>
              <a:cxn ang="0">
                <a:pos x="connsiteX5970" y="connsiteY5970"/>
              </a:cxn>
              <a:cxn ang="0">
                <a:pos x="connsiteX5971" y="connsiteY5971"/>
              </a:cxn>
              <a:cxn ang="0">
                <a:pos x="connsiteX5972" y="connsiteY5972"/>
              </a:cxn>
              <a:cxn ang="0">
                <a:pos x="connsiteX5973" y="connsiteY5973"/>
              </a:cxn>
              <a:cxn ang="0">
                <a:pos x="connsiteX5974" y="connsiteY5974"/>
              </a:cxn>
              <a:cxn ang="0">
                <a:pos x="connsiteX5975" y="connsiteY5975"/>
              </a:cxn>
              <a:cxn ang="0">
                <a:pos x="connsiteX5976" y="connsiteY5976"/>
              </a:cxn>
              <a:cxn ang="0">
                <a:pos x="connsiteX5977" y="connsiteY5977"/>
              </a:cxn>
              <a:cxn ang="0">
                <a:pos x="connsiteX5978" y="connsiteY5978"/>
              </a:cxn>
              <a:cxn ang="0">
                <a:pos x="connsiteX5979" y="connsiteY5979"/>
              </a:cxn>
              <a:cxn ang="0">
                <a:pos x="connsiteX5980" y="connsiteY5980"/>
              </a:cxn>
              <a:cxn ang="0">
                <a:pos x="connsiteX5981" y="connsiteY5981"/>
              </a:cxn>
              <a:cxn ang="0">
                <a:pos x="connsiteX5982" y="connsiteY5982"/>
              </a:cxn>
              <a:cxn ang="0">
                <a:pos x="connsiteX5983" y="connsiteY5983"/>
              </a:cxn>
              <a:cxn ang="0">
                <a:pos x="connsiteX5984" y="connsiteY5984"/>
              </a:cxn>
              <a:cxn ang="0">
                <a:pos x="connsiteX5985" y="connsiteY5985"/>
              </a:cxn>
              <a:cxn ang="0">
                <a:pos x="connsiteX5986" y="connsiteY5986"/>
              </a:cxn>
              <a:cxn ang="0">
                <a:pos x="connsiteX5987" y="connsiteY5987"/>
              </a:cxn>
              <a:cxn ang="0">
                <a:pos x="connsiteX5988" y="connsiteY5988"/>
              </a:cxn>
              <a:cxn ang="0">
                <a:pos x="connsiteX5989" y="connsiteY5989"/>
              </a:cxn>
              <a:cxn ang="0">
                <a:pos x="connsiteX5990" y="connsiteY5990"/>
              </a:cxn>
              <a:cxn ang="0">
                <a:pos x="connsiteX5991" y="connsiteY5991"/>
              </a:cxn>
              <a:cxn ang="0">
                <a:pos x="connsiteX5992" y="connsiteY5992"/>
              </a:cxn>
              <a:cxn ang="0">
                <a:pos x="connsiteX5993" y="connsiteY5993"/>
              </a:cxn>
              <a:cxn ang="0">
                <a:pos x="connsiteX5994" y="connsiteY5994"/>
              </a:cxn>
              <a:cxn ang="0">
                <a:pos x="connsiteX5995" y="connsiteY5995"/>
              </a:cxn>
              <a:cxn ang="0">
                <a:pos x="connsiteX5996" y="connsiteY5996"/>
              </a:cxn>
              <a:cxn ang="0">
                <a:pos x="connsiteX5997" y="connsiteY5997"/>
              </a:cxn>
              <a:cxn ang="0">
                <a:pos x="connsiteX5998" y="connsiteY5998"/>
              </a:cxn>
              <a:cxn ang="0">
                <a:pos x="connsiteX5999" y="connsiteY5999"/>
              </a:cxn>
              <a:cxn ang="0">
                <a:pos x="connsiteX6000" y="connsiteY6000"/>
              </a:cxn>
              <a:cxn ang="0">
                <a:pos x="connsiteX6001" y="connsiteY6001"/>
              </a:cxn>
              <a:cxn ang="0">
                <a:pos x="connsiteX6002" y="connsiteY6002"/>
              </a:cxn>
              <a:cxn ang="0">
                <a:pos x="connsiteX6003" y="connsiteY6003"/>
              </a:cxn>
              <a:cxn ang="0">
                <a:pos x="connsiteX6004" y="connsiteY6004"/>
              </a:cxn>
              <a:cxn ang="0">
                <a:pos x="connsiteX6005" y="connsiteY6005"/>
              </a:cxn>
              <a:cxn ang="0">
                <a:pos x="connsiteX6006" y="connsiteY6006"/>
              </a:cxn>
              <a:cxn ang="0">
                <a:pos x="connsiteX6007" y="connsiteY6007"/>
              </a:cxn>
              <a:cxn ang="0">
                <a:pos x="connsiteX6008" y="connsiteY6008"/>
              </a:cxn>
              <a:cxn ang="0">
                <a:pos x="connsiteX6009" y="connsiteY6009"/>
              </a:cxn>
              <a:cxn ang="0">
                <a:pos x="connsiteX6010" y="connsiteY6010"/>
              </a:cxn>
              <a:cxn ang="0">
                <a:pos x="connsiteX6011" y="connsiteY6011"/>
              </a:cxn>
              <a:cxn ang="0">
                <a:pos x="connsiteX6012" y="connsiteY6012"/>
              </a:cxn>
              <a:cxn ang="0">
                <a:pos x="connsiteX6013" y="connsiteY6013"/>
              </a:cxn>
              <a:cxn ang="0">
                <a:pos x="connsiteX6014" y="connsiteY6014"/>
              </a:cxn>
              <a:cxn ang="0">
                <a:pos x="connsiteX6015" y="connsiteY6015"/>
              </a:cxn>
              <a:cxn ang="0">
                <a:pos x="connsiteX6016" y="connsiteY6016"/>
              </a:cxn>
              <a:cxn ang="0">
                <a:pos x="connsiteX6017" y="connsiteY6017"/>
              </a:cxn>
              <a:cxn ang="0">
                <a:pos x="connsiteX6018" y="connsiteY6018"/>
              </a:cxn>
              <a:cxn ang="0">
                <a:pos x="connsiteX6019" y="connsiteY6019"/>
              </a:cxn>
              <a:cxn ang="0">
                <a:pos x="connsiteX6020" y="connsiteY6020"/>
              </a:cxn>
              <a:cxn ang="0">
                <a:pos x="connsiteX6021" y="connsiteY6021"/>
              </a:cxn>
              <a:cxn ang="0">
                <a:pos x="connsiteX6022" y="connsiteY6022"/>
              </a:cxn>
              <a:cxn ang="0">
                <a:pos x="connsiteX6023" y="connsiteY6023"/>
              </a:cxn>
              <a:cxn ang="0">
                <a:pos x="connsiteX6024" y="connsiteY6024"/>
              </a:cxn>
              <a:cxn ang="0">
                <a:pos x="connsiteX6025" y="connsiteY6025"/>
              </a:cxn>
              <a:cxn ang="0">
                <a:pos x="connsiteX6026" y="connsiteY6026"/>
              </a:cxn>
              <a:cxn ang="0">
                <a:pos x="connsiteX6027" y="connsiteY6027"/>
              </a:cxn>
              <a:cxn ang="0">
                <a:pos x="connsiteX6028" y="connsiteY6028"/>
              </a:cxn>
              <a:cxn ang="0">
                <a:pos x="connsiteX6029" y="connsiteY6029"/>
              </a:cxn>
              <a:cxn ang="0">
                <a:pos x="connsiteX6030" y="connsiteY6030"/>
              </a:cxn>
              <a:cxn ang="0">
                <a:pos x="connsiteX6031" y="connsiteY6031"/>
              </a:cxn>
              <a:cxn ang="0">
                <a:pos x="connsiteX6032" y="connsiteY6032"/>
              </a:cxn>
              <a:cxn ang="0">
                <a:pos x="connsiteX6033" y="connsiteY6033"/>
              </a:cxn>
              <a:cxn ang="0">
                <a:pos x="connsiteX6034" y="connsiteY6034"/>
              </a:cxn>
              <a:cxn ang="0">
                <a:pos x="connsiteX6035" y="connsiteY6035"/>
              </a:cxn>
              <a:cxn ang="0">
                <a:pos x="connsiteX6036" y="connsiteY6036"/>
              </a:cxn>
              <a:cxn ang="0">
                <a:pos x="connsiteX6037" y="connsiteY6037"/>
              </a:cxn>
              <a:cxn ang="0">
                <a:pos x="connsiteX6038" y="connsiteY6038"/>
              </a:cxn>
              <a:cxn ang="0">
                <a:pos x="connsiteX6039" y="connsiteY6039"/>
              </a:cxn>
              <a:cxn ang="0">
                <a:pos x="connsiteX6040" y="connsiteY6040"/>
              </a:cxn>
              <a:cxn ang="0">
                <a:pos x="connsiteX6041" y="connsiteY6041"/>
              </a:cxn>
              <a:cxn ang="0">
                <a:pos x="connsiteX6042" y="connsiteY6042"/>
              </a:cxn>
              <a:cxn ang="0">
                <a:pos x="connsiteX6043" y="connsiteY6043"/>
              </a:cxn>
              <a:cxn ang="0">
                <a:pos x="connsiteX6044" y="connsiteY6044"/>
              </a:cxn>
              <a:cxn ang="0">
                <a:pos x="connsiteX6045" y="connsiteY6045"/>
              </a:cxn>
              <a:cxn ang="0">
                <a:pos x="connsiteX6046" y="connsiteY6046"/>
              </a:cxn>
              <a:cxn ang="0">
                <a:pos x="connsiteX6047" y="connsiteY6047"/>
              </a:cxn>
              <a:cxn ang="0">
                <a:pos x="connsiteX6048" y="connsiteY6048"/>
              </a:cxn>
              <a:cxn ang="0">
                <a:pos x="connsiteX6049" y="connsiteY6049"/>
              </a:cxn>
              <a:cxn ang="0">
                <a:pos x="connsiteX6050" y="connsiteY6050"/>
              </a:cxn>
              <a:cxn ang="0">
                <a:pos x="connsiteX6051" y="connsiteY6051"/>
              </a:cxn>
              <a:cxn ang="0">
                <a:pos x="connsiteX6052" y="connsiteY6052"/>
              </a:cxn>
              <a:cxn ang="0">
                <a:pos x="connsiteX6053" y="connsiteY6053"/>
              </a:cxn>
              <a:cxn ang="0">
                <a:pos x="connsiteX6054" y="connsiteY6054"/>
              </a:cxn>
              <a:cxn ang="0">
                <a:pos x="connsiteX6055" y="connsiteY6055"/>
              </a:cxn>
              <a:cxn ang="0">
                <a:pos x="connsiteX6056" y="connsiteY6056"/>
              </a:cxn>
              <a:cxn ang="0">
                <a:pos x="connsiteX6057" y="connsiteY6057"/>
              </a:cxn>
              <a:cxn ang="0">
                <a:pos x="connsiteX6058" y="connsiteY6058"/>
              </a:cxn>
              <a:cxn ang="0">
                <a:pos x="connsiteX6059" y="connsiteY6059"/>
              </a:cxn>
              <a:cxn ang="0">
                <a:pos x="connsiteX6060" y="connsiteY6060"/>
              </a:cxn>
              <a:cxn ang="0">
                <a:pos x="connsiteX6061" y="connsiteY6061"/>
              </a:cxn>
              <a:cxn ang="0">
                <a:pos x="connsiteX6062" y="connsiteY6062"/>
              </a:cxn>
              <a:cxn ang="0">
                <a:pos x="connsiteX6063" y="connsiteY6063"/>
              </a:cxn>
              <a:cxn ang="0">
                <a:pos x="connsiteX6064" y="connsiteY6064"/>
              </a:cxn>
              <a:cxn ang="0">
                <a:pos x="connsiteX6065" y="connsiteY6065"/>
              </a:cxn>
              <a:cxn ang="0">
                <a:pos x="connsiteX6066" y="connsiteY6066"/>
              </a:cxn>
              <a:cxn ang="0">
                <a:pos x="connsiteX6067" y="connsiteY6067"/>
              </a:cxn>
              <a:cxn ang="0">
                <a:pos x="connsiteX6068" y="connsiteY6068"/>
              </a:cxn>
              <a:cxn ang="0">
                <a:pos x="connsiteX6069" y="connsiteY6069"/>
              </a:cxn>
              <a:cxn ang="0">
                <a:pos x="connsiteX6070" y="connsiteY6070"/>
              </a:cxn>
              <a:cxn ang="0">
                <a:pos x="connsiteX6071" y="connsiteY6071"/>
              </a:cxn>
              <a:cxn ang="0">
                <a:pos x="connsiteX6072" y="connsiteY6072"/>
              </a:cxn>
              <a:cxn ang="0">
                <a:pos x="connsiteX6073" y="connsiteY6073"/>
              </a:cxn>
              <a:cxn ang="0">
                <a:pos x="connsiteX6074" y="connsiteY6074"/>
              </a:cxn>
              <a:cxn ang="0">
                <a:pos x="connsiteX6075" y="connsiteY6075"/>
              </a:cxn>
              <a:cxn ang="0">
                <a:pos x="connsiteX6076" y="connsiteY6076"/>
              </a:cxn>
              <a:cxn ang="0">
                <a:pos x="connsiteX6077" y="connsiteY6077"/>
              </a:cxn>
              <a:cxn ang="0">
                <a:pos x="connsiteX6078" y="connsiteY6078"/>
              </a:cxn>
              <a:cxn ang="0">
                <a:pos x="connsiteX6079" y="connsiteY6079"/>
              </a:cxn>
              <a:cxn ang="0">
                <a:pos x="connsiteX6080" y="connsiteY6080"/>
              </a:cxn>
              <a:cxn ang="0">
                <a:pos x="connsiteX6081" y="connsiteY6081"/>
              </a:cxn>
              <a:cxn ang="0">
                <a:pos x="connsiteX6082" y="connsiteY6082"/>
              </a:cxn>
              <a:cxn ang="0">
                <a:pos x="connsiteX6083" y="connsiteY6083"/>
              </a:cxn>
              <a:cxn ang="0">
                <a:pos x="connsiteX6084" y="connsiteY6084"/>
              </a:cxn>
              <a:cxn ang="0">
                <a:pos x="connsiteX6085" y="connsiteY6085"/>
              </a:cxn>
              <a:cxn ang="0">
                <a:pos x="connsiteX6086" y="connsiteY6086"/>
              </a:cxn>
              <a:cxn ang="0">
                <a:pos x="connsiteX6087" y="connsiteY6087"/>
              </a:cxn>
              <a:cxn ang="0">
                <a:pos x="connsiteX6088" y="connsiteY6088"/>
              </a:cxn>
              <a:cxn ang="0">
                <a:pos x="connsiteX6089" y="connsiteY6089"/>
              </a:cxn>
              <a:cxn ang="0">
                <a:pos x="connsiteX6090" y="connsiteY6090"/>
              </a:cxn>
              <a:cxn ang="0">
                <a:pos x="connsiteX6091" y="connsiteY6091"/>
              </a:cxn>
              <a:cxn ang="0">
                <a:pos x="connsiteX6092" y="connsiteY6092"/>
              </a:cxn>
              <a:cxn ang="0">
                <a:pos x="connsiteX6093" y="connsiteY6093"/>
              </a:cxn>
              <a:cxn ang="0">
                <a:pos x="connsiteX6094" y="connsiteY6094"/>
              </a:cxn>
              <a:cxn ang="0">
                <a:pos x="connsiteX6095" y="connsiteY6095"/>
              </a:cxn>
              <a:cxn ang="0">
                <a:pos x="connsiteX6096" y="connsiteY6096"/>
              </a:cxn>
              <a:cxn ang="0">
                <a:pos x="connsiteX6097" y="connsiteY6097"/>
              </a:cxn>
              <a:cxn ang="0">
                <a:pos x="connsiteX6098" y="connsiteY6098"/>
              </a:cxn>
              <a:cxn ang="0">
                <a:pos x="connsiteX6099" y="connsiteY6099"/>
              </a:cxn>
              <a:cxn ang="0">
                <a:pos x="connsiteX6100" y="connsiteY6100"/>
              </a:cxn>
              <a:cxn ang="0">
                <a:pos x="connsiteX6101" y="connsiteY6101"/>
              </a:cxn>
              <a:cxn ang="0">
                <a:pos x="connsiteX6102" y="connsiteY6102"/>
              </a:cxn>
              <a:cxn ang="0">
                <a:pos x="connsiteX6103" y="connsiteY6103"/>
              </a:cxn>
              <a:cxn ang="0">
                <a:pos x="connsiteX6104" y="connsiteY6104"/>
              </a:cxn>
              <a:cxn ang="0">
                <a:pos x="connsiteX6105" y="connsiteY6105"/>
              </a:cxn>
              <a:cxn ang="0">
                <a:pos x="connsiteX6106" y="connsiteY6106"/>
              </a:cxn>
              <a:cxn ang="0">
                <a:pos x="connsiteX6107" y="connsiteY6107"/>
              </a:cxn>
              <a:cxn ang="0">
                <a:pos x="connsiteX6108" y="connsiteY6108"/>
              </a:cxn>
              <a:cxn ang="0">
                <a:pos x="connsiteX6109" y="connsiteY6109"/>
              </a:cxn>
              <a:cxn ang="0">
                <a:pos x="connsiteX6110" y="connsiteY6110"/>
              </a:cxn>
              <a:cxn ang="0">
                <a:pos x="connsiteX6111" y="connsiteY6111"/>
              </a:cxn>
              <a:cxn ang="0">
                <a:pos x="connsiteX6112" y="connsiteY6112"/>
              </a:cxn>
              <a:cxn ang="0">
                <a:pos x="connsiteX6113" y="connsiteY6113"/>
              </a:cxn>
              <a:cxn ang="0">
                <a:pos x="connsiteX6114" y="connsiteY6114"/>
              </a:cxn>
              <a:cxn ang="0">
                <a:pos x="connsiteX6115" y="connsiteY6115"/>
              </a:cxn>
              <a:cxn ang="0">
                <a:pos x="connsiteX6116" y="connsiteY6116"/>
              </a:cxn>
              <a:cxn ang="0">
                <a:pos x="connsiteX6117" y="connsiteY6117"/>
              </a:cxn>
              <a:cxn ang="0">
                <a:pos x="connsiteX6118" y="connsiteY6118"/>
              </a:cxn>
              <a:cxn ang="0">
                <a:pos x="connsiteX6119" y="connsiteY6119"/>
              </a:cxn>
              <a:cxn ang="0">
                <a:pos x="connsiteX6120" y="connsiteY6120"/>
              </a:cxn>
              <a:cxn ang="0">
                <a:pos x="connsiteX6121" y="connsiteY6121"/>
              </a:cxn>
              <a:cxn ang="0">
                <a:pos x="connsiteX6122" y="connsiteY6122"/>
              </a:cxn>
              <a:cxn ang="0">
                <a:pos x="connsiteX6123" y="connsiteY6123"/>
              </a:cxn>
              <a:cxn ang="0">
                <a:pos x="connsiteX6124" y="connsiteY6124"/>
              </a:cxn>
              <a:cxn ang="0">
                <a:pos x="connsiteX6125" y="connsiteY6125"/>
              </a:cxn>
              <a:cxn ang="0">
                <a:pos x="connsiteX6126" y="connsiteY6126"/>
              </a:cxn>
              <a:cxn ang="0">
                <a:pos x="connsiteX6127" y="connsiteY6127"/>
              </a:cxn>
              <a:cxn ang="0">
                <a:pos x="connsiteX6128" y="connsiteY6128"/>
              </a:cxn>
              <a:cxn ang="0">
                <a:pos x="connsiteX6129" y="connsiteY6129"/>
              </a:cxn>
              <a:cxn ang="0">
                <a:pos x="connsiteX6130" y="connsiteY6130"/>
              </a:cxn>
              <a:cxn ang="0">
                <a:pos x="connsiteX6131" y="connsiteY6131"/>
              </a:cxn>
              <a:cxn ang="0">
                <a:pos x="connsiteX6132" y="connsiteY6132"/>
              </a:cxn>
              <a:cxn ang="0">
                <a:pos x="connsiteX6133" y="connsiteY6133"/>
              </a:cxn>
              <a:cxn ang="0">
                <a:pos x="connsiteX6134" y="connsiteY6134"/>
              </a:cxn>
              <a:cxn ang="0">
                <a:pos x="connsiteX6135" y="connsiteY6135"/>
              </a:cxn>
              <a:cxn ang="0">
                <a:pos x="connsiteX6136" y="connsiteY6136"/>
              </a:cxn>
              <a:cxn ang="0">
                <a:pos x="connsiteX6137" y="connsiteY6137"/>
              </a:cxn>
              <a:cxn ang="0">
                <a:pos x="connsiteX6138" y="connsiteY6138"/>
              </a:cxn>
              <a:cxn ang="0">
                <a:pos x="connsiteX6139" y="connsiteY6139"/>
              </a:cxn>
              <a:cxn ang="0">
                <a:pos x="connsiteX6140" y="connsiteY6140"/>
              </a:cxn>
              <a:cxn ang="0">
                <a:pos x="connsiteX6141" y="connsiteY6141"/>
              </a:cxn>
              <a:cxn ang="0">
                <a:pos x="connsiteX6142" y="connsiteY6142"/>
              </a:cxn>
              <a:cxn ang="0">
                <a:pos x="connsiteX6143" y="connsiteY6143"/>
              </a:cxn>
              <a:cxn ang="0">
                <a:pos x="connsiteX6144" y="connsiteY6144"/>
              </a:cxn>
              <a:cxn ang="0">
                <a:pos x="connsiteX6145" y="connsiteY6145"/>
              </a:cxn>
              <a:cxn ang="0">
                <a:pos x="connsiteX6146" y="connsiteY6146"/>
              </a:cxn>
              <a:cxn ang="0">
                <a:pos x="connsiteX6147" y="connsiteY6147"/>
              </a:cxn>
              <a:cxn ang="0">
                <a:pos x="connsiteX6148" y="connsiteY6148"/>
              </a:cxn>
              <a:cxn ang="0">
                <a:pos x="connsiteX6149" y="connsiteY6149"/>
              </a:cxn>
              <a:cxn ang="0">
                <a:pos x="connsiteX6150" y="connsiteY6150"/>
              </a:cxn>
              <a:cxn ang="0">
                <a:pos x="connsiteX6151" y="connsiteY6151"/>
              </a:cxn>
              <a:cxn ang="0">
                <a:pos x="connsiteX6152" y="connsiteY6152"/>
              </a:cxn>
              <a:cxn ang="0">
                <a:pos x="connsiteX6153" y="connsiteY6153"/>
              </a:cxn>
              <a:cxn ang="0">
                <a:pos x="connsiteX6154" y="connsiteY6154"/>
              </a:cxn>
              <a:cxn ang="0">
                <a:pos x="connsiteX6155" y="connsiteY6155"/>
              </a:cxn>
              <a:cxn ang="0">
                <a:pos x="connsiteX6156" y="connsiteY6156"/>
              </a:cxn>
              <a:cxn ang="0">
                <a:pos x="connsiteX6157" y="connsiteY6157"/>
              </a:cxn>
              <a:cxn ang="0">
                <a:pos x="connsiteX6158" y="connsiteY6158"/>
              </a:cxn>
              <a:cxn ang="0">
                <a:pos x="connsiteX6159" y="connsiteY6159"/>
              </a:cxn>
              <a:cxn ang="0">
                <a:pos x="connsiteX6160" y="connsiteY6160"/>
              </a:cxn>
              <a:cxn ang="0">
                <a:pos x="connsiteX6161" y="connsiteY6161"/>
              </a:cxn>
              <a:cxn ang="0">
                <a:pos x="connsiteX6162" y="connsiteY6162"/>
              </a:cxn>
              <a:cxn ang="0">
                <a:pos x="connsiteX6163" y="connsiteY6163"/>
              </a:cxn>
              <a:cxn ang="0">
                <a:pos x="connsiteX6164" y="connsiteY6164"/>
              </a:cxn>
              <a:cxn ang="0">
                <a:pos x="connsiteX6165" y="connsiteY6165"/>
              </a:cxn>
              <a:cxn ang="0">
                <a:pos x="connsiteX6166" y="connsiteY6166"/>
              </a:cxn>
              <a:cxn ang="0">
                <a:pos x="connsiteX6167" y="connsiteY6167"/>
              </a:cxn>
              <a:cxn ang="0">
                <a:pos x="connsiteX6168" y="connsiteY6168"/>
              </a:cxn>
              <a:cxn ang="0">
                <a:pos x="connsiteX6169" y="connsiteY6169"/>
              </a:cxn>
              <a:cxn ang="0">
                <a:pos x="connsiteX6170" y="connsiteY6170"/>
              </a:cxn>
              <a:cxn ang="0">
                <a:pos x="connsiteX6171" y="connsiteY6171"/>
              </a:cxn>
              <a:cxn ang="0">
                <a:pos x="connsiteX6172" y="connsiteY6172"/>
              </a:cxn>
              <a:cxn ang="0">
                <a:pos x="connsiteX6173" y="connsiteY6173"/>
              </a:cxn>
              <a:cxn ang="0">
                <a:pos x="connsiteX6174" y="connsiteY6174"/>
              </a:cxn>
              <a:cxn ang="0">
                <a:pos x="connsiteX6175" y="connsiteY6175"/>
              </a:cxn>
              <a:cxn ang="0">
                <a:pos x="connsiteX6176" y="connsiteY6176"/>
              </a:cxn>
              <a:cxn ang="0">
                <a:pos x="connsiteX6177" y="connsiteY6177"/>
              </a:cxn>
              <a:cxn ang="0">
                <a:pos x="connsiteX6178" y="connsiteY6178"/>
              </a:cxn>
              <a:cxn ang="0">
                <a:pos x="connsiteX6179" y="connsiteY6179"/>
              </a:cxn>
              <a:cxn ang="0">
                <a:pos x="connsiteX6180" y="connsiteY6180"/>
              </a:cxn>
              <a:cxn ang="0">
                <a:pos x="connsiteX6181" y="connsiteY6181"/>
              </a:cxn>
              <a:cxn ang="0">
                <a:pos x="connsiteX6182" y="connsiteY6182"/>
              </a:cxn>
              <a:cxn ang="0">
                <a:pos x="connsiteX6183" y="connsiteY6183"/>
              </a:cxn>
              <a:cxn ang="0">
                <a:pos x="connsiteX6184" y="connsiteY6184"/>
              </a:cxn>
              <a:cxn ang="0">
                <a:pos x="connsiteX6185" y="connsiteY6185"/>
              </a:cxn>
              <a:cxn ang="0">
                <a:pos x="connsiteX6186" y="connsiteY6186"/>
              </a:cxn>
              <a:cxn ang="0">
                <a:pos x="connsiteX6187" y="connsiteY6187"/>
              </a:cxn>
              <a:cxn ang="0">
                <a:pos x="connsiteX6188" y="connsiteY6188"/>
              </a:cxn>
              <a:cxn ang="0">
                <a:pos x="connsiteX6189" y="connsiteY6189"/>
              </a:cxn>
              <a:cxn ang="0">
                <a:pos x="connsiteX6190" y="connsiteY6190"/>
              </a:cxn>
              <a:cxn ang="0">
                <a:pos x="connsiteX6191" y="connsiteY6191"/>
              </a:cxn>
              <a:cxn ang="0">
                <a:pos x="connsiteX6192" y="connsiteY6192"/>
              </a:cxn>
              <a:cxn ang="0">
                <a:pos x="connsiteX6193" y="connsiteY6193"/>
              </a:cxn>
              <a:cxn ang="0">
                <a:pos x="connsiteX6194" y="connsiteY6194"/>
              </a:cxn>
              <a:cxn ang="0">
                <a:pos x="connsiteX6195" y="connsiteY6195"/>
              </a:cxn>
              <a:cxn ang="0">
                <a:pos x="connsiteX6196" y="connsiteY6196"/>
              </a:cxn>
              <a:cxn ang="0">
                <a:pos x="connsiteX6197" y="connsiteY6197"/>
              </a:cxn>
              <a:cxn ang="0">
                <a:pos x="connsiteX6198" y="connsiteY6198"/>
              </a:cxn>
              <a:cxn ang="0">
                <a:pos x="connsiteX6199" y="connsiteY6199"/>
              </a:cxn>
              <a:cxn ang="0">
                <a:pos x="connsiteX6200" y="connsiteY6200"/>
              </a:cxn>
              <a:cxn ang="0">
                <a:pos x="connsiteX6201" y="connsiteY6201"/>
              </a:cxn>
              <a:cxn ang="0">
                <a:pos x="connsiteX6202" y="connsiteY6202"/>
              </a:cxn>
              <a:cxn ang="0">
                <a:pos x="connsiteX6203" y="connsiteY6203"/>
              </a:cxn>
              <a:cxn ang="0">
                <a:pos x="connsiteX6204" y="connsiteY6204"/>
              </a:cxn>
              <a:cxn ang="0">
                <a:pos x="connsiteX6205" y="connsiteY6205"/>
              </a:cxn>
              <a:cxn ang="0">
                <a:pos x="connsiteX6206" y="connsiteY6206"/>
              </a:cxn>
              <a:cxn ang="0">
                <a:pos x="connsiteX6207" y="connsiteY6207"/>
              </a:cxn>
              <a:cxn ang="0">
                <a:pos x="connsiteX6208" y="connsiteY6208"/>
              </a:cxn>
              <a:cxn ang="0">
                <a:pos x="connsiteX6209" y="connsiteY6209"/>
              </a:cxn>
              <a:cxn ang="0">
                <a:pos x="connsiteX6210" y="connsiteY6210"/>
              </a:cxn>
              <a:cxn ang="0">
                <a:pos x="connsiteX6211" y="connsiteY6211"/>
              </a:cxn>
              <a:cxn ang="0">
                <a:pos x="connsiteX6212" y="connsiteY6212"/>
              </a:cxn>
              <a:cxn ang="0">
                <a:pos x="connsiteX6213" y="connsiteY6213"/>
              </a:cxn>
              <a:cxn ang="0">
                <a:pos x="connsiteX6214" y="connsiteY6214"/>
              </a:cxn>
              <a:cxn ang="0">
                <a:pos x="connsiteX6215" y="connsiteY6215"/>
              </a:cxn>
              <a:cxn ang="0">
                <a:pos x="connsiteX6216" y="connsiteY6216"/>
              </a:cxn>
              <a:cxn ang="0">
                <a:pos x="connsiteX6217" y="connsiteY6217"/>
              </a:cxn>
              <a:cxn ang="0">
                <a:pos x="connsiteX6218" y="connsiteY6218"/>
              </a:cxn>
              <a:cxn ang="0">
                <a:pos x="connsiteX6219" y="connsiteY6219"/>
              </a:cxn>
              <a:cxn ang="0">
                <a:pos x="connsiteX6220" y="connsiteY6220"/>
              </a:cxn>
              <a:cxn ang="0">
                <a:pos x="connsiteX6221" y="connsiteY6221"/>
              </a:cxn>
              <a:cxn ang="0">
                <a:pos x="connsiteX6222" y="connsiteY6222"/>
              </a:cxn>
              <a:cxn ang="0">
                <a:pos x="connsiteX6223" y="connsiteY6223"/>
              </a:cxn>
              <a:cxn ang="0">
                <a:pos x="connsiteX6224" y="connsiteY6224"/>
              </a:cxn>
              <a:cxn ang="0">
                <a:pos x="connsiteX6225" y="connsiteY6225"/>
              </a:cxn>
              <a:cxn ang="0">
                <a:pos x="connsiteX6226" y="connsiteY6226"/>
              </a:cxn>
              <a:cxn ang="0">
                <a:pos x="connsiteX6227" y="connsiteY6227"/>
              </a:cxn>
              <a:cxn ang="0">
                <a:pos x="connsiteX6228" y="connsiteY6228"/>
              </a:cxn>
              <a:cxn ang="0">
                <a:pos x="connsiteX6229" y="connsiteY6229"/>
              </a:cxn>
              <a:cxn ang="0">
                <a:pos x="connsiteX6230" y="connsiteY6230"/>
              </a:cxn>
              <a:cxn ang="0">
                <a:pos x="connsiteX6231" y="connsiteY6231"/>
              </a:cxn>
              <a:cxn ang="0">
                <a:pos x="connsiteX6232" y="connsiteY6232"/>
              </a:cxn>
              <a:cxn ang="0">
                <a:pos x="connsiteX6233" y="connsiteY6233"/>
              </a:cxn>
              <a:cxn ang="0">
                <a:pos x="connsiteX6234" y="connsiteY6234"/>
              </a:cxn>
              <a:cxn ang="0">
                <a:pos x="connsiteX6235" y="connsiteY6235"/>
              </a:cxn>
              <a:cxn ang="0">
                <a:pos x="connsiteX6236" y="connsiteY6236"/>
              </a:cxn>
              <a:cxn ang="0">
                <a:pos x="connsiteX6237" y="connsiteY6237"/>
              </a:cxn>
              <a:cxn ang="0">
                <a:pos x="connsiteX6238" y="connsiteY6238"/>
              </a:cxn>
              <a:cxn ang="0">
                <a:pos x="connsiteX6239" y="connsiteY6239"/>
              </a:cxn>
              <a:cxn ang="0">
                <a:pos x="connsiteX6240" y="connsiteY6240"/>
              </a:cxn>
              <a:cxn ang="0">
                <a:pos x="connsiteX6241" y="connsiteY6241"/>
              </a:cxn>
              <a:cxn ang="0">
                <a:pos x="connsiteX6242" y="connsiteY6242"/>
              </a:cxn>
              <a:cxn ang="0">
                <a:pos x="connsiteX6243" y="connsiteY6243"/>
              </a:cxn>
              <a:cxn ang="0">
                <a:pos x="connsiteX6244" y="connsiteY6244"/>
              </a:cxn>
              <a:cxn ang="0">
                <a:pos x="connsiteX6245" y="connsiteY6245"/>
              </a:cxn>
              <a:cxn ang="0">
                <a:pos x="connsiteX6246" y="connsiteY6246"/>
              </a:cxn>
              <a:cxn ang="0">
                <a:pos x="connsiteX6247" y="connsiteY6247"/>
              </a:cxn>
              <a:cxn ang="0">
                <a:pos x="connsiteX6248" y="connsiteY6248"/>
              </a:cxn>
              <a:cxn ang="0">
                <a:pos x="connsiteX6249" y="connsiteY6249"/>
              </a:cxn>
              <a:cxn ang="0">
                <a:pos x="connsiteX6250" y="connsiteY6250"/>
              </a:cxn>
              <a:cxn ang="0">
                <a:pos x="connsiteX6251" y="connsiteY6251"/>
              </a:cxn>
              <a:cxn ang="0">
                <a:pos x="connsiteX6252" y="connsiteY6252"/>
              </a:cxn>
              <a:cxn ang="0">
                <a:pos x="connsiteX6253" y="connsiteY6253"/>
              </a:cxn>
              <a:cxn ang="0">
                <a:pos x="connsiteX6254" y="connsiteY6254"/>
              </a:cxn>
              <a:cxn ang="0">
                <a:pos x="connsiteX6255" y="connsiteY6255"/>
              </a:cxn>
              <a:cxn ang="0">
                <a:pos x="connsiteX6256" y="connsiteY6256"/>
              </a:cxn>
              <a:cxn ang="0">
                <a:pos x="connsiteX6257" y="connsiteY6257"/>
              </a:cxn>
              <a:cxn ang="0">
                <a:pos x="connsiteX6258" y="connsiteY6258"/>
              </a:cxn>
              <a:cxn ang="0">
                <a:pos x="connsiteX6259" y="connsiteY6259"/>
              </a:cxn>
              <a:cxn ang="0">
                <a:pos x="connsiteX6260" y="connsiteY6260"/>
              </a:cxn>
              <a:cxn ang="0">
                <a:pos x="connsiteX6261" y="connsiteY6261"/>
              </a:cxn>
              <a:cxn ang="0">
                <a:pos x="connsiteX6262" y="connsiteY6262"/>
              </a:cxn>
              <a:cxn ang="0">
                <a:pos x="connsiteX6263" y="connsiteY6263"/>
              </a:cxn>
              <a:cxn ang="0">
                <a:pos x="connsiteX6264" y="connsiteY6264"/>
              </a:cxn>
              <a:cxn ang="0">
                <a:pos x="connsiteX6265" y="connsiteY6265"/>
              </a:cxn>
              <a:cxn ang="0">
                <a:pos x="connsiteX6266" y="connsiteY6266"/>
              </a:cxn>
              <a:cxn ang="0">
                <a:pos x="connsiteX6267" y="connsiteY6267"/>
              </a:cxn>
              <a:cxn ang="0">
                <a:pos x="connsiteX6268" y="connsiteY6268"/>
              </a:cxn>
              <a:cxn ang="0">
                <a:pos x="connsiteX6269" y="connsiteY6269"/>
              </a:cxn>
              <a:cxn ang="0">
                <a:pos x="connsiteX6270" y="connsiteY6270"/>
              </a:cxn>
              <a:cxn ang="0">
                <a:pos x="connsiteX6271" y="connsiteY6271"/>
              </a:cxn>
              <a:cxn ang="0">
                <a:pos x="connsiteX6272" y="connsiteY6272"/>
              </a:cxn>
              <a:cxn ang="0">
                <a:pos x="connsiteX6273" y="connsiteY6273"/>
              </a:cxn>
              <a:cxn ang="0">
                <a:pos x="connsiteX6274" y="connsiteY6274"/>
              </a:cxn>
              <a:cxn ang="0">
                <a:pos x="connsiteX6275" y="connsiteY6275"/>
              </a:cxn>
              <a:cxn ang="0">
                <a:pos x="connsiteX6276" y="connsiteY6276"/>
              </a:cxn>
              <a:cxn ang="0">
                <a:pos x="connsiteX6277" y="connsiteY6277"/>
              </a:cxn>
              <a:cxn ang="0">
                <a:pos x="connsiteX6278" y="connsiteY6278"/>
              </a:cxn>
              <a:cxn ang="0">
                <a:pos x="connsiteX6279" y="connsiteY6279"/>
              </a:cxn>
              <a:cxn ang="0">
                <a:pos x="connsiteX6280" y="connsiteY6280"/>
              </a:cxn>
              <a:cxn ang="0">
                <a:pos x="connsiteX6281" y="connsiteY6281"/>
              </a:cxn>
              <a:cxn ang="0">
                <a:pos x="connsiteX6282" y="connsiteY6282"/>
              </a:cxn>
              <a:cxn ang="0">
                <a:pos x="connsiteX6283" y="connsiteY6283"/>
              </a:cxn>
              <a:cxn ang="0">
                <a:pos x="connsiteX6284" y="connsiteY6284"/>
              </a:cxn>
              <a:cxn ang="0">
                <a:pos x="connsiteX6285" y="connsiteY6285"/>
              </a:cxn>
              <a:cxn ang="0">
                <a:pos x="connsiteX6286" y="connsiteY6286"/>
              </a:cxn>
              <a:cxn ang="0">
                <a:pos x="connsiteX6287" y="connsiteY6287"/>
              </a:cxn>
              <a:cxn ang="0">
                <a:pos x="connsiteX6288" y="connsiteY6288"/>
              </a:cxn>
              <a:cxn ang="0">
                <a:pos x="connsiteX6289" y="connsiteY6289"/>
              </a:cxn>
              <a:cxn ang="0">
                <a:pos x="connsiteX6290" y="connsiteY6290"/>
              </a:cxn>
              <a:cxn ang="0">
                <a:pos x="connsiteX6291" y="connsiteY6291"/>
              </a:cxn>
              <a:cxn ang="0">
                <a:pos x="connsiteX6292" y="connsiteY6292"/>
              </a:cxn>
              <a:cxn ang="0">
                <a:pos x="connsiteX6293" y="connsiteY6293"/>
              </a:cxn>
              <a:cxn ang="0">
                <a:pos x="connsiteX6294" y="connsiteY6294"/>
              </a:cxn>
              <a:cxn ang="0">
                <a:pos x="connsiteX6295" y="connsiteY6295"/>
              </a:cxn>
              <a:cxn ang="0">
                <a:pos x="connsiteX6296" y="connsiteY6296"/>
              </a:cxn>
              <a:cxn ang="0">
                <a:pos x="connsiteX6297" y="connsiteY6297"/>
              </a:cxn>
              <a:cxn ang="0">
                <a:pos x="connsiteX6298" y="connsiteY6298"/>
              </a:cxn>
              <a:cxn ang="0">
                <a:pos x="connsiteX6299" y="connsiteY6299"/>
              </a:cxn>
              <a:cxn ang="0">
                <a:pos x="connsiteX6300" y="connsiteY6300"/>
              </a:cxn>
              <a:cxn ang="0">
                <a:pos x="connsiteX6301" y="connsiteY6301"/>
              </a:cxn>
              <a:cxn ang="0">
                <a:pos x="connsiteX6302" y="connsiteY6302"/>
              </a:cxn>
              <a:cxn ang="0">
                <a:pos x="connsiteX6303" y="connsiteY6303"/>
              </a:cxn>
              <a:cxn ang="0">
                <a:pos x="connsiteX6304" y="connsiteY6304"/>
              </a:cxn>
              <a:cxn ang="0">
                <a:pos x="connsiteX6305" y="connsiteY6305"/>
              </a:cxn>
              <a:cxn ang="0">
                <a:pos x="connsiteX6306" y="connsiteY6306"/>
              </a:cxn>
              <a:cxn ang="0">
                <a:pos x="connsiteX6307" y="connsiteY6307"/>
              </a:cxn>
              <a:cxn ang="0">
                <a:pos x="connsiteX6308" y="connsiteY6308"/>
              </a:cxn>
              <a:cxn ang="0">
                <a:pos x="connsiteX6309" y="connsiteY6309"/>
              </a:cxn>
              <a:cxn ang="0">
                <a:pos x="connsiteX6310" y="connsiteY6310"/>
              </a:cxn>
              <a:cxn ang="0">
                <a:pos x="connsiteX6311" y="connsiteY6311"/>
              </a:cxn>
              <a:cxn ang="0">
                <a:pos x="connsiteX6312" y="connsiteY6312"/>
              </a:cxn>
              <a:cxn ang="0">
                <a:pos x="connsiteX6313" y="connsiteY6313"/>
              </a:cxn>
              <a:cxn ang="0">
                <a:pos x="connsiteX6314" y="connsiteY6314"/>
              </a:cxn>
              <a:cxn ang="0">
                <a:pos x="connsiteX6315" y="connsiteY6315"/>
              </a:cxn>
              <a:cxn ang="0">
                <a:pos x="connsiteX6316" y="connsiteY6316"/>
              </a:cxn>
              <a:cxn ang="0">
                <a:pos x="connsiteX6317" y="connsiteY6317"/>
              </a:cxn>
              <a:cxn ang="0">
                <a:pos x="connsiteX6318" y="connsiteY6318"/>
              </a:cxn>
              <a:cxn ang="0">
                <a:pos x="connsiteX6319" y="connsiteY6319"/>
              </a:cxn>
              <a:cxn ang="0">
                <a:pos x="connsiteX6320" y="connsiteY6320"/>
              </a:cxn>
              <a:cxn ang="0">
                <a:pos x="connsiteX6321" y="connsiteY6321"/>
              </a:cxn>
              <a:cxn ang="0">
                <a:pos x="connsiteX6322" y="connsiteY6322"/>
              </a:cxn>
              <a:cxn ang="0">
                <a:pos x="connsiteX6323" y="connsiteY6323"/>
              </a:cxn>
              <a:cxn ang="0">
                <a:pos x="connsiteX6324" y="connsiteY6324"/>
              </a:cxn>
              <a:cxn ang="0">
                <a:pos x="connsiteX6325" y="connsiteY6325"/>
              </a:cxn>
              <a:cxn ang="0">
                <a:pos x="connsiteX6326" y="connsiteY6326"/>
              </a:cxn>
              <a:cxn ang="0">
                <a:pos x="connsiteX6327" y="connsiteY6327"/>
              </a:cxn>
              <a:cxn ang="0">
                <a:pos x="connsiteX6328" y="connsiteY6328"/>
              </a:cxn>
              <a:cxn ang="0">
                <a:pos x="connsiteX6329" y="connsiteY6329"/>
              </a:cxn>
              <a:cxn ang="0">
                <a:pos x="connsiteX6330" y="connsiteY6330"/>
              </a:cxn>
              <a:cxn ang="0">
                <a:pos x="connsiteX6331" y="connsiteY6331"/>
              </a:cxn>
              <a:cxn ang="0">
                <a:pos x="connsiteX6332" y="connsiteY6332"/>
              </a:cxn>
              <a:cxn ang="0">
                <a:pos x="connsiteX6333" y="connsiteY6333"/>
              </a:cxn>
              <a:cxn ang="0">
                <a:pos x="connsiteX6334" y="connsiteY6334"/>
              </a:cxn>
              <a:cxn ang="0">
                <a:pos x="connsiteX6335" y="connsiteY6335"/>
              </a:cxn>
              <a:cxn ang="0">
                <a:pos x="connsiteX6336" y="connsiteY6336"/>
              </a:cxn>
              <a:cxn ang="0">
                <a:pos x="connsiteX6337" y="connsiteY6337"/>
              </a:cxn>
              <a:cxn ang="0">
                <a:pos x="connsiteX6338" y="connsiteY6338"/>
              </a:cxn>
              <a:cxn ang="0">
                <a:pos x="connsiteX6339" y="connsiteY6339"/>
              </a:cxn>
              <a:cxn ang="0">
                <a:pos x="connsiteX6340" y="connsiteY6340"/>
              </a:cxn>
              <a:cxn ang="0">
                <a:pos x="connsiteX6341" y="connsiteY6341"/>
              </a:cxn>
              <a:cxn ang="0">
                <a:pos x="connsiteX6342" y="connsiteY6342"/>
              </a:cxn>
              <a:cxn ang="0">
                <a:pos x="connsiteX6343" y="connsiteY6343"/>
              </a:cxn>
              <a:cxn ang="0">
                <a:pos x="connsiteX6344" y="connsiteY6344"/>
              </a:cxn>
              <a:cxn ang="0">
                <a:pos x="connsiteX6345" y="connsiteY6345"/>
              </a:cxn>
              <a:cxn ang="0">
                <a:pos x="connsiteX6346" y="connsiteY6346"/>
              </a:cxn>
              <a:cxn ang="0">
                <a:pos x="connsiteX6347" y="connsiteY6347"/>
              </a:cxn>
              <a:cxn ang="0">
                <a:pos x="connsiteX6348" y="connsiteY6348"/>
              </a:cxn>
              <a:cxn ang="0">
                <a:pos x="connsiteX6349" y="connsiteY6349"/>
              </a:cxn>
              <a:cxn ang="0">
                <a:pos x="connsiteX6350" y="connsiteY6350"/>
              </a:cxn>
              <a:cxn ang="0">
                <a:pos x="connsiteX6351" y="connsiteY6351"/>
              </a:cxn>
              <a:cxn ang="0">
                <a:pos x="connsiteX6352" y="connsiteY6352"/>
              </a:cxn>
              <a:cxn ang="0">
                <a:pos x="connsiteX6353" y="connsiteY6353"/>
              </a:cxn>
              <a:cxn ang="0">
                <a:pos x="connsiteX6354" y="connsiteY6354"/>
              </a:cxn>
              <a:cxn ang="0">
                <a:pos x="connsiteX6355" y="connsiteY6355"/>
              </a:cxn>
              <a:cxn ang="0">
                <a:pos x="connsiteX6356" y="connsiteY6356"/>
              </a:cxn>
              <a:cxn ang="0">
                <a:pos x="connsiteX6357" y="connsiteY6357"/>
              </a:cxn>
              <a:cxn ang="0">
                <a:pos x="connsiteX6358" y="connsiteY6358"/>
              </a:cxn>
              <a:cxn ang="0">
                <a:pos x="connsiteX6359" y="connsiteY6359"/>
              </a:cxn>
              <a:cxn ang="0">
                <a:pos x="connsiteX6360" y="connsiteY6360"/>
              </a:cxn>
              <a:cxn ang="0">
                <a:pos x="connsiteX6361" y="connsiteY6361"/>
              </a:cxn>
              <a:cxn ang="0">
                <a:pos x="connsiteX6362" y="connsiteY6362"/>
              </a:cxn>
              <a:cxn ang="0">
                <a:pos x="connsiteX6363" y="connsiteY6363"/>
              </a:cxn>
              <a:cxn ang="0">
                <a:pos x="connsiteX6364" y="connsiteY6364"/>
              </a:cxn>
              <a:cxn ang="0">
                <a:pos x="connsiteX6365" y="connsiteY6365"/>
              </a:cxn>
              <a:cxn ang="0">
                <a:pos x="connsiteX6366" y="connsiteY6366"/>
              </a:cxn>
              <a:cxn ang="0">
                <a:pos x="connsiteX6367" y="connsiteY6367"/>
              </a:cxn>
              <a:cxn ang="0">
                <a:pos x="connsiteX6368" y="connsiteY6368"/>
              </a:cxn>
              <a:cxn ang="0">
                <a:pos x="connsiteX6369" y="connsiteY6369"/>
              </a:cxn>
              <a:cxn ang="0">
                <a:pos x="connsiteX6370" y="connsiteY6370"/>
              </a:cxn>
              <a:cxn ang="0">
                <a:pos x="connsiteX6371" y="connsiteY6371"/>
              </a:cxn>
              <a:cxn ang="0">
                <a:pos x="connsiteX6372" y="connsiteY6372"/>
              </a:cxn>
              <a:cxn ang="0">
                <a:pos x="connsiteX6373" y="connsiteY6373"/>
              </a:cxn>
              <a:cxn ang="0">
                <a:pos x="connsiteX6374" y="connsiteY6374"/>
              </a:cxn>
              <a:cxn ang="0">
                <a:pos x="connsiteX6375" y="connsiteY6375"/>
              </a:cxn>
              <a:cxn ang="0">
                <a:pos x="connsiteX6376" y="connsiteY6376"/>
              </a:cxn>
              <a:cxn ang="0">
                <a:pos x="connsiteX6377" y="connsiteY6377"/>
              </a:cxn>
              <a:cxn ang="0">
                <a:pos x="connsiteX6378" y="connsiteY6378"/>
              </a:cxn>
              <a:cxn ang="0">
                <a:pos x="connsiteX6379" y="connsiteY6379"/>
              </a:cxn>
              <a:cxn ang="0">
                <a:pos x="connsiteX6380" y="connsiteY6380"/>
              </a:cxn>
              <a:cxn ang="0">
                <a:pos x="connsiteX6381" y="connsiteY6381"/>
              </a:cxn>
              <a:cxn ang="0">
                <a:pos x="connsiteX6382" y="connsiteY6382"/>
              </a:cxn>
              <a:cxn ang="0">
                <a:pos x="connsiteX6383" y="connsiteY6383"/>
              </a:cxn>
              <a:cxn ang="0">
                <a:pos x="connsiteX6384" y="connsiteY6384"/>
              </a:cxn>
              <a:cxn ang="0">
                <a:pos x="connsiteX6385" y="connsiteY6385"/>
              </a:cxn>
              <a:cxn ang="0">
                <a:pos x="connsiteX6386" y="connsiteY6386"/>
              </a:cxn>
              <a:cxn ang="0">
                <a:pos x="connsiteX6387" y="connsiteY6387"/>
              </a:cxn>
              <a:cxn ang="0">
                <a:pos x="connsiteX6388" y="connsiteY6388"/>
              </a:cxn>
              <a:cxn ang="0">
                <a:pos x="connsiteX6389" y="connsiteY6389"/>
              </a:cxn>
              <a:cxn ang="0">
                <a:pos x="connsiteX6390" y="connsiteY6390"/>
              </a:cxn>
              <a:cxn ang="0">
                <a:pos x="connsiteX6391" y="connsiteY6391"/>
              </a:cxn>
              <a:cxn ang="0">
                <a:pos x="connsiteX6392" y="connsiteY6392"/>
              </a:cxn>
              <a:cxn ang="0">
                <a:pos x="connsiteX6393" y="connsiteY6393"/>
              </a:cxn>
              <a:cxn ang="0">
                <a:pos x="connsiteX6394" y="connsiteY6394"/>
              </a:cxn>
              <a:cxn ang="0">
                <a:pos x="connsiteX6395" y="connsiteY6395"/>
              </a:cxn>
              <a:cxn ang="0">
                <a:pos x="connsiteX6396" y="connsiteY6396"/>
              </a:cxn>
              <a:cxn ang="0">
                <a:pos x="connsiteX6397" y="connsiteY6397"/>
              </a:cxn>
              <a:cxn ang="0">
                <a:pos x="connsiteX6398" y="connsiteY6398"/>
              </a:cxn>
              <a:cxn ang="0">
                <a:pos x="connsiteX6399" y="connsiteY6399"/>
              </a:cxn>
              <a:cxn ang="0">
                <a:pos x="connsiteX6400" y="connsiteY6400"/>
              </a:cxn>
              <a:cxn ang="0">
                <a:pos x="connsiteX6401" y="connsiteY6401"/>
              </a:cxn>
              <a:cxn ang="0">
                <a:pos x="connsiteX6402" y="connsiteY6402"/>
              </a:cxn>
              <a:cxn ang="0">
                <a:pos x="connsiteX6403" y="connsiteY6403"/>
              </a:cxn>
              <a:cxn ang="0">
                <a:pos x="connsiteX6404" y="connsiteY6404"/>
              </a:cxn>
              <a:cxn ang="0">
                <a:pos x="connsiteX6405" y="connsiteY6405"/>
              </a:cxn>
              <a:cxn ang="0">
                <a:pos x="connsiteX6406" y="connsiteY6406"/>
              </a:cxn>
              <a:cxn ang="0">
                <a:pos x="connsiteX6407" y="connsiteY6407"/>
              </a:cxn>
              <a:cxn ang="0">
                <a:pos x="connsiteX6408" y="connsiteY6408"/>
              </a:cxn>
              <a:cxn ang="0">
                <a:pos x="connsiteX6409" y="connsiteY6409"/>
              </a:cxn>
              <a:cxn ang="0">
                <a:pos x="connsiteX6410" y="connsiteY6410"/>
              </a:cxn>
              <a:cxn ang="0">
                <a:pos x="connsiteX6411" y="connsiteY6411"/>
              </a:cxn>
              <a:cxn ang="0">
                <a:pos x="connsiteX6412" y="connsiteY6412"/>
              </a:cxn>
              <a:cxn ang="0">
                <a:pos x="connsiteX6413" y="connsiteY6413"/>
              </a:cxn>
              <a:cxn ang="0">
                <a:pos x="connsiteX6414" y="connsiteY6414"/>
              </a:cxn>
              <a:cxn ang="0">
                <a:pos x="connsiteX6415" y="connsiteY6415"/>
              </a:cxn>
              <a:cxn ang="0">
                <a:pos x="connsiteX6416" y="connsiteY6416"/>
              </a:cxn>
              <a:cxn ang="0">
                <a:pos x="connsiteX6417" y="connsiteY6417"/>
              </a:cxn>
              <a:cxn ang="0">
                <a:pos x="connsiteX6418" y="connsiteY6418"/>
              </a:cxn>
              <a:cxn ang="0">
                <a:pos x="connsiteX6419" y="connsiteY6419"/>
              </a:cxn>
              <a:cxn ang="0">
                <a:pos x="connsiteX6420" y="connsiteY6420"/>
              </a:cxn>
              <a:cxn ang="0">
                <a:pos x="connsiteX6421" y="connsiteY6421"/>
              </a:cxn>
              <a:cxn ang="0">
                <a:pos x="connsiteX6422" y="connsiteY6422"/>
              </a:cxn>
              <a:cxn ang="0">
                <a:pos x="connsiteX6423" y="connsiteY6423"/>
              </a:cxn>
              <a:cxn ang="0">
                <a:pos x="connsiteX6424" y="connsiteY6424"/>
              </a:cxn>
              <a:cxn ang="0">
                <a:pos x="connsiteX6425" y="connsiteY6425"/>
              </a:cxn>
              <a:cxn ang="0">
                <a:pos x="connsiteX6426" y="connsiteY6426"/>
              </a:cxn>
              <a:cxn ang="0">
                <a:pos x="connsiteX6427" y="connsiteY6427"/>
              </a:cxn>
              <a:cxn ang="0">
                <a:pos x="connsiteX6428" y="connsiteY6428"/>
              </a:cxn>
              <a:cxn ang="0">
                <a:pos x="connsiteX6429" y="connsiteY6429"/>
              </a:cxn>
              <a:cxn ang="0">
                <a:pos x="connsiteX6430" y="connsiteY6430"/>
              </a:cxn>
              <a:cxn ang="0">
                <a:pos x="connsiteX6431" y="connsiteY6431"/>
              </a:cxn>
              <a:cxn ang="0">
                <a:pos x="connsiteX6432" y="connsiteY6432"/>
              </a:cxn>
              <a:cxn ang="0">
                <a:pos x="connsiteX6433" y="connsiteY6433"/>
              </a:cxn>
              <a:cxn ang="0">
                <a:pos x="connsiteX6434" y="connsiteY6434"/>
              </a:cxn>
              <a:cxn ang="0">
                <a:pos x="connsiteX6435" y="connsiteY6435"/>
              </a:cxn>
              <a:cxn ang="0">
                <a:pos x="connsiteX6436" y="connsiteY6436"/>
              </a:cxn>
              <a:cxn ang="0">
                <a:pos x="connsiteX6437" y="connsiteY6437"/>
              </a:cxn>
              <a:cxn ang="0">
                <a:pos x="connsiteX6438" y="connsiteY6438"/>
              </a:cxn>
              <a:cxn ang="0">
                <a:pos x="connsiteX6439" y="connsiteY6439"/>
              </a:cxn>
              <a:cxn ang="0">
                <a:pos x="connsiteX6440" y="connsiteY6440"/>
              </a:cxn>
              <a:cxn ang="0">
                <a:pos x="connsiteX6441" y="connsiteY6441"/>
              </a:cxn>
              <a:cxn ang="0">
                <a:pos x="connsiteX6442" y="connsiteY6442"/>
              </a:cxn>
              <a:cxn ang="0">
                <a:pos x="connsiteX6443" y="connsiteY6443"/>
              </a:cxn>
              <a:cxn ang="0">
                <a:pos x="connsiteX6444" y="connsiteY6444"/>
              </a:cxn>
              <a:cxn ang="0">
                <a:pos x="connsiteX6445" y="connsiteY6445"/>
              </a:cxn>
              <a:cxn ang="0">
                <a:pos x="connsiteX6446" y="connsiteY6446"/>
              </a:cxn>
              <a:cxn ang="0">
                <a:pos x="connsiteX6447" y="connsiteY6447"/>
              </a:cxn>
              <a:cxn ang="0">
                <a:pos x="connsiteX6448" y="connsiteY6448"/>
              </a:cxn>
              <a:cxn ang="0">
                <a:pos x="connsiteX6449" y="connsiteY6449"/>
              </a:cxn>
              <a:cxn ang="0">
                <a:pos x="connsiteX6450" y="connsiteY6450"/>
              </a:cxn>
              <a:cxn ang="0">
                <a:pos x="connsiteX6451" y="connsiteY6451"/>
              </a:cxn>
              <a:cxn ang="0">
                <a:pos x="connsiteX6452" y="connsiteY6452"/>
              </a:cxn>
              <a:cxn ang="0">
                <a:pos x="connsiteX6453" y="connsiteY6453"/>
              </a:cxn>
              <a:cxn ang="0">
                <a:pos x="connsiteX6454" y="connsiteY6454"/>
              </a:cxn>
              <a:cxn ang="0">
                <a:pos x="connsiteX6455" y="connsiteY6455"/>
              </a:cxn>
              <a:cxn ang="0">
                <a:pos x="connsiteX6456" y="connsiteY6456"/>
              </a:cxn>
              <a:cxn ang="0">
                <a:pos x="connsiteX6457" y="connsiteY6457"/>
              </a:cxn>
              <a:cxn ang="0">
                <a:pos x="connsiteX6458" y="connsiteY6458"/>
              </a:cxn>
              <a:cxn ang="0">
                <a:pos x="connsiteX6459" y="connsiteY6459"/>
              </a:cxn>
              <a:cxn ang="0">
                <a:pos x="connsiteX6460" y="connsiteY6460"/>
              </a:cxn>
              <a:cxn ang="0">
                <a:pos x="connsiteX6461" y="connsiteY6461"/>
              </a:cxn>
              <a:cxn ang="0">
                <a:pos x="connsiteX6462" y="connsiteY6462"/>
              </a:cxn>
              <a:cxn ang="0">
                <a:pos x="connsiteX6463" y="connsiteY6463"/>
              </a:cxn>
              <a:cxn ang="0">
                <a:pos x="connsiteX6464" y="connsiteY6464"/>
              </a:cxn>
              <a:cxn ang="0">
                <a:pos x="connsiteX6465" y="connsiteY6465"/>
              </a:cxn>
              <a:cxn ang="0">
                <a:pos x="connsiteX6466" y="connsiteY6466"/>
              </a:cxn>
              <a:cxn ang="0">
                <a:pos x="connsiteX6467" y="connsiteY6467"/>
              </a:cxn>
              <a:cxn ang="0">
                <a:pos x="connsiteX6468" y="connsiteY6468"/>
              </a:cxn>
              <a:cxn ang="0">
                <a:pos x="connsiteX6469" y="connsiteY6469"/>
              </a:cxn>
              <a:cxn ang="0">
                <a:pos x="connsiteX6470" y="connsiteY6470"/>
              </a:cxn>
              <a:cxn ang="0">
                <a:pos x="connsiteX6471" y="connsiteY6471"/>
              </a:cxn>
              <a:cxn ang="0">
                <a:pos x="connsiteX6472" y="connsiteY6472"/>
              </a:cxn>
              <a:cxn ang="0">
                <a:pos x="connsiteX6473" y="connsiteY6473"/>
              </a:cxn>
              <a:cxn ang="0">
                <a:pos x="connsiteX6474" y="connsiteY6474"/>
              </a:cxn>
              <a:cxn ang="0">
                <a:pos x="connsiteX6475" y="connsiteY6475"/>
              </a:cxn>
              <a:cxn ang="0">
                <a:pos x="connsiteX6476" y="connsiteY6476"/>
              </a:cxn>
              <a:cxn ang="0">
                <a:pos x="connsiteX6477" y="connsiteY6477"/>
              </a:cxn>
              <a:cxn ang="0">
                <a:pos x="connsiteX6478" y="connsiteY6478"/>
              </a:cxn>
              <a:cxn ang="0">
                <a:pos x="connsiteX6479" y="connsiteY6479"/>
              </a:cxn>
              <a:cxn ang="0">
                <a:pos x="connsiteX6480" y="connsiteY6480"/>
              </a:cxn>
              <a:cxn ang="0">
                <a:pos x="connsiteX6481" y="connsiteY6481"/>
              </a:cxn>
              <a:cxn ang="0">
                <a:pos x="connsiteX6482" y="connsiteY6482"/>
              </a:cxn>
              <a:cxn ang="0">
                <a:pos x="connsiteX6483" y="connsiteY6483"/>
              </a:cxn>
              <a:cxn ang="0">
                <a:pos x="connsiteX6484" y="connsiteY6484"/>
              </a:cxn>
              <a:cxn ang="0">
                <a:pos x="connsiteX6485" y="connsiteY6485"/>
              </a:cxn>
              <a:cxn ang="0">
                <a:pos x="connsiteX6486" y="connsiteY6486"/>
              </a:cxn>
              <a:cxn ang="0">
                <a:pos x="connsiteX6487" y="connsiteY6487"/>
              </a:cxn>
              <a:cxn ang="0">
                <a:pos x="connsiteX6488" y="connsiteY6488"/>
              </a:cxn>
              <a:cxn ang="0">
                <a:pos x="connsiteX6489" y="connsiteY6489"/>
              </a:cxn>
              <a:cxn ang="0">
                <a:pos x="connsiteX6490" y="connsiteY6490"/>
              </a:cxn>
              <a:cxn ang="0">
                <a:pos x="connsiteX6491" y="connsiteY6491"/>
              </a:cxn>
              <a:cxn ang="0">
                <a:pos x="connsiteX6492" y="connsiteY6492"/>
              </a:cxn>
              <a:cxn ang="0">
                <a:pos x="connsiteX6493" y="connsiteY6493"/>
              </a:cxn>
              <a:cxn ang="0">
                <a:pos x="connsiteX6494" y="connsiteY6494"/>
              </a:cxn>
              <a:cxn ang="0">
                <a:pos x="connsiteX6495" y="connsiteY6495"/>
              </a:cxn>
              <a:cxn ang="0">
                <a:pos x="connsiteX6496" y="connsiteY6496"/>
              </a:cxn>
              <a:cxn ang="0">
                <a:pos x="connsiteX6497" y="connsiteY6497"/>
              </a:cxn>
              <a:cxn ang="0">
                <a:pos x="connsiteX6498" y="connsiteY6498"/>
              </a:cxn>
              <a:cxn ang="0">
                <a:pos x="connsiteX6499" y="connsiteY6499"/>
              </a:cxn>
              <a:cxn ang="0">
                <a:pos x="connsiteX6500" y="connsiteY6500"/>
              </a:cxn>
              <a:cxn ang="0">
                <a:pos x="connsiteX6501" y="connsiteY6501"/>
              </a:cxn>
              <a:cxn ang="0">
                <a:pos x="connsiteX6502" y="connsiteY6502"/>
              </a:cxn>
              <a:cxn ang="0">
                <a:pos x="connsiteX6503" y="connsiteY6503"/>
              </a:cxn>
              <a:cxn ang="0">
                <a:pos x="connsiteX6504" y="connsiteY6504"/>
              </a:cxn>
              <a:cxn ang="0">
                <a:pos x="connsiteX6505" y="connsiteY6505"/>
              </a:cxn>
              <a:cxn ang="0">
                <a:pos x="connsiteX6506" y="connsiteY6506"/>
              </a:cxn>
              <a:cxn ang="0">
                <a:pos x="connsiteX6507" y="connsiteY6507"/>
              </a:cxn>
              <a:cxn ang="0">
                <a:pos x="connsiteX6508" y="connsiteY6508"/>
              </a:cxn>
              <a:cxn ang="0">
                <a:pos x="connsiteX6509" y="connsiteY6509"/>
              </a:cxn>
              <a:cxn ang="0">
                <a:pos x="connsiteX6510" y="connsiteY6510"/>
              </a:cxn>
              <a:cxn ang="0">
                <a:pos x="connsiteX6511" y="connsiteY6511"/>
              </a:cxn>
              <a:cxn ang="0">
                <a:pos x="connsiteX6512" y="connsiteY6512"/>
              </a:cxn>
              <a:cxn ang="0">
                <a:pos x="connsiteX6513" y="connsiteY6513"/>
              </a:cxn>
              <a:cxn ang="0">
                <a:pos x="connsiteX6514" y="connsiteY6514"/>
              </a:cxn>
              <a:cxn ang="0">
                <a:pos x="connsiteX6515" y="connsiteY6515"/>
              </a:cxn>
              <a:cxn ang="0">
                <a:pos x="connsiteX6516" y="connsiteY6516"/>
              </a:cxn>
              <a:cxn ang="0">
                <a:pos x="connsiteX6517" y="connsiteY6517"/>
              </a:cxn>
              <a:cxn ang="0">
                <a:pos x="connsiteX6518" y="connsiteY6518"/>
              </a:cxn>
              <a:cxn ang="0">
                <a:pos x="connsiteX6519" y="connsiteY6519"/>
              </a:cxn>
              <a:cxn ang="0">
                <a:pos x="connsiteX6520" y="connsiteY6520"/>
              </a:cxn>
              <a:cxn ang="0">
                <a:pos x="connsiteX6521" y="connsiteY6521"/>
              </a:cxn>
              <a:cxn ang="0">
                <a:pos x="connsiteX6522" y="connsiteY6522"/>
              </a:cxn>
              <a:cxn ang="0">
                <a:pos x="connsiteX6523" y="connsiteY6523"/>
              </a:cxn>
              <a:cxn ang="0">
                <a:pos x="connsiteX6524" y="connsiteY6524"/>
              </a:cxn>
              <a:cxn ang="0">
                <a:pos x="connsiteX6525" y="connsiteY6525"/>
              </a:cxn>
              <a:cxn ang="0">
                <a:pos x="connsiteX6526" y="connsiteY6526"/>
              </a:cxn>
              <a:cxn ang="0">
                <a:pos x="connsiteX6527" y="connsiteY6527"/>
              </a:cxn>
              <a:cxn ang="0">
                <a:pos x="connsiteX6528" y="connsiteY6528"/>
              </a:cxn>
              <a:cxn ang="0">
                <a:pos x="connsiteX6529" y="connsiteY6529"/>
              </a:cxn>
              <a:cxn ang="0">
                <a:pos x="connsiteX6530" y="connsiteY6530"/>
              </a:cxn>
              <a:cxn ang="0">
                <a:pos x="connsiteX6531" y="connsiteY6531"/>
              </a:cxn>
              <a:cxn ang="0">
                <a:pos x="connsiteX6532" y="connsiteY6532"/>
              </a:cxn>
              <a:cxn ang="0">
                <a:pos x="connsiteX6533" y="connsiteY6533"/>
              </a:cxn>
              <a:cxn ang="0">
                <a:pos x="connsiteX6534" y="connsiteY6534"/>
              </a:cxn>
              <a:cxn ang="0">
                <a:pos x="connsiteX6535" y="connsiteY6535"/>
              </a:cxn>
              <a:cxn ang="0">
                <a:pos x="connsiteX6536" y="connsiteY6536"/>
              </a:cxn>
              <a:cxn ang="0">
                <a:pos x="connsiteX6537" y="connsiteY6537"/>
              </a:cxn>
              <a:cxn ang="0">
                <a:pos x="connsiteX6538" y="connsiteY6538"/>
              </a:cxn>
              <a:cxn ang="0">
                <a:pos x="connsiteX6539" y="connsiteY6539"/>
              </a:cxn>
              <a:cxn ang="0">
                <a:pos x="connsiteX6540" y="connsiteY6540"/>
              </a:cxn>
              <a:cxn ang="0">
                <a:pos x="connsiteX6541" y="connsiteY6541"/>
              </a:cxn>
              <a:cxn ang="0">
                <a:pos x="connsiteX6542" y="connsiteY6542"/>
              </a:cxn>
              <a:cxn ang="0">
                <a:pos x="connsiteX6543" y="connsiteY6543"/>
              </a:cxn>
              <a:cxn ang="0">
                <a:pos x="connsiteX6544" y="connsiteY6544"/>
              </a:cxn>
              <a:cxn ang="0">
                <a:pos x="connsiteX6545" y="connsiteY6545"/>
              </a:cxn>
              <a:cxn ang="0">
                <a:pos x="connsiteX6546" y="connsiteY6546"/>
              </a:cxn>
              <a:cxn ang="0">
                <a:pos x="connsiteX6547" y="connsiteY6547"/>
              </a:cxn>
              <a:cxn ang="0">
                <a:pos x="connsiteX6548" y="connsiteY6548"/>
              </a:cxn>
              <a:cxn ang="0">
                <a:pos x="connsiteX6549" y="connsiteY6549"/>
              </a:cxn>
              <a:cxn ang="0">
                <a:pos x="connsiteX6550" y="connsiteY6550"/>
              </a:cxn>
              <a:cxn ang="0">
                <a:pos x="connsiteX6551" y="connsiteY6551"/>
              </a:cxn>
              <a:cxn ang="0">
                <a:pos x="connsiteX6552" y="connsiteY6552"/>
              </a:cxn>
              <a:cxn ang="0">
                <a:pos x="connsiteX6553" y="connsiteY6553"/>
              </a:cxn>
              <a:cxn ang="0">
                <a:pos x="connsiteX6554" y="connsiteY6554"/>
              </a:cxn>
              <a:cxn ang="0">
                <a:pos x="connsiteX6555" y="connsiteY6555"/>
              </a:cxn>
              <a:cxn ang="0">
                <a:pos x="connsiteX6556" y="connsiteY6556"/>
              </a:cxn>
              <a:cxn ang="0">
                <a:pos x="connsiteX6557" y="connsiteY6557"/>
              </a:cxn>
              <a:cxn ang="0">
                <a:pos x="connsiteX6558" y="connsiteY6558"/>
              </a:cxn>
              <a:cxn ang="0">
                <a:pos x="connsiteX6559" y="connsiteY6559"/>
              </a:cxn>
              <a:cxn ang="0">
                <a:pos x="connsiteX6560" y="connsiteY6560"/>
              </a:cxn>
              <a:cxn ang="0">
                <a:pos x="connsiteX6561" y="connsiteY6561"/>
              </a:cxn>
              <a:cxn ang="0">
                <a:pos x="connsiteX6562" y="connsiteY6562"/>
              </a:cxn>
              <a:cxn ang="0">
                <a:pos x="connsiteX6563" y="connsiteY6563"/>
              </a:cxn>
              <a:cxn ang="0">
                <a:pos x="connsiteX6564" y="connsiteY6564"/>
              </a:cxn>
              <a:cxn ang="0">
                <a:pos x="connsiteX6565" y="connsiteY6565"/>
              </a:cxn>
              <a:cxn ang="0">
                <a:pos x="connsiteX6566" y="connsiteY6566"/>
              </a:cxn>
              <a:cxn ang="0">
                <a:pos x="connsiteX6567" y="connsiteY6567"/>
              </a:cxn>
              <a:cxn ang="0">
                <a:pos x="connsiteX6568" y="connsiteY6568"/>
              </a:cxn>
              <a:cxn ang="0">
                <a:pos x="connsiteX6569" y="connsiteY6569"/>
              </a:cxn>
              <a:cxn ang="0">
                <a:pos x="connsiteX6570" y="connsiteY6570"/>
              </a:cxn>
              <a:cxn ang="0">
                <a:pos x="connsiteX6571" y="connsiteY6571"/>
              </a:cxn>
              <a:cxn ang="0">
                <a:pos x="connsiteX6572" y="connsiteY6572"/>
              </a:cxn>
              <a:cxn ang="0">
                <a:pos x="connsiteX6573" y="connsiteY6573"/>
              </a:cxn>
              <a:cxn ang="0">
                <a:pos x="connsiteX6574" y="connsiteY6574"/>
              </a:cxn>
              <a:cxn ang="0">
                <a:pos x="connsiteX6575" y="connsiteY6575"/>
              </a:cxn>
              <a:cxn ang="0">
                <a:pos x="connsiteX6576" y="connsiteY6576"/>
              </a:cxn>
              <a:cxn ang="0">
                <a:pos x="connsiteX6577" y="connsiteY6577"/>
              </a:cxn>
              <a:cxn ang="0">
                <a:pos x="connsiteX6578" y="connsiteY6578"/>
              </a:cxn>
              <a:cxn ang="0">
                <a:pos x="connsiteX6579" y="connsiteY6579"/>
              </a:cxn>
              <a:cxn ang="0">
                <a:pos x="connsiteX6580" y="connsiteY6580"/>
              </a:cxn>
              <a:cxn ang="0">
                <a:pos x="connsiteX6581" y="connsiteY6581"/>
              </a:cxn>
              <a:cxn ang="0">
                <a:pos x="connsiteX6582" y="connsiteY6582"/>
              </a:cxn>
              <a:cxn ang="0">
                <a:pos x="connsiteX6583" y="connsiteY6583"/>
              </a:cxn>
              <a:cxn ang="0">
                <a:pos x="connsiteX6584" y="connsiteY6584"/>
              </a:cxn>
              <a:cxn ang="0">
                <a:pos x="connsiteX6585" y="connsiteY6585"/>
              </a:cxn>
              <a:cxn ang="0">
                <a:pos x="connsiteX6586" y="connsiteY6586"/>
              </a:cxn>
              <a:cxn ang="0">
                <a:pos x="connsiteX6587" y="connsiteY6587"/>
              </a:cxn>
              <a:cxn ang="0">
                <a:pos x="connsiteX6588" y="connsiteY6588"/>
              </a:cxn>
              <a:cxn ang="0">
                <a:pos x="connsiteX6589" y="connsiteY6589"/>
              </a:cxn>
              <a:cxn ang="0">
                <a:pos x="connsiteX6590" y="connsiteY6590"/>
              </a:cxn>
              <a:cxn ang="0">
                <a:pos x="connsiteX6591" y="connsiteY6591"/>
              </a:cxn>
              <a:cxn ang="0">
                <a:pos x="connsiteX6592" y="connsiteY6592"/>
              </a:cxn>
              <a:cxn ang="0">
                <a:pos x="connsiteX6593" y="connsiteY6593"/>
              </a:cxn>
              <a:cxn ang="0">
                <a:pos x="connsiteX6594" y="connsiteY6594"/>
              </a:cxn>
              <a:cxn ang="0">
                <a:pos x="connsiteX6595" y="connsiteY6595"/>
              </a:cxn>
              <a:cxn ang="0">
                <a:pos x="connsiteX6596" y="connsiteY6596"/>
              </a:cxn>
              <a:cxn ang="0">
                <a:pos x="connsiteX6597" y="connsiteY6597"/>
              </a:cxn>
              <a:cxn ang="0">
                <a:pos x="connsiteX6598" y="connsiteY6598"/>
              </a:cxn>
              <a:cxn ang="0">
                <a:pos x="connsiteX6599" y="connsiteY6599"/>
              </a:cxn>
              <a:cxn ang="0">
                <a:pos x="connsiteX6600" y="connsiteY6600"/>
              </a:cxn>
              <a:cxn ang="0">
                <a:pos x="connsiteX6601" y="connsiteY6601"/>
              </a:cxn>
              <a:cxn ang="0">
                <a:pos x="connsiteX6602" y="connsiteY6602"/>
              </a:cxn>
              <a:cxn ang="0">
                <a:pos x="connsiteX6603" y="connsiteY6603"/>
              </a:cxn>
              <a:cxn ang="0">
                <a:pos x="connsiteX6604" y="connsiteY6604"/>
              </a:cxn>
              <a:cxn ang="0">
                <a:pos x="connsiteX6605" y="connsiteY6605"/>
              </a:cxn>
              <a:cxn ang="0">
                <a:pos x="connsiteX6606" y="connsiteY6606"/>
              </a:cxn>
              <a:cxn ang="0">
                <a:pos x="connsiteX6607" y="connsiteY6607"/>
              </a:cxn>
              <a:cxn ang="0">
                <a:pos x="connsiteX6608" y="connsiteY6608"/>
              </a:cxn>
              <a:cxn ang="0">
                <a:pos x="connsiteX6609" y="connsiteY6609"/>
              </a:cxn>
              <a:cxn ang="0">
                <a:pos x="connsiteX6610" y="connsiteY6610"/>
              </a:cxn>
              <a:cxn ang="0">
                <a:pos x="connsiteX6611" y="connsiteY6611"/>
              </a:cxn>
              <a:cxn ang="0">
                <a:pos x="connsiteX6612" y="connsiteY6612"/>
              </a:cxn>
              <a:cxn ang="0">
                <a:pos x="connsiteX6613" y="connsiteY6613"/>
              </a:cxn>
              <a:cxn ang="0">
                <a:pos x="connsiteX6614" y="connsiteY6614"/>
              </a:cxn>
              <a:cxn ang="0">
                <a:pos x="connsiteX6615" y="connsiteY6615"/>
              </a:cxn>
              <a:cxn ang="0">
                <a:pos x="connsiteX6616" y="connsiteY6616"/>
              </a:cxn>
              <a:cxn ang="0">
                <a:pos x="connsiteX6617" y="connsiteY6617"/>
              </a:cxn>
              <a:cxn ang="0">
                <a:pos x="connsiteX6618" y="connsiteY6618"/>
              </a:cxn>
              <a:cxn ang="0">
                <a:pos x="connsiteX6619" y="connsiteY6619"/>
              </a:cxn>
              <a:cxn ang="0">
                <a:pos x="connsiteX6620" y="connsiteY6620"/>
              </a:cxn>
              <a:cxn ang="0">
                <a:pos x="connsiteX6621" y="connsiteY6621"/>
              </a:cxn>
              <a:cxn ang="0">
                <a:pos x="connsiteX6622" y="connsiteY6622"/>
              </a:cxn>
              <a:cxn ang="0">
                <a:pos x="connsiteX6623" y="connsiteY6623"/>
              </a:cxn>
              <a:cxn ang="0">
                <a:pos x="connsiteX6624" y="connsiteY6624"/>
              </a:cxn>
              <a:cxn ang="0">
                <a:pos x="connsiteX6625" y="connsiteY6625"/>
              </a:cxn>
              <a:cxn ang="0">
                <a:pos x="connsiteX6626" y="connsiteY6626"/>
              </a:cxn>
              <a:cxn ang="0">
                <a:pos x="connsiteX6627" y="connsiteY6627"/>
              </a:cxn>
              <a:cxn ang="0">
                <a:pos x="connsiteX6628" y="connsiteY6628"/>
              </a:cxn>
              <a:cxn ang="0">
                <a:pos x="connsiteX6629" y="connsiteY6629"/>
              </a:cxn>
              <a:cxn ang="0">
                <a:pos x="connsiteX6630" y="connsiteY6630"/>
              </a:cxn>
              <a:cxn ang="0">
                <a:pos x="connsiteX6631" y="connsiteY6631"/>
              </a:cxn>
              <a:cxn ang="0">
                <a:pos x="connsiteX6632" y="connsiteY6632"/>
              </a:cxn>
              <a:cxn ang="0">
                <a:pos x="connsiteX6633" y="connsiteY6633"/>
              </a:cxn>
              <a:cxn ang="0">
                <a:pos x="connsiteX6634" y="connsiteY6634"/>
              </a:cxn>
              <a:cxn ang="0">
                <a:pos x="connsiteX6635" y="connsiteY6635"/>
              </a:cxn>
              <a:cxn ang="0">
                <a:pos x="connsiteX6636" y="connsiteY6636"/>
              </a:cxn>
              <a:cxn ang="0">
                <a:pos x="connsiteX6637" y="connsiteY6637"/>
              </a:cxn>
              <a:cxn ang="0">
                <a:pos x="connsiteX6638" y="connsiteY6638"/>
              </a:cxn>
              <a:cxn ang="0">
                <a:pos x="connsiteX6639" y="connsiteY6639"/>
              </a:cxn>
              <a:cxn ang="0">
                <a:pos x="connsiteX6640" y="connsiteY6640"/>
              </a:cxn>
              <a:cxn ang="0">
                <a:pos x="connsiteX6641" y="connsiteY6641"/>
              </a:cxn>
              <a:cxn ang="0">
                <a:pos x="connsiteX6642" y="connsiteY6642"/>
              </a:cxn>
              <a:cxn ang="0">
                <a:pos x="connsiteX6643" y="connsiteY6643"/>
              </a:cxn>
              <a:cxn ang="0">
                <a:pos x="connsiteX6644" y="connsiteY6644"/>
              </a:cxn>
              <a:cxn ang="0">
                <a:pos x="connsiteX6645" y="connsiteY6645"/>
              </a:cxn>
              <a:cxn ang="0">
                <a:pos x="connsiteX6646" y="connsiteY6646"/>
              </a:cxn>
              <a:cxn ang="0">
                <a:pos x="connsiteX6647" y="connsiteY6647"/>
              </a:cxn>
              <a:cxn ang="0">
                <a:pos x="connsiteX6648" y="connsiteY6648"/>
              </a:cxn>
              <a:cxn ang="0">
                <a:pos x="connsiteX6649" y="connsiteY6649"/>
              </a:cxn>
              <a:cxn ang="0">
                <a:pos x="connsiteX6650" y="connsiteY6650"/>
              </a:cxn>
              <a:cxn ang="0">
                <a:pos x="connsiteX6651" y="connsiteY6651"/>
              </a:cxn>
              <a:cxn ang="0">
                <a:pos x="connsiteX6652" y="connsiteY6652"/>
              </a:cxn>
              <a:cxn ang="0">
                <a:pos x="connsiteX6653" y="connsiteY6653"/>
              </a:cxn>
              <a:cxn ang="0">
                <a:pos x="connsiteX6654" y="connsiteY6654"/>
              </a:cxn>
              <a:cxn ang="0">
                <a:pos x="connsiteX6655" y="connsiteY6655"/>
              </a:cxn>
              <a:cxn ang="0">
                <a:pos x="connsiteX6656" y="connsiteY6656"/>
              </a:cxn>
              <a:cxn ang="0">
                <a:pos x="connsiteX6657" y="connsiteY6657"/>
              </a:cxn>
              <a:cxn ang="0">
                <a:pos x="connsiteX6658" y="connsiteY6658"/>
              </a:cxn>
              <a:cxn ang="0">
                <a:pos x="connsiteX6659" y="connsiteY6659"/>
              </a:cxn>
              <a:cxn ang="0">
                <a:pos x="connsiteX6660" y="connsiteY6660"/>
              </a:cxn>
              <a:cxn ang="0">
                <a:pos x="connsiteX6661" y="connsiteY6661"/>
              </a:cxn>
              <a:cxn ang="0">
                <a:pos x="connsiteX6662" y="connsiteY6662"/>
              </a:cxn>
              <a:cxn ang="0">
                <a:pos x="connsiteX6663" y="connsiteY6663"/>
              </a:cxn>
              <a:cxn ang="0">
                <a:pos x="connsiteX6664" y="connsiteY6664"/>
              </a:cxn>
              <a:cxn ang="0">
                <a:pos x="connsiteX6665" y="connsiteY6665"/>
              </a:cxn>
              <a:cxn ang="0">
                <a:pos x="connsiteX6666" y="connsiteY6666"/>
              </a:cxn>
              <a:cxn ang="0">
                <a:pos x="connsiteX6667" y="connsiteY6667"/>
              </a:cxn>
              <a:cxn ang="0">
                <a:pos x="connsiteX6668" y="connsiteY6668"/>
              </a:cxn>
              <a:cxn ang="0">
                <a:pos x="connsiteX6669" y="connsiteY6669"/>
              </a:cxn>
              <a:cxn ang="0">
                <a:pos x="connsiteX6670" y="connsiteY6670"/>
              </a:cxn>
              <a:cxn ang="0">
                <a:pos x="connsiteX6671" y="connsiteY6671"/>
              </a:cxn>
              <a:cxn ang="0">
                <a:pos x="connsiteX6672" y="connsiteY6672"/>
              </a:cxn>
              <a:cxn ang="0">
                <a:pos x="connsiteX6673" y="connsiteY6673"/>
              </a:cxn>
              <a:cxn ang="0">
                <a:pos x="connsiteX6674" y="connsiteY6674"/>
              </a:cxn>
              <a:cxn ang="0">
                <a:pos x="connsiteX6675" y="connsiteY6675"/>
              </a:cxn>
              <a:cxn ang="0">
                <a:pos x="connsiteX6676" y="connsiteY6676"/>
              </a:cxn>
              <a:cxn ang="0">
                <a:pos x="connsiteX6677" y="connsiteY6677"/>
              </a:cxn>
              <a:cxn ang="0">
                <a:pos x="connsiteX6678" y="connsiteY6678"/>
              </a:cxn>
              <a:cxn ang="0">
                <a:pos x="connsiteX6679" y="connsiteY6679"/>
              </a:cxn>
              <a:cxn ang="0">
                <a:pos x="connsiteX6680" y="connsiteY6680"/>
              </a:cxn>
              <a:cxn ang="0">
                <a:pos x="connsiteX6681" y="connsiteY6681"/>
              </a:cxn>
              <a:cxn ang="0">
                <a:pos x="connsiteX6682" y="connsiteY6682"/>
              </a:cxn>
              <a:cxn ang="0">
                <a:pos x="connsiteX6683" y="connsiteY6683"/>
              </a:cxn>
              <a:cxn ang="0">
                <a:pos x="connsiteX6684" y="connsiteY6684"/>
              </a:cxn>
              <a:cxn ang="0">
                <a:pos x="connsiteX6685" y="connsiteY6685"/>
              </a:cxn>
              <a:cxn ang="0">
                <a:pos x="connsiteX6686" y="connsiteY6686"/>
              </a:cxn>
              <a:cxn ang="0">
                <a:pos x="connsiteX6687" y="connsiteY6687"/>
              </a:cxn>
              <a:cxn ang="0">
                <a:pos x="connsiteX6688" y="connsiteY6688"/>
              </a:cxn>
              <a:cxn ang="0">
                <a:pos x="connsiteX6689" y="connsiteY6689"/>
              </a:cxn>
              <a:cxn ang="0">
                <a:pos x="connsiteX6690" y="connsiteY6690"/>
              </a:cxn>
              <a:cxn ang="0">
                <a:pos x="connsiteX6691" y="connsiteY6691"/>
              </a:cxn>
              <a:cxn ang="0">
                <a:pos x="connsiteX6692" y="connsiteY6692"/>
              </a:cxn>
              <a:cxn ang="0">
                <a:pos x="connsiteX6693" y="connsiteY6693"/>
              </a:cxn>
              <a:cxn ang="0">
                <a:pos x="connsiteX6694" y="connsiteY6694"/>
              </a:cxn>
              <a:cxn ang="0">
                <a:pos x="connsiteX6695" y="connsiteY6695"/>
              </a:cxn>
              <a:cxn ang="0">
                <a:pos x="connsiteX6696" y="connsiteY6696"/>
              </a:cxn>
              <a:cxn ang="0">
                <a:pos x="connsiteX6697" y="connsiteY6697"/>
              </a:cxn>
              <a:cxn ang="0">
                <a:pos x="connsiteX6698" y="connsiteY6698"/>
              </a:cxn>
              <a:cxn ang="0">
                <a:pos x="connsiteX6699" y="connsiteY6699"/>
              </a:cxn>
              <a:cxn ang="0">
                <a:pos x="connsiteX6700" y="connsiteY6700"/>
              </a:cxn>
              <a:cxn ang="0">
                <a:pos x="connsiteX6701" y="connsiteY6701"/>
              </a:cxn>
              <a:cxn ang="0">
                <a:pos x="connsiteX6702" y="connsiteY6702"/>
              </a:cxn>
              <a:cxn ang="0">
                <a:pos x="connsiteX6703" y="connsiteY6703"/>
              </a:cxn>
              <a:cxn ang="0">
                <a:pos x="connsiteX6704" y="connsiteY6704"/>
              </a:cxn>
              <a:cxn ang="0">
                <a:pos x="connsiteX6705" y="connsiteY6705"/>
              </a:cxn>
              <a:cxn ang="0">
                <a:pos x="connsiteX6706" y="connsiteY6706"/>
              </a:cxn>
              <a:cxn ang="0">
                <a:pos x="connsiteX6707" y="connsiteY6707"/>
              </a:cxn>
              <a:cxn ang="0">
                <a:pos x="connsiteX6708" y="connsiteY6708"/>
              </a:cxn>
              <a:cxn ang="0">
                <a:pos x="connsiteX6709" y="connsiteY6709"/>
              </a:cxn>
              <a:cxn ang="0">
                <a:pos x="connsiteX6710" y="connsiteY6710"/>
              </a:cxn>
              <a:cxn ang="0">
                <a:pos x="connsiteX6711" y="connsiteY6711"/>
              </a:cxn>
              <a:cxn ang="0">
                <a:pos x="connsiteX6712" y="connsiteY6712"/>
              </a:cxn>
              <a:cxn ang="0">
                <a:pos x="connsiteX6713" y="connsiteY6713"/>
              </a:cxn>
              <a:cxn ang="0">
                <a:pos x="connsiteX6714" y="connsiteY6714"/>
              </a:cxn>
              <a:cxn ang="0">
                <a:pos x="connsiteX6715" y="connsiteY6715"/>
              </a:cxn>
              <a:cxn ang="0">
                <a:pos x="connsiteX6716" y="connsiteY6716"/>
              </a:cxn>
              <a:cxn ang="0">
                <a:pos x="connsiteX6717" y="connsiteY6717"/>
              </a:cxn>
              <a:cxn ang="0">
                <a:pos x="connsiteX6718" y="connsiteY6718"/>
              </a:cxn>
              <a:cxn ang="0">
                <a:pos x="connsiteX6719" y="connsiteY6719"/>
              </a:cxn>
              <a:cxn ang="0">
                <a:pos x="connsiteX6720" y="connsiteY6720"/>
              </a:cxn>
              <a:cxn ang="0">
                <a:pos x="connsiteX6721" y="connsiteY6721"/>
              </a:cxn>
              <a:cxn ang="0">
                <a:pos x="connsiteX6722" y="connsiteY6722"/>
              </a:cxn>
              <a:cxn ang="0">
                <a:pos x="connsiteX6723" y="connsiteY6723"/>
              </a:cxn>
              <a:cxn ang="0">
                <a:pos x="connsiteX6724" y="connsiteY6724"/>
              </a:cxn>
              <a:cxn ang="0">
                <a:pos x="connsiteX6725" y="connsiteY6725"/>
              </a:cxn>
              <a:cxn ang="0">
                <a:pos x="connsiteX6726" y="connsiteY6726"/>
              </a:cxn>
              <a:cxn ang="0">
                <a:pos x="connsiteX6727" y="connsiteY6727"/>
              </a:cxn>
              <a:cxn ang="0">
                <a:pos x="connsiteX6728" y="connsiteY6728"/>
              </a:cxn>
              <a:cxn ang="0">
                <a:pos x="connsiteX6729" y="connsiteY6729"/>
              </a:cxn>
              <a:cxn ang="0">
                <a:pos x="connsiteX6730" y="connsiteY6730"/>
              </a:cxn>
              <a:cxn ang="0">
                <a:pos x="connsiteX6731" y="connsiteY6731"/>
              </a:cxn>
              <a:cxn ang="0">
                <a:pos x="connsiteX6732" y="connsiteY6732"/>
              </a:cxn>
              <a:cxn ang="0">
                <a:pos x="connsiteX6733" y="connsiteY6733"/>
              </a:cxn>
              <a:cxn ang="0">
                <a:pos x="connsiteX6734" y="connsiteY6734"/>
              </a:cxn>
              <a:cxn ang="0">
                <a:pos x="connsiteX6735" y="connsiteY6735"/>
              </a:cxn>
              <a:cxn ang="0">
                <a:pos x="connsiteX6736" y="connsiteY6736"/>
              </a:cxn>
              <a:cxn ang="0">
                <a:pos x="connsiteX6737" y="connsiteY6737"/>
              </a:cxn>
            </a:cxnLst>
            <a:rect l="l" t="t" r="r" b="b"/>
            <a:pathLst>
              <a:path w="5876984" h="4550534">
                <a:moveTo>
                  <a:pt x="1462078" y="4415784"/>
                </a:moveTo>
                <a:cubicBezTo>
                  <a:pt x="1460060" y="4420660"/>
                  <a:pt x="1464433" y="4430414"/>
                  <a:pt x="1472843" y="4432211"/>
                </a:cubicBezTo>
                <a:cubicBezTo>
                  <a:pt x="1481253" y="4427334"/>
                  <a:pt x="1468470" y="4417580"/>
                  <a:pt x="1462078" y="4415784"/>
                </a:cubicBezTo>
                <a:close/>
                <a:moveTo>
                  <a:pt x="1136778" y="4135246"/>
                </a:moveTo>
                <a:cubicBezTo>
                  <a:pt x="1124331" y="4138583"/>
                  <a:pt x="1130722" y="4143459"/>
                  <a:pt x="1126349" y="4146539"/>
                </a:cubicBezTo>
                <a:cubicBezTo>
                  <a:pt x="1132740" y="4146539"/>
                  <a:pt x="1136778" y="4153212"/>
                  <a:pt x="1145525" y="4148335"/>
                </a:cubicBezTo>
                <a:cubicBezTo>
                  <a:pt x="1136778" y="4143459"/>
                  <a:pt x="1141151" y="4140123"/>
                  <a:pt x="1136778" y="4135246"/>
                </a:cubicBezTo>
                <a:close/>
                <a:moveTo>
                  <a:pt x="1647098" y="4133706"/>
                </a:moveTo>
                <a:cubicBezTo>
                  <a:pt x="1638688" y="4135246"/>
                  <a:pt x="1643062" y="4151415"/>
                  <a:pt x="1653490" y="4143459"/>
                </a:cubicBezTo>
                <a:cubicBezTo>
                  <a:pt x="1647098" y="4143459"/>
                  <a:pt x="1647098" y="4141663"/>
                  <a:pt x="1655508" y="4137042"/>
                </a:cubicBezTo>
                <a:cubicBezTo>
                  <a:pt x="1653490" y="4137042"/>
                  <a:pt x="1649453" y="4135246"/>
                  <a:pt x="1647098" y="4133706"/>
                </a:cubicBezTo>
                <a:close/>
                <a:moveTo>
                  <a:pt x="1625905" y="4128829"/>
                </a:moveTo>
                <a:cubicBezTo>
                  <a:pt x="1615141" y="4128829"/>
                  <a:pt x="1613122" y="4138583"/>
                  <a:pt x="1617495" y="4143459"/>
                </a:cubicBezTo>
                <a:cubicBezTo>
                  <a:pt x="1606731" y="4146539"/>
                  <a:pt x="1617495" y="4133706"/>
                  <a:pt x="1604712" y="4138583"/>
                </a:cubicBezTo>
                <a:cubicBezTo>
                  <a:pt x="1591929" y="4149875"/>
                  <a:pt x="1621532" y="4164506"/>
                  <a:pt x="1600339" y="4174259"/>
                </a:cubicBezTo>
                <a:cubicBezTo>
                  <a:pt x="1611104" y="4184013"/>
                  <a:pt x="1636670" y="4187093"/>
                  <a:pt x="1645080" y="4174259"/>
                </a:cubicBezTo>
                <a:cubicBezTo>
                  <a:pt x="1634315" y="4175799"/>
                  <a:pt x="1621532" y="4180676"/>
                  <a:pt x="1615141" y="4170922"/>
                </a:cubicBezTo>
                <a:cubicBezTo>
                  <a:pt x="1630279" y="4169382"/>
                  <a:pt x="1630279" y="4167586"/>
                  <a:pt x="1643062" y="4162966"/>
                </a:cubicBezTo>
                <a:cubicBezTo>
                  <a:pt x="1636670" y="4159630"/>
                  <a:pt x="1632297" y="4154752"/>
                  <a:pt x="1645080" y="4151415"/>
                </a:cubicBezTo>
                <a:cubicBezTo>
                  <a:pt x="1630279" y="4141663"/>
                  <a:pt x="1627924" y="4140123"/>
                  <a:pt x="1625905" y="4128829"/>
                </a:cubicBezTo>
                <a:close/>
                <a:moveTo>
                  <a:pt x="1608749" y="4122412"/>
                </a:moveTo>
                <a:cubicBezTo>
                  <a:pt x="1598321" y="4125492"/>
                  <a:pt x="1600339" y="4130369"/>
                  <a:pt x="1604712" y="4135246"/>
                </a:cubicBezTo>
                <a:cubicBezTo>
                  <a:pt x="1613122" y="4132165"/>
                  <a:pt x="1613122" y="4127289"/>
                  <a:pt x="1608749" y="4122412"/>
                </a:cubicBezTo>
                <a:close/>
                <a:moveTo>
                  <a:pt x="1347365" y="4114199"/>
                </a:moveTo>
                <a:cubicBezTo>
                  <a:pt x="1336936" y="4119076"/>
                  <a:pt x="1343328" y="4127289"/>
                  <a:pt x="1351738" y="4127289"/>
                </a:cubicBezTo>
                <a:cubicBezTo>
                  <a:pt x="1364521" y="4120616"/>
                  <a:pt x="1353756" y="4122412"/>
                  <a:pt x="1347365" y="4114199"/>
                </a:cubicBezTo>
                <a:close/>
                <a:moveTo>
                  <a:pt x="1372931" y="4099569"/>
                </a:moveTo>
                <a:cubicBezTo>
                  <a:pt x="1366539" y="4099569"/>
                  <a:pt x="1355775" y="4101109"/>
                  <a:pt x="1355775" y="4105985"/>
                </a:cubicBezTo>
                <a:cubicBezTo>
                  <a:pt x="1372931" y="4102906"/>
                  <a:pt x="1368558" y="4110862"/>
                  <a:pt x="1368558" y="4119076"/>
                </a:cubicBezTo>
                <a:cubicBezTo>
                  <a:pt x="1372931" y="4117536"/>
                  <a:pt x="1374949" y="4115739"/>
                  <a:pt x="1372931" y="4114199"/>
                </a:cubicBezTo>
                <a:cubicBezTo>
                  <a:pt x="1379323" y="4112659"/>
                  <a:pt x="1383360" y="4119076"/>
                  <a:pt x="1389752" y="4112659"/>
                </a:cubicBezTo>
                <a:cubicBezTo>
                  <a:pt x="1385715" y="4109322"/>
                  <a:pt x="1368558" y="4104445"/>
                  <a:pt x="1372931" y="4099569"/>
                </a:cubicBezTo>
                <a:close/>
                <a:moveTo>
                  <a:pt x="1621532" y="4076982"/>
                </a:moveTo>
                <a:cubicBezTo>
                  <a:pt x="1611104" y="4084939"/>
                  <a:pt x="1615141" y="4093152"/>
                  <a:pt x="1619514" y="4102906"/>
                </a:cubicBezTo>
                <a:cubicBezTo>
                  <a:pt x="1632297" y="4094692"/>
                  <a:pt x="1619514" y="4084939"/>
                  <a:pt x="1621532" y="4076982"/>
                </a:cubicBezTo>
                <a:close/>
                <a:moveTo>
                  <a:pt x="1640707" y="4044385"/>
                </a:moveTo>
                <a:cubicBezTo>
                  <a:pt x="1630279" y="4047721"/>
                  <a:pt x="1645080" y="4052599"/>
                  <a:pt x="1636670" y="4055936"/>
                </a:cubicBezTo>
                <a:cubicBezTo>
                  <a:pt x="1645080" y="4060812"/>
                  <a:pt x="1651472" y="4049261"/>
                  <a:pt x="1640707" y="4044385"/>
                </a:cubicBezTo>
                <a:close/>
                <a:moveTo>
                  <a:pt x="1173109" y="3979448"/>
                </a:moveTo>
                <a:cubicBezTo>
                  <a:pt x="1173109" y="3979448"/>
                  <a:pt x="1173109" y="3979448"/>
                  <a:pt x="1160326" y="3986121"/>
                </a:cubicBezTo>
                <a:cubicBezTo>
                  <a:pt x="1179501" y="3994079"/>
                  <a:pt x="1181519" y="4008709"/>
                  <a:pt x="1190266" y="4023338"/>
                </a:cubicBezTo>
                <a:cubicBezTo>
                  <a:pt x="1205067" y="4005628"/>
                  <a:pt x="1175128" y="3990998"/>
                  <a:pt x="1173109" y="3979448"/>
                </a:cubicBezTo>
                <a:close/>
                <a:moveTo>
                  <a:pt x="2095739" y="3969713"/>
                </a:moveTo>
                <a:cubicBezTo>
                  <a:pt x="2093709" y="3977576"/>
                  <a:pt x="2089311" y="3982395"/>
                  <a:pt x="2076793" y="3980873"/>
                </a:cubicBezTo>
                <a:cubicBezTo>
                  <a:pt x="2078824" y="3972756"/>
                  <a:pt x="2083221" y="3967937"/>
                  <a:pt x="2095739" y="3969713"/>
                </a:cubicBezTo>
                <a:close/>
                <a:moveTo>
                  <a:pt x="2184516" y="3952092"/>
                </a:moveTo>
                <a:cubicBezTo>
                  <a:pt x="2205518" y="3955362"/>
                  <a:pt x="2197184" y="3960140"/>
                  <a:pt x="2192850" y="3972715"/>
                </a:cubicBezTo>
                <a:cubicBezTo>
                  <a:pt x="2186516" y="3964919"/>
                  <a:pt x="2146514" y="3979003"/>
                  <a:pt x="2150848" y="3961650"/>
                </a:cubicBezTo>
                <a:cubicBezTo>
                  <a:pt x="2163515" y="3964919"/>
                  <a:pt x="2184516" y="3952092"/>
                  <a:pt x="2180183" y="3966428"/>
                </a:cubicBezTo>
                <a:cubicBezTo>
                  <a:pt x="2199183" y="3963158"/>
                  <a:pt x="2180183" y="3960140"/>
                  <a:pt x="2184516" y="3952092"/>
                </a:cubicBezTo>
                <a:close/>
                <a:moveTo>
                  <a:pt x="1166718" y="3937355"/>
                </a:moveTo>
                <a:cubicBezTo>
                  <a:pt x="1160326" y="3948905"/>
                  <a:pt x="1166718" y="3960198"/>
                  <a:pt x="1164699" y="3973032"/>
                </a:cubicBezTo>
                <a:cubicBezTo>
                  <a:pt x="1171091" y="3974829"/>
                  <a:pt x="1175128" y="3973032"/>
                  <a:pt x="1181519" y="3969951"/>
                </a:cubicBezTo>
                <a:cubicBezTo>
                  <a:pt x="1175128" y="3960198"/>
                  <a:pt x="1173109" y="3948905"/>
                  <a:pt x="1166718" y="3937355"/>
                </a:cubicBezTo>
                <a:close/>
                <a:moveTo>
                  <a:pt x="1850123" y="3914266"/>
                </a:moveTo>
                <a:cubicBezTo>
                  <a:pt x="1852110" y="3917326"/>
                  <a:pt x="1852110" y="3919111"/>
                  <a:pt x="1858399" y="3920642"/>
                </a:cubicBezTo>
                <a:cubicBezTo>
                  <a:pt x="1845820" y="3930333"/>
                  <a:pt x="1833242" y="3922172"/>
                  <a:pt x="1818678" y="3920642"/>
                </a:cubicBezTo>
                <a:cubicBezTo>
                  <a:pt x="1824967" y="3914266"/>
                  <a:pt x="1835559" y="3912480"/>
                  <a:pt x="1850123" y="3914266"/>
                </a:cubicBezTo>
                <a:close/>
                <a:moveTo>
                  <a:pt x="1879839" y="3910859"/>
                </a:moveTo>
                <a:lnTo>
                  <a:pt x="1889003" y="3915518"/>
                </a:lnTo>
                <a:lnTo>
                  <a:pt x="1889967" y="3914655"/>
                </a:lnTo>
                <a:close/>
                <a:moveTo>
                  <a:pt x="2276670" y="3894372"/>
                </a:moveTo>
                <a:cubicBezTo>
                  <a:pt x="2293046" y="3894372"/>
                  <a:pt x="2291081" y="3902650"/>
                  <a:pt x="2289116" y="3910670"/>
                </a:cubicBezTo>
                <a:cubicBezTo>
                  <a:pt x="2270448" y="3912222"/>
                  <a:pt x="2268154" y="3899287"/>
                  <a:pt x="2276670" y="3894372"/>
                </a:cubicBezTo>
                <a:close/>
                <a:moveTo>
                  <a:pt x="1175128" y="3882171"/>
                </a:moveTo>
                <a:cubicBezTo>
                  <a:pt x="1171091" y="3880631"/>
                  <a:pt x="1166718" y="3882171"/>
                  <a:pt x="1162344" y="3883968"/>
                </a:cubicBezTo>
                <a:cubicBezTo>
                  <a:pt x="1171091" y="3898598"/>
                  <a:pt x="1166718" y="3909892"/>
                  <a:pt x="1171091" y="3917848"/>
                </a:cubicBezTo>
                <a:cubicBezTo>
                  <a:pt x="1177482" y="3924521"/>
                  <a:pt x="1183874" y="3929398"/>
                  <a:pt x="1194302" y="3924521"/>
                </a:cubicBezTo>
                <a:cubicBezTo>
                  <a:pt x="1190266" y="3909892"/>
                  <a:pt x="1183874" y="3891925"/>
                  <a:pt x="1175128" y="3882171"/>
                </a:cubicBezTo>
                <a:close/>
                <a:moveTo>
                  <a:pt x="2193817" y="3874001"/>
                </a:moveTo>
                <a:cubicBezTo>
                  <a:pt x="2208485" y="3875500"/>
                  <a:pt x="2196150" y="3892991"/>
                  <a:pt x="2179149" y="3891242"/>
                </a:cubicBezTo>
                <a:cubicBezTo>
                  <a:pt x="2179149" y="3881747"/>
                  <a:pt x="2189817" y="3880247"/>
                  <a:pt x="2193817" y="3874001"/>
                </a:cubicBezTo>
                <a:close/>
                <a:moveTo>
                  <a:pt x="2187710" y="3859264"/>
                </a:moveTo>
                <a:cubicBezTo>
                  <a:pt x="2183635" y="3880532"/>
                  <a:pt x="2183635" y="3880532"/>
                  <a:pt x="2183635" y="3880532"/>
                </a:cubicBezTo>
                <a:cubicBezTo>
                  <a:pt x="2177184" y="3875604"/>
                  <a:pt x="2172769" y="3864192"/>
                  <a:pt x="2164279" y="3875604"/>
                </a:cubicBezTo>
                <a:cubicBezTo>
                  <a:pt x="2159865" y="3875604"/>
                  <a:pt x="2159865" y="3874048"/>
                  <a:pt x="2159865" y="3872491"/>
                </a:cubicBezTo>
                <a:cubicBezTo>
                  <a:pt x="2164279" y="3875604"/>
                  <a:pt x="2161903" y="3855893"/>
                  <a:pt x="2187710" y="3859264"/>
                </a:cubicBezTo>
                <a:close/>
                <a:moveTo>
                  <a:pt x="2244390" y="3846709"/>
                </a:moveTo>
                <a:cubicBezTo>
                  <a:pt x="2272818" y="3845707"/>
                  <a:pt x="2305741" y="3849846"/>
                  <a:pt x="2322706" y="3853209"/>
                </a:cubicBezTo>
                <a:cubicBezTo>
                  <a:pt x="2307589" y="3866144"/>
                  <a:pt x="2278026" y="3864592"/>
                  <a:pt x="2269627" y="3884252"/>
                </a:cubicBezTo>
                <a:cubicBezTo>
                  <a:pt x="2239728" y="3890719"/>
                  <a:pt x="2218564" y="3866144"/>
                  <a:pt x="2193032" y="3871058"/>
                </a:cubicBezTo>
                <a:cubicBezTo>
                  <a:pt x="2192025" y="3853856"/>
                  <a:pt x="2215960" y="3847712"/>
                  <a:pt x="2244390" y="3846709"/>
                </a:cubicBezTo>
                <a:close/>
                <a:moveTo>
                  <a:pt x="2127083" y="3781453"/>
                </a:moveTo>
                <a:lnTo>
                  <a:pt x="2123286" y="3782837"/>
                </a:lnTo>
                <a:lnTo>
                  <a:pt x="2099766" y="3814180"/>
                </a:lnTo>
                <a:lnTo>
                  <a:pt x="2105888" y="3822006"/>
                </a:lnTo>
                <a:cubicBezTo>
                  <a:pt x="2105888" y="3815333"/>
                  <a:pt x="2099495" y="3804039"/>
                  <a:pt x="2116654" y="3804039"/>
                </a:cubicBezTo>
                <a:cubicBezTo>
                  <a:pt x="2123046" y="3808916"/>
                  <a:pt x="2129438" y="3813793"/>
                  <a:pt x="2137849" y="3818670"/>
                </a:cubicBezTo>
                <a:cubicBezTo>
                  <a:pt x="2135830" y="3804039"/>
                  <a:pt x="2146260" y="3800703"/>
                  <a:pt x="2165436" y="3804039"/>
                </a:cubicBezTo>
                <a:cubicBezTo>
                  <a:pt x="2163418" y="3790950"/>
                  <a:pt x="2191005" y="3790950"/>
                  <a:pt x="2182594" y="3781453"/>
                </a:cubicBezTo>
                <a:cubicBezTo>
                  <a:pt x="2169810" y="3781453"/>
                  <a:pt x="2165436" y="3786330"/>
                  <a:pt x="2152652" y="3782993"/>
                </a:cubicBezTo>
                <a:cubicBezTo>
                  <a:pt x="2148278" y="3789410"/>
                  <a:pt x="2157025" y="3792747"/>
                  <a:pt x="2157025" y="3797623"/>
                </a:cubicBezTo>
                <a:cubicBezTo>
                  <a:pt x="2150634" y="3799163"/>
                  <a:pt x="2144241" y="3802499"/>
                  <a:pt x="2135830" y="3802499"/>
                </a:cubicBezTo>
                <a:cubicBezTo>
                  <a:pt x="2142223" y="3790950"/>
                  <a:pt x="2129438" y="3787870"/>
                  <a:pt x="2127083" y="3781453"/>
                </a:cubicBezTo>
                <a:close/>
                <a:moveTo>
                  <a:pt x="2218593" y="3774780"/>
                </a:moveTo>
                <a:cubicBezTo>
                  <a:pt x="2205809" y="3774780"/>
                  <a:pt x="2197398" y="3774780"/>
                  <a:pt x="2193024" y="3779657"/>
                </a:cubicBezTo>
                <a:cubicBezTo>
                  <a:pt x="2203790" y="3779657"/>
                  <a:pt x="2186632" y="3792747"/>
                  <a:pt x="2203790" y="3789410"/>
                </a:cubicBezTo>
                <a:cubicBezTo>
                  <a:pt x="2203790" y="3779657"/>
                  <a:pt x="2212201" y="3778117"/>
                  <a:pt x="2218593" y="3774780"/>
                </a:cubicBezTo>
                <a:close/>
                <a:moveTo>
                  <a:pt x="2414629" y="3647217"/>
                </a:moveTo>
                <a:cubicBezTo>
                  <a:pt x="2419050" y="3646984"/>
                  <a:pt x="2424782" y="3647782"/>
                  <a:pt x="2431004" y="3648581"/>
                </a:cubicBezTo>
                <a:cubicBezTo>
                  <a:pt x="2431004" y="3657103"/>
                  <a:pt x="2418559" y="3653641"/>
                  <a:pt x="2418559" y="3658700"/>
                </a:cubicBezTo>
                <a:cubicBezTo>
                  <a:pt x="2412336" y="3657103"/>
                  <a:pt x="2412336" y="3653641"/>
                  <a:pt x="2406113" y="3652043"/>
                </a:cubicBezTo>
                <a:cubicBezTo>
                  <a:pt x="2407096" y="3648715"/>
                  <a:pt x="2410207" y="3647450"/>
                  <a:pt x="2414629" y="3647217"/>
                </a:cubicBezTo>
                <a:close/>
                <a:moveTo>
                  <a:pt x="2423233" y="3601248"/>
                </a:moveTo>
                <a:cubicBezTo>
                  <a:pt x="2448796" y="3606096"/>
                  <a:pt x="2391279" y="3627023"/>
                  <a:pt x="2397670" y="3607628"/>
                </a:cubicBezTo>
                <a:cubicBezTo>
                  <a:pt x="2410452" y="3607628"/>
                  <a:pt x="2416842" y="3604565"/>
                  <a:pt x="2423233" y="3601248"/>
                </a:cubicBezTo>
                <a:close/>
                <a:moveTo>
                  <a:pt x="2316800" y="3563368"/>
                </a:moveTo>
                <a:lnTo>
                  <a:pt x="2316706" y="3565209"/>
                </a:lnTo>
                <a:lnTo>
                  <a:pt x="2320532" y="3564060"/>
                </a:lnTo>
                <a:close/>
                <a:moveTo>
                  <a:pt x="2252573" y="3473201"/>
                </a:moveTo>
                <a:cubicBezTo>
                  <a:pt x="2248199" y="3478079"/>
                  <a:pt x="2233396" y="3473201"/>
                  <a:pt x="2235751" y="3482955"/>
                </a:cubicBezTo>
                <a:cubicBezTo>
                  <a:pt x="2248199" y="3487832"/>
                  <a:pt x="2265357" y="3478079"/>
                  <a:pt x="2252573" y="3473201"/>
                </a:cubicBezTo>
                <a:close/>
                <a:moveTo>
                  <a:pt x="2356867" y="3463449"/>
                </a:moveTo>
                <a:cubicBezTo>
                  <a:pt x="2358886" y="3471662"/>
                  <a:pt x="2339709" y="3478079"/>
                  <a:pt x="2350475" y="3481415"/>
                </a:cubicBezTo>
                <a:cubicBezTo>
                  <a:pt x="2360904" y="3478079"/>
                  <a:pt x="2365278" y="3469865"/>
                  <a:pt x="2356867" y="3463449"/>
                </a:cubicBezTo>
                <a:close/>
                <a:moveTo>
                  <a:pt x="2272640" y="3450668"/>
                </a:moveTo>
                <a:lnTo>
                  <a:pt x="2267376" y="3455493"/>
                </a:lnTo>
                <a:lnTo>
                  <a:pt x="2273323" y="3455493"/>
                </a:lnTo>
                <a:close/>
                <a:moveTo>
                  <a:pt x="2326459" y="3448135"/>
                </a:moveTo>
                <a:lnTo>
                  <a:pt x="2326195" y="3450771"/>
                </a:lnTo>
                <a:lnTo>
                  <a:pt x="2329280" y="3450616"/>
                </a:lnTo>
                <a:cubicBezTo>
                  <a:pt x="2326924" y="3460112"/>
                  <a:pt x="2331298" y="3466785"/>
                  <a:pt x="2344082" y="3469865"/>
                </a:cubicBezTo>
                <a:cubicBezTo>
                  <a:pt x="2346102" y="3464989"/>
                  <a:pt x="2339709" y="3463449"/>
                  <a:pt x="2337691" y="3460112"/>
                </a:cubicBezTo>
                <a:cubicBezTo>
                  <a:pt x="2342064" y="3460112"/>
                  <a:pt x="2344082" y="3457033"/>
                  <a:pt x="2344082" y="3453695"/>
                </a:cubicBezTo>
                <a:cubicBezTo>
                  <a:pt x="2341896" y="3451257"/>
                  <a:pt x="2337606" y="3449653"/>
                  <a:pt x="2332560" y="3448659"/>
                </a:cubicBezTo>
                <a:close/>
                <a:moveTo>
                  <a:pt x="2356867" y="3445739"/>
                </a:moveTo>
                <a:cubicBezTo>
                  <a:pt x="2344082" y="3461909"/>
                  <a:pt x="2376044" y="3464989"/>
                  <a:pt x="2380081" y="3452155"/>
                </a:cubicBezTo>
                <a:cubicBezTo>
                  <a:pt x="2373689" y="3448819"/>
                  <a:pt x="2367296" y="3447279"/>
                  <a:pt x="2356867" y="3445739"/>
                </a:cubicBezTo>
                <a:close/>
                <a:moveTo>
                  <a:pt x="2270109" y="3420233"/>
                </a:moveTo>
                <a:cubicBezTo>
                  <a:pt x="2264263" y="3420458"/>
                  <a:pt x="2258965" y="3422126"/>
                  <a:pt x="2258965" y="3426232"/>
                </a:cubicBezTo>
                <a:cubicBezTo>
                  <a:pt x="2269731" y="3427773"/>
                  <a:pt x="2280160" y="3429313"/>
                  <a:pt x="2284534" y="3422896"/>
                </a:cubicBezTo>
                <a:cubicBezTo>
                  <a:pt x="2282348" y="3421228"/>
                  <a:pt x="2275955" y="3420009"/>
                  <a:pt x="2270109" y="3420233"/>
                </a:cubicBezTo>
                <a:close/>
                <a:moveTo>
                  <a:pt x="2398207" y="3416836"/>
                </a:moveTo>
                <a:cubicBezTo>
                  <a:pt x="2404107" y="3418453"/>
                  <a:pt x="2408946" y="3422915"/>
                  <a:pt x="2404701" y="3427830"/>
                </a:cubicBezTo>
                <a:cubicBezTo>
                  <a:pt x="2400287" y="3424467"/>
                  <a:pt x="2393835" y="3422915"/>
                  <a:pt x="2385345" y="3422915"/>
                </a:cubicBezTo>
                <a:cubicBezTo>
                  <a:pt x="2385345" y="3416448"/>
                  <a:pt x="2392307" y="3415219"/>
                  <a:pt x="2398207" y="3416836"/>
                </a:cubicBezTo>
                <a:close/>
                <a:moveTo>
                  <a:pt x="2405650" y="3346667"/>
                </a:moveTo>
                <a:cubicBezTo>
                  <a:pt x="2397239" y="3354881"/>
                  <a:pt x="2369651" y="3362837"/>
                  <a:pt x="2376044" y="3372590"/>
                </a:cubicBezTo>
                <a:cubicBezTo>
                  <a:pt x="2386473" y="3367714"/>
                  <a:pt x="2388828" y="3357961"/>
                  <a:pt x="2405650" y="3361297"/>
                </a:cubicBezTo>
                <a:cubicBezTo>
                  <a:pt x="2403631" y="3364633"/>
                  <a:pt x="2420453" y="3364633"/>
                  <a:pt x="2412042" y="3361297"/>
                </a:cubicBezTo>
                <a:cubicBezTo>
                  <a:pt x="2390847" y="3357961"/>
                  <a:pt x="2418435" y="3351544"/>
                  <a:pt x="2405650" y="3346667"/>
                </a:cubicBezTo>
                <a:close/>
                <a:moveTo>
                  <a:pt x="2431219" y="3320744"/>
                </a:moveTo>
                <a:cubicBezTo>
                  <a:pt x="2433237" y="3327161"/>
                  <a:pt x="2420453" y="3322284"/>
                  <a:pt x="2414061" y="3325621"/>
                </a:cubicBezTo>
                <a:cubicBezTo>
                  <a:pt x="2412042" y="3328958"/>
                  <a:pt x="2416416" y="3332037"/>
                  <a:pt x="2420453" y="3333834"/>
                </a:cubicBezTo>
                <a:cubicBezTo>
                  <a:pt x="2426846" y="3330498"/>
                  <a:pt x="2450396" y="3327161"/>
                  <a:pt x="2431219" y="3320744"/>
                </a:cubicBezTo>
                <a:close/>
                <a:moveTo>
                  <a:pt x="973287" y="3265912"/>
                </a:moveTo>
                <a:cubicBezTo>
                  <a:pt x="968913" y="3269249"/>
                  <a:pt x="964877" y="3270789"/>
                  <a:pt x="962522" y="3269249"/>
                </a:cubicBezTo>
                <a:cubicBezTo>
                  <a:pt x="960504" y="3272329"/>
                  <a:pt x="962522" y="3274125"/>
                  <a:pt x="968913" y="3277205"/>
                </a:cubicBezTo>
                <a:cubicBezTo>
                  <a:pt x="975305" y="3274125"/>
                  <a:pt x="977660" y="3270789"/>
                  <a:pt x="973287" y="3265912"/>
                </a:cubicBezTo>
                <a:close/>
                <a:moveTo>
                  <a:pt x="958485" y="3246405"/>
                </a:moveTo>
                <a:cubicBezTo>
                  <a:pt x="945702" y="3249742"/>
                  <a:pt x="958485" y="3257955"/>
                  <a:pt x="952094" y="3261035"/>
                </a:cubicBezTo>
                <a:cubicBezTo>
                  <a:pt x="960504" y="3261035"/>
                  <a:pt x="966895" y="3265912"/>
                  <a:pt x="977660" y="3262832"/>
                </a:cubicBezTo>
                <a:cubicBezTo>
                  <a:pt x="966895" y="3254618"/>
                  <a:pt x="968913" y="3254618"/>
                  <a:pt x="958485" y="3246405"/>
                </a:cubicBezTo>
                <a:close/>
                <a:moveTo>
                  <a:pt x="975305" y="3218942"/>
                </a:moveTo>
                <a:cubicBezTo>
                  <a:pt x="971268" y="3226899"/>
                  <a:pt x="971268" y="3225359"/>
                  <a:pt x="958485" y="3228695"/>
                </a:cubicBezTo>
                <a:cubicBezTo>
                  <a:pt x="975305" y="3251282"/>
                  <a:pt x="977660" y="3215605"/>
                  <a:pt x="988088" y="3235111"/>
                </a:cubicBezTo>
                <a:cubicBezTo>
                  <a:pt x="998853" y="3228695"/>
                  <a:pt x="981697" y="3222278"/>
                  <a:pt x="975305" y="3218942"/>
                </a:cubicBezTo>
                <a:close/>
                <a:moveTo>
                  <a:pt x="958485" y="3194558"/>
                </a:moveTo>
                <a:cubicBezTo>
                  <a:pt x="949739" y="3202771"/>
                  <a:pt x="968913" y="3202771"/>
                  <a:pt x="973287" y="3205852"/>
                </a:cubicBezTo>
                <a:cubicBezTo>
                  <a:pt x="975305" y="3207648"/>
                  <a:pt x="968913" y="3209188"/>
                  <a:pt x="966895" y="3212525"/>
                </a:cubicBezTo>
                <a:cubicBezTo>
                  <a:pt x="971268" y="3220482"/>
                  <a:pt x="981697" y="3218942"/>
                  <a:pt x="992461" y="3218942"/>
                </a:cubicBezTo>
                <a:cubicBezTo>
                  <a:pt x="994480" y="3209188"/>
                  <a:pt x="973287" y="3205852"/>
                  <a:pt x="975305" y="3196355"/>
                </a:cubicBezTo>
                <a:cubicBezTo>
                  <a:pt x="966895" y="3199435"/>
                  <a:pt x="964877" y="3194558"/>
                  <a:pt x="958485" y="3194558"/>
                </a:cubicBezTo>
                <a:close/>
                <a:moveTo>
                  <a:pt x="2538184" y="3183237"/>
                </a:moveTo>
                <a:cubicBezTo>
                  <a:pt x="2536530" y="3183755"/>
                  <a:pt x="2532122" y="3185138"/>
                  <a:pt x="2523303" y="3187905"/>
                </a:cubicBezTo>
                <a:cubicBezTo>
                  <a:pt x="2523303" y="3187905"/>
                  <a:pt x="2543144" y="3181680"/>
                  <a:pt x="2538184" y="3183237"/>
                </a:cubicBezTo>
                <a:close/>
                <a:moveTo>
                  <a:pt x="2578500" y="3075921"/>
                </a:moveTo>
                <a:cubicBezTo>
                  <a:pt x="2578919" y="3075731"/>
                  <a:pt x="2580126" y="3076538"/>
                  <a:pt x="2582255" y="3078943"/>
                </a:cubicBezTo>
                <a:cubicBezTo>
                  <a:pt x="2588478" y="3078943"/>
                  <a:pt x="2590443" y="3077170"/>
                  <a:pt x="2598631" y="3080461"/>
                </a:cubicBezTo>
                <a:cubicBezTo>
                  <a:pt x="2592408" y="3088309"/>
                  <a:pt x="2592408" y="3088309"/>
                  <a:pt x="2592408" y="3088309"/>
                </a:cubicBezTo>
                <a:cubicBezTo>
                  <a:pt x="2583075" y="3086030"/>
                  <a:pt x="2577240" y="3076490"/>
                  <a:pt x="2578500" y="3075921"/>
                </a:cubicBezTo>
                <a:close/>
                <a:moveTo>
                  <a:pt x="2520374" y="3074349"/>
                </a:moveTo>
                <a:cubicBezTo>
                  <a:pt x="2509944" y="3074349"/>
                  <a:pt x="2518356" y="3083845"/>
                  <a:pt x="2533159" y="3087182"/>
                </a:cubicBezTo>
                <a:cubicBezTo>
                  <a:pt x="2539550" y="3082305"/>
                  <a:pt x="2520374" y="3079225"/>
                  <a:pt x="2520374" y="3074349"/>
                </a:cubicBezTo>
                <a:close/>
                <a:moveTo>
                  <a:pt x="674020" y="3072717"/>
                </a:moveTo>
                <a:cubicBezTo>
                  <a:pt x="690936" y="3076015"/>
                  <a:pt x="708191" y="3077537"/>
                  <a:pt x="710221" y="3087177"/>
                </a:cubicBezTo>
                <a:cubicBezTo>
                  <a:pt x="690936" y="3087177"/>
                  <a:pt x="671990" y="3083879"/>
                  <a:pt x="674020" y="3072717"/>
                </a:cubicBezTo>
                <a:close/>
                <a:moveTo>
                  <a:pt x="80211" y="3046687"/>
                </a:moveTo>
                <a:cubicBezTo>
                  <a:pt x="84626" y="3048279"/>
                  <a:pt x="88701" y="3050136"/>
                  <a:pt x="93115" y="3051727"/>
                </a:cubicBezTo>
                <a:cubicBezTo>
                  <a:pt x="84626" y="3056767"/>
                  <a:pt x="78174" y="3063398"/>
                  <a:pt x="65271" y="3058359"/>
                </a:cubicBezTo>
                <a:cubicBezTo>
                  <a:pt x="67308" y="3051727"/>
                  <a:pt x="75797" y="3051727"/>
                  <a:pt x="80211" y="3046687"/>
                </a:cubicBezTo>
                <a:close/>
                <a:moveTo>
                  <a:pt x="585952" y="3008208"/>
                </a:moveTo>
                <a:cubicBezTo>
                  <a:pt x="601250" y="3008208"/>
                  <a:pt x="605769" y="3014998"/>
                  <a:pt x="607856" y="3021528"/>
                </a:cubicBezTo>
                <a:cubicBezTo>
                  <a:pt x="596730" y="3019961"/>
                  <a:pt x="585952" y="3016565"/>
                  <a:pt x="585952" y="3008208"/>
                </a:cubicBezTo>
                <a:close/>
                <a:moveTo>
                  <a:pt x="2664800" y="2996890"/>
                </a:moveTo>
                <a:cubicBezTo>
                  <a:pt x="2666854" y="2998457"/>
                  <a:pt x="2669250" y="3001853"/>
                  <a:pt x="2675754" y="3005248"/>
                </a:cubicBezTo>
                <a:cubicBezTo>
                  <a:pt x="2666854" y="3001853"/>
                  <a:pt x="2675754" y="3008382"/>
                  <a:pt x="2669250" y="3010210"/>
                </a:cubicBezTo>
                <a:cubicBezTo>
                  <a:pt x="2658295" y="3003420"/>
                  <a:pt x="2662746" y="3000285"/>
                  <a:pt x="2664800" y="2996890"/>
                </a:cubicBezTo>
                <a:close/>
                <a:moveTo>
                  <a:pt x="2528034" y="2995712"/>
                </a:moveTo>
                <a:lnTo>
                  <a:pt x="2526495" y="2997935"/>
                </a:lnTo>
                <a:lnTo>
                  <a:pt x="2531182" y="3002258"/>
                </a:lnTo>
                <a:cubicBezTo>
                  <a:pt x="2530635" y="3003702"/>
                  <a:pt x="2527944" y="3004536"/>
                  <a:pt x="2524748" y="3004536"/>
                </a:cubicBezTo>
                <a:cubicBezTo>
                  <a:pt x="2537532" y="3014290"/>
                  <a:pt x="2545943" y="3004536"/>
                  <a:pt x="2539550" y="2999660"/>
                </a:cubicBezTo>
                <a:cubicBezTo>
                  <a:pt x="2537154" y="3002066"/>
                  <a:pt x="2535088" y="3001513"/>
                  <a:pt x="2533211" y="3000138"/>
                </a:cubicBezTo>
                <a:close/>
                <a:moveTo>
                  <a:pt x="2637138" y="2995394"/>
                </a:moveTo>
                <a:cubicBezTo>
                  <a:pt x="2639411" y="2995968"/>
                  <a:pt x="2642837" y="2997505"/>
                  <a:pt x="2647572" y="3000350"/>
                </a:cubicBezTo>
                <a:cubicBezTo>
                  <a:pt x="2641144" y="3001902"/>
                  <a:pt x="2643514" y="3000350"/>
                  <a:pt x="2643514" y="3006817"/>
                </a:cubicBezTo>
                <a:cubicBezTo>
                  <a:pt x="2633871" y="3000609"/>
                  <a:pt x="2630319" y="2993673"/>
                  <a:pt x="2637138" y="2995394"/>
                </a:cubicBezTo>
                <a:close/>
                <a:moveTo>
                  <a:pt x="2554354" y="2994783"/>
                </a:moveTo>
                <a:cubicBezTo>
                  <a:pt x="2558727" y="2999660"/>
                  <a:pt x="2573530" y="3004536"/>
                  <a:pt x="2571512" y="3007617"/>
                </a:cubicBezTo>
                <a:cubicBezTo>
                  <a:pt x="2571512" y="3007617"/>
                  <a:pt x="2571512" y="3007617"/>
                  <a:pt x="2556708" y="3007617"/>
                </a:cubicBezTo>
                <a:cubicBezTo>
                  <a:pt x="2565120" y="3014290"/>
                  <a:pt x="2571512" y="3012493"/>
                  <a:pt x="2573530" y="3007617"/>
                </a:cubicBezTo>
                <a:cubicBezTo>
                  <a:pt x="2575885" y="3002740"/>
                  <a:pt x="2571512" y="2996323"/>
                  <a:pt x="2554354" y="2994783"/>
                </a:cubicBezTo>
                <a:close/>
                <a:moveTo>
                  <a:pt x="900083" y="2990256"/>
                </a:moveTo>
                <a:cubicBezTo>
                  <a:pt x="897963" y="2989907"/>
                  <a:pt x="895440" y="2990581"/>
                  <a:pt x="892244" y="2992955"/>
                </a:cubicBezTo>
                <a:cubicBezTo>
                  <a:pt x="898637" y="2996291"/>
                  <a:pt x="907048" y="2997831"/>
                  <a:pt x="905030" y="3006044"/>
                </a:cubicBezTo>
                <a:cubicBezTo>
                  <a:pt x="900655" y="3006044"/>
                  <a:pt x="894263" y="3004504"/>
                  <a:pt x="894263" y="3007584"/>
                </a:cubicBezTo>
                <a:cubicBezTo>
                  <a:pt x="905030" y="3009380"/>
                  <a:pt x="911422" y="3009380"/>
                  <a:pt x="915460" y="3002708"/>
                </a:cubicBezTo>
                <a:cubicBezTo>
                  <a:pt x="909151" y="3001553"/>
                  <a:pt x="906439" y="2991302"/>
                  <a:pt x="900083" y="2990256"/>
                </a:cubicBezTo>
                <a:close/>
                <a:moveTo>
                  <a:pt x="2672653" y="2987611"/>
                </a:moveTo>
                <a:cubicBezTo>
                  <a:pt x="2674902" y="2988106"/>
                  <a:pt x="2677957" y="2989407"/>
                  <a:pt x="2681698" y="2991816"/>
                </a:cubicBezTo>
                <a:lnTo>
                  <a:pt x="2677376" y="2996636"/>
                </a:lnTo>
                <a:cubicBezTo>
                  <a:pt x="2666402" y="2991880"/>
                  <a:pt x="2665904" y="2986124"/>
                  <a:pt x="2672653" y="2987611"/>
                </a:cubicBezTo>
                <a:close/>
                <a:moveTo>
                  <a:pt x="2658679" y="2964529"/>
                </a:moveTo>
                <a:cubicBezTo>
                  <a:pt x="2664996" y="2967712"/>
                  <a:pt x="2664996" y="2971160"/>
                  <a:pt x="2671313" y="2974609"/>
                </a:cubicBezTo>
                <a:cubicBezTo>
                  <a:pt x="2669319" y="2977791"/>
                  <a:pt x="2666991" y="2979648"/>
                  <a:pt x="2660674" y="2977791"/>
                </a:cubicBezTo>
                <a:cubicBezTo>
                  <a:pt x="2656684" y="2972751"/>
                  <a:pt x="2652362" y="2962937"/>
                  <a:pt x="2658679" y="2964529"/>
                </a:cubicBezTo>
                <a:close/>
                <a:moveTo>
                  <a:pt x="2688788" y="2941434"/>
                </a:moveTo>
                <a:cubicBezTo>
                  <a:pt x="2700984" y="2951073"/>
                  <a:pt x="2699007" y="2955893"/>
                  <a:pt x="2692744" y="2952849"/>
                </a:cubicBezTo>
                <a:cubicBezTo>
                  <a:pt x="2690765" y="2948030"/>
                  <a:pt x="2686480" y="2943210"/>
                  <a:pt x="2688788" y="2941434"/>
                </a:cubicBezTo>
                <a:close/>
                <a:moveTo>
                  <a:pt x="2679024" y="2926878"/>
                </a:moveTo>
                <a:cubicBezTo>
                  <a:pt x="2680597" y="2926658"/>
                  <a:pt x="2682886" y="2927186"/>
                  <a:pt x="2686138" y="2928850"/>
                </a:cubicBezTo>
                <a:cubicBezTo>
                  <a:pt x="2684084" y="2925522"/>
                  <a:pt x="2686138" y="2943441"/>
                  <a:pt x="2677580" y="2938578"/>
                </a:cubicBezTo>
                <a:cubicBezTo>
                  <a:pt x="2676040" y="2934930"/>
                  <a:pt x="2674307" y="2927538"/>
                  <a:pt x="2679024" y="2926878"/>
                </a:cubicBezTo>
                <a:close/>
                <a:moveTo>
                  <a:pt x="615728" y="2910877"/>
                </a:moveTo>
                <a:cubicBezTo>
                  <a:pt x="620142" y="2912662"/>
                  <a:pt x="622180" y="2914192"/>
                  <a:pt x="628631" y="2914192"/>
                </a:cubicBezTo>
                <a:cubicBezTo>
                  <a:pt x="628631" y="2922099"/>
                  <a:pt x="618105" y="2920568"/>
                  <a:pt x="620142" y="2928730"/>
                </a:cubicBezTo>
                <a:cubicBezTo>
                  <a:pt x="611653" y="2926944"/>
                  <a:pt x="600786" y="2926944"/>
                  <a:pt x="602823" y="2919038"/>
                </a:cubicBezTo>
                <a:cubicBezTo>
                  <a:pt x="622180" y="2920568"/>
                  <a:pt x="613690" y="2919038"/>
                  <a:pt x="615728" y="2910877"/>
                </a:cubicBezTo>
                <a:close/>
                <a:moveTo>
                  <a:pt x="2626666" y="2895944"/>
                </a:moveTo>
                <a:cubicBezTo>
                  <a:pt x="2625468" y="2895600"/>
                  <a:pt x="2624668" y="2895904"/>
                  <a:pt x="2624668" y="2897508"/>
                </a:cubicBezTo>
                <a:cubicBezTo>
                  <a:pt x="2635434" y="2902384"/>
                  <a:pt x="2633080" y="2910341"/>
                  <a:pt x="2637452" y="2908801"/>
                </a:cubicBezTo>
                <a:cubicBezTo>
                  <a:pt x="2631061" y="2902384"/>
                  <a:pt x="2647882" y="2908801"/>
                  <a:pt x="2637452" y="2899048"/>
                </a:cubicBezTo>
                <a:cubicBezTo>
                  <a:pt x="2637452" y="2903861"/>
                  <a:pt x="2630261" y="2896979"/>
                  <a:pt x="2626666" y="2895944"/>
                </a:cubicBezTo>
                <a:close/>
                <a:moveTo>
                  <a:pt x="697418" y="2884924"/>
                </a:moveTo>
                <a:lnTo>
                  <a:pt x="694942" y="2888741"/>
                </a:lnTo>
                <a:cubicBezTo>
                  <a:pt x="694280" y="2891726"/>
                  <a:pt x="693901" y="2895070"/>
                  <a:pt x="692387" y="2897476"/>
                </a:cubicBezTo>
                <a:cubicBezTo>
                  <a:pt x="719977" y="2905433"/>
                  <a:pt x="694406" y="2907229"/>
                  <a:pt x="690032" y="2912106"/>
                </a:cubicBezTo>
                <a:cubicBezTo>
                  <a:pt x="707192" y="2910309"/>
                  <a:pt x="711565" y="2921602"/>
                  <a:pt x="719977" y="2912106"/>
                </a:cubicBezTo>
                <a:cubicBezTo>
                  <a:pt x="715182" y="2904791"/>
                  <a:pt x="706792" y="2901952"/>
                  <a:pt x="705593" y="2893518"/>
                </a:cubicBezTo>
                <a:lnTo>
                  <a:pt x="706782" y="2885585"/>
                </a:lnTo>
                <a:lnTo>
                  <a:pt x="699293" y="2887985"/>
                </a:lnTo>
                <a:close/>
                <a:moveTo>
                  <a:pt x="2692322" y="2879516"/>
                </a:moveTo>
                <a:cubicBezTo>
                  <a:pt x="2692530" y="2877024"/>
                  <a:pt x="2700997" y="2884622"/>
                  <a:pt x="2705837" y="2885977"/>
                </a:cubicBezTo>
                <a:cubicBezTo>
                  <a:pt x="2714326" y="2897335"/>
                  <a:pt x="2695310" y="2892431"/>
                  <a:pt x="2699384" y="2900432"/>
                </a:cubicBezTo>
                <a:cubicBezTo>
                  <a:pt x="2692932" y="2898884"/>
                  <a:pt x="2692932" y="2895528"/>
                  <a:pt x="2695310" y="2892431"/>
                </a:cubicBezTo>
                <a:cubicBezTo>
                  <a:pt x="2697346" y="2890882"/>
                  <a:pt x="2701422" y="2889075"/>
                  <a:pt x="2701422" y="2885977"/>
                </a:cubicBezTo>
                <a:cubicBezTo>
                  <a:pt x="2699384" y="2882622"/>
                  <a:pt x="2697346" y="2885977"/>
                  <a:pt x="2695310" y="2885977"/>
                </a:cubicBezTo>
                <a:cubicBezTo>
                  <a:pt x="2693102" y="2882299"/>
                  <a:pt x="2692253" y="2880347"/>
                  <a:pt x="2692322" y="2879516"/>
                </a:cubicBezTo>
                <a:close/>
                <a:moveTo>
                  <a:pt x="768618" y="2876534"/>
                </a:moveTo>
                <a:lnTo>
                  <a:pt x="764814" y="2878041"/>
                </a:lnTo>
                <a:lnTo>
                  <a:pt x="761201" y="2879258"/>
                </a:lnTo>
                <a:lnTo>
                  <a:pt x="783778" y="2888878"/>
                </a:lnTo>
                <a:cubicBezTo>
                  <a:pt x="796017" y="2893370"/>
                  <a:pt x="809306" y="2898246"/>
                  <a:pt x="819905" y="2903893"/>
                </a:cubicBezTo>
                <a:cubicBezTo>
                  <a:pt x="815532" y="2895679"/>
                  <a:pt x="839083" y="2891060"/>
                  <a:pt x="824279" y="2887723"/>
                </a:cubicBezTo>
                <a:cubicBezTo>
                  <a:pt x="803334" y="2898696"/>
                  <a:pt x="792231" y="2882237"/>
                  <a:pt x="774504" y="2876679"/>
                </a:cubicBezTo>
                <a:close/>
                <a:moveTo>
                  <a:pt x="2609865" y="2874665"/>
                </a:moveTo>
                <a:cubicBezTo>
                  <a:pt x="2607510" y="2876205"/>
                  <a:pt x="2603472" y="2876205"/>
                  <a:pt x="2607510" y="2881338"/>
                </a:cubicBezTo>
                <a:cubicBezTo>
                  <a:pt x="2616258" y="2886215"/>
                  <a:pt x="2643845" y="2905465"/>
                  <a:pt x="2631061" y="2889295"/>
                </a:cubicBezTo>
                <a:cubicBezTo>
                  <a:pt x="2622650" y="2895711"/>
                  <a:pt x="2616258" y="2879542"/>
                  <a:pt x="2609865" y="2874665"/>
                </a:cubicBezTo>
                <a:close/>
                <a:moveTo>
                  <a:pt x="2552335" y="2871585"/>
                </a:moveTo>
                <a:cubicBezTo>
                  <a:pt x="2550316" y="2876205"/>
                  <a:pt x="2531140" y="2878002"/>
                  <a:pt x="2545943" y="2886215"/>
                </a:cubicBezTo>
                <a:cubicBezTo>
                  <a:pt x="2545943" y="2878002"/>
                  <a:pt x="2563101" y="2882878"/>
                  <a:pt x="2552335" y="2871585"/>
                </a:cubicBezTo>
                <a:close/>
                <a:moveTo>
                  <a:pt x="2682797" y="2863396"/>
                </a:moveTo>
                <a:cubicBezTo>
                  <a:pt x="2689114" y="2871884"/>
                  <a:pt x="2682797" y="2873476"/>
                  <a:pt x="2680470" y="2876659"/>
                </a:cubicBezTo>
                <a:cubicBezTo>
                  <a:pt x="2670163" y="2866844"/>
                  <a:pt x="2676480" y="2859947"/>
                  <a:pt x="2682797" y="2863396"/>
                </a:cubicBezTo>
                <a:close/>
                <a:moveTo>
                  <a:pt x="2605492" y="2863372"/>
                </a:moveTo>
                <a:cubicBezTo>
                  <a:pt x="2616258" y="2869788"/>
                  <a:pt x="2611884" y="2873126"/>
                  <a:pt x="2622650" y="2879542"/>
                </a:cubicBezTo>
                <a:cubicBezTo>
                  <a:pt x="2631061" y="2876205"/>
                  <a:pt x="2611884" y="2864912"/>
                  <a:pt x="2605492" y="2863372"/>
                </a:cubicBezTo>
                <a:close/>
                <a:moveTo>
                  <a:pt x="536943" y="2850250"/>
                </a:moveTo>
                <a:cubicBezTo>
                  <a:pt x="524157" y="2848710"/>
                  <a:pt x="522139" y="2855127"/>
                  <a:pt x="517765" y="2861800"/>
                </a:cubicBezTo>
                <a:cubicBezTo>
                  <a:pt x="524157" y="2861800"/>
                  <a:pt x="528531" y="2868216"/>
                  <a:pt x="532906" y="2861800"/>
                </a:cubicBezTo>
                <a:cubicBezTo>
                  <a:pt x="520120" y="2858463"/>
                  <a:pt x="539298" y="2856923"/>
                  <a:pt x="536943" y="2850250"/>
                </a:cubicBezTo>
                <a:close/>
                <a:moveTo>
                  <a:pt x="248537" y="2832785"/>
                </a:moveTo>
                <a:cubicBezTo>
                  <a:pt x="274096" y="2860182"/>
                  <a:pt x="218605" y="2873240"/>
                  <a:pt x="210197" y="2907295"/>
                </a:cubicBezTo>
                <a:cubicBezTo>
                  <a:pt x="186991" y="2905503"/>
                  <a:pt x="180601" y="2915233"/>
                  <a:pt x="182619" y="2926498"/>
                </a:cubicBezTo>
                <a:cubicBezTo>
                  <a:pt x="180601" y="2929827"/>
                  <a:pt x="172193" y="2931363"/>
                  <a:pt x="161431" y="2929827"/>
                </a:cubicBezTo>
                <a:cubicBezTo>
                  <a:pt x="161431" y="2936228"/>
                  <a:pt x="157059" y="2942885"/>
                  <a:pt x="153023" y="2947750"/>
                </a:cubicBezTo>
                <a:cubicBezTo>
                  <a:pt x="169839" y="2966954"/>
                  <a:pt x="199771" y="2983341"/>
                  <a:pt x="197416" y="3014066"/>
                </a:cubicBezTo>
                <a:cubicBezTo>
                  <a:pt x="184637" y="3015603"/>
                  <a:pt x="191027" y="3017139"/>
                  <a:pt x="184637" y="3022004"/>
                </a:cubicBezTo>
                <a:cubicBezTo>
                  <a:pt x="176229" y="3014066"/>
                  <a:pt x="161431" y="3007409"/>
                  <a:pt x="148651" y="2999472"/>
                </a:cubicBezTo>
                <a:cubicBezTo>
                  <a:pt x="144278" y="3001008"/>
                  <a:pt x="133853" y="2999472"/>
                  <a:pt x="123091" y="2999472"/>
                </a:cubicBezTo>
                <a:cubicBezTo>
                  <a:pt x="133853" y="2992814"/>
                  <a:pt x="121073" y="2994607"/>
                  <a:pt x="112665" y="2997679"/>
                </a:cubicBezTo>
                <a:cubicBezTo>
                  <a:pt x="129481" y="2997679"/>
                  <a:pt x="114683" y="3010738"/>
                  <a:pt x="119055" y="3020468"/>
                </a:cubicBezTo>
                <a:cubicBezTo>
                  <a:pt x="110311" y="3020468"/>
                  <a:pt x="108293" y="3023796"/>
                  <a:pt x="95513" y="3022004"/>
                </a:cubicBezTo>
                <a:cubicBezTo>
                  <a:pt x="97531" y="3017139"/>
                  <a:pt x="112665" y="3002544"/>
                  <a:pt x="87106" y="3002544"/>
                </a:cubicBezTo>
                <a:cubicBezTo>
                  <a:pt x="76343" y="2988205"/>
                  <a:pt x="87106" y="2963881"/>
                  <a:pt x="72308" y="2950823"/>
                </a:cubicBezTo>
                <a:cubicBezTo>
                  <a:pt x="33968" y="2955688"/>
                  <a:pt x="46747" y="2970283"/>
                  <a:pt x="57174" y="2986413"/>
                </a:cubicBezTo>
                <a:cubicBezTo>
                  <a:pt x="44393" y="2983341"/>
                  <a:pt x="44393" y="2989742"/>
                  <a:pt x="38004" y="2991278"/>
                </a:cubicBezTo>
                <a:cubicBezTo>
                  <a:pt x="0" y="2980012"/>
                  <a:pt x="35985" y="2957480"/>
                  <a:pt x="48766" y="2942885"/>
                </a:cubicBezTo>
                <a:cubicBezTo>
                  <a:pt x="50783" y="2947750"/>
                  <a:pt x="63563" y="2939557"/>
                  <a:pt x="65917" y="2945958"/>
                </a:cubicBezTo>
                <a:cubicBezTo>
                  <a:pt x="91141" y="2936228"/>
                  <a:pt x="103921" y="2918561"/>
                  <a:pt x="135871" y="2913696"/>
                </a:cubicBezTo>
                <a:cubicBezTo>
                  <a:pt x="137889" y="2910368"/>
                  <a:pt x="129481" y="2910368"/>
                  <a:pt x="133853" y="2903966"/>
                </a:cubicBezTo>
                <a:cubicBezTo>
                  <a:pt x="142261" y="2905503"/>
                  <a:pt x="148651" y="2905503"/>
                  <a:pt x="153023" y="2903966"/>
                </a:cubicBezTo>
                <a:cubicBezTo>
                  <a:pt x="146633" y="2895773"/>
                  <a:pt x="144278" y="2886299"/>
                  <a:pt x="165803" y="2892700"/>
                </a:cubicBezTo>
                <a:cubicBezTo>
                  <a:pt x="165803" y="2889371"/>
                  <a:pt x="172193" y="2882970"/>
                  <a:pt x="159413" y="2884507"/>
                </a:cubicBezTo>
                <a:cubicBezTo>
                  <a:pt x="165803" y="2881434"/>
                  <a:pt x="176229" y="2881434"/>
                  <a:pt x="180601" y="2878105"/>
                </a:cubicBezTo>
                <a:cubicBezTo>
                  <a:pt x="186991" y="2871704"/>
                  <a:pt x="167821" y="2874777"/>
                  <a:pt x="174210" y="2868375"/>
                </a:cubicBezTo>
                <a:cubicBezTo>
                  <a:pt x="193380" y="2868375"/>
                  <a:pt x="191027" y="2855318"/>
                  <a:pt x="210197" y="2855318"/>
                </a:cubicBezTo>
                <a:cubicBezTo>
                  <a:pt x="199771" y="2845844"/>
                  <a:pt x="229367" y="2836114"/>
                  <a:pt x="248537" y="2832785"/>
                </a:cubicBezTo>
                <a:close/>
                <a:moveTo>
                  <a:pt x="2790008" y="2815345"/>
                </a:moveTo>
                <a:cubicBezTo>
                  <a:pt x="2794228" y="2815124"/>
                  <a:pt x="2798991" y="2816702"/>
                  <a:pt x="2803337" y="2819859"/>
                </a:cubicBezTo>
                <a:cubicBezTo>
                  <a:pt x="2800996" y="2826425"/>
                  <a:pt x="2790634" y="2826425"/>
                  <a:pt x="2796985" y="2840820"/>
                </a:cubicBezTo>
                <a:cubicBezTo>
                  <a:pt x="2792640" y="2843850"/>
                  <a:pt x="2782276" y="2831223"/>
                  <a:pt x="2786288" y="2839052"/>
                </a:cubicBezTo>
                <a:cubicBezTo>
                  <a:pt x="2779936" y="2839052"/>
                  <a:pt x="2784282" y="2827940"/>
                  <a:pt x="2788628" y="2826425"/>
                </a:cubicBezTo>
                <a:cubicBezTo>
                  <a:pt x="2786288" y="2819859"/>
                  <a:pt x="2782276" y="2821627"/>
                  <a:pt x="2779936" y="2821627"/>
                </a:cubicBezTo>
                <a:cubicBezTo>
                  <a:pt x="2782110" y="2817586"/>
                  <a:pt x="2785786" y="2815566"/>
                  <a:pt x="2790008" y="2815345"/>
                </a:cubicBezTo>
                <a:close/>
                <a:moveTo>
                  <a:pt x="2745485" y="2809367"/>
                </a:moveTo>
                <a:cubicBezTo>
                  <a:pt x="2741500" y="2820915"/>
                  <a:pt x="2745485" y="2846833"/>
                  <a:pt x="2739175" y="2848373"/>
                </a:cubicBezTo>
                <a:cubicBezTo>
                  <a:pt x="2732864" y="2838622"/>
                  <a:pt x="2735190" y="2832206"/>
                  <a:pt x="2737182" y="2823994"/>
                </a:cubicBezTo>
                <a:cubicBezTo>
                  <a:pt x="2732864" y="2820915"/>
                  <a:pt x="2730872" y="2823994"/>
                  <a:pt x="2728879" y="2819118"/>
                </a:cubicBezTo>
                <a:cubicBezTo>
                  <a:pt x="2724562" y="2820915"/>
                  <a:pt x="2728879" y="2830666"/>
                  <a:pt x="2724562" y="2833746"/>
                </a:cubicBezTo>
                <a:cubicBezTo>
                  <a:pt x="2711942" y="2827331"/>
                  <a:pt x="2716260" y="2833746"/>
                  <a:pt x="2707624" y="2828870"/>
                </a:cubicBezTo>
                <a:cubicBezTo>
                  <a:pt x="2701314" y="2822455"/>
                  <a:pt x="2716260" y="2827331"/>
                  <a:pt x="2705632" y="2817579"/>
                </a:cubicBezTo>
                <a:cubicBezTo>
                  <a:pt x="2716260" y="2822455"/>
                  <a:pt x="2720245" y="2820915"/>
                  <a:pt x="2726554" y="2816039"/>
                </a:cubicBezTo>
                <a:cubicBezTo>
                  <a:pt x="2724562" y="2812704"/>
                  <a:pt x="2722570" y="2814243"/>
                  <a:pt x="2720245" y="2814243"/>
                </a:cubicBezTo>
                <a:cubicBezTo>
                  <a:pt x="2724562" y="2804492"/>
                  <a:pt x="2743492" y="2817579"/>
                  <a:pt x="2745485" y="2809367"/>
                </a:cubicBezTo>
                <a:close/>
                <a:moveTo>
                  <a:pt x="2686236" y="2780726"/>
                </a:moveTo>
                <a:cubicBezTo>
                  <a:pt x="2688591" y="2785604"/>
                  <a:pt x="2684218" y="2785604"/>
                  <a:pt x="2679844" y="2787143"/>
                </a:cubicBezTo>
                <a:cubicBezTo>
                  <a:pt x="2688591" y="2793560"/>
                  <a:pt x="2686236" y="2796897"/>
                  <a:pt x="2690609" y="2798437"/>
                </a:cubicBezTo>
                <a:cubicBezTo>
                  <a:pt x="2686236" y="2793560"/>
                  <a:pt x="2694983" y="2782266"/>
                  <a:pt x="2686236" y="2780726"/>
                </a:cubicBezTo>
                <a:close/>
                <a:moveTo>
                  <a:pt x="67372" y="2776197"/>
                </a:moveTo>
                <a:cubicBezTo>
                  <a:pt x="73831" y="2787310"/>
                  <a:pt x="56493" y="2798421"/>
                  <a:pt x="47995" y="2806503"/>
                </a:cubicBezTo>
                <a:cubicBezTo>
                  <a:pt x="41536" y="2795390"/>
                  <a:pt x="67372" y="2788825"/>
                  <a:pt x="67372" y="2776197"/>
                </a:cubicBezTo>
                <a:close/>
                <a:moveTo>
                  <a:pt x="2839108" y="2773934"/>
                </a:moveTo>
                <a:cubicBezTo>
                  <a:pt x="2843393" y="2785291"/>
                  <a:pt x="2835152" y="2788389"/>
                  <a:pt x="2830867" y="2783485"/>
                </a:cubicBezTo>
                <a:cubicBezTo>
                  <a:pt x="2828888" y="2775482"/>
                  <a:pt x="2832845" y="2775482"/>
                  <a:pt x="2839108" y="2773934"/>
                </a:cubicBezTo>
                <a:close/>
                <a:moveTo>
                  <a:pt x="116760" y="2770539"/>
                </a:moveTo>
                <a:cubicBezTo>
                  <a:pt x="123198" y="2780096"/>
                  <a:pt x="134043" y="2770539"/>
                  <a:pt x="146919" y="2770539"/>
                </a:cubicBezTo>
                <a:cubicBezTo>
                  <a:pt x="155390" y="2776826"/>
                  <a:pt x="161828" y="2784874"/>
                  <a:pt x="174705" y="2778335"/>
                </a:cubicBezTo>
                <a:cubicBezTo>
                  <a:pt x="166233" y="2786383"/>
                  <a:pt x="159795" y="2794432"/>
                  <a:pt x="146919" y="2797449"/>
                </a:cubicBezTo>
                <a:cubicBezTo>
                  <a:pt x="150985" y="2789653"/>
                  <a:pt x="157423" y="2778335"/>
                  <a:pt x="121166" y="2781605"/>
                </a:cubicBezTo>
                <a:cubicBezTo>
                  <a:pt x="119133" y="2784874"/>
                  <a:pt x="125232" y="2786383"/>
                  <a:pt x="123198" y="2789653"/>
                </a:cubicBezTo>
                <a:cubicBezTo>
                  <a:pt x="108289" y="2787893"/>
                  <a:pt x="112694" y="2773808"/>
                  <a:pt x="116760" y="2770539"/>
                </a:cubicBezTo>
                <a:close/>
                <a:moveTo>
                  <a:pt x="2801084" y="2769278"/>
                </a:moveTo>
                <a:cubicBezTo>
                  <a:pt x="2803401" y="2769278"/>
                  <a:pt x="2805388" y="2774148"/>
                  <a:pt x="2809690" y="2774148"/>
                </a:cubicBezTo>
                <a:cubicBezTo>
                  <a:pt x="2809690" y="2778760"/>
                  <a:pt x="2807373" y="2780553"/>
                  <a:pt x="2809690" y="2785422"/>
                </a:cubicBezTo>
                <a:cubicBezTo>
                  <a:pt x="2813663" y="2788497"/>
                  <a:pt x="2824255" y="2782091"/>
                  <a:pt x="2828558" y="2803104"/>
                </a:cubicBezTo>
                <a:cubicBezTo>
                  <a:pt x="2819952" y="2801566"/>
                  <a:pt x="2819952" y="2791828"/>
                  <a:pt x="2807373" y="2795159"/>
                </a:cubicBezTo>
                <a:cubicBezTo>
                  <a:pt x="2805388" y="2774148"/>
                  <a:pt x="2801084" y="2788497"/>
                  <a:pt x="2790823" y="2775685"/>
                </a:cubicBezTo>
                <a:cubicBezTo>
                  <a:pt x="2788836" y="2762616"/>
                  <a:pt x="2809690" y="2786960"/>
                  <a:pt x="2801084" y="2769278"/>
                </a:cubicBezTo>
                <a:close/>
                <a:moveTo>
                  <a:pt x="2739392" y="2767637"/>
                </a:moveTo>
                <a:cubicBezTo>
                  <a:pt x="2745784" y="2778930"/>
                  <a:pt x="2752177" y="2778930"/>
                  <a:pt x="2758569" y="2780726"/>
                </a:cubicBezTo>
                <a:cubicBezTo>
                  <a:pt x="2756551" y="2775850"/>
                  <a:pt x="2758569" y="2774310"/>
                  <a:pt x="2758569" y="2769434"/>
                </a:cubicBezTo>
                <a:cubicBezTo>
                  <a:pt x="2752177" y="2769434"/>
                  <a:pt x="2745784" y="2766097"/>
                  <a:pt x="2739392" y="2767637"/>
                </a:cubicBezTo>
                <a:close/>
                <a:moveTo>
                  <a:pt x="2701038" y="2761220"/>
                </a:moveTo>
                <a:cubicBezTo>
                  <a:pt x="2697002" y="2767637"/>
                  <a:pt x="2686236" y="2756344"/>
                  <a:pt x="2690609" y="2766097"/>
                </a:cubicBezTo>
                <a:cubicBezTo>
                  <a:pt x="2701038" y="2766097"/>
                  <a:pt x="2703394" y="2770974"/>
                  <a:pt x="2701038" y="2782266"/>
                </a:cubicBezTo>
                <a:cubicBezTo>
                  <a:pt x="2707431" y="2777390"/>
                  <a:pt x="2713824" y="2790480"/>
                  <a:pt x="2713824" y="2780726"/>
                </a:cubicBezTo>
                <a:cubicBezTo>
                  <a:pt x="2709786" y="2772514"/>
                  <a:pt x="2705412" y="2772514"/>
                  <a:pt x="2701038" y="2761220"/>
                </a:cubicBezTo>
                <a:close/>
                <a:moveTo>
                  <a:pt x="2814480" y="2760785"/>
                </a:moveTo>
                <a:cubicBezTo>
                  <a:pt x="2818179" y="2761378"/>
                  <a:pt x="2822918" y="2763314"/>
                  <a:pt x="2827073" y="2762440"/>
                </a:cubicBezTo>
                <a:cubicBezTo>
                  <a:pt x="2827073" y="2770436"/>
                  <a:pt x="2818761" y="2771935"/>
                  <a:pt x="2812443" y="2773684"/>
                </a:cubicBezTo>
                <a:cubicBezTo>
                  <a:pt x="2812443" y="2768936"/>
                  <a:pt x="2810448" y="2767187"/>
                  <a:pt x="2808121" y="2767187"/>
                </a:cubicBezTo>
                <a:cubicBezTo>
                  <a:pt x="2808121" y="2760941"/>
                  <a:pt x="2810781" y="2760191"/>
                  <a:pt x="2814480" y="2760785"/>
                </a:cubicBezTo>
                <a:close/>
                <a:moveTo>
                  <a:pt x="2758569" y="2749927"/>
                </a:moveTo>
                <a:cubicBezTo>
                  <a:pt x="2764962" y="2757884"/>
                  <a:pt x="2748140" y="2749927"/>
                  <a:pt x="2754532" y="2759680"/>
                </a:cubicBezTo>
                <a:cubicBezTo>
                  <a:pt x="2762942" y="2759680"/>
                  <a:pt x="2756551" y="2764557"/>
                  <a:pt x="2762942" y="2775850"/>
                </a:cubicBezTo>
                <a:cubicBezTo>
                  <a:pt x="2771353" y="2772514"/>
                  <a:pt x="2762942" y="2756344"/>
                  <a:pt x="2758569" y="2749927"/>
                </a:cubicBezTo>
                <a:close/>
                <a:moveTo>
                  <a:pt x="2730982" y="2727084"/>
                </a:moveTo>
                <a:cubicBezTo>
                  <a:pt x="2733000" y="2731961"/>
                  <a:pt x="2728963" y="2731961"/>
                  <a:pt x="2728963" y="2735297"/>
                </a:cubicBezTo>
                <a:cubicBezTo>
                  <a:pt x="2739392" y="2731961"/>
                  <a:pt x="2737373" y="2754804"/>
                  <a:pt x="2728963" y="2745051"/>
                </a:cubicBezTo>
                <a:cubicBezTo>
                  <a:pt x="2733000" y="2751467"/>
                  <a:pt x="2737373" y="2757884"/>
                  <a:pt x="2743766" y="2759680"/>
                </a:cubicBezTo>
                <a:cubicBezTo>
                  <a:pt x="2737373" y="2745051"/>
                  <a:pt x="2743766" y="2748130"/>
                  <a:pt x="2750158" y="2748130"/>
                </a:cubicBezTo>
                <a:cubicBezTo>
                  <a:pt x="2745784" y="2735297"/>
                  <a:pt x="2737373" y="2736838"/>
                  <a:pt x="2730982" y="2727084"/>
                </a:cubicBezTo>
                <a:close/>
                <a:moveTo>
                  <a:pt x="2710176" y="2722115"/>
                </a:moveTo>
                <a:cubicBezTo>
                  <a:pt x="2708987" y="2721454"/>
                  <a:pt x="2708020" y="2722657"/>
                  <a:pt x="2707431" y="2727084"/>
                </a:cubicBezTo>
                <a:cubicBezTo>
                  <a:pt x="2718197" y="2727084"/>
                  <a:pt x="2713824" y="2756344"/>
                  <a:pt x="2722571" y="2741714"/>
                </a:cubicBezTo>
                <a:cubicBezTo>
                  <a:pt x="2719290" y="2742869"/>
                  <a:pt x="2713739" y="2724101"/>
                  <a:pt x="2710176" y="2722115"/>
                </a:cubicBezTo>
                <a:close/>
                <a:moveTo>
                  <a:pt x="2805747" y="2720742"/>
                </a:moveTo>
                <a:cubicBezTo>
                  <a:pt x="2814224" y="2736857"/>
                  <a:pt x="2823040" y="2722277"/>
                  <a:pt x="2831516" y="2727136"/>
                </a:cubicBezTo>
                <a:cubicBezTo>
                  <a:pt x="2827108" y="2749904"/>
                  <a:pt x="2803713" y="2738392"/>
                  <a:pt x="2797271" y="2757833"/>
                </a:cubicBezTo>
                <a:cubicBezTo>
                  <a:pt x="2788794" y="2757833"/>
                  <a:pt x="2792863" y="2752973"/>
                  <a:pt x="2788794" y="2741718"/>
                </a:cubicBezTo>
                <a:lnTo>
                  <a:pt x="2784386" y="2743253"/>
                </a:lnTo>
                <a:cubicBezTo>
                  <a:pt x="2786420" y="2727136"/>
                  <a:pt x="2797271" y="2735322"/>
                  <a:pt x="2805747" y="2720742"/>
                </a:cubicBezTo>
                <a:close/>
                <a:moveTo>
                  <a:pt x="2969095" y="2719131"/>
                </a:moveTo>
                <a:cubicBezTo>
                  <a:pt x="2970983" y="2728823"/>
                  <a:pt x="2969095" y="2735199"/>
                  <a:pt x="2963116" y="2733414"/>
                </a:cubicBezTo>
                <a:cubicBezTo>
                  <a:pt x="2960914" y="2723977"/>
                  <a:pt x="2963116" y="2717346"/>
                  <a:pt x="2969095" y="2719131"/>
                </a:cubicBezTo>
                <a:close/>
                <a:moveTo>
                  <a:pt x="3012032" y="2717163"/>
                </a:moveTo>
                <a:cubicBezTo>
                  <a:pt x="3016166" y="2716354"/>
                  <a:pt x="3019278" y="2717585"/>
                  <a:pt x="3021406" y="2725746"/>
                </a:cubicBezTo>
                <a:cubicBezTo>
                  <a:pt x="3015184" y="2722378"/>
                  <a:pt x="3006669" y="2724191"/>
                  <a:pt x="3000773" y="2730668"/>
                </a:cubicBezTo>
                <a:cubicBezTo>
                  <a:pt x="2996516" y="2730668"/>
                  <a:pt x="2996516" y="2724191"/>
                  <a:pt x="2996516" y="2720823"/>
                </a:cubicBezTo>
                <a:cubicBezTo>
                  <a:pt x="3002739" y="2720823"/>
                  <a:pt x="3007898" y="2717973"/>
                  <a:pt x="3012032" y="2717163"/>
                </a:cubicBezTo>
                <a:close/>
                <a:moveTo>
                  <a:pt x="2927342" y="2713951"/>
                </a:moveTo>
                <a:cubicBezTo>
                  <a:pt x="2931808" y="2713951"/>
                  <a:pt x="2929746" y="2716989"/>
                  <a:pt x="2927342" y="2716989"/>
                </a:cubicBezTo>
                <a:cubicBezTo>
                  <a:pt x="2929746" y="2720280"/>
                  <a:pt x="2931808" y="2723570"/>
                  <a:pt x="2933869" y="2723570"/>
                </a:cubicBezTo>
                <a:cubicBezTo>
                  <a:pt x="2927342" y="2725090"/>
                  <a:pt x="2914288" y="2732938"/>
                  <a:pt x="2901577" y="2731418"/>
                </a:cubicBezTo>
                <a:cubicBezTo>
                  <a:pt x="2903638" y="2718761"/>
                  <a:pt x="2925281" y="2726609"/>
                  <a:pt x="2927342" y="2713951"/>
                </a:cubicBezTo>
                <a:close/>
                <a:moveTo>
                  <a:pt x="2872548" y="2710932"/>
                </a:moveTo>
                <a:cubicBezTo>
                  <a:pt x="2876338" y="2711478"/>
                  <a:pt x="2879741" y="2713473"/>
                  <a:pt x="2881952" y="2717464"/>
                </a:cubicBezTo>
                <a:cubicBezTo>
                  <a:pt x="2875487" y="2722279"/>
                  <a:pt x="2862558" y="2709609"/>
                  <a:pt x="2864600" y="2731907"/>
                </a:cubicBezTo>
                <a:cubicBezTo>
                  <a:pt x="2858136" y="2735201"/>
                  <a:pt x="2856094" y="2727092"/>
                  <a:pt x="2849630" y="2730387"/>
                </a:cubicBezTo>
                <a:cubicBezTo>
                  <a:pt x="2846313" y="2720695"/>
                  <a:pt x="2861176" y="2709293"/>
                  <a:pt x="2872548" y="2710932"/>
                </a:cubicBezTo>
                <a:close/>
                <a:moveTo>
                  <a:pt x="2733000" y="2706038"/>
                </a:moveTo>
                <a:cubicBezTo>
                  <a:pt x="2743766" y="2722207"/>
                  <a:pt x="2764962" y="2720667"/>
                  <a:pt x="2758569" y="2741714"/>
                </a:cubicBezTo>
                <a:cubicBezTo>
                  <a:pt x="2758569" y="2741714"/>
                  <a:pt x="2758569" y="2741714"/>
                  <a:pt x="2769335" y="2740174"/>
                </a:cubicBezTo>
                <a:cubicBezTo>
                  <a:pt x="2764962" y="2722207"/>
                  <a:pt x="2754532" y="2728881"/>
                  <a:pt x="2752177" y="2709375"/>
                </a:cubicBezTo>
                <a:cubicBezTo>
                  <a:pt x="2743766" y="2709375"/>
                  <a:pt x="2743766" y="2707578"/>
                  <a:pt x="2733000" y="2706038"/>
                </a:cubicBezTo>
                <a:close/>
                <a:moveTo>
                  <a:pt x="2928422" y="2703682"/>
                </a:moveTo>
                <a:lnTo>
                  <a:pt x="2926794" y="2706657"/>
                </a:lnTo>
                <a:cubicBezTo>
                  <a:pt x="2926794" y="2705887"/>
                  <a:pt x="2926794" y="2704669"/>
                  <a:pt x="2927090" y="2703868"/>
                </a:cubicBezTo>
                <a:close/>
                <a:moveTo>
                  <a:pt x="2777746" y="2694745"/>
                </a:moveTo>
                <a:cubicBezTo>
                  <a:pt x="2777746" y="2694745"/>
                  <a:pt x="2777746" y="2694745"/>
                  <a:pt x="2779764" y="2704498"/>
                </a:cubicBezTo>
                <a:cubicBezTo>
                  <a:pt x="2784138" y="2696285"/>
                  <a:pt x="2792549" y="2706038"/>
                  <a:pt x="2794568" y="2696285"/>
                </a:cubicBezTo>
                <a:cubicBezTo>
                  <a:pt x="2788512" y="2696285"/>
                  <a:pt x="2784138" y="2692949"/>
                  <a:pt x="2777746" y="2694745"/>
                </a:cubicBezTo>
                <a:close/>
                <a:moveTo>
                  <a:pt x="2969574" y="2693579"/>
                </a:moveTo>
                <a:cubicBezTo>
                  <a:pt x="2971595" y="2703580"/>
                  <a:pt x="2963174" y="2701784"/>
                  <a:pt x="2965195" y="2709989"/>
                </a:cubicBezTo>
                <a:cubicBezTo>
                  <a:pt x="2971595" y="2709989"/>
                  <a:pt x="2973616" y="2705118"/>
                  <a:pt x="2971595" y="2696913"/>
                </a:cubicBezTo>
                <a:cubicBezTo>
                  <a:pt x="2984395" y="2705118"/>
                  <a:pt x="2990796" y="2695375"/>
                  <a:pt x="3003596" y="2705118"/>
                </a:cubicBezTo>
                <a:cubicBezTo>
                  <a:pt x="2995175" y="2726143"/>
                  <a:pt x="2977995" y="2698707"/>
                  <a:pt x="2969574" y="2708195"/>
                </a:cubicBezTo>
                <a:cubicBezTo>
                  <a:pt x="2969574" y="2714861"/>
                  <a:pt x="2973616" y="2714861"/>
                  <a:pt x="2975974" y="2714861"/>
                </a:cubicBezTo>
                <a:cubicBezTo>
                  <a:pt x="2973616" y="2722811"/>
                  <a:pt x="2956774" y="2717938"/>
                  <a:pt x="2950374" y="2706657"/>
                </a:cubicBezTo>
                <a:cubicBezTo>
                  <a:pt x="2943974" y="2708195"/>
                  <a:pt x="2939596" y="2711528"/>
                  <a:pt x="2939596" y="2716400"/>
                </a:cubicBezTo>
                <a:cubicBezTo>
                  <a:pt x="2933194" y="2714861"/>
                  <a:pt x="2935553" y="2705118"/>
                  <a:pt x="2926794" y="2709989"/>
                </a:cubicBezTo>
                <a:cubicBezTo>
                  <a:pt x="2926794" y="2706657"/>
                  <a:pt x="2929153" y="2706657"/>
                  <a:pt x="2929153" y="2703580"/>
                </a:cubicBezTo>
                <a:lnTo>
                  <a:pt x="2928422" y="2703682"/>
                </a:lnTo>
                <a:lnTo>
                  <a:pt x="2931089" y="2698804"/>
                </a:lnTo>
                <a:cubicBezTo>
                  <a:pt x="2933784" y="2697362"/>
                  <a:pt x="2937573" y="2696913"/>
                  <a:pt x="2941953" y="2696913"/>
                </a:cubicBezTo>
                <a:cubicBezTo>
                  <a:pt x="2950374" y="2696913"/>
                  <a:pt x="2960816" y="2698707"/>
                  <a:pt x="2969574" y="2693579"/>
                </a:cubicBezTo>
                <a:close/>
                <a:moveTo>
                  <a:pt x="3006560" y="2673491"/>
                </a:moveTo>
                <a:cubicBezTo>
                  <a:pt x="3000458" y="2679819"/>
                  <a:pt x="2994016" y="2686148"/>
                  <a:pt x="2983165" y="2687667"/>
                </a:cubicBezTo>
                <a:cubicBezTo>
                  <a:pt x="2983165" y="2675009"/>
                  <a:pt x="3000458" y="2668681"/>
                  <a:pt x="3006560" y="2673491"/>
                </a:cubicBezTo>
                <a:close/>
                <a:moveTo>
                  <a:pt x="3023908" y="2672322"/>
                </a:moveTo>
                <a:cubicBezTo>
                  <a:pt x="3028513" y="2671329"/>
                  <a:pt x="3043409" y="2676544"/>
                  <a:pt x="3046622" y="2679033"/>
                </a:cubicBezTo>
                <a:cubicBezTo>
                  <a:pt x="3038052" y="2693324"/>
                  <a:pt x="3034096" y="2672397"/>
                  <a:pt x="3023548" y="2675715"/>
                </a:cubicBezTo>
                <a:cubicBezTo>
                  <a:pt x="3021981" y="2673673"/>
                  <a:pt x="3022373" y="2672653"/>
                  <a:pt x="3023908" y="2672322"/>
                </a:cubicBezTo>
                <a:close/>
                <a:moveTo>
                  <a:pt x="3872881" y="2663675"/>
                </a:moveTo>
                <a:cubicBezTo>
                  <a:pt x="3868816" y="2678213"/>
                  <a:pt x="3843072" y="2679743"/>
                  <a:pt x="3830200" y="2674897"/>
                </a:cubicBezTo>
                <a:cubicBezTo>
                  <a:pt x="3841040" y="2661890"/>
                  <a:pt x="3855944" y="2661890"/>
                  <a:pt x="3872881" y="2663675"/>
                </a:cubicBezTo>
                <a:close/>
                <a:moveTo>
                  <a:pt x="3938154" y="2658883"/>
                </a:moveTo>
                <a:cubicBezTo>
                  <a:pt x="3929757" y="2671817"/>
                  <a:pt x="3908597" y="2671817"/>
                  <a:pt x="3885086" y="2671817"/>
                </a:cubicBezTo>
                <a:cubicBezTo>
                  <a:pt x="3889453" y="2653968"/>
                  <a:pt x="3916994" y="2661987"/>
                  <a:pt x="3938154" y="2658883"/>
                </a:cubicBezTo>
                <a:close/>
                <a:moveTo>
                  <a:pt x="3455464" y="2641273"/>
                </a:moveTo>
                <a:cubicBezTo>
                  <a:pt x="3462249" y="2640643"/>
                  <a:pt x="3469532" y="2643163"/>
                  <a:pt x="3476814" y="2648203"/>
                </a:cubicBezTo>
                <a:cubicBezTo>
                  <a:pt x="3470525" y="2648203"/>
                  <a:pt x="3464236" y="2649794"/>
                  <a:pt x="3460264" y="2651386"/>
                </a:cubicBezTo>
                <a:cubicBezTo>
                  <a:pt x="3453974" y="2653243"/>
                  <a:pt x="3447685" y="2654835"/>
                  <a:pt x="3437092" y="2653243"/>
                </a:cubicBezTo>
                <a:cubicBezTo>
                  <a:pt x="3442389" y="2645683"/>
                  <a:pt x="3448678" y="2641903"/>
                  <a:pt x="3455464" y="2641273"/>
                </a:cubicBezTo>
                <a:close/>
                <a:moveTo>
                  <a:pt x="3996437" y="2624227"/>
                </a:moveTo>
                <a:lnTo>
                  <a:pt x="3994183" y="2625452"/>
                </a:lnTo>
                <a:lnTo>
                  <a:pt x="3996150" y="2627106"/>
                </a:lnTo>
                <a:lnTo>
                  <a:pt x="3998756" y="2624338"/>
                </a:lnTo>
                <a:close/>
                <a:moveTo>
                  <a:pt x="4439557" y="2604170"/>
                </a:moveTo>
                <a:cubicBezTo>
                  <a:pt x="4433294" y="2612337"/>
                  <a:pt x="4427031" y="2629946"/>
                  <a:pt x="4412526" y="2623566"/>
                </a:cubicBezTo>
                <a:cubicBezTo>
                  <a:pt x="4410218" y="2612337"/>
                  <a:pt x="4422746" y="2607488"/>
                  <a:pt x="4439557" y="2604170"/>
                </a:cubicBezTo>
                <a:close/>
                <a:moveTo>
                  <a:pt x="353055" y="2604170"/>
                </a:moveTo>
                <a:cubicBezTo>
                  <a:pt x="359497" y="2607440"/>
                  <a:pt x="361531" y="2612219"/>
                  <a:pt x="367973" y="2605679"/>
                </a:cubicBezTo>
                <a:cubicBezTo>
                  <a:pt x="376450" y="2608949"/>
                  <a:pt x="359497" y="2610458"/>
                  <a:pt x="361531" y="2615236"/>
                </a:cubicBezTo>
                <a:cubicBezTo>
                  <a:pt x="355089" y="2613728"/>
                  <a:pt x="353055" y="2610458"/>
                  <a:pt x="353055" y="2604170"/>
                </a:cubicBezTo>
                <a:close/>
                <a:moveTo>
                  <a:pt x="3090062" y="2603834"/>
                </a:moveTo>
                <a:cubicBezTo>
                  <a:pt x="3084194" y="2605891"/>
                  <a:pt x="3084574" y="2613254"/>
                  <a:pt x="3081545" y="2616720"/>
                </a:cubicBezTo>
                <a:cubicBezTo>
                  <a:pt x="3077172" y="2618516"/>
                  <a:pt x="3075153" y="2616720"/>
                  <a:pt x="3072798" y="2621596"/>
                </a:cubicBezTo>
                <a:cubicBezTo>
                  <a:pt x="3087938" y="2623393"/>
                  <a:pt x="3091974" y="2613639"/>
                  <a:pt x="3098367" y="2603886"/>
                </a:cubicBezTo>
                <a:cubicBezTo>
                  <a:pt x="3094667" y="2603052"/>
                  <a:pt x="3092017" y="2603148"/>
                  <a:pt x="3090062" y="2603834"/>
                </a:cubicBezTo>
                <a:close/>
                <a:moveTo>
                  <a:pt x="3026034" y="2600549"/>
                </a:moveTo>
                <a:cubicBezTo>
                  <a:pt x="3028220" y="2606325"/>
                  <a:pt x="3027716" y="2609982"/>
                  <a:pt x="3026665" y="2613222"/>
                </a:cubicBezTo>
                <a:lnTo>
                  <a:pt x="3026164" y="2615146"/>
                </a:lnTo>
                <a:lnTo>
                  <a:pt x="3031324" y="2620589"/>
                </a:lnTo>
                <a:lnTo>
                  <a:pt x="3032048" y="2619479"/>
                </a:lnTo>
                <a:cubicBezTo>
                  <a:pt x="3033099" y="2616463"/>
                  <a:pt x="3033604" y="2612869"/>
                  <a:pt x="3036800" y="2612099"/>
                </a:cubicBezTo>
                <a:cubicBezTo>
                  <a:pt x="3036800" y="2613639"/>
                  <a:pt x="3041174" y="2615179"/>
                  <a:pt x="3041174" y="2612099"/>
                </a:cubicBezTo>
                <a:cubicBezTo>
                  <a:pt x="3032426" y="2613639"/>
                  <a:pt x="3038818" y="2597470"/>
                  <a:pt x="3026034" y="2600549"/>
                </a:cubicBezTo>
                <a:close/>
                <a:moveTo>
                  <a:pt x="4206652" y="2596248"/>
                </a:moveTo>
                <a:cubicBezTo>
                  <a:pt x="4200562" y="2601210"/>
                  <a:pt x="4202592" y="2612964"/>
                  <a:pt x="4187705" y="2612964"/>
                </a:cubicBezTo>
                <a:cubicBezTo>
                  <a:pt x="4187705" y="2598076"/>
                  <a:pt x="4187705" y="2598076"/>
                  <a:pt x="4187705" y="2598076"/>
                </a:cubicBezTo>
                <a:cubicBezTo>
                  <a:pt x="4194133" y="2598076"/>
                  <a:pt x="4200562" y="2596248"/>
                  <a:pt x="4206652" y="2596248"/>
                </a:cubicBezTo>
                <a:close/>
                <a:moveTo>
                  <a:pt x="3414814" y="2594116"/>
                </a:moveTo>
                <a:lnTo>
                  <a:pt x="3414095" y="2599142"/>
                </a:lnTo>
                <a:cubicBezTo>
                  <a:pt x="3413164" y="2605266"/>
                  <a:pt x="3412092" y="2605939"/>
                  <a:pt x="3402503" y="2612099"/>
                </a:cubicBezTo>
                <a:cubicBezTo>
                  <a:pt x="3415288" y="2603886"/>
                  <a:pt x="3425718" y="2621596"/>
                  <a:pt x="3434465" y="2607223"/>
                </a:cubicBezTo>
                <a:cubicBezTo>
                  <a:pt x="3425886" y="2604785"/>
                  <a:pt x="3423194" y="2601512"/>
                  <a:pt x="3422101" y="2597021"/>
                </a:cubicBezTo>
                <a:lnTo>
                  <a:pt x="3421746" y="2594781"/>
                </a:lnTo>
                <a:close/>
                <a:moveTo>
                  <a:pt x="3312971" y="2586031"/>
                </a:moveTo>
                <a:lnTo>
                  <a:pt x="3313012" y="2586176"/>
                </a:lnTo>
                <a:lnTo>
                  <a:pt x="3314998" y="2586138"/>
                </a:lnTo>
                <a:close/>
                <a:moveTo>
                  <a:pt x="3294398" y="2583567"/>
                </a:moveTo>
                <a:lnTo>
                  <a:pt x="3294172" y="2584380"/>
                </a:lnTo>
                <a:lnTo>
                  <a:pt x="3297805" y="2584064"/>
                </a:lnTo>
                <a:close/>
                <a:moveTo>
                  <a:pt x="3270779" y="2580124"/>
                </a:moveTo>
                <a:lnTo>
                  <a:pt x="3270621" y="2581300"/>
                </a:lnTo>
                <a:cubicBezTo>
                  <a:pt x="3277014" y="2579503"/>
                  <a:pt x="3277014" y="2584380"/>
                  <a:pt x="3283406" y="2584380"/>
                </a:cubicBezTo>
                <a:lnTo>
                  <a:pt x="3284162" y="2582075"/>
                </a:lnTo>
                <a:close/>
                <a:moveTo>
                  <a:pt x="4159384" y="2578927"/>
                </a:moveTo>
                <a:cubicBezTo>
                  <a:pt x="4172216" y="2578972"/>
                  <a:pt x="4184578" y="2579811"/>
                  <a:pt x="4196269" y="2581877"/>
                </a:cubicBezTo>
                <a:cubicBezTo>
                  <a:pt x="4178270" y="2611960"/>
                  <a:pt x="4143704" y="2622935"/>
                  <a:pt x="4105940" y="2626195"/>
                </a:cubicBezTo>
                <a:lnTo>
                  <a:pt x="4097307" y="2626275"/>
                </a:lnTo>
                <a:lnTo>
                  <a:pt x="4095758" y="2626554"/>
                </a:lnTo>
                <a:cubicBezTo>
                  <a:pt x="4079404" y="2628315"/>
                  <a:pt x="4061502" y="2628692"/>
                  <a:pt x="4046780" y="2631081"/>
                </a:cubicBezTo>
                <a:lnTo>
                  <a:pt x="4046780" y="2626639"/>
                </a:lnTo>
                <a:lnTo>
                  <a:pt x="4012114" y="2624978"/>
                </a:lnTo>
                <a:lnTo>
                  <a:pt x="4012158" y="2625150"/>
                </a:lnTo>
                <a:cubicBezTo>
                  <a:pt x="4011134" y="2626841"/>
                  <a:pt x="4009579" y="2628964"/>
                  <a:pt x="4010561" y="2634003"/>
                </a:cubicBezTo>
                <a:cubicBezTo>
                  <a:pt x="3996150" y="2635594"/>
                  <a:pt x="3996150" y="2635594"/>
                  <a:pt x="3996150" y="2635594"/>
                </a:cubicBezTo>
                <a:cubicBezTo>
                  <a:pt x="3996150" y="2630555"/>
                  <a:pt x="3996150" y="2628963"/>
                  <a:pt x="3991893" y="2627106"/>
                </a:cubicBezTo>
                <a:lnTo>
                  <a:pt x="3993272" y="2625946"/>
                </a:lnTo>
                <a:lnTo>
                  <a:pt x="3966496" y="2640495"/>
                </a:lnTo>
                <a:cubicBezTo>
                  <a:pt x="3924107" y="2638946"/>
                  <a:pt x="3885756" y="2640495"/>
                  <a:pt x="3849758" y="2643852"/>
                </a:cubicBezTo>
                <a:cubicBezTo>
                  <a:pt x="3813425" y="2648758"/>
                  <a:pt x="3777428" y="2653665"/>
                  <a:pt x="3745469" y="2656764"/>
                </a:cubicBezTo>
                <a:cubicBezTo>
                  <a:pt x="3677513" y="2663219"/>
                  <a:pt x="3613930" y="2665027"/>
                  <a:pt x="3554383" y="2634039"/>
                </a:cubicBezTo>
                <a:cubicBezTo>
                  <a:pt x="3530834" y="2642044"/>
                  <a:pt x="3513677" y="2632232"/>
                  <a:pt x="3486091" y="2640495"/>
                </a:cubicBezTo>
                <a:cubicBezTo>
                  <a:pt x="3482054" y="2638946"/>
                  <a:pt x="3479699" y="2637138"/>
                  <a:pt x="3479699" y="2632232"/>
                </a:cubicBezTo>
                <a:cubicBezTo>
                  <a:pt x="3475662" y="2627325"/>
                  <a:pt x="3484072" y="2614414"/>
                  <a:pt x="3490464" y="2606150"/>
                </a:cubicBezTo>
                <a:cubicBezTo>
                  <a:pt x="3511658" y="2622419"/>
                  <a:pt x="3513677" y="2596338"/>
                  <a:pt x="3524442" y="2617513"/>
                </a:cubicBezTo>
                <a:cubicBezTo>
                  <a:pt x="3561027" y="2607829"/>
                  <a:pt x="3600073" y="2617319"/>
                  <a:pt x="3638030" y="2620600"/>
                </a:cubicBezTo>
                <a:lnTo>
                  <a:pt x="3651464" y="2620697"/>
                </a:lnTo>
                <a:lnTo>
                  <a:pt x="3651434" y="2619944"/>
                </a:lnTo>
                <a:cubicBezTo>
                  <a:pt x="3656373" y="2615300"/>
                  <a:pt x="3674790" y="2619073"/>
                  <a:pt x="3685969" y="2616620"/>
                </a:cubicBezTo>
                <a:lnTo>
                  <a:pt x="3684912" y="2618748"/>
                </a:lnTo>
                <a:lnTo>
                  <a:pt x="3708589" y="2613413"/>
                </a:lnTo>
                <a:cubicBezTo>
                  <a:pt x="3719985" y="2609959"/>
                  <a:pt x="3731676" y="2606279"/>
                  <a:pt x="3743450" y="2604601"/>
                </a:cubicBezTo>
                <a:cubicBezTo>
                  <a:pt x="3767336" y="2600921"/>
                  <a:pt x="3791642" y="2598468"/>
                  <a:pt x="3816159" y="2596757"/>
                </a:cubicBezTo>
                <a:lnTo>
                  <a:pt x="3828068" y="2596211"/>
                </a:lnTo>
                <a:lnTo>
                  <a:pt x="3828339" y="2596156"/>
                </a:lnTo>
                <a:cubicBezTo>
                  <a:pt x="3849726" y="2593924"/>
                  <a:pt x="3870164" y="2596679"/>
                  <a:pt x="3894209" y="2589458"/>
                </a:cubicBezTo>
                <a:lnTo>
                  <a:pt x="3895392" y="2593187"/>
                </a:lnTo>
                <a:lnTo>
                  <a:pt x="4036807" y="2588332"/>
                </a:lnTo>
                <a:cubicBezTo>
                  <a:pt x="4078186" y="2585815"/>
                  <a:pt x="4120890" y="2578794"/>
                  <a:pt x="4159384" y="2578927"/>
                </a:cubicBezTo>
                <a:close/>
                <a:moveTo>
                  <a:pt x="3250194" y="2575084"/>
                </a:moveTo>
                <a:lnTo>
                  <a:pt x="3249426" y="2576424"/>
                </a:lnTo>
                <a:cubicBezTo>
                  <a:pt x="3251444" y="2576424"/>
                  <a:pt x="3253463" y="2579503"/>
                  <a:pt x="3251444" y="2584380"/>
                </a:cubicBezTo>
                <a:lnTo>
                  <a:pt x="3262783" y="2578286"/>
                </a:lnTo>
                <a:close/>
                <a:moveTo>
                  <a:pt x="4341646" y="2572864"/>
                </a:moveTo>
                <a:cubicBezTo>
                  <a:pt x="4316144" y="2586044"/>
                  <a:pt x="4267492" y="2600517"/>
                  <a:pt x="4229240" y="2595607"/>
                </a:cubicBezTo>
                <a:cubicBezTo>
                  <a:pt x="4263130" y="2576224"/>
                  <a:pt x="4295006" y="2567954"/>
                  <a:pt x="4341646" y="2572864"/>
                </a:cubicBezTo>
                <a:close/>
                <a:moveTo>
                  <a:pt x="3181865" y="2568569"/>
                </a:moveTo>
                <a:lnTo>
                  <a:pt x="3172214" y="2573190"/>
                </a:lnTo>
                <a:lnTo>
                  <a:pt x="3171857" y="2576708"/>
                </a:lnTo>
                <a:cubicBezTo>
                  <a:pt x="3174065" y="2582183"/>
                  <a:pt x="3182896" y="2580402"/>
                  <a:pt x="3175074" y="2587716"/>
                </a:cubicBezTo>
                <a:cubicBezTo>
                  <a:pt x="3175074" y="2587716"/>
                  <a:pt x="3175074" y="2587716"/>
                  <a:pt x="3202662" y="2587716"/>
                </a:cubicBezTo>
                <a:cubicBezTo>
                  <a:pt x="3200642" y="2576424"/>
                  <a:pt x="3211073" y="2579503"/>
                  <a:pt x="3211073" y="2571547"/>
                </a:cubicBezTo>
                <a:cubicBezTo>
                  <a:pt x="3193914" y="2577964"/>
                  <a:pt x="3200642" y="2584380"/>
                  <a:pt x="3181466" y="2584380"/>
                </a:cubicBezTo>
                <a:cubicBezTo>
                  <a:pt x="3182981" y="2578413"/>
                  <a:pt x="3188090" y="2578653"/>
                  <a:pt x="3189698" y="2574382"/>
                </a:cubicBezTo>
                <a:lnTo>
                  <a:pt x="3189859" y="2568822"/>
                </a:lnTo>
                <a:close/>
                <a:moveTo>
                  <a:pt x="3406541" y="2563334"/>
                </a:moveTo>
                <a:cubicBezTo>
                  <a:pt x="3404522" y="2569750"/>
                  <a:pt x="3402503" y="2579503"/>
                  <a:pt x="3396110" y="2581300"/>
                </a:cubicBezTo>
                <a:cubicBezTo>
                  <a:pt x="3396110" y="2576424"/>
                  <a:pt x="3396110" y="2573086"/>
                  <a:pt x="3389719" y="2573086"/>
                </a:cubicBezTo>
                <a:cubicBezTo>
                  <a:pt x="3389719" y="2573086"/>
                  <a:pt x="3389719" y="2573086"/>
                  <a:pt x="3387700" y="2584380"/>
                </a:cubicBezTo>
                <a:cubicBezTo>
                  <a:pt x="3396110" y="2582840"/>
                  <a:pt x="3401410" y="2584059"/>
                  <a:pt x="3405406" y="2585856"/>
                </a:cubicBezTo>
                <a:lnTo>
                  <a:pt x="3410236" y="2588271"/>
                </a:lnTo>
                <a:lnTo>
                  <a:pt x="3420730" y="2588364"/>
                </a:lnTo>
                <a:lnTo>
                  <a:pt x="3419325" y="2579503"/>
                </a:lnTo>
                <a:cubicBezTo>
                  <a:pt x="3428072" y="2579503"/>
                  <a:pt x="3428072" y="2586176"/>
                  <a:pt x="3434465" y="2587716"/>
                </a:cubicBezTo>
                <a:cubicBezTo>
                  <a:pt x="3438502" y="2569750"/>
                  <a:pt x="3415288" y="2571547"/>
                  <a:pt x="3406541" y="2563334"/>
                </a:cubicBezTo>
                <a:close/>
                <a:moveTo>
                  <a:pt x="3277014" y="2561794"/>
                </a:moveTo>
                <a:lnTo>
                  <a:pt x="3274658" y="2565654"/>
                </a:lnTo>
                <a:lnTo>
                  <a:pt x="3289186" y="2567322"/>
                </a:lnTo>
                <a:lnTo>
                  <a:pt x="3287358" y="2565195"/>
                </a:lnTo>
                <a:cubicBezTo>
                  <a:pt x="3285508" y="2562564"/>
                  <a:pt x="3283406" y="2560126"/>
                  <a:pt x="3277014" y="2561794"/>
                </a:cubicBezTo>
                <a:close/>
                <a:moveTo>
                  <a:pt x="3306956" y="2555120"/>
                </a:moveTo>
                <a:cubicBezTo>
                  <a:pt x="3303760" y="2556019"/>
                  <a:pt x="3303171" y="2559677"/>
                  <a:pt x="3302330" y="2563109"/>
                </a:cubicBezTo>
                <a:lnTo>
                  <a:pt x="3297547" y="2568283"/>
                </a:lnTo>
                <a:lnTo>
                  <a:pt x="3314533" y="2570234"/>
                </a:lnTo>
                <a:lnTo>
                  <a:pt x="3315366" y="2569750"/>
                </a:lnTo>
                <a:lnTo>
                  <a:pt x="3315170" y="2570307"/>
                </a:lnTo>
                <a:lnTo>
                  <a:pt x="3322296" y="2571125"/>
                </a:lnTo>
                <a:lnTo>
                  <a:pt x="3322558" y="2567793"/>
                </a:lnTo>
                <a:cubicBezTo>
                  <a:pt x="3324956" y="2564553"/>
                  <a:pt x="3328152" y="2560896"/>
                  <a:pt x="3328152" y="2555120"/>
                </a:cubicBezTo>
                <a:cubicBezTo>
                  <a:pt x="3315366" y="2552040"/>
                  <a:pt x="3315366" y="2563334"/>
                  <a:pt x="3308975" y="2566670"/>
                </a:cubicBezTo>
                <a:cubicBezTo>
                  <a:pt x="3308975" y="2561794"/>
                  <a:pt x="3310994" y="2555120"/>
                  <a:pt x="3306956" y="2555120"/>
                </a:cubicBezTo>
                <a:close/>
                <a:moveTo>
                  <a:pt x="3353384" y="2552040"/>
                </a:moveTo>
                <a:cubicBezTo>
                  <a:pt x="3344974" y="2566670"/>
                  <a:pt x="3355739" y="2569750"/>
                  <a:pt x="3349346" y="2574626"/>
                </a:cubicBezTo>
                <a:cubicBezTo>
                  <a:pt x="3345142" y="2567312"/>
                  <a:pt x="3340852" y="2567312"/>
                  <a:pt x="3336310" y="2569558"/>
                </a:cubicBezTo>
                <a:lnTo>
                  <a:pt x="3331722" y="2572208"/>
                </a:lnTo>
                <a:lnTo>
                  <a:pt x="3333556" y="2572419"/>
                </a:lnTo>
                <a:cubicBezTo>
                  <a:pt x="3344067" y="2574152"/>
                  <a:pt x="3354241" y="2576236"/>
                  <a:pt x="3363512" y="2578803"/>
                </a:cubicBezTo>
                <a:lnTo>
                  <a:pt x="3363959" y="2578972"/>
                </a:lnTo>
                <a:lnTo>
                  <a:pt x="3364849" y="2577089"/>
                </a:lnTo>
                <a:cubicBezTo>
                  <a:pt x="3364739" y="2571820"/>
                  <a:pt x="3358430" y="2568210"/>
                  <a:pt x="3366505" y="2568210"/>
                </a:cubicBezTo>
                <a:cubicBezTo>
                  <a:pt x="3374916" y="2565772"/>
                  <a:pt x="3373318" y="2571033"/>
                  <a:pt x="3371720" y="2576295"/>
                </a:cubicBezTo>
                <a:lnTo>
                  <a:pt x="3370846" y="2581575"/>
                </a:lnTo>
                <a:lnTo>
                  <a:pt x="3376933" y="2583875"/>
                </a:lnTo>
                <a:lnTo>
                  <a:pt x="3376892" y="2570680"/>
                </a:lnTo>
                <a:cubicBezTo>
                  <a:pt x="3376345" y="2566221"/>
                  <a:pt x="3374748" y="2562564"/>
                  <a:pt x="3370542" y="2561794"/>
                </a:cubicBezTo>
                <a:cubicBezTo>
                  <a:pt x="3362132" y="2573086"/>
                  <a:pt x="3357758" y="2555120"/>
                  <a:pt x="3353384" y="2552040"/>
                </a:cubicBezTo>
                <a:close/>
                <a:moveTo>
                  <a:pt x="3942480" y="2543827"/>
                </a:moveTo>
                <a:cubicBezTo>
                  <a:pt x="3929695" y="2543827"/>
                  <a:pt x="3916910" y="2542287"/>
                  <a:pt x="3914892" y="2552040"/>
                </a:cubicBezTo>
                <a:cubicBezTo>
                  <a:pt x="3925322" y="2555120"/>
                  <a:pt x="3940460" y="2556917"/>
                  <a:pt x="3942480" y="2543827"/>
                </a:cubicBezTo>
                <a:close/>
                <a:moveTo>
                  <a:pt x="4430509" y="2542239"/>
                </a:moveTo>
                <a:lnTo>
                  <a:pt x="4415776" y="2543815"/>
                </a:lnTo>
                <a:cubicBezTo>
                  <a:pt x="4406488" y="2548497"/>
                  <a:pt x="4396868" y="2552110"/>
                  <a:pt x="4387008" y="2554847"/>
                </a:cubicBezTo>
                <a:lnTo>
                  <a:pt x="4373567" y="2557416"/>
                </a:lnTo>
                <a:lnTo>
                  <a:pt x="4380596" y="2557116"/>
                </a:lnTo>
                <a:cubicBezTo>
                  <a:pt x="4394368" y="2554504"/>
                  <a:pt x="4407360" y="2548712"/>
                  <a:pt x="4419252" y="2544791"/>
                </a:cubicBezTo>
                <a:close/>
                <a:moveTo>
                  <a:pt x="3972086" y="2537411"/>
                </a:moveTo>
                <a:cubicBezTo>
                  <a:pt x="3961656" y="2537411"/>
                  <a:pt x="3957282" y="2543827"/>
                  <a:pt x="3959300" y="2553580"/>
                </a:cubicBezTo>
                <a:cubicBezTo>
                  <a:pt x="3970067" y="2553580"/>
                  <a:pt x="3974440" y="2547164"/>
                  <a:pt x="3972086" y="2537411"/>
                </a:cubicBezTo>
                <a:close/>
                <a:moveTo>
                  <a:pt x="4051543" y="2521660"/>
                </a:moveTo>
                <a:lnTo>
                  <a:pt x="4048792" y="2522781"/>
                </a:lnTo>
                <a:lnTo>
                  <a:pt x="4050983" y="2527082"/>
                </a:lnTo>
                <a:lnTo>
                  <a:pt x="4051331" y="2522356"/>
                </a:lnTo>
                <a:close/>
                <a:moveTo>
                  <a:pt x="3651786" y="2516023"/>
                </a:moveTo>
                <a:cubicBezTo>
                  <a:pt x="3649425" y="2516075"/>
                  <a:pt x="3647596" y="2516685"/>
                  <a:pt x="3647091" y="2517905"/>
                </a:cubicBezTo>
                <a:cubicBezTo>
                  <a:pt x="3653146" y="2519444"/>
                  <a:pt x="3649110" y="2527657"/>
                  <a:pt x="3647091" y="2532534"/>
                </a:cubicBezTo>
                <a:cubicBezTo>
                  <a:pt x="3655501" y="2534074"/>
                  <a:pt x="3661894" y="2532534"/>
                  <a:pt x="3665931" y="2529197"/>
                </a:cubicBezTo>
                <a:cubicBezTo>
                  <a:pt x="3669127" y="2523551"/>
                  <a:pt x="3664922" y="2519509"/>
                  <a:pt x="3659665" y="2517488"/>
                </a:cubicBezTo>
                <a:cubicBezTo>
                  <a:pt x="3657037" y="2516477"/>
                  <a:pt x="3654146" y="2515971"/>
                  <a:pt x="3651786" y="2516023"/>
                </a:cubicBezTo>
                <a:close/>
                <a:moveTo>
                  <a:pt x="4149156" y="2503524"/>
                </a:moveTo>
                <a:cubicBezTo>
                  <a:pt x="4146949" y="2504300"/>
                  <a:pt x="4146441" y="2505528"/>
                  <a:pt x="4146483" y="2506983"/>
                </a:cubicBezTo>
                <a:lnTo>
                  <a:pt x="4146528" y="2507327"/>
                </a:lnTo>
                <a:lnTo>
                  <a:pt x="4152498" y="2506607"/>
                </a:lnTo>
                <a:lnTo>
                  <a:pt x="4155070" y="2507045"/>
                </a:lnTo>
                <a:close/>
                <a:moveTo>
                  <a:pt x="3697892" y="2499938"/>
                </a:moveTo>
                <a:cubicBezTo>
                  <a:pt x="3689481" y="2503275"/>
                  <a:pt x="3678715" y="2501735"/>
                  <a:pt x="3674678" y="2508151"/>
                </a:cubicBezTo>
                <a:cubicBezTo>
                  <a:pt x="3693855" y="2509691"/>
                  <a:pt x="3672323" y="2527657"/>
                  <a:pt x="3700248" y="2527657"/>
                </a:cubicBezTo>
                <a:cubicBezTo>
                  <a:pt x="3715050" y="2516365"/>
                  <a:pt x="3700248" y="2508151"/>
                  <a:pt x="3697892" y="2499938"/>
                </a:cubicBezTo>
                <a:close/>
                <a:moveTo>
                  <a:pt x="3600326" y="2496858"/>
                </a:moveTo>
                <a:cubicBezTo>
                  <a:pt x="3585186" y="2491981"/>
                  <a:pt x="3583168" y="2524321"/>
                  <a:pt x="3600326" y="2519444"/>
                </a:cubicBezTo>
                <a:cubicBezTo>
                  <a:pt x="3602344" y="2504815"/>
                  <a:pt x="3589560" y="2508151"/>
                  <a:pt x="3600326" y="2496858"/>
                </a:cubicBezTo>
                <a:close/>
                <a:moveTo>
                  <a:pt x="3544815" y="2496858"/>
                </a:moveTo>
                <a:cubicBezTo>
                  <a:pt x="3519582" y="2496858"/>
                  <a:pt x="3536404" y="2511488"/>
                  <a:pt x="3527993" y="2517905"/>
                </a:cubicBezTo>
                <a:cubicBezTo>
                  <a:pt x="3519582" y="2516365"/>
                  <a:pt x="3527993" y="2504815"/>
                  <a:pt x="3517227" y="2506611"/>
                </a:cubicBezTo>
                <a:cubicBezTo>
                  <a:pt x="3510835" y="2521241"/>
                  <a:pt x="3525638" y="2521241"/>
                  <a:pt x="3538422" y="2522781"/>
                </a:cubicBezTo>
                <a:cubicBezTo>
                  <a:pt x="3544815" y="2506611"/>
                  <a:pt x="3536404" y="2508151"/>
                  <a:pt x="3544815" y="2496858"/>
                </a:cubicBezTo>
                <a:close/>
                <a:moveTo>
                  <a:pt x="3778636" y="2495318"/>
                </a:moveTo>
                <a:cubicBezTo>
                  <a:pt x="3785028" y="2504815"/>
                  <a:pt x="3772244" y="2508151"/>
                  <a:pt x="3780991" y="2514567"/>
                </a:cubicBezTo>
                <a:cubicBezTo>
                  <a:pt x="3791421" y="2513028"/>
                  <a:pt x="3789402" y="2514567"/>
                  <a:pt x="3793776" y="2503275"/>
                </a:cubicBezTo>
                <a:cubicBezTo>
                  <a:pt x="3793776" y="2514567"/>
                  <a:pt x="3816989" y="2508151"/>
                  <a:pt x="3819008" y="2517905"/>
                </a:cubicBezTo>
                <a:cubicBezTo>
                  <a:pt x="3821363" y="2498398"/>
                  <a:pt x="3797812" y="2499938"/>
                  <a:pt x="3778636" y="2495318"/>
                </a:cubicBezTo>
                <a:close/>
                <a:moveTo>
                  <a:pt x="3838185" y="2491981"/>
                </a:moveTo>
                <a:cubicBezTo>
                  <a:pt x="3842559" y="2503275"/>
                  <a:pt x="3842559" y="2511488"/>
                  <a:pt x="3844578" y="2514567"/>
                </a:cubicBezTo>
                <a:cubicBezTo>
                  <a:pt x="3853325" y="2499938"/>
                  <a:pt x="3844578" y="2526117"/>
                  <a:pt x="3853325" y="2522781"/>
                </a:cubicBezTo>
                <a:cubicBezTo>
                  <a:pt x="3853325" y="2513028"/>
                  <a:pt x="3861736" y="2511488"/>
                  <a:pt x="3859716" y="2499938"/>
                </a:cubicBezTo>
                <a:cubicBezTo>
                  <a:pt x="3865772" y="2504815"/>
                  <a:pt x="3878558" y="2503275"/>
                  <a:pt x="3876538" y="2491981"/>
                </a:cubicBezTo>
                <a:cubicBezTo>
                  <a:pt x="3853325" y="2496858"/>
                  <a:pt x="3853325" y="2506611"/>
                  <a:pt x="3838185" y="2491981"/>
                </a:cubicBezTo>
                <a:close/>
                <a:moveTo>
                  <a:pt x="3640698" y="2490442"/>
                </a:moveTo>
                <a:cubicBezTo>
                  <a:pt x="3631951" y="2490442"/>
                  <a:pt x="3615130" y="2504815"/>
                  <a:pt x="3623540" y="2509691"/>
                </a:cubicBezTo>
                <a:cubicBezTo>
                  <a:pt x="3627914" y="2503275"/>
                  <a:pt x="3640698" y="2504815"/>
                  <a:pt x="3640698" y="2490442"/>
                </a:cubicBezTo>
                <a:close/>
                <a:moveTo>
                  <a:pt x="3750974" y="2490313"/>
                </a:moveTo>
                <a:cubicBezTo>
                  <a:pt x="3755917" y="2489803"/>
                  <a:pt x="3760032" y="2490329"/>
                  <a:pt x="3761627" y="2492371"/>
                </a:cubicBezTo>
                <a:cubicBezTo>
                  <a:pt x="3753230" y="2498751"/>
                  <a:pt x="3734086" y="2497219"/>
                  <a:pt x="3729719" y="2509980"/>
                </a:cubicBezTo>
                <a:cubicBezTo>
                  <a:pt x="3713849" y="2502706"/>
                  <a:pt x="3736142" y="2491844"/>
                  <a:pt x="3750974" y="2490313"/>
                </a:cubicBezTo>
                <a:close/>
                <a:moveTo>
                  <a:pt x="4110360" y="2488645"/>
                </a:moveTo>
                <a:cubicBezTo>
                  <a:pt x="4087146" y="2488645"/>
                  <a:pt x="4097576" y="2509691"/>
                  <a:pt x="4114734" y="2506611"/>
                </a:cubicBezTo>
                <a:cubicBezTo>
                  <a:pt x="4116752" y="2498398"/>
                  <a:pt x="4106322" y="2499938"/>
                  <a:pt x="4110360" y="2488645"/>
                </a:cubicBezTo>
                <a:close/>
                <a:moveTo>
                  <a:pt x="4061577" y="2488645"/>
                </a:moveTo>
                <a:cubicBezTo>
                  <a:pt x="4057204" y="2498398"/>
                  <a:pt x="4052830" y="2506611"/>
                  <a:pt x="4044418" y="2513028"/>
                </a:cubicBezTo>
                <a:lnTo>
                  <a:pt x="4054652" y="2511438"/>
                </a:lnTo>
                <a:lnTo>
                  <a:pt x="4056669" y="2504811"/>
                </a:lnTo>
                <a:lnTo>
                  <a:pt x="4061844" y="2503588"/>
                </a:lnTo>
                <a:lnTo>
                  <a:pt x="4060232" y="2503507"/>
                </a:lnTo>
                <a:cubicBezTo>
                  <a:pt x="4058402" y="2503017"/>
                  <a:pt x="4057204" y="2501991"/>
                  <a:pt x="4057204" y="2499938"/>
                </a:cubicBezTo>
                <a:cubicBezTo>
                  <a:pt x="4061577" y="2501735"/>
                  <a:pt x="4072342" y="2488645"/>
                  <a:pt x="4061577" y="2488645"/>
                </a:cubicBezTo>
                <a:close/>
                <a:moveTo>
                  <a:pt x="4090599" y="2486059"/>
                </a:moveTo>
                <a:lnTo>
                  <a:pt x="4084990" y="2487202"/>
                </a:lnTo>
                <a:lnTo>
                  <a:pt x="4082004" y="2487064"/>
                </a:lnTo>
                <a:lnTo>
                  <a:pt x="4082004" y="2487069"/>
                </a:lnTo>
                <a:cubicBezTo>
                  <a:pt x="4081552" y="2489319"/>
                  <a:pt x="4080586" y="2491147"/>
                  <a:pt x="4078398" y="2491981"/>
                </a:cubicBezTo>
                <a:close/>
                <a:moveTo>
                  <a:pt x="4249998" y="2484204"/>
                </a:moveTo>
                <a:cubicBezTo>
                  <a:pt x="4260705" y="2484204"/>
                  <a:pt x="4267063" y="2489132"/>
                  <a:pt x="4281785" y="2484204"/>
                </a:cubicBezTo>
                <a:cubicBezTo>
                  <a:pt x="4283794" y="2502359"/>
                  <a:pt x="4256356" y="2502359"/>
                  <a:pt x="4239625" y="2508843"/>
                </a:cubicBezTo>
                <a:cubicBezTo>
                  <a:pt x="4245983" y="2502359"/>
                  <a:pt x="4245983" y="2492503"/>
                  <a:pt x="4249998" y="2484204"/>
                </a:cubicBezTo>
                <a:close/>
                <a:moveTo>
                  <a:pt x="3657520" y="2483768"/>
                </a:moveTo>
                <a:cubicBezTo>
                  <a:pt x="3647091" y="2491981"/>
                  <a:pt x="3644735" y="2498398"/>
                  <a:pt x="3653146" y="2506611"/>
                </a:cubicBezTo>
                <a:cubicBezTo>
                  <a:pt x="3661894" y="2504815"/>
                  <a:pt x="3672323" y="2506611"/>
                  <a:pt x="3672323" y="2496858"/>
                </a:cubicBezTo>
                <a:cubicBezTo>
                  <a:pt x="3668286" y="2495318"/>
                  <a:pt x="3659539" y="2496858"/>
                  <a:pt x="3659539" y="2491981"/>
                </a:cubicBezTo>
                <a:cubicBezTo>
                  <a:pt x="3668286" y="2491981"/>
                  <a:pt x="3661894" y="2485565"/>
                  <a:pt x="3657520" y="2483768"/>
                </a:cubicBezTo>
                <a:close/>
                <a:moveTo>
                  <a:pt x="4687279" y="2479281"/>
                </a:moveTo>
                <a:cubicBezTo>
                  <a:pt x="4682860" y="2485777"/>
                  <a:pt x="4665522" y="2495272"/>
                  <a:pt x="4654984" y="2492024"/>
                </a:cubicBezTo>
                <a:cubicBezTo>
                  <a:pt x="4659403" y="2485777"/>
                  <a:pt x="4676401" y="2476282"/>
                  <a:pt x="4687279" y="2479281"/>
                </a:cubicBezTo>
                <a:close/>
                <a:moveTo>
                  <a:pt x="3976459" y="2478892"/>
                </a:moveTo>
                <a:cubicBezTo>
                  <a:pt x="3980833" y="2485565"/>
                  <a:pt x="3961656" y="2491981"/>
                  <a:pt x="3974440" y="2493521"/>
                </a:cubicBezTo>
                <a:cubicBezTo>
                  <a:pt x="3976459" y="2488645"/>
                  <a:pt x="3980833" y="2487105"/>
                  <a:pt x="3984870" y="2485565"/>
                </a:cubicBezTo>
                <a:cubicBezTo>
                  <a:pt x="3989244" y="2485565"/>
                  <a:pt x="3989244" y="2490442"/>
                  <a:pt x="3997654" y="2488645"/>
                </a:cubicBezTo>
                <a:cubicBezTo>
                  <a:pt x="3997654" y="2477352"/>
                  <a:pt x="3987225" y="2477352"/>
                  <a:pt x="3976459" y="2478892"/>
                </a:cubicBezTo>
                <a:close/>
                <a:moveTo>
                  <a:pt x="3912873" y="2477352"/>
                </a:moveTo>
                <a:cubicBezTo>
                  <a:pt x="3900089" y="2474015"/>
                  <a:pt x="3902107" y="2488645"/>
                  <a:pt x="3887304" y="2483768"/>
                </a:cubicBezTo>
                <a:cubicBezTo>
                  <a:pt x="3887304" y="2498398"/>
                  <a:pt x="3878558" y="2501735"/>
                  <a:pt x="3878558" y="2514567"/>
                </a:cubicBezTo>
                <a:cubicBezTo>
                  <a:pt x="3900089" y="2514567"/>
                  <a:pt x="3882931" y="2501735"/>
                  <a:pt x="3897734" y="2495318"/>
                </a:cubicBezTo>
                <a:cubicBezTo>
                  <a:pt x="3897734" y="2504815"/>
                  <a:pt x="3889323" y="2503275"/>
                  <a:pt x="3895716" y="2509691"/>
                </a:cubicBezTo>
                <a:cubicBezTo>
                  <a:pt x="3923302" y="2509691"/>
                  <a:pt x="3900089" y="2485565"/>
                  <a:pt x="3912873" y="2477352"/>
                </a:cubicBezTo>
                <a:close/>
                <a:moveTo>
                  <a:pt x="3693408" y="2476041"/>
                </a:moveTo>
                <a:cubicBezTo>
                  <a:pt x="3692278" y="2475555"/>
                  <a:pt x="3691079" y="2475748"/>
                  <a:pt x="3689481" y="2477352"/>
                </a:cubicBezTo>
                <a:cubicBezTo>
                  <a:pt x="3700248" y="2483768"/>
                  <a:pt x="3670304" y="2485565"/>
                  <a:pt x="3685108" y="2499938"/>
                </a:cubicBezTo>
                <a:cubicBezTo>
                  <a:pt x="3689481" y="2488645"/>
                  <a:pt x="3708658" y="2493521"/>
                  <a:pt x="3710676" y="2478892"/>
                </a:cubicBezTo>
                <a:cubicBezTo>
                  <a:pt x="3699574" y="2485052"/>
                  <a:pt x="3696798" y="2477496"/>
                  <a:pt x="3693408" y="2476041"/>
                </a:cubicBezTo>
                <a:close/>
                <a:moveTo>
                  <a:pt x="4024844" y="2473462"/>
                </a:moveTo>
                <a:lnTo>
                  <a:pt x="4025058" y="2474645"/>
                </a:lnTo>
                <a:cubicBezTo>
                  <a:pt x="4026714" y="2480961"/>
                  <a:pt x="4026336" y="2477352"/>
                  <a:pt x="4010438" y="2477352"/>
                </a:cubicBezTo>
                <a:cubicBezTo>
                  <a:pt x="4012794" y="2487105"/>
                  <a:pt x="4025242" y="2506611"/>
                  <a:pt x="4040382" y="2493521"/>
                </a:cubicBezTo>
                <a:cubicBezTo>
                  <a:pt x="4033990" y="2493521"/>
                  <a:pt x="4033990" y="2483768"/>
                  <a:pt x="4040382" y="2482228"/>
                </a:cubicBezTo>
                <a:cubicBezTo>
                  <a:pt x="4042400" y="2487875"/>
                  <a:pt x="4047111" y="2488709"/>
                  <a:pt x="4052662" y="2487522"/>
                </a:cubicBezTo>
                <a:lnTo>
                  <a:pt x="4056980" y="2485819"/>
                </a:lnTo>
                <a:lnTo>
                  <a:pt x="4040940" y="2481207"/>
                </a:lnTo>
                <a:cubicBezTo>
                  <a:pt x="4035737" y="2479049"/>
                  <a:pt x="4030756" y="2476467"/>
                  <a:pt x="4025836" y="2473933"/>
                </a:cubicBezTo>
                <a:close/>
                <a:moveTo>
                  <a:pt x="3761814" y="2472475"/>
                </a:moveTo>
                <a:cubicBezTo>
                  <a:pt x="3753404" y="2491981"/>
                  <a:pt x="3723461" y="2483768"/>
                  <a:pt x="3710676" y="2496858"/>
                </a:cubicBezTo>
                <a:cubicBezTo>
                  <a:pt x="3719088" y="2503275"/>
                  <a:pt x="3710676" y="2517905"/>
                  <a:pt x="3723461" y="2521241"/>
                </a:cubicBezTo>
                <a:cubicBezTo>
                  <a:pt x="3727834" y="2506611"/>
                  <a:pt x="3749030" y="2511488"/>
                  <a:pt x="3757441" y="2503275"/>
                </a:cubicBezTo>
                <a:cubicBezTo>
                  <a:pt x="3759796" y="2508151"/>
                  <a:pt x="3759796" y="2511488"/>
                  <a:pt x="3753404" y="2517905"/>
                </a:cubicBezTo>
                <a:cubicBezTo>
                  <a:pt x="3772244" y="2517905"/>
                  <a:pt x="3772244" y="2498398"/>
                  <a:pt x="3780991" y="2488645"/>
                </a:cubicBezTo>
                <a:cubicBezTo>
                  <a:pt x="3768206" y="2487105"/>
                  <a:pt x="3770225" y="2475812"/>
                  <a:pt x="3761814" y="2472475"/>
                </a:cubicBezTo>
                <a:close/>
                <a:moveTo>
                  <a:pt x="3959112" y="2468685"/>
                </a:moveTo>
                <a:cubicBezTo>
                  <a:pt x="3954570" y="2468577"/>
                  <a:pt x="3949460" y="2473630"/>
                  <a:pt x="3938106" y="2472475"/>
                </a:cubicBezTo>
                <a:cubicBezTo>
                  <a:pt x="3929695" y="2480688"/>
                  <a:pt x="3938106" y="2477352"/>
                  <a:pt x="3936087" y="2487105"/>
                </a:cubicBezTo>
                <a:cubicBezTo>
                  <a:pt x="3931714" y="2487105"/>
                  <a:pt x="3929695" y="2482228"/>
                  <a:pt x="3925322" y="2480688"/>
                </a:cubicBezTo>
                <a:cubicBezTo>
                  <a:pt x="3923302" y="2485565"/>
                  <a:pt x="3919266" y="2487105"/>
                  <a:pt x="3919266" y="2495318"/>
                </a:cubicBezTo>
                <a:cubicBezTo>
                  <a:pt x="3936087" y="2490442"/>
                  <a:pt x="3942480" y="2496858"/>
                  <a:pt x="3961656" y="2490442"/>
                </a:cubicBezTo>
                <a:cubicBezTo>
                  <a:pt x="3957282" y="2475812"/>
                  <a:pt x="3955264" y="2485565"/>
                  <a:pt x="3963675" y="2470935"/>
                </a:cubicBezTo>
                <a:cubicBezTo>
                  <a:pt x="3962077" y="2469331"/>
                  <a:pt x="3960626" y="2468722"/>
                  <a:pt x="3959112" y="2468685"/>
                </a:cubicBezTo>
                <a:close/>
                <a:moveTo>
                  <a:pt x="4329730" y="2466478"/>
                </a:moveTo>
                <a:cubicBezTo>
                  <a:pt x="4340450" y="2469835"/>
                  <a:pt x="4327722" y="2476294"/>
                  <a:pt x="4336095" y="2482753"/>
                </a:cubicBezTo>
                <a:cubicBezTo>
                  <a:pt x="4346814" y="2481202"/>
                  <a:pt x="4346814" y="2481202"/>
                  <a:pt x="4346814" y="2481202"/>
                </a:cubicBezTo>
                <a:cubicBezTo>
                  <a:pt x="4350834" y="2479394"/>
                  <a:pt x="4348824" y="2474486"/>
                  <a:pt x="4348824" y="2469835"/>
                </a:cubicBezTo>
                <a:cubicBezTo>
                  <a:pt x="4374282" y="2466478"/>
                  <a:pt x="4350834" y="2484303"/>
                  <a:pt x="4353178" y="2495927"/>
                </a:cubicBezTo>
                <a:cubicBezTo>
                  <a:pt x="4340450" y="2486111"/>
                  <a:pt x="4323366" y="2508844"/>
                  <a:pt x="4308628" y="2507294"/>
                </a:cubicBezTo>
                <a:cubicBezTo>
                  <a:pt x="4295899" y="2503936"/>
                  <a:pt x="4304274" y="2492569"/>
                  <a:pt x="4291544" y="2482753"/>
                </a:cubicBezTo>
                <a:cubicBezTo>
                  <a:pt x="4308628" y="2491019"/>
                  <a:pt x="4300254" y="2482753"/>
                  <a:pt x="4321357" y="2477844"/>
                </a:cubicBezTo>
                <a:cubicBezTo>
                  <a:pt x="4321357" y="2474486"/>
                  <a:pt x="4317002" y="2476294"/>
                  <a:pt x="4312982" y="2476294"/>
                </a:cubicBezTo>
                <a:cubicBezTo>
                  <a:pt x="4312982" y="2461569"/>
                  <a:pt x="4327722" y="2476294"/>
                  <a:pt x="4329730" y="2466478"/>
                </a:cubicBezTo>
                <a:close/>
                <a:moveTo>
                  <a:pt x="3982622" y="2464074"/>
                </a:moveTo>
                <a:lnTo>
                  <a:pt x="3965611" y="2465342"/>
                </a:lnTo>
                <a:lnTo>
                  <a:pt x="3963675" y="2467598"/>
                </a:lnTo>
                <a:cubicBezTo>
                  <a:pt x="3972086" y="2469395"/>
                  <a:pt x="3970067" y="2477352"/>
                  <a:pt x="3984870" y="2474015"/>
                </a:cubicBezTo>
                <a:cubicBezTo>
                  <a:pt x="3986048" y="2470807"/>
                  <a:pt x="3985039" y="2468817"/>
                  <a:pt x="3983734" y="2466828"/>
                </a:cubicBezTo>
                <a:close/>
                <a:moveTo>
                  <a:pt x="3995818" y="2463090"/>
                </a:moveTo>
                <a:lnTo>
                  <a:pt x="3989479" y="2463562"/>
                </a:lnTo>
                <a:lnTo>
                  <a:pt x="3989464" y="2464486"/>
                </a:lnTo>
                <a:cubicBezTo>
                  <a:pt x="3990463" y="2468336"/>
                  <a:pt x="3992861" y="2471641"/>
                  <a:pt x="3997654" y="2474015"/>
                </a:cubicBezTo>
                <a:lnTo>
                  <a:pt x="3998522" y="2463771"/>
                </a:lnTo>
                <a:close/>
                <a:moveTo>
                  <a:pt x="4261026" y="2460858"/>
                </a:moveTo>
                <a:cubicBezTo>
                  <a:pt x="4263026" y="2470687"/>
                  <a:pt x="4263026" y="2470687"/>
                  <a:pt x="4263026" y="2470687"/>
                </a:cubicBezTo>
                <a:cubicBezTo>
                  <a:pt x="4250359" y="2472240"/>
                  <a:pt x="4248360" y="2465772"/>
                  <a:pt x="4244026" y="2477155"/>
                </a:cubicBezTo>
                <a:cubicBezTo>
                  <a:pt x="4242026" y="2477155"/>
                  <a:pt x="4240025" y="2473792"/>
                  <a:pt x="4235691" y="2475603"/>
                </a:cubicBezTo>
                <a:cubicBezTo>
                  <a:pt x="4233692" y="2469135"/>
                  <a:pt x="4240025" y="2467325"/>
                  <a:pt x="4240025" y="2462410"/>
                </a:cubicBezTo>
                <a:cubicBezTo>
                  <a:pt x="4244026" y="2462410"/>
                  <a:pt x="4242026" y="2467325"/>
                  <a:pt x="4244026" y="2470687"/>
                </a:cubicBezTo>
                <a:cubicBezTo>
                  <a:pt x="4252692" y="2469135"/>
                  <a:pt x="4248360" y="2459306"/>
                  <a:pt x="4261026" y="2460858"/>
                </a:cubicBezTo>
                <a:close/>
                <a:moveTo>
                  <a:pt x="3934691" y="2460130"/>
                </a:moveTo>
                <a:lnTo>
                  <a:pt x="3933112" y="2460637"/>
                </a:lnTo>
                <a:lnTo>
                  <a:pt x="3934069" y="2461182"/>
                </a:lnTo>
                <a:close/>
                <a:moveTo>
                  <a:pt x="3903679" y="2459865"/>
                </a:moveTo>
                <a:lnTo>
                  <a:pt x="3908500" y="2466058"/>
                </a:lnTo>
                <a:lnTo>
                  <a:pt x="3912592" y="2464988"/>
                </a:lnTo>
                <a:close/>
                <a:moveTo>
                  <a:pt x="4654651" y="2459306"/>
                </a:moveTo>
                <a:cubicBezTo>
                  <a:pt x="4644006" y="2475328"/>
                  <a:pt x="4625378" y="2468970"/>
                  <a:pt x="4610409" y="2481686"/>
                </a:cubicBezTo>
                <a:cubicBezTo>
                  <a:pt x="4600096" y="2465663"/>
                  <a:pt x="4644006" y="2459306"/>
                  <a:pt x="4654651" y="2459306"/>
                </a:cubicBezTo>
                <a:close/>
                <a:moveTo>
                  <a:pt x="3601461" y="2459161"/>
                </a:moveTo>
                <a:cubicBezTo>
                  <a:pt x="3599064" y="2459129"/>
                  <a:pt x="3596962" y="2459514"/>
                  <a:pt x="3595953" y="2461182"/>
                </a:cubicBezTo>
                <a:cubicBezTo>
                  <a:pt x="3606718" y="2466058"/>
                  <a:pt x="3587542" y="2470935"/>
                  <a:pt x="3591579" y="2480688"/>
                </a:cubicBezTo>
                <a:cubicBezTo>
                  <a:pt x="3606718" y="2483768"/>
                  <a:pt x="3600326" y="2462722"/>
                  <a:pt x="3613111" y="2462722"/>
                </a:cubicBezTo>
                <a:cubicBezTo>
                  <a:pt x="3610756" y="2462722"/>
                  <a:pt x="3608737" y="2461182"/>
                  <a:pt x="3608737" y="2459642"/>
                </a:cubicBezTo>
                <a:cubicBezTo>
                  <a:pt x="3606550" y="2459642"/>
                  <a:pt x="3603859" y="2459193"/>
                  <a:pt x="3601461" y="2459161"/>
                </a:cubicBezTo>
                <a:close/>
                <a:moveTo>
                  <a:pt x="4747580" y="2451384"/>
                </a:moveTo>
                <a:cubicBezTo>
                  <a:pt x="4749588" y="2461239"/>
                  <a:pt x="4728508" y="2476023"/>
                  <a:pt x="4715794" y="2472651"/>
                </a:cubicBezTo>
                <a:cubicBezTo>
                  <a:pt x="4705420" y="2459683"/>
                  <a:pt x="4739215" y="2459683"/>
                  <a:pt x="4747580" y="2451384"/>
                </a:cubicBezTo>
                <a:close/>
                <a:moveTo>
                  <a:pt x="3885202" y="2451340"/>
                </a:moveTo>
                <a:lnTo>
                  <a:pt x="3879160" y="2451526"/>
                </a:lnTo>
                <a:lnTo>
                  <a:pt x="3882636" y="2451557"/>
                </a:lnTo>
                <a:cubicBezTo>
                  <a:pt x="3885538" y="2452969"/>
                  <a:pt x="3887136" y="2455407"/>
                  <a:pt x="3889323" y="2457846"/>
                </a:cubicBezTo>
                <a:lnTo>
                  <a:pt x="3890962" y="2453534"/>
                </a:lnTo>
                <a:close/>
                <a:moveTo>
                  <a:pt x="3868945" y="2449765"/>
                </a:moveTo>
                <a:lnTo>
                  <a:pt x="3868127" y="2451429"/>
                </a:lnTo>
                <a:lnTo>
                  <a:pt x="3870116" y="2451446"/>
                </a:lnTo>
                <a:close/>
                <a:moveTo>
                  <a:pt x="4463287" y="2446857"/>
                </a:moveTo>
                <a:cubicBezTo>
                  <a:pt x="4459267" y="2451697"/>
                  <a:pt x="4435820" y="2462908"/>
                  <a:pt x="4433810" y="2458067"/>
                </a:cubicBezTo>
                <a:cubicBezTo>
                  <a:pt x="4427446" y="2461380"/>
                  <a:pt x="4427446" y="2466221"/>
                  <a:pt x="4427446" y="2474119"/>
                </a:cubicBezTo>
                <a:cubicBezTo>
                  <a:pt x="4410362" y="2461380"/>
                  <a:pt x="4401988" y="2495267"/>
                  <a:pt x="4370166" y="2488642"/>
                </a:cubicBezTo>
                <a:cubicBezTo>
                  <a:pt x="4372176" y="2483801"/>
                  <a:pt x="4374521" y="2477432"/>
                  <a:pt x="4370166" y="2469533"/>
                </a:cubicBezTo>
                <a:cubicBezTo>
                  <a:pt x="4401988" y="2450169"/>
                  <a:pt x="4423092" y="2456539"/>
                  <a:pt x="4463287" y="2446857"/>
                </a:cubicBezTo>
                <a:close/>
                <a:moveTo>
                  <a:pt x="3843058" y="2440381"/>
                </a:moveTo>
                <a:cubicBezTo>
                  <a:pt x="3841991" y="2439703"/>
                  <a:pt x="3839867" y="2440393"/>
                  <a:pt x="3836166" y="2443216"/>
                </a:cubicBezTo>
                <a:cubicBezTo>
                  <a:pt x="3840540" y="2445012"/>
                  <a:pt x="3840540" y="2446552"/>
                  <a:pt x="3840540" y="2451429"/>
                </a:cubicBezTo>
                <a:cubicBezTo>
                  <a:pt x="3831792" y="2449889"/>
                  <a:pt x="3829774" y="2454765"/>
                  <a:pt x="3823382" y="2454765"/>
                </a:cubicBezTo>
                <a:cubicBezTo>
                  <a:pt x="3821363" y="2451429"/>
                  <a:pt x="3823382" y="2448092"/>
                  <a:pt x="3819008" y="2446552"/>
                </a:cubicBezTo>
                <a:cubicBezTo>
                  <a:pt x="3810598" y="2454765"/>
                  <a:pt x="3819008" y="2451429"/>
                  <a:pt x="3816989" y="2462722"/>
                </a:cubicBezTo>
                <a:cubicBezTo>
                  <a:pt x="3816989" y="2462722"/>
                  <a:pt x="3816989" y="2462722"/>
                  <a:pt x="3838185" y="2462722"/>
                </a:cubicBezTo>
                <a:cubicBezTo>
                  <a:pt x="3839951" y="2456754"/>
                  <a:pt x="3846260" y="2442413"/>
                  <a:pt x="3843058" y="2440381"/>
                </a:cubicBezTo>
                <a:close/>
                <a:moveTo>
                  <a:pt x="3712695" y="2436799"/>
                </a:moveTo>
                <a:cubicBezTo>
                  <a:pt x="3685108" y="2438339"/>
                  <a:pt x="3715050" y="2454765"/>
                  <a:pt x="3695874" y="2462722"/>
                </a:cubicBezTo>
                <a:cubicBezTo>
                  <a:pt x="3697892" y="2464518"/>
                  <a:pt x="3700248" y="2466058"/>
                  <a:pt x="3697892" y="2470935"/>
                </a:cubicBezTo>
                <a:cubicBezTo>
                  <a:pt x="3710676" y="2467598"/>
                  <a:pt x="3727834" y="2448092"/>
                  <a:pt x="3721442" y="2441676"/>
                </a:cubicBezTo>
                <a:cubicBezTo>
                  <a:pt x="3717068" y="2454765"/>
                  <a:pt x="3700248" y="2446552"/>
                  <a:pt x="3712695" y="2436799"/>
                </a:cubicBezTo>
                <a:close/>
                <a:moveTo>
                  <a:pt x="4025242" y="2435259"/>
                </a:moveTo>
                <a:lnTo>
                  <a:pt x="4024487" y="2436311"/>
                </a:lnTo>
                <a:lnTo>
                  <a:pt x="4036179" y="2435629"/>
                </a:lnTo>
                <a:cubicBezTo>
                  <a:pt x="4036179" y="2435629"/>
                  <a:pt x="4036179" y="2435629"/>
                  <a:pt x="4035926" y="2437041"/>
                </a:cubicBezTo>
                <a:lnTo>
                  <a:pt x="4034895" y="2442810"/>
                </a:lnTo>
                <a:lnTo>
                  <a:pt x="4043494" y="2444146"/>
                </a:lnTo>
                <a:cubicBezTo>
                  <a:pt x="4047698" y="2444948"/>
                  <a:pt x="4050811" y="2444114"/>
                  <a:pt x="4052830" y="2436799"/>
                </a:cubicBezTo>
                <a:cubicBezTo>
                  <a:pt x="4038027" y="2435259"/>
                  <a:pt x="4042400" y="2435259"/>
                  <a:pt x="4025242" y="2435259"/>
                </a:cubicBezTo>
                <a:close/>
                <a:moveTo>
                  <a:pt x="286824" y="2433780"/>
                </a:moveTo>
                <a:cubicBezTo>
                  <a:pt x="276059" y="2432240"/>
                  <a:pt x="271686" y="2435576"/>
                  <a:pt x="263275" y="2438655"/>
                </a:cubicBezTo>
                <a:cubicBezTo>
                  <a:pt x="271686" y="2438655"/>
                  <a:pt x="269666" y="2443531"/>
                  <a:pt x="280433" y="2441992"/>
                </a:cubicBezTo>
                <a:cubicBezTo>
                  <a:pt x="282451" y="2438655"/>
                  <a:pt x="286824" y="2438655"/>
                  <a:pt x="286824" y="2433780"/>
                </a:cubicBezTo>
                <a:close/>
                <a:moveTo>
                  <a:pt x="4664619" y="2433276"/>
                </a:moveTo>
                <a:cubicBezTo>
                  <a:pt x="4670966" y="2447916"/>
                  <a:pt x="4670966" y="2447916"/>
                  <a:pt x="4670966" y="2447916"/>
                </a:cubicBezTo>
                <a:cubicBezTo>
                  <a:pt x="4633214" y="2451255"/>
                  <a:pt x="4633214" y="2465896"/>
                  <a:pt x="4597130" y="2469234"/>
                </a:cubicBezTo>
                <a:cubicBezTo>
                  <a:pt x="4607821" y="2443036"/>
                  <a:pt x="4647914" y="2456135"/>
                  <a:pt x="4664619" y="2433276"/>
                </a:cubicBezTo>
                <a:close/>
                <a:moveTo>
                  <a:pt x="4844106" y="2430497"/>
                </a:moveTo>
                <a:cubicBezTo>
                  <a:pt x="4850462" y="2438243"/>
                  <a:pt x="4833736" y="2442991"/>
                  <a:pt x="4821026" y="2447738"/>
                </a:cubicBezTo>
                <a:cubicBezTo>
                  <a:pt x="4816676" y="2438243"/>
                  <a:pt x="4835743" y="2428749"/>
                  <a:pt x="4844106" y="2430497"/>
                </a:cubicBezTo>
                <a:close/>
                <a:moveTo>
                  <a:pt x="4795945" y="2430308"/>
                </a:moveTo>
                <a:cubicBezTo>
                  <a:pt x="4799308" y="2431485"/>
                  <a:pt x="4802008" y="2434546"/>
                  <a:pt x="4802996" y="2440251"/>
                </a:cubicBezTo>
                <a:cubicBezTo>
                  <a:pt x="4794756" y="2443328"/>
                  <a:pt x="4784206" y="2446661"/>
                  <a:pt x="4775965" y="2449995"/>
                </a:cubicBezTo>
                <a:cubicBezTo>
                  <a:pt x="4769784" y="2440187"/>
                  <a:pt x="4785855" y="2426774"/>
                  <a:pt x="4795945" y="2430308"/>
                </a:cubicBezTo>
                <a:close/>
                <a:moveTo>
                  <a:pt x="4344608" y="2428749"/>
                </a:moveTo>
                <a:cubicBezTo>
                  <a:pt x="4344608" y="2443207"/>
                  <a:pt x="4334098" y="2438388"/>
                  <a:pt x="4321213" y="2440163"/>
                </a:cubicBezTo>
                <a:cubicBezTo>
                  <a:pt x="4325282" y="2435344"/>
                  <a:pt x="4334098" y="2430524"/>
                  <a:pt x="4344608" y="2428749"/>
                </a:cubicBezTo>
                <a:close/>
                <a:moveTo>
                  <a:pt x="3991262" y="2425506"/>
                </a:moveTo>
                <a:cubicBezTo>
                  <a:pt x="3992860" y="2429163"/>
                  <a:pt x="3992860" y="2433430"/>
                  <a:pt x="3992261" y="2437922"/>
                </a:cubicBezTo>
                <a:lnTo>
                  <a:pt x="3992251" y="2437976"/>
                </a:lnTo>
                <a:lnTo>
                  <a:pt x="3993289" y="2438131"/>
                </a:lnTo>
                <a:lnTo>
                  <a:pt x="4009807" y="2437167"/>
                </a:lnTo>
                <a:lnTo>
                  <a:pt x="4012794" y="2435259"/>
                </a:lnTo>
                <a:cubicBezTo>
                  <a:pt x="4006402" y="2435259"/>
                  <a:pt x="4008420" y="2431922"/>
                  <a:pt x="4012794" y="2428586"/>
                </a:cubicBezTo>
                <a:cubicBezTo>
                  <a:pt x="4004047" y="2427046"/>
                  <a:pt x="4002028" y="2431922"/>
                  <a:pt x="3995635" y="2431922"/>
                </a:cubicBezTo>
                <a:cubicBezTo>
                  <a:pt x="3993617" y="2430383"/>
                  <a:pt x="3995635" y="2425506"/>
                  <a:pt x="3991262" y="2425506"/>
                </a:cubicBezTo>
                <a:close/>
                <a:moveTo>
                  <a:pt x="4900908" y="2417431"/>
                </a:moveTo>
                <a:cubicBezTo>
                  <a:pt x="4911281" y="2430508"/>
                  <a:pt x="4911281" y="2430508"/>
                  <a:pt x="4911281" y="2430508"/>
                </a:cubicBezTo>
                <a:cubicBezTo>
                  <a:pt x="4890201" y="2435379"/>
                  <a:pt x="4879828" y="2449995"/>
                  <a:pt x="4869120" y="2448200"/>
                </a:cubicBezTo>
                <a:cubicBezTo>
                  <a:pt x="4867113" y="2436918"/>
                  <a:pt x="4886186" y="2427174"/>
                  <a:pt x="4900908" y="2417431"/>
                </a:cubicBezTo>
                <a:close/>
                <a:moveTo>
                  <a:pt x="4619698" y="2415093"/>
                </a:moveTo>
                <a:cubicBezTo>
                  <a:pt x="4623844" y="2414224"/>
                  <a:pt x="4627487" y="2414224"/>
                  <a:pt x="4630068" y="2415419"/>
                </a:cubicBezTo>
                <a:cubicBezTo>
                  <a:pt x="4632400" y="2429754"/>
                  <a:pt x="4600763" y="2429754"/>
                  <a:pt x="4583780" y="2437551"/>
                </a:cubicBezTo>
                <a:cubicBezTo>
                  <a:pt x="4590274" y="2428120"/>
                  <a:pt x="4607256" y="2417698"/>
                  <a:pt x="4619698" y="2415093"/>
                </a:cubicBezTo>
                <a:close/>
                <a:moveTo>
                  <a:pt x="4057204" y="2414213"/>
                </a:moveTo>
                <a:cubicBezTo>
                  <a:pt x="4055184" y="2428586"/>
                  <a:pt x="4069988" y="2440136"/>
                  <a:pt x="4078398" y="2431922"/>
                </a:cubicBezTo>
                <a:cubicBezTo>
                  <a:pt x="4074362" y="2422169"/>
                  <a:pt x="4067970" y="2417293"/>
                  <a:pt x="4057204" y="2414213"/>
                </a:cubicBezTo>
                <a:close/>
                <a:moveTo>
                  <a:pt x="4321269" y="2414035"/>
                </a:moveTo>
                <a:cubicBezTo>
                  <a:pt x="4325326" y="2426826"/>
                  <a:pt x="4267851" y="2451128"/>
                  <a:pt x="4252976" y="2426826"/>
                </a:cubicBezTo>
                <a:cubicBezTo>
                  <a:pt x="4259399" y="2414035"/>
                  <a:pt x="4271908" y="2439872"/>
                  <a:pt x="4269880" y="2421965"/>
                </a:cubicBezTo>
                <a:cubicBezTo>
                  <a:pt x="4276304" y="2425291"/>
                  <a:pt x="4293546" y="2420430"/>
                  <a:pt x="4282727" y="2431686"/>
                </a:cubicBezTo>
                <a:cubicBezTo>
                  <a:pt x="4299970" y="2423756"/>
                  <a:pt x="4308422" y="2417105"/>
                  <a:pt x="4321269" y="2414035"/>
                </a:cubicBezTo>
                <a:close/>
                <a:moveTo>
                  <a:pt x="4918609" y="2413857"/>
                </a:moveTo>
                <a:lnTo>
                  <a:pt x="4919020" y="2413872"/>
                </a:lnTo>
                <a:lnTo>
                  <a:pt x="4916575" y="2420186"/>
                </a:lnTo>
                <a:cubicBezTo>
                  <a:pt x="4914540" y="2416895"/>
                  <a:pt x="4914540" y="2415376"/>
                  <a:pt x="4918609" y="2413857"/>
                </a:cubicBezTo>
                <a:close/>
                <a:moveTo>
                  <a:pt x="4558222" y="2393664"/>
                </a:moveTo>
                <a:cubicBezTo>
                  <a:pt x="4558222" y="2409800"/>
                  <a:pt x="4536897" y="2417740"/>
                  <a:pt x="4530465" y="2430803"/>
                </a:cubicBezTo>
                <a:cubicBezTo>
                  <a:pt x="4502708" y="2432340"/>
                  <a:pt x="4483414" y="2442073"/>
                  <a:pt x="4460058" y="2432340"/>
                </a:cubicBezTo>
                <a:cubicBezTo>
                  <a:pt x="4457688" y="2422607"/>
                  <a:pt x="4457688" y="2422607"/>
                  <a:pt x="4457688" y="2422607"/>
                </a:cubicBezTo>
                <a:cubicBezTo>
                  <a:pt x="4489846" y="2404934"/>
                  <a:pt x="4528434" y="2411337"/>
                  <a:pt x="4558222" y="2393664"/>
                </a:cubicBezTo>
                <a:close/>
                <a:moveTo>
                  <a:pt x="4773320" y="2390269"/>
                </a:moveTo>
                <a:cubicBezTo>
                  <a:pt x="4752096" y="2422541"/>
                  <a:pt x="4722113" y="2417675"/>
                  <a:pt x="4688086" y="2438677"/>
                </a:cubicBezTo>
                <a:cubicBezTo>
                  <a:pt x="4681686" y="2427408"/>
                  <a:pt x="4681686" y="2427408"/>
                  <a:pt x="4681686" y="2427408"/>
                </a:cubicBezTo>
                <a:cubicBezTo>
                  <a:pt x="4722113" y="2414601"/>
                  <a:pt x="4747717" y="2396672"/>
                  <a:pt x="4773320" y="2390269"/>
                </a:cubicBezTo>
                <a:close/>
                <a:moveTo>
                  <a:pt x="3695126" y="2388778"/>
                </a:moveTo>
                <a:lnTo>
                  <a:pt x="3685868" y="2389130"/>
                </a:lnTo>
                <a:lnTo>
                  <a:pt x="3678582" y="2393722"/>
                </a:lnTo>
                <a:cubicBezTo>
                  <a:pt x="3675269" y="2394524"/>
                  <a:pt x="3671496" y="2394508"/>
                  <a:pt x="3668425" y="2393473"/>
                </a:cubicBezTo>
                <a:lnTo>
                  <a:pt x="3665102" y="2389920"/>
                </a:lnTo>
                <a:lnTo>
                  <a:pt x="3644296" y="2390711"/>
                </a:lnTo>
                <a:lnTo>
                  <a:pt x="3642843" y="2393375"/>
                </a:lnTo>
                <a:cubicBezTo>
                  <a:pt x="3641035" y="2397257"/>
                  <a:pt x="3639016" y="2401893"/>
                  <a:pt x="3636324" y="2407539"/>
                </a:cubicBezTo>
                <a:cubicBezTo>
                  <a:pt x="3655501" y="2402663"/>
                  <a:pt x="3649110" y="2401123"/>
                  <a:pt x="3661894" y="2409336"/>
                </a:cubicBezTo>
                <a:cubicBezTo>
                  <a:pt x="3665931" y="2409336"/>
                  <a:pt x="3665931" y="2402663"/>
                  <a:pt x="3668286" y="2398043"/>
                </a:cubicBezTo>
                <a:cubicBezTo>
                  <a:pt x="3673584" y="2400866"/>
                  <a:pt x="3678884" y="2402278"/>
                  <a:pt x="3684350" y="2402731"/>
                </a:cubicBezTo>
                <a:lnTo>
                  <a:pt x="3700727" y="2401712"/>
                </a:lnTo>
                <a:lnTo>
                  <a:pt x="3700129" y="2398480"/>
                </a:lnTo>
                <a:lnTo>
                  <a:pt x="3698782" y="2391788"/>
                </a:lnTo>
                <a:lnTo>
                  <a:pt x="3694150" y="2391504"/>
                </a:lnTo>
                <a:close/>
                <a:moveTo>
                  <a:pt x="4980998" y="2388288"/>
                </a:moveTo>
                <a:cubicBezTo>
                  <a:pt x="4968029" y="2395503"/>
                  <a:pt x="4953915" y="2410693"/>
                  <a:pt x="4936797" y="2414525"/>
                </a:cubicBezTo>
                <a:lnTo>
                  <a:pt x="4919020" y="2413872"/>
                </a:lnTo>
                <a:lnTo>
                  <a:pt x="4920586" y="2409826"/>
                </a:lnTo>
                <a:cubicBezTo>
                  <a:pt x="4932236" y="2398162"/>
                  <a:pt x="4963197" y="2384681"/>
                  <a:pt x="4980998" y="2388288"/>
                </a:cubicBezTo>
                <a:close/>
                <a:moveTo>
                  <a:pt x="4679922" y="2388005"/>
                </a:moveTo>
                <a:cubicBezTo>
                  <a:pt x="4681937" y="2388005"/>
                  <a:pt x="4683952" y="2391067"/>
                  <a:pt x="4688318" y="2389537"/>
                </a:cubicBezTo>
                <a:cubicBezTo>
                  <a:pt x="4690334" y="2392854"/>
                  <a:pt x="4692685" y="2391067"/>
                  <a:pt x="4694700" y="2391067"/>
                </a:cubicBezTo>
                <a:cubicBezTo>
                  <a:pt x="4686304" y="2399234"/>
                  <a:pt x="4664808" y="2413780"/>
                  <a:pt x="4648014" y="2410462"/>
                </a:cubicBezTo>
                <a:cubicBezTo>
                  <a:pt x="4641632" y="2394385"/>
                  <a:pt x="4686304" y="2408932"/>
                  <a:pt x="4679922" y="2388005"/>
                </a:cubicBezTo>
                <a:close/>
                <a:moveTo>
                  <a:pt x="256882" y="2386820"/>
                </a:moveTo>
                <a:cubicBezTo>
                  <a:pt x="252844" y="2388616"/>
                  <a:pt x="252844" y="2395031"/>
                  <a:pt x="246453" y="2396571"/>
                </a:cubicBezTo>
                <a:cubicBezTo>
                  <a:pt x="263275" y="2396571"/>
                  <a:pt x="254864" y="2407862"/>
                  <a:pt x="256882" y="2414534"/>
                </a:cubicBezTo>
                <a:cubicBezTo>
                  <a:pt x="280433" y="2422489"/>
                  <a:pt x="280433" y="2424285"/>
                  <a:pt x="312394" y="2425825"/>
                </a:cubicBezTo>
                <a:cubicBezTo>
                  <a:pt x="318786" y="2420949"/>
                  <a:pt x="327197" y="2419409"/>
                  <a:pt x="327197" y="2411198"/>
                </a:cubicBezTo>
                <a:cubicBezTo>
                  <a:pt x="314412" y="2399907"/>
                  <a:pt x="303646" y="2406322"/>
                  <a:pt x="276059" y="2402987"/>
                </a:cubicBezTo>
                <a:cubicBezTo>
                  <a:pt x="269666" y="2396571"/>
                  <a:pt x="276059" y="2386820"/>
                  <a:pt x="256882" y="2386820"/>
                </a:cubicBezTo>
                <a:close/>
                <a:moveTo>
                  <a:pt x="3571974" y="2386690"/>
                </a:moveTo>
                <a:lnTo>
                  <a:pt x="3571603" y="2388194"/>
                </a:lnTo>
                <a:cubicBezTo>
                  <a:pt x="3570804" y="2391434"/>
                  <a:pt x="3569206" y="2397915"/>
                  <a:pt x="3566010" y="2410876"/>
                </a:cubicBezTo>
                <a:cubicBezTo>
                  <a:pt x="3566010" y="2417293"/>
                  <a:pt x="3581150" y="2407539"/>
                  <a:pt x="3591579" y="2412416"/>
                </a:cubicBezTo>
                <a:cubicBezTo>
                  <a:pt x="3593934" y="2399583"/>
                  <a:pt x="3585186" y="2393166"/>
                  <a:pt x="3604364" y="2393166"/>
                </a:cubicBezTo>
                <a:cubicBezTo>
                  <a:pt x="3600326" y="2402663"/>
                  <a:pt x="3593934" y="2404459"/>
                  <a:pt x="3604364" y="2409336"/>
                </a:cubicBezTo>
                <a:cubicBezTo>
                  <a:pt x="3615130" y="2405999"/>
                  <a:pt x="3625559" y="2399583"/>
                  <a:pt x="3636324" y="2396247"/>
                </a:cubicBezTo>
                <a:cubicBezTo>
                  <a:pt x="3634222" y="2395862"/>
                  <a:pt x="3631972" y="2394449"/>
                  <a:pt x="3630111" y="2392625"/>
                </a:cubicBezTo>
                <a:lnTo>
                  <a:pt x="3629173" y="2391151"/>
                </a:lnTo>
                <a:close/>
                <a:moveTo>
                  <a:pt x="3491154" y="2380569"/>
                </a:moveTo>
                <a:lnTo>
                  <a:pt x="3496032" y="2402663"/>
                </a:lnTo>
                <a:cubicBezTo>
                  <a:pt x="3504443" y="2401123"/>
                  <a:pt x="3506462" y="2391370"/>
                  <a:pt x="3512854" y="2399583"/>
                </a:cubicBezTo>
                <a:cubicBezTo>
                  <a:pt x="3510835" y="2405999"/>
                  <a:pt x="3506462" y="2407539"/>
                  <a:pt x="3504443" y="2414213"/>
                </a:cubicBezTo>
                <a:cubicBezTo>
                  <a:pt x="3525638" y="2417293"/>
                  <a:pt x="3506462" y="2391370"/>
                  <a:pt x="3534385" y="2396247"/>
                </a:cubicBezTo>
                <a:cubicBezTo>
                  <a:pt x="3530011" y="2404459"/>
                  <a:pt x="3521601" y="2407539"/>
                  <a:pt x="3519582" y="2419089"/>
                </a:cubicBezTo>
                <a:cubicBezTo>
                  <a:pt x="3541787" y="2406769"/>
                  <a:pt x="3547338" y="2399214"/>
                  <a:pt x="3558519" y="2392092"/>
                </a:cubicBezTo>
                <a:lnTo>
                  <a:pt x="3569413" y="2386490"/>
                </a:lnTo>
                <a:lnTo>
                  <a:pt x="3568072" y="2386386"/>
                </a:lnTo>
                <a:lnTo>
                  <a:pt x="3538344" y="2383520"/>
                </a:lnTo>
                <a:lnTo>
                  <a:pt x="3537055" y="2384355"/>
                </a:lnTo>
                <a:lnTo>
                  <a:pt x="3536355" y="2383329"/>
                </a:lnTo>
                <a:lnTo>
                  <a:pt x="3508202" y="2380615"/>
                </a:lnTo>
                <a:close/>
                <a:moveTo>
                  <a:pt x="3470695" y="2380514"/>
                </a:moveTo>
                <a:lnTo>
                  <a:pt x="3471809" y="2390022"/>
                </a:lnTo>
                <a:cubicBezTo>
                  <a:pt x="3473155" y="2393487"/>
                  <a:pt x="3475846" y="2396374"/>
                  <a:pt x="3481229" y="2398043"/>
                </a:cubicBezTo>
                <a:cubicBezTo>
                  <a:pt x="3481229" y="2398043"/>
                  <a:pt x="3481229" y="2398043"/>
                  <a:pt x="3485266" y="2381617"/>
                </a:cubicBezTo>
                <a:lnTo>
                  <a:pt x="3480088" y="2380539"/>
                </a:lnTo>
                <a:close/>
                <a:moveTo>
                  <a:pt x="3461925" y="2380490"/>
                </a:moveTo>
                <a:lnTo>
                  <a:pt x="3459193" y="2389381"/>
                </a:lnTo>
                <a:cubicBezTo>
                  <a:pt x="3457847" y="2391819"/>
                  <a:pt x="3455660" y="2393038"/>
                  <a:pt x="3451286" y="2391370"/>
                </a:cubicBezTo>
                <a:cubicBezTo>
                  <a:pt x="3451286" y="2388290"/>
                  <a:pt x="3455660" y="2386493"/>
                  <a:pt x="3455660" y="2384953"/>
                </a:cubicBezTo>
                <a:cubicBezTo>
                  <a:pt x="3451623" y="2386205"/>
                  <a:pt x="3448816" y="2384677"/>
                  <a:pt x="3446547" y="2382887"/>
                </a:cubicBezTo>
                <a:lnTo>
                  <a:pt x="3443380" y="2380930"/>
                </a:lnTo>
                <a:lnTo>
                  <a:pt x="3438406" y="2381498"/>
                </a:lnTo>
                <a:lnTo>
                  <a:pt x="3436483" y="2383413"/>
                </a:lnTo>
                <a:cubicBezTo>
                  <a:pt x="3440856" y="2383413"/>
                  <a:pt x="3440856" y="2389830"/>
                  <a:pt x="3438502" y="2394706"/>
                </a:cubicBezTo>
                <a:cubicBezTo>
                  <a:pt x="3449267" y="2394706"/>
                  <a:pt x="3462052" y="2394706"/>
                  <a:pt x="3464070" y="2399583"/>
                </a:cubicBezTo>
                <a:cubicBezTo>
                  <a:pt x="3469454" y="2396374"/>
                  <a:pt x="3469454" y="2393102"/>
                  <a:pt x="3467856" y="2389830"/>
                </a:cubicBezTo>
                <a:lnTo>
                  <a:pt x="3462299" y="2380491"/>
                </a:lnTo>
                <a:close/>
                <a:moveTo>
                  <a:pt x="4904900" y="2373292"/>
                </a:moveTo>
                <a:cubicBezTo>
                  <a:pt x="4900542" y="2386218"/>
                  <a:pt x="4915294" y="2384667"/>
                  <a:pt x="4921664" y="2396042"/>
                </a:cubicBezTo>
                <a:cubicBezTo>
                  <a:pt x="4915294" y="2400954"/>
                  <a:pt x="4915294" y="2407417"/>
                  <a:pt x="4904900" y="2412329"/>
                </a:cubicBezTo>
                <a:cubicBezTo>
                  <a:pt x="4894170" y="2410778"/>
                  <a:pt x="4889812" y="2399403"/>
                  <a:pt x="4881430" y="2397852"/>
                </a:cubicBezTo>
                <a:cubicBezTo>
                  <a:pt x="4853936" y="2410778"/>
                  <a:pt x="4851924" y="2423963"/>
                  <a:pt x="4824094" y="2417241"/>
                </a:cubicBezTo>
                <a:cubicBezTo>
                  <a:pt x="4851924" y="2396042"/>
                  <a:pt x="4875058" y="2394491"/>
                  <a:pt x="4904900" y="2373292"/>
                </a:cubicBezTo>
                <a:close/>
                <a:moveTo>
                  <a:pt x="4044040" y="2373243"/>
                </a:moveTo>
                <a:cubicBezTo>
                  <a:pt x="4037101" y="2375264"/>
                  <a:pt x="4032812" y="2379307"/>
                  <a:pt x="4038027" y="2384953"/>
                </a:cubicBezTo>
                <a:cubicBezTo>
                  <a:pt x="4042400" y="2376740"/>
                  <a:pt x="4052830" y="2393166"/>
                  <a:pt x="4061577" y="2391370"/>
                </a:cubicBezTo>
                <a:cubicBezTo>
                  <a:pt x="4057204" y="2380077"/>
                  <a:pt x="4059222" y="2381617"/>
                  <a:pt x="4065950" y="2373660"/>
                </a:cubicBezTo>
                <a:cubicBezTo>
                  <a:pt x="4060567" y="2371222"/>
                  <a:pt x="4050978" y="2371222"/>
                  <a:pt x="4044040" y="2373243"/>
                </a:cubicBezTo>
                <a:close/>
                <a:moveTo>
                  <a:pt x="4256300" y="2372482"/>
                </a:moveTo>
                <a:cubicBezTo>
                  <a:pt x="4258224" y="2373075"/>
                  <a:pt x="4260963" y="2374262"/>
                  <a:pt x="4267468" y="2373512"/>
                </a:cubicBezTo>
                <a:cubicBezTo>
                  <a:pt x="4267468" y="2379759"/>
                  <a:pt x="4267468" y="2379759"/>
                  <a:pt x="4267468" y="2379759"/>
                </a:cubicBezTo>
                <a:cubicBezTo>
                  <a:pt x="4256514" y="2381258"/>
                  <a:pt x="4260963" y="2387755"/>
                  <a:pt x="4250008" y="2383008"/>
                </a:cubicBezTo>
                <a:cubicBezTo>
                  <a:pt x="4250008" y="2375012"/>
                  <a:pt x="4250008" y="2375012"/>
                  <a:pt x="4250008" y="2375012"/>
                </a:cubicBezTo>
                <a:cubicBezTo>
                  <a:pt x="4253262" y="2371888"/>
                  <a:pt x="4254374" y="2371888"/>
                  <a:pt x="4256300" y="2372482"/>
                </a:cubicBezTo>
                <a:close/>
                <a:moveTo>
                  <a:pt x="4135928" y="2370324"/>
                </a:moveTo>
                <a:cubicBezTo>
                  <a:pt x="4133910" y="2376740"/>
                  <a:pt x="4140302" y="2378536"/>
                  <a:pt x="4140302" y="2384953"/>
                </a:cubicBezTo>
                <a:cubicBezTo>
                  <a:pt x="4150732" y="2384953"/>
                  <a:pt x="4157124" y="2381617"/>
                  <a:pt x="4159479" y="2375200"/>
                </a:cubicBezTo>
                <a:cubicBezTo>
                  <a:pt x="4155105" y="2366987"/>
                  <a:pt x="4144340" y="2384953"/>
                  <a:pt x="4140302" y="2373660"/>
                </a:cubicBezTo>
                <a:cubicBezTo>
                  <a:pt x="4144340" y="2373660"/>
                  <a:pt x="4142321" y="2368784"/>
                  <a:pt x="4135928" y="2370324"/>
                </a:cubicBezTo>
                <a:close/>
                <a:moveTo>
                  <a:pt x="4964689" y="2370319"/>
                </a:moveTo>
                <a:cubicBezTo>
                  <a:pt x="4960404" y="2378610"/>
                  <a:pt x="4947878" y="2390009"/>
                  <a:pt x="4935350" y="2388455"/>
                </a:cubicBezTo>
                <a:cubicBezTo>
                  <a:pt x="4939636" y="2381719"/>
                  <a:pt x="4954140" y="2368765"/>
                  <a:pt x="4964689" y="2370319"/>
                </a:cubicBezTo>
                <a:close/>
                <a:moveTo>
                  <a:pt x="3992104" y="2364485"/>
                </a:moveTo>
                <a:cubicBezTo>
                  <a:pt x="3985964" y="2364292"/>
                  <a:pt x="3980665" y="2366346"/>
                  <a:pt x="3982851" y="2373660"/>
                </a:cubicBezTo>
                <a:cubicBezTo>
                  <a:pt x="3987225" y="2375200"/>
                  <a:pt x="4002028" y="2368784"/>
                  <a:pt x="4002028" y="2376740"/>
                </a:cubicBezTo>
                <a:cubicBezTo>
                  <a:pt x="3993617" y="2376740"/>
                  <a:pt x="3995635" y="2386493"/>
                  <a:pt x="3984870" y="2384953"/>
                </a:cubicBezTo>
                <a:cubicBezTo>
                  <a:pt x="3976459" y="2381617"/>
                  <a:pt x="3959300" y="2383413"/>
                  <a:pt x="3957282" y="2381617"/>
                </a:cubicBezTo>
                <a:cubicBezTo>
                  <a:pt x="3965693" y="2389830"/>
                  <a:pt x="3950890" y="2398043"/>
                  <a:pt x="3944498" y="2389830"/>
                </a:cubicBezTo>
                <a:cubicBezTo>
                  <a:pt x="3942480" y="2401123"/>
                  <a:pt x="3948871" y="2404459"/>
                  <a:pt x="3955264" y="2407539"/>
                </a:cubicBezTo>
                <a:cubicBezTo>
                  <a:pt x="3955264" y="2401123"/>
                  <a:pt x="3959300" y="2398043"/>
                  <a:pt x="3963675" y="2396247"/>
                </a:cubicBezTo>
                <a:cubicBezTo>
                  <a:pt x="3974440" y="2422169"/>
                  <a:pt x="3974440" y="2381617"/>
                  <a:pt x="3989244" y="2405999"/>
                </a:cubicBezTo>
                <a:cubicBezTo>
                  <a:pt x="3991262" y="2386493"/>
                  <a:pt x="4008420" y="2399583"/>
                  <a:pt x="4012794" y="2405999"/>
                </a:cubicBezTo>
                <a:cubicBezTo>
                  <a:pt x="4008420" y="2389830"/>
                  <a:pt x="4021206" y="2389830"/>
                  <a:pt x="4021206" y="2378536"/>
                </a:cubicBezTo>
                <a:cubicBezTo>
                  <a:pt x="4008420" y="2384953"/>
                  <a:pt x="3997654" y="2383413"/>
                  <a:pt x="4006402" y="2368784"/>
                </a:cubicBezTo>
                <a:cubicBezTo>
                  <a:pt x="4005224" y="2367115"/>
                  <a:pt x="3998244" y="2364677"/>
                  <a:pt x="3992104" y="2364485"/>
                </a:cubicBezTo>
                <a:close/>
                <a:moveTo>
                  <a:pt x="4833098" y="2361547"/>
                </a:moveTo>
                <a:cubicBezTo>
                  <a:pt x="4838635" y="2361912"/>
                  <a:pt x="4843798" y="2363484"/>
                  <a:pt x="4847494" y="2366628"/>
                </a:cubicBezTo>
                <a:cubicBezTo>
                  <a:pt x="4830364" y="2377945"/>
                  <a:pt x="4817600" y="2373167"/>
                  <a:pt x="4802822" y="2380963"/>
                </a:cubicBezTo>
                <a:cubicBezTo>
                  <a:pt x="4796526" y="2370212"/>
                  <a:pt x="4816488" y="2360450"/>
                  <a:pt x="4833098" y="2361547"/>
                </a:cubicBezTo>
                <a:close/>
                <a:moveTo>
                  <a:pt x="4263878" y="2357940"/>
                </a:moveTo>
                <a:cubicBezTo>
                  <a:pt x="4267876" y="2358492"/>
                  <a:pt x="4271229" y="2360715"/>
                  <a:pt x="4273408" y="2365576"/>
                </a:cubicBezTo>
                <a:cubicBezTo>
                  <a:pt x="4254297" y="2375300"/>
                  <a:pt x="4245914" y="2364041"/>
                  <a:pt x="4224791" y="2371973"/>
                </a:cubicBezTo>
                <a:cubicBezTo>
                  <a:pt x="4234095" y="2369671"/>
                  <a:pt x="4251887" y="2356285"/>
                  <a:pt x="4263878" y="2357940"/>
                </a:cubicBezTo>
                <a:close/>
                <a:moveTo>
                  <a:pt x="3787150" y="2356181"/>
                </a:moveTo>
                <a:lnTo>
                  <a:pt x="3782407" y="2359641"/>
                </a:lnTo>
                <a:lnTo>
                  <a:pt x="3791421" y="2360570"/>
                </a:lnTo>
                <a:lnTo>
                  <a:pt x="3786380" y="2368826"/>
                </a:lnTo>
                <a:lnTo>
                  <a:pt x="3794210" y="2369199"/>
                </a:lnTo>
                <a:lnTo>
                  <a:pt x="3794576" y="2369291"/>
                </a:lnTo>
                <a:lnTo>
                  <a:pt x="3794959" y="2367797"/>
                </a:lnTo>
                <a:cubicBezTo>
                  <a:pt x="3795984" y="2364806"/>
                  <a:pt x="3797477" y="2362174"/>
                  <a:pt x="3800168" y="2360570"/>
                </a:cubicBezTo>
                <a:cubicBezTo>
                  <a:pt x="3798990" y="2358132"/>
                  <a:pt x="3796299" y="2357298"/>
                  <a:pt x="3793103" y="2356881"/>
                </a:cubicBezTo>
                <a:close/>
                <a:moveTo>
                  <a:pt x="4939319" y="2354498"/>
                </a:moveTo>
                <a:cubicBezTo>
                  <a:pt x="4948146" y="2354486"/>
                  <a:pt x="4953244" y="2363195"/>
                  <a:pt x="4950050" y="2369320"/>
                </a:cubicBezTo>
                <a:cubicBezTo>
                  <a:pt x="4941862" y="2374169"/>
                  <a:pt x="4935639" y="2366003"/>
                  <a:pt x="4929417" y="2357836"/>
                </a:cubicBezTo>
                <a:cubicBezTo>
                  <a:pt x="4933020" y="2355475"/>
                  <a:pt x="4936376" y="2354503"/>
                  <a:pt x="4939319" y="2354498"/>
                </a:cubicBezTo>
                <a:close/>
                <a:moveTo>
                  <a:pt x="3763446" y="2352921"/>
                </a:moveTo>
                <a:cubicBezTo>
                  <a:pt x="3763446" y="2352921"/>
                  <a:pt x="3765742" y="2353400"/>
                  <a:pt x="3768613" y="2354000"/>
                </a:cubicBezTo>
                <a:lnTo>
                  <a:pt x="3770452" y="2354384"/>
                </a:lnTo>
                <a:close/>
                <a:moveTo>
                  <a:pt x="4133910" y="2344400"/>
                </a:moveTo>
                <a:cubicBezTo>
                  <a:pt x="4116752" y="2352614"/>
                  <a:pt x="4118770" y="2371863"/>
                  <a:pt x="4097576" y="2370324"/>
                </a:cubicBezTo>
                <a:cubicBezTo>
                  <a:pt x="4106322" y="2370324"/>
                  <a:pt x="4101948" y="2381617"/>
                  <a:pt x="4110360" y="2380077"/>
                </a:cubicBezTo>
                <a:cubicBezTo>
                  <a:pt x="4118770" y="2368784"/>
                  <a:pt x="4140302" y="2355694"/>
                  <a:pt x="4133910" y="2344400"/>
                </a:cubicBezTo>
                <a:close/>
                <a:moveTo>
                  <a:pt x="3969283" y="2343157"/>
                </a:moveTo>
                <a:cubicBezTo>
                  <a:pt x="3964158" y="2344000"/>
                  <a:pt x="3964095" y="2350111"/>
                  <a:pt x="3959300" y="2352614"/>
                </a:cubicBezTo>
                <a:cubicBezTo>
                  <a:pt x="3961656" y="2345940"/>
                  <a:pt x="3955264" y="2342861"/>
                  <a:pt x="3950890" y="2349277"/>
                </a:cubicBezTo>
                <a:cubicBezTo>
                  <a:pt x="3959300" y="2349277"/>
                  <a:pt x="3953246" y="2360570"/>
                  <a:pt x="3959300" y="2363907"/>
                </a:cubicBezTo>
                <a:cubicBezTo>
                  <a:pt x="3959300" y="2363907"/>
                  <a:pt x="3959300" y="2363907"/>
                  <a:pt x="3970067" y="2362110"/>
                </a:cubicBezTo>
                <a:cubicBezTo>
                  <a:pt x="3974440" y="2357234"/>
                  <a:pt x="3976459" y="2352614"/>
                  <a:pt x="3976459" y="2344400"/>
                </a:cubicBezTo>
                <a:cubicBezTo>
                  <a:pt x="3973263" y="2343181"/>
                  <a:pt x="3970992" y="2342877"/>
                  <a:pt x="3969283" y="2343157"/>
                </a:cubicBezTo>
                <a:close/>
                <a:moveTo>
                  <a:pt x="3982851" y="2342861"/>
                </a:moveTo>
                <a:cubicBezTo>
                  <a:pt x="3978478" y="2347737"/>
                  <a:pt x="3976459" y="2362110"/>
                  <a:pt x="3987225" y="2362110"/>
                </a:cubicBezTo>
                <a:cubicBezTo>
                  <a:pt x="3991430" y="2358132"/>
                  <a:pt x="3993533" y="2354539"/>
                  <a:pt x="3992986" y="2351330"/>
                </a:cubicBezTo>
                <a:lnTo>
                  <a:pt x="3986296" y="2345739"/>
                </a:lnTo>
                <a:lnTo>
                  <a:pt x="3982992" y="2345968"/>
                </a:lnTo>
                <a:lnTo>
                  <a:pt x="3985128" y="2344763"/>
                </a:lnTo>
                <a:close/>
                <a:moveTo>
                  <a:pt x="4439917" y="2341641"/>
                </a:moveTo>
                <a:cubicBezTo>
                  <a:pt x="4442860" y="2341837"/>
                  <a:pt x="4445303" y="2342277"/>
                  <a:pt x="4446408" y="2342734"/>
                </a:cubicBezTo>
                <a:cubicBezTo>
                  <a:pt x="4448448" y="2350831"/>
                  <a:pt x="4429070" y="2349264"/>
                  <a:pt x="4422611" y="2352659"/>
                </a:cubicBezTo>
                <a:cubicBezTo>
                  <a:pt x="4417767" y="2342670"/>
                  <a:pt x="4431089" y="2341053"/>
                  <a:pt x="4439917" y="2341641"/>
                </a:cubicBezTo>
                <a:close/>
                <a:moveTo>
                  <a:pt x="4028940" y="2339672"/>
                </a:moveTo>
                <a:lnTo>
                  <a:pt x="4014813" y="2349277"/>
                </a:lnTo>
                <a:cubicBezTo>
                  <a:pt x="4023224" y="2350047"/>
                  <a:pt x="4029616" y="2348828"/>
                  <a:pt x="4034704" y="2346390"/>
                </a:cubicBezTo>
                <a:lnTo>
                  <a:pt x="4040184" y="2341758"/>
                </a:lnTo>
                <a:close/>
                <a:moveTo>
                  <a:pt x="4046774" y="2336188"/>
                </a:moveTo>
                <a:lnTo>
                  <a:pt x="4043182" y="2336702"/>
                </a:lnTo>
                <a:lnTo>
                  <a:pt x="4044099" y="2338448"/>
                </a:lnTo>
                <a:close/>
                <a:moveTo>
                  <a:pt x="4013308" y="2329221"/>
                </a:moveTo>
                <a:lnTo>
                  <a:pt x="4012794" y="2331311"/>
                </a:lnTo>
                <a:lnTo>
                  <a:pt x="4017254" y="2330145"/>
                </a:lnTo>
                <a:lnTo>
                  <a:pt x="4016974" y="2329804"/>
                </a:lnTo>
                <a:close/>
                <a:moveTo>
                  <a:pt x="4099436" y="2328187"/>
                </a:moveTo>
                <a:cubicBezTo>
                  <a:pt x="4092214" y="2328536"/>
                  <a:pt x="4083950" y="2337150"/>
                  <a:pt x="4074362" y="2334647"/>
                </a:cubicBezTo>
                <a:cubicBezTo>
                  <a:pt x="4074362" y="2334647"/>
                  <a:pt x="4074362" y="2334647"/>
                  <a:pt x="4074362" y="2345940"/>
                </a:cubicBezTo>
                <a:cubicBezTo>
                  <a:pt x="4093538" y="2342861"/>
                  <a:pt x="4103968" y="2341064"/>
                  <a:pt x="4106322" y="2331311"/>
                </a:cubicBezTo>
                <a:cubicBezTo>
                  <a:pt x="4104136" y="2328872"/>
                  <a:pt x="4101844" y="2328070"/>
                  <a:pt x="4099436" y="2328187"/>
                </a:cubicBezTo>
                <a:close/>
                <a:moveTo>
                  <a:pt x="4074362" y="2323354"/>
                </a:moveTo>
                <a:lnTo>
                  <a:pt x="4074214" y="2323715"/>
                </a:lnTo>
                <a:lnTo>
                  <a:pt x="4065950" y="2324894"/>
                </a:lnTo>
                <a:cubicBezTo>
                  <a:pt x="4074362" y="2323354"/>
                  <a:pt x="4074362" y="2323354"/>
                  <a:pt x="4074362" y="2323354"/>
                </a:cubicBezTo>
                <a:close/>
                <a:moveTo>
                  <a:pt x="3902332" y="2318807"/>
                </a:moveTo>
                <a:cubicBezTo>
                  <a:pt x="3881138" y="2320347"/>
                  <a:pt x="3859944" y="2318807"/>
                  <a:pt x="3838415" y="2331641"/>
                </a:cubicBezTo>
                <a:cubicBezTo>
                  <a:pt x="3840770" y="2318807"/>
                  <a:pt x="3819240" y="2333437"/>
                  <a:pt x="3810830" y="2333437"/>
                </a:cubicBezTo>
                <a:cubicBezTo>
                  <a:pt x="3802420" y="2330101"/>
                  <a:pt x="3804438" y="2317011"/>
                  <a:pt x="3791654" y="2320347"/>
                </a:cubicBezTo>
                <a:cubicBezTo>
                  <a:pt x="3783244" y="2330101"/>
                  <a:pt x="3770462" y="2343191"/>
                  <a:pt x="3764070" y="2348068"/>
                </a:cubicBezTo>
                <a:cubicBezTo>
                  <a:pt x="3762052" y="2343191"/>
                  <a:pt x="3755660" y="2339854"/>
                  <a:pt x="3747250" y="2336518"/>
                </a:cubicBezTo>
                <a:cubicBezTo>
                  <a:pt x="3742877" y="2326764"/>
                  <a:pt x="3766424" y="2334978"/>
                  <a:pt x="3760033" y="2325224"/>
                </a:cubicBezTo>
                <a:cubicBezTo>
                  <a:pt x="3750446" y="2326379"/>
                  <a:pt x="3732343" y="2325802"/>
                  <a:pt x="3722188" y="2330205"/>
                </a:cubicBezTo>
                <a:lnTo>
                  <a:pt x="3716379" y="2335523"/>
                </a:lnTo>
                <a:lnTo>
                  <a:pt x="3717274" y="2336522"/>
                </a:lnTo>
                <a:lnTo>
                  <a:pt x="3729042" y="2336550"/>
                </a:lnTo>
                <a:cubicBezTo>
                  <a:pt x="3733289" y="2336132"/>
                  <a:pt x="3736485" y="2336517"/>
                  <a:pt x="3736485" y="2341394"/>
                </a:cubicBezTo>
                <a:lnTo>
                  <a:pt x="3725181" y="2343477"/>
                </a:lnTo>
                <a:lnTo>
                  <a:pt x="3738882" y="2354212"/>
                </a:lnTo>
                <a:lnTo>
                  <a:pt x="3740619" y="2350817"/>
                </a:lnTo>
                <a:cubicBezTo>
                  <a:pt x="3746928" y="2359287"/>
                  <a:pt x="3755696" y="2354186"/>
                  <a:pt x="3759686" y="2358577"/>
                </a:cubicBezTo>
                <a:lnTo>
                  <a:pt x="3761013" y="2363822"/>
                </a:lnTo>
                <a:lnTo>
                  <a:pt x="3761715" y="2363919"/>
                </a:lnTo>
                <a:lnTo>
                  <a:pt x="3764741" y="2365315"/>
                </a:lnTo>
                <a:lnTo>
                  <a:pt x="3775860" y="2358966"/>
                </a:lnTo>
                <a:lnTo>
                  <a:pt x="3778498" y="2359238"/>
                </a:lnTo>
                <a:lnTo>
                  <a:pt x="3773329" y="2356562"/>
                </a:lnTo>
                <a:lnTo>
                  <a:pt x="3772772" y="2354868"/>
                </a:lnTo>
                <a:lnTo>
                  <a:pt x="3772069" y="2352725"/>
                </a:lnTo>
                <a:cubicBezTo>
                  <a:pt x="3778674" y="2354247"/>
                  <a:pt x="3774502" y="2349428"/>
                  <a:pt x="3781108" y="2346130"/>
                </a:cubicBezTo>
                <a:cubicBezTo>
                  <a:pt x="3784411" y="2347018"/>
                  <a:pt x="3784932" y="2348222"/>
                  <a:pt x="3785454" y="2349618"/>
                </a:cubicBezTo>
                <a:lnTo>
                  <a:pt x="3788056" y="2352389"/>
                </a:lnTo>
                <a:lnTo>
                  <a:pt x="3798444" y="2345587"/>
                </a:lnTo>
                <a:cubicBezTo>
                  <a:pt x="3802691" y="2342347"/>
                  <a:pt x="3803196" y="2339524"/>
                  <a:pt x="3791421" y="2337984"/>
                </a:cubicBezTo>
                <a:cubicBezTo>
                  <a:pt x="3798822" y="2333878"/>
                  <a:pt x="3808410" y="2335097"/>
                  <a:pt x="3815896" y="2339556"/>
                </a:cubicBezTo>
                <a:lnTo>
                  <a:pt x="3820438" y="2343971"/>
                </a:lnTo>
                <a:lnTo>
                  <a:pt x="3829254" y="2340488"/>
                </a:lnTo>
                <a:cubicBezTo>
                  <a:pt x="3834081" y="2339696"/>
                  <a:pt x="3838907" y="2338871"/>
                  <a:pt x="3843142" y="2334812"/>
                </a:cubicBezTo>
                <a:cubicBezTo>
                  <a:pt x="3849578" y="2342930"/>
                  <a:pt x="3858046" y="2338110"/>
                  <a:pt x="3853982" y="2347750"/>
                </a:cubicBezTo>
                <a:cubicBezTo>
                  <a:pt x="3844328" y="2340520"/>
                  <a:pt x="3834674" y="2344991"/>
                  <a:pt x="3825020" y="2346287"/>
                </a:cubicBezTo>
                <a:lnTo>
                  <a:pt x="3822746" y="2346213"/>
                </a:lnTo>
                <a:lnTo>
                  <a:pt x="3825011" y="2348415"/>
                </a:lnTo>
                <a:cubicBezTo>
                  <a:pt x="3827167" y="2352004"/>
                  <a:pt x="3828260" y="2356143"/>
                  <a:pt x="3827756" y="2360570"/>
                </a:cubicBezTo>
                <a:cubicBezTo>
                  <a:pt x="3818168" y="2357362"/>
                  <a:pt x="3814383" y="2363842"/>
                  <a:pt x="3811438" y="2369714"/>
                </a:cubicBezTo>
                <a:lnTo>
                  <a:pt x="3809375" y="2373023"/>
                </a:lnTo>
                <a:lnTo>
                  <a:pt x="3828402" y="2377821"/>
                </a:lnTo>
                <a:lnTo>
                  <a:pt x="3860225" y="2392208"/>
                </a:lnTo>
                <a:lnTo>
                  <a:pt x="3868127" y="2391370"/>
                </a:lnTo>
                <a:lnTo>
                  <a:pt x="3869518" y="2396410"/>
                </a:lnTo>
                <a:lnTo>
                  <a:pt x="3880899" y="2401556"/>
                </a:lnTo>
                <a:lnTo>
                  <a:pt x="3882931" y="2401123"/>
                </a:lnTo>
                <a:cubicBezTo>
                  <a:pt x="3868127" y="2394706"/>
                  <a:pt x="3884949" y="2394706"/>
                  <a:pt x="3884949" y="2380077"/>
                </a:cubicBezTo>
                <a:cubicBezTo>
                  <a:pt x="3897734" y="2375200"/>
                  <a:pt x="3891342" y="2389830"/>
                  <a:pt x="3900089" y="2389830"/>
                </a:cubicBezTo>
                <a:cubicBezTo>
                  <a:pt x="3897734" y="2394706"/>
                  <a:pt x="3891342" y="2393166"/>
                  <a:pt x="3891342" y="2398043"/>
                </a:cubicBezTo>
                <a:cubicBezTo>
                  <a:pt x="3893696" y="2401123"/>
                  <a:pt x="3893696" y="2404459"/>
                  <a:pt x="3897734" y="2405999"/>
                </a:cubicBezTo>
                <a:cubicBezTo>
                  <a:pt x="3906480" y="2404459"/>
                  <a:pt x="3902107" y="2393166"/>
                  <a:pt x="3908500" y="2389830"/>
                </a:cubicBezTo>
                <a:cubicBezTo>
                  <a:pt x="3910518" y="2380077"/>
                  <a:pt x="3893696" y="2381617"/>
                  <a:pt x="3908500" y="2375200"/>
                </a:cubicBezTo>
                <a:cubicBezTo>
                  <a:pt x="3908500" y="2373660"/>
                  <a:pt x="3893696" y="2370324"/>
                  <a:pt x="3889323" y="2375200"/>
                </a:cubicBezTo>
                <a:cubicBezTo>
                  <a:pt x="3890332" y="2368655"/>
                  <a:pt x="3888230" y="2363778"/>
                  <a:pt x="3886379" y="2359319"/>
                </a:cubicBezTo>
                <a:lnTo>
                  <a:pt x="3886365" y="2359186"/>
                </a:lnTo>
                <a:lnTo>
                  <a:pt x="3882890" y="2360589"/>
                </a:lnTo>
                <a:cubicBezTo>
                  <a:pt x="3882890" y="2360589"/>
                  <a:pt x="3882890" y="2360589"/>
                  <a:pt x="3874703" y="2355757"/>
                </a:cubicBezTo>
                <a:cubicBezTo>
                  <a:pt x="3877814" y="2352577"/>
                  <a:pt x="3881908" y="2349398"/>
                  <a:pt x="3884978" y="2346410"/>
                </a:cubicBezTo>
                <a:lnTo>
                  <a:pt x="3884996" y="2346375"/>
                </a:lnTo>
                <a:lnTo>
                  <a:pt x="3884949" y="2345940"/>
                </a:lnTo>
                <a:lnTo>
                  <a:pt x="3885184" y="2346002"/>
                </a:lnTo>
                <a:lnTo>
                  <a:pt x="3889113" y="2338208"/>
                </a:lnTo>
                <a:cubicBezTo>
                  <a:pt x="3895335" y="2341260"/>
                  <a:pt x="3893370" y="2344566"/>
                  <a:pt x="3899594" y="2346092"/>
                </a:cubicBezTo>
                <a:lnTo>
                  <a:pt x="3892504" y="2350158"/>
                </a:lnTo>
                <a:lnTo>
                  <a:pt x="3893738" y="2353095"/>
                </a:lnTo>
                <a:cubicBezTo>
                  <a:pt x="3894538" y="2357362"/>
                  <a:pt x="3894538" y="2362238"/>
                  <a:pt x="3897734" y="2363907"/>
                </a:cubicBezTo>
                <a:cubicBezTo>
                  <a:pt x="3906480" y="2359030"/>
                  <a:pt x="3921284" y="2360570"/>
                  <a:pt x="3927676" y="2352614"/>
                </a:cubicBezTo>
                <a:cubicBezTo>
                  <a:pt x="3919266" y="2344400"/>
                  <a:pt x="3900089" y="2359030"/>
                  <a:pt x="3902107" y="2337984"/>
                </a:cubicBezTo>
                <a:cubicBezTo>
                  <a:pt x="3909509" y="2342861"/>
                  <a:pt x="3912200" y="2340422"/>
                  <a:pt x="3912747" y="2336155"/>
                </a:cubicBezTo>
                <a:lnTo>
                  <a:pt x="3912456" y="2331747"/>
                </a:lnTo>
                <a:lnTo>
                  <a:pt x="3906705" y="2336518"/>
                </a:lnTo>
                <a:cubicBezTo>
                  <a:pt x="3903509" y="2335299"/>
                  <a:pt x="3902563" y="2333887"/>
                  <a:pt x="3902710" y="2332379"/>
                </a:cubicBezTo>
                <a:lnTo>
                  <a:pt x="3904339" y="2329384"/>
                </a:lnTo>
                <a:lnTo>
                  <a:pt x="3899440" y="2334966"/>
                </a:lnTo>
                <a:cubicBezTo>
                  <a:pt x="3896223" y="2337153"/>
                  <a:pt x="3891960" y="2338340"/>
                  <a:pt x="3885609" y="2337590"/>
                </a:cubicBezTo>
                <a:lnTo>
                  <a:pt x="3886638" y="2332041"/>
                </a:lnTo>
                <a:lnTo>
                  <a:pt x="3883997" y="2333854"/>
                </a:lnTo>
                <a:cubicBezTo>
                  <a:pt x="3878468" y="2335504"/>
                  <a:pt x="3872030" y="2333052"/>
                  <a:pt x="3865400" y="2341351"/>
                </a:cubicBezTo>
                <a:cubicBezTo>
                  <a:pt x="3865400" y="2341351"/>
                  <a:pt x="3865400" y="2341351"/>
                  <a:pt x="3856902" y="2336573"/>
                </a:cubicBezTo>
                <a:cubicBezTo>
                  <a:pt x="3864381" y="2335064"/>
                  <a:pt x="3870330" y="2333492"/>
                  <a:pt x="3875472" y="2332297"/>
                </a:cubicBezTo>
                <a:lnTo>
                  <a:pt x="3886902" y="2330622"/>
                </a:lnTo>
                <a:lnTo>
                  <a:pt x="3887212" y="2328947"/>
                </a:lnTo>
                <a:cubicBezTo>
                  <a:pt x="3888628" y="2326737"/>
                  <a:pt x="3890770" y="2325191"/>
                  <a:pt x="3893172" y="2324285"/>
                </a:cubicBezTo>
                <a:lnTo>
                  <a:pt x="3905957" y="2326190"/>
                </a:lnTo>
                <a:lnTo>
                  <a:pt x="3907462" y="2322946"/>
                </a:lnTo>
                <a:cubicBezTo>
                  <a:pt x="3907357" y="2321438"/>
                  <a:pt x="3906032" y="2320027"/>
                  <a:pt x="3902332" y="2318807"/>
                </a:cubicBezTo>
                <a:close/>
                <a:moveTo>
                  <a:pt x="4027597" y="2318477"/>
                </a:moveTo>
                <a:lnTo>
                  <a:pt x="4026274" y="2318774"/>
                </a:lnTo>
                <a:lnTo>
                  <a:pt x="4022358" y="2320498"/>
                </a:lnTo>
                <a:cubicBezTo>
                  <a:pt x="4018392" y="2321895"/>
                  <a:pt x="4015721" y="2323483"/>
                  <a:pt x="4018727" y="2326659"/>
                </a:cubicBezTo>
                <a:lnTo>
                  <a:pt x="4023889" y="2327271"/>
                </a:lnTo>
                <a:close/>
                <a:moveTo>
                  <a:pt x="4267470" y="2316704"/>
                </a:moveTo>
                <a:cubicBezTo>
                  <a:pt x="4265094" y="2326432"/>
                  <a:pt x="4250152" y="2328224"/>
                  <a:pt x="4250152" y="2337952"/>
                </a:cubicBezTo>
                <a:cubicBezTo>
                  <a:pt x="4243700" y="2336160"/>
                  <a:pt x="4241662" y="2331296"/>
                  <a:pt x="4239625" y="2324896"/>
                </a:cubicBezTo>
                <a:cubicBezTo>
                  <a:pt x="4248114" y="2321568"/>
                  <a:pt x="4254566" y="2316704"/>
                  <a:pt x="4267470" y="2316704"/>
                </a:cubicBezTo>
                <a:close/>
                <a:moveTo>
                  <a:pt x="4055330" y="2316417"/>
                </a:moveTo>
                <a:lnTo>
                  <a:pt x="4055984" y="2320852"/>
                </a:lnTo>
                <a:cubicBezTo>
                  <a:pt x="4058886" y="2328552"/>
                  <a:pt x="4063596" y="2337085"/>
                  <a:pt x="4059222" y="2347737"/>
                </a:cubicBezTo>
                <a:cubicBezTo>
                  <a:pt x="4059222" y="2347737"/>
                  <a:pt x="4059222" y="2347737"/>
                  <a:pt x="4065950" y="2345940"/>
                </a:cubicBezTo>
                <a:cubicBezTo>
                  <a:pt x="4070156" y="2343502"/>
                  <a:pt x="4069568" y="2339845"/>
                  <a:pt x="4069273" y="2335803"/>
                </a:cubicBezTo>
                <a:lnTo>
                  <a:pt x="4074214" y="2323715"/>
                </a:lnTo>
                <a:lnTo>
                  <a:pt x="4096158" y="2320585"/>
                </a:lnTo>
                <a:lnTo>
                  <a:pt x="4089370" y="2317011"/>
                </a:lnTo>
                <a:cubicBezTo>
                  <a:pt x="4081969" y="2321887"/>
                  <a:pt x="4074484" y="2321117"/>
                  <a:pt x="4067000" y="2319128"/>
                </a:cubicBezTo>
                <a:close/>
                <a:moveTo>
                  <a:pt x="3922952" y="2315664"/>
                </a:moveTo>
                <a:cubicBezTo>
                  <a:pt x="3920834" y="2315118"/>
                  <a:pt x="3918310" y="2315407"/>
                  <a:pt x="3915114" y="2317011"/>
                </a:cubicBezTo>
                <a:cubicBezTo>
                  <a:pt x="3911414" y="2319064"/>
                  <a:pt x="3910090" y="2320813"/>
                  <a:pt x="3909922" y="2322405"/>
                </a:cubicBezTo>
                <a:lnTo>
                  <a:pt x="3911347" y="2326046"/>
                </a:lnTo>
                <a:lnTo>
                  <a:pt x="3910518" y="2323354"/>
                </a:lnTo>
                <a:cubicBezTo>
                  <a:pt x="3912873" y="2318477"/>
                  <a:pt x="3914892" y="2320017"/>
                  <a:pt x="3914892" y="2323354"/>
                </a:cubicBezTo>
                <a:cubicBezTo>
                  <a:pt x="3916910" y="2323354"/>
                  <a:pt x="3919266" y="2321558"/>
                  <a:pt x="3919266" y="2318477"/>
                </a:cubicBezTo>
                <a:cubicBezTo>
                  <a:pt x="3923808" y="2324445"/>
                  <a:pt x="3913020" y="2333300"/>
                  <a:pt x="3917279" y="2338004"/>
                </a:cubicBezTo>
                <a:lnTo>
                  <a:pt x="3918483" y="2338359"/>
                </a:lnTo>
                <a:lnTo>
                  <a:pt x="3922279" y="2335945"/>
                </a:lnTo>
                <a:cubicBezTo>
                  <a:pt x="3922279" y="2335945"/>
                  <a:pt x="3922279" y="2335945"/>
                  <a:pt x="3923892" y="2336538"/>
                </a:cubicBezTo>
                <a:lnTo>
                  <a:pt x="3928982" y="2338410"/>
                </a:lnTo>
                <a:lnTo>
                  <a:pt x="3934895" y="2326389"/>
                </a:lnTo>
                <a:lnTo>
                  <a:pt x="3928360" y="2319321"/>
                </a:lnTo>
                <a:cubicBezTo>
                  <a:pt x="3926784" y="2317588"/>
                  <a:pt x="3925070" y="2316209"/>
                  <a:pt x="3922952" y="2315664"/>
                </a:cubicBezTo>
                <a:close/>
                <a:moveTo>
                  <a:pt x="4792792" y="2314971"/>
                </a:moveTo>
                <a:cubicBezTo>
                  <a:pt x="4795302" y="2315608"/>
                  <a:pt x="4798192" y="2317652"/>
                  <a:pt x="4801494" y="2321740"/>
                </a:cubicBezTo>
                <a:cubicBezTo>
                  <a:pt x="4786197" y="2325115"/>
                  <a:pt x="4790370" y="2333422"/>
                  <a:pt x="4779592" y="2330047"/>
                </a:cubicBezTo>
                <a:cubicBezTo>
                  <a:pt x="4781156" y="2323817"/>
                  <a:pt x="4785262" y="2313061"/>
                  <a:pt x="4792792" y="2314971"/>
                </a:cubicBezTo>
                <a:close/>
                <a:moveTo>
                  <a:pt x="3734004" y="2310851"/>
                </a:moveTo>
                <a:cubicBezTo>
                  <a:pt x="3728916" y="2310658"/>
                  <a:pt x="3722524" y="2312262"/>
                  <a:pt x="3719329" y="2315471"/>
                </a:cubicBezTo>
                <a:cubicBezTo>
                  <a:pt x="3725720" y="2325224"/>
                  <a:pt x="3734467" y="2312134"/>
                  <a:pt x="3740858" y="2317011"/>
                </a:cubicBezTo>
                <a:cubicBezTo>
                  <a:pt x="3742877" y="2313032"/>
                  <a:pt x="3739092" y="2311043"/>
                  <a:pt x="3734004" y="2310851"/>
                </a:cubicBezTo>
                <a:close/>
                <a:moveTo>
                  <a:pt x="3706903" y="2305470"/>
                </a:moveTo>
                <a:lnTo>
                  <a:pt x="3700992" y="2305573"/>
                </a:lnTo>
                <a:lnTo>
                  <a:pt x="3702339" y="2310731"/>
                </a:lnTo>
                <a:close/>
                <a:moveTo>
                  <a:pt x="3997130" y="2300733"/>
                </a:moveTo>
                <a:lnTo>
                  <a:pt x="3995004" y="2304851"/>
                </a:lnTo>
                <a:cubicBezTo>
                  <a:pt x="3992150" y="2307883"/>
                  <a:pt x="3988870" y="2304563"/>
                  <a:pt x="3981049" y="2305718"/>
                </a:cubicBezTo>
                <a:cubicBezTo>
                  <a:pt x="3981049" y="2310594"/>
                  <a:pt x="3978694" y="2315471"/>
                  <a:pt x="3981049" y="2320347"/>
                </a:cubicBezTo>
                <a:cubicBezTo>
                  <a:pt x="3983067" y="2317011"/>
                  <a:pt x="4000224" y="2317011"/>
                  <a:pt x="3995850" y="2323685"/>
                </a:cubicBezTo>
                <a:lnTo>
                  <a:pt x="3987724" y="2322748"/>
                </a:lnTo>
                <a:lnTo>
                  <a:pt x="3995635" y="2331311"/>
                </a:lnTo>
                <a:cubicBezTo>
                  <a:pt x="3993617" y="2321558"/>
                  <a:pt x="4008420" y="2318477"/>
                  <a:pt x="4012794" y="2303848"/>
                </a:cubicBezTo>
                <a:lnTo>
                  <a:pt x="4009904" y="2303242"/>
                </a:lnTo>
                <a:lnTo>
                  <a:pt x="4007540" y="2310819"/>
                </a:lnTo>
                <a:cubicBezTo>
                  <a:pt x="4006447" y="2313417"/>
                  <a:pt x="4004260" y="2314573"/>
                  <a:pt x="3997868" y="2312134"/>
                </a:cubicBezTo>
                <a:cubicBezTo>
                  <a:pt x="3996355" y="2307322"/>
                  <a:pt x="4005628" y="2306118"/>
                  <a:pt x="4003972" y="2303110"/>
                </a:cubicBezTo>
                <a:lnTo>
                  <a:pt x="4001288" y="2301435"/>
                </a:lnTo>
                <a:lnTo>
                  <a:pt x="3998412" y="2300832"/>
                </a:lnTo>
                <a:close/>
                <a:moveTo>
                  <a:pt x="3730812" y="2300597"/>
                </a:moveTo>
                <a:lnTo>
                  <a:pt x="3717133" y="2304418"/>
                </a:lnTo>
                <a:lnTo>
                  <a:pt x="3712937" y="2307514"/>
                </a:lnTo>
                <a:cubicBezTo>
                  <a:pt x="3723702" y="2310594"/>
                  <a:pt x="3732112" y="2304178"/>
                  <a:pt x="3740858" y="2300841"/>
                </a:cubicBezTo>
                <a:close/>
                <a:moveTo>
                  <a:pt x="4051020" y="2294424"/>
                </a:moveTo>
                <a:lnTo>
                  <a:pt x="4046006" y="2295221"/>
                </a:lnTo>
                <a:lnTo>
                  <a:pt x="4044418" y="2307185"/>
                </a:lnTo>
                <a:lnTo>
                  <a:pt x="4047432" y="2306606"/>
                </a:lnTo>
                <a:lnTo>
                  <a:pt x="4048582" y="2303600"/>
                </a:lnTo>
                <a:cubicBezTo>
                  <a:pt x="4050432" y="2300135"/>
                  <a:pt x="4052030" y="2296862"/>
                  <a:pt x="4051020" y="2294424"/>
                </a:cubicBezTo>
                <a:close/>
                <a:moveTo>
                  <a:pt x="5080188" y="2291093"/>
                </a:moveTo>
                <a:cubicBezTo>
                  <a:pt x="5105610" y="2299363"/>
                  <a:pt x="5065136" y="2309183"/>
                  <a:pt x="5048411" y="2320554"/>
                </a:cubicBezTo>
                <a:cubicBezTo>
                  <a:pt x="5037707" y="2322105"/>
                  <a:pt x="5084202" y="2289542"/>
                  <a:pt x="5080188" y="2291093"/>
                </a:cubicBezTo>
                <a:close/>
                <a:moveTo>
                  <a:pt x="4096274" y="2290913"/>
                </a:moveTo>
                <a:lnTo>
                  <a:pt x="4086894" y="2293935"/>
                </a:lnTo>
                <a:lnTo>
                  <a:pt x="4086086" y="2293959"/>
                </a:lnTo>
                <a:lnTo>
                  <a:pt x="4085922" y="2294200"/>
                </a:lnTo>
                <a:cubicBezTo>
                  <a:pt x="4086174" y="2296413"/>
                  <a:pt x="4087184" y="2298402"/>
                  <a:pt x="4084997" y="2300841"/>
                </a:cubicBezTo>
                <a:cubicBezTo>
                  <a:pt x="4079782" y="2303279"/>
                  <a:pt x="4080372" y="2300456"/>
                  <a:pt x="4080119" y="2296830"/>
                </a:cubicBezTo>
                <a:lnTo>
                  <a:pt x="4079226" y="2294168"/>
                </a:lnTo>
                <a:lnTo>
                  <a:pt x="4066202" y="2294564"/>
                </a:lnTo>
                <a:lnTo>
                  <a:pt x="4063564" y="2292812"/>
                </a:lnTo>
                <a:lnTo>
                  <a:pt x="4061491" y="2297857"/>
                </a:lnTo>
                <a:lnTo>
                  <a:pt x="4060963" y="2299007"/>
                </a:lnTo>
                <a:lnTo>
                  <a:pt x="4063596" y="2298971"/>
                </a:lnTo>
                <a:lnTo>
                  <a:pt x="4054500" y="2309590"/>
                </a:lnTo>
                <a:lnTo>
                  <a:pt x="4063483" y="2310975"/>
                </a:lnTo>
                <a:cubicBezTo>
                  <a:pt x="4067514" y="2310794"/>
                  <a:pt x="4071436" y="2309937"/>
                  <a:pt x="4075284" y="2308829"/>
                </a:cubicBezTo>
                <a:lnTo>
                  <a:pt x="4080324" y="2307442"/>
                </a:lnTo>
                <a:lnTo>
                  <a:pt x="4070515" y="2305654"/>
                </a:lnTo>
                <a:cubicBezTo>
                  <a:pt x="4074934" y="2299296"/>
                  <a:pt x="4079014" y="2304128"/>
                  <a:pt x="4083432" y="2304128"/>
                </a:cubicBezTo>
                <a:cubicBezTo>
                  <a:pt x="4086662" y="2303365"/>
                  <a:pt x="4087172" y="2300567"/>
                  <a:pt x="4088490" y="2298342"/>
                </a:cubicBezTo>
                <a:lnTo>
                  <a:pt x="4098370" y="2295995"/>
                </a:lnTo>
                <a:lnTo>
                  <a:pt x="4098621" y="2293172"/>
                </a:lnTo>
                <a:close/>
                <a:moveTo>
                  <a:pt x="4211107" y="2287279"/>
                </a:moveTo>
                <a:cubicBezTo>
                  <a:pt x="4192458" y="2295280"/>
                  <a:pt x="4162820" y="2316446"/>
                  <a:pt x="4146169" y="2295280"/>
                </a:cubicBezTo>
                <a:cubicBezTo>
                  <a:pt x="4167149" y="2290376"/>
                  <a:pt x="4188129" y="2287279"/>
                  <a:pt x="4211107" y="2287279"/>
                </a:cubicBezTo>
                <a:close/>
                <a:moveTo>
                  <a:pt x="4050811" y="2284341"/>
                </a:moveTo>
                <a:lnTo>
                  <a:pt x="4050708" y="2284565"/>
                </a:lnTo>
                <a:lnTo>
                  <a:pt x="4051020" y="2284671"/>
                </a:lnTo>
                <a:lnTo>
                  <a:pt x="4051154" y="2284569"/>
                </a:lnTo>
                <a:close/>
                <a:moveTo>
                  <a:pt x="4815466" y="2283884"/>
                </a:moveTo>
                <a:cubicBezTo>
                  <a:pt x="4823762" y="2290361"/>
                  <a:pt x="4819781" y="2293728"/>
                  <a:pt x="4821771" y="2298650"/>
                </a:cubicBezTo>
                <a:cubicBezTo>
                  <a:pt x="4811485" y="2305127"/>
                  <a:pt x="4802857" y="2305127"/>
                  <a:pt x="4798876" y="2297096"/>
                </a:cubicBezTo>
                <a:cubicBezTo>
                  <a:pt x="4809162" y="2293728"/>
                  <a:pt x="4802857" y="2287252"/>
                  <a:pt x="4815466" y="2283884"/>
                </a:cubicBezTo>
                <a:close/>
                <a:moveTo>
                  <a:pt x="4393033" y="2282414"/>
                </a:moveTo>
                <a:cubicBezTo>
                  <a:pt x="4395048" y="2300225"/>
                  <a:pt x="4363140" y="2297127"/>
                  <a:pt x="4352729" y="2305129"/>
                </a:cubicBezTo>
                <a:cubicBezTo>
                  <a:pt x="4341981" y="2302031"/>
                  <a:pt x="4354744" y="2290416"/>
                  <a:pt x="4346348" y="2292223"/>
                </a:cubicBezTo>
                <a:cubicBezTo>
                  <a:pt x="4354744" y="2287318"/>
                  <a:pt x="4377918" y="2275961"/>
                  <a:pt x="4377918" y="2293771"/>
                </a:cubicBezTo>
                <a:cubicBezTo>
                  <a:pt x="4384301" y="2290416"/>
                  <a:pt x="4380270" y="2280865"/>
                  <a:pt x="4393033" y="2282414"/>
                </a:cubicBezTo>
                <a:close/>
                <a:moveTo>
                  <a:pt x="4029086" y="2280924"/>
                </a:moveTo>
                <a:lnTo>
                  <a:pt x="4026318" y="2285146"/>
                </a:lnTo>
                <a:lnTo>
                  <a:pt x="4029616" y="2281262"/>
                </a:lnTo>
                <a:close/>
                <a:moveTo>
                  <a:pt x="4320494" y="2280189"/>
                </a:moveTo>
                <a:cubicBezTo>
                  <a:pt x="4323450" y="2280165"/>
                  <a:pt x="4325718" y="2281089"/>
                  <a:pt x="4326810" y="2283553"/>
                </a:cubicBezTo>
                <a:cubicBezTo>
                  <a:pt x="4319417" y="2283553"/>
                  <a:pt x="4316224" y="2283553"/>
                  <a:pt x="4314082" y="2284980"/>
                </a:cubicBezTo>
                <a:lnTo>
                  <a:pt x="4308329" y="2293916"/>
                </a:lnTo>
                <a:lnTo>
                  <a:pt x="4313454" y="2295489"/>
                </a:lnTo>
                <a:cubicBezTo>
                  <a:pt x="4306950" y="2303597"/>
                  <a:pt x="4304553" y="2306890"/>
                  <a:pt x="4313454" y="2316265"/>
                </a:cubicBezTo>
                <a:cubicBezTo>
                  <a:pt x="4291544" y="2324373"/>
                  <a:pt x="4302499" y="2297262"/>
                  <a:pt x="4295996" y="2297262"/>
                </a:cubicBezTo>
                <a:cubicBezTo>
                  <a:pt x="4295996" y="2293968"/>
                  <a:pt x="4298049" y="2293968"/>
                  <a:pt x="4300445" y="2293968"/>
                </a:cubicBezTo>
                <a:lnTo>
                  <a:pt x="4304223" y="2293692"/>
                </a:lnTo>
                <a:lnTo>
                  <a:pt x="4301352" y="2292627"/>
                </a:lnTo>
                <a:cubicBezTo>
                  <a:pt x="4294042" y="2292274"/>
                  <a:pt x="4285220" y="2296261"/>
                  <a:pt x="4288498" y="2290037"/>
                </a:cubicBezTo>
                <a:cubicBezTo>
                  <a:pt x="4296564" y="2288870"/>
                  <a:pt x="4311624" y="2280262"/>
                  <a:pt x="4320494" y="2280189"/>
                </a:cubicBezTo>
                <a:close/>
                <a:moveTo>
                  <a:pt x="4124036" y="2268617"/>
                </a:moveTo>
                <a:lnTo>
                  <a:pt x="4118529" y="2271540"/>
                </a:lnTo>
                <a:lnTo>
                  <a:pt x="4118763" y="2271838"/>
                </a:lnTo>
                <a:cubicBezTo>
                  <a:pt x="4121160" y="2273057"/>
                  <a:pt x="4123346" y="2274276"/>
                  <a:pt x="4121328" y="2276714"/>
                </a:cubicBezTo>
                <a:cubicBezTo>
                  <a:pt x="4124524" y="2277484"/>
                  <a:pt x="4127720" y="2276265"/>
                  <a:pt x="4130916" y="2274244"/>
                </a:cubicBezTo>
                <a:lnTo>
                  <a:pt x="4137012" y="2269613"/>
                </a:lnTo>
                <a:close/>
                <a:moveTo>
                  <a:pt x="229295" y="2268521"/>
                </a:moveTo>
                <a:cubicBezTo>
                  <a:pt x="208099" y="2266981"/>
                  <a:pt x="210118" y="2289564"/>
                  <a:pt x="214491" y="2295979"/>
                </a:cubicBezTo>
                <a:cubicBezTo>
                  <a:pt x="233668" y="2295979"/>
                  <a:pt x="216510" y="2278272"/>
                  <a:pt x="229295" y="2268521"/>
                </a:cubicBezTo>
                <a:close/>
                <a:moveTo>
                  <a:pt x="4314942" y="2266839"/>
                </a:moveTo>
                <a:cubicBezTo>
                  <a:pt x="4297748" y="2269909"/>
                  <a:pt x="4291342" y="2273235"/>
                  <a:pt x="4300108" y="2281424"/>
                </a:cubicBezTo>
                <a:cubicBezTo>
                  <a:pt x="4282914" y="2286029"/>
                  <a:pt x="4300108" y="2273235"/>
                  <a:pt x="4287296" y="2271700"/>
                </a:cubicBezTo>
                <a:cubicBezTo>
                  <a:pt x="4278530" y="2284494"/>
                  <a:pt x="4250885" y="2274771"/>
                  <a:pt x="4253246" y="2289355"/>
                </a:cubicBezTo>
                <a:cubicBezTo>
                  <a:pt x="4242458" y="2278097"/>
                  <a:pt x="4234029" y="2292682"/>
                  <a:pt x="4218857" y="2286029"/>
                </a:cubicBezTo>
                <a:cubicBezTo>
                  <a:pt x="4246840" y="2276561"/>
                  <a:pt x="4291342" y="2263512"/>
                  <a:pt x="4314942" y="2266839"/>
                </a:cubicBezTo>
                <a:close/>
                <a:moveTo>
                  <a:pt x="4117340" y="2266688"/>
                </a:moveTo>
                <a:lnTo>
                  <a:pt x="4114936" y="2266961"/>
                </a:lnTo>
                <a:lnTo>
                  <a:pt x="4115642" y="2267862"/>
                </a:lnTo>
                <a:lnTo>
                  <a:pt x="4117172" y="2266842"/>
                </a:lnTo>
                <a:close/>
                <a:moveTo>
                  <a:pt x="4195673" y="2255411"/>
                </a:moveTo>
                <a:cubicBezTo>
                  <a:pt x="4187094" y="2257849"/>
                  <a:pt x="4178096" y="2258683"/>
                  <a:pt x="4169098" y="2259934"/>
                </a:cubicBezTo>
                <a:lnTo>
                  <a:pt x="4154948" y="2263675"/>
                </a:lnTo>
                <a:lnTo>
                  <a:pt x="4153037" y="2266210"/>
                </a:lnTo>
                <a:lnTo>
                  <a:pt x="4165902" y="2265292"/>
                </a:lnTo>
                <a:cubicBezTo>
                  <a:pt x="4173302" y="2264073"/>
                  <a:pt x="4180703" y="2262854"/>
                  <a:pt x="4189282" y="2263624"/>
                </a:cubicBezTo>
                <a:cubicBezTo>
                  <a:pt x="4189282" y="2263624"/>
                  <a:pt x="4189282" y="2263624"/>
                  <a:pt x="4195673" y="2255411"/>
                </a:cubicBezTo>
                <a:close/>
                <a:moveTo>
                  <a:pt x="4340304" y="2250968"/>
                </a:moveTo>
                <a:cubicBezTo>
                  <a:pt x="4343482" y="2250235"/>
                  <a:pt x="4347371" y="2250462"/>
                  <a:pt x="4352038" y="2252148"/>
                </a:cubicBezTo>
                <a:cubicBezTo>
                  <a:pt x="4345815" y="2258632"/>
                  <a:pt x="4337300" y="2266931"/>
                  <a:pt x="4329112" y="2270043"/>
                </a:cubicBezTo>
                <a:cubicBezTo>
                  <a:pt x="4327638" y="2264013"/>
                  <a:pt x="4330770" y="2253168"/>
                  <a:pt x="4340304" y="2250968"/>
                </a:cubicBezTo>
                <a:close/>
                <a:moveTo>
                  <a:pt x="4232592" y="2247129"/>
                </a:moveTo>
                <a:cubicBezTo>
                  <a:pt x="4226222" y="2245866"/>
                  <a:pt x="4212661" y="2249764"/>
                  <a:pt x="4206101" y="2247454"/>
                </a:cubicBezTo>
                <a:cubicBezTo>
                  <a:pt x="4206101" y="2250534"/>
                  <a:pt x="4206101" y="2253871"/>
                  <a:pt x="4204083" y="2257207"/>
                </a:cubicBezTo>
                <a:cubicBezTo>
                  <a:pt x="4216866" y="2262084"/>
                  <a:pt x="4223258" y="2247454"/>
                  <a:pt x="4236040" y="2250534"/>
                </a:cubicBezTo>
                <a:cubicBezTo>
                  <a:pt x="4236040" y="2248544"/>
                  <a:pt x="4234716" y="2247550"/>
                  <a:pt x="4232592" y="2247129"/>
                </a:cubicBezTo>
                <a:close/>
                <a:moveTo>
                  <a:pt x="5230213" y="2238614"/>
                </a:moveTo>
                <a:cubicBezTo>
                  <a:pt x="5230213" y="2246662"/>
                  <a:pt x="5226144" y="2260997"/>
                  <a:pt x="5213260" y="2260997"/>
                </a:cubicBezTo>
                <a:cubicBezTo>
                  <a:pt x="5206818" y="2254458"/>
                  <a:pt x="5221737" y="2246662"/>
                  <a:pt x="5230213" y="2238614"/>
                </a:cubicBezTo>
                <a:close/>
                <a:moveTo>
                  <a:pt x="4273496" y="2238462"/>
                </a:moveTo>
                <a:cubicBezTo>
                  <a:pt x="4265708" y="2237091"/>
                  <a:pt x="4251010" y="2242577"/>
                  <a:pt x="4244450" y="2242577"/>
                </a:cubicBezTo>
                <a:cubicBezTo>
                  <a:pt x="4240414" y="2250534"/>
                  <a:pt x="4246806" y="2247454"/>
                  <a:pt x="4255216" y="2248994"/>
                </a:cubicBezTo>
                <a:cubicBezTo>
                  <a:pt x="4250842" y="2258747"/>
                  <a:pt x="4242432" y="2255411"/>
                  <a:pt x="4238059" y="2263624"/>
                </a:cubicBezTo>
                <a:cubicBezTo>
                  <a:pt x="4248824" y="2264394"/>
                  <a:pt x="4256308" y="2261571"/>
                  <a:pt x="4262406" y="2257335"/>
                </a:cubicBezTo>
                <a:lnTo>
                  <a:pt x="4276548" y="2244308"/>
                </a:lnTo>
                <a:lnTo>
                  <a:pt x="4271848" y="2242249"/>
                </a:lnTo>
                <a:cubicBezTo>
                  <a:pt x="4271848" y="2240196"/>
                  <a:pt x="4272521" y="2239361"/>
                  <a:pt x="4273498" y="2239065"/>
                </a:cubicBezTo>
                <a:lnTo>
                  <a:pt x="4274228" y="2239073"/>
                </a:lnTo>
                <a:close/>
                <a:moveTo>
                  <a:pt x="4348668" y="2238099"/>
                </a:moveTo>
                <a:lnTo>
                  <a:pt x="4351426" y="2238663"/>
                </a:lnTo>
                <a:cubicBezTo>
                  <a:pt x="4353024" y="2239240"/>
                  <a:pt x="4354118" y="2240011"/>
                  <a:pt x="4353108" y="2240781"/>
                </a:cubicBezTo>
                <a:close/>
                <a:moveTo>
                  <a:pt x="4347286" y="2237265"/>
                </a:moveTo>
                <a:lnTo>
                  <a:pt x="4348668" y="2238099"/>
                </a:lnTo>
                <a:lnTo>
                  <a:pt x="4346716" y="2237700"/>
                </a:lnTo>
                <a:close/>
                <a:moveTo>
                  <a:pt x="89529" y="2233800"/>
                </a:moveTo>
                <a:cubicBezTo>
                  <a:pt x="104246" y="2238722"/>
                  <a:pt x="108595" y="2230691"/>
                  <a:pt x="121306" y="2233800"/>
                </a:cubicBezTo>
                <a:cubicBezTo>
                  <a:pt x="116957" y="2251935"/>
                  <a:pt x="100233" y="2230691"/>
                  <a:pt x="93877" y="2248567"/>
                </a:cubicBezTo>
                <a:cubicBezTo>
                  <a:pt x="93877" y="2243645"/>
                  <a:pt x="87521" y="2240277"/>
                  <a:pt x="89529" y="2233800"/>
                </a:cubicBezTo>
                <a:close/>
                <a:moveTo>
                  <a:pt x="4709530" y="2227296"/>
                </a:moveTo>
                <a:cubicBezTo>
                  <a:pt x="4709530" y="2237141"/>
                  <a:pt x="4688114" y="2248540"/>
                  <a:pt x="4677234" y="2245172"/>
                </a:cubicBezTo>
                <a:cubicBezTo>
                  <a:pt x="4677234" y="2237141"/>
                  <a:pt x="4698992" y="2233773"/>
                  <a:pt x="4709530" y="2227296"/>
                </a:cubicBezTo>
                <a:close/>
                <a:moveTo>
                  <a:pt x="4314759" y="2223071"/>
                </a:moveTo>
                <a:cubicBezTo>
                  <a:pt x="4312572" y="2225509"/>
                  <a:pt x="4310470" y="2229166"/>
                  <a:pt x="4307820" y="2231412"/>
                </a:cubicBezTo>
                <a:lnTo>
                  <a:pt x="4305772" y="2232321"/>
                </a:lnTo>
                <a:lnTo>
                  <a:pt x="4305581" y="2236257"/>
                </a:lnTo>
                <a:cubicBezTo>
                  <a:pt x="4303441" y="2239667"/>
                  <a:pt x="4299708" y="2242409"/>
                  <a:pt x="4295440" y="2244238"/>
                </a:cubicBezTo>
                <a:lnTo>
                  <a:pt x="4288156" y="2245599"/>
                </a:lnTo>
                <a:lnTo>
                  <a:pt x="4286674" y="2249439"/>
                </a:lnTo>
                <a:cubicBezTo>
                  <a:pt x="4287258" y="2250854"/>
                  <a:pt x="4289276" y="2252267"/>
                  <a:pt x="4293566" y="2253871"/>
                </a:cubicBezTo>
                <a:cubicBezTo>
                  <a:pt x="4301976" y="2250534"/>
                  <a:pt x="4306349" y="2229487"/>
                  <a:pt x="4325187" y="2231284"/>
                </a:cubicBezTo>
                <a:lnTo>
                  <a:pt x="4324342" y="2227437"/>
                </a:lnTo>
                <a:lnTo>
                  <a:pt x="4321376" y="2227116"/>
                </a:lnTo>
                <a:lnTo>
                  <a:pt x="4315936" y="2223434"/>
                </a:lnTo>
                <a:close/>
                <a:moveTo>
                  <a:pt x="5175362" y="2214846"/>
                </a:moveTo>
                <a:cubicBezTo>
                  <a:pt x="5179692" y="2219661"/>
                  <a:pt x="5171366" y="2222954"/>
                  <a:pt x="5175362" y="2226248"/>
                </a:cubicBezTo>
                <a:cubicBezTo>
                  <a:pt x="5181690" y="2226248"/>
                  <a:pt x="5190016" y="2226248"/>
                  <a:pt x="5196342" y="2224474"/>
                </a:cubicBezTo>
                <a:cubicBezTo>
                  <a:pt x="5205001" y="2231062"/>
                  <a:pt x="5190016" y="2237397"/>
                  <a:pt x="5194344" y="2242211"/>
                </a:cubicBezTo>
                <a:cubicBezTo>
                  <a:pt x="5183688" y="2238917"/>
                  <a:pt x="5173364" y="2248545"/>
                  <a:pt x="5162708" y="2240437"/>
                </a:cubicBezTo>
                <a:cubicBezTo>
                  <a:pt x="5181690" y="2231062"/>
                  <a:pt x="5156381" y="2224474"/>
                  <a:pt x="5175362" y="2214846"/>
                </a:cubicBezTo>
                <a:close/>
                <a:moveTo>
                  <a:pt x="4927192" y="2214846"/>
                </a:moveTo>
                <a:cubicBezTo>
                  <a:pt x="4935884" y="2221477"/>
                  <a:pt x="4937970" y="2227853"/>
                  <a:pt x="4927192" y="2232699"/>
                </a:cubicBezTo>
                <a:cubicBezTo>
                  <a:pt x="4916066" y="2231169"/>
                  <a:pt x="4918152" y="2219692"/>
                  <a:pt x="4927192" y="2214846"/>
                </a:cubicBezTo>
                <a:close/>
                <a:moveTo>
                  <a:pt x="4403194" y="2207941"/>
                </a:moveTo>
                <a:lnTo>
                  <a:pt x="4390768" y="2208431"/>
                </a:lnTo>
                <a:lnTo>
                  <a:pt x="4382956" y="2212469"/>
                </a:lnTo>
                <a:lnTo>
                  <a:pt x="4382755" y="2213837"/>
                </a:lnTo>
                <a:lnTo>
                  <a:pt x="4392698" y="2211541"/>
                </a:lnTo>
                <a:close/>
                <a:moveTo>
                  <a:pt x="4949362" y="2201265"/>
                </a:moveTo>
                <a:cubicBezTo>
                  <a:pt x="4953647" y="2204714"/>
                  <a:pt x="4949362" y="2207897"/>
                  <a:pt x="4953647" y="2211345"/>
                </a:cubicBezTo>
                <a:cubicBezTo>
                  <a:pt x="4959910" y="2206305"/>
                  <a:pt x="4959910" y="2206305"/>
                  <a:pt x="4959910" y="2206305"/>
                </a:cubicBezTo>
                <a:cubicBezTo>
                  <a:pt x="4966173" y="2217977"/>
                  <a:pt x="4949362" y="2209753"/>
                  <a:pt x="4945405" y="2216385"/>
                </a:cubicBezTo>
                <a:cubicBezTo>
                  <a:pt x="4936834" y="2207897"/>
                  <a:pt x="4936834" y="2207897"/>
                  <a:pt x="4936834" y="2207897"/>
                </a:cubicBezTo>
                <a:cubicBezTo>
                  <a:pt x="4949362" y="2201265"/>
                  <a:pt x="4949362" y="2201265"/>
                  <a:pt x="4949362" y="2201265"/>
                </a:cubicBezTo>
                <a:close/>
                <a:moveTo>
                  <a:pt x="23112" y="2187684"/>
                </a:moveTo>
                <a:cubicBezTo>
                  <a:pt x="25457" y="2203718"/>
                  <a:pt x="46560" y="2210336"/>
                  <a:pt x="42206" y="2227897"/>
                </a:cubicBezTo>
                <a:cubicBezTo>
                  <a:pt x="48570" y="2229424"/>
                  <a:pt x="48570" y="2226370"/>
                  <a:pt x="52925" y="2226370"/>
                </a:cubicBezTo>
                <a:cubicBezTo>
                  <a:pt x="50579" y="2219753"/>
                  <a:pt x="52925" y="2211863"/>
                  <a:pt x="50579" y="2205500"/>
                </a:cubicBezTo>
                <a:cubicBezTo>
                  <a:pt x="61298" y="2205500"/>
                  <a:pt x="80392" y="2216698"/>
                  <a:pt x="88766" y="2200664"/>
                </a:cubicBezTo>
                <a:cubicBezTo>
                  <a:pt x="103504" y="2214917"/>
                  <a:pt x="56944" y="2214917"/>
                  <a:pt x="54934" y="2234260"/>
                </a:cubicBezTo>
                <a:cubicBezTo>
                  <a:pt x="40196" y="2232733"/>
                  <a:pt x="27467" y="2236041"/>
                  <a:pt x="19092" y="2240623"/>
                </a:cubicBezTo>
                <a:cubicBezTo>
                  <a:pt x="12729" y="2232733"/>
                  <a:pt x="4019" y="2226370"/>
                  <a:pt x="0" y="2218226"/>
                </a:cubicBezTo>
                <a:cubicBezTo>
                  <a:pt x="4019" y="2208554"/>
                  <a:pt x="10383" y="2207027"/>
                  <a:pt x="21102" y="2205500"/>
                </a:cubicBezTo>
                <a:cubicBezTo>
                  <a:pt x="14738" y="2198883"/>
                  <a:pt x="21102" y="2198883"/>
                  <a:pt x="23112" y="2187684"/>
                </a:cubicBezTo>
                <a:close/>
                <a:moveTo>
                  <a:pt x="56320" y="2178681"/>
                </a:moveTo>
                <a:cubicBezTo>
                  <a:pt x="58653" y="2191652"/>
                  <a:pt x="75320" y="2174103"/>
                  <a:pt x="71320" y="2196484"/>
                </a:cubicBezTo>
                <a:cubicBezTo>
                  <a:pt x="54319" y="2193177"/>
                  <a:pt x="54319" y="2193177"/>
                  <a:pt x="54319" y="2193177"/>
                </a:cubicBezTo>
                <a:cubicBezTo>
                  <a:pt x="56320" y="2185293"/>
                  <a:pt x="45986" y="2186819"/>
                  <a:pt x="56320" y="2178681"/>
                </a:cubicBezTo>
                <a:close/>
                <a:moveTo>
                  <a:pt x="3741026" y="2173277"/>
                </a:moveTo>
                <a:cubicBezTo>
                  <a:pt x="3735308" y="2173886"/>
                  <a:pt x="3729126" y="2175009"/>
                  <a:pt x="3723450" y="2175803"/>
                </a:cubicBezTo>
                <a:lnTo>
                  <a:pt x="3719276" y="2175962"/>
                </a:lnTo>
                <a:lnTo>
                  <a:pt x="3719597" y="2177253"/>
                </a:lnTo>
                <a:cubicBezTo>
                  <a:pt x="3721000" y="2178356"/>
                  <a:pt x="3723544" y="2178532"/>
                  <a:pt x="3727834" y="2177313"/>
                </a:cubicBezTo>
                <a:lnTo>
                  <a:pt x="3726584" y="2180684"/>
                </a:lnTo>
                <a:lnTo>
                  <a:pt x="3731439" y="2180592"/>
                </a:lnTo>
                <a:cubicBezTo>
                  <a:pt x="3741784" y="2179757"/>
                  <a:pt x="3753473" y="2178538"/>
                  <a:pt x="3762052" y="2182517"/>
                </a:cubicBezTo>
                <a:cubicBezTo>
                  <a:pt x="3762052" y="2172892"/>
                  <a:pt x="3752464" y="2172058"/>
                  <a:pt x="3741026" y="2173277"/>
                </a:cubicBezTo>
                <a:close/>
                <a:moveTo>
                  <a:pt x="3903116" y="2171209"/>
                </a:moveTo>
                <a:lnTo>
                  <a:pt x="3897958" y="2173020"/>
                </a:lnTo>
                <a:lnTo>
                  <a:pt x="3902800" y="2172750"/>
                </a:lnTo>
                <a:close/>
                <a:moveTo>
                  <a:pt x="3826031" y="2169247"/>
                </a:moveTo>
                <a:lnTo>
                  <a:pt x="3814447" y="2171241"/>
                </a:lnTo>
                <a:lnTo>
                  <a:pt x="3812675" y="2172447"/>
                </a:lnTo>
                <a:lnTo>
                  <a:pt x="3809308" y="2173255"/>
                </a:lnTo>
                <a:lnTo>
                  <a:pt x="3799918" y="2176970"/>
                </a:lnTo>
                <a:cubicBezTo>
                  <a:pt x="3795187" y="2178892"/>
                  <a:pt x="3790814" y="2180528"/>
                  <a:pt x="3787618" y="2180977"/>
                </a:cubicBezTo>
                <a:cubicBezTo>
                  <a:pt x="3802420" y="2187393"/>
                  <a:pt x="3815203" y="2169684"/>
                  <a:pt x="3830005" y="2176357"/>
                </a:cubicBezTo>
                <a:lnTo>
                  <a:pt x="3828009" y="2172785"/>
                </a:lnTo>
                <a:lnTo>
                  <a:pt x="3827756" y="2172694"/>
                </a:lnTo>
                <a:lnTo>
                  <a:pt x="3827881" y="2172555"/>
                </a:lnTo>
                <a:close/>
                <a:moveTo>
                  <a:pt x="5285412" y="2167462"/>
                </a:moveTo>
                <a:cubicBezTo>
                  <a:pt x="5289167" y="2167083"/>
                  <a:pt x="5292436" y="2168132"/>
                  <a:pt x="5294008" y="2171423"/>
                </a:cubicBezTo>
                <a:cubicBezTo>
                  <a:pt x="5287718" y="2179166"/>
                  <a:pt x="5279444" y="2176327"/>
                  <a:pt x="5271168" y="2187426"/>
                </a:cubicBezTo>
                <a:cubicBezTo>
                  <a:pt x="5258507" y="2182586"/>
                  <a:pt x="5274148" y="2168599"/>
                  <a:pt x="5285412" y="2167462"/>
                </a:cubicBezTo>
                <a:close/>
                <a:moveTo>
                  <a:pt x="3920843" y="2164986"/>
                </a:moveTo>
                <a:lnTo>
                  <a:pt x="3918926" y="2165658"/>
                </a:lnTo>
                <a:lnTo>
                  <a:pt x="3921284" y="2166277"/>
                </a:lnTo>
                <a:close/>
                <a:moveTo>
                  <a:pt x="3629215" y="2160700"/>
                </a:moveTo>
                <a:cubicBezTo>
                  <a:pt x="3624464" y="2160508"/>
                  <a:pt x="3617567" y="2161727"/>
                  <a:pt x="3613362" y="2161727"/>
                </a:cubicBezTo>
                <a:lnTo>
                  <a:pt x="3612978" y="2162586"/>
                </a:lnTo>
                <a:lnTo>
                  <a:pt x="3613111" y="2162940"/>
                </a:lnTo>
                <a:lnTo>
                  <a:pt x="3612886" y="2162789"/>
                </a:lnTo>
                <a:lnTo>
                  <a:pt x="3610124" y="2168946"/>
                </a:lnTo>
                <a:cubicBezTo>
                  <a:pt x="3609851" y="2169764"/>
                  <a:pt x="3609315" y="2170590"/>
                  <a:pt x="3607922" y="2171725"/>
                </a:cubicBezTo>
                <a:lnTo>
                  <a:pt x="3606545" y="2172594"/>
                </a:lnTo>
                <a:lnTo>
                  <a:pt x="3605778" y="2176259"/>
                </a:lnTo>
                <a:lnTo>
                  <a:pt x="3603275" y="2176527"/>
                </a:lnTo>
                <a:lnTo>
                  <a:pt x="3609966" y="2176950"/>
                </a:lnTo>
                <a:cubicBezTo>
                  <a:pt x="3617946" y="2173437"/>
                  <a:pt x="3622613" y="2160829"/>
                  <a:pt x="3632201" y="2168144"/>
                </a:cubicBezTo>
                <a:lnTo>
                  <a:pt x="3634100" y="2162467"/>
                </a:lnTo>
                <a:lnTo>
                  <a:pt x="3634022" y="2162340"/>
                </a:lnTo>
                <a:close/>
                <a:moveTo>
                  <a:pt x="3570080" y="2159937"/>
                </a:moveTo>
                <a:lnTo>
                  <a:pt x="3569430" y="2163190"/>
                </a:lnTo>
                <a:lnTo>
                  <a:pt x="3572658" y="2160187"/>
                </a:lnTo>
                <a:close/>
                <a:moveTo>
                  <a:pt x="3853553" y="2158390"/>
                </a:moveTo>
                <a:lnTo>
                  <a:pt x="3853170" y="2158975"/>
                </a:lnTo>
                <a:lnTo>
                  <a:pt x="3854270" y="2158765"/>
                </a:lnTo>
                <a:close/>
                <a:moveTo>
                  <a:pt x="5331004" y="2157127"/>
                </a:moveTo>
                <a:cubicBezTo>
                  <a:pt x="5337024" y="2162107"/>
                  <a:pt x="5315951" y="2173639"/>
                  <a:pt x="5309595" y="2181763"/>
                </a:cubicBezTo>
                <a:cubicBezTo>
                  <a:pt x="5303240" y="2170231"/>
                  <a:pt x="5324648" y="2162107"/>
                  <a:pt x="5331004" y="2157127"/>
                </a:cubicBezTo>
                <a:close/>
                <a:moveTo>
                  <a:pt x="3720758" y="2149792"/>
                </a:moveTo>
                <a:cubicBezTo>
                  <a:pt x="3717310" y="2150819"/>
                  <a:pt x="3714115" y="2152872"/>
                  <a:pt x="3710919" y="2155310"/>
                </a:cubicBezTo>
                <a:lnTo>
                  <a:pt x="3720052" y="2156503"/>
                </a:lnTo>
                <a:lnTo>
                  <a:pt x="3721442" y="2154983"/>
                </a:lnTo>
                <a:lnTo>
                  <a:pt x="3721120" y="2156643"/>
                </a:lnTo>
                <a:lnTo>
                  <a:pt x="3724669" y="2157106"/>
                </a:lnTo>
                <a:cubicBezTo>
                  <a:pt x="3728916" y="2155695"/>
                  <a:pt x="3732112" y="2152872"/>
                  <a:pt x="3732112" y="2150434"/>
                </a:cubicBezTo>
                <a:cubicBezTo>
                  <a:pt x="3727907" y="2148765"/>
                  <a:pt x="3724206" y="2148765"/>
                  <a:pt x="3720758" y="2149792"/>
                </a:cubicBezTo>
                <a:close/>
                <a:moveTo>
                  <a:pt x="3877635" y="2147220"/>
                </a:moveTo>
                <a:lnTo>
                  <a:pt x="3874226" y="2149657"/>
                </a:lnTo>
                <a:lnTo>
                  <a:pt x="3876764" y="2150434"/>
                </a:lnTo>
                <a:close/>
                <a:moveTo>
                  <a:pt x="3607723" y="2146639"/>
                </a:moveTo>
                <a:lnTo>
                  <a:pt x="3606640" y="2146688"/>
                </a:lnTo>
                <a:lnTo>
                  <a:pt x="3606213" y="2146904"/>
                </a:lnTo>
                <a:lnTo>
                  <a:pt x="3607139" y="2147123"/>
                </a:lnTo>
                <a:lnTo>
                  <a:pt x="3609626" y="2153711"/>
                </a:lnTo>
                <a:lnTo>
                  <a:pt x="3618156" y="2153000"/>
                </a:lnTo>
                <a:cubicBezTo>
                  <a:pt x="3621730" y="2152711"/>
                  <a:pt x="3625242" y="2152679"/>
                  <a:pt x="3628658" y="2153634"/>
                </a:cubicBezTo>
                <a:lnTo>
                  <a:pt x="3628695" y="2153658"/>
                </a:lnTo>
                <a:lnTo>
                  <a:pt x="3628454" y="2153267"/>
                </a:lnTo>
                <a:cubicBezTo>
                  <a:pt x="3632684" y="2148406"/>
                  <a:pt x="3637504" y="2149622"/>
                  <a:pt x="3643130" y="2150229"/>
                </a:cubicBezTo>
                <a:lnTo>
                  <a:pt x="3648286" y="2150013"/>
                </a:lnTo>
                <a:lnTo>
                  <a:pt x="3649358" y="2148637"/>
                </a:lnTo>
                <a:lnTo>
                  <a:pt x="3627117" y="2146666"/>
                </a:lnTo>
                <a:lnTo>
                  <a:pt x="3625397" y="2147107"/>
                </a:lnTo>
                <a:cubicBezTo>
                  <a:pt x="3620450" y="2147863"/>
                  <a:pt x="3615643" y="2148161"/>
                  <a:pt x="3611136" y="2147708"/>
                </a:cubicBezTo>
                <a:close/>
                <a:moveTo>
                  <a:pt x="3882711" y="2143591"/>
                </a:moveTo>
                <a:lnTo>
                  <a:pt x="3882224" y="2143939"/>
                </a:lnTo>
                <a:lnTo>
                  <a:pt x="3883134" y="2143764"/>
                </a:lnTo>
                <a:lnTo>
                  <a:pt x="3883124" y="2143748"/>
                </a:lnTo>
                <a:close/>
                <a:moveTo>
                  <a:pt x="3842745" y="2143244"/>
                </a:moveTo>
                <a:lnTo>
                  <a:pt x="3834378" y="2147097"/>
                </a:lnTo>
                <a:cubicBezTo>
                  <a:pt x="3841779" y="2149535"/>
                  <a:pt x="3848675" y="2148316"/>
                  <a:pt x="3855571" y="2147513"/>
                </a:cubicBezTo>
                <a:lnTo>
                  <a:pt x="3855753" y="2147507"/>
                </a:lnTo>
                <a:lnTo>
                  <a:pt x="3842559" y="2143434"/>
                </a:lnTo>
                <a:close/>
                <a:moveTo>
                  <a:pt x="5209450" y="2136756"/>
                </a:moveTo>
                <a:cubicBezTo>
                  <a:pt x="5207442" y="2154628"/>
                  <a:pt x="5188370" y="2168927"/>
                  <a:pt x="5165282" y="2178375"/>
                </a:cubicBezTo>
                <a:cubicBezTo>
                  <a:pt x="5171640" y="2164331"/>
                  <a:pt x="5184020" y="2136756"/>
                  <a:pt x="5209450" y="2136756"/>
                </a:cubicBezTo>
                <a:close/>
                <a:moveTo>
                  <a:pt x="3194322" y="2134716"/>
                </a:moveTo>
                <a:lnTo>
                  <a:pt x="3185976" y="2139669"/>
                </a:lnTo>
                <a:lnTo>
                  <a:pt x="3185936" y="2141633"/>
                </a:lnTo>
                <a:lnTo>
                  <a:pt x="3191895" y="2145231"/>
                </a:lnTo>
                <a:close/>
                <a:moveTo>
                  <a:pt x="4050964" y="2133748"/>
                </a:moveTo>
                <a:lnTo>
                  <a:pt x="4041710" y="2133911"/>
                </a:lnTo>
                <a:lnTo>
                  <a:pt x="4044797" y="2141156"/>
                </a:lnTo>
                <a:lnTo>
                  <a:pt x="4048495" y="2143360"/>
                </a:lnTo>
                <a:lnTo>
                  <a:pt x="4049370" y="2142894"/>
                </a:lnTo>
                <a:cubicBezTo>
                  <a:pt x="4050012" y="2141884"/>
                  <a:pt x="4050516" y="2140167"/>
                  <a:pt x="4051020" y="2137344"/>
                </a:cubicBezTo>
                <a:cubicBezTo>
                  <a:pt x="4052030" y="2139012"/>
                  <a:pt x="4051525" y="2140616"/>
                  <a:pt x="4051567" y="2142220"/>
                </a:cubicBezTo>
                <a:lnTo>
                  <a:pt x="4054256" y="2145648"/>
                </a:lnTo>
                <a:lnTo>
                  <a:pt x="4063596" y="2141894"/>
                </a:lnTo>
                <a:cubicBezTo>
                  <a:pt x="4061408" y="2139456"/>
                  <a:pt x="4058213" y="2138237"/>
                  <a:pt x="4055058" y="2136825"/>
                </a:cubicBezTo>
                <a:close/>
                <a:moveTo>
                  <a:pt x="4103968" y="2133681"/>
                </a:moveTo>
                <a:lnTo>
                  <a:pt x="4103842" y="2134175"/>
                </a:lnTo>
                <a:lnTo>
                  <a:pt x="4105645" y="2134005"/>
                </a:lnTo>
                <a:close/>
                <a:moveTo>
                  <a:pt x="305644" y="2132376"/>
                </a:moveTo>
                <a:cubicBezTo>
                  <a:pt x="292649" y="2135323"/>
                  <a:pt x="285142" y="2146245"/>
                  <a:pt x="274040" y="2153558"/>
                </a:cubicBezTo>
                <a:cubicBezTo>
                  <a:pt x="280433" y="2173062"/>
                  <a:pt x="327197" y="2173062"/>
                  <a:pt x="331234" y="2152019"/>
                </a:cubicBezTo>
                <a:cubicBezTo>
                  <a:pt x="316431" y="2153558"/>
                  <a:pt x="320804" y="2142268"/>
                  <a:pt x="320804" y="2132517"/>
                </a:cubicBezTo>
                <a:cubicBezTo>
                  <a:pt x="314917" y="2131297"/>
                  <a:pt x="309975" y="2131394"/>
                  <a:pt x="305644" y="2132376"/>
                </a:cubicBezTo>
                <a:close/>
                <a:moveTo>
                  <a:pt x="4905298" y="2132166"/>
                </a:moveTo>
                <a:cubicBezTo>
                  <a:pt x="4915730" y="2153193"/>
                  <a:pt x="4879722" y="2143448"/>
                  <a:pt x="4862560" y="2161397"/>
                </a:cubicBezTo>
                <a:cubicBezTo>
                  <a:pt x="4856166" y="2158064"/>
                  <a:pt x="4860541" y="2154987"/>
                  <a:pt x="4856166" y="2151654"/>
                </a:cubicBezTo>
                <a:cubicBezTo>
                  <a:pt x="4852128" y="2154987"/>
                  <a:pt x="4847754" y="2151654"/>
                  <a:pt x="4843378" y="2154987"/>
                </a:cubicBezTo>
                <a:cubicBezTo>
                  <a:pt x="4854146" y="2128833"/>
                  <a:pt x="4886116" y="2145244"/>
                  <a:pt x="4905298" y="2132166"/>
                </a:cubicBezTo>
                <a:close/>
                <a:moveTo>
                  <a:pt x="4121126" y="2132141"/>
                </a:moveTo>
                <a:lnTo>
                  <a:pt x="4121050" y="2132546"/>
                </a:lnTo>
                <a:lnTo>
                  <a:pt x="4121818" y="2132473"/>
                </a:lnTo>
                <a:close/>
                <a:moveTo>
                  <a:pt x="3477364" y="2131628"/>
                </a:moveTo>
                <a:lnTo>
                  <a:pt x="3477272" y="2131650"/>
                </a:lnTo>
                <a:lnTo>
                  <a:pt x="3466147" y="2134240"/>
                </a:lnTo>
                <a:lnTo>
                  <a:pt x="3467927" y="2135983"/>
                </a:lnTo>
                <a:cubicBezTo>
                  <a:pt x="3469204" y="2136421"/>
                  <a:pt x="3470540" y="2136269"/>
                  <a:pt x="3471864" y="2135963"/>
                </a:cubicBezTo>
                <a:lnTo>
                  <a:pt x="3476354" y="2135864"/>
                </a:lnTo>
                <a:lnTo>
                  <a:pt x="3477696" y="2132430"/>
                </a:lnTo>
                <a:close/>
                <a:moveTo>
                  <a:pt x="4185478" y="2129166"/>
                </a:moveTo>
                <a:lnTo>
                  <a:pt x="4169142" y="2133320"/>
                </a:lnTo>
                <a:lnTo>
                  <a:pt x="4168543" y="2133127"/>
                </a:lnTo>
                <a:lnTo>
                  <a:pt x="4164278" y="2135186"/>
                </a:lnTo>
                <a:cubicBezTo>
                  <a:pt x="4161423" y="2136429"/>
                  <a:pt x="4158501" y="2137344"/>
                  <a:pt x="4155305" y="2137344"/>
                </a:cubicBezTo>
                <a:cubicBezTo>
                  <a:pt x="4153286" y="2140680"/>
                  <a:pt x="4161696" y="2142220"/>
                  <a:pt x="4166070" y="2143760"/>
                </a:cubicBezTo>
                <a:lnTo>
                  <a:pt x="4168290" y="2141790"/>
                </a:lnTo>
                <a:lnTo>
                  <a:pt x="4168490" y="2140150"/>
                </a:lnTo>
                <a:lnTo>
                  <a:pt x="4169318" y="2140878"/>
                </a:lnTo>
                <a:lnTo>
                  <a:pt x="4171420" y="2139012"/>
                </a:lnTo>
                <a:cubicBezTo>
                  <a:pt x="4177508" y="2136317"/>
                  <a:pt x="4185581" y="2138242"/>
                  <a:pt x="4193654" y="2130927"/>
                </a:cubicBezTo>
                <a:close/>
                <a:moveTo>
                  <a:pt x="4204992" y="2127127"/>
                </a:moveTo>
                <a:lnTo>
                  <a:pt x="4204083" y="2127590"/>
                </a:lnTo>
                <a:lnTo>
                  <a:pt x="4205880" y="2127729"/>
                </a:lnTo>
                <a:close/>
                <a:moveTo>
                  <a:pt x="4107872" y="2123419"/>
                </a:moveTo>
                <a:lnTo>
                  <a:pt x="4097425" y="2126740"/>
                </a:lnTo>
                <a:lnTo>
                  <a:pt x="4112378" y="2130601"/>
                </a:lnTo>
                <a:lnTo>
                  <a:pt x="4121325" y="2124522"/>
                </a:lnTo>
                <a:close/>
                <a:moveTo>
                  <a:pt x="5227037" y="2118754"/>
                </a:moveTo>
                <a:cubicBezTo>
                  <a:pt x="5228986" y="2119048"/>
                  <a:pt x="5231012" y="2120033"/>
                  <a:pt x="5233184" y="2122005"/>
                </a:cubicBezTo>
                <a:lnTo>
                  <a:pt x="5216136" y="2136501"/>
                </a:lnTo>
                <a:cubicBezTo>
                  <a:pt x="5209784" y="2133194"/>
                  <a:pt x="5214130" y="2130142"/>
                  <a:pt x="5209784" y="2126837"/>
                </a:cubicBezTo>
                <a:cubicBezTo>
                  <a:pt x="5216052" y="2123212"/>
                  <a:pt x="5221192" y="2117872"/>
                  <a:pt x="5227037" y="2118754"/>
                </a:cubicBezTo>
                <a:close/>
                <a:moveTo>
                  <a:pt x="4271604" y="2118139"/>
                </a:moveTo>
                <a:lnTo>
                  <a:pt x="4254634" y="2118488"/>
                </a:lnTo>
                <a:lnTo>
                  <a:pt x="4252494" y="2118170"/>
                </a:lnTo>
                <a:lnTo>
                  <a:pt x="4246679" y="2123576"/>
                </a:lnTo>
                <a:cubicBezTo>
                  <a:pt x="4243442" y="2125408"/>
                  <a:pt x="4239741" y="2126435"/>
                  <a:pt x="4236040" y="2126050"/>
                </a:cubicBezTo>
                <a:cubicBezTo>
                  <a:pt x="4240834" y="2134520"/>
                  <a:pt x="4252818" y="2125665"/>
                  <a:pt x="4263904" y="2122116"/>
                </a:cubicBezTo>
                <a:lnTo>
                  <a:pt x="4266784" y="2121857"/>
                </a:lnTo>
                <a:lnTo>
                  <a:pt x="4272053" y="2118628"/>
                </a:lnTo>
                <a:close/>
                <a:moveTo>
                  <a:pt x="4234064" y="2116904"/>
                </a:moveTo>
                <a:lnTo>
                  <a:pt x="4228724" y="2117718"/>
                </a:lnTo>
                <a:lnTo>
                  <a:pt x="4227145" y="2121481"/>
                </a:lnTo>
                <a:cubicBezTo>
                  <a:pt x="4224368" y="2123615"/>
                  <a:pt x="4219743" y="2123534"/>
                  <a:pt x="4216967" y="2126438"/>
                </a:cubicBezTo>
                <a:lnTo>
                  <a:pt x="4216298" y="2128534"/>
                </a:lnTo>
                <a:lnTo>
                  <a:pt x="4216950" y="2128585"/>
                </a:lnTo>
                <a:cubicBezTo>
                  <a:pt x="4221239" y="2127975"/>
                  <a:pt x="4224435" y="2127590"/>
                  <a:pt x="4223258" y="2130927"/>
                </a:cubicBezTo>
                <a:cubicBezTo>
                  <a:pt x="4227462" y="2130028"/>
                  <a:pt x="4231752" y="2127590"/>
                  <a:pt x="4234695" y="2124766"/>
                </a:cubicBezTo>
                <a:lnTo>
                  <a:pt x="4237538" y="2117608"/>
                </a:lnTo>
                <a:close/>
                <a:moveTo>
                  <a:pt x="5421049" y="2114917"/>
                </a:moveTo>
                <a:cubicBezTo>
                  <a:pt x="5424897" y="2114823"/>
                  <a:pt x="5428414" y="2115617"/>
                  <a:pt x="5430484" y="2117624"/>
                </a:cubicBezTo>
                <a:cubicBezTo>
                  <a:pt x="5424526" y="2129024"/>
                  <a:pt x="5413932" y="2117624"/>
                  <a:pt x="5407644" y="2130837"/>
                </a:cubicBezTo>
                <a:cubicBezTo>
                  <a:pt x="5394982" y="2123454"/>
                  <a:pt x="5409505" y="2115195"/>
                  <a:pt x="5421049" y="2114917"/>
                </a:cubicBezTo>
                <a:close/>
                <a:moveTo>
                  <a:pt x="4180872" y="2109880"/>
                </a:moveTo>
                <a:cubicBezTo>
                  <a:pt x="4174480" y="2110650"/>
                  <a:pt x="4171788" y="2112639"/>
                  <a:pt x="4169896" y="2115462"/>
                </a:cubicBezTo>
                <a:lnTo>
                  <a:pt x="4167834" y="2118994"/>
                </a:lnTo>
                <a:lnTo>
                  <a:pt x="4185498" y="2117711"/>
                </a:lnTo>
                <a:lnTo>
                  <a:pt x="4186351" y="2117381"/>
                </a:lnTo>
                <a:lnTo>
                  <a:pt x="4183646" y="2114949"/>
                </a:lnTo>
                <a:cubicBezTo>
                  <a:pt x="4181292" y="2113537"/>
                  <a:pt x="4178684" y="2112318"/>
                  <a:pt x="4180872" y="2109880"/>
                </a:cubicBezTo>
                <a:close/>
                <a:moveTo>
                  <a:pt x="4888931" y="2109593"/>
                </a:moveTo>
                <a:cubicBezTo>
                  <a:pt x="4895391" y="2109593"/>
                  <a:pt x="4901850" y="2112697"/>
                  <a:pt x="4908308" y="2117612"/>
                </a:cubicBezTo>
                <a:cubicBezTo>
                  <a:pt x="4899810" y="2122528"/>
                  <a:pt x="4890971" y="2127443"/>
                  <a:pt x="4884512" y="2125891"/>
                </a:cubicBezTo>
                <a:cubicBezTo>
                  <a:pt x="4876014" y="2119423"/>
                  <a:pt x="4893351" y="2116060"/>
                  <a:pt x="4888931" y="2109593"/>
                </a:cubicBezTo>
                <a:close/>
                <a:moveTo>
                  <a:pt x="4941192" y="2098385"/>
                </a:moveTo>
                <a:cubicBezTo>
                  <a:pt x="4934792" y="2098385"/>
                  <a:pt x="4911208" y="2106563"/>
                  <a:pt x="4924348" y="2114741"/>
                </a:cubicBezTo>
                <a:cubicBezTo>
                  <a:pt x="4928390" y="2109885"/>
                  <a:pt x="4947594" y="2105029"/>
                  <a:pt x="4941192" y="2098385"/>
                </a:cubicBezTo>
                <a:close/>
                <a:moveTo>
                  <a:pt x="5251814" y="2093749"/>
                </a:moveTo>
                <a:cubicBezTo>
                  <a:pt x="5268782" y="2100129"/>
                  <a:pt x="5240956" y="2111357"/>
                  <a:pt x="5236544" y="2119524"/>
                </a:cubicBezTo>
                <a:cubicBezTo>
                  <a:pt x="5217201" y="2114675"/>
                  <a:pt x="5240956" y="2093749"/>
                  <a:pt x="5251814" y="2093749"/>
                </a:cubicBezTo>
                <a:close/>
                <a:moveTo>
                  <a:pt x="4134320" y="2093210"/>
                </a:moveTo>
                <a:lnTo>
                  <a:pt x="4131177" y="2099384"/>
                </a:lnTo>
                <a:cubicBezTo>
                  <a:pt x="4128528" y="2101406"/>
                  <a:pt x="4125331" y="2103010"/>
                  <a:pt x="4123144" y="2106218"/>
                </a:cubicBezTo>
                <a:cubicBezTo>
                  <a:pt x="4119948" y="2105448"/>
                  <a:pt x="4119444" y="2099801"/>
                  <a:pt x="4120790" y="2094733"/>
                </a:cubicBezTo>
                <a:lnTo>
                  <a:pt x="4121476" y="2093383"/>
                </a:lnTo>
                <a:lnTo>
                  <a:pt x="4118973" y="2093710"/>
                </a:lnTo>
                <a:cubicBezTo>
                  <a:pt x="4112582" y="2098330"/>
                  <a:pt x="4129738" y="2112960"/>
                  <a:pt x="4112582" y="2106544"/>
                </a:cubicBezTo>
                <a:cubicBezTo>
                  <a:pt x="4110563" y="2108083"/>
                  <a:pt x="4110563" y="2109880"/>
                  <a:pt x="4112582" y="2111420"/>
                </a:cubicBezTo>
                <a:cubicBezTo>
                  <a:pt x="4112582" y="2111420"/>
                  <a:pt x="4112582" y="2111420"/>
                  <a:pt x="4108544" y="2116296"/>
                </a:cubicBezTo>
                <a:cubicBezTo>
                  <a:pt x="4112582" y="2114756"/>
                  <a:pt x="4118973" y="2116296"/>
                  <a:pt x="4123346" y="2117837"/>
                </a:cubicBezTo>
                <a:cubicBezTo>
                  <a:pt x="4129738" y="2109880"/>
                  <a:pt x="4129738" y="2103206"/>
                  <a:pt x="4138148" y="2093710"/>
                </a:cubicBezTo>
                <a:close/>
                <a:moveTo>
                  <a:pt x="37506" y="2088090"/>
                </a:moveTo>
                <a:cubicBezTo>
                  <a:pt x="59000" y="2089621"/>
                  <a:pt x="29109" y="2102381"/>
                  <a:pt x="43887" y="2109016"/>
                </a:cubicBezTo>
                <a:cubicBezTo>
                  <a:pt x="35490" y="2113865"/>
                  <a:pt x="29109" y="2096001"/>
                  <a:pt x="14330" y="2107230"/>
                </a:cubicBezTo>
                <a:cubicBezTo>
                  <a:pt x="5934" y="2094470"/>
                  <a:pt x="33474" y="2097532"/>
                  <a:pt x="37506" y="2088090"/>
                </a:cubicBezTo>
                <a:close/>
                <a:moveTo>
                  <a:pt x="5060096" y="2085826"/>
                </a:moveTo>
                <a:cubicBezTo>
                  <a:pt x="5064077" y="2089194"/>
                  <a:pt x="5064077" y="2095671"/>
                  <a:pt x="5058104" y="2092303"/>
                </a:cubicBezTo>
                <a:cubicBezTo>
                  <a:pt x="5053791" y="2095671"/>
                  <a:pt x="5062086" y="2098780"/>
                  <a:pt x="5064077" y="2102148"/>
                </a:cubicBezTo>
                <a:cubicBezTo>
                  <a:pt x="5060096" y="2103703"/>
                  <a:pt x="5055781" y="2103703"/>
                  <a:pt x="5051800" y="2107070"/>
                </a:cubicBezTo>
                <a:cubicBezTo>
                  <a:pt x="5039190" y="2100594"/>
                  <a:pt x="5051800" y="2085826"/>
                  <a:pt x="5060096" y="2085826"/>
                </a:cubicBezTo>
                <a:close/>
                <a:moveTo>
                  <a:pt x="5005916" y="2076772"/>
                </a:moveTo>
                <a:cubicBezTo>
                  <a:pt x="5026988" y="2078557"/>
                  <a:pt x="5007922" y="2091309"/>
                  <a:pt x="4995212" y="2094625"/>
                </a:cubicBezTo>
                <a:cubicBezTo>
                  <a:pt x="4993204" y="2086464"/>
                  <a:pt x="5012271" y="2080087"/>
                  <a:pt x="5005916" y="2076772"/>
                </a:cubicBezTo>
                <a:close/>
                <a:moveTo>
                  <a:pt x="4440128" y="2074278"/>
                </a:moveTo>
                <a:lnTo>
                  <a:pt x="4433839" y="2076753"/>
                </a:lnTo>
                <a:lnTo>
                  <a:pt x="4438082" y="2077562"/>
                </a:lnTo>
                <a:close/>
                <a:moveTo>
                  <a:pt x="5362938" y="2071947"/>
                </a:moveTo>
                <a:cubicBezTo>
                  <a:pt x="5371322" y="2068850"/>
                  <a:pt x="5380042" y="2088467"/>
                  <a:pt x="5367298" y="2098018"/>
                </a:cubicBezTo>
                <a:cubicBezTo>
                  <a:pt x="5341808" y="2093372"/>
                  <a:pt x="5377695" y="2078659"/>
                  <a:pt x="5362938" y="2071947"/>
                </a:cubicBezTo>
                <a:close/>
                <a:moveTo>
                  <a:pt x="4968818" y="2059796"/>
                </a:moveTo>
                <a:cubicBezTo>
                  <a:pt x="4975218" y="2080752"/>
                  <a:pt x="4945572" y="2077429"/>
                  <a:pt x="4936813" y="2091996"/>
                </a:cubicBezTo>
                <a:cubicBezTo>
                  <a:pt x="4956016" y="2105029"/>
                  <a:pt x="4970838" y="2069507"/>
                  <a:pt x="4994422" y="2059796"/>
                </a:cubicBezTo>
                <a:cubicBezTo>
                  <a:pt x="4996444" y="2062862"/>
                  <a:pt x="4998801" y="2071040"/>
                  <a:pt x="4992400" y="2067718"/>
                </a:cubicBezTo>
                <a:cubicBezTo>
                  <a:pt x="4992400" y="2072574"/>
                  <a:pt x="4998801" y="2071040"/>
                  <a:pt x="4996444" y="2079218"/>
                </a:cubicBezTo>
                <a:cubicBezTo>
                  <a:pt x="4958374" y="2100174"/>
                  <a:pt x="4958374" y="2124196"/>
                  <a:pt x="4915588" y="2130840"/>
                </a:cubicBezTo>
                <a:cubicBezTo>
                  <a:pt x="4909187" y="2125985"/>
                  <a:pt x="4924348" y="2111418"/>
                  <a:pt x="4907166" y="2112952"/>
                </a:cubicBezTo>
                <a:cubicBezTo>
                  <a:pt x="4926368" y="2091996"/>
                  <a:pt x="4941192" y="2072574"/>
                  <a:pt x="4968818" y="2059796"/>
                </a:cubicBezTo>
                <a:close/>
                <a:moveTo>
                  <a:pt x="4499779" y="2036730"/>
                </a:moveTo>
                <a:cubicBezTo>
                  <a:pt x="4499779" y="2036730"/>
                  <a:pt x="4499779" y="2036730"/>
                  <a:pt x="4498980" y="2038173"/>
                </a:cubicBezTo>
                <a:lnTo>
                  <a:pt x="4496704" y="2042288"/>
                </a:lnTo>
                <a:lnTo>
                  <a:pt x="4496774" y="2042603"/>
                </a:lnTo>
                <a:lnTo>
                  <a:pt x="4497808" y="2047447"/>
                </a:lnTo>
                <a:lnTo>
                  <a:pt x="4503438" y="2046387"/>
                </a:lnTo>
                <a:cubicBezTo>
                  <a:pt x="4506591" y="2045392"/>
                  <a:pt x="4509198" y="2043403"/>
                  <a:pt x="4510208" y="2038526"/>
                </a:cubicBezTo>
                <a:cubicBezTo>
                  <a:pt x="4510208" y="2038526"/>
                  <a:pt x="4510208" y="2038526"/>
                  <a:pt x="4499779" y="2036730"/>
                </a:cubicBezTo>
                <a:close/>
                <a:moveTo>
                  <a:pt x="5302972" y="2036029"/>
                </a:moveTo>
                <a:cubicBezTo>
                  <a:pt x="5311801" y="2053892"/>
                  <a:pt x="5288030" y="2065122"/>
                  <a:pt x="5268674" y="2087834"/>
                </a:cubicBezTo>
                <a:cubicBezTo>
                  <a:pt x="5260184" y="2084517"/>
                  <a:pt x="5264598" y="2079668"/>
                  <a:pt x="5255770" y="2076350"/>
                </a:cubicBezTo>
                <a:cubicBezTo>
                  <a:pt x="5279540" y="2061804"/>
                  <a:pt x="5290068" y="2042664"/>
                  <a:pt x="5302972" y="2036029"/>
                </a:cubicBezTo>
                <a:close/>
                <a:moveTo>
                  <a:pt x="5492778" y="2028107"/>
                </a:moveTo>
                <a:cubicBezTo>
                  <a:pt x="5492778" y="2042732"/>
                  <a:pt x="5484290" y="2052226"/>
                  <a:pt x="5475460" y="2060438"/>
                </a:cubicBezTo>
                <a:cubicBezTo>
                  <a:pt x="5464593" y="2070188"/>
                  <a:pt x="5454066" y="2078399"/>
                  <a:pt x="5449652" y="2091229"/>
                </a:cubicBezTo>
                <a:cubicBezTo>
                  <a:pt x="5436748" y="2084814"/>
                  <a:pt x="5436748" y="2084814"/>
                  <a:pt x="5436748" y="2084814"/>
                </a:cubicBezTo>
                <a:cubicBezTo>
                  <a:pt x="5469008" y="2065313"/>
                  <a:pt x="5462556" y="2040937"/>
                  <a:pt x="5492778" y="2028107"/>
                </a:cubicBezTo>
                <a:close/>
                <a:moveTo>
                  <a:pt x="4387606" y="2022990"/>
                </a:moveTo>
                <a:cubicBezTo>
                  <a:pt x="4385897" y="2022661"/>
                  <a:pt x="4383784" y="2023222"/>
                  <a:pt x="4381660" y="2024346"/>
                </a:cubicBezTo>
                <a:lnTo>
                  <a:pt x="4374020" y="2032875"/>
                </a:lnTo>
                <a:lnTo>
                  <a:pt x="4390206" y="2025937"/>
                </a:lnTo>
                <a:close/>
                <a:moveTo>
                  <a:pt x="4484641" y="2020559"/>
                </a:moveTo>
                <a:lnTo>
                  <a:pt x="4482480" y="2021085"/>
                </a:lnTo>
                <a:lnTo>
                  <a:pt x="4480514" y="2024954"/>
                </a:lnTo>
                <a:lnTo>
                  <a:pt x="4484944" y="2021067"/>
                </a:lnTo>
                <a:close/>
                <a:moveTo>
                  <a:pt x="4516599" y="2017223"/>
                </a:moveTo>
                <a:cubicBezTo>
                  <a:pt x="4514580" y="2022356"/>
                  <a:pt x="4510208" y="2022356"/>
                  <a:pt x="4508189" y="2025436"/>
                </a:cubicBezTo>
                <a:cubicBezTo>
                  <a:pt x="4512226" y="2030313"/>
                  <a:pt x="4510208" y="2036730"/>
                  <a:pt x="4516599" y="2040066"/>
                </a:cubicBezTo>
                <a:cubicBezTo>
                  <a:pt x="4520804" y="2035190"/>
                  <a:pt x="4527196" y="2033137"/>
                  <a:pt x="4533336" y="2030698"/>
                </a:cubicBezTo>
                <a:lnTo>
                  <a:pt x="4536979" y="2028880"/>
                </a:lnTo>
                <a:lnTo>
                  <a:pt x="4531060" y="2022589"/>
                </a:lnTo>
                <a:lnTo>
                  <a:pt x="4530712" y="2022138"/>
                </a:lnTo>
                <a:lnTo>
                  <a:pt x="4522990" y="2028773"/>
                </a:lnTo>
                <a:cubicBezTo>
                  <a:pt x="4520972" y="2025436"/>
                  <a:pt x="4527364" y="2017223"/>
                  <a:pt x="4516599" y="2017223"/>
                </a:cubicBezTo>
                <a:close/>
                <a:moveTo>
                  <a:pt x="4308368" y="2017223"/>
                </a:moveTo>
                <a:cubicBezTo>
                  <a:pt x="4308368" y="2017223"/>
                  <a:pt x="4308368" y="2017223"/>
                  <a:pt x="4299958" y="2026976"/>
                </a:cubicBezTo>
                <a:cubicBezTo>
                  <a:pt x="4304162" y="2028645"/>
                  <a:pt x="4307862" y="2028645"/>
                  <a:pt x="4310764" y="2027233"/>
                </a:cubicBezTo>
                <a:lnTo>
                  <a:pt x="4312838" y="2024400"/>
                </a:lnTo>
                <a:lnTo>
                  <a:pt x="4310046" y="2020688"/>
                </a:lnTo>
                <a:lnTo>
                  <a:pt x="4308516" y="2017254"/>
                </a:lnTo>
                <a:close/>
                <a:moveTo>
                  <a:pt x="5126712" y="2016789"/>
                </a:moveTo>
                <a:cubicBezTo>
                  <a:pt x="5133002" y="2016789"/>
                  <a:pt x="5166434" y="2034960"/>
                  <a:pt x="5151870" y="2044823"/>
                </a:cubicBezTo>
                <a:cubicBezTo>
                  <a:pt x="5141277" y="2034960"/>
                  <a:pt x="5134988" y="2025096"/>
                  <a:pt x="5126712" y="2016789"/>
                </a:cubicBezTo>
                <a:close/>
                <a:moveTo>
                  <a:pt x="4522744" y="2011801"/>
                </a:moveTo>
                <a:lnTo>
                  <a:pt x="4522486" y="2012058"/>
                </a:lnTo>
                <a:cubicBezTo>
                  <a:pt x="4519290" y="2014079"/>
                  <a:pt x="4515590" y="2015683"/>
                  <a:pt x="4520972" y="2015683"/>
                </a:cubicBezTo>
                <a:lnTo>
                  <a:pt x="4524546" y="2014140"/>
                </a:lnTo>
                <a:close/>
                <a:moveTo>
                  <a:pt x="4499779" y="2009266"/>
                </a:moveTo>
                <a:lnTo>
                  <a:pt x="4489524" y="2010618"/>
                </a:lnTo>
                <a:lnTo>
                  <a:pt x="4486880" y="2012426"/>
                </a:lnTo>
                <a:lnTo>
                  <a:pt x="4484086" y="2017926"/>
                </a:lnTo>
                <a:lnTo>
                  <a:pt x="4486646" y="2019575"/>
                </a:lnTo>
                <a:lnTo>
                  <a:pt x="4487240" y="2019053"/>
                </a:lnTo>
                <a:lnTo>
                  <a:pt x="4487675" y="2020238"/>
                </a:lnTo>
                <a:lnTo>
                  <a:pt x="4489519" y="2021426"/>
                </a:lnTo>
                <a:cubicBezTo>
                  <a:pt x="4492714" y="2023062"/>
                  <a:pt x="4495406" y="2024666"/>
                  <a:pt x="4495406" y="2026976"/>
                </a:cubicBezTo>
                <a:cubicBezTo>
                  <a:pt x="4503816" y="2026976"/>
                  <a:pt x="4495406" y="2015683"/>
                  <a:pt x="4499779" y="2009266"/>
                </a:cubicBezTo>
                <a:close/>
                <a:moveTo>
                  <a:pt x="5503789" y="2006783"/>
                </a:moveTo>
                <a:cubicBezTo>
                  <a:pt x="5506573" y="2006368"/>
                  <a:pt x="5509874" y="2007086"/>
                  <a:pt x="5513552" y="2009511"/>
                </a:cubicBezTo>
                <a:cubicBezTo>
                  <a:pt x="5509206" y="2017422"/>
                  <a:pt x="5502854" y="2022526"/>
                  <a:pt x="5496502" y="2025588"/>
                </a:cubicBezTo>
                <a:cubicBezTo>
                  <a:pt x="5491738" y="2019464"/>
                  <a:pt x="5495437" y="2008027"/>
                  <a:pt x="5503789" y="2006783"/>
                </a:cubicBezTo>
                <a:close/>
                <a:moveTo>
                  <a:pt x="4499419" y="2003846"/>
                </a:moveTo>
                <a:lnTo>
                  <a:pt x="4498607" y="2004402"/>
                </a:lnTo>
                <a:lnTo>
                  <a:pt x="4499779" y="2004390"/>
                </a:lnTo>
                <a:close/>
                <a:moveTo>
                  <a:pt x="4542494" y="2002854"/>
                </a:moveTo>
                <a:cubicBezTo>
                  <a:pt x="4540483" y="2004387"/>
                  <a:pt x="4540483" y="2007452"/>
                  <a:pt x="4538138" y="2007452"/>
                </a:cubicBezTo>
                <a:lnTo>
                  <a:pt x="4538564" y="2008101"/>
                </a:lnTo>
                <a:lnTo>
                  <a:pt x="4548086" y="2006399"/>
                </a:lnTo>
                <a:close/>
                <a:moveTo>
                  <a:pt x="4571980" y="2001066"/>
                </a:moveTo>
                <a:cubicBezTo>
                  <a:pt x="4571980" y="2004387"/>
                  <a:pt x="4571980" y="2009241"/>
                  <a:pt x="4574326" y="2014095"/>
                </a:cubicBezTo>
                <a:cubicBezTo>
                  <a:pt x="4566284" y="1998384"/>
                  <a:pt x="4559562" y="2008969"/>
                  <a:pt x="4551331" y="2008455"/>
                </a:cubicBezTo>
                <a:lnTo>
                  <a:pt x="4550540" y="2007954"/>
                </a:lnTo>
                <a:lnTo>
                  <a:pt x="4546644" y="2009535"/>
                </a:lnTo>
                <a:lnTo>
                  <a:pt x="4541807" y="2013035"/>
                </a:lnTo>
                <a:lnTo>
                  <a:pt x="4542468" y="2014039"/>
                </a:lnTo>
                <a:cubicBezTo>
                  <a:pt x="4542625" y="2018078"/>
                  <a:pt x="4538824" y="2021639"/>
                  <a:pt x="4540070" y="2026062"/>
                </a:cubicBezTo>
                <a:lnTo>
                  <a:pt x="4540869" y="2026940"/>
                </a:lnTo>
                <a:lnTo>
                  <a:pt x="4542050" y="2026350"/>
                </a:lnTo>
                <a:cubicBezTo>
                  <a:pt x="4544689" y="2024538"/>
                  <a:pt x="4546960" y="2022228"/>
                  <a:pt x="4548558" y="2019019"/>
                </a:cubicBezTo>
                <a:cubicBezTo>
                  <a:pt x="4561341" y="2017223"/>
                  <a:pt x="4561341" y="2023897"/>
                  <a:pt x="4569751" y="2023897"/>
                </a:cubicBezTo>
                <a:cubicBezTo>
                  <a:pt x="4574544" y="2020239"/>
                  <a:pt x="4577866" y="2016373"/>
                  <a:pt x="4580652" y="2012631"/>
                </a:cubicBezTo>
                <a:lnTo>
                  <a:pt x="4582052" y="2010715"/>
                </a:lnTo>
                <a:lnTo>
                  <a:pt x="4575708" y="2010135"/>
                </a:lnTo>
                <a:cubicBezTo>
                  <a:pt x="4575164" y="2007900"/>
                  <a:pt x="4575164" y="2004259"/>
                  <a:pt x="4571980" y="2001066"/>
                </a:cubicBezTo>
                <a:close/>
                <a:moveTo>
                  <a:pt x="5336464" y="2000945"/>
                </a:moveTo>
                <a:cubicBezTo>
                  <a:pt x="5353345" y="2005877"/>
                  <a:pt x="5326202" y="2019115"/>
                  <a:pt x="5321900" y="2028979"/>
                </a:cubicBezTo>
                <a:cubicBezTo>
                  <a:pt x="5313624" y="2019115"/>
                  <a:pt x="5326202" y="2017298"/>
                  <a:pt x="5336464" y="2000945"/>
                </a:cubicBezTo>
                <a:close/>
                <a:moveTo>
                  <a:pt x="4559128" y="1983780"/>
                </a:moveTo>
                <a:lnTo>
                  <a:pt x="4557428" y="1984856"/>
                </a:lnTo>
                <a:lnTo>
                  <a:pt x="4559582" y="1991358"/>
                </a:lnTo>
                <a:lnTo>
                  <a:pt x="4567062" y="1987876"/>
                </a:lnTo>
                <a:lnTo>
                  <a:pt x="4562896" y="1985492"/>
                </a:lnTo>
                <a:cubicBezTo>
                  <a:pt x="4561572" y="1984578"/>
                  <a:pt x="4560384" y="1983816"/>
                  <a:pt x="4559128" y="1983780"/>
                </a:cubicBezTo>
                <a:close/>
                <a:moveTo>
                  <a:pt x="3675869" y="1981467"/>
                </a:moveTo>
                <a:cubicBezTo>
                  <a:pt x="3673691" y="1982357"/>
                  <a:pt x="3671597" y="1984393"/>
                  <a:pt x="3669754" y="1987002"/>
                </a:cubicBezTo>
                <a:lnTo>
                  <a:pt x="3669592" y="1987318"/>
                </a:lnTo>
                <a:lnTo>
                  <a:pt x="3674924" y="1989759"/>
                </a:lnTo>
                <a:lnTo>
                  <a:pt x="3676162" y="1981756"/>
                </a:lnTo>
                <a:close/>
                <a:moveTo>
                  <a:pt x="3677602" y="1969323"/>
                </a:moveTo>
                <a:lnTo>
                  <a:pt x="3674587" y="1970219"/>
                </a:lnTo>
                <a:lnTo>
                  <a:pt x="3665800" y="1974135"/>
                </a:lnTo>
                <a:lnTo>
                  <a:pt x="3665301" y="1974719"/>
                </a:lnTo>
                <a:lnTo>
                  <a:pt x="3673858" y="1976885"/>
                </a:lnTo>
                <a:cubicBezTo>
                  <a:pt x="3678047" y="1978412"/>
                  <a:pt x="3678550" y="1973958"/>
                  <a:pt x="3679052" y="1969727"/>
                </a:cubicBezTo>
                <a:lnTo>
                  <a:pt x="3679112" y="1969462"/>
                </a:lnTo>
                <a:close/>
                <a:moveTo>
                  <a:pt x="5555254" y="1960202"/>
                </a:moveTo>
                <a:cubicBezTo>
                  <a:pt x="5565986" y="1968501"/>
                  <a:pt x="5568000" y="1963573"/>
                  <a:pt x="5574371" y="1971873"/>
                </a:cubicBezTo>
                <a:cubicBezTo>
                  <a:pt x="5563974" y="1983284"/>
                  <a:pt x="5548882" y="1976800"/>
                  <a:pt x="5538485" y="1984841"/>
                </a:cubicBezTo>
                <a:cubicBezTo>
                  <a:pt x="5536138" y="1983284"/>
                  <a:pt x="5542510" y="1965129"/>
                  <a:pt x="5555254" y="1960202"/>
                </a:cubicBezTo>
                <a:close/>
                <a:moveTo>
                  <a:pt x="3822514" y="1957660"/>
                </a:moveTo>
                <a:cubicBezTo>
                  <a:pt x="3820618" y="1958253"/>
                  <a:pt x="3819220" y="1959730"/>
                  <a:pt x="3818021" y="1961655"/>
                </a:cubicBezTo>
                <a:lnTo>
                  <a:pt x="3811574" y="1973735"/>
                </a:lnTo>
                <a:lnTo>
                  <a:pt x="3824938" y="1976989"/>
                </a:lnTo>
                <a:lnTo>
                  <a:pt x="3821421" y="1978899"/>
                </a:lnTo>
                <a:lnTo>
                  <a:pt x="3823361" y="1979589"/>
                </a:lnTo>
                <a:cubicBezTo>
                  <a:pt x="3827398" y="1980006"/>
                  <a:pt x="3831182" y="1979236"/>
                  <a:pt x="3834378" y="1976926"/>
                </a:cubicBezTo>
                <a:cubicBezTo>
                  <a:pt x="3819240" y="1975129"/>
                  <a:pt x="3823613" y="1967173"/>
                  <a:pt x="3830005" y="1958959"/>
                </a:cubicBezTo>
                <a:cubicBezTo>
                  <a:pt x="3826809" y="1957355"/>
                  <a:pt x="3824412" y="1957066"/>
                  <a:pt x="3822514" y="1957660"/>
                </a:cubicBezTo>
                <a:close/>
                <a:moveTo>
                  <a:pt x="4586500" y="1956160"/>
                </a:moveTo>
                <a:lnTo>
                  <a:pt x="4586907" y="1958959"/>
                </a:lnTo>
                <a:lnTo>
                  <a:pt x="4591527" y="1957515"/>
                </a:lnTo>
                <a:close/>
                <a:moveTo>
                  <a:pt x="4616510" y="1952543"/>
                </a:moveTo>
                <a:cubicBezTo>
                  <a:pt x="4613482" y="1967173"/>
                  <a:pt x="4588694" y="1964334"/>
                  <a:pt x="4582734" y="1970229"/>
                </a:cubicBezTo>
                <a:lnTo>
                  <a:pt x="4584506" y="1979756"/>
                </a:lnTo>
                <a:lnTo>
                  <a:pt x="4597446" y="1973731"/>
                </a:lnTo>
                <a:lnTo>
                  <a:pt x="4631570" y="1956388"/>
                </a:lnTo>
                <a:lnTo>
                  <a:pt x="4627959" y="1957704"/>
                </a:lnTo>
                <a:cubicBezTo>
                  <a:pt x="4624142" y="1957355"/>
                  <a:pt x="4624584" y="1951195"/>
                  <a:pt x="4616510" y="1952543"/>
                </a:cubicBezTo>
                <a:close/>
                <a:moveTo>
                  <a:pt x="4640594" y="1942491"/>
                </a:moveTo>
                <a:lnTo>
                  <a:pt x="4632936" y="1945893"/>
                </a:lnTo>
                <a:lnTo>
                  <a:pt x="4629364" y="1947208"/>
                </a:lnTo>
                <a:lnTo>
                  <a:pt x="4633545" y="1955384"/>
                </a:lnTo>
                <a:lnTo>
                  <a:pt x="4635644" y="1954317"/>
                </a:lnTo>
                <a:lnTo>
                  <a:pt x="4639887" y="1950599"/>
                </a:lnTo>
                <a:lnTo>
                  <a:pt x="4639510" y="1950885"/>
                </a:lnTo>
                <a:close/>
                <a:moveTo>
                  <a:pt x="3949091" y="1939452"/>
                </a:moveTo>
                <a:cubicBezTo>
                  <a:pt x="3944718" y="1949206"/>
                  <a:pt x="3931934" y="1947666"/>
                  <a:pt x="3934289" y="1957419"/>
                </a:cubicBezTo>
                <a:lnTo>
                  <a:pt x="3936565" y="1956869"/>
                </a:lnTo>
                <a:lnTo>
                  <a:pt x="3936692" y="1955671"/>
                </a:lnTo>
                <a:lnTo>
                  <a:pt x="3941689" y="1955628"/>
                </a:lnTo>
                <a:lnTo>
                  <a:pt x="3947409" y="1954243"/>
                </a:lnTo>
                <a:lnTo>
                  <a:pt x="3953148" y="1947729"/>
                </a:lnTo>
                <a:lnTo>
                  <a:pt x="3953263" y="1944357"/>
                </a:lnTo>
                <a:lnTo>
                  <a:pt x="3956120" y="1944357"/>
                </a:lnTo>
                <a:lnTo>
                  <a:pt x="3957501" y="1942789"/>
                </a:lnTo>
                <a:cubicBezTo>
                  <a:pt x="3957501" y="1942789"/>
                  <a:pt x="3957501" y="1942789"/>
                  <a:pt x="3949091" y="1939452"/>
                </a:cubicBezTo>
                <a:close/>
                <a:moveTo>
                  <a:pt x="3965911" y="1936116"/>
                </a:moveTo>
                <a:cubicBezTo>
                  <a:pt x="3967509" y="1939004"/>
                  <a:pt x="3967908" y="1940864"/>
                  <a:pt x="3967609" y="1942156"/>
                </a:cubicBezTo>
                <a:lnTo>
                  <a:pt x="3965513" y="1944357"/>
                </a:lnTo>
                <a:lnTo>
                  <a:pt x="3966007" y="1944357"/>
                </a:lnTo>
                <a:cubicBezTo>
                  <a:pt x="3967827" y="1944357"/>
                  <a:pt x="3967827" y="1944357"/>
                  <a:pt x="3967827" y="1944357"/>
                </a:cubicBezTo>
                <a:lnTo>
                  <a:pt x="3966694" y="1949108"/>
                </a:lnTo>
                <a:lnTo>
                  <a:pt x="3969906" y="1945933"/>
                </a:lnTo>
                <a:cubicBezTo>
                  <a:pt x="3972302" y="1941891"/>
                  <a:pt x="3972302" y="1937014"/>
                  <a:pt x="3965911" y="1936116"/>
                </a:cubicBezTo>
                <a:close/>
                <a:moveTo>
                  <a:pt x="4128034" y="1931691"/>
                </a:moveTo>
                <a:lnTo>
                  <a:pt x="4125170" y="1931862"/>
                </a:lnTo>
                <a:lnTo>
                  <a:pt x="4125405" y="1934761"/>
                </a:lnTo>
                <a:lnTo>
                  <a:pt x="4128140" y="1933421"/>
                </a:lnTo>
                <a:close/>
                <a:moveTo>
                  <a:pt x="4680298" y="1925117"/>
                </a:moveTo>
                <a:lnTo>
                  <a:pt x="4682330" y="1931702"/>
                </a:lnTo>
                <a:lnTo>
                  <a:pt x="4683992" y="1931500"/>
                </a:lnTo>
                <a:lnTo>
                  <a:pt x="4684185" y="1937721"/>
                </a:lnTo>
                <a:lnTo>
                  <a:pt x="4684228" y="1937860"/>
                </a:lnTo>
                <a:cubicBezTo>
                  <a:pt x="4684228" y="1933113"/>
                  <a:pt x="4694709" y="1934612"/>
                  <a:pt x="4686521" y="1937860"/>
                </a:cubicBezTo>
                <a:cubicBezTo>
                  <a:pt x="4684228" y="1937860"/>
                  <a:pt x="4682263" y="1939360"/>
                  <a:pt x="4682263" y="1942608"/>
                </a:cubicBezTo>
                <a:lnTo>
                  <a:pt x="4677506" y="1941496"/>
                </a:lnTo>
                <a:lnTo>
                  <a:pt x="4659269" y="1946355"/>
                </a:lnTo>
                <a:cubicBezTo>
                  <a:pt x="4657126" y="1940519"/>
                  <a:pt x="4659682" y="1936342"/>
                  <a:pt x="4664585" y="1933855"/>
                </a:cubicBezTo>
                <a:lnTo>
                  <a:pt x="4674880" y="1932606"/>
                </a:lnTo>
                <a:close/>
                <a:moveTo>
                  <a:pt x="4049002" y="1915069"/>
                </a:moveTo>
                <a:cubicBezTo>
                  <a:pt x="4042610" y="1921743"/>
                  <a:pt x="4057412" y="1923283"/>
                  <a:pt x="4051020" y="1928159"/>
                </a:cubicBezTo>
                <a:cubicBezTo>
                  <a:pt x="4042610" y="1934576"/>
                  <a:pt x="4049002" y="1919946"/>
                  <a:pt x="4038236" y="1919946"/>
                </a:cubicBezTo>
                <a:cubicBezTo>
                  <a:pt x="4036218" y="1926619"/>
                  <a:pt x="4031845" y="1923283"/>
                  <a:pt x="4027808" y="1929699"/>
                </a:cubicBezTo>
                <a:cubicBezTo>
                  <a:pt x="4036218" y="1936116"/>
                  <a:pt x="4040592" y="1933036"/>
                  <a:pt x="4046984" y="1933036"/>
                </a:cubicBezTo>
                <a:cubicBezTo>
                  <a:pt x="4040592" y="1945869"/>
                  <a:pt x="4027808" y="1933036"/>
                  <a:pt x="4021416" y="1944329"/>
                </a:cubicBezTo>
                <a:cubicBezTo>
                  <a:pt x="4008634" y="1940993"/>
                  <a:pt x="4010652" y="1933036"/>
                  <a:pt x="4002242" y="1934576"/>
                </a:cubicBezTo>
                <a:cubicBezTo>
                  <a:pt x="3997868" y="1942789"/>
                  <a:pt x="4004260" y="1939452"/>
                  <a:pt x="4010652" y="1942789"/>
                </a:cubicBezTo>
                <a:cubicBezTo>
                  <a:pt x="4004260" y="1955623"/>
                  <a:pt x="3989459" y="1936116"/>
                  <a:pt x="3985086" y="1952543"/>
                </a:cubicBezTo>
                <a:lnTo>
                  <a:pt x="3986803" y="1952424"/>
                </a:lnTo>
                <a:lnTo>
                  <a:pt x="3988594" y="1950846"/>
                </a:lnTo>
                <a:cubicBezTo>
                  <a:pt x="3990658" y="1950295"/>
                  <a:pt x="3992820" y="1950716"/>
                  <a:pt x="3994785" y="1951755"/>
                </a:cubicBezTo>
                <a:lnTo>
                  <a:pt x="3994857" y="1951865"/>
                </a:lnTo>
                <a:lnTo>
                  <a:pt x="4032729" y="1949238"/>
                </a:lnTo>
                <a:cubicBezTo>
                  <a:pt x="4048414" y="1946382"/>
                  <a:pt x="4063804" y="1941891"/>
                  <a:pt x="4078605" y="1936116"/>
                </a:cubicBezTo>
                <a:cubicBezTo>
                  <a:pt x="4074568" y="1934576"/>
                  <a:pt x="4068177" y="1931496"/>
                  <a:pt x="4061786" y="1934576"/>
                </a:cubicBezTo>
                <a:cubicBezTo>
                  <a:pt x="4057412" y="1929699"/>
                  <a:pt x="4066158" y="1921743"/>
                  <a:pt x="4063804" y="1915069"/>
                </a:cubicBezTo>
                <a:cubicBezTo>
                  <a:pt x="4057412" y="1913529"/>
                  <a:pt x="4053039" y="1913529"/>
                  <a:pt x="4049002" y="1915069"/>
                </a:cubicBezTo>
                <a:close/>
                <a:moveTo>
                  <a:pt x="4136130" y="1898899"/>
                </a:moveTo>
                <a:cubicBezTo>
                  <a:pt x="4127720" y="1895819"/>
                  <a:pt x="4118973" y="1910193"/>
                  <a:pt x="4131756" y="1913529"/>
                </a:cubicBezTo>
                <a:cubicBezTo>
                  <a:pt x="4138148" y="1907112"/>
                  <a:pt x="4131756" y="1905316"/>
                  <a:pt x="4136130" y="1898899"/>
                </a:cubicBezTo>
                <a:close/>
                <a:moveTo>
                  <a:pt x="4122463" y="1887734"/>
                </a:moveTo>
                <a:cubicBezTo>
                  <a:pt x="4118973" y="1888761"/>
                  <a:pt x="4115778" y="1890814"/>
                  <a:pt x="4112582" y="1892482"/>
                </a:cubicBezTo>
                <a:cubicBezTo>
                  <a:pt x="4110563" y="1897359"/>
                  <a:pt x="4110563" y="1907112"/>
                  <a:pt x="4100134" y="1905316"/>
                </a:cubicBezTo>
                <a:cubicBezTo>
                  <a:pt x="4100134" y="1900696"/>
                  <a:pt x="4102153" y="1894022"/>
                  <a:pt x="4097780" y="1890942"/>
                </a:cubicBezTo>
                <a:cubicBezTo>
                  <a:pt x="4091388" y="1895819"/>
                  <a:pt x="4082978" y="1897359"/>
                  <a:pt x="4089370" y="1905316"/>
                </a:cubicBezTo>
                <a:cubicBezTo>
                  <a:pt x="4097780" y="1900696"/>
                  <a:pt x="4097780" y="1915069"/>
                  <a:pt x="4106526" y="1910193"/>
                </a:cubicBezTo>
                <a:cubicBezTo>
                  <a:pt x="4102153" y="1923283"/>
                  <a:pt x="4089370" y="1913529"/>
                  <a:pt x="4082978" y="1915069"/>
                </a:cubicBezTo>
                <a:cubicBezTo>
                  <a:pt x="4080960" y="1918405"/>
                  <a:pt x="4074568" y="1923283"/>
                  <a:pt x="4078605" y="1926619"/>
                </a:cubicBezTo>
                <a:cubicBezTo>
                  <a:pt x="4084997" y="1921743"/>
                  <a:pt x="4091388" y="1923283"/>
                  <a:pt x="4100134" y="1923283"/>
                </a:cubicBezTo>
                <a:cubicBezTo>
                  <a:pt x="4100134" y="1934576"/>
                  <a:pt x="4091388" y="1924822"/>
                  <a:pt x="4087352" y="1936116"/>
                </a:cubicBezTo>
                <a:cubicBezTo>
                  <a:pt x="4092566" y="1936116"/>
                  <a:pt x="4097864" y="1934512"/>
                  <a:pt x="4103456" y="1932908"/>
                </a:cubicBezTo>
                <a:lnTo>
                  <a:pt x="4120790" y="1929796"/>
                </a:lnTo>
                <a:lnTo>
                  <a:pt x="4122068" y="1923653"/>
                </a:lnTo>
                <a:lnTo>
                  <a:pt x="4120229" y="1924225"/>
                </a:lnTo>
                <a:cubicBezTo>
                  <a:pt x="4115735" y="1925272"/>
                  <a:pt x="4111740" y="1925657"/>
                  <a:pt x="4108544" y="1924822"/>
                </a:cubicBezTo>
                <a:cubicBezTo>
                  <a:pt x="4112582" y="1924822"/>
                  <a:pt x="4114936" y="1923283"/>
                  <a:pt x="4118973" y="1921743"/>
                </a:cubicBezTo>
                <a:cubicBezTo>
                  <a:pt x="4110563" y="1916866"/>
                  <a:pt x="4102153" y="1923283"/>
                  <a:pt x="4110563" y="1911989"/>
                </a:cubicBezTo>
                <a:cubicBezTo>
                  <a:pt x="4116954" y="1903776"/>
                  <a:pt x="4112582" y="1924822"/>
                  <a:pt x="4118973" y="1916866"/>
                </a:cubicBezTo>
                <a:cubicBezTo>
                  <a:pt x="4129738" y="1905316"/>
                  <a:pt x="4112582" y="1913529"/>
                  <a:pt x="4114936" y="1905316"/>
                </a:cubicBezTo>
                <a:cubicBezTo>
                  <a:pt x="4127720" y="1903776"/>
                  <a:pt x="4116954" y="1892482"/>
                  <a:pt x="4134112" y="1889146"/>
                </a:cubicBezTo>
                <a:cubicBezTo>
                  <a:pt x="4129738" y="1886708"/>
                  <a:pt x="4125954" y="1886708"/>
                  <a:pt x="4122463" y="1887734"/>
                </a:cubicBezTo>
                <a:close/>
                <a:moveTo>
                  <a:pt x="4237870" y="1886942"/>
                </a:moveTo>
                <a:cubicBezTo>
                  <a:pt x="4243314" y="1885897"/>
                  <a:pt x="4249537" y="1886289"/>
                  <a:pt x="4252648" y="1887073"/>
                </a:cubicBezTo>
                <a:cubicBezTo>
                  <a:pt x="4252648" y="1890468"/>
                  <a:pt x="4246425" y="1892035"/>
                  <a:pt x="4248390" y="1895430"/>
                </a:cubicBezTo>
                <a:cubicBezTo>
                  <a:pt x="4237910" y="1890468"/>
                  <a:pt x="4235946" y="1893602"/>
                  <a:pt x="4227758" y="1895430"/>
                </a:cubicBezTo>
                <a:cubicBezTo>
                  <a:pt x="4227758" y="1890468"/>
                  <a:pt x="4232424" y="1887987"/>
                  <a:pt x="4237870" y="1886942"/>
                </a:cubicBezTo>
                <a:close/>
                <a:moveTo>
                  <a:pt x="4741399" y="1879072"/>
                </a:moveTo>
                <a:cubicBezTo>
                  <a:pt x="4737698" y="1878686"/>
                  <a:pt x="4735596" y="1879521"/>
                  <a:pt x="4733578" y="1886065"/>
                </a:cubicBezTo>
                <a:cubicBezTo>
                  <a:pt x="4737614" y="1890942"/>
                  <a:pt x="4758808" y="1890942"/>
                  <a:pt x="4758808" y="1879392"/>
                </a:cubicBezTo>
                <a:cubicBezTo>
                  <a:pt x="4750398" y="1881061"/>
                  <a:pt x="4745100" y="1879457"/>
                  <a:pt x="4741399" y="1879072"/>
                </a:cubicBezTo>
                <a:close/>
                <a:moveTo>
                  <a:pt x="4832672" y="1869661"/>
                </a:moveTo>
                <a:cubicBezTo>
                  <a:pt x="4830414" y="1877657"/>
                  <a:pt x="4826545" y="1885653"/>
                  <a:pt x="4818160" y="1888650"/>
                </a:cubicBezTo>
                <a:cubicBezTo>
                  <a:pt x="4818160" y="1877657"/>
                  <a:pt x="4824288" y="1872909"/>
                  <a:pt x="4832672" y="1869661"/>
                </a:cubicBezTo>
                <a:close/>
                <a:moveTo>
                  <a:pt x="4269064" y="1863238"/>
                </a:moveTo>
                <a:cubicBezTo>
                  <a:pt x="4267058" y="1866486"/>
                  <a:pt x="4273409" y="1866486"/>
                  <a:pt x="4271069" y="1869484"/>
                </a:cubicBezTo>
                <a:cubicBezTo>
                  <a:pt x="4264718" y="1871234"/>
                  <a:pt x="4260706" y="1880728"/>
                  <a:pt x="4250008" y="1874232"/>
                </a:cubicBezTo>
                <a:cubicBezTo>
                  <a:pt x="4250008" y="1861739"/>
                  <a:pt x="4264718" y="1872732"/>
                  <a:pt x="4267058" y="1864737"/>
                </a:cubicBezTo>
                <a:cubicBezTo>
                  <a:pt x="4264718" y="1864737"/>
                  <a:pt x="4264718" y="1861739"/>
                  <a:pt x="4269064" y="1863238"/>
                </a:cubicBezTo>
                <a:close/>
                <a:moveTo>
                  <a:pt x="4779644" y="1862305"/>
                </a:moveTo>
                <a:lnTo>
                  <a:pt x="4780013" y="1863192"/>
                </a:lnTo>
                <a:lnTo>
                  <a:pt x="4782414" y="1862772"/>
                </a:lnTo>
                <a:close/>
                <a:moveTo>
                  <a:pt x="4903461" y="1856806"/>
                </a:moveTo>
                <a:cubicBezTo>
                  <a:pt x="4897070" y="1856806"/>
                  <a:pt x="4895051" y="1860142"/>
                  <a:pt x="4890678" y="1861682"/>
                </a:cubicBezTo>
                <a:cubicBezTo>
                  <a:pt x="4890678" y="1864120"/>
                  <a:pt x="4890173" y="1867328"/>
                  <a:pt x="4891014" y="1869543"/>
                </a:cubicBezTo>
                <a:lnTo>
                  <a:pt x="4899232" y="1871392"/>
                </a:lnTo>
                <a:lnTo>
                  <a:pt x="4899546" y="1870994"/>
                </a:lnTo>
                <a:close/>
                <a:moveTo>
                  <a:pt x="4839314" y="1856080"/>
                </a:moveTo>
                <a:cubicBezTo>
                  <a:pt x="4847502" y="1856080"/>
                  <a:pt x="4847502" y="1880719"/>
                  <a:pt x="4837021" y="1870863"/>
                </a:cubicBezTo>
                <a:cubicBezTo>
                  <a:pt x="4847502" y="1869048"/>
                  <a:pt x="4822610" y="1861008"/>
                  <a:pt x="4839314" y="1856080"/>
                </a:cubicBezTo>
                <a:close/>
                <a:moveTo>
                  <a:pt x="4278688" y="1856080"/>
                </a:moveTo>
                <a:cubicBezTo>
                  <a:pt x="4278688" y="1856080"/>
                  <a:pt x="4278688" y="1856080"/>
                  <a:pt x="4291214" y="1859350"/>
                </a:cubicBezTo>
                <a:cubicBezTo>
                  <a:pt x="4289238" y="1865637"/>
                  <a:pt x="4280996" y="1863877"/>
                  <a:pt x="4276710" y="1867146"/>
                </a:cubicBezTo>
                <a:cubicBezTo>
                  <a:pt x="4280996" y="1862367"/>
                  <a:pt x="4276710" y="1860859"/>
                  <a:pt x="4278688" y="1856080"/>
                </a:cubicBezTo>
                <a:close/>
                <a:moveTo>
                  <a:pt x="4780378" y="1843718"/>
                </a:moveTo>
                <a:lnTo>
                  <a:pt x="4780339" y="1843736"/>
                </a:lnTo>
                <a:lnTo>
                  <a:pt x="4780442" y="1846384"/>
                </a:lnTo>
                <a:lnTo>
                  <a:pt x="4783322" y="1844546"/>
                </a:lnTo>
                <a:lnTo>
                  <a:pt x="4784038" y="1843951"/>
                </a:lnTo>
                <a:close/>
                <a:moveTo>
                  <a:pt x="4843506" y="1839103"/>
                </a:moveTo>
                <a:cubicBezTo>
                  <a:pt x="4843506" y="1845894"/>
                  <a:pt x="4845880" y="1845894"/>
                  <a:pt x="4854356" y="1839103"/>
                </a:cubicBezTo>
                <a:cubicBezTo>
                  <a:pt x="4856390" y="1842498"/>
                  <a:pt x="4852322" y="1847461"/>
                  <a:pt x="4845880" y="1852423"/>
                </a:cubicBezTo>
                <a:cubicBezTo>
                  <a:pt x="4843506" y="1849028"/>
                  <a:pt x="4837064" y="1850856"/>
                  <a:pt x="4832994" y="1845894"/>
                </a:cubicBezTo>
                <a:cubicBezTo>
                  <a:pt x="4843506" y="1839103"/>
                  <a:pt x="4843506" y="1839103"/>
                  <a:pt x="4843506" y="1839103"/>
                </a:cubicBezTo>
                <a:close/>
                <a:moveTo>
                  <a:pt x="4807233" y="1831657"/>
                </a:moveTo>
                <a:lnTo>
                  <a:pt x="4803986" y="1833034"/>
                </a:lnTo>
                <a:lnTo>
                  <a:pt x="4801450" y="1841856"/>
                </a:lnTo>
                <a:lnTo>
                  <a:pt x="4804245" y="1842301"/>
                </a:lnTo>
                <a:cubicBezTo>
                  <a:pt x="4806438" y="1839864"/>
                  <a:pt x="4806438" y="1837427"/>
                  <a:pt x="4806438" y="1834797"/>
                </a:cubicBezTo>
                <a:close/>
                <a:moveTo>
                  <a:pt x="4896524" y="1821553"/>
                </a:moveTo>
                <a:cubicBezTo>
                  <a:pt x="4892501" y="1824640"/>
                  <a:pt x="4888142" y="1824640"/>
                  <a:pt x="4886130" y="1824640"/>
                </a:cubicBezTo>
                <a:cubicBezTo>
                  <a:pt x="4883952" y="1827986"/>
                  <a:pt x="4888142" y="1828822"/>
                  <a:pt x="4890782" y="1830238"/>
                </a:cubicBezTo>
                <a:lnTo>
                  <a:pt x="4891040" y="1830658"/>
                </a:lnTo>
                <a:lnTo>
                  <a:pt x="4902030" y="1823875"/>
                </a:lnTo>
                <a:close/>
                <a:moveTo>
                  <a:pt x="4421801" y="1816867"/>
                </a:moveTo>
                <a:cubicBezTo>
                  <a:pt x="4424196" y="1815802"/>
                  <a:pt x="4427962" y="1816602"/>
                  <a:pt x="4431214" y="1818998"/>
                </a:cubicBezTo>
                <a:cubicBezTo>
                  <a:pt x="4433611" y="1827519"/>
                  <a:pt x="4427106" y="1827519"/>
                  <a:pt x="4420602" y="1825922"/>
                </a:cubicBezTo>
                <a:cubicBezTo>
                  <a:pt x="4418377" y="1820862"/>
                  <a:pt x="4419404" y="1817933"/>
                  <a:pt x="4421801" y="1816867"/>
                </a:cubicBezTo>
                <a:close/>
                <a:moveTo>
                  <a:pt x="4376166" y="1806283"/>
                </a:moveTo>
                <a:lnTo>
                  <a:pt x="4389529" y="1815901"/>
                </a:lnTo>
                <a:lnTo>
                  <a:pt x="4399144" y="1810810"/>
                </a:lnTo>
                <a:cubicBezTo>
                  <a:pt x="4405438" y="1815732"/>
                  <a:pt x="4375956" y="1832053"/>
                  <a:pt x="4371650" y="1823764"/>
                </a:cubicBezTo>
                <a:lnTo>
                  <a:pt x="4382685" y="1819295"/>
                </a:lnTo>
                <a:lnTo>
                  <a:pt x="4380500" y="1816003"/>
                </a:lnTo>
                <a:cubicBezTo>
                  <a:pt x="4369833" y="1827259"/>
                  <a:pt x="4355166" y="1835445"/>
                  <a:pt x="4340498" y="1843374"/>
                </a:cubicBezTo>
                <a:lnTo>
                  <a:pt x="4340708" y="1842852"/>
                </a:lnTo>
                <a:lnTo>
                  <a:pt x="4339548" y="1844251"/>
                </a:lnTo>
                <a:cubicBezTo>
                  <a:pt x="4333902" y="1847812"/>
                  <a:pt x="4326942" y="1850936"/>
                  <a:pt x="4322697" y="1852434"/>
                </a:cubicBezTo>
                <a:cubicBezTo>
                  <a:pt x="4323716" y="1848562"/>
                  <a:pt x="4328555" y="1845438"/>
                  <a:pt x="4333946" y="1842471"/>
                </a:cubicBezTo>
                <a:lnTo>
                  <a:pt x="4343162" y="1836757"/>
                </a:lnTo>
                <a:lnTo>
                  <a:pt x="4345134" y="1831859"/>
                </a:lnTo>
                <a:cubicBezTo>
                  <a:pt x="4352478" y="1822830"/>
                  <a:pt x="4366666" y="1819520"/>
                  <a:pt x="4376166" y="1806283"/>
                </a:cubicBezTo>
                <a:close/>
                <a:moveTo>
                  <a:pt x="49363" y="1805151"/>
                </a:moveTo>
                <a:cubicBezTo>
                  <a:pt x="51686" y="1809961"/>
                  <a:pt x="55667" y="1811479"/>
                  <a:pt x="61972" y="1812998"/>
                </a:cubicBezTo>
                <a:cubicBezTo>
                  <a:pt x="49363" y="1812998"/>
                  <a:pt x="36753" y="1822619"/>
                  <a:pt x="34763" y="1838567"/>
                </a:cubicBezTo>
                <a:cubicBezTo>
                  <a:pt x="30449" y="1840339"/>
                  <a:pt x="24477" y="1838567"/>
                  <a:pt x="22154" y="1843377"/>
                </a:cubicBezTo>
                <a:cubicBezTo>
                  <a:pt x="11867" y="1837048"/>
                  <a:pt x="26467" y="1833757"/>
                  <a:pt x="30449" y="1821099"/>
                </a:cubicBezTo>
                <a:cubicBezTo>
                  <a:pt x="39076" y="1825909"/>
                  <a:pt x="45381" y="1816289"/>
                  <a:pt x="49363" y="1805151"/>
                </a:cubicBezTo>
                <a:close/>
                <a:moveTo>
                  <a:pt x="286824" y="1800202"/>
                </a:moveTo>
                <a:cubicBezTo>
                  <a:pt x="276059" y="1805078"/>
                  <a:pt x="267648" y="1817909"/>
                  <a:pt x="256882" y="1826120"/>
                </a:cubicBezTo>
                <a:cubicBezTo>
                  <a:pt x="254864" y="1821245"/>
                  <a:pt x="246453" y="1817909"/>
                  <a:pt x="240060" y="1821245"/>
                </a:cubicBezTo>
                <a:cubicBezTo>
                  <a:pt x="231650" y="1840747"/>
                  <a:pt x="222902" y="1852039"/>
                  <a:pt x="222902" y="1871541"/>
                </a:cubicBezTo>
                <a:cubicBezTo>
                  <a:pt x="231650" y="1861790"/>
                  <a:pt x="227276" y="1876417"/>
                  <a:pt x="235686" y="1874620"/>
                </a:cubicBezTo>
                <a:cubicBezTo>
                  <a:pt x="242079" y="1860250"/>
                  <a:pt x="254864" y="1871541"/>
                  <a:pt x="261255" y="1858454"/>
                </a:cubicBezTo>
                <a:cubicBezTo>
                  <a:pt x="256882" y="1835872"/>
                  <a:pt x="280433" y="1821245"/>
                  <a:pt x="286824" y="1800202"/>
                </a:cubicBezTo>
                <a:close/>
                <a:moveTo>
                  <a:pt x="4422251" y="1799402"/>
                </a:moveTo>
                <a:cubicBezTo>
                  <a:pt x="4441041" y="1796097"/>
                  <a:pt x="4407747" y="1818477"/>
                  <a:pt x="4405768" y="1807287"/>
                </a:cubicBezTo>
                <a:cubicBezTo>
                  <a:pt x="4412032" y="1800929"/>
                  <a:pt x="4424230" y="1807287"/>
                  <a:pt x="4422251" y="1799402"/>
                </a:cubicBezTo>
                <a:close/>
                <a:moveTo>
                  <a:pt x="4480579" y="1791570"/>
                </a:moveTo>
                <a:cubicBezTo>
                  <a:pt x="4482574" y="1801126"/>
                  <a:pt x="4482574" y="1802636"/>
                  <a:pt x="4474261" y="1802636"/>
                </a:cubicBezTo>
                <a:cubicBezTo>
                  <a:pt x="4463622" y="1793078"/>
                  <a:pt x="4478252" y="1796348"/>
                  <a:pt x="4480579" y="1791570"/>
                </a:cubicBezTo>
                <a:close/>
                <a:moveTo>
                  <a:pt x="5502756" y="1784779"/>
                </a:moveTo>
                <a:cubicBezTo>
                  <a:pt x="5511496" y="1787860"/>
                  <a:pt x="5494352" y="1814054"/>
                  <a:pt x="5489982" y="1799416"/>
                </a:cubicBezTo>
                <a:cubicBezTo>
                  <a:pt x="5485948" y="1804295"/>
                  <a:pt x="5492335" y="1807377"/>
                  <a:pt x="5485948" y="1814054"/>
                </a:cubicBezTo>
                <a:cubicBezTo>
                  <a:pt x="5500739" y="1802498"/>
                  <a:pt x="5509142" y="1823555"/>
                  <a:pt x="5517884" y="1804295"/>
                </a:cubicBezTo>
                <a:cubicBezTo>
                  <a:pt x="5523934" y="1805836"/>
                  <a:pt x="5515530" y="1814054"/>
                  <a:pt x="5521918" y="1815594"/>
                </a:cubicBezTo>
                <a:cubicBezTo>
                  <a:pt x="5515530" y="1820473"/>
                  <a:pt x="5502756" y="1817135"/>
                  <a:pt x="5494352" y="1818676"/>
                </a:cubicBezTo>
                <a:cubicBezTo>
                  <a:pt x="5496369" y="1830232"/>
                  <a:pt x="5466786" y="1865926"/>
                  <a:pt x="5492335" y="1864129"/>
                </a:cubicBezTo>
                <a:cubicBezTo>
                  <a:pt x="5498722" y="1882104"/>
                  <a:pt x="5432834" y="1895201"/>
                  <a:pt x="5451996" y="1916258"/>
                </a:cubicBezTo>
                <a:cubicBezTo>
                  <a:pt x="5434851" y="1933977"/>
                  <a:pt x="5430482" y="1950155"/>
                  <a:pt x="5422077" y="1969671"/>
                </a:cubicBezTo>
                <a:cubicBezTo>
                  <a:pt x="5415690" y="1989188"/>
                  <a:pt x="5411656" y="2010245"/>
                  <a:pt x="5390142" y="2034641"/>
                </a:cubicBezTo>
                <a:cubicBezTo>
                  <a:pt x="5379721" y="2024882"/>
                  <a:pt x="5362576" y="1989188"/>
                  <a:pt x="5396528" y="1987647"/>
                </a:cubicBezTo>
                <a:cubicBezTo>
                  <a:pt x="5394512" y="1966590"/>
                  <a:pt x="5402916" y="1948614"/>
                  <a:pt x="5415690" y="1930895"/>
                </a:cubicBezTo>
                <a:cubicBezTo>
                  <a:pt x="5420060" y="1921137"/>
                  <a:pt x="5425943" y="1911764"/>
                  <a:pt x="5431532" y="1902006"/>
                </a:cubicBezTo>
                <a:lnTo>
                  <a:pt x="5438478" y="1886609"/>
                </a:lnTo>
                <a:lnTo>
                  <a:pt x="5438556" y="1881134"/>
                </a:lnTo>
                <a:cubicBezTo>
                  <a:pt x="5440680" y="1876008"/>
                  <a:pt x="5446034" y="1869842"/>
                  <a:pt x="5449264" y="1864002"/>
                </a:cubicBezTo>
                <a:lnTo>
                  <a:pt x="5454218" y="1872513"/>
                </a:lnTo>
                <a:lnTo>
                  <a:pt x="5456938" y="1873053"/>
                </a:lnTo>
                <a:cubicBezTo>
                  <a:pt x="5466850" y="1870934"/>
                  <a:pt x="5472082" y="1857837"/>
                  <a:pt x="5468804" y="1852830"/>
                </a:cubicBezTo>
                <a:cubicBezTo>
                  <a:pt x="5454012" y="1849748"/>
                  <a:pt x="5473174" y="1867467"/>
                  <a:pt x="5454012" y="1859506"/>
                </a:cubicBezTo>
                <a:cubicBezTo>
                  <a:pt x="5462417" y="1830232"/>
                  <a:pt x="5483930" y="1807377"/>
                  <a:pt x="5481578" y="1786320"/>
                </a:cubicBezTo>
                <a:cubicBezTo>
                  <a:pt x="5489982" y="1787860"/>
                  <a:pt x="5487964" y="1791199"/>
                  <a:pt x="5494352" y="1792740"/>
                </a:cubicBezTo>
                <a:cubicBezTo>
                  <a:pt x="5498722" y="1794537"/>
                  <a:pt x="5500739" y="1787860"/>
                  <a:pt x="5502756" y="1784779"/>
                </a:cubicBezTo>
                <a:close/>
                <a:moveTo>
                  <a:pt x="4498982" y="1784392"/>
                </a:moveTo>
                <a:cubicBezTo>
                  <a:pt x="4501142" y="1784475"/>
                  <a:pt x="4502860" y="1784681"/>
                  <a:pt x="4503370" y="1784681"/>
                </a:cubicBezTo>
                <a:cubicBezTo>
                  <a:pt x="4507785" y="1791024"/>
                  <a:pt x="4494880" y="1795843"/>
                  <a:pt x="4488429" y="1795843"/>
                </a:cubicBezTo>
                <a:cubicBezTo>
                  <a:pt x="4482062" y="1784999"/>
                  <a:pt x="4492504" y="1784142"/>
                  <a:pt x="4498982" y="1784392"/>
                </a:cubicBezTo>
                <a:close/>
                <a:moveTo>
                  <a:pt x="4484052" y="1770067"/>
                </a:moveTo>
                <a:cubicBezTo>
                  <a:pt x="4484052" y="1779623"/>
                  <a:pt x="4473563" y="1778115"/>
                  <a:pt x="4465106" y="1781133"/>
                </a:cubicBezTo>
                <a:cubicBezTo>
                  <a:pt x="4467135" y="1773336"/>
                  <a:pt x="4473563" y="1770067"/>
                  <a:pt x="4484052" y="1770067"/>
                </a:cubicBezTo>
                <a:close/>
                <a:moveTo>
                  <a:pt x="5502590" y="1768805"/>
                </a:moveTo>
                <a:cubicBezTo>
                  <a:pt x="5507939" y="1768393"/>
                  <a:pt x="5513288" y="1769598"/>
                  <a:pt x="5516514" y="1773657"/>
                </a:cubicBezTo>
                <a:cubicBezTo>
                  <a:pt x="5512438" y="1779998"/>
                  <a:pt x="5501572" y="1776700"/>
                  <a:pt x="5488668" y="1773657"/>
                </a:cubicBezTo>
                <a:cubicBezTo>
                  <a:pt x="5491894" y="1771247"/>
                  <a:pt x="5497242" y="1769218"/>
                  <a:pt x="5502590" y="1768805"/>
                </a:cubicBezTo>
                <a:close/>
                <a:moveTo>
                  <a:pt x="4979603" y="1767000"/>
                </a:moveTo>
                <a:lnTo>
                  <a:pt x="4972962" y="1772661"/>
                </a:lnTo>
                <a:cubicBezTo>
                  <a:pt x="4974972" y="1757993"/>
                  <a:pt x="4951840" y="1782439"/>
                  <a:pt x="4949494" y="1779351"/>
                </a:cubicBezTo>
                <a:cubicBezTo>
                  <a:pt x="4960222" y="1785784"/>
                  <a:pt x="4945470" y="1793761"/>
                  <a:pt x="4930720" y="1793761"/>
                </a:cubicBezTo>
                <a:cubicBezTo>
                  <a:pt x="4922003" y="1801996"/>
                  <a:pt x="4941112" y="1795563"/>
                  <a:pt x="4936754" y="1803540"/>
                </a:cubicBezTo>
                <a:lnTo>
                  <a:pt x="4924148" y="1809294"/>
                </a:lnTo>
                <a:lnTo>
                  <a:pt x="4927008" y="1814712"/>
                </a:lnTo>
                <a:cubicBezTo>
                  <a:pt x="4935418" y="1811375"/>
                  <a:pt x="4943828" y="1795206"/>
                  <a:pt x="4952575" y="1804959"/>
                </a:cubicBezTo>
                <a:cubicBezTo>
                  <a:pt x="4948202" y="1809835"/>
                  <a:pt x="4939792" y="1811375"/>
                  <a:pt x="4939792" y="1817792"/>
                </a:cubicBezTo>
                <a:cubicBezTo>
                  <a:pt x="4958966" y="1819332"/>
                  <a:pt x="4954594" y="1804959"/>
                  <a:pt x="4967376" y="1801622"/>
                </a:cubicBezTo>
                <a:cubicBezTo>
                  <a:pt x="4967376" y="1801622"/>
                  <a:pt x="4967376" y="1801622"/>
                  <a:pt x="4967376" y="1808039"/>
                </a:cubicBezTo>
                <a:cubicBezTo>
                  <a:pt x="4971414" y="1808039"/>
                  <a:pt x="4971414" y="1809835"/>
                  <a:pt x="4971414" y="1812915"/>
                </a:cubicBezTo>
                <a:cubicBezTo>
                  <a:pt x="4965358" y="1814712"/>
                  <a:pt x="4956612" y="1814712"/>
                  <a:pt x="4954594" y="1819332"/>
                </a:cubicBezTo>
                <a:cubicBezTo>
                  <a:pt x="4954594" y="1822669"/>
                  <a:pt x="4952575" y="1827546"/>
                  <a:pt x="4956612" y="1827546"/>
                </a:cubicBezTo>
                <a:lnTo>
                  <a:pt x="4976176" y="1814580"/>
                </a:lnTo>
                <a:lnTo>
                  <a:pt x="4976681" y="1811220"/>
                </a:lnTo>
                <a:cubicBezTo>
                  <a:pt x="4976681" y="1801724"/>
                  <a:pt x="4974578" y="1792869"/>
                  <a:pt x="4975588" y="1784016"/>
                </a:cubicBezTo>
                <a:close/>
                <a:moveTo>
                  <a:pt x="5152398" y="1764405"/>
                </a:moveTo>
                <a:cubicBezTo>
                  <a:pt x="5147015" y="1769282"/>
                  <a:pt x="5140624" y="1773710"/>
                  <a:pt x="5134778" y="1778329"/>
                </a:cubicBezTo>
                <a:lnTo>
                  <a:pt x="5123645" y="1790038"/>
                </a:lnTo>
                <a:lnTo>
                  <a:pt x="5123826" y="1790307"/>
                </a:lnTo>
                <a:lnTo>
                  <a:pt x="5123818" y="1791602"/>
                </a:lnTo>
                <a:lnTo>
                  <a:pt x="5141970" y="1781890"/>
                </a:lnTo>
                <a:cubicBezTo>
                  <a:pt x="5147015" y="1776854"/>
                  <a:pt x="5150211" y="1770822"/>
                  <a:pt x="5152398" y="1764405"/>
                </a:cubicBezTo>
                <a:close/>
                <a:moveTo>
                  <a:pt x="4567732" y="1762608"/>
                </a:moveTo>
                <a:cubicBezTo>
                  <a:pt x="4563359" y="1770822"/>
                  <a:pt x="4554949" y="1772362"/>
                  <a:pt x="4552931" y="1782115"/>
                </a:cubicBezTo>
                <a:lnTo>
                  <a:pt x="4557840" y="1781912"/>
                </a:lnTo>
                <a:lnTo>
                  <a:pt x="4559581" y="1776857"/>
                </a:lnTo>
                <a:lnTo>
                  <a:pt x="4562798" y="1781707"/>
                </a:lnTo>
                <a:lnTo>
                  <a:pt x="4562823" y="1781706"/>
                </a:lnTo>
                <a:cubicBezTo>
                  <a:pt x="4570424" y="1778843"/>
                  <a:pt x="4572442" y="1769987"/>
                  <a:pt x="4580516" y="1767485"/>
                </a:cubicBezTo>
                <a:cubicBezTo>
                  <a:pt x="4580516" y="1762608"/>
                  <a:pt x="4574124" y="1761068"/>
                  <a:pt x="4567732" y="1762608"/>
                </a:cubicBezTo>
                <a:close/>
                <a:moveTo>
                  <a:pt x="5242254" y="1756486"/>
                </a:moveTo>
                <a:cubicBezTo>
                  <a:pt x="5246540" y="1767867"/>
                  <a:pt x="5242254" y="1782613"/>
                  <a:pt x="5232036" y="1792443"/>
                </a:cubicBezTo>
                <a:cubicBezTo>
                  <a:pt x="5217201" y="1784423"/>
                  <a:pt x="5238299" y="1767867"/>
                  <a:pt x="5242254" y="1756486"/>
                </a:cubicBezTo>
                <a:close/>
                <a:moveTo>
                  <a:pt x="4945414" y="1738377"/>
                </a:moveTo>
                <a:cubicBezTo>
                  <a:pt x="4949429" y="1744854"/>
                  <a:pt x="4955784" y="1747963"/>
                  <a:pt x="4953776" y="1759621"/>
                </a:cubicBezTo>
                <a:cubicBezTo>
                  <a:pt x="4922000" y="1757808"/>
                  <a:pt x="4934712" y="1757808"/>
                  <a:pt x="4945414" y="1738377"/>
                </a:cubicBezTo>
                <a:close/>
                <a:moveTo>
                  <a:pt x="4489014" y="1736685"/>
                </a:moveTo>
                <a:cubicBezTo>
                  <a:pt x="4478250" y="1738482"/>
                  <a:pt x="4472194" y="1743102"/>
                  <a:pt x="4467821" y="1751315"/>
                </a:cubicBezTo>
                <a:cubicBezTo>
                  <a:pt x="4478250" y="1749775"/>
                  <a:pt x="4486996" y="1744899"/>
                  <a:pt x="4489014" y="1736685"/>
                </a:cubicBezTo>
                <a:close/>
                <a:moveTo>
                  <a:pt x="5507118" y="1736114"/>
                </a:moveTo>
                <a:cubicBezTo>
                  <a:pt x="5517996" y="1744275"/>
                  <a:pt x="5496240" y="1753967"/>
                  <a:pt x="5485701" y="1749121"/>
                </a:cubicBezTo>
                <a:cubicBezTo>
                  <a:pt x="5487741" y="1739429"/>
                  <a:pt x="5502698" y="1744275"/>
                  <a:pt x="5507118" y="1736114"/>
                </a:cubicBezTo>
                <a:close/>
                <a:moveTo>
                  <a:pt x="4537468" y="1733850"/>
                </a:moveTo>
                <a:cubicBezTo>
                  <a:pt x="4537468" y="1741851"/>
                  <a:pt x="4537468" y="1748305"/>
                  <a:pt x="4527410" y="1746756"/>
                </a:cubicBezTo>
                <a:cubicBezTo>
                  <a:pt x="4529356" y="1740303"/>
                  <a:pt x="4531303" y="1735399"/>
                  <a:pt x="4537468" y="1733850"/>
                </a:cubicBezTo>
                <a:close/>
                <a:moveTo>
                  <a:pt x="4611630" y="1731977"/>
                </a:moveTo>
                <a:cubicBezTo>
                  <a:pt x="4611630" y="1738572"/>
                  <a:pt x="4605278" y="1736796"/>
                  <a:pt x="4607284" y="1744914"/>
                </a:cubicBezTo>
                <a:cubicBezTo>
                  <a:pt x="4607284" y="1744914"/>
                  <a:pt x="4607284" y="1744914"/>
                  <a:pt x="4590234" y="1744914"/>
                </a:cubicBezTo>
                <a:cubicBezTo>
                  <a:pt x="4590234" y="1740094"/>
                  <a:pt x="4588230" y="1735274"/>
                  <a:pt x="4594580" y="1733753"/>
                </a:cubicBezTo>
                <a:cubicBezTo>
                  <a:pt x="4594580" y="1736796"/>
                  <a:pt x="4598927" y="1736796"/>
                  <a:pt x="4605278" y="1736796"/>
                </a:cubicBezTo>
                <a:cubicBezTo>
                  <a:pt x="4605278" y="1733753"/>
                  <a:pt x="4605278" y="1730455"/>
                  <a:pt x="4611630" y="1731977"/>
                </a:cubicBezTo>
                <a:close/>
                <a:moveTo>
                  <a:pt x="234046" y="1729706"/>
                </a:moveTo>
                <a:cubicBezTo>
                  <a:pt x="221344" y="1739527"/>
                  <a:pt x="225689" y="1745987"/>
                  <a:pt x="221344" y="1757358"/>
                </a:cubicBezTo>
                <a:cubicBezTo>
                  <a:pt x="210646" y="1754257"/>
                  <a:pt x="214991" y="1724796"/>
                  <a:pt x="234046" y="1729706"/>
                </a:cubicBezTo>
                <a:close/>
                <a:moveTo>
                  <a:pt x="5535745" y="1719137"/>
                </a:moveTo>
                <a:cubicBezTo>
                  <a:pt x="5550641" y="1744971"/>
                  <a:pt x="5523166" y="1774131"/>
                  <a:pt x="5525484" y="1801500"/>
                </a:cubicBezTo>
                <a:cubicBezTo>
                  <a:pt x="5510919" y="1780525"/>
                  <a:pt x="5542035" y="1743181"/>
                  <a:pt x="5535745" y="1719137"/>
                </a:cubicBezTo>
                <a:close/>
                <a:moveTo>
                  <a:pt x="5642606" y="1713479"/>
                </a:moveTo>
                <a:cubicBezTo>
                  <a:pt x="5621292" y="1727985"/>
                  <a:pt x="5632118" y="1745547"/>
                  <a:pt x="5604375" y="1766416"/>
                </a:cubicBezTo>
                <a:cubicBezTo>
                  <a:pt x="5610803" y="1755218"/>
                  <a:pt x="5612834" y="1713479"/>
                  <a:pt x="5642606" y="1713479"/>
                </a:cubicBezTo>
                <a:close/>
                <a:moveTo>
                  <a:pt x="4653268" y="1712151"/>
                </a:moveTo>
                <a:lnTo>
                  <a:pt x="4652212" y="1712943"/>
                </a:lnTo>
                <a:lnTo>
                  <a:pt x="4650242" y="1716926"/>
                </a:lnTo>
                <a:lnTo>
                  <a:pt x="4652572" y="1718833"/>
                </a:lnTo>
                <a:lnTo>
                  <a:pt x="4654990" y="1717842"/>
                </a:lnTo>
                <a:close/>
                <a:moveTo>
                  <a:pt x="5460590" y="1708952"/>
                </a:moveTo>
                <a:cubicBezTo>
                  <a:pt x="5473494" y="1712320"/>
                  <a:pt x="5462627" y="1726827"/>
                  <a:pt x="5456176" y="1730195"/>
                </a:cubicBezTo>
                <a:cubicBezTo>
                  <a:pt x="5445648" y="1726827"/>
                  <a:pt x="5460590" y="1715429"/>
                  <a:pt x="5460590" y="1708952"/>
                </a:cubicBezTo>
                <a:close/>
                <a:moveTo>
                  <a:pt x="4621348" y="1707347"/>
                </a:moveTo>
                <a:cubicBezTo>
                  <a:pt x="4638326" y="1705556"/>
                  <a:pt x="4627799" y="1723468"/>
                  <a:pt x="4623385" y="1728329"/>
                </a:cubicBezTo>
                <a:cubicBezTo>
                  <a:pt x="4625762" y="1720141"/>
                  <a:pt x="4612858" y="1734726"/>
                  <a:pt x="4612858" y="1725002"/>
                </a:cubicBezTo>
                <a:cubicBezTo>
                  <a:pt x="4623385" y="1723468"/>
                  <a:pt x="4610481" y="1717070"/>
                  <a:pt x="4612858" y="1712208"/>
                </a:cubicBezTo>
                <a:cubicBezTo>
                  <a:pt x="4616934" y="1712208"/>
                  <a:pt x="4623385" y="1713744"/>
                  <a:pt x="4623385" y="1710418"/>
                </a:cubicBezTo>
                <a:cubicBezTo>
                  <a:pt x="4621348" y="1710418"/>
                  <a:pt x="4619310" y="1708883"/>
                  <a:pt x="4621348" y="1707347"/>
                </a:cubicBezTo>
                <a:close/>
                <a:moveTo>
                  <a:pt x="4960985" y="1705885"/>
                </a:moveTo>
                <a:cubicBezTo>
                  <a:pt x="4956612" y="1707681"/>
                  <a:pt x="4954594" y="1710761"/>
                  <a:pt x="4954594" y="1714098"/>
                </a:cubicBezTo>
                <a:cubicBezTo>
                  <a:pt x="4954594" y="1720515"/>
                  <a:pt x="4960985" y="1722055"/>
                  <a:pt x="4958966" y="1731808"/>
                </a:cubicBezTo>
                <a:lnTo>
                  <a:pt x="4955295" y="1731518"/>
                </a:lnTo>
                <a:lnTo>
                  <a:pt x="4954292" y="1734720"/>
                </a:lnTo>
                <a:cubicBezTo>
                  <a:pt x="4941284" y="1731325"/>
                  <a:pt x="4941284" y="1726363"/>
                  <a:pt x="4945735" y="1721401"/>
                </a:cubicBezTo>
                <a:lnTo>
                  <a:pt x="4947173" y="1722207"/>
                </a:lnTo>
                <a:lnTo>
                  <a:pt x="4946904" y="1721449"/>
                </a:lnTo>
                <a:lnTo>
                  <a:pt x="4942260" y="1719194"/>
                </a:lnTo>
                <a:lnTo>
                  <a:pt x="4939600" y="1745006"/>
                </a:lnTo>
                <a:cubicBezTo>
                  <a:pt x="4931022" y="1748984"/>
                  <a:pt x="4923034" y="1753860"/>
                  <a:pt x="4915592" y="1758961"/>
                </a:cubicBezTo>
                <a:lnTo>
                  <a:pt x="4895080" y="1774105"/>
                </a:lnTo>
                <a:lnTo>
                  <a:pt x="4895051" y="1775699"/>
                </a:lnTo>
                <a:cubicBezTo>
                  <a:pt x="4901442" y="1769282"/>
                  <a:pt x="4922636" y="1762608"/>
                  <a:pt x="4922636" y="1775699"/>
                </a:cubicBezTo>
                <a:cubicBezTo>
                  <a:pt x="4903461" y="1786992"/>
                  <a:pt x="4882268" y="1796745"/>
                  <a:pt x="4873858" y="1814712"/>
                </a:cubicBezTo>
                <a:cubicBezTo>
                  <a:pt x="4875876" y="1814712"/>
                  <a:pt x="4880250" y="1814712"/>
                  <a:pt x="4880250" y="1817792"/>
                </a:cubicBezTo>
                <a:cubicBezTo>
                  <a:pt x="4870662" y="1820230"/>
                  <a:pt x="4868560" y="1816188"/>
                  <a:pt x="4866710" y="1811953"/>
                </a:cubicBezTo>
                <a:lnTo>
                  <a:pt x="4863550" y="1806783"/>
                </a:lnTo>
                <a:lnTo>
                  <a:pt x="4857561" y="1817929"/>
                </a:lnTo>
                <a:cubicBezTo>
                  <a:pt x="4851150" y="1814851"/>
                  <a:pt x="4853512" y="1811515"/>
                  <a:pt x="4857561" y="1806641"/>
                </a:cubicBezTo>
                <a:lnTo>
                  <a:pt x="4854080" y="1807299"/>
                </a:lnTo>
                <a:lnTo>
                  <a:pt x="4852817" y="1812201"/>
                </a:lnTo>
                <a:lnTo>
                  <a:pt x="4850137" y="1813072"/>
                </a:lnTo>
                <a:lnTo>
                  <a:pt x="4850390" y="1814530"/>
                </a:lnTo>
                <a:cubicBezTo>
                  <a:pt x="4851318" y="1816870"/>
                  <a:pt x="4852310" y="1819164"/>
                  <a:pt x="4851866" y="1820567"/>
                </a:cubicBezTo>
                <a:lnTo>
                  <a:pt x="4848548" y="1820891"/>
                </a:lnTo>
                <a:lnTo>
                  <a:pt x="4852202" y="1821478"/>
                </a:lnTo>
                <a:lnTo>
                  <a:pt x="4854636" y="1825592"/>
                </a:lnTo>
                <a:lnTo>
                  <a:pt x="4856270" y="1825738"/>
                </a:lnTo>
                <a:cubicBezTo>
                  <a:pt x="4857962" y="1826235"/>
                  <a:pt x="4859333" y="1827229"/>
                  <a:pt x="4859924" y="1829217"/>
                </a:cubicBezTo>
                <a:cubicBezTo>
                  <a:pt x="4851319" y="1830051"/>
                  <a:pt x="4844464" y="1831189"/>
                  <a:pt x="4838791" y="1832805"/>
                </a:cubicBezTo>
                <a:lnTo>
                  <a:pt x="4826887" y="1838271"/>
                </a:lnTo>
                <a:lnTo>
                  <a:pt x="4824742" y="1848592"/>
                </a:lnTo>
                <a:lnTo>
                  <a:pt x="4809533" y="1856897"/>
                </a:lnTo>
                <a:lnTo>
                  <a:pt x="4804245" y="1864877"/>
                </a:lnTo>
                <a:lnTo>
                  <a:pt x="4799678" y="1862168"/>
                </a:lnTo>
                <a:lnTo>
                  <a:pt x="4794709" y="1864683"/>
                </a:lnTo>
                <a:lnTo>
                  <a:pt x="4798138" y="1867259"/>
                </a:lnTo>
                <a:cubicBezTo>
                  <a:pt x="4799016" y="1870753"/>
                  <a:pt x="4789546" y="1872953"/>
                  <a:pt x="4799079" y="1877739"/>
                </a:cubicBezTo>
                <a:cubicBezTo>
                  <a:pt x="4796906" y="1880928"/>
                  <a:pt x="4792641" y="1877674"/>
                  <a:pt x="4788417" y="1874230"/>
                </a:cubicBezTo>
                <a:lnTo>
                  <a:pt x="4783352" y="1870429"/>
                </a:lnTo>
                <a:lnTo>
                  <a:pt x="4778320" y="1872976"/>
                </a:lnTo>
                <a:lnTo>
                  <a:pt x="4779155" y="1869606"/>
                </a:lnTo>
                <a:lnTo>
                  <a:pt x="4778006" y="1869572"/>
                </a:lnTo>
                <a:cubicBezTo>
                  <a:pt x="4775832" y="1867148"/>
                  <a:pt x="4775246" y="1865170"/>
                  <a:pt x="4775498" y="1863384"/>
                </a:cubicBezTo>
                <a:lnTo>
                  <a:pt x="4775884" y="1862607"/>
                </a:lnTo>
                <a:lnTo>
                  <a:pt x="4775297" y="1862959"/>
                </a:lnTo>
                <a:lnTo>
                  <a:pt x="4765158" y="1882344"/>
                </a:lnTo>
                <a:cubicBezTo>
                  <a:pt x="4759060" y="1889659"/>
                  <a:pt x="4750566" y="1896589"/>
                  <a:pt x="4739970" y="1900696"/>
                </a:cubicBezTo>
                <a:cubicBezTo>
                  <a:pt x="4727186" y="1903776"/>
                  <a:pt x="4735596" y="1892482"/>
                  <a:pt x="4722813" y="1895819"/>
                </a:cubicBezTo>
                <a:cubicBezTo>
                  <a:pt x="4710030" y="1900696"/>
                  <a:pt x="4703638" y="1900696"/>
                  <a:pt x="4705993" y="1913529"/>
                </a:cubicBezTo>
                <a:cubicBezTo>
                  <a:pt x="4698424" y="1915197"/>
                  <a:pt x="4695733" y="1913593"/>
                  <a:pt x="4694135" y="1911155"/>
                </a:cubicBezTo>
                <a:lnTo>
                  <a:pt x="4693179" y="1909824"/>
                </a:lnTo>
                <a:lnTo>
                  <a:pt x="4665142" y="1931584"/>
                </a:lnTo>
                <a:lnTo>
                  <a:pt x="4650026" y="1938300"/>
                </a:lnTo>
                <a:lnTo>
                  <a:pt x="4647142" y="1945086"/>
                </a:lnTo>
                <a:lnTo>
                  <a:pt x="4642472" y="1948635"/>
                </a:lnTo>
                <a:lnTo>
                  <a:pt x="4649968" y="1945910"/>
                </a:lnTo>
                <a:cubicBezTo>
                  <a:pt x="4652376" y="1946653"/>
                  <a:pt x="4655328" y="1948697"/>
                  <a:pt x="4659098" y="1952784"/>
                </a:cubicBezTo>
                <a:cubicBezTo>
                  <a:pt x="4643014" y="1974434"/>
                  <a:pt x="4612796" y="1974530"/>
                  <a:pt x="4595157" y="1989498"/>
                </a:cubicBezTo>
                <a:lnTo>
                  <a:pt x="4585500" y="2005996"/>
                </a:lnTo>
                <a:lnTo>
                  <a:pt x="4588337" y="2002112"/>
                </a:lnTo>
                <a:cubicBezTo>
                  <a:pt x="4593635" y="1995791"/>
                  <a:pt x="4600531" y="1991299"/>
                  <a:pt x="4616510" y="1991299"/>
                </a:cubicBezTo>
                <a:cubicBezTo>
                  <a:pt x="4625258" y="1994636"/>
                  <a:pt x="4601708" y="2002850"/>
                  <a:pt x="4618865" y="2004390"/>
                </a:cubicBezTo>
                <a:cubicBezTo>
                  <a:pt x="4620884" y="1991299"/>
                  <a:pt x="4622902" y="1989759"/>
                  <a:pt x="4635686" y="1983343"/>
                </a:cubicBezTo>
                <a:cubicBezTo>
                  <a:pt x="4644096" y="1986423"/>
                  <a:pt x="4616510" y="2001053"/>
                  <a:pt x="4635686" y="2001053"/>
                </a:cubicBezTo>
                <a:cubicBezTo>
                  <a:pt x="4635686" y="1989759"/>
                  <a:pt x="4648469" y="1988219"/>
                  <a:pt x="4642078" y="1975129"/>
                </a:cubicBezTo>
                <a:cubicBezTo>
                  <a:pt x="4667644" y="1972050"/>
                  <a:pt x="4633668" y="1989759"/>
                  <a:pt x="4656879" y="1989759"/>
                </a:cubicBezTo>
                <a:cubicBezTo>
                  <a:pt x="4659234" y="1975129"/>
                  <a:pt x="4678072" y="1975129"/>
                  <a:pt x="4661252" y="1968712"/>
                </a:cubicBezTo>
                <a:cubicBezTo>
                  <a:pt x="4682445" y="1972050"/>
                  <a:pt x="4695228" y="1965376"/>
                  <a:pt x="4686818" y="1955623"/>
                </a:cubicBezTo>
                <a:cubicBezTo>
                  <a:pt x="4690855" y="1955623"/>
                  <a:pt x="4695228" y="1954083"/>
                  <a:pt x="4695228" y="1949206"/>
                </a:cubicBezTo>
                <a:cubicBezTo>
                  <a:pt x="4703638" y="1949206"/>
                  <a:pt x="4708012" y="1962296"/>
                  <a:pt x="4718776" y="1952543"/>
                </a:cubicBezTo>
                <a:cubicBezTo>
                  <a:pt x="4718776" y="1945869"/>
                  <a:pt x="4712384" y="1942789"/>
                  <a:pt x="4710030" y="1937912"/>
                </a:cubicBezTo>
                <a:cubicBezTo>
                  <a:pt x="4718776" y="1933036"/>
                  <a:pt x="4735596" y="1916866"/>
                  <a:pt x="4741988" y="1924822"/>
                </a:cubicBezTo>
                <a:cubicBezTo>
                  <a:pt x="4731223" y="1924822"/>
                  <a:pt x="4727186" y="1934576"/>
                  <a:pt x="4718776" y="1937912"/>
                </a:cubicBezTo>
                <a:cubicBezTo>
                  <a:pt x="4746361" y="1933036"/>
                  <a:pt x="4763181" y="1905316"/>
                  <a:pt x="4782356" y="1923283"/>
                </a:cubicBezTo>
                <a:cubicBezTo>
                  <a:pt x="4786730" y="1910193"/>
                  <a:pt x="4807922" y="1911989"/>
                  <a:pt x="4812296" y="1897359"/>
                </a:cubicBezTo>
                <a:cubicBezTo>
                  <a:pt x="4803550" y="1903776"/>
                  <a:pt x="4784375" y="1900696"/>
                  <a:pt x="4784375" y="1915069"/>
                </a:cubicBezTo>
                <a:cubicBezTo>
                  <a:pt x="4784375" y="1915069"/>
                  <a:pt x="4784375" y="1915069"/>
                  <a:pt x="4767554" y="1915069"/>
                </a:cubicBezTo>
                <a:cubicBezTo>
                  <a:pt x="4769572" y="1910193"/>
                  <a:pt x="4769572" y="1907112"/>
                  <a:pt x="4771927" y="1903776"/>
                </a:cubicBezTo>
                <a:cubicBezTo>
                  <a:pt x="4784375" y="1902236"/>
                  <a:pt x="4797158" y="1894022"/>
                  <a:pt x="4814314" y="1889146"/>
                </a:cubicBezTo>
                <a:cubicBezTo>
                  <a:pt x="4818351" y="1892482"/>
                  <a:pt x="4814314" y="1902236"/>
                  <a:pt x="4827098" y="1900696"/>
                </a:cubicBezTo>
                <a:cubicBezTo>
                  <a:pt x="4831134" y="1882729"/>
                  <a:pt x="4861074" y="1876312"/>
                  <a:pt x="4867466" y="1872976"/>
                </a:cubicBezTo>
                <a:cubicBezTo>
                  <a:pt x="4863093" y="1863222"/>
                  <a:pt x="4877894" y="1853469"/>
                  <a:pt x="4865448" y="1848592"/>
                </a:cubicBezTo>
                <a:cubicBezTo>
                  <a:pt x="4867466" y="1847052"/>
                  <a:pt x="4869484" y="1845512"/>
                  <a:pt x="4869484" y="1842175"/>
                </a:cubicBezTo>
                <a:cubicBezTo>
                  <a:pt x="4880250" y="1848592"/>
                  <a:pt x="4893032" y="1840635"/>
                  <a:pt x="4895051" y="1851929"/>
                </a:cubicBezTo>
                <a:cubicBezTo>
                  <a:pt x="4900434" y="1847822"/>
                  <a:pt x="4900938" y="1843330"/>
                  <a:pt x="4899298" y="1839481"/>
                </a:cubicBezTo>
                <a:lnTo>
                  <a:pt x="4891969" y="1832170"/>
                </a:lnTo>
                <a:lnTo>
                  <a:pt x="4892590" y="1833180"/>
                </a:lnTo>
                <a:cubicBezTo>
                  <a:pt x="4892145" y="1834564"/>
                  <a:pt x="4890322" y="1836478"/>
                  <a:pt x="4886130" y="1839308"/>
                </a:cubicBezTo>
                <a:cubicBezTo>
                  <a:pt x="4890154" y="1824640"/>
                  <a:pt x="4871380" y="1839308"/>
                  <a:pt x="4862663" y="1841110"/>
                </a:cubicBezTo>
                <a:cubicBezTo>
                  <a:pt x="4867022" y="1816664"/>
                  <a:pt x="4919991" y="1793761"/>
                  <a:pt x="4936754" y="1774462"/>
                </a:cubicBezTo>
                <a:cubicBezTo>
                  <a:pt x="4943124" y="1772661"/>
                  <a:pt x="4949494" y="1774462"/>
                  <a:pt x="4955864" y="1774462"/>
                </a:cubicBezTo>
                <a:cubicBezTo>
                  <a:pt x="4960222" y="1771117"/>
                  <a:pt x="4953852" y="1767772"/>
                  <a:pt x="4951840" y="1766228"/>
                </a:cubicBezTo>
                <a:cubicBezTo>
                  <a:pt x="4956534" y="1762175"/>
                  <a:pt x="4962044" y="1759232"/>
                  <a:pt x="4967838" y="1756743"/>
                </a:cubicBezTo>
                <a:lnTo>
                  <a:pt x="4983451" y="1750779"/>
                </a:lnTo>
                <a:lnTo>
                  <a:pt x="4986352" y="1738590"/>
                </a:lnTo>
                <a:cubicBezTo>
                  <a:pt x="4986352" y="1734099"/>
                  <a:pt x="4985027" y="1729014"/>
                  <a:pt x="4983335" y="1723632"/>
                </a:cubicBezTo>
                <a:lnTo>
                  <a:pt x="4981146" y="1716621"/>
                </a:lnTo>
                <a:lnTo>
                  <a:pt x="4975240" y="1718249"/>
                </a:lnTo>
                <a:cubicBezTo>
                  <a:pt x="4973348" y="1719312"/>
                  <a:pt x="4971498" y="1721029"/>
                  <a:pt x="4969395" y="1723852"/>
                </a:cubicBezTo>
                <a:cubicBezTo>
                  <a:pt x="4958966" y="1720515"/>
                  <a:pt x="4967376" y="1709221"/>
                  <a:pt x="4960985" y="1705885"/>
                </a:cubicBezTo>
                <a:close/>
                <a:moveTo>
                  <a:pt x="4380694" y="1702548"/>
                </a:moveTo>
                <a:cubicBezTo>
                  <a:pt x="4387086" y="1709221"/>
                  <a:pt x="4378339" y="1710761"/>
                  <a:pt x="4378339" y="1720515"/>
                </a:cubicBezTo>
                <a:cubicBezTo>
                  <a:pt x="4391122" y="1720515"/>
                  <a:pt x="4395496" y="1710761"/>
                  <a:pt x="4391122" y="1702548"/>
                </a:cubicBezTo>
                <a:cubicBezTo>
                  <a:pt x="4389104" y="1701008"/>
                  <a:pt x="4387086" y="1702548"/>
                  <a:pt x="4387086" y="1704345"/>
                </a:cubicBezTo>
                <a:cubicBezTo>
                  <a:pt x="4387086" y="1704345"/>
                  <a:pt x="4387086" y="1704345"/>
                  <a:pt x="4380694" y="1702548"/>
                </a:cubicBezTo>
                <a:close/>
                <a:moveTo>
                  <a:pt x="5281738" y="1696502"/>
                </a:moveTo>
                <a:cubicBezTo>
                  <a:pt x="5288072" y="1702882"/>
                  <a:pt x="5277405" y="1712835"/>
                  <a:pt x="5279738" y="1719215"/>
                </a:cubicBezTo>
                <a:cubicBezTo>
                  <a:pt x="5269071" y="1722278"/>
                  <a:pt x="5269071" y="1717684"/>
                  <a:pt x="5258737" y="1714366"/>
                </a:cubicBezTo>
                <a:cubicBezTo>
                  <a:pt x="5275404" y="1711048"/>
                  <a:pt x="5269071" y="1706200"/>
                  <a:pt x="5281738" y="1696502"/>
                </a:cubicBezTo>
                <a:close/>
                <a:moveTo>
                  <a:pt x="4701620" y="1694592"/>
                </a:moveTo>
                <a:cubicBezTo>
                  <a:pt x="4693210" y="1701008"/>
                  <a:pt x="4682445" y="1707681"/>
                  <a:pt x="4680427" y="1720515"/>
                </a:cubicBezTo>
                <a:cubicBezTo>
                  <a:pt x="4690855" y="1714098"/>
                  <a:pt x="4701620" y="1707681"/>
                  <a:pt x="4701620" y="1694592"/>
                </a:cubicBezTo>
                <a:close/>
                <a:moveTo>
                  <a:pt x="4589306" y="1693449"/>
                </a:moveTo>
                <a:cubicBezTo>
                  <a:pt x="4591676" y="1692421"/>
                  <a:pt x="4596414" y="1693284"/>
                  <a:pt x="4602731" y="1699119"/>
                </a:cubicBezTo>
                <a:cubicBezTo>
                  <a:pt x="4602731" y="1704160"/>
                  <a:pt x="4590096" y="1694080"/>
                  <a:pt x="4590096" y="1699119"/>
                </a:cubicBezTo>
                <a:cubicBezTo>
                  <a:pt x="4586938" y="1697395"/>
                  <a:pt x="4586938" y="1694477"/>
                  <a:pt x="4589306" y="1693449"/>
                </a:cubicBezTo>
                <a:close/>
                <a:moveTo>
                  <a:pt x="318786" y="1683444"/>
                </a:moveTo>
                <a:cubicBezTo>
                  <a:pt x="314412" y="1694735"/>
                  <a:pt x="303646" y="1683444"/>
                  <a:pt x="299609" y="1691399"/>
                </a:cubicBezTo>
                <a:cubicBezTo>
                  <a:pt x="310039" y="1694735"/>
                  <a:pt x="284470" y="1709362"/>
                  <a:pt x="295235" y="1710902"/>
                </a:cubicBezTo>
                <a:cubicBezTo>
                  <a:pt x="303646" y="1697814"/>
                  <a:pt x="325179" y="1696275"/>
                  <a:pt x="318786" y="1683444"/>
                </a:cubicBezTo>
                <a:close/>
                <a:moveTo>
                  <a:pt x="5165180" y="1681502"/>
                </a:moveTo>
                <a:cubicBezTo>
                  <a:pt x="5152398" y="1679962"/>
                  <a:pt x="5143651" y="1683298"/>
                  <a:pt x="5137260" y="1691255"/>
                </a:cubicBezTo>
                <a:cubicBezTo>
                  <a:pt x="5141633" y="1702548"/>
                  <a:pt x="5152398" y="1688175"/>
                  <a:pt x="5158789" y="1693052"/>
                </a:cubicBezTo>
                <a:cubicBezTo>
                  <a:pt x="5158789" y="1709221"/>
                  <a:pt x="5146006" y="1704345"/>
                  <a:pt x="5135242" y="1710761"/>
                </a:cubicBezTo>
                <a:cubicBezTo>
                  <a:pt x="5135242" y="1717435"/>
                  <a:pt x="5141633" y="1717435"/>
                  <a:pt x="5135242" y="1720515"/>
                </a:cubicBezTo>
                <a:cubicBezTo>
                  <a:pt x="5152398" y="1723852"/>
                  <a:pt x="5167199" y="1697671"/>
                  <a:pt x="5165180" y="1681502"/>
                </a:cubicBezTo>
                <a:close/>
                <a:moveTo>
                  <a:pt x="5700303" y="1673867"/>
                </a:moveTo>
                <a:cubicBezTo>
                  <a:pt x="5710852" y="1677012"/>
                  <a:pt x="5704588" y="1688806"/>
                  <a:pt x="5700303" y="1698503"/>
                </a:cubicBezTo>
                <a:cubicBezTo>
                  <a:pt x="5681513" y="1698503"/>
                  <a:pt x="5700303" y="1681991"/>
                  <a:pt x="5700303" y="1673867"/>
                </a:cubicBezTo>
                <a:close/>
                <a:moveTo>
                  <a:pt x="5562499" y="1664813"/>
                </a:moveTo>
                <a:cubicBezTo>
                  <a:pt x="5560460" y="1669695"/>
                  <a:pt x="5558844" y="1677403"/>
                  <a:pt x="5555870" y="1685946"/>
                </a:cubicBezTo>
                <a:lnTo>
                  <a:pt x="5541416" y="1711501"/>
                </a:lnTo>
                <a:lnTo>
                  <a:pt x="5541164" y="1712091"/>
                </a:lnTo>
                <a:lnTo>
                  <a:pt x="5541109" y="1712044"/>
                </a:lnTo>
                <a:lnTo>
                  <a:pt x="5541082" y="1712089"/>
                </a:lnTo>
                <a:lnTo>
                  <a:pt x="5541077" y="1712017"/>
                </a:lnTo>
                <a:lnTo>
                  <a:pt x="5535232" y="1707065"/>
                </a:lnTo>
                <a:cubicBezTo>
                  <a:pt x="5535118" y="1704982"/>
                  <a:pt x="5536486" y="1702543"/>
                  <a:pt x="5538183" y="1699905"/>
                </a:cubicBezTo>
                <a:lnTo>
                  <a:pt x="5539912" y="1696977"/>
                </a:lnTo>
                <a:lnTo>
                  <a:pt x="5538916" y="1684115"/>
                </a:lnTo>
                <a:cubicBezTo>
                  <a:pt x="5542698" y="1674576"/>
                  <a:pt x="5550771" y="1666483"/>
                  <a:pt x="5562499" y="1664813"/>
                </a:cubicBezTo>
                <a:close/>
                <a:moveTo>
                  <a:pt x="5488334" y="1661695"/>
                </a:moveTo>
                <a:lnTo>
                  <a:pt x="5473624" y="1693982"/>
                </a:lnTo>
                <a:cubicBezTo>
                  <a:pt x="5464934" y="1687576"/>
                  <a:pt x="5467273" y="1653495"/>
                  <a:pt x="5488334" y="1661695"/>
                </a:cubicBezTo>
                <a:close/>
                <a:moveTo>
                  <a:pt x="4691266" y="1656891"/>
                </a:moveTo>
                <a:cubicBezTo>
                  <a:pt x="4706563" y="1664687"/>
                  <a:pt x="4682766" y="1679023"/>
                  <a:pt x="4674268" y="1683802"/>
                </a:cubicBezTo>
                <a:cubicBezTo>
                  <a:pt x="4674268" y="1674244"/>
                  <a:pt x="4691266" y="1661670"/>
                  <a:pt x="4691266" y="1656891"/>
                </a:cubicBezTo>
                <a:close/>
                <a:moveTo>
                  <a:pt x="3332137" y="1653013"/>
                </a:moveTo>
                <a:lnTo>
                  <a:pt x="3332211" y="1653556"/>
                </a:lnTo>
                <a:lnTo>
                  <a:pt x="3337304" y="1653765"/>
                </a:lnTo>
                <a:lnTo>
                  <a:pt x="3337132" y="1653738"/>
                </a:lnTo>
                <a:close/>
                <a:moveTo>
                  <a:pt x="4969395" y="1652498"/>
                </a:moveTo>
                <a:cubicBezTo>
                  <a:pt x="4958966" y="1654038"/>
                  <a:pt x="4965358" y="1655578"/>
                  <a:pt x="4965358" y="1658914"/>
                </a:cubicBezTo>
                <a:cubicBezTo>
                  <a:pt x="4954594" y="1673545"/>
                  <a:pt x="4937437" y="1681502"/>
                  <a:pt x="4946184" y="1694592"/>
                </a:cubicBezTo>
                <a:cubicBezTo>
                  <a:pt x="4958966" y="1686378"/>
                  <a:pt x="4956612" y="1672005"/>
                  <a:pt x="4973768" y="1665331"/>
                </a:cubicBezTo>
                <a:cubicBezTo>
                  <a:pt x="4975786" y="1658914"/>
                  <a:pt x="4971414" y="1655578"/>
                  <a:pt x="4969395" y="1652498"/>
                </a:cubicBezTo>
                <a:close/>
                <a:moveTo>
                  <a:pt x="3339867" y="1649867"/>
                </a:moveTo>
                <a:lnTo>
                  <a:pt x="3339961" y="1650850"/>
                </a:lnTo>
                <a:lnTo>
                  <a:pt x="3340471" y="1653895"/>
                </a:lnTo>
                <a:lnTo>
                  <a:pt x="3353670" y="1654435"/>
                </a:lnTo>
                <a:lnTo>
                  <a:pt x="3353590" y="1653267"/>
                </a:lnTo>
                <a:cubicBezTo>
                  <a:pt x="3351484" y="1649078"/>
                  <a:pt x="3345259" y="1652892"/>
                  <a:pt x="3341084" y="1651692"/>
                </a:cubicBezTo>
                <a:close/>
                <a:moveTo>
                  <a:pt x="5140749" y="1649080"/>
                </a:moveTo>
                <a:lnTo>
                  <a:pt x="5135982" y="1652774"/>
                </a:lnTo>
                <a:cubicBezTo>
                  <a:pt x="5122780" y="1659534"/>
                  <a:pt x="5107258" y="1661670"/>
                  <a:pt x="5121644" y="1670213"/>
                </a:cubicBezTo>
                <a:lnTo>
                  <a:pt x="5114484" y="1669594"/>
                </a:lnTo>
                <a:lnTo>
                  <a:pt x="5115972" y="1683606"/>
                </a:lnTo>
                <a:lnTo>
                  <a:pt x="5129648" y="1671740"/>
                </a:lnTo>
                <a:lnTo>
                  <a:pt x="5142660" y="1665417"/>
                </a:lnTo>
                <a:lnTo>
                  <a:pt x="5136036" y="1662934"/>
                </a:lnTo>
                <a:cubicBezTo>
                  <a:pt x="5134584" y="1660890"/>
                  <a:pt x="5135919" y="1658038"/>
                  <a:pt x="5137618" y="1655236"/>
                </a:cubicBezTo>
                <a:close/>
                <a:moveTo>
                  <a:pt x="3406943" y="1647274"/>
                </a:moveTo>
                <a:cubicBezTo>
                  <a:pt x="3403242" y="1646825"/>
                  <a:pt x="3401139" y="1647707"/>
                  <a:pt x="3399935" y="1649335"/>
                </a:cubicBezTo>
                <a:lnTo>
                  <a:pt x="3398744" y="1654160"/>
                </a:lnTo>
                <a:lnTo>
                  <a:pt x="3398840" y="1654190"/>
                </a:lnTo>
                <a:lnTo>
                  <a:pt x="3398729" y="1654221"/>
                </a:lnTo>
                <a:lnTo>
                  <a:pt x="3398450" y="1655347"/>
                </a:lnTo>
                <a:lnTo>
                  <a:pt x="3406768" y="1651101"/>
                </a:lnTo>
                <a:close/>
                <a:moveTo>
                  <a:pt x="5540588" y="1641046"/>
                </a:moveTo>
                <a:cubicBezTo>
                  <a:pt x="5551543" y="1647585"/>
                  <a:pt x="5553596" y="1653873"/>
                  <a:pt x="5551543" y="1663430"/>
                </a:cubicBezTo>
                <a:cubicBezTo>
                  <a:pt x="5547092" y="1657143"/>
                  <a:pt x="5536138" y="1652364"/>
                  <a:pt x="5540588" y="1641046"/>
                </a:cubicBezTo>
                <a:close/>
                <a:moveTo>
                  <a:pt x="3466686" y="1636993"/>
                </a:moveTo>
                <a:lnTo>
                  <a:pt x="3466440" y="1639417"/>
                </a:lnTo>
                <a:lnTo>
                  <a:pt x="3474827" y="1637528"/>
                </a:lnTo>
                <a:close/>
                <a:moveTo>
                  <a:pt x="3389053" y="1636283"/>
                </a:moveTo>
                <a:lnTo>
                  <a:pt x="3388897" y="1636298"/>
                </a:lnTo>
                <a:lnTo>
                  <a:pt x="3381582" y="1639408"/>
                </a:lnTo>
                <a:lnTo>
                  <a:pt x="3382185" y="1636954"/>
                </a:lnTo>
                <a:lnTo>
                  <a:pt x="3371253" y="1638024"/>
                </a:lnTo>
                <a:cubicBezTo>
                  <a:pt x="3369234" y="1638024"/>
                  <a:pt x="3371253" y="1641103"/>
                  <a:pt x="3371253" y="1641103"/>
                </a:cubicBezTo>
                <a:cubicBezTo>
                  <a:pt x="3365366" y="1641552"/>
                  <a:pt x="3361496" y="1640669"/>
                  <a:pt x="3358405" y="1639294"/>
                </a:cubicBezTo>
                <a:lnTo>
                  <a:pt x="3356762" y="1638337"/>
                </a:lnTo>
                <a:lnTo>
                  <a:pt x="3350764" y="1641843"/>
                </a:lnTo>
                <a:cubicBezTo>
                  <a:pt x="3347515" y="1642782"/>
                  <a:pt x="3343772" y="1642653"/>
                  <a:pt x="3338978" y="1640600"/>
                </a:cubicBezTo>
                <a:lnTo>
                  <a:pt x="3339163" y="1642528"/>
                </a:lnTo>
                <a:lnTo>
                  <a:pt x="3343407" y="1642290"/>
                </a:lnTo>
                <a:cubicBezTo>
                  <a:pt x="3346819" y="1642338"/>
                  <a:pt x="3350394" y="1642835"/>
                  <a:pt x="3354094" y="1644438"/>
                </a:cubicBezTo>
                <a:lnTo>
                  <a:pt x="3357488" y="1654591"/>
                </a:lnTo>
                <a:lnTo>
                  <a:pt x="3375402" y="1655325"/>
                </a:lnTo>
                <a:lnTo>
                  <a:pt x="3380294" y="1653933"/>
                </a:lnTo>
                <a:lnTo>
                  <a:pt x="3384459" y="1653038"/>
                </a:lnTo>
                <a:lnTo>
                  <a:pt x="3382381" y="1646600"/>
                </a:lnTo>
                <a:cubicBezTo>
                  <a:pt x="3382633" y="1643937"/>
                  <a:pt x="3384736" y="1641498"/>
                  <a:pt x="3390120" y="1637520"/>
                </a:cubicBezTo>
                <a:close/>
                <a:moveTo>
                  <a:pt x="3453998" y="1635670"/>
                </a:moveTo>
                <a:cubicBezTo>
                  <a:pt x="3450797" y="1635975"/>
                  <a:pt x="3447854" y="1637354"/>
                  <a:pt x="3445162" y="1640948"/>
                </a:cubicBezTo>
                <a:lnTo>
                  <a:pt x="3444032" y="1638215"/>
                </a:lnTo>
                <a:lnTo>
                  <a:pt x="3437188" y="1645236"/>
                </a:lnTo>
                <a:lnTo>
                  <a:pt x="3457674" y="1641391"/>
                </a:lnTo>
                <a:lnTo>
                  <a:pt x="3464034" y="1639959"/>
                </a:lnTo>
                <a:lnTo>
                  <a:pt x="3460091" y="1636358"/>
                </a:lnTo>
                <a:close/>
                <a:moveTo>
                  <a:pt x="4627276" y="1634531"/>
                </a:moveTo>
                <a:cubicBezTo>
                  <a:pt x="4622902" y="1642745"/>
                  <a:pt x="4610118" y="1637868"/>
                  <a:pt x="4603727" y="1639408"/>
                </a:cubicBezTo>
                <a:cubicBezTo>
                  <a:pt x="4603727" y="1649162"/>
                  <a:pt x="4610118" y="1650701"/>
                  <a:pt x="4622902" y="1650701"/>
                </a:cubicBezTo>
                <a:cubicBezTo>
                  <a:pt x="4620884" y="1642745"/>
                  <a:pt x="4633668" y="1644285"/>
                  <a:pt x="4627276" y="1634531"/>
                </a:cubicBezTo>
                <a:close/>
                <a:moveTo>
                  <a:pt x="3417462" y="1633296"/>
                </a:moveTo>
                <a:lnTo>
                  <a:pt x="3413670" y="1633554"/>
                </a:lnTo>
                <a:lnTo>
                  <a:pt x="3417962" y="1638226"/>
                </a:lnTo>
                <a:lnTo>
                  <a:pt x="3413484" y="1649684"/>
                </a:lnTo>
                <a:lnTo>
                  <a:pt x="3435747" y="1645506"/>
                </a:lnTo>
                <a:lnTo>
                  <a:pt x="3431338" y="1644294"/>
                </a:lnTo>
                <a:lnTo>
                  <a:pt x="3429467" y="1640622"/>
                </a:lnTo>
                <a:lnTo>
                  <a:pt x="3425167" y="1639055"/>
                </a:lnTo>
                <a:cubicBezTo>
                  <a:pt x="3422434" y="1639248"/>
                  <a:pt x="3421130" y="1641365"/>
                  <a:pt x="3421088" y="1639504"/>
                </a:cubicBezTo>
                <a:lnTo>
                  <a:pt x="3421575" y="1635828"/>
                </a:lnTo>
                <a:lnTo>
                  <a:pt x="3419795" y="1635906"/>
                </a:lnTo>
                <a:lnTo>
                  <a:pt x="3420080" y="1634629"/>
                </a:lnTo>
                <a:close/>
                <a:moveTo>
                  <a:pt x="3342697" y="1632673"/>
                </a:moveTo>
                <a:lnTo>
                  <a:pt x="3342840" y="1633262"/>
                </a:lnTo>
                <a:lnTo>
                  <a:pt x="3344690" y="1633164"/>
                </a:lnTo>
                <a:close/>
                <a:moveTo>
                  <a:pt x="3367622" y="1631900"/>
                </a:moveTo>
                <a:lnTo>
                  <a:pt x="3366436" y="1631915"/>
                </a:lnTo>
                <a:lnTo>
                  <a:pt x="3363314" y="1634089"/>
                </a:lnTo>
                <a:lnTo>
                  <a:pt x="3369392" y="1635269"/>
                </a:lnTo>
                <a:lnTo>
                  <a:pt x="3376398" y="1632439"/>
                </a:lnTo>
                <a:lnTo>
                  <a:pt x="3375012" y="1632678"/>
                </a:lnTo>
                <a:cubicBezTo>
                  <a:pt x="3372415" y="1632622"/>
                  <a:pt x="3370018" y="1632189"/>
                  <a:pt x="3367622" y="1631900"/>
                </a:cubicBezTo>
                <a:close/>
                <a:moveTo>
                  <a:pt x="4720605" y="1631622"/>
                </a:moveTo>
                <a:cubicBezTo>
                  <a:pt x="4721958" y="1631562"/>
                  <a:pt x="4723392" y="1632246"/>
                  <a:pt x="4724932" y="1634217"/>
                </a:cubicBezTo>
                <a:cubicBezTo>
                  <a:pt x="4716374" y="1635743"/>
                  <a:pt x="4727329" y="1639050"/>
                  <a:pt x="4720824" y="1640575"/>
                </a:cubicBezTo>
                <a:cubicBezTo>
                  <a:pt x="4716374" y="1632691"/>
                  <a:pt x="4716374" y="1647188"/>
                  <a:pt x="4720824" y="1647188"/>
                </a:cubicBezTo>
                <a:cubicBezTo>
                  <a:pt x="4720824" y="1647188"/>
                  <a:pt x="4720824" y="1647188"/>
                  <a:pt x="4714321" y="1648714"/>
                </a:cubicBezTo>
                <a:cubicBezTo>
                  <a:pt x="4712266" y="1648714"/>
                  <a:pt x="4709870" y="1648714"/>
                  <a:pt x="4709870" y="1645407"/>
                </a:cubicBezTo>
                <a:cubicBezTo>
                  <a:pt x="4716374" y="1643882"/>
                  <a:pt x="4709870" y="1642355"/>
                  <a:pt x="4709870" y="1637523"/>
                </a:cubicBezTo>
                <a:cubicBezTo>
                  <a:pt x="4713208" y="1638668"/>
                  <a:pt x="4716546" y="1631801"/>
                  <a:pt x="4720605" y="1631622"/>
                </a:cubicBezTo>
                <a:close/>
                <a:moveTo>
                  <a:pt x="3489903" y="1631195"/>
                </a:moveTo>
                <a:lnTo>
                  <a:pt x="3478102" y="1636790"/>
                </a:lnTo>
                <a:lnTo>
                  <a:pt x="3490484" y="1634001"/>
                </a:lnTo>
                <a:close/>
                <a:moveTo>
                  <a:pt x="3441126" y="1631195"/>
                </a:moveTo>
                <a:lnTo>
                  <a:pt x="3441018" y="1631247"/>
                </a:lnTo>
                <a:lnTo>
                  <a:pt x="3440591" y="1633138"/>
                </a:lnTo>
                <a:lnTo>
                  <a:pt x="3443688" y="1637387"/>
                </a:lnTo>
                <a:close/>
                <a:moveTo>
                  <a:pt x="5243562" y="1629655"/>
                </a:moveTo>
                <a:cubicBezTo>
                  <a:pt x="5233133" y="1632991"/>
                  <a:pt x="5224387" y="1639408"/>
                  <a:pt x="5220350" y="1645824"/>
                </a:cubicBezTo>
                <a:cubicBezTo>
                  <a:pt x="5222368" y="1649162"/>
                  <a:pt x="5249953" y="1639408"/>
                  <a:pt x="5243562" y="1629655"/>
                </a:cubicBezTo>
                <a:close/>
                <a:moveTo>
                  <a:pt x="3483943" y="1617972"/>
                </a:moveTo>
                <a:lnTo>
                  <a:pt x="3482670" y="1619260"/>
                </a:lnTo>
                <a:cubicBezTo>
                  <a:pt x="3481325" y="1621698"/>
                  <a:pt x="3481325" y="1624136"/>
                  <a:pt x="3483512" y="1626574"/>
                </a:cubicBezTo>
                <a:cubicBezTo>
                  <a:pt x="3486708" y="1627345"/>
                  <a:pt x="3489903" y="1626126"/>
                  <a:pt x="3492300" y="1624104"/>
                </a:cubicBezTo>
                <a:lnTo>
                  <a:pt x="3493972" y="1621056"/>
                </a:lnTo>
                <a:lnTo>
                  <a:pt x="3486736" y="1619470"/>
                </a:lnTo>
                <a:close/>
                <a:moveTo>
                  <a:pt x="5147866" y="1616148"/>
                </a:moveTo>
                <a:cubicBezTo>
                  <a:pt x="5156054" y="1625767"/>
                  <a:pt x="5133454" y="1635134"/>
                  <a:pt x="5131162" y="1630324"/>
                </a:cubicBezTo>
                <a:cubicBezTo>
                  <a:pt x="5139678" y="1627286"/>
                  <a:pt x="5135420" y="1617666"/>
                  <a:pt x="5147866" y="1616148"/>
                </a:cubicBezTo>
                <a:close/>
                <a:moveTo>
                  <a:pt x="5254326" y="1608608"/>
                </a:moveTo>
                <a:cubicBezTo>
                  <a:pt x="5252308" y="1615024"/>
                  <a:pt x="5245916" y="1619901"/>
                  <a:pt x="5245916" y="1628115"/>
                </a:cubicBezTo>
                <a:cubicBezTo>
                  <a:pt x="5258700" y="1623238"/>
                  <a:pt x="5260718" y="1629655"/>
                  <a:pt x="5273501" y="1621698"/>
                </a:cubicBezTo>
                <a:cubicBezTo>
                  <a:pt x="5271482" y="1613484"/>
                  <a:pt x="5258700" y="1616821"/>
                  <a:pt x="5254326" y="1608608"/>
                </a:cubicBezTo>
                <a:close/>
                <a:moveTo>
                  <a:pt x="4712384" y="1608608"/>
                </a:moveTo>
                <a:lnTo>
                  <a:pt x="4712156" y="1608931"/>
                </a:lnTo>
                <a:lnTo>
                  <a:pt x="4712458" y="1608608"/>
                </a:lnTo>
                <a:close/>
                <a:moveTo>
                  <a:pt x="5222368" y="1603731"/>
                </a:moveTo>
                <a:cubicBezTo>
                  <a:pt x="5213958" y="1610148"/>
                  <a:pt x="5209586" y="1616821"/>
                  <a:pt x="5209586" y="1626574"/>
                </a:cubicBezTo>
                <a:cubicBezTo>
                  <a:pt x="5217996" y="1623238"/>
                  <a:pt x="5222368" y="1623238"/>
                  <a:pt x="5222368" y="1629655"/>
                </a:cubicBezTo>
                <a:cubicBezTo>
                  <a:pt x="5237170" y="1626574"/>
                  <a:pt x="5241543" y="1616821"/>
                  <a:pt x="5247935" y="1608608"/>
                </a:cubicBezTo>
                <a:cubicBezTo>
                  <a:pt x="5237170" y="1600651"/>
                  <a:pt x="5237170" y="1621698"/>
                  <a:pt x="5224387" y="1621698"/>
                </a:cubicBezTo>
                <a:cubicBezTo>
                  <a:pt x="5213958" y="1621698"/>
                  <a:pt x="5224387" y="1608608"/>
                  <a:pt x="5222368" y="1603731"/>
                </a:cubicBezTo>
                <a:close/>
                <a:moveTo>
                  <a:pt x="5682648" y="1602567"/>
                </a:moveTo>
                <a:cubicBezTo>
                  <a:pt x="5676043" y="1610363"/>
                  <a:pt x="5669438" y="1618411"/>
                  <a:pt x="5667351" y="1629477"/>
                </a:cubicBezTo>
                <a:cubicBezTo>
                  <a:pt x="5662831" y="1619920"/>
                  <a:pt x="5660745" y="1602567"/>
                  <a:pt x="5682648" y="1602567"/>
                </a:cubicBezTo>
                <a:close/>
                <a:moveTo>
                  <a:pt x="4684464" y="1590898"/>
                </a:moveTo>
                <a:cubicBezTo>
                  <a:pt x="4671680" y="1595774"/>
                  <a:pt x="4684464" y="1602191"/>
                  <a:pt x="4682445" y="1611944"/>
                </a:cubicBezTo>
                <a:cubicBezTo>
                  <a:pt x="4663270" y="1615024"/>
                  <a:pt x="4642078" y="1631195"/>
                  <a:pt x="4661252" y="1644285"/>
                </a:cubicBezTo>
                <a:cubicBezTo>
                  <a:pt x="4644096" y="1645824"/>
                  <a:pt x="4650488" y="1629655"/>
                  <a:pt x="4637704" y="1629655"/>
                </a:cubicBezTo>
                <a:cubicBezTo>
                  <a:pt x="4642078" y="1634531"/>
                  <a:pt x="4642078" y="1644285"/>
                  <a:pt x="4646450" y="1649162"/>
                </a:cubicBezTo>
                <a:cubicBezTo>
                  <a:pt x="4635686" y="1652498"/>
                  <a:pt x="4627276" y="1657374"/>
                  <a:pt x="4627276" y="1668668"/>
                </a:cubicBezTo>
                <a:cubicBezTo>
                  <a:pt x="4614492" y="1670208"/>
                  <a:pt x="4622902" y="1654038"/>
                  <a:pt x="4606082" y="1658914"/>
                </a:cubicBezTo>
                <a:cubicBezTo>
                  <a:pt x="4606082" y="1658914"/>
                  <a:pt x="4606082" y="1658914"/>
                  <a:pt x="4606082" y="1676625"/>
                </a:cubicBezTo>
                <a:cubicBezTo>
                  <a:pt x="4595317" y="1667128"/>
                  <a:pt x="4588926" y="1678421"/>
                  <a:pt x="4576142" y="1679962"/>
                </a:cubicBezTo>
                <a:cubicBezTo>
                  <a:pt x="4576142" y="1683298"/>
                  <a:pt x="4580516" y="1684838"/>
                  <a:pt x="4578160" y="1688175"/>
                </a:cubicBezTo>
                <a:cubicBezTo>
                  <a:pt x="4561341" y="1691255"/>
                  <a:pt x="4546540" y="1702548"/>
                  <a:pt x="4554949" y="1718975"/>
                </a:cubicBezTo>
                <a:cubicBezTo>
                  <a:pt x="4544184" y="1712558"/>
                  <a:pt x="4529383" y="1723852"/>
                  <a:pt x="4535774" y="1730268"/>
                </a:cubicBezTo>
                <a:cubicBezTo>
                  <a:pt x="4510208" y="1723852"/>
                  <a:pt x="4516599" y="1744899"/>
                  <a:pt x="4499779" y="1746438"/>
                </a:cubicBezTo>
                <a:cubicBezTo>
                  <a:pt x="4506170" y="1752855"/>
                  <a:pt x="4497424" y="1747978"/>
                  <a:pt x="4495406" y="1752855"/>
                </a:cubicBezTo>
                <a:cubicBezTo>
                  <a:pt x="4499779" y="1754652"/>
                  <a:pt x="4501798" y="1756192"/>
                  <a:pt x="4503816" y="1757732"/>
                </a:cubicBezTo>
                <a:cubicBezTo>
                  <a:pt x="4501798" y="1762608"/>
                  <a:pt x="4499779" y="1772362"/>
                  <a:pt x="4489014" y="1772362"/>
                </a:cubicBezTo>
                <a:cubicBezTo>
                  <a:pt x="4491032" y="1764405"/>
                  <a:pt x="4503816" y="1761068"/>
                  <a:pt x="4491032" y="1756192"/>
                </a:cubicBezTo>
                <a:cubicBezTo>
                  <a:pt x="4480604" y="1769282"/>
                  <a:pt x="4450665" y="1761068"/>
                  <a:pt x="4440236" y="1772362"/>
                </a:cubicBezTo>
                <a:cubicBezTo>
                  <a:pt x="4435863" y="1779035"/>
                  <a:pt x="4435863" y="1783912"/>
                  <a:pt x="4442255" y="1788532"/>
                </a:cubicBezTo>
                <a:cubicBezTo>
                  <a:pt x="4465802" y="1788532"/>
                  <a:pt x="4440236" y="1774159"/>
                  <a:pt x="4457056" y="1772362"/>
                </a:cubicBezTo>
                <a:cubicBezTo>
                  <a:pt x="4453020" y="1783912"/>
                  <a:pt x="4467821" y="1785452"/>
                  <a:pt x="4469840" y="1793408"/>
                </a:cubicBezTo>
                <a:cubicBezTo>
                  <a:pt x="4457056" y="1785452"/>
                  <a:pt x="4448646" y="1795206"/>
                  <a:pt x="4437882" y="1796745"/>
                </a:cubicBezTo>
                <a:cubicBezTo>
                  <a:pt x="4435863" y="1790328"/>
                  <a:pt x="4435863" y="1782115"/>
                  <a:pt x="4425098" y="1780575"/>
                </a:cubicBezTo>
                <a:cubicBezTo>
                  <a:pt x="4421062" y="1785452"/>
                  <a:pt x="4431490" y="1793408"/>
                  <a:pt x="4421062" y="1793408"/>
                </a:cubicBezTo>
                <a:cubicBezTo>
                  <a:pt x="4421062" y="1790328"/>
                  <a:pt x="4418707" y="1786992"/>
                  <a:pt x="4416688" y="1785452"/>
                </a:cubicBezTo>
                <a:cubicBezTo>
                  <a:pt x="4410297" y="1790328"/>
                  <a:pt x="4403906" y="1798285"/>
                  <a:pt x="4395496" y="1803162"/>
                </a:cubicBezTo>
                <a:cubicBezTo>
                  <a:pt x="4376320" y="1793408"/>
                  <a:pt x="4361518" y="1817792"/>
                  <a:pt x="4342344" y="1817792"/>
                </a:cubicBezTo>
                <a:cubicBezTo>
                  <a:pt x="4346716" y="1819332"/>
                  <a:pt x="4344362" y="1824208"/>
                  <a:pt x="4346716" y="1827546"/>
                </a:cubicBezTo>
                <a:cubicBezTo>
                  <a:pt x="4340325" y="1829085"/>
                  <a:pt x="4333934" y="1826006"/>
                  <a:pt x="4333934" y="1835758"/>
                </a:cubicBezTo>
                <a:cubicBezTo>
                  <a:pt x="4314759" y="1824208"/>
                  <a:pt x="4312740" y="1842175"/>
                  <a:pt x="4299958" y="1848592"/>
                </a:cubicBezTo>
                <a:cubicBezTo>
                  <a:pt x="4299958" y="1840635"/>
                  <a:pt x="4289192" y="1850389"/>
                  <a:pt x="4287174" y="1842175"/>
                </a:cubicBezTo>
                <a:cubicBezTo>
                  <a:pt x="4289192" y="1833962"/>
                  <a:pt x="4293566" y="1830882"/>
                  <a:pt x="4299958" y="1829085"/>
                </a:cubicBezTo>
                <a:cubicBezTo>
                  <a:pt x="4287174" y="1817792"/>
                  <a:pt x="4270017" y="1829085"/>
                  <a:pt x="4261607" y="1840635"/>
                </a:cubicBezTo>
                <a:cubicBezTo>
                  <a:pt x="4270017" y="1840635"/>
                  <a:pt x="4272036" y="1832422"/>
                  <a:pt x="4282800" y="1838839"/>
                </a:cubicBezTo>
                <a:cubicBezTo>
                  <a:pt x="4265644" y="1850389"/>
                  <a:pt x="4246806" y="1855265"/>
                  <a:pt x="4229649" y="1871436"/>
                </a:cubicBezTo>
                <a:cubicBezTo>
                  <a:pt x="4229649" y="1872976"/>
                  <a:pt x="4234022" y="1874515"/>
                  <a:pt x="4238059" y="1876312"/>
                </a:cubicBezTo>
                <a:cubicBezTo>
                  <a:pt x="4238059" y="1876312"/>
                  <a:pt x="4238059" y="1876312"/>
                  <a:pt x="4231668" y="1889146"/>
                </a:cubicBezTo>
                <a:cubicBezTo>
                  <a:pt x="4221239" y="1886065"/>
                  <a:pt x="4229649" y="1877853"/>
                  <a:pt x="4216866" y="1874515"/>
                </a:cubicBezTo>
                <a:cubicBezTo>
                  <a:pt x="4197691" y="1871436"/>
                  <a:pt x="4206101" y="1889146"/>
                  <a:pt x="4189282" y="1881189"/>
                </a:cubicBezTo>
                <a:cubicBezTo>
                  <a:pt x="4187263" y="1894022"/>
                  <a:pt x="4208456" y="1892482"/>
                  <a:pt x="4214848" y="1887605"/>
                </a:cubicBezTo>
                <a:cubicBezTo>
                  <a:pt x="4212493" y="1900696"/>
                  <a:pt x="4191300" y="1889146"/>
                  <a:pt x="4195673" y="1902236"/>
                </a:cubicBezTo>
                <a:cubicBezTo>
                  <a:pt x="4182890" y="1895819"/>
                  <a:pt x="4193654" y="1882729"/>
                  <a:pt x="4172125" y="1877853"/>
                </a:cubicBezTo>
                <a:cubicBezTo>
                  <a:pt x="4166070" y="1889146"/>
                  <a:pt x="4127720" y="1892482"/>
                  <a:pt x="4142522" y="1913529"/>
                </a:cubicBezTo>
                <a:cubicBezTo>
                  <a:pt x="4150932" y="1905316"/>
                  <a:pt x="4159678" y="1902236"/>
                  <a:pt x="4170106" y="1897359"/>
                </a:cubicBezTo>
                <a:cubicBezTo>
                  <a:pt x="4172125" y="1907112"/>
                  <a:pt x="4157324" y="1902236"/>
                  <a:pt x="4166070" y="1911989"/>
                </a:cubicBezTo>
                <a:cubicBezTo>
                  <a:pt x="4156482" y="1911989"/>
                  <a:pt x="4145297" y="1916031"/>
                  <a:pt x="4134910" y="1919657"/>
                </a:cubicBezTo>
                <a:lnTo>
                  <a:pt x="4126876" y="1922157"/>
                </a:lnTo>
                <a:lnTo>
                  <a:pt x="4128440" y="1923924"/>
                </a:lnTo>
                <a:cubicBezTo>
                  <a:pt x="4129930" y="1924518"/>
                  <a:pt x="4131700" y="1924671"/>
                  <a:pt x="4133399" y="1924979"/>
                </a:cubicBezTo>
                <a:lnTo>
                  <a:pt x="4135486" y="1925889"/>
                </a:lnTo>
                <a:lnTo>
                  <a:pt x="4145802" y="1924919"/>
                </a:lnTo>
                <a:cubicBezTo>
                  <a:pt x="4151100" y="1923667"/>
                  <a:pt x="4155305" y="1921614"/>
                  <a:pt x="4157324" y="1918405"/>
                </a:cubicBezTo>
                <a:cubicBezTo>
                  <a:pt x="4155305" y="1924822"/>
                  <a:pt x="4168088" y="1921743"/>
                  <a:pt x="4166070" y="1915069"/>
                </a:cubicBezTo>
                <a:cubicBezTo>
                  <a:pt x="4170106" y="1916866"/>
                  <a:pt x="4172125" y="1918405"/>
                  <a:pt x="4174480" y="1921743"/>
                </a:cubicBezTo>
                <a:cubicBezTo>
                  <a:pt x="4178516" y="1918405"/>
                  <a:pt x="4182890" y="1915069"/>
                  <a:pt x="4184908" y="1910193"/>
                </a:cubicBezTo>
                <a:cubicBezTo>
                  <a:pt x="4200046" y="1918405"/>
                  <a:pt x="4208456" y="1908653"/>
                  <a:pt x="4218884" y="1900696"/>
                </a:cubicBezTo>
                <a:cubicBezTo>
                  <a:pt x="4216866" y="1905316"/>
                  <a:pt x="4227630" y="1907112"/>
                  <a:pt x="4227630" y="1910193"/>
                </a:cubicBezTo>
                <a:cubicBezTo>
                  <a:pt x="4234022" y="1900696"/>
                  <a:pt x="4246806" y="1900696"/>
                  <a:pt x="4257234" y="1898899"/>
                </a:cubicBezTo>
                <a:cubicBezTo>
                  <a:pt x="4267998" y="1895819"/>
                  <a:pt x="4278427" y="1894022"/>
                  <a:pt x="4278427" y="1882729"/>
                </a:cubicBezTo>
                <a:cubicBezTo>
                  <a:pt x="4289192" y="1889146"/>
                  <a:pt x="4291211" y="1877853"/>
                  <a:pt x="4295584" y="1872976"/>
                </a:cubicBezTo>
                <a:lnTo>
                  <a:pt x="4304672" y="1876457"/>
                </a:lnTo>
                <a:lnTo>
                  <a:pt x="4303412" y="1873215"/>
                </a:lnTo>
                <a:cubicBezTo>
                  <a:pt x="4316297" y="1861984"/>
                  <a:pt x="4344100" y="1861984"/>
                  <a:pt x="4350542" y="1853817"/>
                </a:cubicBezTo>
                <a:cubicBezTo>
                  <a:pt x="4350542" y="1859496"/>
                  <a:pt x="4348148" y="1864058"/>
                  <a:pt x="4344720" y="1868082"/>
                </a:cubicBezTo>
                <a:lnTo>
                  <a:pt x="4343472" y="1869228"/>
                </a:lnTo>
                <a:lnTo>
                  <a:pt x="4348535" y="1868917"/>
                </a:lnTo>
                <a:cubicBezTo>
                  <a:pt x="4353676" y="1868324"/>
                  <a:pt x="4358322" y="1867201"/>
                  <a:pt x="4361518" y="1864762"/>
                </a:cubicBezTo>
                <a:cubicBezTo>
                  <a:pt x="4361518" y="1860142"/>
                  <a:pt x="4357145" y="1858346"/>
                  <a:pt x="4357145" y="1855265"/>
                </a:cubicBezTo>
                <a:cubicBezTo>
                  <a:pt x="4369928" y="1851929"/>
                  <a:pt x="4371946" y="1850389"/>
                  <a:pt x="4384730" y="1843715"/>
                </a:cubicBezTo>
                <a:cubicBezTo>
                  <a:pt x="4391122" y="1850389"/>
                  <a:pt x="4376320" y="1855265"/>
                  <a:pt x="4387086" y="1858346"/>
                </a:cubicBezTo>
                <a:cubicBezTo>
                  <a:pt x="4387590" y="1851030"/>
                  <a:pt x="4390892" y="1845545"/>
                  <a:pt x="4395826" y="1841253"/>
                </a:cubicBezTo>
                <a:lnTo>
                  <a:pt x="4396228" y="1841038"/>
                </a:lnTo>
                <a:lnTo>
                  <a:pt x="4396576" y="1835075"/>
                </a:lnTo>
                <a:cubicBezTo>
                  <a:pt x="4399314" y="1826163"/>
                  <a:pt x="4407838" y="1824656"/>
                  <a:pt x="4418788" y="1822127"/>
                </a:cubicBezTo>
                <a:lnTo>
                  <a:pt x="4416372" y="1830719"/>
                </a:lnTo>
                <a:lnTo>
                  <a:pt x="4435763" y="1824778"/>
                </a:lnTo>
                <a:lnTo>
                  <a:pt x="4443004" y="1821847"/>
                </a:lnTo>
                <a:lnTo>
                  <a:pt x="4435437" y="1815810"/>
                </a:lnTo>
                <a:cubicBezTo>
                  <a:pt x="4441700" y="1815810"/>
                  <a:pt x="4439722" y="1810995"/>
                  <a:pt x="4443678" y="1809475"/>
                </a:cubicBezTo>
                <a:lnTo>
                  <a:pt x="4447192" y="1812288"/>
                </a:lnTo>
                <a:lnTo>
                  <a:pt x="4446628" y="1806499"/>
                </a:lnTo>
                <a:cubicBezTo>
                  <a:pt x="4457056" y="1806499"/>
                  <a:pt x="4461430" y="1798285"/>
                  <a:pt x="4469840" y="1795206"/>
                </a:cubicBezTo>
                <a:cubicBezTo>
                  <a:pt x="4467821" y="1803162"/>
                  <a:pt x="4467821" y="1808039"/>
                  <a:pt x="4472194" y="1812915"/>
                </a:cubicBezTo>
                <a:cubicBezTo>
                  <a:pt x="4493388" y="1804831"/>
                  <a:pt x="4511384" y="1790264"/>
                  <a:pt x="4529676" y="1777110"/>
                </a:cubicBezTo>
                <a:lnTo>
                  <a:pt x="4553988" y="1761805"/>
                </a:lnTo>
                <a:lnTo>
                  <a:pt x="4549440" y="1757422"/>
                </a:lnTo>
                <a:cubicBezTo>
                  <a:pt x="4547058" y="1755986"/>
                  <a:pt x="4544884" y="1755986"/>
                  <a:pt x="4543712" y="1759304"/>
                </a:cubicBezTo>
                <a:cubicBezTo>
                  <a:pt x="4533343" y="1747819"/>
                  <a:pt x="4560772" y="1741439"/>
                  <a:pt x="4565120" y="1738377"/>
                </a:cubicBezTo>
                <a:cubicBezTo>
                  <a:pt x="4567127" y="1744757"/>
                  <a:pt x="4562779" y="1747819"/>
                  <a:pt x="4558764" y="1751137"/>
                </a:cubicBezTo>
                <a:cubicBezTo>
                  <a:pt x="4557594" y="1752796"/>
                  <a:pt x="4556005" y="1754391"/>
                  <a:pt x="4555211" y="1756401"/>
                </a:cubicBezTo>
                <a:lnTo>
                  <a:pt x="4555870" y="1760621"/>
                </a:lnTo>
                <a:lnTo>
                  <a:pt x="4557771" y="1759424"/>
                </a:lnTo>
                <a:cubicBezTo>
                  <a:pt x="4567500" y="1754539"/>
                  <a:pt x="4577740" y="1750995"/>
                  <a:pt x="4588926" y="1749775"/>
                </a:cubicBezTo>
                <a:cubicBezTo>
                  <a:pt x="4584552" y="1751315"/>
                  <a:pt x="4578160" y="1752855"/>
                  <a:pt x="4578160" y="1759528"/>
                </a:cubicBezTo>
                <a:cubicBezTo>
                  <a:pt x="4588926" y="1757732"/>
                  <a:pt x="4586907" y="1764405"/>
                  <a:pt x="4595317" y="1762608"/>
                </a:cubicBezTo>
                <a:cubicBezTo>
                  <a:pt x="4594308" y="1754524"/>
                  <a:pt x="4599102" y="1752919"/>
                  <a:pt x="4604694" y="1752727"/>
                </a:cubicBezTo>
                <a:lnTo>
                  <a:pt x="4612468" y="1752853"/>
                </a:lnTo>
                <a:lnTo>
                  <a:pt x="4615980" y="1747568"/>
                </a:lnTo>
                <a:lnTo>
                  <a:pt x="4617662" y="1745745"/>
                </a:lnTo>
                <a:lnTo>
                  <a:pt x="4616930" y="1742364"/>
                </a:lnTo>
                <a:cubicBezTo>
                  <a:pt x="4615585" y="1740342"/>
                  <a:pt x="4614492" y="1738353"/>
                  <a:pt x="4616510" y="1733605"/>
                </a:cubicBezTo>
                <a:lnTo>
                  <a:pt x="4620506" y="1734088"/>
                </a:lnTo>
                <a:lnTo>
                  <a:pt x="4620382" y="1733123"/>
                </a:lnTo>
                <a:lnTo>
                  <a:pt x="4631908" y="1734510"/>
                </a:lnTo>
                <a:lnTo>
                  <a:pt x="4639044" y="1732144"/>
                </a:lnTo>
                <a:lnTo>
                  <a:pt x="4633249" y="1728223"/>
                </a:lnTo>
                <a:lnTo>
                  <a:pt x="4637746" y="1726713"/>
                </a:lnTo>
                <a:lnTo>
                  <a:pt x="4633668" y="1723852"/>
                </a:lnTo>
                <a:cubicBezTo>
                  <a:pt x="4641488" y="1721349"/>
                  <a:pt x="4647039" y="1709751"/>
                  <a:pt x="4653016" y="1706924"/>
                </a:cubicBezTo>
                <a:lnTo>
                  <a:pt x="4655594" y="1707238"/>
                </a:lnTo>
                <a:lnTo>
                  <a:pt x="4657352" y="1705294"/>
                </a:lnTo>
                <a:cubicBezTo>
                  <a:pt x="4661576" y="1702409"/>
                  <a:pt x="4666844" y="1699945"/>
                  <a:pt x="4665673" y="1694239"/>
                </a:cubicBezTo>
                <a:cubicBezTo>
                  <a:pt x="4672029" y="1700852"/>
                  <a:pt x="4671026" y="1704937"/>
                  <a:pt x="4667638" y="1708406"/>
                </a:cubicBezTo>
                <a:lnTo>
                  <a:pt x="4657858" y="1716710"/>
                </a:lnTo>
                <a:lnTo>
                  <a:pt x="4663018" y="1718044"/>
                </a:lnTo>
                <a:cubicBezTo>
                  <a:pt x="4665962" y="1720065"/>
                  <a:pt x="4668653" y="1723723"/>
                  <a:pt x="4676054" y="1725392"/>
                </a:cubicBezTo>
                <a:cubicBezTo>
                  <a:pt x="4680427" y="1717435"/>
                  <a:pt x="4674035" y="1715638"/>
                  <a:pt x="4669662" y="1712558"/>
                </a:cubicBezTo>
                <a:cubicBezTo>
                  <a:pt x="4678072" y="1702548"/>
                  <a:pt x="4699602" y="1691255"/>
                  <a:pt x="4716422" y="1679962"/>
                </a:cubicBezTo>
                <a:cubicBezTo>
                  <a:pt x="4708012" y="1675085"/>
                  <a:pt x="4716422" y="1667128"/>
                  <a:pt x="4714403" y="1658914"/>
                </a:cubicBezTo>
                <a:cubicBezTo>
                  <a:pt x="4727186" y="1655578"/>
                  <a:pt x="4720794" y="1670208"/>
                  <a:pt x="4733578" y="1665331"/>
                </a:cubicBezTo>
                <a:cubicBezTo>
                  <a:pt x="4729204" y="1654038"/>
                  <a:pt x="4735596" y="1647621"/>
                  <a:pt x="4739970" y="1639408"/>
                </a:cubicBezTo>
                <a:cubicBezTo>
                  <a:pt x="4733578" y="1637868"/>
                  <a:pt x="4729204" y="1644285"/>
                  <a:pt x="4729204" y="1639408"/>
                </a:cubicBezTo>
                <a:cubicBezTo>
                  <a:pt x="4739970" y="1637868"/>
                  <a:pt x="4733578" y="1628115"/>
                  <a:pt x="4727186" y="1626574"/>
                </a:cubicBezTo>
                <a:cubicBezTo>
                  <a:pt x="4731391" y="1625676"/>
                  <a:pt x="4732989" y="1622789"/>
                  <a:pt x="4735134" y="1619933"/>
                </a:cubicBezTo>
                <a:lnTo>
                  <a:pt x="4738054" y="1618256"/>
                </a:lnTo>
                <a:lnTo>
                  <a:pt x="4733890" y="1616536"/>
                </a:lnTo>
                <a:cubicBezTo>
                  <a:pt x="4716746" y="1614725"/>
                  <a:pt x="4714730" y="1624555"/>
                  <a:pt x="4716746" y="1629470"/>
                </a:cubicBezTo>
                <a:cubicBezTo>
                  <a:pt x="4705150" y="1626236"/>
                  <a:pt x="4704646" y="1619317"/>
                  <a:pt x="4709141" y="1612170"/>
                </a:cubicBezTo>
                <a:lnTo>
                  <a:pt x="4709882" y="1611376"/>
                </a:lnTo>
                <a:lnTo>
                  <a:pt x="4707212" y="1601132"/>
                </a:lnTo>
                <a:cubicBezTo>
                  <a:pt x="4705909" y="1598085"/>
                  <a:pt x="4703806" y="1595646"/>
                  <a:pt x="4699602" y="1593978"/>
                </a:cubicBezTo>
                <a:cubicBezTo>
                  <a:pt x="4693210" y="1605271"/>
                  <a:pt x="4690855" y="1595774"/>
                  <a:pt x="4684464" y="1590898"/>
                </a:cubicBezTo>
                <a:close/>
                <a:moveTo>
                  <a:pt x="5281855" y="1584459"/>
                </a:moveTo>
                <a:cubicBezTo>
                  <a:pt x="5288078" y="1591202"/>
                  <a:pt x="5281855" y="1601057"/>
                  <a:pt x="5281855" y="1609098"/>
                </a:cubicBezTo>
                <a:cubicBezTo>
                  <a:pt x="5263188" y="1607541"/>
                  <a:pt x="5283820" y="1592758"/>
                  <a:pt x="5281855" y="1584459"/>
                </a:cubicBezTo>
                <a:close/>
                <a:moveTo>
                  <a:pt x="5164458" y="1584459"/>
                </a:moveTo>
                <a:lnTo>
                  <a:pt x="5166435" y="1596211"/>
                </a:lnTo>
                <a:cubicBezTo>
                  <a:pt x="5162150" y="1597778"/>
                  <a:pt x="5153908" y="1601173"/>
                  <a:pt x="5151930" y="1597778"/>
                </a:cubicBezTo>
                <a:cubicBezTo>
                  <a:pt x="5158194" y="1594383"/>
                  <a:pt x="5158194" y="1587854"/>
                  <a:pt x="5164458" y="1584459"/>
                </a:cubicBezTo>
                <a:close/>
                <a:moveTo>
                  <a:pt x="5290322" y="1577808"/>
                </a:moveTo>
                <a:cubicBezTo>
                  <a:pt x="5277539" y="1584224"/>
                  <a:pt x="5277539" y="1590898"/>
                  <a:pt x="5262736" y="1590898"/>
                </a:cubicBezTo>
                <a:cubicBezTo>
                  <a:pt x="5269128" y="1598855"/>
                  <a:pt x="5279894" y="1602191"/>
                  <a:pt x="5273501" y="1616821"/>
                </a:cubicBezTo>
                <a:cubicBezTo>
                  <a:pt x="5296714" y="1615024"/>
                  <a:pt x="5281912" y="1593978"/>
                  <a:pt x="5290322" y="1577808"/>
                </a:cubicBezTo>
                <a:close/>
                <a:moveTo>
                  <a:pt x="4737770" y="1577597"/>
                </a:moveTo>
                <a:lnTo>
                  <a:pt x="4732700" y="1581537"/>
                </a:lnTo>
                <a:lnTo>
                  <a:pt x="4732978" y="1586021"/>
                </a:lnTo>
                <a:lnTo>
                  <a:pt x="4733578" y="1586021"/>
                </a:lnTo>
                <a:close/>
                <a:moveTo>
                  <a:pt x="4816332" y="1576268"/>
                </a:moveTo>
                <a:lnTo>
                  <a:pt x="4810415" y="1580809"/>
                </a:lnTo>
                <a:lnTo>
                  <a:pt x="4809773" y="1580246"/>
                </a:lnTo>
                <a:cubicBezTo>
                  <a:pt x="4810530" y="1578257"/>
                  <a:pt x="4813136" y="1576268"/>
                  <a:pt x="4816332" y="1576268"/>
                </a:cubicBezTo>
                <a:close/>
                <a:moveTo>
                  <a:pt x="4741648" y="1574582"/>
                </a:moveTo>
                <a:lnTo>
                  <a:pt x="4740978" y="1575103"/>
                </a:lnTo>
                <a:lnTo>
                  <a:pt x="4741752" y="1574921"/>
                </a:lnTo>
                <a:close/>
                <a:moveTo>
                  <a:pt x="5739474" y="1567482"/>
                </a:moveTo>
                <a:cubicBezTo>
                  <a:pt x="5750001" y="1573959"/>
                  <a:pt x="5752378" y="1577327"/>
                  <a:pt x="5743549" y="1587172"/>
                </a:cubicBezTo>
                <a:cubicBezTo>
                  <a:pt x="5724532" y="1588726"/>
                  <a:pt x="5739474" y="1575772"/>
                  <a:pt x="5739474" y="1567482"/>
                </a:cubicBezTo>
                <a:close/>
                <a:moveTo>
                  <a:pt x="4601708" y="1558301"/>
                </a:moveTo>
                <a:cubicBezTo>
                  <a:pt x="4588926" y="1556761"/>
                  <a:pt x="4590944" y="1569594"/>
                  <a:pt x="4603727" y="1568054"/>
                </a:cubicBezTo>
                <a:cubicBezTo>
                  <a:pt x="4608100" y="1563177"/>
                  <a:pt x="4603727" y="1564717"/>
                  <a:pt x="4601708" y="1558301"/>
                </a:cubicBezTo>
                <a:close/>
                <a:moveTo>
                  <a:pt x="4716422" y="1556761"/>
                </a:moveTo>
                <a:cubicBezTo>
                  <a:pt x="4710030" y="1561637"/>
                  <a:pt x="4705236" y="1565680"/>
                  <a:pt x="4700442" y="1570140"/>
                </a:cubicBezTo>
                <a:lnTo>
                  <a:pt x="4693153" y="1577384"/>
                </a:lnTo>
                <a:lnTo>
                  <a:pt x="4698274" y="1578325"/>
                </a:lnTo>
                <a:lnTo>
                  <a:pt x="4705362" y="1574374"/>
                </a:lnTo>
                <a:cubicBezTo>
                  <a:pt x="4710702" y="1569723"/>
                  <a:pt x="4714403" y="1564076"/>
                  <a:pt x="4716422" y="1556761"/>
                </a:cubicBezTo>
                <a:close/>
                <a:moveTo>
                  <a:pt x="5513770" y="1551637"/>
                </a:moveTo>
                <a:cubicBezTo>
                  <a:pt x="5532836" y="1561265"/>
                  <a:pt x="5515777" y="1572414"/>
                  <a:pt x="5511763" y="1585336"/>
                </a:cubicBezTo>
                <a:cubicBezTo>
                  <a:pt x="5499052" y="1575708"/>
                  <a:pt x="5518118" y="1564306"/>
                  <a:pt x="5513770" y="1551637"/>
                </a:cubicBezTo>
                <a:close/>
                <a:moveTo>
                  <a:pt x="4871834" y="1547176"/>
                </a:moveTo>
                <a:cubicBezTo>
                  <a:pt x="4868476" y="1547633"/>
                  <a:pt x="4866962" y="1552205"/>
                  <a:pt x="4865448" y="1548548"/>
                </a:cubicBezTo>
                <a:cubicBezTo>
                  <a:pt x="4859056" y="1555220"/>
                  <a:pt x="4865448" y="1568054"/>
                  <a:pt x="4848290" y="1569594"/>
                </a:cubicBezTo>
                <a:cubicBezTo>
                  <a:pt x="4861074" y="1574471"/>
                  <a:pt x="4877894" y="1559841"/>
                  <a:pt x="4875876" y="1548548"/>
                </a:cubicBezTo>
                <a:cubicBezTo>
                  <a:pt x="4874278" y="1547328"/>
                  <a:pt x="4872954" y="1547023"/>
                  <a:pt x="4871834" y="1547176"/>
                </a:cubicBezTo>
                <a:close/>
                <a:moveTo>
                  <a:pt x="5557483" y="1543715"/>
                </a:moveTo>
                <a:cubicBezTo>
                  <a:pt x="5569929" y="1545529"/>
                  <a:pt x="5561414" y="1561851"/>
                  <a:pt x="5555191" y="1564959"/>
                </a:cubicBezTo>
                <a:cubicBezTo>
                  <a:pt x="5545038" y="1558482"/>
                  <a:pt x="5551260" y="1552005"/>
                  <a:pt x="5557483" y="1543715"/>
                </a:cubicBezTo>
                <a:close/>
                <a:moveTo>
                  <a:pt x="5269128" y="1543671"/>
                </a:moveTo>
                <a:cubicBezTo>
                  <a:pt x="5260718" y="1550344"/>
                  <a:pt x="5262736" y="1559841"/>
                  <a:pt x="5265091" y="1571391"/>
                </a:cubicBezTo>
                <a:cubicBezTo>
                  <a:pt x="5277539" y="1566515"/>
                  <a:pt x="5271482" y="1553424"/>
                  <a:pt x="5269128" y="1543671"/>
                </a:cubicBezTo>
                <a:close/>
                <a:moveTo>
                  <a:pt x="5133223" y="1535714"/>
                </a:moveTo>
                <a:lnTo>
                  <a:pt x="5128784" y="1537310"/>
                </a:lnTo>
                <a:lnTo>
                  <a:pt x="5120132" y="1555027"/>
                </a:lnTo>
                <a:lnTo>
                  <a:pt x="5117282" y="1565063"/>
                </a:lnTo>
                <a:lnTo>
                  <a:pt x="5122710" y="1561830"/>
                </a:lnTo>
                <a:cubicBezTo>
                  <a:pt x="5126158" y="1558814"/>
                  <a:pt x="5129859" y="1555991"/>
                  <a:pt x="5137260" y="1555220"/>
                </a:cubicBezTo>
                <a:cubicBezTo>
                  <a:pt x="5133223" y="1543671"/>
                  <a:pt x="5133223" y="1547008"/>
                  <a:pt x="5133223" y="1535714"/>
                </a:cubicBezTo>
                <a:close/>
                <a:moveTo>
                  <a:pt x="2795440" y="1530238"/>
                </a:moveTo>
                <a:lnTo>
                  <a:pt x="2793626" y="1533445"/>
                </a:lnTo>
                <a:lnTo>
                  <a:pt x="2796112" y="1531872"/>
                </a:lnTo>
                <a:close/>
                <a:moveTo>
                  <a:pt x="5732114" y="1527871"/>
                </a:moveTo>
                <a:cubicBezTo>
                  <a:pt x="5734092" y="1534268"/>
                  <a:pt x="5736070" y="1552178"/>
                  <a:pt x="5727828" y="1557041"/>
                </a:cubicBezTo>
                <a:cubicBezTo>
                  <a:pt x="5723872" y="1548853"/>
                  <a:pt x="5721565" y="1532732"/>
                  <a:pt x="5732114" y="1527871"/>
                </a:cubicBezTo>
                <a:close/>
                <a:moveTo>
                  <a:pt x="5692774" y="1527871"/>
                </a:moveTo>
                <a:cubicBezTo>
                  <a:pt x="5718263" y="1534343"/>
                  <a:pt x="5688414" y="1550912"/>
                  <a:pt x="5701159" y="1565411"/>
                </a:cubicBezTo>
                <a:cubicBezTo>
                  <a:pt x="5696799" y="1567223"/>
                  <a:pt x="5688414" y="1567223"/>
                  <a:pt x="5680030" y="1565411"/>
                </a:cubicBezTo>
                <a:cubicBezTo>
                  <a:pt x="5688414" y="1549100"/>
                  <a:pt x="5690426" y="1545993"/>
                  <a:pt x="5692774" y="1527871"/>
                </a:cubicBezTo>
                <a:close/>
                <a:moveTo>
                  <a:pt x="2792904" y="1524075"/>
                </a:moveTo>
                <a:lnTo>
                  <a:pt x="2792786" y="1525344"/>
                </a:lnTo>
                <a:lnTo>
                  <a:pt x="2793340" y="1525133"/>
                </a:lnTo>
                <a:close/>
                <a:moveTo>
                  <a:pt x="3284235" y="1519495"/>
                </a:moveTo>
                <a:cubicBezTo>
                  <a:pt x="3282145" y="1519917"/>
                  <a:pt x="3281132" y="1521656"/>
                  <a:pt x="3280042" y="1523601"/>
                </a:cubicBezTo>
                <a:lnTo>
                  <a:pt x="3279743" y="1523945"/>
                </a:lnTo>
                <a:lnTo>
                  <a:pt x="3279743" y="1527680"/>
                </a:lnTo>
                <a:cubicBezTo>
                  <a:pt x="3282939" y="1527680"/>
                  <a:pt x="3285630" y="1527295"/>
                  <a:pt x="3287523" y="1525883"/>
                </a:cubicBezTo>
                <a:lnTo>
                  <a:pt x="3289508" y="1520596"/>
                </a:lnTo>
                <a:close/>
                <a:moveTo>
                  <a:pt x="4778728" y="1517685"/>
                </a:moveTo>
                <a:cubicBezTo>
                  <a:pt x="4805962" y="1517685"/>
                  <a:pt x="4776403" y="1529621"/>
                  <a:pt x="4782714" y="1534396"/>
                </a:cubicBezTo>
                <a:cubicBezTo>
                  <a:pt x="4761790" y="1529621"/>
                  <a:pt x="4789024" y="1521133"/>
                  <a:pt x="4778728" y="1517685"/>
                </a:cubicBezTo>
                <a:close/>
                <a:moveTo>
                  <a:pt x="2781147" y="1516741"/>
                </a:moveTo>
                <a:cubicBezTo>
                  <a:pt x="2778204" y="1517143"/>
                  <a:pt x="2775386" y="1518049"/>
                  <a:pt x="2773030" y="1519769"/>
                </a:cubicBezTo>
                <a:lnTo>
                  <a:pt x="2772666" y="1520310"/>
                </a:lnTo>
                <a:lnTo>
                  <a:pt x="2784955" y="1518076"/>
                </a:lnTo>
                <a:lnTo>
                  <a:pt x="2788540" y="1517274"/>
                </a:lnTo>
                <a:close/>
                <a:moveTo>
                  <a:pt x="5236154" y="1516553"/>
                </a:moveTo>
                <a:cubicBezTo>
                  <a:pt x="5236154" y="1526398"/>
                  <a:pt x="5229836" y="1531320"/>
                  <a:pt x="5221524" y="1537797"/>
                </a:cubicBezTo>
                <a:cubicBezTo>
                  <a:pt x="5217201" y="1527952"/>
                  <a:pt x="5227840" y="1523030"/>
                  <a:pt x="5236154" y="1516553"/>
                </a:cubicBezTo>
                <a:close/>
                <a:moveTo>
                  <a:pt x="468931" y="1516553"/>
                </a:moveTo>
                <a:cubicBezTo>
                  <a:pt x="486224" y="1527782"/>
                  <a:pt x="454012" y="1527782"/>
                  <a:pt x="454012" y="1542328"/>
                </a:cubicBezTo>
                <a:cubicBezTo>
                  <a:pt x="439093" y="1539010"/>
                  <a:pt x="464862" y="1524719"/>
                  <a:pt x="468931" y="1516553"/>
                </a:cubicBezTo>
                <a:close/>
                <a:moveTo>
                  <a:pt x="3169674" y="1515975"/>
                </a:moveTo>
                <a:cubicBezTo>
                  <a:pt x="3172894" y="1515696"/>
                  <a:pt x="3177429" y="1522438"/>
                  <a:pt x="3177429" y="1516230"/>
                </a:cubicBezTo>
                <a:cubicBezTo>
                  <a:pt x="3181621" y="1517782"/>
                  <a:pt x="3179364" y="1521144"/>
                  <a:pt x="3179364" y="1524508"/>
                </a:cubicBezTo>
                <a:cubicBezTo>
                  <a:pt x="3171302" y="1527612"/>
                  <a:pt x="3173236" y="1521144"/>
                  <a:pt x="3167109" y="1519334"/>
                </a:cubicBezTo>
                <a:cubicBezTo>
                  <a:pt x="3167674" y="1516941"/>
                  <a:pt x="3168600" y="1516068"/>
                  <a:pt x="3169674" y="1515975"/>
                </a:cubicBezTo>
                <a:close/>
                <a:moveTo>
                  <a:pt x="2919035" y="1514725"/>
                </a:moveTo>
                <a:cubicBezTo>
                  <a:pt x="2914568" y="1526477"/>
                  <a:pt x="2891208" y="1519687"/>
                  <a:pt x="2886742" y="1516553"/>
                </a:cubicBezTo>
                <a:cubicBezTo>
                  <a:pt x="2893270" y="1513158"/>
                  <a:pt x="2908385" y="1521515"/>
                  <a:pt x="2919035" y="1514725"/>
                </a:cubicBezTo>
                <a:close/>
                <a:moveTo>
                  <a:pt x="5161562" y="1514575"/>
                </a:moveTo>
                <a:lnTo>
                  <a:pt x="5149056" y="1519274"/>
                </a:lnTo>
                <a:lnTo>
                  <a:pt x="5149354" y="1520828"/>
                </a:lnTo>
                <a:lnTo>
                  <a:pt x="5154564" y="1519624"/>
                </a:lnTo>
                <a:lnTo>
                  <a:pt x="5153694" y="1522003"/>
                </a:lnTo>
                <a:lnTo>
                  <a:pt x="5159798" y="1517960"/>
                </a:lnTo>
                <a:close/>
                <a:moveTo>
                  <a:pt x="3358462" y="1513113"/>
                </a:moveTo>
                <a:lnTo>
                  <a:pt x="3346548" y="1514836"/>
                </a:lnTo>
                <a:lnTo>
                  <a:pt x="3343706" y="1516753"/>
                </a:lnTo>
                <a:lnTo>
                  <a:pt x="3355440" y="1513887"/>
                </a:lnTo>
                <a:close/>
                <a:moveTo>
                  <a:pt x="4922636" y="1512870"/>
                </a:moveTo>
                <a:lnTo>
                  <a:pt x="4921956" y="1513105"/>
                </a:lnTo>
                <a:lnTo>
                  <a:pt x="4920068" y="1515171"/>
                </a:lnTo>
                <a:lnTo>
                  <a:pt x="4918628" y="1514250"/>
                </a:lnTo>
                <a:lnTo>
                  <a:pt x="4911450" y="1516721"/>
                </a:lnTo>
                <a:cubicBezTo>
                  <a:pt x="4909348" y="1518582"/>
                  <a:pt x="4908843" y="1521084"/>
                  <a:pt x="4909852" y="1524421"/>
                </a:cubicBezTo>
                <a:cubicBezTo>
                  <a:pt x="4920617" y="1522624"/>
                  <a:pt x="4924990" y="1519287"/>
                  <a:pt x="4922636" y="1512870"/>
                </a:cubicBezTo>
                <a:close/>
                <a:moveTo>
                  <a:pt x="4118763" y="1512325"/>
                </a:moveTo>
                <a:cubicBezTo>
                  <a:pt x="4116366" y="1513319"/>
                  <a:pt x="4114768" y="1515309"/>
                  <a:pt x="4112582" y="1517747"/>
                </a:cubicBezTo>
                <a:cubicBezTo>
                  <a:pt x="4121328" y="1525961"/>
                  <a:pt x="4127720" y="1519287"/>
                  <a:pt x="4129738" y="1512870"/>
                </a:cubicBezTo>
                <a:cubicBezTo>
                  <a:pt x="4124356" y="1511330"/>
                  <a:pt x="4121160" y="1511330"/>
                  <a:pt x="4118763" y="1512325"/>
                </a:cubicBezTo>
                <a:close/>
                <a:moveTo>
                  <a:pt x="5524256" y="1506367"/>
                </a:moveTo>
                <a:cubicBezTo>
                  <a:pt x="5547670" y="1514234"/>
                  <a:pt x="5547670" y="1528954"/>
                  <a:pt x="5530612" y="1547989"/>
                </a:cubicBezTo>
                <a:cubicBezTo>
                  <a:pt x="5515893" y="1544943"/>
                  <a:pt x="5515893" y="1544943"/>
                  <a:pt x="5515893" y="1544943"/>
                </a:cubicBezTo>
                <a:cubicBezTo>
                  <a:pt x="5513886" y="1527178"/>
                  <a:pt x="5513886" y="1522356"/>
                  <a:pt x="5524256" y="1506367"/>
                </a:cubicBezTo>
                <a:close/>
                <a:moveTo>
                  <a:pt x="3014882" y="1505323"/>
                </a:moveTo>
                <a:cubicBezTo>
                  <a:pt x="3017702" y="1504670"/>
                  <a:pt x="3020282" y="1505453"/>
                  <a:pt x="3021411" y="1507934"/>
                </a:cubicBezTo>
                <a:cubicBezTo>
                  <a:pt x="3021411" y="1514464"/>
                  <a:pt x="3013026" y="1511330"/>
                  <a:pt x="3011092" y="1516292"/>
                </a:cubicBezTo>
                <a:lnTo>
                  <a:pt x="3009201" y="1512974"/>
                </a:lnTo>
                <a:lnTo>
                  <a:pt x="2981682" y="1520826"/>
                </a:lnTo>
                <a:cubicBezTo>
                  <a:pt x="2983187" y="1509982"/>
                  <a:pt x="2997864" y="1507270"/>
                  <a:pt x="3007788" y="1508626"/>
                </a:cubicBezTo>
                <a:lnTo>
                  <a:pt x="3009662" y="1509251"/>
                </a:lnTo>
                <a:close/>
                <a:moveTo>
                  <a:pt x="4863056" y="1505236"/>
                </a:moveTo>
                <a:cubicBezTo>
                  <a:pt x="4860971" y="1514786"/>
                  <a:pt x="4874183" y="1505236"/>
                  <a:pt x="4874183" y="1513237"/>
                </a:cubicBezTo>
                <a:cubicBezTo>
                  <a:pt x="4869663" y="1518141"/>
                  <a:pt x="4856451" y="1519690"/>
                  <a:pt x="4854364" y="1511688"/>
                </a:cubicBezTo>
                <a:cubicBezTo>
                  <a:pt x="4852279" y="1508333"/>
                  <a:pt x="4860971" y="1508333"/>
                  <a:pt x="4863056" y="1505236"/>
                </a:cubicBezTo>
                <a:close/>
                <a:moveTo>
                  <a:pt x="2933325" y="1502504"/>
                </a:moveTo>
                <a:cubicBezTo>
                  <a:pt x="2936147" y="1501299"/>
                  <a:pt x="2939210" y="1501742"/>
                  <a:pt x="2941306" y="1505040"/>
                </a:cubicBezTo>
                <a:cubicBezTo>
                  <a:pt x="2941306" y="1508085"/>
                  <a:pt x="2939049" y="1506562"/>
                  <a:pt x="2939049" y="1505040"/>
                </a:cubicBezTo>
                <a:cubicBezTo>
                  <a:pt x="2935179" y="1508085"/>
                  <a:pt x="2932922" y="1512904"/>
                  <a:pt x="2926794" y="1509860"/>
                </a:cubicBezTo>
                <a:cubicBezTo>
                  <a:pt x="2927923" y="1506562"/>
                  <a:pt x="2930503" y="1503709"/>
                  <a:pt x="2933325" y="1502504"/>
                </a:cubicBezTo>
                <a:close/>
                <a:moveTo>
                  <a:pt x="3207872" y="1500335"/>
                </a:moveTo>
                <a:cubicBezTo>
                  <a:pt x="3212636" y="1498555"/>
                  <a:pt x="3218486" y="1499305"/>
                  <a:pt x="3221663" y="1502428"/>
                </a:cubicBezTo>
                <a:cubicBezTo>
                  <a:pt x="3217317" y="1508924"/>
                  <a:pt x="3213305" y="1515171"/>
                  <a:pt x="3200602" y="1513422"/>
                </a:cubicBezTo>
                <a:cubicBezTo>
                  <a:pt x="3199432" y="1506426"/>
                  <a:pt x="3203110" y="1502116"/>
                  <a:pt x="3207872" y="1500335"/>
                </a:cubicBezTo>
                <a:close/>
                <a:moveTo>
                  <a:pt x="3390120" y="1499693"/>
                </a:moveTo>
                <a:lnTo>
                  <a:pt x="3389746" y="1500091"/>
                </a:lnTo>
                <a:lnTo>
                  <a:pt x="3381708" y="1501233"/>
                </a:lnTo>
                <a:cubicBezTo>
                  <a:pt x="3390120" y="1499693"/>
                  <a:pt x="3390120" y="1499693"/>
                  <a:pt x="3390120" y="1499693"/>
                </a:cubicBezTo>
                <a:close/>
                <a:moveTo>
                  <a:pt x="4217968" y="1498251"/>
                </a:moveTo>
                <a:lnTo>
                  <a:pt x="4215352" y="1499524"/>
                </a:lnTo>
                <a:lnTo>
                  <a:pt x="4183426" y="1514165"/>
                </a:lnTo>
                <a:lnTo>
                  <a:pt x="4188672" y="1514059"/>
                </a:lnTo>
                <a:cubicBezTo>
                  <a:pt x="4196757" y="1511954"/>
                  <a:pt x="4204137" y="1508226"/>
                  <a:pt x="4210908" y="1503783"/>
                </a:cubicBezTo>
                <a:close/>
                <a:moveTo>
                  <a:pt x="5788440" y="1496635"/>
                </a:moveTo>
                <a:cubicBezTo>
                  <a:pt x="5798004" y="1498155"/>
                  <a:pt x="5807754" y="1507735"/>
                  <a:pt x="5804754" y="1516294"/>
                </a:cubicBezTo>
                <a:cubicBezTo>
                  <a:pt x="5790086" y="1514478"/>
                  <a:pt x="5790086" y="1514478"/>
                  <a:pt x="5790086" y="1514478"/>
                </a:cubicBezTo>
                <a:cubicBezTo>
                  <a:pt x="5798420" y="1503066"/>
                  <a:pt x="5785753" y="1503066"/>
                  <a:pt x="5779419" y="1498139"/>
                </a:cubicBezTo>
                <a:cubicBezTo>
                  <a:pt x="5782086" y="1496517"/>
                  <a:pt x="5785253" y="1496128"/>
                  <a:pt x="5788440" y="1496635"/>
                </a:cubicBezTo>
                <a:close/>
                <a:moveTo>
                  <a:pt x="3343352" y="1494816"/>
                </a:moveTo>
                <a:cubicBezTo>
                  <a:pt x="3332584" y="1494816"/>
                  <a:pt x="3326192" y="1497896"/>
                  <a:pt x="3326192" y="1507649"/>
                </a:cubicBezTo>
                <a:cubicBezTo>
                  <a:pt x="3336959" y="1507649"/>
                  <a:pt x="3343352" y="1504569"/>
                  <a:pt x="3343352" y="1494816"/>
                </a:cubicBezTo>
                <a:close/>
                <a:moveTo>
                  <a:pt x="4181250" y="1494295"/>
                </a:moveTo>
                <a:cubicBezTo>
                  <a:pt x="4179105" y="1494262"/>
                  <a:pt x="4177508" y="1495032"/>
                  <a:pt x="4178516" y="1498241"/>
                </a:cubicBezTo>
                <a:cubicBezTo>
                  <a:pt x="4187263" y="1503117"/>
                  <a:pt x="4189282" y="1501577"/>
                  <a:pt x="4187263" y="1495161"/>
                </a:cubicBezTo>
                <a:cubicBezTo>
                  <a:pt x="4186086" y="1495161"/>
                  <a:pt x="4183394" y="1494327"/>
                  <a:pt x="4181250" y="1494295"/>
                </a:cubicBezTo>
                <a:close/>
                <a:moveTo>
                  <a:pt x="3275705" y="1493550"/>
                </a:moveTo>
                <a:lnTo>
                  <a:pt x="3276652" y="1498902"/>
                </a:lnTo>
                <a:lnTo>
                  <a:pt x="3281036" y="1498442"/>
                </a:lnTo>
                <a:lnTo>
                  <a:pt x="3280416" y="1496501"/>
                </a:lnTo>
                <a:cubicBezTo>
                  <a:pt x="3279911" y="1494449"/>
                  <a:pt x="3278902" y="1492780"/>
                  <a:pt x="3275705" y="1493550"/>
                </a:cubicBezTo>
                <a:close/>
                <a:moveTo>
                  <a:pt x="5762762" y="1490523"/>
                </a:moveTo>
                <a:cubicBezTo>
                  <a:pt x="5762762" y="1519705"/>
                  <a:pt x="5756310" y="1542690"/>
                  <a:pt x="5745783" y="1567224"/>
                </a:cubicBezTo>
                <a:cubicBezTo>
                  <a:pt x="5734916" y="1541140"/>
                  <a:pt x="5756310" y="1514798"/>
                  <a:pt x="5762762" y="1490523"/>
                </a:cubicBezTo>
                <a:close/>
                <a:moveTo>
                  <a:pt x="3237352" y="1490471"/>
                </a:moveTo>
                <a:cubicBezTo>
                  <a:pt x="3234156" y="1492909"/>
                  <a:pt x="3234661" y="1494513"/>
                  <a:pt x="3235460" y="1495700"/>
                </a:cubicBezTo>
                <a:lnTo>
                  <a:pt x="3235350" y="1498050"/>
                </a:lnTo>
                <a:lnTo>
                  <a:pt x="3235711" y="1501485"/>
                </a:lnTo>
                <a:cubicBezTo>
                  <a:pt x="3233456" y="1508596"/>
                  <a:pt x="3225759" y="1516247"/>
                  <a:pt x="3243423" y="1517402"/>
                </a:cubicBezTo>
                <a:lnTo>
                  <a:pt x="3254592" y="1493452"/>
                </a:lnTo>
                <a:lnTo>
                  <a:pt x="3254174" y="1492010"/>
                </a:lnTo>
                <a:cubicBezTo>
                  <a:pt x="3245763" y="1495347"/>
                  <a:pt x="3243744" y="1490471"/>
                  <a:pt x="3237352" y="1490471"/>
                </a:cubicBezTo>
                <a:close/>
                <a:moveTo>
                  <a:pt x="3059970" y="1488259"/>
                </a:moveTo>
                <a:cubicBezTo>
                  <a:pt x="3055648" y="1496617"/>
                  <a:pt x="3051326" y="1504974"/>
                  <a:pt x="3041019" y="1503146"/>
                </a:cubicBezTo>
                <a:cubicBezTo>
                  <a:pt x="3047336" y="1496617"/>
                  <a:pt x="3051326" y="1490087"/>
                  <a:pt x="3059970" y="1488259"/>
                </a:cubicBezTo>
                <a:close/>
                <a:moveTo>
                  <a:pt x="5535224" y="1487128"/>
                </a:moveTo>
                <a:cubicBezTo>
                  <a:pt x="5543782" y="1488658"/>
                  <a:pt x="5535224" y="1498350"/>
                  <a:pt x="5546179" y="1498350"/>
                </a:cubicBezTo>
                <a:cubicBezTo>
                  <a:pt x="5543782" y="1504980"/>
                  <a:pt x="5535224" y="1504980"/>
                  <a:pt x="5524270" y="1503195"/>
                </a:cubicBezTo>
                <a:cubicBezTo>
                  <a:pt x="5524270" y="1495289"/>
                  <a:pt x="5528720" y="1491973"/>
                  <a:pt x="5535224" y="1487128"/>
                </a:cubicBezTo>
                <a:close/>
                <a:moveTo>
                  <a:pt x="4785690" y="1483928"/>
                </a:moveTo>
                <a:lnTo>
                  <a:pt x="4784938" y="1488106"/>
                </a:lnTo>
                <a:cubicBezTo>
                  <a:pt x="4784248" y="1489658"/>
                  <a:pt x="4782945" y="1490989"/>
                  <a:pt x="4780338" y="1491824"/>
                </a:cubicBezTo>
                <a:cubicBezTo>
                  <a:pt x="4785552" y="1494262"/>
                  <a:pt x="4789757" y="1492273"/>
                  <a:pt x="4792154" y="1488648"/>
                </a:cubicBezTo>
                <a:lnTo>
                  <a:pt x="4792464" y="1484496"/>
                </a:lnTo>
                <a:lnTo>
                  <a:pt x="4792092" y="1484465"/>
                </a:lnTo>
                <a:close/>
                <a:moveTo>
                  <a:pt x="3122606" y="1483732"/>
                </a:moveTo>
                <a:cubicBezTo>
                  <a:pt x="3129111" y="1483732"/>
                  <a:pt x="3133219" y="1485280"/>
                  <a:pt x="3135616" y="1486830"/>
                </a:cubicBezTo>
                <a:cubicBezTo>
                  <a:pt x="3131165" y="1490185"/>
                  <a:pt x="3126715" y="1498187"/>
                  <a:pt x="3122606" y="1491734"/>
                </a:cubicBezTo>
                <a:cubicBezTo>
                  <a:pt x="3122606" y="1483732"/>
                  <a:pt x="3122606" y="1483732"/>
                  <a:pt x="3122606" y="1483732"/>
                </a:cubicBezTo>
                <a:close/>
                <a:moveTo>
                  <a:pt x="3017750" y="1480158"/>
                </a:moveTo>
                <a:lnTo>
                  <a:pt x="3015761" y="1480453"/>
                </a:lnTo>
                <a:lnTo>
                  <a:pt x="3017890" y="1487412"/>
                </a:lnTo>
                <a:lnTo>
                  <a:pt x="3018039" y="1483542"/>
                </a:lnTo>
                <a:cubicBezTo>
                  <a:pt x="3018186" y="1482131"/>
                  <a:pt x="3018260" y="1480816"/>
                  <a:pt x="3017750" y="1480158"/>
                </a:cubicBezTo>
                <a:close/>
                <a:moveTo>
                  <a:pt x="3394293" y="1478807"/>
                </a:moveTo>
                <a:lnTo>
                  <a:pt x="3391986" y="1479156"/>
                </a:lnTo>
                <a:lnTo>
                  <a:pt x="3398092" y="1480418"/>
                </a:lnTo>
                <a:lnTo>
                  <a:pt x="3398174" y="1480309"/>
                </a:lnTo>
                <a:close/>
                <a:moveTo>
                  <a:pt x="3284116" y="1477383"/>
                </a:moveTo>
                <a:lnTo>
                  <a:pt x="3284782" y="1477469"/>
                </a:lnTo>
                <a:lnTo>
                  <a:pt x="3284479" y="1477729"/>
                </a:lnTo>
                <a:close/>
                <a:moveTo>
                  <a:pt x="4793121" y="1475654"/>
                </a:moveTo>
                <a:cubicBezTo>
                  <a:pt x="4789926" y="1476039"/>
                  <a:pt x="4788180" y="1477033"/>
                  <a:pt x="4787198" y="1478361"/>
                </a:cubicBezTo>
                <a:lnTo>
                  <a:pt x="4786234" y="1481714"/>
                </a:lnTo>
                <a:lnTo>
                  <a:pt x="4790962" y="1479205"/>
                </a:lnTo>
                <a:lnTo>
                  <a:pt x="4792954" y="1477903"/>
                </a:lnTo>
                <a:close/>
                <a:moveTo>
                  <a:pt x="3292885" y="1475519"/>
                </a:moveTo>
                <a:lnTo>
                  <a:pt x="3311704" y="1480720"/>
                </a:lnTo>
                <a:cubicBezTo>
                  <a:pt x="3305312" y="1482387"/>
                  <a:pt x="3301611" y="1480784"/>
                  <a:pt x="3297910" y="1479148"/>
                </a:cubicBezTo>
                <a:lnTo>
                  <a:pt x="3290191" y="1478161"/>
                </a:lnTo>
                <a:lnTo>
                  <a:pt x="3290191" y="1483173"/>
                </a:lnTo>
                <a:lnTo>
                  <a:pt x="3290588" y="1483550"/>
                </a:lnTo>
                <a:cubicBezTo>
                  <a:pt x="3298394" y="1486702"/>
                  <a:pt x="3309180" y="1482708"/>
                  <a:pt x="3313722" y="1488675"/>
                </a:cubicBezTo>
                <a:cubicBezTo>
                  <a:pt x="3307667" y="1490471"/>
                  <a:pt x="3307667" y="1496886"/>
                  <a:pt x="3303293" y="1498426"/>
                </a:cubicBezTo>
                <a:cubicBezTo>
                  <a:pt x="3298920" y="1495347"/>
                  <a:pt x="3298920" y="1488675"/>
                  <a:pt x="3292527" y="1487135"/>
                </a:cubicBezTo>
                <a:lnTo>
                  <a:pt x="3284743" y="1498052"/>
                </a:lnTo>
                <a:lnTo>
                  <a:pt x="3287752" y="1497736"/>
                </a:lnTo>
                <a:cubicBezTo>
                  <a:pt x="3297594" y="1495907"/>
                  <a:pt x="3307183" y="1494688"/>
                  <a:pt x="3311388" y="1507649"/>
                </a:cubicBezTo>
                <a:cubicBezTo>
                  <a:pt x="3307351" y="1497896"/>
                  <a:pt x="3324174" y="1494816"/>
                  <a:pt x="3328548" y="1480186"/>
                </a:cubicBezTo>
                <a:lnTo>
                  <a:pt x="3317481" y="1477866"/>
                </a:lnTo>
                <a:lnTo>
                  <a:pt x="3313722" y="1477383"/>
                </a:lnTo>
                <a:lnTo>
                  <a:pt x="3314112" y="1477166"/>
                </a:lnTo>
                <a:close/>
                <a:moveTo>
                  <a:pt x="3248118" y="1470969"/>
                </a:moveTo>
                <a:cubicBezTo>
                  <a:pt x="3248118" y="1477383"/>
                  <a:pt x="3252156" y="1475844"/>
                  <a:pt x="3250136" y="1484056"/>
                </a:cubicBezTo>
                <a:cubicBezTo>
                  <a:pt x="3252156" y="1484056"/>
                  <a:pt x="3256528" y="1485596"/>
                  <a:pt x="3256528" y="1482259"/>
                </a:cubicBezTo>
                <a:cubicBezTo>
                  <a:pt x="3254174" y="1479180"/>
                  <a:pt x="3254174" y="1470969"/>
                  <a:pt x="3248118" y="1470969"/>
                </a:cubicBezTo>
                <a:close/>
                <a:moveTo>
                  <a:pt x="3266492" y="1470771"/>
                </a:moveTo>
                <a:lnTo>
                  <a:pt x="3266834" y="1473234"/>
                </a:lnTo>
                <a:lnTo>
                  <a:pt x="3267084" y="1471803"/>
                </a:lnTo>
                <a:close/>
                <a:moveTo>
                  <a:pt x="3222548" y="1469429"/>
                </a:moveTo>
                <a:cubicBezTo>
                  <a:pt x="3228941" y="1479180"/>
                  <a:pt x="3222548" y="1487135"/>
                  <a:pt x="3220194" y="1493550"/>
                </a:cubicBezTo>
                <a:lnTo>
                  <a:pt x="3209572" y="1489391"/>
                </a:lnTo>
                <a:lnTo>
                  <a:pt x="3209180" y="1489621"/>
                </a:lnTo>
                <a:lnTo>
                  <a:pt x="3204646" y="1488539"/>
                </a:lnTo>
                <a:lnTo>
                  <a:pt x="3202405" y="1488462"/>
                </a:lnTo>
                <a:cubicBezTo>
                  <a:pt x="3200365" y="1488931"/>
                  <a:pt x="3197905" y="1490022"/>
                  <a:pt x="3194625" y="1492010"/>
                </a:cubicBezTo>
                <a:cubicBezTo>
                  <a:pt x="3197990" y="1488803"/>
                  <a:pt x="3198578" y="1486814"/>
                  <a:pt x="3198326" y="1484794"/>
                </a:cubicBezTo>
                <a:lnTo>
                  <a:pt x="3197036" y="1477697"/>
                </a:lnTo>
                <a:lnTo>
                  <a:pt x="3197166" y="1477522"/>
                </a:lnTo>
                <a:lnTo>
                  <a:pt x="3202868" y="1481746"/>
                </a:lnTo>
                <a:lnTo>
                  <a:pt x="3204731" y="1481853"/>
                </a:lnTo>
                <a:lnTo>
                  <a:pt x="3207646" y="1476966"/>
                </a:lnTo>
                <a:lnTo>
                  <a:pt x="3205490" y="1474208"/>
                </a:lnTo>
                <a:cubicBezTo>
                  <a:pt x="3203046" y="1473470"/>
                  <a:pt x="3200407" y="1474433"/>
                  <a:pt x="3198031" y="1476358"/>
                </a:cubicBezTo>
                <a:lnTo>
                  <a:pt x="3197166" y="1477522"/>
                </a:lnTo>
                <a:lnTo>
                  <a:pt x="3196980" y="1477383"/>
                </a:lnTo>
                <a:lnTo>
                  <a:pt x="3197036" y="1477697"/>
                </a:lnTo>
                <a:lnTo>
                  <a:pt x="3192148" y="1484280"/>
                </a:lnTo>
                <a:cubicBezTo>
                  <a:pt x="3190756" y="1487391"/>
                  <a:pt x="3190083" y="1490727"/>
                  <a:pt x="3190588" y="1493550"/>
                </a:cubicBezTo>
                <a:cubicBezTo>
                  <a:pt x="3182177" y="1493550"/>
                  <a:pt x="3184196" y="1484056"/>
                  <a:pt x="3173430" y="1487135"/>
                </a:cubicBezTo>
                <a:cubicBezTo>
                  <a:pt x="3171410" y="1492010"/>
                  <a:pt x="3175784" y="1503302"/>
                  <a:pt x="3169392" y="1503302"/>
                </a:cubicBezTo>
                <a:cubicBezTo>
                  <a:pt x="3169392" y="1493550"/>
                  <a:pt x="3171410" y="1485596"/>
                  <a:pt x="3175784" y="1477383"/>
                </a:cubicBezTo>
                <a:cubicBezTo>
                  <a:pt x="3163000" y="1474304"/>
                  <a:pt x="3163000" y="1487135"/>
                  <a:pt x="3154589" y="1487135"/>
                </a:cubicBezTo>
                <a:cubicBezTo>
                  <a:pt x="3156608" y="1484056"/>
                  <a:pt x="3158626" y="1480720"/>
                  <a:pt x="3152234" y="1480720"/>
                </a:cubicBezTo>
                <a:cubicBezTo>
                  <a:pt x="3145841" y="1480720"/>
                  <a:pt x="3158626" y="1488675"/>
                  <a:pt x="3150216" y="1490471"/>
                </a:cubicBezTo>
                <a:cubicBezTo>
                  <a:pt x="3137432" y="1485596"/>
                  <a:pt x="3124646" y="1472508"/>
                  <a:pt x="3113881" y="1487135"/>
                </a:cubicBezTo>
                <a:cubicBezTo>
                  <a:pt x="3113881" y="1479180"/>
                  <a:pt x="3109843" y="1477383"/>
                  <a:pt x="3099077" y="1479180"/>
                </a:cubicBezTo>
                <a:cubicBezTo>
                  <a:pt x="3101096" y="1487135"/>
                  <a:pt x="3099077" y="1488675"/>
                  <a:pt x="3092685" y="1492010"/>
                </a:cubicBezTo>
                <a:cubicBezTo>
                  <a:pt x="3082256" y="1482259"/>
                  <a:pt x="3031117" y="1484056"/>
                  <a:pt x="3020352" y="1488675"/>
                </a:cubicBezTo>
                <a:lnTo>
                  <a:pt x="3017924" y="1487521"/>
                </a:lnTo>
                <a:lnTo>
                  <a:pt x="3019912" y="1494021"/>
                </a:lnTo>
                <a:cubicBezTo>
                  <a:pt x="3017883" y="1498933"/>
                  <a:pt x="3011455" y="1498933"/>
                  <a:pt x="3009424" y="1503845"/>
                </a:cubicBezTo>
                <a:cubicBezTo>
                  <a:pt x="3009424" y="1502294"/>
                  <a:pt x="3009424" y="1498610"/>
                  <a:pt x="3007268" y="1495314"/>
                </a:cubicBezTo>
                <a:lnTo>
                  <a:pt x="2993044" y="1489468"/>
                </a:lnTo>
                <a:lnTo>
                  <a:pt x="2991797" y="1489990"/>
                </a:lnTo>
                <a:lnTo>
                  <a:pt x="2990941" y="1490127"/>
                </a:lnTo>
                <a:lnTo>
                  <a:pt x="2988110" y="1492470"/>
                </a:lnTo>
                <a:lnTo>
                  <a:pt x="2987775" y="1490632"/>
                </a:lnTo>
                <a:lnTo>
                  <a:pt x="2981836" y="1491581"/>
                </a:lnTo>
                <a:cubicBezTo>
                  <a:pt x="2979055" y="1491273"/>
                  <a:pt x="2976952" y="1489958"/>
                  <a:pt x="2975942" y="1487135"/>
                </a:cubicBezTo>
                <a:cubicBezTo>
                  <a:pt x="2982335" y="1487135"/>
                  <a:pt x="2986372" y="1488675"/>
                  <a:pt x="2988728" y="1482259"/>
                </a:cubicBezTo>
                <a:cubicBezTo>
                  <a:pt x="2979980" y="1479180"/>
                  <a:pt x="2973588" y="1484056"/>
                  <a:pt x="2967195" y="1484056"/>
                </a:cubicBezTo>
                <a:cubicBezTo>
                  <a:pt x="2967195" y="1493550"/>
                  <a:pt x="2956766" y="1503302"/>
                  <a:pt x="2954411" y="1493550"/>
                </a:cubicBezTo>
                <a:cubicBezTo>
                  <a:pt x="2958784" y="1493550"/>
                  <a:pt x="2963158" y="1495347"/>
                  <a:pt x="2963158" y="1488675"/>
                </a:cubicBezTo>
                <a:cubicBezTo>
                  <a:pt x="2963158" y="1488675"/>
                  <a:pt x="2963158" y="1488675"/>
                  <a:pt x="2963158" y="1484056"/>
                </a:cubicBezTo>
                <a:cubicBezTo>
                  <a:pt x="2948018" y="1477383"/>
                  <a:pt x="2926824" y="1493550"/>
                  <a:pt x="2901591" y="1487135"/>
                </a:cubicBezTo>
                <a:cubicBezTo>
                  <a:pt x="2901591" y="1496886"/>
                  <a:pt x="2916393" y="1493550"/>
                  <a:pt x="2914038" y="1506637"/>
                </a:cubicBezTo>
                <a:cubicBezTo>
                  <a:pt x="2895198" y="1502532"/>
                  <a:pt x="2879891" y="1500928"/>
                  <a:pt x="2864247" y="1501954"/>
                </a:cubicBezTo>
                <a:lnTo>
                  <a:pt x="2812567" y="1513024"/>
                </a:lnTo>
                <a:lnTo>
                  <a:pt x="2812580" y="1513076"/>
                </a:lnTo>
                <a:lnTo>
                  <a:pt x="2831318" y="1516100"/>
                </a:lnTo>
                <a:cubicBezTo>
                  <a:pt x="2836407" y="1517544"/>
                  <a:pt x="2840192" y="1519597"/>
                  <a:pt x="2842378" y="1522804"/>
                </a:cubicBezTo>
                <a:cubicBezTo>
                  <a:pt x="2833799" y="1522804"/>
                  <a:pt x="2827408" y="1521200"/>
                  <a:pt x="2821267" y="1519372"/>
                </a:cubicBezTo>
                <a:lnTo>
                  <a:pt x="2813664" y="1517518"/>
                </a:lnTo>
                <a:lnTo>
                  <a:pt x="2816113" y="1527548"/>
                </a:lnTo>
                <a:lnTo>
                  <a:pt x="2818447" y="1527501"/>
                </a:lnTo>
                <a:lnTo>
                  <a:pt x="2816304" y="1528330"/>
                </a:lnTo>
                <a:lnTo>
                  <a:pt x="2816456" y="1528952"/>
                </a:lnTo>
                <a:lnTo>
                  <a:pt x="2811472" y="1534182"/>
                </a:lnTo>
                <a:lnTo>
                  <a:pt x="2818998" y="1534708"/>
                </a:lnTo>
                <a:cubicBezTo>
                  <a:pt x="2826331" y="1533083"/>
                  <a:pt x="2824250" y="1525576"/>
                  <a:pt x="2835604" y="1524421"/>
                </a:cubicBezTo>
                <a:cubicBezTo>
                  <a:pt x="2835604" y="1524421"/>
                  <a:pt x="2835604" y="1524421"/>
                  <a:pt x="2848386" y="1532377"/>
                </a:cubicBezTo>
                <a:lnTo>
                  <a:pt x="2856778" y="1531721"/>
                </a:lnTo>
                <a:lnTo>
                  <a:pt x="2857570" y="1531176"/>
                </a:lnTo>
                <a:cubicBezTo>
                  <a:pt x="2859529" y="1530395"/>
                  <a:pt x="2861166" y="1530345"/>
                  <a:pt x="2862486" y="1530847"/>
                </a:cubicBezTo>
                <a:lnTo>
                  <a:pt x="2862658" y="1531260"/>
                </a:lnTo>
                <a:lnTo>
                  <a:pt x="2949980" y="1524421"/>
                </a:lnTo>
                <a:lnTo>
                  <a:pt x="3030418" y="1518937"/>
                </a:lnTo>
                <a:lnTo>
                  <a:pt x="3028480" y="1514312"/>
                </a:lnTo>
                <a:cubicBezTo>
                  <a:pt x="3027702" y="1512256"/>
                  <a:pt x="3026637" y="1511460"/>
                  <a:pt x="3024508" y="1516500"/>
                </a:cubicBezTo>
                <a:cubicBezTo>
                  <a:pt x="3020251" y="1514643"/>
                  <a:pt x="3026473" y="1513051"/>
                  <a:pt x="3026473" y="1508012"/>
                </a:cubicBezTo>
                <a:cubicBezTo>
                  <a:pt x="3030732" y="1509868"/>
                  <a:pt x="3034989" y="1506421"/>
                  <a:pt x="3030732" y="1504829"/>
                </a:cubicBezTo>
                <a:cubicBezTo>
                  <a:pt x="3036954" y="1503900"/>
                  <a:pt x="3040556" y="1505558"/>
                  <a:pt x="3040802" y="1508476"/>
                </a:cubicBezTo>
                <a:lnTo>
                  <a:pt x="3031466" y="1518866"/>
                </a:lnTo>
                <a:lnTo>
                  <a:pt x="3047873" y="1517747"/>
                </a:lnTo>
                <a:cubicBezTo>
                  <a:pt x="3045518" y="1521084"/>
                  <a:pt x="3043500" y="1525961"/>
                  <a:pt x="3049891" y="1524421"/>
                </a:cubicBezTo>
                <a:cubicBezTo>
                  <a:pt x="3049891" y="1524421"/>
                  <a:pt x="3049891" y="1524421"/>
                  <a:pt x="3064693" y="1517747"/>
                </a:cubicBezTo>
                <a:lnTo>
                  <a:pt x="3114593" y="1521149"/>
                </a:lnTo>
                <a:lnTo>
                  <a:pt x="3116678" y="1517378"/>
                </a:lnTo>
                <a:cubicBezTo>
                  <a:pt x="3115863" y="1516039"/>
                  <a:pt x="3113045" y="1514900"/>
                  <a:pt x="3107158" y="1514066"/>
                </a:cubicBezTo>
                <a:cubicBezTo>
                  <a:pt x="3114727" y="1510088"/>
                  <a:pt x="3124316" y="1511307"/>
                  <a:pt x="3131761" y="1515766"/>
                </a:cubicBezTo>
                <a:lnTo>
                  <a:pt x="3135541" y="1522577"/>
                </a:lnTo>
                <a:lnTo>
                  <a:pt x="3162586" y="1524421"/>
                </a:lnTo>
                <a:cubicBezTo>
                  <a:pt x="3162586" y="1524421"/>
                  <a:pt x="3162586" y="1524421"/>
                  <a:pt x="3184157" y="1525070"/>
                </a:cubicBezTo>
                <a:lnTo>
                  <a:pt x="3201342" y="1525588"/>
                </a:lnTo>
                <a:lnTo>
                  <a:pt x="3201030" y="1522279"/>
                </a:lnTo>
                <a:cubicBezTo>
                  <a:pt x="3204226" y="1521894"/>
                  <a:pt x="3206076" y="1522616"/>
                  <a:pt x="3207191" y="1523968"/>
                </a:cubicBezTo>
                <a:lnTo>
                  <a:pt x="3207770" y="1525782"/>
                </a:lnTo>
                <a:lnTo>
                  <a:pt x="3213718" y="1525961"/>
                </a:lnTo>
                <a:cubicBezTo>
                  <a:pt x="3213718" y="1525961"/>
                  <a:pt x="3213718" y="1525961"/>
                  <a:pt x="3217418" y="1525961"/>
                </a:cubicBezTo>
                <a:lnTo>
                  <a:pt x="3224910" y="1525961"/>
                </a:lnTo>
                <a:lnTo>
                  <a:pt x="3218962" y="1524224"/>
                </a:lnTo>
                <a:cubicBezTo>
                  <a:pt x="3217032" y="1522471"/>
                  <a:pt x="3215834" y="1519391"/>
                  <a:pt x="3215834" y="1514066"/>
                </a:cubicBezTo>
                <a:cubicBezTo>
                  <a:pt x="3232656" y="1522279"/>
                  <a:pt x="3228619" y="1504569"/>
                  <a:pt x="3226264" y="1499693"/>
                </a:cubicBezTo>
                <a:cubicBezTo>
                  <a:pt x="3226264" y="1494816"/>
                  <a:pt x="3230638" y="1496356"/>
                  <a:pt x="3230638" y="1499693"/>
                </a:cubicBezTo>
                <a:lnTo>
                  <a:pt x="3233876" y="1496083"/>
                </a:lnTo>
                <a:lnTo>
                  <a:pt x="3230623" y="1490856"/>
                </a:lnTo>
                <a:cubicBezTo>
                  <a:pt x="3229278" y="1488033"/>
                  <a:pt x="3228773" y="1485596"/>
                  <a:pt x="3230960" y="1485596"/>
                </a:cubicBezTo>
                <a:cubicBezTo>
                  <a:pt x="3237352" y="1485596"/>
                  <a:pt x="3243744" y="1485596"/>
                  <a:pt x="3245763" y="1479180"/>
                </a:cubicBezTo>
                <a:cubicBezTo>
                  <a:pt x="3239370" y="1474304"/>
                  <a:pt x="3228941" y="1472508"/>
                  <a:pt x="3222548" y="1469429"/>
                </a:cubicBezTo>
                <a:close/>
                <a:moveTo>
                  <a:pt x="4733578" y="1467440"/>
                </a:moveTo>
                <a:cubicBezTo>
                  <a:pt x="4727186" y="1470777"/>
                  <a:pt x="4722813" y="1477194"/>
                  <a:pt x="4727186" y="1485407"/>
                </a:cubicBezTo>
                <a:cubicBezTo>
                  <a:pt x="4729204" y="1482070"/>
                  <a:pt x="4731223" y="1480530"/>
                  <a:pt x="4731223" y="1477194"/>
                </a:cubicBezTo>
                <a:cubicBezTo>
                  <a:pt x="4733578" y="1475654"/>
                  <a:pt x="4733578" y="1477194"/>
                  <a:pt x="4735596" y="1478990"/>
                </a:cubicBezTo>
                <a:cubicBezTo>
                  <a:pt x="4739970" y="1477194"/>
                  <a:pt x="4735596" y="1472317"/>
                  <a:pt x="4733578" y="1467440"/>
                </a:cubicBezTo>
                <a:close/>
                <a:moveTo>
                  <a:pt x="3289300" y="1464946"/>
                </a:moveTo>
                <a:lnTo>
                  <a:pt x="3273350" y="1472508"/>
                </a:lnTo>
                <a:cubicBezTo>
                  <a:pt x="3277724" y="1472508"/>
                  <a:pt x="3277724" y="1474304"/>
                  <a:pt x="3279743" y="1477383"/>
                </a:cubicBezTo>
                <a:cubicBezTo>
                  <a:pt x="3271332" y="1476614"/>
                  <a:pt x="3268724" y="1481105"/>
                  <a:pt x="3266327" y="1486783"/>
                </a:cubicBezTo>
                <a:lnTo>
                  <a:pt x="3262778" y="1491606"/>
                </a:lnTo>
                <a:lnTo>
                  <a:pt x="3268886" y="1495978"/>
                </a:lnTo>
                <a:lnTo>
                  <a:pt x="3276042" y="1484930"/>
                </a:lnTo>
                <a:lnTo>
                  <a:pt x="3284479" y="1477729"/>
                </a:lnTo>
                <a:lnTo>
                  <a:pt x="3288312" y="1481382"/>
                </a:lnTo>
                <a:lnTo>
                  <a:pt x="3286548" y="1479373"/>
                </a:lnTo>
                <a:lnTo>
                  <a:pt x="3287029" y="1477756"/>
                </a:lnTo>
                <a:lnTo>
                  <a:pt x="3284782" y="1477469"/>
                </a:lnTo>
                <a:lnTo>
                  <a:pt x="3287910" y="1474799"/>
                </a:lnTo>
                <a:lnTo>
                  <a:pt x="3288551" y="1472647"/>
                </a:lnTo>
                <a:close/>
                <a:moveTo>
                  <a:pt x="4236040" y="1462564"/>
                </a:moveTo>
                <a:cubicBezTo>
                  <a:pt x="4227630" y="1462564"/>
                  <a:pt x="4216866" y="1464361"/>
                  <a:pt x="4216866" y="1470777"/>
                </a:cubicBezTo>
                <a:cubicBezTo>
                  <a:pt x="4231668" y="1477194"/>
                  <a:pt x="4218884" y="1475654"/>
                  <a:pt x="4223258" y="1483867"/>
                </a:cubicBezTo>
                <a:cubicBezTo>
                  <a:pt x="4226454" y="1485856"/>
                  <a:pt x="4228578" y="1486739"/>
                  <a:pt x="4230102" y="1486943"/>
                </a:cubicBezTo>
                <a:lnTo>
                  <a:pt x="4233230" y="1485989"/>
                </a:lnTo>
                <a:lnTo>
                  <a:pt x="4238982" y="1481020"/>
                </a:lnTo>
                <a:lnTo>
                  <a:pt x="4231668" y="1475654"/>
                </a:lnTo>
                <a:cubicBezTo>
                  <a:pt x="4234022" y="1474114"/>
                  <a:pt x="4240414" y="1475654"/>
                  <a:pt x="4242432" y="1477194"/>
                </a:cubicBezTo>
                <a:cubicBezTo>
                  <a:pt x="4236040" y="1465901"/>
                  <a:pt x="4240414" y="1469237"/>
                  <a:pt x="4236040" y="1462564"/>
                </a:cubicBezTo>
                <a:close/>
                <a:moveTo>
                  <a:pt x="3369216" y="1462270"/>
                </a:moveTo>
                <a:lnTo>
                  <a:pt x="3365003" y="1464448"/>
                </a:lnTo>
                <a:lnTo>
                  <a:pt x="3361773" y="1470850"/>
                </a:lnTo>
                <a:cubicBezTo>
                  <a:pt x="3360932" y="1475310"/>
                  <a:pt x="3360343" y="1480187"/>
                  <a:pt x="3358156" y="1483523"/>
                </a:cubicBezTo>
                <a:lnTo>
                  <a:pt x="3360930" y="1483081"/>
                </a:lnTo>
                <a:lnTo>
                  <a:pt x="3368646" y="1476100"/>
                </a:lnTo>
                <a:lnTo>
                  <a:pt x="3370870" y="1463407"/>
                </a:lnTo>
                <a:close/>
                <a:moveTo>
                  <a:pt x="3295450" y="1462031"/>
                </a:moveTo>
                <a:lnTo>
                  <a:pt x="3291627" y="1463844"/>
                </a:lnTo>
                <a:lnTo>
                  <a:pt x="3294786" y="1467309"/>
                </a:lnTo>
                <a:cubicBezTo>
                  <a:pt x="3303019" y="1471267"/>
                  <a:pt x="3319295" y="1457792"/>
                  <a:pt x="3317781" y="1473770"/>
                </a:cubicBezTo>
                <a:lnTo>
                  <a:pt x="3322494" y="1472484"/>
                </a:lnTo>
                <a:lnTo>
                  <a:pt x="3325586" y="1470756"/>
                </a:lnTo>
                <a:lnTo>
                  <a:pt x="3329039" y="1470698"/>
                </a:lnTo>
                <a:lnTo>
                  <a:pt x="3334478" y="1469214"/>
                </a:lnTo>
                <a:lnTo>
                  <a:pt x="3337963" y="1464552"/>
                </a:lnTo>
                <a:lnTo>
                  <a:pt x="3318432" y="1462789"/>
                </a:lnTo>
                <a:cubicBezTo>
                  <a:pt x="3310862" y="1461778"/>
                  <a:pt x="3303082" y="1460969"/>
                  <a:pt x="3295450" y="1462031"/>
                </a:cubicBezTo>
                <a:close/>
                <a:moveTo>
                  <a:pt x="5532206" y="1461097"/>
                </a:moveTo>
                <a:cubicBezTo>
                  <a:pt x="5542732" y="1461097"/>
                  <a:pt x="5545109" y="1467581"/>
                  <a:pt x="5553600" y="1469396"/>
                </a:cubicBezTo>
                <a:cubicBezTo>
                  <a:pt x="5551562" y="1477436"/>
                  <a:pt x="5542732" y="1479252"/>
                  <a:pt x="5538658" y="1485736"/>
                </a:cubicBezTo>
                <a:cubicBezTo>
                  <a:pt x="5525753" y="1480808"/>
                  <a:pt x="5534242" y="1479252"/>
                  <a:pt x="5538658" y="1470952"/>
                </a:cubicBezTo>
                <a:cubicBezTo>
                  <a:pt x="5536280" y="1467581"/>
                  <a:pt x="5527790" y="1467581"/>
                  <a:pt x="5532206" y="1461097"/>
                </a:cubicBezTo>
                <a:close/>
                <a:moveTo>
                  <a:pt x="3609448" y="1456342"/>
                </a:moveTo>
                <a:cubicBezTo>
                  <a:pt x="3585897" y="1462757"/>
                  <a:pt x="3564702" y="1459677"/>
                  <a:pt x="3543507" y="1472508"/>
                </a:cubicBezTo>
                <a:cubicBezTo>
                  <a:pt x="3543507" y="1472508"/>
                  <a:pt x="3543507" y="1472508"/>
                  <a:pt x="3543507" y="1464553"/>
                </a:cubicBezTo>
                <a:cubicBezTo>
                  <a:pt x="3526349" y="1467632"/>
                  <a:pt x="3509527" y="1469429"/>
                  <a:pt x="3494724" y="1470969"/>
                </a:cubicBezTo>
                <a:cubicBezTo>
                  <a:pt x="3477566" y="1470969"/>
                  <a:pt x="3460744" y="1469429"/>
                  <a:pt x="3443586" y="1464553"/>
                </a:cubicBezTo>
                <a:cubicBezTo>
                  <a:pt x="3441568" y="1475844"/>
                  <a:pt x="3432820" y="1467632"/>
                  <a:pt x="3428783" y="1462757"/>
                </a:cubicBezTo>
                <a:cubicBezTo>
                  <a:pt x="3426428" y="1469429"/>
                  <a:pt x="3415998" y="1466093"/>
                  <a:pt x="3413644" y="1472508"/>
                </a:cubicBezTo>
                <a:cubicBezTo>
                  <a:pt x="3415998" y="1472508"/>
                  <a:pt x="3418017" y="1472508"/>
                  <a:pt x="3420036" y="1475844"/>
                </a:cubicBezTo>
                <a:cubicBezTo>
                  <a:pt x="3418017" y="1477512"/>
                  <a:pt x="3415914" y="1475459"/>
                  <a:pt x="3414064" y="1474016"/>
                </a:cubicBezTo>
                <a:lnTo>
                  <a:pt x="3413358" y="1473692"/>
                </a:lnTo>
                <a:lnTo>
                  <a:pt x="3414323" y="1478578"/>
                </a:lnTo>
                <a:lnTo>
                  <a:pt x="3418017" y="1480720"/>
                </a:lnTo>
                <a:lnTo>
                  <a:pt x="3414720" y="1480589"/>
                </a:lnTo>
                <a:lnTo>
                  <a:pt x="3415089" y="1482459"/>
                </a:lnTo>
                <a:cubicBezTo>
                  <a:pt x="3414324" y="1484499"/>
                  <a:pt x="3412199" y="1486118"/>
                  <a:pt x="3408970" y="1490263"/>
                </a:cubicBezTo>
                <a:cubicBezTo>
                  <a:pt x="3406590" y="1481973"/>
                  <a:pt x="3391632" y="1485341"/>
                  <a:pt x="3385173" y="1481973"/>
                </a:cubicBezTo>
                <a:lnTo>
                  <a:pt x="3388751" y="1479646"/>
                </a:lnTo>
                <a:lnTo>
                  <a:pt x="3384836" y="1480239"/>
                </a:lnTo>
                <a:cubicBezTo>
                  <a:pt x="3381788" y="1481056"/>
                  <a:pt x="3378938" y="1481979"/>
                  <a:pt x="3376578" y="1482295"/>
                </a:cubicBezTo>
                <a:lnTo>
                  <a:pt x="3372828" y="1481186"/>
                </a:lnTo>
                <a:lnTo>
                  <a:pt x="3370951" y="1483634"/>
                </a:lnTo>
                <a:lnTo>
                  <a:pt x="3370244" y="1490471"/>
                </a:lnTo>
                <a:lnTo>
                  <a:pt x="3370186" y="1491023"/>
                </a:lnTo>
                <a:lnTo>
                  <a:pt x="3371236" y="1496613"/>
                </a:lnTo>
                <a:lnTo>
                  <a:pt x="3375191" y="1508835"/>
                </a:lnTo>
                <a:lnTo>
                  <a:pt x="3384277" y="1506510"/>
                </a:lnTo>
                <a:lnTo>
                  <a:pt x="3384310" y="1505892"/>
                </a:lnTo>
                <a:lnTo>
                  <a:pt x="3389746" y="1500091"/>
                </a:lnTo>
                <a:lnTo>
                  <a:pt x="3419433" y="1495875"/>
                </a:lnTo>
                <a:cubicBezTo>
                  <a:pt x="3433775" y="1494238"/>
                  <a:pt x="3448664" y="1493019"/>
                  <a:pt x="3460439" y="1493019"/>
                </a:cubicBezTo>
                <a:lnTo>
                  <a:pt x="3462955" y="1499117"/>
                </a:lnTo>
                <a:lnTo>
                  <a:pt x="3468511" y="1498023"/>
                </a:lnTo>
                <a:lnTo>
                  <a:pt x="3464477" y="1493019"/>
                </a:lnTo>
                <a:cubicBezTo>
                  <a:pt x="3465486" y="1488271"/>
                  <a:pt x="3467590" y="1490324"/>
                  <a:pt x="3469986" y="1493757"/>
                </a:cubicBezTo>
                <a:lnTo>
                  <a:pt x="3472355" y="1497266"/>
                </a:lnTo>
                <a:lnTo>
                  <a:pt x="3480373" y="1495688"/>
                </a:lnTo>
                <a:cubicBezTo>
                  <a:pt x="3488458" y="1492412"/>
                  <a:pt x="3495481" y="1487263"/>
                  <a:pt x="3500780" y="1479180"/>
                </a:cubicBezTo>
                <a:cubicBezTo>
                  <a:pt x="3507172" y="1482259"/>
                  <a:pt x="3511546" y="1477383"/>
                  <a:pt x="3513564" y="1480720"/>
                </a:cubicBezTo>
                <a:cubicBezTo>
                  <a:pt x="3511546" y="1487135"/>
                  <a:pt x="3496742" y="1480720"/>
                  <a:pt x="3500780" y="1490471"/>
                </a:cubicBezTo>
                <a:cubicBezTo>
                  <a:pt x="3515919" y="1493550"/>
                  <a:pt x="3526349" y="1480720"/>
                  <a:pt x="3539133" y="1475844"/>
                </a:cubicBezTo>
                <a:cubicBezTo>
                  <a:pt x="3564702" y="1469429"/>
                  <a:pt x="3596663" y="1480720"/>
                  <a:pt x="3609448" y="1456342"/>
                </a:cubicBezTo>
                <a:close/>
                <a:moveTo>
                  <a:pt x="4724832" y="1456147"/>
                </a:moveTo>
                <a:cubicBezTo>
                  <a:pt x="4716422" y="1456147"/>
                  <a:pt x="4720794" y="1462564"/>
                  <a:pt x="4714403" y="1464361"/>
                </a:cubicBezTo>
                <a:cubicBezTo>
                  <a:pt x="4720794" y="1470777"/>
                  <a:pt x="4720794" y="1465901"/>
                  <a:pt x="4729204" y="1464361"/>
                </a:cubicBezTo>
                <a:close/>
                <a:moveTo>
                  <a:pt x="4294705" y="1455287"/>
                </a:moveTo>
                <a:lnTo>
                  <a:pt x="4274390" y="1467440"/>
                </a:lnTo>
                <a:lnTo>
                  <a:pt x="4274346" y="1467476"/>
                </a:lnTo>
                <a:lnTo>
                  <a:pt x="4293670" y="1456117"/>
                </a:lnTo>
                <a:close/>
                <a:moveTo>
                  <a:pt x="4835245" y="1454306"/>
                </a:moveTo>
                <a:cubicBezTo>
                  <a:pt x="4841562" y="1459366"/>
                  <a:pt x="4828928" y="1467621"/>
                  <a:pt x="4822610" y="1460964"/>
                </a:cubicBezTo>
                <a:cubicBezTo>
                  <a:pt x="4826933" y="1460964"/>
                  <a:pt x="4824606" y="1457502"/>
                  <a:pt x="4822610" y="1455904"/>
                </a:cubicBezTo>
                <a:cubicBezTo>
                  <a:pt x="4822610" y="1455904"/>
                  <a:pt x="4822610" y="1455904"/>
                  <a:pt x="4835245" y="1454306"/>
                </a:cubicBezTo>
                <a:close/>
                <a:moveTo>
                  <a:pt x="5715552" y="1451734"/>
                </a:moveTo>
                <a:cubicBezTo>
                  <a:pt x="5718070" y="1451455"/>
                  <a:pt x="5717640" y="1457047"/>
                  <a:pt x="5715920" y="1460743"/>
                </a:cubicBezTo>
                <a:cubicBezTo>
                  <a:pt x="5728366" y="1462299"/>
                  <a:pt x="5726401" y="1455815"/>
                  <a:pt x="5734590" y="1462299"/>
                </a:cubicBezTo>
                <a:cubicBezTo>
                  <a:pt x="5728366" y="1467227"/>
                  <a:pt x="5724436" y="1472155"/>
                  <a:pt x="5713955" y="1470599"/>
                </a:cubicBezTo>
                <a:cubicBezTo>
                  <a:pt x="5709698" y="1462299"/>
                  <a:pt x="5715920" y="1464115"/>
                  <a:pt x="5711990" y="1454259"/>
                </a:cubicBezTo>
                <a:cubicBezTo>
                  <a:pt x="5713546" y="1452573"/>
                  <a:pt x="5714713" y="1451828"/>
                  <a:pt x="5715552" y="1451734"/>
                </a:cubicBezTo>
                <a:close/>
                <a:moveTo>
                  <a:pt x="5329272" y="1446148"/>
                </a:moveTo>
                <a:lnTo>
                  <a:pt x="5323578" y="1448182"/>
                </a:lnTo>
                <a:lnTo>
                  <a:pt x="5322648" y="1451784"/>
                </a:lnTo>
                <a:lnTo>
                  <a:pt x="5320690" y="1449213"/>
                </a:lnTo>
                <a:lnTo>
                  <a:pt x="5305205" y="1454744"/>
                </a:lnTo>
                <a:cubicBezTo>
                  <a:pt x="5278634" y="1468474"/>
                  <a:pt x="5250465" y="1480601"/>
                  <a:pt x="5221750" y="1491957"/>
                </a:cubicBezTo>
                <a:lnTo>
                  <a:pt x="5219430" y="1492829"/>
                </a:lnTo>
                <a:lnTo>
                  <a:pt x="5220350" y="1493364"/>
                </a:lnTo>
                <a:lnTo>
                  <a:pt x="5218729" y="1493093"/>
                </a:lnTo>
                <a:lnTo>
                  <a:pt x="5172864" y="1510327"/>
                </a:lnTo>
                <a:lnTo>
                  <a:pt x="5171572" y="1514411"/>
                </a:lnTo>
                <a:cubicBezTo>
                  <a:pt x="5179982" y="1509791"/>
                  <a:pt x="5179982" y="1516208"/>
                  <a:pt x="5184019" y="1509791"/>
                </a:cubicBezTo>
                <a:cubicBezTo>
                  <a:pt x="5190410" y="1529297"/>
                  <a:pt x="5171572" y="1535714"/>
                  <a:pt x="5167199" y="1558301"/>
                </a:cubicBezTo>
                <a:cubicBezTo>
                  <a:pt x="5143651" y="1561637"/>
                  <a:pt x="5148024" y="1589101"/>
                  <a:pt x="5116066" y="1595774"/>
                </a:cubicBezTo>
                <a:cubicBezTo>
                  <a:pt x="5118253" y="1599753"/>
                  <a:pt x="5115646" y="1602127"/>
                  <a:pt x="5113292" y="1604725"/>
                </a:cubicBezTo>
                <a:lnTo>
                  <a:pt x="5111808" y="1607076"/>
                </a:lnTo>
                <a:lnTo>
                  <a:pt x="5111808" y="1614104"/>
                </a:lnTo>
                <a:lnTo>
                  <a:pt x="5112030" y="1615024"/>
                </a:lnTo>
                <a:cubicBezTo>
                  <a:pt x="5116066" y="1613484"/>
                  <a:pt x="5122458" y="1611944"/>
                  <a:pt x="5124476" y="1615024"/>
                </a:cubicBezTo>
                <a:cubicBezTo>
                  <a:pt x="5118674" y="1616243"/>
                  <a:pt x="5114847" y="1618682"/>
                  <a:pt x="5112008" y="1621830"/>
                </a:cubicBezTo>
                <a:lnTo>
                  <a:pt x="5111808" y="1622171"/>
                </a:lnTo>
                <a:lnTo>
                  <a:pt x="5111808" y="1644402"/>
                </a:lnTo>
                <a:lnTo>
                  <a:pt x="5112714" y="1652931"/>
                </a:lnTo>
                <a:lnTo>
                  <a:pt x="5121644" y="1655456"/>
                </a:lnTo>
                <a:cubicBezTo>
                  <a:pt x="5130057" y="1650537"/>
                  <a:pt x="5142845" y="1630860"/>
                  <a:pt x="5151594" y="1634226"/>
                </a:cubicBezTo>
                <a:cubicBezTo>
                  <a:pt x="5142845" y="1639145"/>
                  <a:pt x="5142845" y="1642511"/>
                  <a:pt x="5147219" y="1644064"/>
                </a:cubicBezTo>
                <a:lnTo>
                  <a:pt x="5141945" y="1648152"/>
                </a:lnTo>
                <a:lnTo>
                  <a:pt x="5148771" y="1651972"/>
                </a:lnTo>
                <a:cubicBezTo>
                  <a:pt x="5150141" y="1653180"/>
                  <a:pt x="5150527" y="1654288"/>
                  <a:pt x="5150256" y="1655500"/>
                </a:cubicBezTo>
                <a:lnTo>
                  <a:pt x="5144002" y="1664765"/>
                </a:lnTo>
                <a:lnTo>
                  <a:pt x="5146006" y="1663791"/>
                </a:lnTo>
                <a:cubicBezTo>
                  <a:pt x="5148024" y="1668668"/>
                  <a:pt x="5141633" y="1673545"/>
                  <a:pt x="5148024" y="1673545"/>
                </a:cubicBezTo>
                <a:cubicBezTo>
                  <a:pt x="5160808" y="1665331"/>
                  <a:pt x="5165180" y="1683298"/>
                  <a:pt x="5171572" y="1670208"/>
                </a:cubicBezTo>
                <a:cubicBezTo>
                  <a:pt x="5169218" y="1665331"/>
                  <a:pt x="5158789" y="1667128"/>
                  <a:pt x="5154416" y="1662251"/>
                </a:cubicBezTo>
                <a:cubicBezTo>
                  <a:pt x="5154416" y="1645824"/>
                  <a:pt x="5171572" y="1637868"/>
                  <a:pt x="5177964" y="1624778"/>
                </a:cubicBezTo>
                <a:cubicBezTo>
                  <a:pt x="5167199" y="1626574"/>
                  <a:pt x="5156434" y="1632991"/>
                  <a:pt x="5154416" y="1624778"/>
                </a:cubicBezTo>
                <a:cubicBezTo>
                  <a:pt x="5158789" y="1616821"/>
                  <a:pt x="5171572" y="1611944"/>
                  <a:pt x="5173590" y="1603731"/>
                </a:cubicBezTo>
                <a:cubicBezTo>
                  <a:pt x="5173590" y="1610148"/>
                  <a:pt x="5184019" y="1603731"/>
                  <a:pt x="5186374" y="1608608"/>
                </a:cubicBezTo>
                <a:cubicBezTo>
                  <a:pt x="5173590" y="1611944"/>
                  <a:pt x="5165180" y="1618361"/>
                  <a:pt x="5160808" y="1626574"/>
                </a:cubicBezTo>
                <a:cubicBezTo>
                  <a:pt x="5175609" y="1618361"/>
                  <a:pt x="5171572" y="1613484"/>
                  <a:pt x="5182000" y="1623238"/>
                </a:cubicBezTo>
                <a:lnTo>
                  <a:pt x="5200510" y="1604100"/>
                </a:lnTo>
                <a:lnTo>
                  <a:pt x="5194407" y="1592253"/>
                </a:lnTo>
                <a:cubicBezTo>
                  <a:pt x="5193855" y="1587391"/>
                  <a:pt x="5195469" y="1582529"/>
                  <a:pt x="5199883" y="1577668"/>
                </a:cubicBezTo>
                <a:cubicBezTo>
                  <a:pt x="5216862" y="1582529"/>
                  <a:pt x="5189016" y="1590717"/>
                  <a:pt x="5208372" y="1592253"/>
                </a:cubicBezTo>
                <a:lnTo>
                  <a:pt x="5205341" y="1599105"/>
                </a:lnTo>
                <a:lnTo>
                  <a:pt x="5217996" y="1586021"/>
                </a:lnTo>
                <a:cubicBezTo>
                  <a:pt x="5220350" y="1595774"/>
                  <a:pt x="5235152" y="1597315"/>
                  <a:pt x="5243562" y="1587561"/>
                </a:cubicBezTo>
                <a:cubicBezTo>
                  <a:pt x="5247935" y="1597315"/>
                  <a:pt x="5226742" y="1595774"/>
                  <a:pt x="5230778" y="1603731"/>
                </a:cubicBezTo>
                <a:cubicBezTo>
                  <a:pt x="5243562" y="1605271"/>
                  <a:pt x="5260718" y="1595774"/>
                  <a:pt x="5256344" y="1576268"/>
                </a:cubicBezTo>
                <a:cubicBezTo>
                  <a:pt x="5241543" y="1577808"/>
                  <a:pt x="5243562" y="1581144"/>
                  <a:pt x="5239525" y="1572931"/>
                </a:cubicBezTo>
                <a:cubicBezTo>
                  <a:pt x="5226742" y="1581144"/>
                  <a:pt x="5245916" y="1586021"/>
                  <a:pt x="5226742" y="1592438"/>
                </a:cubicBezTo>
                <a:cubicBezTo>
                  <a:pt x="5226742" y="1586021"/>
                  <a:pt x="5233133" y="1581144"/>
                  <a:pt x="5226742" y="1572931"/>
                </a:cubicBezTo>
                <a:cubicBezTo>
                  <a:pt x="5247935" y="1555220"/>
                  <a:pt x="5277539" y="1532377"/>
                  <a:pt x="5271482" y="1512870"/>
                </a:cubicBezTo>
                <a:cubicBezTo>
                  <a:pt x="5281912" y="1506454"/>
                  <a:pt x="5283930" y="1514411"/>
                  <a:pt x="5294695" y="1507994"/>
                </a:cubicBezTo>
                <a:cubicBezTo>
                  <a:pt x="5294695" y="1504914"/>
                  <a:pt x="5296714" y="1503117"/>
                  <a:pt x="5296714" y="1500037"/>
                </a:cubicBezTo>
                <a:cubicBezTo>
                  <a:pt x="5299068" y="1493364"/>
                  <a:pt x="5281912" y="1495161"/>
                  <a:pt x="5292676" y="1488487"/>
                </a:cubicBezTo>
                <a:cubicBezTo>
                  <a:pt x="5307058" y="1486177"/>
                  <a:pt x="5327305" y="1465531"/>
                  <a:pt x="5330285" y="1449831"/>
                </a:cubicBezTo>
                <a:close/>
                <a:moveTo>
                  <a:pt x="3679426" y="1441714"/>
                </a:moveTo>
                <a:cubicBezTo>
                  <a:pt x="3660250" y="1446590"/>
                  <a:pt x="3622232" y="1445051"/>
                  <a:pt x="3611466" y="1464553"/>
                </a:cubicBezTo>
                <a:cubicBezTo>
                  <a:pt x="3632661" y="1454802"/>
                  <a:pt x="3668996" y="1466093"/>
                  <a:pt x="3679426" y="1441714"/>
                </a:cubicBezTo>
                <a:close/>
                <a:moveTo>
                  <a:pt x="4234022" y="1441517"/>
                </a:moveTo>
                <a:cubicBezTo>
                  <a:pt x="4242432" y="1451270"/>
                  <a:pt x="4240414" y="1456147"/>
                  <a:pt x="4250842" y="1469237"/>
                </a:cubicBezTo>
                <a:cubicBezTo>
                  <a:pt x="4255216" y="1470777"/>
                  <a:pt x="4255216" y="1467440"/>
                  <a:pt x="4261607" y="1469237"/>
                </a:cubicBezTo>
                <a:cubicBezTo>
                  <a:pt x="4259588" y="1464361"/>
                  <a:pt x="4250842" y="1462564"/>
                  <a:pt x="4250842" y="1454607"/>
                </a:cubicBezTo>
                <a:cubicBezTo>
                  <a:pt x="4259588" y="1454607"/>
                  <a:pt x="4257234" y="1461023"/>
                  <a:pt x="4261607" y="1464361"/>
                </a:cubicBezTo>
                <a:cubicBezTo>
                  <a:pt x="4270017" y="1459484"/>
                  <a:pt x="4270017" y="1451270"/>
                  <a:pt x="4267998" y="1443057"/>
                </a:cubicBezTo>
                <a:cubicBezTo>
                  <a:pt x="4255216" y="1444854"/>
                  <a:pt x="4255216" y="1446394"/>
                  <a:pt x="4234022" y="1441517"/>
                </a:cubicBezTo>
                <a:close/>
                <a:moveTo>
                  <a:pt x="4746361" y="1438437"/>
                </a:moveTo>
                <a:cubicBezTo>
                  <a:pt x="4737614" y="1441517"/>
                  <a:pt x="4735596" y="1447934"/>
                  <a:pt x="4741988" y="1454607"/>
                </a:cubicBezTo>
                <a:cubicBezTo>
                  <a:pt x="4744006" y="1449730"/>
                  <a:pt x="4748380" y="1444854"/>
                  <a:pt x="4746361" y="1438437"/>
                </a:cubicBezTo>
                <a:close/>
                <a:moveTo>
                  <a:pt x="4297602" y="1435100"/>
                </a:moveTo>
                <a:cubicBezTo>
                  <a:pt x="4295584" y="1435100"/>
                  <a:pt x="4295584" y="1436640"/>
                  <a:pt x="4295584" y="1438437"/>
                </a:cubicBezTo>
                <a:cubicBezTo>
                  <a:pt x="4295584" y="1441646"/>
                  <a:pt x="4297686" y="1442801"/>
                  <a:pt x="4299789" y="1443988"/>
                </a:cubicBezTo>
                <a:lnTo>
                  <a:pt x="4303122" y="1448539"/>
                </a:lnTo>
                <a:lnTo>
                  <a:pt x="4313547" y="1440181"/>
                </a:lnTo>
                <a:lnTo>
                  <a:pt x="4308683" y="1441377"/>
                </a:lnTo>
                <a:cubicBezTo>
                  <a:pt x="4305508" y="1440956"/>
                  <a:pt x="4301892" y="1439143"/>
                  <a:pt x="4297602" y="1435100"/>
                </a:cubicBezTo>
                <a:close/>
                <a:moveTo>
                  <a:pt x="5771088" y="1433809"/>
                </a:moveTo>
                <a:cubicBezTo>
                  <a:pt x="5790944" y="1430540"/>
                  <a:pt x="5773486" y="1449654"/>
                  <a:pt x="5775540" y="1457450"/>
                </a:cubicBezTo>
                <a:cubicBezTo>
                  <a:pt x="5769034" y="1452672"/>
                  <a:pt x="5769034" y="1443115"/>
                  <a:pt x="5771088" y="1433809"/>
                </a:cubicBezTo>
                <a:close/>
                <a:moveTo>
                  <a:pt x="5488234" y="1431671"/>
                </a:moveTo>
                <a:cubicBezTo>
                  <a:pt x="5507612" y="1441336"/>
                  <a:pt x="5494694" y="1462190"/>
                  <a:pt x="5488234" y="1476687"/>
                </a:cubicBezTo>
                <a:cubicBezTo>
                  <a:pt x="5475317" y="1467023"/>
                  <a:pt x="5486196" y="1447693"/>
                  <a:pt x="5488234" y="1431671"/>
                </a:cubicBezTo>
                <a:close/>
                <a:moveTo>
                  <a:pt x="3764881" y="1426767"/>
                </a:moveTo>
                <a:cubicBezTo>
                  <a:pt x="3761936" y="1427985"/>
                  <a:pt x="3760338" y="1430424"/>
                  <a:pt x="3762525" y="1433759"/>
                </a:cubicBezTo>
                <a:cubicBezTo>
                  <a:pt x="3764544" y="1431963"/>
                  <a:pt x="3779347" y="1438635"/>
                  <a:pt x="3775310" y="1427087"/>
                </a:cubicBezTo>
                <a:cubicBezTo>
                  <a:pt x="3772114" y="1425548"/>
                  <a:pt x="3767824" y="1425548"/>
                  <a:pt x="3764881" y="1426767"/>
                </a:cubicBezTo>
                <a:close/>
                <a:moveTo>
                  <a:pt x="4291211" y="1425347"/>
                </a:moveTo>
                <a:cubicBezTo>
                  <a:pt x="4282800" y="1423807"/>
                  <a:pt x="4284818" y="1428683"/>
                  <a:pt x="4287174" y="1431764"/>
                </a:cubicBezTo>
                <a:cubicBezTo>
                  <a:pt x="4297602" y="1435100"/>
                  <a:pt x="4297602" y="1430223"/>
                  <a:pt x="4291211" y="1425347"/>
                </a:cubicBezTo>
                <a:close/>
                <a:moveTo>
                  <a:pt x="5432958" y="1423749"/>
                </a:moveTo>
                <a:cubicBezTo>
                  <a:pt x="5434935" y="1433709"/>
                  <a:pt x="5426694" y="1440261"/>
                  <a:pt x="5424716" y="1448386"/>
                </a:cubicBezTo>
                <a:cubicBezTo>
                  <a:pt x="5420430" y="1438688"/>
                  <a:pt x="5420430" y="1430302"/>
                  <a:pt x="5432958" y="1423749"/>
                </a:cubicBezTo>
                <a:close/>
                <a:moveTo>
                  <a:pt x="4316777" y="1420471"/>
                </a:moveTo>
                <a:cubicBezTo>
                  <a:pt x="4316777" y="1423807"/>
                  <a:pt x="4308368" y="1426887"/>
                  <a:pt x="4319132" y="1430223"/>
                </a:cubicBezTo>
                <a:cubicBezTo>
                  <a:pt x="4323674" y="1432726"/>
                  <a:pt x="4323674" y="1426855"/>
                  <a:pt x="4326938" y="1427228"/>
                </a:cubicBezTo>
                <a:lnTo>
                  <a:pt x="4328662" y="1428341"/>
                </a:lnTo>
                <a:lnTo>
                  <a:pt x="4338632" y="1421295"/>
                </a:lnTo>
                <a:lnTo>
                  <a:pt x="4335232" y="1422768"/>
                </a:lnTo>
                <a:cubicBezTo>
                  <a:pt x="4330633" y="1423422"/>
                  <a:pt x="4324766" y="1422909"/>
                  <a:pt x="4316777" y="1420471"/>
                </a:cubicBezTo>
                <a:close/>
                <a:moveTo>
                  <a:pt x="4761609" y="1416211"/>
                </a:moveTo>
                <a:cubicBezTo>
                  <a:pt x="4752478" y="1417535"/>
                  <a:pt x="4747370" y="1429325"/>
                  <a:pt x="4750398" y="1436640"/>
                </a:cubicBezTo>
                <a:cubicBezTo>
                  <a:pt x="4756789" y="1431764"/>
                  <a:pt x="4767554" y="1425347"/>
                  <a:pt x="4771927" y="1418930"/>
                </a:cubicBezTo>
                <a:cubicBezTo>
                  <a:pt x="4768142" y="1416492"/>
                  <a:pt x="4764652" y="1415770"/>
                  <a:pt x="4761609" y="1416211"/>
                </a:cubicBezTo>
                <a:close/>
                <a:moveTo>
                  <a:pt x="5539000" y="1409457"/>
                </a:moveTo>
                <a:cubicBezTo>
                  <a:pt x="5558054" y="1407905"/>
                  <a:pt x="5553709" y="1425754"/>
                  <a:pt x="5534654" y="1422391"/>
                </a:cubicBezTo>
                <a:cubicBezTo>
                  <a:pt x="5539000" y="1409457"/>
                  <a:pt x="5539000" y="1409457"/>
                  <a:pt x="5539000" y="1409457"/>
                </a:cubicBezTo>
                <a:close/>
                <a:moveTo>
                  <a:pt x="3847643" y="1404506"/>
                </a:moveTo>
                <a:lnTo>
                  <a:pt x="3843836" y="1409253"/>
                </a:lnTo>
                <a:lnTo>
                  <a:pt x="3843269" y="1409381"/>
                </a:lnTo>
                <a:cubicBezTo>
                  <a:pt x="3845288" y="1407841"/>
                  <a:pt x="3847643" y="1407841"/>
                  <a:pt x="3847643" y="1404506"/>
                </a:cubicBezTo>
                <a:close/>
                <a:moveTo>
                  <a:pt x="4419712" y="1394340"/>
                </a:moveTo>
                <a:lnTo>
                  <a:pt x="4418973" y="1396688"/>
                </a:lnTo>
                <a:lnTo>
                  <a:pt x="4421062" y="1396087"/>
                </a:lnTo>
                <a:close/>
                <a:moveTo>
                  <a:pt x="4342344" y="1393007"/>
                </a:moveTo>
                <a:cubicBezTo>
                  <a:pt x="4333934" y="1393007"/>
                  <a:pt x="4335952" y="1397883"/>
                  <a:pt x="4337970" y="1402760"/>
                </a:cubicBezTo>
                <a:cubicBezTo>
                  <a:pt x="4342344" y="1400964"/>
                  <a:pt x="4346716" y="1399424"/>
                  <a:pt x="4342344" y="1393007"/>
                </a:cubicBezTo>
                <a:close/>
                <a:moveTo>
                  <a:pt x="4044017" y="1387533"/>
                </a:moveTo>
                <a:cubicBezTo>
                  <a:pt x="4052379" y="1397378"/>
                  <a:pt x="4031306" y="1397378"/>
                  <a:pt x="4037661" y="1407222"/>
                </a:cubicBezTo>
                <a:cubicBezTo>
                  <a:pt x="4034483" y="1407222"/>
                  <a:pt x="4031306" y="1407611"/>
                  <a:pt x="4028128" y="1407190"/>
                </a:cubicBezTo>
                <a:lnTo>
                  <a:pt x="4023509" y="1404821"/>
                </a:lnTo>
                <a:lnTo>
                  <a:pt x="4021251" y="1411929"/>
                </a:lnTo>
                <a:cubicBezTo>
                  <a:pt x="4015534" y="1419131"/>
                  <a:pt x="4001364" y="1424911"/>
                  <a:pt x="3993377" y="1422385"/>
                </a:cubicBezTo>
                <a:cubicBezTo>
                  <a:pt x="3993377" y="1418370"/>
                  <a:pt x="3998787" y="1415520"/>
                  <a:pt x="4005272" y="1412864"/>
                </a:cubicBezTo>
                <a:lnTo>
                  <a:pt x="4023233" y="1404679"/>
                </a:lnTo>
                <a:lnTo>
                  <a:pt x="4018594" y="1402300"/>
                </a:lnTo>
                <a:cubicBezTo>
                  <a:pt x="4022944" y="1392455"/>
                  <a:pt x="4042010" y="1394010"/>
                  <a:pt x="4044017" y="1387533"/>
                </a:cubicBezTo>
                <a:close/>
                <a:moveTo>
                  <a:pt x="4453020" y="1373500"/>
                </a:moveTo>
                <a:cubicBezTo>
                  <a:pt x="4450665" y="1379917"/>
                  <a:pt x="4435863" y="1381457"/>
                  <a:pt x="4435863" y="1389670"/>
                </a:cubicBezTo>
                <a:cubicBezTo>
                  <a:pt x="4446628" y="1386333"/>
                  <a:pt x="4463448" y="1379917"/>
                  <a:pt x="4453020" y="1373500"/>
                </a:cubicBezTo>
                <a:close/>
                <a:moveTo>
                  <a:pt x="4801531" y="1370164"/>
                </a:moveTo>
                <a:cubicBezTo>
                  <a:pt x="4788748" y="1376580"/>
                  <a:pt x="4803550" y="1379917"/>
                  <a:pt x="4795140" y="1384793"/>
                </a:cubicBezTo>
                <a:cubicBezTo>
                  <a:pt x="4805904" y="1389670"/>
                  <a:pt x="4807922" y="1376580"/>
                  <a:pt x="4801531" y="1370164"/>
                </a:cubicBezTo>
                <a:close/>
                <a:moveTo>
                  <a:pt x="5549257" y="1356975"/>
                </a:moveTo>
                <a:cubicBezTo>
                  <a:pt x="5563995" y="1368245"/>
                  <a:pt x="5539104" y="1384382"/>
                  <a:pt x="5561702" y="1394115"/>
                </a:cubicBezTo>
                <a:cubicBezTo>
                  <a:pt x="5557772" y="1405385"/>
                  <a:pt x="5549257" y="1392578"/>
                  <a:pt x="5545327" y="1398981"/>
                </a:cubicBezTo>
                <a:cubicBezTo>
                  <a:pt x="5543034" y="1392578"/>
                  <a:pt x="5545327" y="1374649"/>
                  <a:pt x="5549257" y="1356975"/>
                </a:cubicBezTo>
                <a:close/>
                <a:moveTo>
                  <a:pt x="5831150" y="1355949"/>
                </a:moveTo>
                <a:cubicBezTo>
                  <a:pt x="5835226" y="1357211"/>
                  <a:pt x="5836114" y="1368481"/>
                  <a:pt x="5848802" y="1363766"/>
                </a:cubicBezTo>
                <a:lnTo>
                  <a:pt x="5846772" y="1374832"/>
                </a:lnTo>
                <a:cubicBezTo>
                  <a:pt x="5827487" y="1367035"/>
                  <a:pt x="5812600" y="1374832"/>
                  <a:pt x="5810570" y="1358987"/>
                </a:cubicBezTo>
                <a:cubicBezTo>
                  <a:pt x="5810570" y="1363766"/>
                  <a:pt x="5840343" y="1365274"/>
                  <a:pt x="5825457" y="1358987"/>
                </a:cubicBezTo>
                <a:cubicBezTo>
                  <a:pt x="5828079" y="1356220"/>
                  <a:pt x="5829792" y="1355529"/>
                  <a:pt x="5831150" y="1355949"/>
                </a:cubicBezTo>
                <a:close/>
                <a:moveTo>
                  <a:pt x="4145836" y="1349053"/>
                </a:moveTo>
                <a:cubicBezTo>
                  <a:pt x="4122472" y="1371434"/>
                  <a:pt x="4086758" y="1381098"/>
                  <a:pt x="4052714" y="1394069"/>
                </a:cubicBezTo>
                <a:cubicBezTo>
                  <a:pt x="4065730" y="1357191"/>
                  <a:pt x="4120469" y="1371434"/>
                  <a:pt x="4145836" y="1349053"/>
                </a:cubicBezTo>
                <a:close/>
                <a:moveTo>
                  <a:pt x="5518002" y="1341131"/>
                </a:moveTo>
                <a:cubicBezTo>
                  <a:pt x="5505299" y="1357575"/>
                  <a:pt x="5515662" y="1367338"/>
                  <a:pt x="5509311" y="1388407"/>
                </a:cubicBezTo>
                <a:cubicBezTo>
                  <a:pt x="5494602" y="1380185"/>
                  <a:pt x="5500953" y="1354234"/>
                  <a:pt x="5518002" y="1341131"/>
                </a:cubicBezTo>
                <a:close/>
                <a:moveTo>
                  <a:pt x="4913965" y="1341131"/>
                </a:moveTo>
                <a:cubicBezTo>
                  <a:pt x="4922354" y="1344526"/>
                  <a:pt x="4939466" y="1342959"/>
                  <a:pt x="4937116" y="1349488"/>
                </a:cubicBezTo>
                <a:cubicBezTo>
                  <a:pt x="4928728" y="1349488"/>
                  <a:pt x="4917992" y="1347921"/>
                  <a:pt x="4917992" y="1351055"/>
                </a:cubicBezTo>
                <a:cubicBezTo>
                  <a:pt x="4911616" y="1351055"/>
                  <a:pt x="4913965" y="1344526"/>
                  <a:pt x="4913965" y="1341131"/>
                </a:cubicBezTo>
                <a:close/>
                <a:moveTo>
                  <a:pt x="4429272" y="1339595"/>
                </a:moveTo>
                <a:cubicBezTo>
                  <a:pt x="4431645" y="1339001"/>
                  <a:pt x="4434809" y="1339194"/>
                  <a:pt x="4439554" y="1340813"/>
                </a:cubicBezTo>
                <a:lnTo>
                  <a:pt x="4436405" y="1342485"/>
                </a:lnTo>
                <a:lnTo>
                  <a:pt x="4439412" y="1347513"/>
                </a:lnTo>
                <a:cubicBezTo>
                  <a:pt x="4438712" y="1350954"/>
                  <a:pt x="4433354" y="1353781"/>
                  <a:pt x="4428892" y="1353043"/>
                </a:cubicBezTo>
                <a:lnTo>
                  <a:pt x="4425815" y="1350644"/>
                </a:lnTo>
                <a:lnTo>
                  <a:pt x="4422571" y="1358936"/>
                </a:lnTo>
                <a:cubicBezTo>
                  <a:pt x="4418242" y="1358936"/>
                  <a:pt x="4414245" y="1355570"/>
                  <a:pt x="4409916" y="1357382"/>
                </a:cubicBezTo>
                <a:cubicBezTo>
                  <a:pt x="4414245" y="1358936"/>
                  <a:pt x="4416243" y="1360489"/>
                  <a:pt x="4414245" y="1363855"/>
                </a:cubicBezTo>
                <a:cubicBezTo>
                  <a:pt x="4405920" y="1367221"/>
                  <a:pt x="4405920" y="1360489"/>
                  <a:pt x="4399593" y="1360489"/>
                </a:cubicBezTo>
                <a:cubicBezTo>
                  <a:pt x="4401591" y="1362302"/>
                  <a:pt x="4397262" y="1362302"/>
                  <a:pt x="4399593" y="1363855"/>
                </a:cubicBezTo>
                <a:cubicBezTo>
                  <a:pt x="4401591" y="1367221"/>
                  <a:pt x="4407918" y="1365408"/>
                  <a:pt x="4407918" y="1370328"/>
                </a:cubicBezTo>
                <a:cubicBezTo>
                  <a:pt x="4403588" y="1371880"/>
                  <a:pt x="4401591" y="1373693"/>
                  <a:pt x="4399593" y="1373693"/>
                </a:cubicBezTo>
                <a:cubicBezTo>
                  <a:pt x="4397262" y="1365408"/>
                  <a:pt x="4390934" y="1363855"/>
                  <a:pt x="4393266" y="1357382"/>
                </a:cubicBezTo>
                <a:cubicBezTo>
                  <a:pt x="4405920" y="1357382"/>
                  <a:pt x="4416243" y="1357382"/>
                  <a:pt x="4407918" y="1349098"/>
                </a:cubicBezTo>
                <a:cubicBezTo>
                  <a:pt x="4422154" y="1350262"/>
                  <a:pt x="4422154" y="1341379"/>
                  <a:pt x="4429272" y="1339595"/>
                </a:cubicBezTo>
                <a:close/>
                <a:moveTo>
                  <a:pt x="4416751" y="1330945"/>
                </a:moveTo>
                <a:cubicBezTo>
                  <a:pt x="4418780" y="1337576"/>
                  <a:pt x="4414720" y="1340637"/>
                  <a:pt x="4412691" y="1345482"/>
                </a:cubicBezTo>
                <a:cubicBezTo>
                  <a:pt x="4408292" y="1342422"/>
                  <a:pt x="4406263" y="1348798"/>
                  <a:pt x="4399835" y="1342422"/>
                </a:cubicBezTo>
                <a:cubicBezTo>
                  <a:pt x="4418780" y="1343952"/>
                  <a:pt x="4406263" y="1332730"/>
                  <a:pt x="4416751" y="1330945"/>
                </a:cubicBezTo>
                <a:close/>
                <a:moveTo>
                  <a:pt x="4816332" y="1324733"/>
                </a:moveTo>
                <a:cubicBezTo>
                  <a:pt x="4805904" y="1328070"/>
                  <a:pt x="4803550" y="1331150"/>
                  <a:pt x="4797158" y="1336026"/>
                </a:cubicBezTo>
                <a:cubicBezTo>
                  <a:pt x="4801531" y="1344240"/>
                  <a:pt x="4807922" y="1345780"/>
                  <a:pt x="4818351" y="1345780"/>
                </a:cubicBezTo>
                <a:cubicBezTo>
                  <a:pt x="4818351" y="1352453"/>
                  <a:pt x="4818351" y="1360410"/>
                  <a:pt x="4805904" y="1363747"/>
                </a:cubicBezTo>
                <a:cubicBezTo>
                  <a:pt x="4807922" y="1370164"/>
                  <a:pt x="4814314" y="1367083"/>
                  <a:pt x="4818351" y="1371703"/>
                </a:cubicBezTo>
                <a:cubicBezTo>
                  <a:pt x="4818351" y="1357330"/>
                  <a:pt x="4829116" y="1357330"/>
                  <a:pt x="4824742" y="1344240"/>
                </a:cubicBezTo>
                <a:cubicBezTo>
                  <a:pt x="4824742" y="1344240"/>
                  <a:pt x="4824742" y="1344240"/>
                  <a:pt x="4841899" y="1339363"/>
                </a:cubicBezTo>
                <a:cubicBezTo>
                  <a:pt x="4837526" y="1334486"/>
                  <a:pt x="4839880" y="1332946"/>
                  <a:pt x="4843918" y="1329610"/>
                </a:cubicBezTo>
                <a:cubicBezTo>
                  <a:pt x="4833489" y="1328070"/>
                  <a:pt x="4831134" y="1342700"/>
                  <a:pt x="4820706" y="1342700"/>
                </a:cubicBezTo>
                <a:cubicBezTo>
                  <a:pt x="4812296" y="1334486"/>
                  <a:pt x="4822724" y="1331150"/>
                  <a:pt x="4816332" y="1324733"/>
                </a:cubicBezTo>
                <a:close/>
                <a:moveTo>
                  <a:pt x="943881" y="1321876"/>
                </a:moveTo>
                <a:cubicBezTo>
                  <a:pt x="933114" y="1329831"/>
                  <a:pt x="933114" y="1338043"/>
                  <a:pt x="922348" y="1339582"/>
                </a:cubicBezTo>
                <a:cubicBezTo>
                  <a:pt x="926723" y="1342919"/>
                  <a:pt x="924367" y="1345998"/>
                  <a:pt x="928741" y="1349334"/>
                </a:cubicBezTo>
                <a:cubicBezTo>
                  <a:pt x="939507" y="1339582"/>
                  <a:pt x="952292" y="1329831"/>
                  <a:pt x="943881" y="1321876"/>
                </a:cubicBezTo>
                <a:close/>
                <a:moveTo>
                  <a:pt x="4308368" y="1321653"/>
                </a:moveTo>
                <a:cubicBezTo>
                  <a:pt x="4297602" y="1319857"/>
                  <a:pt x="4301976" y="1329610"/>
                  <a:pt x="4308368" y="1331150"/>
                </a:cubicBezTo>
                <a:cubicBezTo>
                  <a:pt x="4321150" y="1332946"/>
                  <a:pt x="4310386" y="1324733"/>
                  <a:pt x="4308368" y="1321653"/>
                </a:cubicBezTo>
                <a:close/>
                <a:moveTo>
                  <a:pt x="4834770" y="1320497"/>
                </a:moveTo>
                <a:lnTo>
                  <a:pt x="4829326" y="1322712"/>
                </a:lnTo>
                <a:cubicBezTo>
                  <a:pt x="4826930" y="1325118"/>
                  <a:pt x="4826930" y="1327942"/>
                  <a:pt x="4829116" y="1331150"/>
                </a:cubicBezTo>
                <a:cubicBezTo>
                  <a:pt x="4832312" y="1329610"/>
                  <a:pt x="4836600" y="1328006"/>
                  <a:pt x="4839796" y="1325792"/>
                </a:cubicBezTo>
                <a:lnTo>
                  <a:pt x="4840643" y="1323940"/>
                </a:lnTo>
                <a:lnTo>
                  <a:pt x="4836702" y="1320537"/>
                </a:lnTo>
                <a:close/>
                <a:moveTo>
                  <a:pt x="5787502" y="1316909"/>
                </a:moveTo>
                <a:cubicBezTo>
                  <a:pt x="5819138" y="1315101"/>
                  <a:pt x="5785504" y="1367562"/>
                  <a:pt x="5783173" y="1380484"/>
                </a:cubicBezTo>
                <a:cubicBezTo>
                  <a:pt x="5770518" y="1364203"/>
                  <a:pt x="5800156" y="1338101"/>
                  <a:pt x="5787502" y="1316909"/>
                </a:cubicBezTo>
                <a:close/>
                <a:moveTo>
                  <a:pt x="5194784" y="1311900"/>
                </a:moveTo>
                <a:cubicBezTo>
                  <a:pt x="5190410" y="1313440"/>
                  <a:pt x="5190410" y="1316777"/>
                  <a:pt x="5186374" y="1319857"/>
                </a:cubicBezTo>
                <a:cubicBezTo>
                  <a:pt x="5186374" y="1319857"/>
                  <a:pt x="5186374" y="1319857"/>
                  <a:pt x="5199157" y="1339363"/>
                </a:cubicBezTo>
                <a:cubicBezTo>
                  <a:pt x="5209586" y="1331150"/>
                  <a:pt x="5207567" y="1313440"/>
                  <a:pt x="5194784" y="1311900"/>
                </a:cubicBezTo>
                <a:close/>
                <a:moveTo>
                  <a:pt x="5876984" y="1309442"/>
                </a:moveTo>
                <a:lnTo>
                  <a:pt x="5876984" y="1309443"/>
                </a:lnTo>
                <a:lnTo>
                  <a:pt x="5862368" y="1322007"/>
                </a:lnTo>
                <a:cubicBezTo>
                  <a:pt x="5858033" y="1326282"/>
                  <a:pt x="5853189" y="1329909"/>
                  <a:pt x="5844690" y="1330686"/>
                </a:cubicBezTo>
                <a:cubicBezTo>
                  <a:pt x="5846730" y="1324986"/>
                  <a:pt x="5850469" y="1320517"/>
                  <a:pt x="5855866" y="1317052"/>
                </a:cubicBezTo>
                <a:close/>
                <a:moveTo>
                  <a:pt x="4433922" y="1308730"/>
                </a:moveTo>
                <a:cubicBezTo>
                  <a:pt x="4450921" y="1307178"/>
                  <a:pt x="4450921" y="1315197"/>
                  <a:pt x="4459758" y="1317008"/>
                </a:cubicBezTo>
                <a:cubicBezTo>
                  <a:pt x="4448881" y="1317008"/>
                  <a:pt x="4461798" y="1323475"/>
                  <a:pt x="4450921" y="1325027"/>
                </a:cubicBezTo>
                <a:cubicBezTo>
                  <a:pt x="4440382" y="1321923"/>
                  <a:pt x="4450921" y="1317008"/>
                  <a:pt x="4442421" y="1315197"/>
                </a:cubicBezTo>
                <a:cubicBezTo>
                  <a:pt x="4438002" y="1315197"/>
                  <a:pt x="4433922" y="1321923"/>
                  <a:pt x="4429504" y="1318560"/>
                </a:cubicBezTo>
                <a:cubicBezTo>
                  <a:pt x="4435962" y="1317008"/>
                  <a:pt x="4435962" y="1312093"/>
                  <a:pt x="4433922" y="1308730"/>
                </a:cubicBezTo>
                <a:close/>
                <a:moveTo>
                  <a:pt x="4221388" y="1308247"/>
                </a:moveTo>
                <a:cubicBezTo>
                  <a:pt x="4231870" y="1329274"/>
                  <a:pt x="4193666" y="1319530"/>
                  <a:pt x="4176424" y="1337479"/>
                </a:cubicBezTo>
                <a:cubicBezTo>
                  <a:pt x="4172030" y="1334146"/>
                  <a:pt x="4176424" y="1330813"/>
                  <a:pt x="4172030" y="1327736"/>
                </a:cubicBezTo>
                <a:cubicBezTo>
                  <a:pt x="4167972" y="1330813"/>
                  <a:pt x="4163578" y="1327736"/>
                  <a:pt x="4159520" y="1330813"/>
                </a:cubicBezTo>
                <a:cubicBezTo>
                  <a:pt x="4170001" y="1304915"/>
                  <a:pt x="4202118" y="1321325"/>
                  <a:pt x="4221388" y="1308247"/>
                </a:cubicBezTo>
                <a:close/>
                <a:moveTo>
                  <a:pt x="5036736" y="1305510"/>
                </a:moveTo>
                <a:lnTo>
                  <a:pt x="5032139" y="1306417"/>
                </a:lnTo>
                <a:lnTo>
                  <a:pt x="5029873" y="1306355"/>
                </a:lnTo>
                <a:lnTo>
                  <a:pt x="5031560" y="1316834"/>
                </a:lnTo>
                <a:lnTo>
                  <a:pt x="5034404" y="1310777"/>
                </a:lnTo>
                <a:close/>
                <a:moveTo>
                  <a:pt x="5754998" y="1304915"/>
                </a:moveTo>
                <a:cubicBezTo>
                  <a:pt x="5757315" y="1313120"/>
                  <a:pt x="5744736" y="1309787"/>
                  <a:pt x="5742419" y="1314658"/>
                </a:cubicBezTo>
                <a:cubicBezTo>
                  <a:pt x="5746722" y="1324402"/>
                  <a:pt x="5757315" y="1309787"/>
                  <a:pt x="5761288" y="1319530"/>
                </a:cubicBezTo>
                <a:cubicBezTo>
                  <a:pt x="5748709" y="1337479"/>
                  <a:pt x="5721565" y="1304915"/>
                  <a:pt x="5754998" y="1304915"/>
                </a:cubicBezTo>
                <a:close/>
                <a:moveTo>
                  <a:pt x="5366820" y="1302885"/>
                </a:moveTo>
                <a:lnTo>
                  <a:pt x="5357939" y="1308675"/>
                </a:lnTo>
                <a:cubicBezTo>
                  <a:pt x="5346838" y="1321476"/>
                  <a:pt x="5350118" y="1337310"/>
                  <a:pt x="5324634" y="1345780"/>
                </a:cubicBezTo>
                <a:cubicBezTo>
                  <a:pt x="5331026" y="1352453"/>
                  <a:pt x="5320262" y="1353993"/>
                  <a:pt x="5322280" y="1360410"/>
                </a:cubicBezTo>
                <a:cubicBezTo>
                  <a:pt x="5322280" y="1360410"/>
                  <a:pt x="5322280" y="1360410"/>
                  <a:pt x="5305460" y="1367083"/>
                </a:cubicBezTo>
                <a:cubicBezTo>
                  <a:pt x="5306469" y="1380815"/>
                  <a:pt x="5295788" y="1392558"/>
                  <a:pt x="5283804" y="1402889"/>
                </a:cubicBezTo>
                <a:lnTo>
                  <a:pt x="5266780" y="1416878"/>
                </a:lnTo>
                <a:lnTo>
                  <a:pt x="5304658" y="1405180"/>
                </a:lnTo>
                <a:lnTo>
                  <a:pt x="5380314" y="1377129"/>
                </a:lnTo>
                <a:lnTo>
                  <a:pt x="5379805" y="1373500"/>
                </a:lnTo>
                <a:lnTo>
                  <a:pt x="5385277" y="1375289"/>
                </a:lnTo>
                <a:lnTo>
                  <a:pt x="5390056" y="1373517"/>
                </a:lnTo>
                <a:lnTo>
                  <a:pt x="5393092" y="1370613"/>
                </a:lnTo>
                <a:cubicBezTo>
                  <a:pt x="5394943" y="1368175"/>
                  <a:pt x="5396919" y="1365431"/>
                  <a:pt x="5399484" y="1363394"/>
                </a:cubicBezTo>
                <a:lnTo>
                  <a:pt x="5400426" y="1363111"/>
                </a:lnTo>
                <a:lnTo>
                  <a:pt x="5402424" y="1354738"/>
                </a:lnTo>
                <a:cubicBezTo>
                  <a:pt x="5402660" y="1343153"/>
                  <a:pt x="5394336" y="1340410"/>
                  <a:pt x="5394336" y="1318467"/>
                </a:cubicBezTo>
                <a:lnTo>
                  <a:pt x="5389816" y="1315769"/>
                </a:lnTo>
                <a:lnTo>
                  <a:pt x="5389183" y="1318692"/>
                </a:lnTo>
                <a:cubicBezTo>
                  <a:pt x="5389570" y="1320915"/>
                  <a:pt x="5391164" y="1323028"/>
                  <a:pt x="5394904" y="1325028"/>
                </a:cubicBezTo>
                <a:cubicBezTo>
                  <a:pt x="5381985" y="1326577"/>
                  <a:pt x="5390484" y="1334836"/>
                  <a:pt x="5384025" y="1339741"/>
                </a:cubicBezTo>
                <a:cubicBezTo>
                  <a:pt x="5373486" y="1336386"/>
                  <a:pt x="5386405" y="1329932"/>
                  <a:pt x="5384025" y="1321930"/>
                </a:cubicBezTo>
                <a:cubicBezTo>
                  <a:pt x="5377566" y="1321930"/>
                  <a:pt x="5371107" y="1326577"/>
                  <a:pt x="5367028" y="1320124"/>
                </a:cubicBezTo>
                <a:lnTo>
                  <a:pt x="5380270" y="1310069"/>
                </a:lnTo>
                <a:lnTo>
                  <a:pt x="5371170" y="1304636"/>
                </a:lnTo>
                <a:close/>
                <a:moveTo>
                  <a:pt x="5456168" y="1302146"/>
                </a:moveTo>
                <a:lnTo>
                  <a:pt x="5443506" y="1318402"/>
                </a:lnTo>
                <a:lnTo>
                  <a:pt x="5450354" y="1323914"/>
                </a:lnTo>
                <a:lnTo>
                  <a:pt x="5462306" y="1313055"/>
                </a:lnTo>
                <a:cubicBezTo>
                  <a:pt x="5464157" y="1307793"/>
                  <a:pt x="5462559" y="1302916"/>
                  <a:pt x="5456168" y="1302146"/>
                </a:cubicBezTo>
                <a:close/>
                <a:moveTo>
                  <a:pt x="5135242" y="1297270"/>
                </a:moveTo>
                <a:cubicBezTo>
                  <a:pt x="5124476" y="1302146"/>
                  <a:pt x="5124476" y="1310103"/>
                  <a:pt x="5118422" y="1316777"/>
                </a:cubicBezTo>
                <a:cubicBezTo>
                  <a:pt x="5126832" y="1318317"/>
                  <a:pt x="5141633" y="1305226"/>
                  <a:pt x="5135242" y="1297270"/>
                </a:cubicBezTo>
                <a:close/>
                <a:moveTo>
                  <a:pt x="5205548" y="1292393"/>
                </a:moveTo>
                <a:cubicBezTo>
                  <a:pt x="5188392" y="1307023"/>
                  <a:pt x="5220350" y="1310103"/>
                  <a:pt x="5226742" y="1328070"/>
                </a:cubicBezTo>
                <a:cubicBezTo>
                  <a:pt x="5224387" y="1337824"/>
                  <a:pt x="5209586" y="1344240"/>
                  <a:pt x="5209586" y="1353993"/>
                </a:cubicBezTo>
                <a:cubicBezTo>
                  <a:pt x="5226742" y="1353993"/>
                  <a:pt x="5220350" y="1332946"/>
                  <a:pt x="5230778" y="1344240"/>
                </a:cubicBezTo>
                <a:cubicBezTo>
                  <a:pt x="5241543" y="1337824"/>
                  <a:pt x="5237170" y="1323193"/>
                  <a:pt x="5252308" y="1323193"/>
                </a:cubicBezTo>
                <a:cubicBezTo>
                  <a:pt x="5252308" y="1316777"/>
                  <a:pt x="5258700" y="1310103"/>
                  <a:pt x="5247935" y="1308563"/>
                </a:cubicBezTo>
                <a:cubicBezTo>
                  <a:pt x="5230778" y="1326273"/>
                  <a:pt x="5209586" y="1305226"/>
                  <a:pt x="5205548" y="1292393"/>
                </a:cubicBezTo>
                <a:close/>
                <a:moveTo>
                  <a:pt x="4482706" y="1285675"/>
                </a:moveTo>
                <a:cubicBezTo>
                  <a:pt x="4487025" y="1296741"/>
                  <a:pt x="4466102" y="1299759"/>
                  <a:pt x="4461784" y="1307807"/>
                </a:cubicBezTo>
                <a:cubicBezTo>
                  <a:pt x="4470087" y="1309316"/>
                  <a:pt x="4470087" y="1301520"/>
                  <a:pt x="4474404" y="1307807"/>
                </a:cubicBezTo>
                <a:cubicBezTo>
                  <a:pt x="4463777" y="1309316"/>
                  <a:pt x="4468094" y="1312586"/>
                  <a:pt x="4455474" y="1311076"/>
                </a:cubicBezTo>
                <a:cubicBezTo>
                  <a:pt x="4466102" y="1301520"/>
                  <a:pt x="4442854" y="1295232"/>
                  <a:pt x="4455474" y="1288693"/>
                </a:cubicBezTo>
                <a:cubicBezTo>
                  <a:pt x="4457466" y="1293472"/>
                  <a:pt x="4461784" y="1298250"/>
                  <a:pt x="4468094" y="1296741"/>
                </a:cubicBezTo>
                <a:cubicBezTo>
                  <a:pt x="4474404" y="1293472"/>
                  <a:pt x="4470087" y="1287184"/>
                  <a:pt x="4482706" y="1285675"/>
                </a:cubicBezTo>
                <a:close/>
                <a:moveTo>
                  <a:pt x="4204146" y="1285675"/>
                </a:moveTo>
                <a:cubicBezTo>
                  <a:pt x="4210606" y="1285675"/>
                  <a:pt x="4217065" y="1288779"/>
                  <a:pt x="4221484" y="1293694"/>
                </a:cubicBezTo>
                <a:cubicBezTo>
                  <a:pt x="4215025" y="1298609"/>
                  <a:pt x="4206186" y="1303524"/>
                  <a:pt x="4200068" y="1301972"/>
                </a:cubicBezTo>
                <a:cubicBezTo>
                  <a:pt x="4189188" y="1295505"/>
                  <a:pt x="4208566" y="1292142"/>
                  <a:pt x="4204146" y="1285675"/>
                </a:cubicBezTo>
                <a:close/>
                <a:moveTo>
                  <a:pt x="4867466" y="1282639"/>
                </a:moveTo>
                <a:cubicBezTo>
                  <a:pt x="4867466" y="1282639"/>
                  <a:pt x="4867466" y="1282639"/>
                  <a:pt x="4859056" y="1285977"/>
                </a:cubicBezTo>
                <a:cubicBezTo>
                  <a:pt x="4867466" y="1293933"/>
                  <a:pt x="4863093" y="1297270"/>
                  <a:pt x="4850310" y="1298810"/>
                </a:cubicBezTo>
                <a:cubicBezTo>
                  <a:pt x="4850310" y="1298810"/>
                  <a:pt x="4850310" y="1298810"/>
                  <a:pt x="4856702" y="1308563"/>
                </a:cubicBezTo>
                <a:cubicBezTo>
                  <a:pt x="4863093" y="1300350"/>
                  <a:pt x="4873858" y="1293933"/>
                  <a:pt x="4867466" y="1282639"/>
                </a:cubicBezTo>
                <a:close/>
                <a:moveTo>
                  <a:pt x="5314797" y="1278942"/>
                </a:moveTo>
                <a:lnTo>
                  <a:pt x="5313870" y="1279303"/>
                </a:lnTo>
                <a:cubicBezTo>
                  <a:pt x="5314963" y="1281356"/>
                  <a:pt x="5316582" y="1282495"/>
                  <a:pt x="5318427" y="1282997"/>
                </a:cubicBezTo>
                <a:lnTo>
                  <a:pt x="5321014" y="1282939"/>
                </a:lnTo>
                <a:close/>
                <a:moveTo>
                  <a:pt x="4255656" y="1274467"/>
                </a:moveTo>
                <a:cubicBezTo>
                  <a:pt x="4251301" y="1274467"/>
                  <a:pt x="4226178" y="1282644"/>
                  <a:pt x="4240918" y="1290822"/>
                </a:cubicBezTo>
                <a:cubicBezTo>
                  <a:pt x="4244936" y="1285967"/>
                  <a:pt x="4262020" y="1281111"/>
                  <a:pt x="4255656" y="1274467"/>
                </a:cubicBezTo>
                <a:close/>
                <a:moveTo>
                  <a:pt x="4927008" y="1269550"/>
                </a:moveTo>
                <a:cubicBezTo>
                  <a:pt x="4918262" y="1266470"/>
                  <a:pt x="4914226" y="1281100"/>
                  <a:pt x="4909852" y="1285977"/>
                </a:cubicBezTo>
                <a:cubicBezTo>
                  <a:pt x="4922636" y="1289056"/>
                  <a:pt x="4924990" y="1274426"/>
                  <a:pt x="4927008" y="1269550"/>
                </a:cubicBezTo>
                <a:close/>
                <a:moveTo>
                  <a:pt x="1020252" y="1269170"/>
                </a:moveTo>
                <a:cubicBezTo>
                  <a:pt x="1018086" y="1269271"/>
                  <a:pt x="1015962" y="1269912"/>
                  <a:pt x="1013859" y="1271580"/>
                </a:cubicBezTo>
                <a:cubicBezTo>
                  <a:pt x="1018232" y="1276456"/>
                  <a:pt x="1026643" y="1273120"/>
                  <a:pt x="1018232" y="1281331"/>
                </a:cubicBezTo>
                <a:cubicBezTo>
                  <a:pt x="1013859" y="1276456"/>
                  <a:pt x="1009485" y="1274660"/>
                  <a:pt x="1003093" y="1277995"/>
                </a:cubicBezTo>
                <a:cubicBezTo>
                  <a:pt x="1007467" y="1291083"/>
                  <a:pt x="971468" y="1307249"/>
                  <a:pt x="949936" y="1313665"/>
                </a:cubicBezTo>
                <a:cubicBezTo>
                  <a:pt x="956328" y="1321876"/>
                  <a:pt x="958683" y="1320080"/>
                  <a:pt x="960703" y="1326495"/>
                </a:cubicBezTo>
                <a:cubicBezTo>
                  <a:pt x="983916" y="1297498"/>
                  <a:pt x="1020251" y="1294162"/>
                  <a:pt x="1041447" y="1269784"/>
                </a:cubicBezTo>
                <a:cubicBezTo>
                  <a:pt x="1033624" y="1273441"/>
                  <a:pt x="1026749" y="1268869"/>
                  <a:pt x="1020252" y="1269170"/>
                </a:cubicBezTo>
                <a:close/>
                <a:moveTo>
                  <a:pt x="5075698" y="1268010"/>
                </a:moveTo>
                <a:cubicBezTo>
                  <a:pt x="5060896" y="1272886"/>
                  <a:pt x="5062914" y="1282639"/>
                  <a:pt x="5060896" y="1290853"/>
                </a:cubicBezTo>
                <a:cubicBezTo>
                  <a:pt x="5064933" y="1292393"/>
                  <a:pt x="5069306" y="1290853"/>
                  <a:pt x="5075698" y="1287517"/>
                </a:cubicBezTo>
                <a:cubicBezTo>
                  <a:pt x="5067288" y="1279303"/>
                  <a:pt x="5084108" y="1276223"/>
                  <a:pt x="5075698" y="1268010"/>
                </a:cubicBezTo>
                <a:close/>
                <a:moveTo>
                  <a:pt x="4563359" y="1256716"/>
                </a:moveTo>
                <a:cubicBezTo>
                  <a:pt x="4559322" y="1259796"/>
                  <a:pt x="4552931" y="1266470"/>
                  <a:pt x="4563359" y="1269550"/>
                </a:cubicBezTo>
                <a:cubicBezTo>
                  <a:pt x="4571769" y="1266470"/>
                  <a:pt x="4574124" y="1258256"/>
                  <a:pt x="4563359" y="1256716"/>
                </a:cubicBezTo>
                <a:close/>
                <a:moveTo>
                  <a:pt x="5662517" y="1252854"/>
                </a:moveTo>
                <a:cubicBezTo>
                  <a:pt x="5672998" y="1252854"/>
                  <a:pt x="5672998" y="1252854"/>
                  <a:pt x="5672998" y="1252854"/>
                </a:cubicBezTo>
                <a:cubicBezTo>
                  <a:pt x="5674963" y="1256228"/>
                  <a:pt x="5676928" y="1259343"/>
                  <a:pt x="5676928" y="1264275"/>
                </a:cubicBezTo>
                <a:cubicBezTo>
                  <a:pt x="5656294" y="1261160"/>
                  <a:pt x="5681186" y="1275957"/>
                  <a:pt x="5664810" y="1280889"/>
                </a:cubicBezTo>
                <a:cubicBezTo>
                  <a:pt x="5658586" y="1274139"/>
                  <a:pt x="5658586" y="1257786"/>
                  <a:pt x="5662517" y="1252854"/>
                </a:cubicBezTo>
                <a:close/>
                <a:moveTo>
                  <a:pt x="4320883" y="1252854"/>
                </a:moveTo>
                <a:cubicBezTo>
                  <a:pt x="4341651" y="1254384"/>
                  <a:pt x="4322862" y="1267391"/>
                  <a:pt x="4310334" y="1270707"/>
                </a:cubicBezTo>
                <a:cubicBezTo>
                  <a:pt x="4306379" y="1262545"/>
                  <a:pt x="4324840" y="1256169"/>
                  <a:pt x="4320883" y="1252854"/>
                </a:cubicBezTo>
                <a:close/>
                <a:moveTo>
                  <a:pt x="5620484" y="1248327"/>
                </a:moveTo>
                <a:cubicBezTo>
                  <a:pt x="5633696" y="1248327"/>
                  <a:pt x="5629176" y="1262569"/>
                  <a:pt x="5622570" y="1267317"/>
                </a:cubicBezTo>
                <a:cubicBezTo>
                  <a:pt x="5611792" y="1265817"/>
                  <a:pt x="5622570" y="1253074"/>
                  <a:pt x="5620484" y="1248327"/>
                </a:cubicBezTo>
                <a:close/>
                <a:moveTo>
                  <a:pt x="5201176" y="1246963"/>
                </a:moveTo>
                <a:cubicBezTo>
                  <a:pt x="5194784" y="1253379"/>
                  <a:pt x="5196802" y="1261593"/>
                  <a:pt x="5194784" y="1269550"/>
                </a:cubicBezTo>
                <a:cubicBezTo>
                  <a:pt x="5201176" y="1263133"/>
                  <a:pt x="5211940" y="1256716"/>
                  <a:pt x="5201176" y="1246963"/>
                </a:cubicBezTo>
                <a:close/>
                <a:moveTo>
                  <a:pt x="4508948" y="1244932"/>
                </a:moveTo>
                <a:cubicBezTo>
                  <a:pt x="4515212" y="1251399"/>
                  <a:pt x="4496422" y="1254503"/>
                  <a:pt x="4513235" y="1259418"/>
                </a:cubicBezTo>
                <a:cubicBezTo>
                  <a:pt x="4500708" y="1262781"/>
                  <a:pt x="4498730" y="1251399"/>
                  <a:pt x="4488180" y="1257866"/>
                </a:cubicBezTo>
                <a:cubicBezTo>
                  <a:pt x="4479940" y="1248036"/>
                  <a:pt x="4500708" y="1251399"/>
                  <a:pt x="4508948" y="1244932"/>
                </a:cubicBezTo>
                <a:close/>
                <a:moveTo>
                  <a:pt x="5773251" y="1243077"/>
                </a:moveTo>
                <a:cubicBezTo>
                  <a:pt x="5802451" y="1243077"/>
                  <a:pt x="5802451" y="1243077"/>
                  <a:pt x="5802451" y="1243077"/>
                </a:cubicBezTo>
                <a:cubicBezTo>
                  <a:pt x="5806764" y="1246415"/>
                  <a:pt x="5808756" y="1251295"/>
                  <a:pt x="5804774" y="1259256"/>
                </a:cubicBezTo>
                <a:cubicBezTo>
                  <a:pt x="5796146" y="1256175"/>
                  <a:pt x="5804774" y="1241536"/>
                  <a:pt x="5781547" y="1246415"/>
                </a:cubicBezTo>
                <a:cubicBezTo>
                  <a:pt x="5802451" y="1275693"/>
                  <a:pt x="5758651" y="1282114"/>
                  <a:pt x="5790174" y="1301632"/>
                </a:cubicBezTo>
                <a:cubicBezTo>
                  <a:pt x="5785860" y="1301632"/>
                  <a:pt x="5785860" y="1306512"/>
                  <a:pt x="5785860" y="1308054"/>
                </a:cubicBezTo>
                <a:cubicBezTo>
                  <a:pt x="5781547" y="1306512"/>
                  <a:pt x="5775242" y="1304714"/>
                  <a:pt x="5766946" y="1304714"/>
                </a:cubicBezTo>
                <a:cubicBezTo>
                  <a:pt x="5762633" y="1275693"/>
                  <a:pt x="5775242" y="1273896"/>
                  <a:pt x="5773251" y="1243077"/>
                </a:cubicBezTo>
                <a:close/>
                <a:moveTo>
                  <a:pt x="1164918" y="1240786"/>
                </a:moveTo>
                <a:cubicBezTo>
                  <a:pt x="1152133" y="1245662"/>
                  <a:pt x="1145741" y="1252077"/>
                  <a:pt x="1128583" y="1252077"/>
                </a:cubicBezTo>
                <a:cubicBezTo>
                  <a:pt x="1134975" y="1268244"/>
                  <a:pt x="1162563" y="1248742"/>
                  <a:pt x="1164918" y="1240786"/>
                </a:cubicBezTo>
                <a:close/>
                <a:moveTo>
                  <a:pt x="5738543" y="1240405"/>
                </a:moveTo>
                <a:cubicBezTo>
                  <a:pt x="5755024" y="1251762"/>
                  <a:pt x="5736235" y="1268023"/>
                  <a:pt x="5753048" y="1281187"/>
                </a:cubicBezTo>
                <a:cubicBezTo>
                  <a:pt x="5730301" y="1281187"/>
                  <a:pt x="5761288" y="1287641"/>
                  <a:pt x="5751069" y="1298998"/>
                </a:cubicBezTo>
                <a:cubicBezTo>
                  <a:pt x="5727994" y="1292545"/>
                  <a:pt x="5740520" y="1272927"/>
                  <a:pt x="5726016" y="1256666"/>
                </a:cubicBezTo>
                <a:cubicBezTo>
                  <a:pt x="5748762" y="1258215"/>
                  <a:pt x="5726016" y="1243502"/>
                  <a:pt x="5738543" y="1240405"/>
                </a:cubicBezTo>
                <a:close/>
                <a:moveTo>
                  <a:pt x="5507146" y="1236554"/>
                </a:moveTo>
                <a:lnTo>
                  <a:pt x="5506657" y="1242183"/>
                </a:lnTo>
                <a:lnTo>
                  <a:pt x="5513692" y="1240546"/>
                </a:lnTo>
                <a:cubicBezTo>
                  <a:pt x="5511589" y="1240931"/>
                  <a:pt x="5509865" y="1240306"/>
                  <a:pt x="5508630" y="1239251"/>
                </a:cubicBezTo>
                <a:close/>
                <a:moveTo>
                  <a:pt x="1077445" y="1235911"/>
                </a:moveTo>
                <a:cubicBezTo>
                  <a:pt x="1067016" y="1252077"/>
                  <a:pt x="1045820" y="1253617"/>
                  <a:pt x="1037409" y="1268244"/>
                </a:cubicBezTo>
                <a:cubicBezTo>
                  <a:pt x="1058605" y="1256953"/>
                  <a:pt x="1073407" y="1258493"/>
                  <a:pt x="1083837" y="1242326"/>
                </a:cubicBezTo>
                <a:cubicBezTo>
                  <a:pt x="1083837" y="1242326"/>
                  <a:pt x="1083837" y="1242326"/>
                  <a:pt x="1077445" y="1235911"/>
                </a:cubicBezTo>
                <a:close/>
                <a:moveTo>
                  <a:pt x="5359470" y="1235878"/>
                </a:moveTo>
                <a:cubicBezTo>
                  <a:pt x="5361557" y="1238987"/>
                  <a:pt x="5368162" y="1243909"/>
                  <a:pt x="5363643" y="1247277"/>
                </a:cubicBezTo>
                <a:cubicBezTo>
                  <a:pt x="5361557" y="1238987"/>
                  <a:pt x="5348345" y="1257121"/>
                  <a:pt x="5346260" y="1248831"/>
                </a:cubicBezTo>
                <a:cubicBezTo>
                  <a:pt x="5352865" y="1243909"/>
                  <a:pt x="5350432" y="1238987"/>
                  <a:pt x="5359470" y="1235878"/>
                </a:cubicBezTo>
                <a:close/>
                <a:moveTo>
                  <a:pt x="4285132" y="1235878"/>
                </a:moveTo>
                <a:cubicBezTo>
                  <a:pt x="4291497" y="1256833"/>
                  <a:pt x="4262020" y="1253511"/>
                  <a:pt x="4253646" y="1268077"/>
                </a:cubicBezTo>
                <a:cubicBezTo>
                  <a:pt x="4272404" y="1281111"/>
                  <a:pt x="4287477" y="1245588"/>
                  <a:pt x="4310590" y="1235878"/>
                </a:cubicBezTo>
                <a:cubicBezTo>
                  <a:pt x="4312935" y="1238944"/>
                  <a:pt x="4314945" y="1247122"/>
                  <a:pt x="4308580" y="1243800"/>
                </a:cubicBezTo>
                <a:cubicBezTo>
                  <a:pt x="4308580" y="1248655"/>
                  <a:pt x="4314945" y="1245588"/>
                  <a:pt x="4312935" y="1255045"/>
                </a:cubicBezTo>
                <a:cubicBezTo>
                  <a:pt x="4274749" y="1276255"/>
                  <a:pt x="4274749" y="1300278"/>
                  <a:pt x="4230198" y="1306922"/>
                </a:cubicBezTo>
                <a:cubicBezTo>
                  <a:pt x="4226178" y="1302066"/>
                  <a:pt x="4240918" y="1287500"/>
                  <a:pt x="4221824" y="1289034"/>
                </a:cubicBezTo>
                <a:cubicBezTo>
                  <a:pt x="4242926" y="1268077"/>
                  <a:pt x="4257666" y="1248655"/>
                  <a:pt x="4285132" y="1235878"/>
                </a:cubicBezTo>
                <a:close/>
                <a:moveTo>
                  <a:pt x="4517364" y="1230617"/>
                </a:moveTo>
                <a:cubicBezTo>
                  <a:pt x="4518720" y="1229629"/>
                  <a:pt x="4519822" y="1229246"/>
                  <a:pt x="4523044" y="1231669"/>
                </a:cubicBezTo>
                <a:cubicBezTo>
                  <a:pt x="4521010" y="1231669"/>
                  <a:pt x="4523044" y="1234985"/>
                  <a:pt x="4525078" y="1236515"/>
                </a:cubicBezTo>
                <a:cubicBezTo>
                  <a:pt x="4510158" y="1236515"/>
                  <a:pt x="4531520" y="1244677"/>
                  <a:pt x="4516600" y="1244677"/>
                </a:cubicBezTo>
                <a:cubicBezTo>
                  <a:pt x="4508124" y="1238046"/>
                  <a:pt x="4527452" y="1234985"/>
                  <a:pt x="4510158" y="1233199"/>
                </a:cubicBezTo>
                <a:cubicBezTo>
                  <a:pt x="4514398" y="1233199"/>
                  <a:pt x="4516008" y="1231605"/>
                  <a:pt x="4517364" y="1230617"/>
                </a:cubicBezTo>
                <a:close/>
                <a:moveTo>
                  <a:pt x="5711437" y="1230219"/>
                </a:moveTo>
                <a:cubicBezTo>
                  <a:pt x="5715427" y="1236599"/>
                  <a:pt x="5719750" y="1251145"/>
                  <a:pt x="5711437" y="1255994"/>
                </a:cubicBezTo>
                <a:cubicBezTo>
                  <a:pt x="5707115" y="1251145"/>
                  <a:pt x="5700797" y="1236599"/>
                  <a:pt x="5711437" y="1230219"/>
                </a:cubicBezTo>
                <a:close/>
                <a:moveTo>
                  <a:pt x="4408278" y="1225916"/>
                </a:moveTo>
                <a:cubicBezTo>
                  <a:pt x="4397514" y="1227456"/>
                  <a:pt x="4393477" y="1235670"/>
                  <a:pt x="4403906" y="1238749"/>
                </a:cubicBezTo>
                <a:cubicBezTo>
                  <a:pt x="4412652" y="1235670"/>
                  <a:pt x="4418707" y="1232332"/>
                  <a:pt x="4408278" y="1225916"/>
                </a:cubicBezTo>
                <a:close/>
                <a:moveTo>
                  <a:pt x="4897176" y="1222297"/>
                </a:moveTo>
                <a:cubicBezTo>
                  <a:pt x="4908302" y="1227219"/>
                  <a:pt x="4903782" y="1235509"/>
                  <a:pt x="4899609" y="1243540"/>
                </a:cubicBezTo>
                <a:cubicBezTo>
                  <a:pt x="4893004" y="1238618"/>
                  <a:pt x="4886398" y="1227219"/>
                  <a:pt x="4897176" y="1222297"/>
                </a:cubicBezTo>
                <a:close/>
                <a:moveTo>
                  <a:pt x="5507497" y="1221722"/>
                </a:moveTo>
                <a:lnTo>
                  <a:pt x="5508209" y="1224306"/>
                </a:lnTo>
                <a:lnTo>
                  <a:pt x="5507406" y="1233557"/>
                </a:lnTo>
                <a:lnTo>
                  <a:pt x="5507967" y="1232425"/>
                </a:lnTo>
                <a:cubicBezTo>
                  <a:pt x="5509128" y="1231980"/>
                  <a:pt x="5511000" y="1232269"/>
                  <a:pt x="5513692" y="1233873"/>
                </a:cubicBezTo>
                <a:cubicBezTo>
                  <a:pt x="5514700" y="1230664"/>
                  <a:pt x="5513608" y="1227841"/>
                  <a:pt x="5511463" y="1225210"/>
                </a:cubicBezTo>
                <a:close/>
                <a:moveTo>
                  <a:pt x="5224387" y="1217703"/>
                </a:moveTo>
                <a:cubicBezTo>
                  <a:pt x="5213958" y="1221039"/>
                  <a:pt x="5222368" y="1227456"/>
                  <a:pt x="5211940" y="1230793"/>
                </a:cubicBezTo>
                <a:cubicBezTo>
                  <a:pt x="5217996" y="1232332"/>
                  <a:pt x="5224387" y="1228996"/>
                  <a:pt x="5230778" y="1227456"/>
                </a:cubicBezTo>
                <a:cubicBezTo>
                  <a:pt x="5230778" y="1227456"/>
                  <a:pt x="5230778" y="1227456"/>
                  <a:pt x="5224387" y="1217703"/>
                </a:cubicBezTo>
                <a:close/>
                <a:moveTo>
                  <a:pt x="4584552" y="1216163"/>
                </a:moveTo>
                <a:cubicBezTo>
                  <a:pt x="4576142" y="1219499"/>
                  <a:pt x="4569751" y="1222579"/>
                  <a:pt x="4574124" y="1228996"/>
                </a:cubicBezTo>
                <a:cubicBezTo>
                  <a:pt x="4578160" y="1225916"/>
                  <a:pt x="4590944" y="1222579"/>
                  <a:pt x="4584552" y="1216163"/>
                </a:cubicBezTo>
                <a:close/>
                <a:moveTo>
                  <a:pt x="5403142" y="1212056"/>
                </a:moveTo>
                <a:cubicBezTo>
                  <a:pt x="5398391" y="1211222"/>
                  <a:pt x="5392588" y="1212826"/>
                  <a:pt x="5392588" y="1217703"/>
                </a:cubicBezTo>
                <a:cubicBezTo>
                  <a:pt x="5394606" y="1224376"/>
                  <a:pt x="5403016" y="1216163"/>
                  <a:pt x="5407390" y="1221039"/>
                </a:cubicBezTo>
                <a:cubicBezTo>
                  <a:pt x="5411594" y="1216163"/>
                  <a:pt x="5407894" y="1212890"/>
                  <a:pt x="5403142" y="1212056"/>
                </a:cubicBezTo>
                <a:close/>
                <a:moveTo>
                  <a:pt x="1069034" y="1211532"/>
                </a:moveTo>
                <a:cubicBezTo>
                  <a:pt x="1058605" y="1217948"/>
                  <a:pt x="1047839" y="1222824"/>
                  <a:pt x="1052212" y="1229239"/>
                </a:cubicBezTo>
                <a:cubicBezTo>
                  <a:pt x="1060623" y="1221284"/>
                  <a:pt x="1064996" y="1229239"/>
                  <a:pt x="1073407" y="1221284"/>
                </a:cubicBezTo>
                <a:cubicBezTo>
                  <a:pt x="1069034" y="1217948"/>
                  <a:pt x="1067016" y="1214869"/>
                  <a:pt x="1069034" y="1211532"/>
                </a:cubicBezTo>
                <a:close/>
                <a:moveTo>
                  <a:pt x="4212066" y="1207584"/>
                </a:moveTo>
                <a:cubicBezTo>
                  <a:pt x="4218518" y="1219337"/>
                  <a:pt x="4201538" y="1220904"/>
                  <a:pt x="4195086" y="1224299"/>
                </a:cubicBezTo>
                <a:cubicBezTo>
                  <a:pt x="4190672" y="1217508"/>
                  <a:pt x="4207990" y="1214374"/>
                  <a:pt x="4212066" y="1207584"/>
                </a:cubicBezTo>
                <a:close/>
                <a:moveTo>
                  <a:pt x="5707352" y="1206452"/>
                </a:moveTo>
                <a:cubicBezTo>
                  <a:pt x="5734584" y="1206452"/>
                  <a:pt x="5715654" y="1226164"/>
                  <a:pt x="5705358" y="1231091"/>
                </a:cubicBezTo>
                <a:cubicBezTo>
                  <a:pt x="5690414" y="1226164"/>
                  <a:pt x="5711668" y="1216307"/>
                  <a:pt x="5707352" y="1206452"/>
                </a:cubicBezTo>
                <a:close/>
                <a:moveTo>
                  <a:pt x="5357134" y="1205423"/>
                </a:moveTo>
                <a:cubicBezTo>
                  <a:pt x="5353272" y="1206458"/>
                  <a:pt x="5348856" y="1208783"/>
                  <a:pt x="5343474" y="1212826"/>
                </a:cubicBezTo>
                <a:cubicBezTo>
                  <a:pt x="5347847" y="1216163"/>
                  <a:pt x="5354238" y="1207949"/>
                  <a:pt x="5358612" y="1212826"/>
                </a:cubicBezTo>
                <a:cubicBezTo>
                  <a:pt x="5354238" y="1222579"/>
                  <a:pt x="5347847" y="1227456"/>
                  <a:pt x="5335063" y="1230793"/>
                </a:cubicBezTo>
                <a:cubicBezTo>
                  <a:pt x="5336073" y="1235670"/>
                  <a:pt x="5331867" y="1239327"/>
                  <a:pt x="5328714" y="1243177"/>
                </a:cubicBezTo>
                <a:lnTo>
                  <a:pt x="5326900" y="1246676"/>
                </a:lnTo>
                <a:lnTo>
                  <a:pt x="5328412" y="1248660"/>
                </a:lnTo>
                <a:lnTo>
                  <a:pt x="5342766" y="1255648"/>
                </a:lnTo>
                <a:lnTo>
                  <a:pt x="5352220" y="1251839"/>
                </a:lnTo>
                <a:cubicBezTo>
                  <a:pt x="5353230" y="1253443"/>
                  <a:pt x="5352935" y="1254743"/>
                  <a:pt x="5352058" y="1255894"/>
                </a:cubicBezTo>
                <a:lnTo>
                  <a:pt x="5348890" y="1258630"/>
                </a:lnTo>
                <a:lnTo>
                  <a:pt x="5354698" y="1261457"/>
                </a:lnTo>
                <a:lnTo>
                  <a:pt x="5354996" y="1261240"/>
                </a:lnTo>
                <a:cubicBezTo>
                  <a:pt x="5355668" y="1260518"/>
                  <a:pt x="5356278" y="1260158"/>
                  <a:pt x="5357120" y="1260587"/>
                </a:cubicBezTo>
                <a:lnTo>
                  <a:pt x="5360146" y="1264109"/>
                </a:lnTo>
                <a:lnTo>
                  <a:pt x="5360784" y="1264420"/>
                </a:lnTo>
                <a:lnTo>
                  <a:pt x="5373414" y="1243626"/>
                </a:lnTo>
                <a:cubicBezTo>
                  <a:pt x="5379805" y="1243626"/>
                  <a:pt x="5373414" y="1248503"/>
                  <a:pt x="5377450" y="1251839"/>
                </a:cubicBezTo>
                <a:cubicBezTo>
                  <a:pt x="5390233" y="1248503"/>
                  <a:pt x="5390233" y="1243626"/>
                  <a:pt x="5392588" y="1238749"/>
                </a:cubicBezTo>
                <a:cubicBezTo>
                  <a:pt x="5377450" y="1238749"/>
                  <a:pt x="5388215" y="1235670"/>
                  <a:pt x="5383842" y="1225916"/>
                </a:cubicBezTo>
                <a:cubicBezTo>
                  <a:pt x="5379805" y="1225916"/>
                  <a:pt x="5375432" y="1227456"/>
                  <a:pt x="5369040" y="1230793"/>
                </a:cubicBezTo>
                <a:cubicBezTo>
                  <a:pt x="5367022" y="1225916"/>
                  <a:pt x="5377450" y="1224376"/>
                  <a:pt x="5375432" y="1219499"/>
                </a:cubicBezTo>
                <a:cubicBezTo>
                  <a:pt x="5379805" y="1219499"/>
                  <a:pt x="5381823" y="1224376"/>
                  <a:pt x="5388215" y="1219499"/>
                </a:cubicBezTo>
                <a:cubicBezTo>
                  <a:pt x="5375348" y="1210837"/>
                  <a:pt x="5368724" y="1202319"/>
                  <a:pt x="5357134" y="1205423"/>
                </a:cubicBezTo>
                <a:close/>
                <a:moveTo>
                  <a:pt x="4902998" y="1203169"/>
                </a:moveTo>
                <a:cubicBezTo>
                  <a:pt x="4898246" y="1201982"/>
                  <a:pt x="4890846" y="1202431"/>
                  <a:pt x="4886641" y="1204869"/>
                </a:cubicBezTo>
                <a:cubicBezTo>
                  <a:pt x="4897070" y="1216163"/>
                  <a:pt x="4882268" y="1206409"/>
                  <a:pt x="4873858" y="1211286"/>
                </a:cubicBezTo>
                <a:cubicBezTo>
                  <a:pt x="4882268" y="1225916"/>
                  <a:pt x="4859056" y="1232332"/>
                  <a:pt x="4865448" y="1246963"/>
                </a:cubicBezTo>
                <a:cubicBezTo>
                  <a:pt x="4859056" y="1245423"/>
                  <a:pt x="4854683" y="1246963"/>
                  <a:pt x="4852664" y="1250299"/>
                </a:cubicBezTo>
                <a:cubicBezTo>
                  <a:pt x="4861074" y="1256716"/>
                  <a:pt x="4865448" y="1264673"/>
                  <a:pt x="4852664" y="1261593"/>
                </a:cubicBezTo>
                <a:cubicBezTo>
                  <a:pt x="4856702" y="1268010"/>
                  <a:pt x="4869484" y="1266470"/>
                  <a:pt x="4861074" y="1279303"/>
                </a:cubicBezTo>
                <a:cubicBezTo>
                  <a:pt x="4877894" y="1274426"/>
                  <a:pt x="4871840" y="1264673"/>
                  <a:pt x="4861074" y="1253379"/>
                </a:cubicBezTo>
                <a:cubicBezTo>
                  <a:pt x="4863093" y="1246963"/>
                  <a:pt x="4875876" y="1243626"/>
                  <a:pt x="4880250" y="1238749"/>
                </a:cubicBezTo>
                <a:cubicBezTo>
                  <a:pt x="4880250" y="1242086"/>
                  <a:pt x="4877894" y="1243626"/>
                  <a:pt x="4882268" y="1243626"/>
                </a:cubicBezTo>
                <a:cubicBezTo>
                  <a:pt x="4875876" y="1250299"/>
                  <a:pt x="4871840" y="1266470"/>
                  <a:pt x="4884286" y="1272886"/>
                </a:cubicBezTo>
                <a:cubicBezTo>
                  <a:pt x="4899424" y="1268010"/>
                  <a:pt x="4886641" y="1258256"/>
                  <a:pt x="4888660" y="1251839"/>
                </a:cubicBezTo>
                <a:cubicBezTo>
                  <a:pt x="4888660" y="1251839"/>
                  <a:pt x="4888660" y="1251839"/>
                  <a:pt x="4905816" y="1246963"/>
                </a:cubicBezTo>
                <a:cubicBezTo>
                  <a:pt x="4903461" y="1233873"/>
                  <a:pt x="4922636" y="1216163"/>
                  <a:pt x="4895051" y="1209746"/>
                </a:cubicBezTo>
                <a:cubicBezTo>
                  <a:pt x="4899424" y="1206409"/>
                  <a:pt x="4901442" y="1209746"/>
                  <a:pt x="4903461" y="1211286"/>
                </a:cubicBezTo>
                <a:cubicBezTo>
                  <a:pt x="4909852" y="1207179"/>
                  <a:pt x="4907750" y="1204356"/>
                  <a:pt x="4902998" y="1203169"/>
                </a:cubicBezTo>
                <a:close/>
                <a:moveTo>
                  <a:pt x="4537666" y="1201925"/>
                </a:moveTo>
                <a:cubicBezTo>
                  <a:pt x="4561192" y="1217770"/>
                  <a:pt x="4531280" y="1217770"/>
                  <a:pt x="4524895" y="1228836"/>
                </a:cubicBezTo>
                <a:cubicBezTo>
                  <a:pt x="4518509" y="1219530"/>
                  <a:pt x="4537666" y="1214751"/>
                  <a:pt x="4531280" y="1203434"/>
                </a:cubicBezTo>
                <a:cubicBezTo>
                  <a:pt x="4533633" y="1206704"/>
                  <a:pt x="4535650" y="1205195"/>
                  <a:pt x="4537666" y="1201925"/>
                </a:cubicBezTo>
                <a:close/>
                <a:moveTo>
                  <a:pt x="5050234" y="1199662"/>
                </a:moveTo>
                <a:cubicBezTo>
                  <a:pt x="5067046" y="1201253"/>
                  <a:pt x="5056497" y="1209741"/>
                  <a:pt x="5054520" y="1216372"/>
                </a:cubicBezTo>
                <a:cubicBezTo>
                  <a:pt x="5037707" y="1214780"/>
                  <a:pt x="5054520" y="1209741"/>
                  <a:pt x="5050234" y="1199662"/>
                </a:cubicBezTo>
                <a:close/>
                <a:moveTo>
                  <a:pt x="4550882" y="1184948"/>
                </a:moveTo>
                <a:cubicBezTo>
                  <a:pt x="4555419" y="1188144"/>
                  <a:pt x="4562051" y="1184948"/>
                  <a:pt x="4564145" y="1188144"/>
                </a:cubicBezTo>
                <a:cubicBezTo>
                  <a:pt x="4548788" y="1188144"/>
                  <a:pt x="4555419" y="1198263"/>
                  <a:pt x="4548788" y="1195068"/>
                </a:cubicBezTo>
                <a:cubicBezTo>
                  <a:pt x="4550882" y="1191606"/>
                  <a:pt x="4546694" y="1186546"/>
                  <a:pt x="4550882" y="1184948"/>
                </a:cubicBezTo>
                <a:close/>
                <a:moveTo>
                  <a:pt x="4426187" y="1179290"/>
                </a:moveTo>
                <a:cubicBezTo>
                  <a:pt x="4421999" y="1187174"/>
                  <a:pt x="4415367" y="1195312"/>
                  <a:pt x="4410830" y="1201671"/>
                </a:cubicBezTo>
                <a:cubicBezTo>
                  <a:pt x="4408736" y="1193532"/>
                  <a:pt x="4415367" y="1180816"/>
                  <a:pt x="4426187" y="1179290"/>
                </a:cubicBezTo>
                <a:close/>
                <a:moveTo>
                  <a:pt x="5288304" y="1178946"/>
                </a:moveTo>
                <a:cubicBezTo>
                  <a:pt x="5273501" y="1186903"/>
                  <a:pt x="5288304" y="1199992"/>
                  <a:pt x="5281912" y="1211286"/>
                </a:cubicBezTo>
                <a:cubicBezTo>
                  <a:pt x="5294695" y="1201532"/>
                  <a:pt x="5286285" y="1188442"/>
                  <a:pt x="5299068" y="1180486"/>
                </a:cubicBezTo>
                <a:cubicBezTo>
                  <a:pt x="5296714" y="1177149"/>
                  <a:pt x="5290322" y="1182026"/>
                  <a:pt x="5288304" y="1178946"/>
                </a:cubicBezTo>
                <a:close/>
                <a:moveTo>
                  <a:pt x="5128850" y="1175609"/>
                </a:moveTo>
                <a:cubicBezTo>
                  <a:pt x="5114048" y="1182026"/>
                  <a:pt x="5109675" y="1190239"/>
                  <a:pt x="5116066" y="1199992"/>
                </a:cubicBezTo>
                <a:cubicBezTo>
                  <a:pt x="5126832" y="1193319"/>
                  <a:pt x="5133223" y="1185363"/>
                  <a:pt x="5128850" y="1175609"/>
                </a:cubicBezTo>
                <a:close/>
                <a:moveTo>
                  <a:pt x="5805494" y="1173631"/>
                </a:moveTo>
                <a:cubicBezTo>
                  <a:pt x="5809506" y="1176740"/>
                  <a:pt x="5815856" y="1176740"/>
                  <a:pt x="5824549" y="1176740"/>
                </a:cubicBezTo>
                <a:cubicBezTo>
                  <a:pt x="5826554" y="1186585"/>
                  <a:pt x="5815856" y="1186585"/>
                  <a:pt x="5813852" y="1194875"/>
                </a:cubicBezTo>
                <a:cubicBezTo>
                  <a:pt x="5805494" y="1191507"/>
                  <a:pt x="5803154" y="1183217"/>
                  <a:pt x="5805494" y="1173631"/>
                </a:cubicBezTo>
                <a:close/>
                <a:moveTo>
                  <a:pt x="4571634" y="1170612"/>
                </a:moveTo>
                <a:cubicBezTo>
                  <a:pt x="4580472" y="1175391"/>
                  <a:pt x="4565515" y="1180170"/>
                  <a:pt x="4556676" y="1178660"/>
                </a:cubicBezTo>
                <a:cubicBezTo>
                  <a:pt x="4548178" y="1173882"/>
                  <a:pt x="4565515" y="1169104"/>
                  <a:pt x="4571634" y="1170612"/>
                </a:cubicBezTo>
                <a:close/>
                <a:moveTo>
                  <a:pt x="5332120" y="1158653"/>
                </a:moveTo>
                <a:cubicBezTo>
                  <a:pt x="5328272" y="1160289"/>
                  <a:pt x="5327074" y="1167845"/>
                  <a:pt x="5322280" y="1169192"/>
                </a:cubicBezTo>
                <a:cubicBezTo>
                  <a:pt x="5322280" y="1169192"/>
                  <a:pt x="5322280" y="1169192"/>
                  <a:pt x="5331026" y="1180486"/>
                </a:cubicBezTo>
                <a:cubicBezTo>
                  <a:pt x="5341456" y="1170732"/>
                  <a:pt x="5347847" y="1183566"/>
                  <a:pt x="5352220" y="1172273"/>
                </a:cubicBezTo>
                <a:cubicBezTo>
                  <a:pt x="5347847" y="1162519"/>
                  <a:pt x="5335063" y="1177149"/>
                  <a:pt x="5331026" y="1174069"/>
                </a:cubicBezTo>
                <a:cubicBezTo>
                  <a:pt x="5331026" y="1169192"/>
                  <a:pt x="5339437" y="1165856"/>
                  <a:pt x="5337082" y="1159439"/>
                </a:cubicBezTo>
                <a:cubicBezTo>
                  <a:pt x="5334980" y="1158220"/>
                  <a:pt x="5333402" y="1158108"/>
                  <a:pt x="5332120" y="1158653"/>
                </a:cubicBezTo>
                <a:close/>
                <a:moveTo>
                  <a:pt x="5106604" y="1152128"/>
                </a:moveTo>
                <a:cubicBezTo>
                  <a:pt x="5108582" y="1161477"/>
                  <a:pt x="5081550" y="1163199"/>
                  <a:pt x="5073310" y="1158525"/>
                </a:cubicBezTo>
                <a:cubicBezTo>
                  <a:pt x="5079573" y="1153850"/>
                  <a:pt x="5098362" y="1155326"/>
                  <a:pt x="5106604" y="1152128"/>
                </a:cubicBezTo>
                <a:close/>
                <a:moveTo>
                  <a:pt x="4646450" y="1151226"/>
                </a:moveTo>
                <a:cubicBezTo>
                  <a:pt x="4633668" y="1149685"/>
                  <a:pt x="4625258" y="1160979"/>
                  <a:pt x="4629294" y="1165856"/>
                </a:cubicBezTo>
                <a:cubicBezTo>
                  <a:pt x="4644096" y="1162519"/>
                  <a:pt x="4635686" y="1156102"/>
                  <a:pt x="4646450" y="1151226"/>
                </a:cubicBezTo>
                <a:close/>
                <a:moveTo>
                  <a:pt x="5781068" y="1150996"/>
                </a:moveTo>
                <a:cubicBezTo>
                  <a:pt x="5789638" y="1159273"/>
                  <a:pt x="5799857" y="1172208"/>
                  <a:pt x="5793594" y="1185401"/>
                </a:cubicBezTo>
                <a:cubicBezTo>
                  <a:pt x="5770518" y="1186953"/>
                  <a:pt x="5789638" y="1160825"/>
                  <a:pt x="5764585" y="1164188"/>
                </a:cubicBezTo>
                <a:cubicBezTo>
                  <a:pt x="5764585" y="1160825"/>
                  <a:pt x="5770518" y="1162377"/>
                  <a:pt x="5774804" y="1160825"/>
                </a:cubicBezTo>
                <a:cubicBezTo>
                  <a:pt x="5781068" y="1160825"/>
                  <a:pt x="5779090" y="1154359"/>
                  <a:pt x="5781068" y="1150996"/>
                </a:cubicBezTo>
                <a:close/>
                <a:moveTo>
                  <a:pt x="5183814" y="1145623"/>
                </a:moveTo>
                <a:cubicBezTo>
                  <a:pt x="5181474" y="1145322"/>
                  <a:pt x="5178805" y="1145900"/>
                  <a:pt x="5175609" y="1147889"/>
                </a:cubicBezTo>
                <a:cubicBezTo>
                  <a:pt x="5179982" y="1154562"/>
                  <a:pt x="5186374" y="1149685"/>
                  <a:pt x="5188392" y="1157642"/>
                </a:cubicBezTo>
                <a:cubicBezTo>
                  <a:pt x="5184019" y="1160979"/>
                  <a:pt x="5182000" y="1159439"/>
                  <a:pt x="5177964" y="1156102"/>
                </a:cubicBezTo>
                <a:cubicBezTo>
                  <a:pt x="5171572" y="1159439"/>
                  <a:pt x="5175609" y="1165856"/>
                  <a:pt x="5182000" y="1170732"/>
                </a:cubicBezTo>
                <a:cubicBezTo>
                  <a:pt x="5186374" y="1165856"/>
                  <a:pt x="5190410" y="1170732"/>
                  <a:pt x="5192766" y="1174069"/>
                </a:cubicBezTo>
                <a:cubicBezTo>
                  <a:pt x="5192766" y="1174069"/>
                  <a:pt x="5192766" y="1174069"/>
                  <a:pt x="5194364" y="1173235"/>
                </a:cubicBezTo>
                <a:lnTo>
                  <a:pt x="5197446" y="1171626"/>
                </a:lnTo>
                <a:lnTo>
                  <a:pt x="5194842" y="1166158"/>
                </a:lnTo>
                <a:lnTo>
                  <a:pt x="5194600" y="1165430"/>
                </a:lnTo>
                <a:lnTo>
                  <a:pt x="5188392" y="1164316"/>
                </a:lnTo>
                <a:cubicBezTo>
                  <a:pt x="5186206" y="1160979"/>
                  <a:pt x="5188308" y="1160979"/>
                  <a:pt x="5191504" y="1160979"/>
                </a:cubicBezTo>
                <a:lnTo>
                  <a:pt x="5192960" y="1160477"/>
                </a:lnTo>
                <a:lnTo>
                  <a:pt x="5188844" y="1148053"/>
                </a:lnTo>
                <a:close/>
                <a:moveTo>
                  <a:pt x="5299068" y="1144809"/>
                </a:moveTo>
                <a:cubicBezTo>
                  <a:pt x="5290322" y="1147889"/>
                  <a:pt x="5288304" y="1154562"/>
                  <a:pt x="5292676" y="1159439"/>
                </a:cubicBezTo>
                <a:cubicBezTo>
                  <a:pt x="5301086" y="1151226"/>
                  <a:pt x="5301086" y="1165856"/>
                  <a:pt x="5309496" y="1157642"/>
                </a:cubicBezTo>
                <a:cubicBezTo>
                  <a:pt x="5311852" y="1152766"/>
                  <a:pt x="5305460" y="1144809"/>
                  <a:pt x="5299068" y="1144809"/>
                </a:cubicBezTo>
                <a:close/>
                <a:moveTo>
                  <a:pt x="5535224" y="1144205"/>
                </a:moveTo>
                <a:cubicBezTo>
                  <a:pt x="5546179" y="1147223"/>
                  <a:pt x="5535224" y="1163319"/>
                  <a:pt x="5535224" y="1171116"/>
                </a:cubicBezTo>
                <a:cubicBezTo>
                  <a:pt x="5528720" y="1161558"/>
                  <a:pt x="5524270" y="1152002"/>
                  <a:pt x="5535224" y="1144205"/>
                </a:cubicBezTo>
                <a:close/>
                <a:moveTo>
                  <a:pt x="5326653" y="1139932"/>
                </a:moveTo>
                <a:cubicBezTo>
                  <a:pt x="5318243" y="1143012"/>
                  <a:pt x="5313870" y="1147889"/>
                  <a:pt x="5318243" y="1152766"/>
                </a:cubicBezTo>
                <a:cubicBezTo>
                  <a:pt x="5324634" y="1149685"/>
                  <a:pt x="5328672" y="1152766"/>
                  <a:pt x="5333044" y="1149685"/>
                </a:cubicBezTo>
                <a:close/>
                <a:moveTo>
                  <a:pt x="5119156" y="1138547"/>
                </a:moveTo>
                <a:cubicBezTo>
                  <a:pt x="5121242" y="1141942"/>
                  <a:pt x="5127848" y="1146904"/>
                  <a:pt x="5123328" y="1148471"/>
                </a:cubicBezTo>
                <a:cubicBezTo>
                  <a:pt x="5119156" y="1146904"/>
                  <a:pt x="5112550" y="1148471"/>
                  <a:pt x="5105944" y="1145337"/>
                </a:cubicBezTo>
                <a:cubicBezTo>
                  <a:pt x="5114637" y="1140375"/>
                  <a:pt x="5116722" y="1145337"/>
                  <a:pt x="5119156" y="1138547"/>
                </a:cubicBezTo>
                <a:close/>
                <a:moveTo>
                  <a:pt x="4937437" y="1136596"/>
                </a:moveTo>
                <a:cubicBezTo>
                  <a:pt x="4929027" y="1141473"/>
                  <a:pt x="4927008" y="1146349"/>
                  <a:pt x="4927008" y="1152766"/>
                </a:cubicBezTo>
                <a:cubicBezTo>
                  <a:pt x="4920617" y="1156102"/>
                  <a:pt x="4922636" y="1146349"/>
                  <a:pt x="4924990" y="1144809"/>
                </a:cubicBezTo>
                <a:cubicBezTo>
                  <a:pt x="4911871" y="1146349"/>
                  <a:pt x="4914226" y="1165856"/>
                  <a:pt x="4914226" y="1174069"/>
                </a:cubicBezTo>
                <a:cubicBezTo>
                  <a:pt x="4895051" y="1175609"/>
                  <a:pt x="4918262" y="1178946"/>
                  <a:pt x="4895051" y="1182026"/>
                </a:cubicBezTo>
                <a:cubicBezTo>
                  <a:pt x="4901442" y="1198196"/>
                  <a:pt x="4918262" y="1198196"/>
                  <a:pt x="4916244" y="1216163"/>
                </a:cubicBezTo>
                <a:cubicBezTo>
                  <a:pt x="4924990" y="1211286"/>
                  <a:pt x="4931382" y="1199992"/>
                  <a:pt x="4916244" y="1195116"/>
                </a:cubicBezTo>
                <a:cubicBezTo>
                  <a:pt x="4941810" y="1193319"/>
                  <a:pt x="4924990" y="1177149"/>
                  <a:pt x="4939792" y="1167396"/>
                </a:cubicBezTo>
                <a:cubicBezTo>
                  <a:pt x="4924990" y="1164316"/>
                  <a:pt x="4933400" y="1156102"/>
                  <a:pt x="4929027" y="1149685"/>
                </a:cubicBezTo>
                <a:cubicBezTo>
                  <a:pt x="4937437" y="1146349"/>
                  <a:pt x="4946184" y="1143012"/>
                  <a:pt x="4937437" y="1136596"/>
                </a:cubicBezTo>
                <a:close/>
                <a:moveTo>
                  <a:pt x="4595314" y="1131470"/>
                </a:moveTo>
                <a:cubicBezTo>
                  <a:pt x="4595314" y="1136392"/>
                  <a:pt x="4590992" y="1149605"/>
                  <a:pt x="4576362" y="1144683"/>
                </a:cubicBezTo>
                <a:cubicBezTo>
                  <a:pt x="4587002" y="1141314"/>
                  <a:pt x="4580684" y="1128361"/>
                  <a:pt x="4595314" y="1131470"/>
                </a:cubicBezTo>
                <a:close/>
                <a:moveTo>
                  <a:pt x="4975786" y="1130179"/>
                </a:moveTo>
                <a:cubicBezTo>
                  <a:pt x="4969395" y="1131719"/>
                  <a:pt x="4971414" y="1136596"/>
                  <a:pt x="4975786" y="1139932"/>
                </a:cubicBezTo>
                <a:cubicBezTo>
                  <a:pt x="4975786" y="1139932"/>
                  <a:pt x="4975786" y="1139932"/>
                  <a:pt x="4988570" y="1135056"/>
                </a:cubicBezTo>
                <a:cubicBezTo>
                  <a:pt x="4986552" y="1126842"/>
                  <a:pt x="4977805" y="1138135"/>
                  <a:pt x="4975786" y="1130179"/>
                </a:cubicBezTo>
                <a:close/>
                <a:moveTo>
                  <a:pt x="4289896" y="1128414"/>
                </a:moveTo>
                <a:cubicBezTo>
                  <a:pt x="4294182" y="1136637"/>
                  <a:pt x="4273414" y="1131597"/>
                  <a:pt x="4275392" y="1141676"/>
                </a:cubicBezTo>
                <a:cubicBezTo>
                  <a:pt x="4264843" y="1131597"/>
                  <a:pt x="4279677" y="1124966"/>
                  <a:pt x="4289896" y="1128414"/>
                </a:cubicBezTo>
                <a:close/>
                <a:moveTo>
                  <a:pt x="4537193" y="1128361"/>
                </a:moveTo>
                <a:cubicBezTo>
                  <a:pt x="4545917" y="1128361"/>
                  <a:pt x="4543568" y="1131430"/>
                  <a:pt x="4552292" y="1136290"/>
                </a:cubicBezTo>
                <a:cubicBezTo>
                  <a:pt x="4539541" y="1144477"/>
                  <a:pt x="4537193" y="1157267"/>
                  <a:pt x="4543568" y="1165453"/>
                </a:cubicBezTo>
                <a:cubicBezTo>
                  <a:pt x="4539541" y="1162127"/>
                  <a:pt x="4533166" y="1162127"/>
                  <a:pt x="4528804" y="1159057"/>
                </a:cubicBezTo>
                <a:cubicBezTo>
                  <a:pt x="4539541" y="1154197"/>
                  <a:pt x="4545917" y="1147546"/>
                  <a:pt x="4533166" y="1137825"/>
                </a:cubicBezTo>
                <a:cubicBezTo>
                  <a:pt x="4537193" y="1133221"/>
                  <a:pt x="4549942" y="1139616"/>
                  <a:pt x="4545917" y="1134755"/>
                </a:cubicBezTo>
                <a:cubicBezTo>
                  <a:pt x="4543568" y="1131430"/>
                  <a:pt x="4524442" y="1129896"/>
                  <a:pt x="4537193" y="1128361"/>
                </a:cubicBezTo>
                <a:close/>
                <a:moveTo>
                  <a:pt x="5231530" y="1126178"/>
                </a:moveTo>
                <a:lnTo>
                  <a:pt x="5234503" y="1134929"/>
                </a:lnTo>
                <a:lnTo>
                  <a:pt x="5235734" y="1129874"/>
                </a:lnTo>
                <a:close/>
                <a:moveTo>
                  <a:pt x="4929027" y="1123762"/>
                </a:moveTo>
                <a:cubicBezTo>
                  <a:pt x="4918262" y="1133516"/>
                  <a:pt x="4943828" y="1131719"/>
                  <a:pt x="4950220" y="1139932"/>
                </a:cubicBezTo>
                <a:cubicBezTo>
                  <a:pt x="4952575" y="1136596"/>
                  <a:pt x="4952575" y="1133516"/>
                  <a:pt x="4948202" y="1130179"/>
                </a:cubicBezTo>
                <a:cubicBezTo>
                  <a:pt x="4937437" y="1135056"/>
                  <a:pt x="4941810" y="1121966"/>
                  <a:pt x="4929027" y="1123762"/>
                </a:cubicBezTo>
                <a:close/>
                <a:moveTo>
                  <a:pt x="4287491" y="1114376"/>
                </a:moveTo>
                <a:cubicBezTo>
                  <a:pt x="4288917" y="1114513"/>
                  <a:pt x="4290610" y="1115226"/>
                  <a:pt x="4292706" y="1116884"/>
                </a:cubicBezTo>
                <a:cubicBezTo>
                  <a:pt x="4290448" y="1116884"/>
                  <a:pt x="4288513" y="1116884"/>
                  <a:pt x="4286579" y="1120332"/>
                </a:cubicBezTo>
                <a:cubicBezTo>
                  <a:pt x="4286579" y="1121924"/>
                  <a:pt x="4290448" y="1125372"/>
                  <a:pt x="4286579" y="1126964"/>
                </a:cubicBezTo>
                <a:cubicBezTo>
                  <a:pt x="4278194" y="1126964"/>
                  <a:pt x="4282386" y="1123781"/>
                  <a:pt x="4278194" y="1118740"/>
                </a:cubicBezTo>
                <a:cubicBezTo>
                  <a:pt x="4281338" y="1118740"/>
                  <a:pt x="4283213" y="1113966"/>
                  <a:pt x="4287491" y="1114376"/>
                </a:cubicBezTo>
                <a:close/>
                <a:moveTo>
                  <a:pt x="1011840" y="1112480"/>
                </a:moveTo>
                <a:cubicBezTo>
                  <a:pt x="1001074" y="1122232"/>
                  <a:pt x="996701" y="1117356"/>
                  <a:pt x="990308" y="1115816"/>
                </a:cubicBezTo>
                <a:cubicBezTo>
                  <a:pt x="979879" y="1128903"/>
                  <a:pt x="956328" y="1130443"/>
                  <a:pt x="939507" y="1143273"/>
                </a:cubicBezTo>
                <a:cubicBezTo>
                  <a:pt x="943881" y="1148149"/>
                  <a:pt x="945899" y="1154821"/>
                  <a:pt x="941525" y="1162776"/>
                </a:cubicBezTo>
                <a:cubicBezTo>
                  <a:pt x="949936" y="1154821"/>
                  <a:pt x="965076" y="1146610"/>
                  <a:pt x="977861" y="1140194"/>
                </a:cubicBezTo>
                <a:cubicBezTo>
                  <a:pt x="992663" y="1131983"/>
                  <a:pt x="1005448" y="1124027"/>
                  <a:pt x="1011840" y="1112480"/>
                </a:cubicBezTo>
                <a:close/>
                <a:moveTo>
                  <a:pt x="4654860" y="1112212"/>
                </a:moveTo>
                <a:cubicBezTo>
                  <a:pt x="4644096" y="1115549"/>
                  <a:pt x="4640059" y="1123762"/>
                  <a:pt x="4648469" y="1125302"/>
                </a:cubicBezTo>
                <a:cubicBezTo>
                  <a:pt x="4654860" y="1121966"/>
                  <a:pt x="4663270" y="1118885"/>
                  <a:pt x="4654860" y="1112212"/>
                </a:cubicBezTo>
                <a:close/>
                <a:moveTo>
                  <a:pt x="4994961" y="1109133"/>
                </a:moveTo>
                <a:cubicBezTo>
                  <a:pt x="4982178" y="1112212"/>
                  <a:pt x="4996980" y="1120426"/>
                  <a:pt x="5001353" y="1120426"/>
                </a:cubicBezTo>
                <a:cubicBezTo>
                  <a:pt x="5009763" y="1118885"/>
                  <a:pt x="5003371" y="1105795"/>
                  <a:pt x="4994961" y="1109133"/>
                </a:cubicBezTo>
                <a:close/>
                <a:moveTo>
                  <a:pt x="4597253" y="1109121"/>
                </a:moveTo>
                <a:cubicBezTo>
                  <a:pt x="4601673" y="1112225"/>
                  <a:pt x="4610172" y="1109121"/>
                  <a:pt x="4614591" y="1115588"/>
                </a:cubicBezTo>
                <a:cubicBezTo>
                  <a:pt x="4603713" y="1117140"/>
                  <a:pt x="4614591" y="1126970"/>
                  <a:pt x="4603713" y="1122056"/>
                </a:cubicBezTo>
                <a:cubicBezTo>
                  <a:pt x="4606092" y="1120503"/>
                  <a:pt x="4603713" y="1112225"/>
                  <a:pt x="4599633" y="1114036"/>
                </a:cubicBezTo>
                <a:cubicBezTo>
                  <a:pt x="4597253" y="1117140"/>
                  <a:pt x="4588754" y="1123866"/>
                  <a:pt x="4582296" y="1118951"/>
                </a:cubicBezTo>
                <a:cubicBezTo>
                  <a:pt x="4586714" y="1115588"/>
                  <a:pt x="4590794" y="1112225"/>
                  <a:pt x="4597253" y="1109121"/>
                </a:cubicBezTo>
                <a:close/>
                <a:moveTo>
                  <a:pt x="4468596" y="1109121"/>
                </a:moveTo>
                <a:cubicBezTo>
                  <a:pt x="4470690" y="1114181"/>
                  <a:pt x="4464058" y="1117376"/>
                  <a:pt x="4459870" y="1122436"/>
                </a:cubicBezTo>
                <a:cubicBezTo>
                  <a:pt x="4453238" y="1115778"/>
                  <a:pt x="4459870" y="1112316"/>
                  <a:pt x="4468596" y="1109121"/>
                </a:cubicBezTo>
                <a:close/>
                <a:moveTo>
                  <a:pt x="4831134" y="1107592"/>
                </a:moveTo>
                <a:cubicBezTo>
                  <a:pt x="4820706" y="1110672"/>
                  <a:pt x="4827098" y="1117089"/>
                  <a:pt x="4824742" y="1121966"/>
                </a:cubicBezTo>
                <a:cubicBezTo>
                  <a:pt x="4837526" y="1125302"/>
                  <a:pt x="4835508" y="1112212"/>
                  <a:pt x="4831134" y="1107592"/>
                </a:cubicBezTo>
                <a:close/>
                <a:moveTo>
                  <a:pt x="5340409" y="1106770"/>
                </a:moveTo>
                <a:cubicBezTo>
                  <a:pt x="5333802" y="1107721"/>
                  <a:pt x="5330269" y="1117153"/>
                  <a:pt x="5335063" y="1121966"/>
                </a:cubicBezTo>
                <a:cubicBezTo>
                  <a:pt x="5343474" y="1117089"/>
                  <a:pt x="5341456" y="1112212"/>
                  <a:pt x="5347847" y="1109133"/>
                </a:cubicBezTo>
                <a:cubicBezTo>
                  <a:pt x="5345156" y="1107079"/>
                  <a:pt x="5342612" y="1106453"/>
                  <a:pt x="5340409" y="1106770"/>
                </a:cubicBezTo>
                <a:close/>
                <a:moveTo>
                  <a:pt x="5564949" y="1103416"/>
                </a:moveTo>
                <a:cubicBezTo>
                  <a:pt x="5565448" y="1102822"/>
                  <a:pt x="5566446" y="1102822"/>
                  <a:pt x="5568440" y="1104447"/>
                </a:cubicBezTo>
                <a:cubicBezTo>
                  <a:pt x="5564450" y="1109195"/>
                  <a:pt x="5564450" y="1115441"/>
                  <a:pt x="5558134" y="1120188"/>
                </a:cubicBezTo>
                <a:cubicBezTo>
                  <a:pt x="5555806" y="1116940"/>
                  <a:pt x="5549488" y="1112192"/>
                  <a:pt x="5553810" y="1109195"/>
                </a:cubicBezTo>
                <a:cubicBezTo>
                  <a:pt x="5555806" y="1110694"/>
                  <a:pt x="5560128" y="1109195"/>
                  <a:pt x="5564450" y="1105946"/>
                </a:cubicBezTo>
                <a:cubicBezTo>
                  <a:pt x="5564450" y="1105196"/>
                  <a:pt x="5564450" y="1104009"/>
                  <a:pt x="5564949" y="1103416"/>
                </a:cubicBezTo>
                <a:close/>
                <a:moveTo>
                  <a:pt x="5315888" y="1102716"/>
                </a:moveTo>
                <a:cubicBezTo>
                  <a:pt x="5305460" y="1107592"/>
                  <a:pt x="5309496" y="1114009"/>
                  <a:pt x="5301086" y="1120426"/>
                </a:cubicBezTo>
                <a:cubicBezTo>
                  <a:pt x="5311852" y="1123762"/>
                  <a:pt x="5322280" y="1109133"/>
                  <a:pt x="5315888" y="1102716"/>
                </a:cubicBezTo>
                <a:close/>
                <a:moveTo>
                  <a:pt x="4301240" y="1094408"/>
                </a:moveTo>
                <a:cubicBezTo>
                  <a:pt x="4311977" y="1102404"/>
                  <a:pt x="4301240" y="1107151"/>
                  <a:pt x="4294864" y="1113398"/>
                </a:cubicBezTo>
                <a:cubicBezTo>
                  <a:pt x="4288490" y="1110150"/>
                  <a:pt x="4301240" y="1100654"/>
                  <a:pt x="4288490" y="1102404"/>
                </a:cubicBezTo>
                <a:cubicBezTo>
                  <a:pt x="4284128" y="1097656"/>
                  <a:pt x="4299226" y="1099155"/>
                  <a:pt x="4301240" y="1094408"/>
                </a:cubicBezTo>
                <a:close/>
                <a:moveTo>
                  <a:pt x="1033036" y="1093234"/>
                </a:moveTo>
                <a:cubicBezTo>
                  <a:pt x="1022270" y="1099649"/>
                  <a:pt x="1013859" y="1104525"/>
                  <a:pt x="1015878" y="1110940"/>
                </a:cubicBezTo>
                <a:cubicBezTo>
                  <a:pt x="1022270" y="1110940"/>
                  <a:pt x="1035054" y="1099649"/>
                  <a:pt x="1033036" y="1093234"/>
                </a:cubicBezTo>
                <a:close/>
                <a:moveTo>
                  <a:pt x="5254326" y="1086289"/>
                </a:moveTo>
                <a:cubicBezTo>
                  <a:pt x="5249953" y="1091166"/>
                  <a:pt x="5241543" y="1096042"/>
                  <a:pt x="5237170" y="1102716"/>
                </a:cubicBezTo>
                <a:cubicBezTo>
                  <a:pt x="5237170" y="1102716"/>
                  <a:pt x="5237170" y="1102716"/>
                  <a:pt x="5245916" y="1112212"/>
                </a:cubicBezTo>
                <a:cubicBezTo>
                  <a:pt x="5252308" y="1109133"/>
                  <a:pt x="5256344" y="1109133"/>
                  <a:pt x="5258700" y="1112212"/>
                </a:cubicBezTo>
                <a:cubicBezTo>
                  <a:pt x="5258700" y="1104255"/>
                  <a:pt x="5254326" y="1094502"/>
                  <a:pt x="5254326" y="1086289"/>
                </a:cubicBezTo>
                <a:close/>
                <a:moveTo>
                  <a:pt x="4491274" y="1086140"/>
                </a:moveTo>
                <a:lnTo>
                  <a:pt x="4491246" y="1086238"/>
                </a:lnTo>
                <a:lnTo>
                  <a:pt x="4491164" y="1086236"/>
                </a:lnTo>
                <a:close/>
                <a:moveTo>
                  <a:pt x="1007467" y="1085022"/>
                </a:moveTo>
                <a:lnTo>
                  <a:pt x="992663" y="1094774"/>
                </a:lnTo>
                <a:cubicBezTo>
                  <a:pt x="996701" y="1104525"/>
                  <a:pt x="1018232" y="1091438"/>
                  <a:pt x="1007467" y="1085022"/>
                </a:cubicBezTo>
                <a:close/>
                <a:moveTo>
                  <a:pt x="5137490" y="1083090"/>
                </a:moveTo>
                <a:cubicBezTo>
                  <a:pt x="5148616" y="1086108"/>
                  <a:pt x="5142010" y="1100443"/>
                  <a:pt x="5144096" y="1110001"/>
                </a:cubicBezTo>
                <a:cubicBezTo>
                  <a:pt x="5137490" y="1105222"/>
                  <a:pt x="5137490" y="1105222"/>
                  <a:pt x="5126712" y="1100443"/>
                </a:cubicBezTo>
                <a:cubicBezTo>
                  <a:pt x="5130885" y="1090887"/>
                  <a:pt x="5142010" y="1092647"/>
                  <a:pt x="5137490" y="1083090"/>
                </a:cubicBezTo>
                <a:close/>
                <a:moveTo>
                  <a:pt x="5335063" y="1078332"/>
                </a:moveTo>
                <a:cubicBezTo>
                  <a:pt x="5331026" y="1081412"/>
                  <a:pt x="5326653" y="1083209"/>
                  <a:pt x="5324634" y="1081412"/>
                </a:cubicBezTo>
                <a:cubicBezTo>
                  <a:pt x="5320262" y="1092962"/>
                  <a:pt x="5315888" y="1097838"/>
                  <a:pt x="5324634" y="1107592"/>
                </a:cubicBezTo>
                <a:cubicBezTo>
                  <a:pt x="5320262" y="1097838"/>
                  <a:pt x="5339437" y="1089626"/>
                  <a:pt x="5335063" y="1078332"/>
                </a:cubicBezTo>
                <a:close/>
                <a:moveTo>
                  <a:pt x="4493388" y="1078332"/>
                </a:moveTo>
                <a:cubicBezTo>
                  <a:pt x="4498602" y="1079872"/>
                  <a:pt x="4495910" y="1082310"/>
                  <a:pt x="4493514" y="1084139"/>
                </a:cubicBezTo>
                <a:lnTo>
                  <a:pt x="4491274" y="1086140"/>
                </a:lnTo>
                <a:close/>
                <a:moveTo>
                  <a:pt x="4358357" y="1069509"/>
                </a:moveTo>
                <a:cubicBezTo>
                  <a:pt x="4366872" y="1077808"/>
                  <a:pt x="4346238" y="1084292"/>
                  <a:pt x="4348204" y="1094148"/>
                </a:cubicBezTo>
                <a:cubicBezTo>
                  <a:pt x="4341981" y="1085849"/>
                  <a:pt x="4356392" y="1072881"/>
                  <a:pt x="4358357" y="1069509"/>
                </a:cubicBezTo>
                <a:close/>
                <a:moveTo>
                  <a:pt x="1215720" y="1068856"/>
                </a:moveTo>
                <a:cubicBezTo>
                  <a:pt x="1209327" y="1075271"/>
                  <a:pt x="1190487" y="1080147"/>
                  <a:pt x="1192505" y="1085022"/>
                </a:cubicBezTo>
                <a:cubicBezTo>
                  <a:pt x="1202935" y="1085022"/>
                  <a:pt x="1213700" y="1075271"/>
                  <a:pt x="1215720" y="1068856"/>
                </a:cubicBezTo>
                <a:close/>
                <a:moveTo>
                  <a:pt x="5390233" y="1066782"/>
                </a:moveTo>
                <a:cubicBezTo>
                  <a:pt x="5362648" y="1073455"/>
                  <a:pt x="5365004" y="1102716"/>
                  <a:pt x="5365004" y="1112212"/>
                </a:cubicBezTo>
                <a:cubicBezTo>
                  <a:pt x="5358612" y="1105795"/>
                  <a:pt x="5352220" y="1109133"/>
                  <a:pt x="5347847" y="1121966"/>
                </a:cubicBezTo>
                <a:cubicBezTo>
                  <a:pt x="5352220" y="1123762"/>
                  <a:pt x="5356257" y="1123762"/>
                  <a:pt x="5362648" y="1120426"/>
                </a:cubicBezTo>
                <a:cubicBezTo>
                  <a:pt x="5354238" y="1133516"/>
                  <a:pt x="5337082" y="1152766"/>
                  <a:pt x="5347847" y="1160979"/>
                </a:cubicBezTo>
                <a:cubicBezTo>
                  <a:pt x="5360630" y="1149685"/>
                  <a:pt x="5360630" y="1139932"/>
                  <a:pt x="5379805" y="1133516"/>
                </a:cubicBezTo>
                <a:cubicBezTo>
                  <a:pt x="5381823" y="1123762"/>
                  <a:pt x="5390233" y="1115549"/>
                  <a:pt x="5375432" y="1104255"/>
                </a:cubicBezTo>
                <a:cubicBezTo>
                  <a:pt x="5381823" y="1105795"/>
                  <a:pt x="5388215" y="1109133"/>
                  <a:pt x="5396625" y="1107592"/>
                </a:cubicBezTo>
                <a:cubicBezTo>
                  <a:pt x="5400998" y="1102716"/>
                  <a:pt x="5403016" y="1097838"/>
                  <a:pt x="5403016" y="1091166"/>
                </a:cubicBezTo>
                <a:cubicBezTo>
                  <a:pt x="5396625" y="1088086"/>
                  <a:pt x="5392588" y="1083209"/>
                  <a:pt x="5386196" y="1083209"/>
                </a:cubicBezTo>
                <a:cubicBezTo>
                  <a:pt x="5390233" y="1074995"/>
                  <a:pt x="5381823" y="1076535"/>
                  <a:pt x="5390233" y="1066782"/>
                </a:cubicBezTo>
                <a:close/>
                <a:moveTo>
                  <a:pt x="4628853" y="1066114"/>
                </a:moveTo>
                <a:cubicBezTo>
                  <a:pt x="4633303" y="1067890"/>
                  <a:pt x="4637411" y="1067890"/>
                  <a:pt x="4639808" y="1070934"/>
                </a:cubicBezTo>
                <a:cubicBezTo>
                  <a:pt x="4633303" y="1074232"/>
                  <a:pt x="4630907" y="1080573"/>
                  <a:pt x="4622348" y="1075754"/>
                </a:cubicBezTo>
                <a:cubicBezTo>
                  <a:pt x="4626800" y="1074232"/>
                  <a:pt x="4630907" y="1074232"/>
                  <a:pt x="4633303" y="1074232"/>
                </a:cubicBezTo>
                <a:cubicBezTo>
                  <a:pt x="4630907" y="1070934"/>
                  <a:pt x="4624744" y="1067890"/>
                  <a:pt x="4628853" y="1066114"/>
                </a:cubicBezTo>
                <a:close/>
                <a:moveTo>
                  <a:pt x="5062076" y="1054797"/>
                </a:moveTo>
                <a:cubicBezTo>
                  <a:pt x="5064075" y="1061693"/>
                  <a:pt x="5053742" y="1064876"/>
                  <a:pt x="5058075" y="1071508"/>
                </a:cubicBezTo>
                <a:cubicBezTo>
                  <a:pt x="5043074" y="1063285"/>
                  <a:pt x="5034740" y="1063285"/>
                  <a:pt x="5062076" y="1054797"/>
                </a:cubicBezTo>
                <a:close/>
                <a:moveTo>
                  <a:pt x="5231423" y="1051284"/>
                </a:moveTo>
                <a:lnTo>
                  <a:pt x="5228628" y="1059753"/>
                </a:lnTo>
                <a:lnTo>
                  <a:pt x="5232965" y="1062707"/>
                </a:lnTo>
                <a:cubicBezTo>
                  <a:pt x="5236666" y="1064151"/>
                  <a:pt x="5240366" y="1065370"/>
                  <a:pt x="5243562" y="1068579"/>
                </a:cubicBezTo>
                <a:cubicBezTo>
                  <a:pt x="5256344" y="1066782"/>
                  <a:pt x="5239525" y="1060365"/>
                  <a:pt x="5252308" y="1058826"/>
                </a:cubicBezTo>
                <a:cubicBezTo>
                  <a:pt x="5249953" y="1052409"/>
                  <a:pt x="5241543" y="1060365"/>
                  <a:pt x="5237170" y="1057286"/>
                </a:cubicBezTo>
                <a:close/>
                <a:moveTo>
                  <a:pt x="4380034" y="1046874"/>
                </a:moveTo>
                <a:cubicBezTo>
                  <a:pt x="4386162" y="1054893"/>
                  <a:pt x="4377776" y="1061619"/>
                  <a:pt x="4373907" y="1064723"/>
                </a:cubicBezTo>
                <a:cubicBezTo>
                  <a:pt x="4371650" y="1058256"/>
                  <a:pt x="4380034" y="1053341"/>
                  <a:pt x="4380034" y="1046874"/>
                </a:cubicBezTo>
                <a:close/>
                <a:moveTo>
                  <a:pt x="5347847" y="1044195"/>
                </a:moveTo>
                <a:cubicBezTo>
                  <a:pt x="5328672" y="1044195"/>
                  <a:pt x="5339437" y="1065242"/>
                  <a:pt x="5328672" y="1071659"/>
                </a:cubicBezTo>
                <a:cubicBezTo>
                  <a:pt x="5341456" y="1078332"/>
                  <a:pt x="5341456" y="1045735"/>
                  <a:pt x="5356257" y="1063702"/>
                </a:cubicBezTo>
                <a:cubicBezTo>
                  <a:pt x="5365004" y="1060365"/>
                  <a:pt x="5358612" y="1055488"/>
                  <a:pt x="5365004" y="1052409"/>
                </a:cubicBezTo>
                <a:cubicBezTo>
                  <a:pt x="5356257" y="1052409"/>
                  <a:pt x="5347847" y="1052409"/>
                  <a:pt x="5341456" y="1049072"/>
                </a:cubicBezTo>
                <a:close/>
                <a:moveTo>
                  <a:pt x="5237872" y="1037839"/>
                </a:moveTo>
                <a:lnTo>
                  <a:pt x="5236652" y="1039907"/>
                </a:lnTo>
                <a:lnTo>
                  <a:pt x="5238158" y="1038729"/>
                </a:lnTo>
                <a:close/>
                <a:moveTo>
                  <a:pt x="4633589" y="1037154"/>
                </a:moveTo>
                <a:cubicBezTo>
                  <a:pt x="4641946" y="1035557"/>
                  <a:pt x="4648298" y="1035557"/>
                  <a:pt x="4654650" y="1038752"/>
                </a:cubicBezTo>
                <a:cubicBezTo>
                  <a:pt x="4639940" y="1042214"/>
                  <a:pt x="4654650" y="1047273"/>
                  <a:pt x="4643952" y="1048871"/>
                </a:cubicBezTo>
                <a:cubicBezTo>
                  <a:pt x="4631249" y="1047273"/>
                  <a:pt x="4646292" y="1042214"/>
                  <a:pt x="4633589" y="1037154"/>
                </a:cubicBezTo>
                <a:close/>
                <a:moveTo>
                  <a:pt x="4592807" y="1034213"/>
                </a:moveTo>
                <a:cubicBezTo>
                  <a:pt x="4590480" y="1036069"/>
                  <a:pt x="4596797" y="1047741"/>
                  <a:pt x="4584162" y="1044293"/>
                </a:cubicBezTo>
                <a:cubicBezTo>
                  <a:pt x="4588486" y="1042701"/>
                  <a:pt x="4577846" y="1031030"/>
                  <a:pt x="4592807" y="1034213"/>
                </a:cubicBezTo>
                <a:close/>
                <a:moveTo>
                  <a:pt x="5336241" y="1031843"/>
                </a:moveTo>
                <a:cubicBezTo>
                  <a:pt x="5334138" y="1032453"/>
                  <a:pt x="5332036" y="1033672"/>
                  <a:pt x="5331026" y="1034442"/>
                </a:cubicBezTo>
                <a:cubicBezTo>
                  <a:pt x="5331026" y="1034442"/>
                  <a:pt x="5331026" y="1034442"/>
                  <a:pt x="5337082" y="1044195"/>
                </a:cubicBezTo>
                <a:cubicBezTo>
                  <a:pt x="5352220" y="1037779"/>
                  <a:pt x="5337082" y="1036239"/>
                  <a:pt x="5341456" y="1032902"/>
                </a:cubicBezTo>
                <a:cubicBezTo>
                  <a:pt x="5340446" y="1031233"/>
                  <a:pt x="5338344" y="1031233"/>
                  <a:pt x="5336241" y="1031843"/>
                </a:cubicBezTo>
                <a:close/>
                <a:moveTo>
                  <a:pt x="5819242" y="1029191"/>
                </a:moveTo>
                <a:cubicBezTo>
                  <a:pt x="5819242" y="1034119"/>
                  <a:pt x="5812890" y="1035934"/>
                  <a:pt x="5812890" y="1040603"/>
                </a:cubicBezTo>
                <a:cubicBezTo>
                  <a:pt x="5821248" y="1039046"/>
                  <a:pt x="5823588" y="1042418"/>
                  <a:pt x="5823588" y="1045530"/>
                </a:cubicBezTo>
                <a:cubicBezTo>
                  <a:pt x="5806538" y="1052274"/>
                  <a:pt x="5800187" y="1027635"/>
                  <a:pt x="5819242" y="1029191"/>
                </a:cubicBezTo>
                <a:close/>
                <a:moveTo>
                  <a:pt x="5684272" y="1023108"/>
                </a:moveTo>
                <a:cubicBezTo>
                  <a:pt x="5697483" y="1023108"/>
                  <a:pt x="5695397" y="1032772"/>
                  <a:pt x="5695397" y="1042436"/>
                </a:cubicBezTo>
                <a:cubicBezTo>
                  <a:pt x="5675580" y="1045488"/>
                  <a:pt x="5677665" y="1029465"/>
                  <a:pt x="5684272" y="1023108"/>
                </a:cubicBezTo>
                <a:close/>
                <a:moveTo>
                  <a:pt x="3468514" y="1018908"/>
                </a:moveTo>
                <a:cubicBezTo>
                  <a:pt x="3464003" y="1019907"/>
                  <a:pt x="3460155" y="1026643"/>
                  <a:pt x="3458389" y="1031647"/>
                </a:cubicBezTo>
                <a:cubicBezTo>
                  <a:pt x="3464782" y="1026515"/>
                  <a:pt x="3471173" y="1033187"/>
                  <a:pt x="3473192" y="1020099"/>
                </a:cubicBezTo>
                <a:cubicBezTo>
                  <a:pt x="3471595" y="1018881"/>
                  <a:pt x="3470017" y="1018576"/>
                  <a:pt x="3468514" y="1018908"/>
                </a:cubicBezTo>
                <a:close/>
                <a:moveTo>
                  <a:pt x="1632561" y="1003933"/>
                </a:moveTo>
                <a:cubicBezTo>
                  <a:pt x="1621796" y="1015223"/>
                  <a:pt x="1609011" y="1003933"/>
                  <a:pt x="1604974" y="1012144"/>
                </a:cubicBezTo>
                <a:cubicBezTo>
                  <a:pt x="1609011" y="1010348"/>
                  <a:pt x="1613385" y="1010348"/>
                  <a:pt x="1615403" y="1015223"/>
                </a:cubicBezTo>
                <a:cubicBezTo>
                  <a:pt x="1628188" y="1003933"/>
                  <a:pt x="1632561" y="1015223"/>
                  <a:pt x="1638954" y="1007269"/>
                </a:cubicBezTo>
                <a:cubicBezTo>
                  <a:pt x="1634580" y="1007269"/>
                  <a:pt x="1632561" y="1007269"/>
                  <a:pt x="1632561" y="1003933"/>
                </a:cubicBezTo>
                <a:close/>
                <a:moveTo>
                  <a:pt x="1747285" y="999057"/>
                </a:moveTo>
                <a:cubicBezTo>
                  <a:pt x="1738874" y="1000596"/>
                  <a:pt x="1732482" y="1003933"/>
                  <a:pt x="1730464" y="1007269"/>
                </a:cubicBezTo>
                <a:cubicBezTo>
                  <a:pt x="1732482" y="1012144"/>
                  <a:pt x="1736856" y="1015223"/>
                  <a:pt x="1743249" y="1015223"/>
                </a:cubicBezTo>
                <a:cubicBezTo>
                  <a:pt x="1740893" y="1008809"/>
                  <a:pt x="1753678" y="1005472"/>
                  <a:pt x="1747285" y="999057"/>
                </a:cubicBezTo>
                <a:close/>
                <a:moveTo>
                  <a:pt x="5026828" y="998209"/>
                </a:moveTo>
                <a:cubicBezTo>
                  <a:pt x="5018588" y="1006375"/>
                  <a:pt x="5043311" y="1017604"/>
                  <a:pt x="5030785" y="1023984"/>
                </a:cubicBezTo>
                <a:cubicBezTo>
                  <a:pt x="5026828" y="1022452"/>
                  <a:pt x="5024851" y="1019135"/>
                  <a:pt x="5020566" y="1022452"/>
                </a:cubicBezTo>
                <a:cubicBezTo>
                  <a:pt x="5008038" y="1014286"/>
                  <a:pt x="5014302" y="999740"/>
                  <a:pt x="5026828" y="998209"/>
                </a:cubicBezTo>
                <a:close/>
                <a:moveTo>
                  <a:pt x="5301444" y="997077"/>
                </a:moveTo>
                <a:cubicBezTo>
                  <a:pt x="5305866" y="1000129"/>
                  <a:pt x="5280008" y="1027596"/>
                  <a:pt x="5286473" y="1037260"/>
                </a:cubicBezTo>
                <a:cubicBezTo>
                  <a:pt x="5269122" y="1042093"/>
                  <a:pt x="5294979" y="1001909"/>
                  <a:pt x="5301444" y="997077"/>
                </a:cubicBezTo>
                <a:close/>
                <a:moveTo>
                  <a:pt x="3285125" y="995464"/>
                </a:moveTo>
                <a:cubicBezTo>
                  <a:pt x="3283528" y="994630"/>
                  <a:pt x="3281930" y="994182"/>
                  <a:pt x="3279743" y="995721"/>
                </a:cubicBezTo>
                <a:cubicBezTo>
                  <a:pt x="3277724" y="1007269"/>
                  <a:pt x="3288490" y="1003933"/>
                  <a:pt x="3290508" y="997517"/>
                </a:cubicBezTo>
                <a:cubicBezTo>
                  <a:pt x="3288322" y="997517"/>
                  <a:pt x="3286723" y="996298"/>
                  <a:pt x="3285125" y="995464"/>
                </a:cubicBezTo>
                <a:close/>
                <a:moveTo>
                  <a:pt x="1785639" y="991102"/>
                </a:moveTo>
                <a:cubicBezTo>
                  <a:pt x="1787658" y="997517"/>
                  <a:pt x="1770836" y="999057"/>
                  <a:pt x="1772854" y="1005472"/>
                </a:cubicBezTo>
                <a:cubicBezTo>
                  <a:pt x="1779247" y="1005472"/>
                  <a:pt x="1781265" y="1007269"/>
                  <a:pt x="1783284" y="1008809"/>
                </a:cubicBezTo>
                <a:cubicBezTo>
                  <a:pt x="1796405" y="1007269"/>
                  <a:pt x="1792031" y="1002393"/>
                  <a:pt x="1802797" y="1000596"/>
                </a:cubicBezTo>
                <a:cubicBezTo>
                  <a:pt x="1802797" y="992642"/>
                  <a:pt x="1787658" y="1000596"/>
                  <a:pt x="1785639" y="994182"/>
                </a:cubicBezTo>
                <a:cubicBezTo>
                  <a:pt x="1787658" y="992642"/>
                  <a:pt x="1789676" y="991102"/>
                  <a:pt x="1785639" y="991102"/>
                </a:cubicBezTo>
                <a:close/>
                <a:moveTo>
                  <a:pt x="1828029" y="989306"/>
                </a:moveTo>
                <a:cubicBezTo>
                  <a:pt x="1819619" y="986226"/>
                  <a:pt x="1800442" y="992642"/>
                  <a:pt x="1806834" y="1000596"/>
                </a:cubicBezTo>
                <a:cubicBezTo>
                  <a:pt x="1817600" y="997517"/>
                  <a:pt x="1830385" y="995721"/>
                  <a:pt x="1828029" y="989306"/>
                </a:cubicBezTo>
                <a:close/>
                <a:moveTo>
                  <a:pt x="5683009" y="986891"/>
                </a:moveTo>
                <a:cubicBezTo>
                  <a:pt x="5710846" y="991740"/>
                  <a:pt x="5683009" y="1002968"/>
                  <a:pt x="5693742" y="1012666"/>
                </a:cubicBezTo>
                <a:cubicBezTo>
                  <a:pt x="5678984" y="1012666"/>
                  <a:pt x="5678984" y="1012666"/>
                  <a:pt x="5678984" y="1012666"/>
                </a:cubicBezTo>
                <a:cubicBezTo>
                  <a:pt x="5680998" y="1006286"/>
                  <a:pt x="5672612" y="990209"/>
                  <a:pt x="5683009" y="986891"/>
                </a:cubicBezTo>
                <a:close/>
                <a:moveTo>
                  <a:pt x="4372879" y="986891"/>
                </a:moveTo>
                <a:cubicBezTo>
                  <a:pt x="4381694" y="1004132"/>
                  <a:pt x="4353892" y="999385"/>
                  <a:pt x="4338633" y="1005881"/>
                </a:cubicBezTo>
                <a:cubicBezTo>
                  <a:pt x="4334564" y="994637"/>
                  <a:pt x="4362368" y="993138"/>
                  <a:pt x="4372879" y="986891"/>
                </a:cubicBezTo>
                <a:close/>
                <a:moveTo>
                  <a:pt x="3581645" y="983496"/>
                </a:moveTo>
                <a:cubicBezTo>
                  <a:pt x="3583622" y="991853"/>
                  <a:pt x="3573073" y="990286"/>
                  <a:pt x="3569118" y="993420"/>
                </a:cubicBezTo>
                <a:cubicBezTo>
                  <a:pt x="3569118" y="985324"/>
                  <a:pt x="3575381" y="986891"/>
                  <a:pt x="3581645" y="983496"/>
                </a:cubicBezTo>
                <a:close/>
                <a:moveTo>
                  <a:pt x="4531402" y="982595"/>
                </a:moveTo>
                <a:cubicBezTo>
                  <a:pt x="4542166" y="992348"/>
                  <a:pt x="4512226" y="1005182"/>
                  <a:pt x="4533756" y="1011855"/>
                </a:cubicBezTo>
                <a:cubicBezTo>
                  <a:pt x="4520972" y="1014935"/>
                  <a:pt x="4518617" y="1021352"/>
                  <a:pt x="4522990" y="1026229"/>
                </a:cubicBezTo>
                <a:cubicBezTo>
                  <a:pt x="4514580" y="1028025"/>
                  <a:pt x="4518617" y="1036239"/>
                  <a:pt x="4510208" y="1031362"/>
                </a:cubicBezTo>
                <a:cubicBezTo>
                  <a:pt x="4520972" y="1016732"/>
                  <a:pt x="4518617" y="1000305"/>
                  <a:pt x="4531402" y="982595"/>
                </a:cubicBezTo>
                <a:close/>
                <a:moveTo>
                  <a:pt x="3432300" y="982364"/>
                </a:moveTo>
                <a:cubicBezTo>
                  <a:pt x="3432300" y="990046"/>
                  <a:pt x="3428193" y="988366"/>
                  <a:pt x="3425796" y="990046"/>
                </a:cubicBezTo>
                <a:cubicBezTo>
                  <a:pt x="3423742" y="982364"/>
                  <a:pt x="3428193" y="983804"/>
                  <a:pt x="3432300" y="982364"/>
                </a:cubicBezTo>
                <a:close/>
                <a:moveTo>
                  <a:pt x="3447159" y="980797"/>
                </a:moveTo>
                <a:cubicBezTo>
                  <a:pt x="3444934" y="983931"/>
                  <a:pt x="3447159" y="992288"/>
                  <a:pt x="3443026" y="992288"/>
                </a:cubicBezTo>
                <a:cubicBezTo>
                  <a:pt x="3443026" y="985759"/>
                  <a:pt x="3443026" y="978969"/>
                  <a:pt x="3447159" y="980797"/>
                </a:cubicBezTo>
                <a:close/>
                <a:moveTo>
                  <a:pt x="5798363" y="977837"/>
                </a:moveTo>
                <a:cubicBezTo>
                  <a:pt x="5793944" y="993920"/>
                  <a:pt x="5793944" y="1016640"/>
                  <a:pt x="5793944" y="1045488"/>
                </a:cubicBezTo>
                <a:cubicBezTo>
                  <a:pt x="5789864" y="1043955"/>
                  <a:pt x="5766068" y="984219"/>
                  <a:pt x="5798363" y="977837"/>
                </a:cubicBezTo>
                <a:close/>
                <a:moveTo>
                  <a:pt x="5300944" y="975574"/>
                </a:moveTo>
                <a:cubicBezTo>
                  <a:pt x="5312071" y="978683"/>
                  <a:pt x="5309637" y="982051"/>
                  <a:pt x="5316244" y="990340"/>
                </a:cubicBezTo>
                <a:cubicBezTo>
                  <a:pt x="5300944" y="996817"/>
                  <a:pt x="5294339" y="983605"/>
                  <a:pt x="5300944" y="975574"/>
                </a:cubicBezTo>
                <a:close/>
                <a:moveTo>
                  <a:pt x="5021807" y="974442"/>
                </a:moveTo>
                <a:cubicBezTo>
                  <a:pt x="5024146" y="980939"/>
                  <a:pt x="5038856" y="988684"/>
                  <a:pt x="5026153" y="993432"/>
                </a:cubicBezTo>
                <a:cubicBezTo>
                  <a:pt x="5015456" y="987185"/>
                  <a:pt x="5024146" y="980939"/>
                  <a:pt x="5021807" y="974442"/>
                </a:cubicBezTo>
                <a:close/>
                <a:moveTo>
                  <a:pt x="3156155" y="974118"/>
                </a:moveTo>
                <a:cubicBezTo>
                  <a:pt x="3156860" y="974454"/>
                  <a:pt x="3157617" y="975577"/>
                  <a:pt x="3158626" y="978015"/>
                </a:cubicBezTo>
                <a:lnTo>
                  <a:pt x="3156088" y="974143"/>
                </a:lnTo>
                <a:close/>
                <a:moveTo>
                  <a:pt x="5361613" y="972545"/>
                </a:moveTo>
                <a:cubicBezTo>
                  <a:pt x="5358170" y="971350"/>
                  <a:pt x="5354154" y="971237"/>
                  <a:pt x="5349866" y="972841"/>
                </a:cubicBezTo>
                <a:cubicBezTo>
                  <a:pt x="5360630" y="977718"/>
                  <a:pt x="5367022" y="985932"/>
                  <a:pt x="5352220" y="984135"/>
                </a:cubicBezTo>
                <a:cubicBezTo>
                  <a:pt x="5354238" y="989012"/>
                  <a:pt x="5358612" y="995429"/>
                  <a:pt x="5369040" y="995429"/>
                </a:cubicBezTo>
                <a:cubicBezTo>
                  <a:pt x="5377114" y="989461"/>
                  <a:pt x="5371942" y="976130"/>
                  <a:pt x="5361613" y="972545"/>
                </a:cubicBezTo>
                <a:close/>
                <a:moveTo>
                  <a:pt x="3534998" y="971047"/>
                </a:moveTo>
                <a:cubicBezTo>
                  <a:pt x="3537052" y="974045"/>
                  <a:pt x="3541503" y="971047"/>
                  <a:pt x="3543557" y="980541"/>
                </a:cubicBezTo>
                <a:cubicBezTo>
                  <a:pt x="3534998" y="980541"/>
                  <a:pt x="3534998" y="990036"/>
                  <a:pt x="3528495" y="983540"/>
                </a:cubicBezTo>
                <a:cubicBezTo>
                  <a:pt x="3526098" y="974045"/>
                  <a:pt x="3539106" y="983540"/>
                  <a:pt x="3534998" y="971047"/>
                </a:cubicBezTo>
                <a:close/>
                <a:moveTo>
                  <a:pt x="3127591" y="970445"/>
                </a:moveTo>
                <a:cubicBezTo>
                  <a:pt x="3122544" y="970253"/>
                  <a:pt x="3117246" y="971471"/>
                  <a:pt x="3111862" y="974679"/>
                </a:cubicBezTo>
                <a:cubicBezTo>
                  <a:pt x="3122628" y="979555"/>
                  <a:pt x="3131039" y="978015"/>
                  <a:pt x="3141804" y="974679"/>
                </a:cubicBezTo>
                <a:cubicBezTo>
                  <a:pt x="3137432" y="972241"/>
                  <a:pt x="3132637" y="970638"/>
                  <a:pt x="3127591" y="970445"/>
                </a:cubicBezTo>
                <a:close/>
                <a:moveTo>
                  <a:pt x="1842623" y="966082"/>
                </a:moveTo>
                <a:cubicBezTo>
                  <a:pt x="1838123" y="965890"/>
                  <a:pt x="1834422" y="967494"/>
                  <a:pt x="1834422" y="973139"/>
                </a:cubicBezTo>
                <a:cubicBezTo>
                  <a:pt x="1838795" y="971599"/>
                  <a:pt x="1857973" y="974679"/>
                  <a:pt x="1855617" y="969804"/>
                </a:cubicBezTo>
                <a:cubicBezTo>
                  <a:pt x="1852421" y="968264"/>
                  <a:pt x="1847123" y="966275"/>
                  <a:pt x="1842623" y="966082"/>
                </a:cubicBezTo>
                <a:close/>
                <a:moveTo>
                  <a:pt x="3386642" y="964169"/>
                </a:moveTo>
                <a:cubicBezTo>
                  <a:pt x="3389081" y="965214"/>
                  <a:pt x="3391221" y="967303"/>
                  <a:pt x="3392248" y="968087"/>
                </a:cubicBezTo>
                <a:cubicBezTo>
                  <a:pt x="3390194" y="976444"/>
                  <a:pt x="3388140" y="963124"/>
                  <a:pt x="3379239" y="966520"/>
                </a:cubicBezTo>
                <a:cubicBezTo>
                  <a:pt x="3381465" y="963124"/>
                  <a:pt x="3384203" y="963124"/>
                  <a:pt x="3386642" y="964169"/>
                </a:cubicBezTo>
                <a:close/>
                <a:moveTo>
                  <a:pt x="5193001" y="963124"/>
                </a:moveTo>
                <a:cubicBezTo>
                  <a:pt x="5195035" y="966519"/>
                  <a:pt x="5199443" y="968086"/>
                  <a:pt x="5203512" y="969653"/>
                </a:cubicBezTo>
                <a:cubicBezTo>
                  <a:pt x="5199443" y="971482"/>
                  <a:pt x="5197070" y="974616"/>
                  <a:pt x="5197070" y="976444"/>
                </a:cubicBezTo>
                <a:cubicBezTo>
                  <a:pt x="5195035" y="971482"/>
                  <a:pt x="5180116" y="966519"/>
                  <a:pt x="5193001" y="963124"/>
                </a:cubicBezTo>
                <a:close/>
                <a:moveTo>
                  <a:pt x="1221997" y="963124"/>
                </a:moveTo>
                <a:cubicBezTo>
                  <a:pt x="1219936" y="971415"/>
                  <a:pt x="1198294" y="976337"/>
                  <a:pt x="1193828" y="984368"/>
                </a:cubicBezTo>
                <a:cubicBezTo>
                  <a:pt x="1189706" y="974524"/>
                  <a:pt x="1211348" y="966492"/>
                  <a:pt x="1221997" y="963124"/>
                </a:cubicBezTo>
                <a:close/>
                <a:moveTo>
                  <a:pt x="3236916" y="961251"/>
                </a:moveTo>
                <a:cubicBezTo>
                  <a:pt x="3233462" y="958688"/>
                  <a:pt x="3223053" y="967494"/>
                  <a:pt x="3224567" y="969804"/>
                </a:cubicBezTo>
                <a:cubicBezTo>
                  <a:pt x="3228941" y="963388"/>
                  <a:pt x="3232978" y="968264"/>
                  <a:pt x="3237352" y="968264"/>
                </a:cubicBezTo>
                <a:cubicBezTo>
                  <a:pt x="3238445" y="964222"/>
                  <a:pt x="3238067" y="962105"/>
                  <a:pt x="3236916" y="961251"/>
                </a:cubicBezTo>
                <a:close/>
                <a:moveTo>
                  <a:pt x="4886398" y="959378"/>
                </a:moveTo>
                <a:cubicBezTo>
                  <a:pt x="4892662" y="956334"/>
                  <a:pt x="4896617" y="956334"/>
                  <a:pt x="4900902" y="959378"/>
                </a:cubicBezTo>
                <a:cubicBezTo>
                  <a:pt x="4896617" y="961153"/>
                  <a:pt x="4896617" y="970793"/>
                  <a:pt x="4890354" y="967495"/>
                </a:cubicBezTo>
                <a:cubicBezTo>
                  <a:pt x="4894639" y="962675"/>
                  <a:pt x="4892662" y="959378"/>
                  <a:pt x="4886398" y="959378"/>
                </a:cubicBezTo>
                <a:close/>
                <a:moveTo>
                  <a:pt x="3596458" y="958597"/>
                </a:moveTo>
                <a:cubicBezTo>
                  <a:pt x="3598454" y="976450"/>
                  <a:pt x="3590140" y="968288"/>
                  <a:pt x="3579501" y="969819"/>
                </a:cubicBezTo>
                <a:cubicBezTo>
                  <a:pt x="3581829" y="961912"/>
                  <a:pt x="3594463" y="964973"/>
                  <a:pt x="3596458" y="958597"/>
                </a:cubicBezTo>
                <a:close/>
                <a:moveTo>
                  <a:pt x="3630200" y="956219"/>
                </a:moveTo>
                <a:cubicBezTo>
                  <a:pt x="3632616" y="956036"/>
                  <a:pt x="3634890" y="956833"/>
                  <a:pt x="3637015" y="959640"/>
                </a:cubicBezTo>
                <a:cubicBezTo>
                  <a:pt x="3630556" y="966275"/>
                  <a:pt x="3619677" y="974187"/>
                  <a:pt x="3607100" y="967807"/>
                </a:cubicBezTo>
                <a:cubicBezTo>
                  <a:pt x="3607100" y="964489"/>
                  <a:pt x="3607100" y="961427"/>
                  <a:pt x="3604720" y="956577"/>
                </a:cubicBezTo>
                <a:cubicBezTo>
                  <a:pt x="3614408" y="966148"/>
                  <a:pt x="3622950" y="956769"/>
                  <a:pt x="3630200" y="956219"/>
                </a:cubicBezTo>
                <a:close/>
                <a:moveTo>
                  <a:pt x="2984900" y="955465"/>
                </a:moveTo>
                <a:cubicBezTo>
                  <a:pt x="2981158" y="956074"/>
                  <a:pt x="2977961" y="958512"/>
                  <a:pt x="2977961" y="963388"/>
                </a:cubicBezTo>
                <a:cubicBezTo>
                  <a:pt x="2984353" y="961848"/>
                  <a:pt x="2995119" y="968264"/>
                  <a:pt x="2995119" y="958512"/>
                </a:cubicBezTo>
                <a:cubicBezTo>
                  <a:pt x="2992932" y="956074"/>
                  <a:pt x="2988643" y="954856"/>
                  <a:pt x="2984900" y="955465"/>
                </a:cubicBezTo>
                <a:close/>
                <a:moveTo>
                  <a:pt x="1642343" y="955202"/>
                </a:moveTo>
                <a:cubicBezTo>
                  <a:pt x="1646273" y="963560"/>
                  <a:pt x="1646273" y="963560"/>
                  <a:pt x="1646273" y="963560"/>
                </a:cubicBezTo>
                <a:cubicBezTo>
                  <a:pt x="1633828" y="971917"/>
                  <a:pt x="1636120" y="955202"/>
                  <a:pt x="1623675" y="961993"/>
                </a:cubicBezTo>
                <a:cubicBezTo>
                  <a:pt x="1621382" y="957030"/>
                  <a:pt x="1640050" y="955202"/>
                  <a:pt x="1642343" y="955202"/>
                </a:cubicBezTo>
                <a:close/>
                <a:moveTo>
                  <a:pt x="1555866" y="955202"/>
                </a:moveTo>
                <a:cubicBezTo>
                  <a:pt x="1560226" y="969793"/>
                  <a:pt x="1534738" y="964929"/>
                  <a:pt x="1524341" y="976449"/>
                </a:cubicBezTo>
                <a:cubicBezTo>
                  <a:pt x="1521993" y="966722"/>
                  <a:pt x="1549494" y="963394"/>
                  <a:pt x="1555866" y="955202"/>
                </a:cubicBezTo>
                <a:close/>
                <a:moveTo>
                  <a:pt x="3436062" y="954046"/>
                </a:moveTo>
                <a:cubicBezTo>
                  <a:pt x="3437918" y="954489"/>
                  <a:pt x="3440060" y="956138"/>
                  <a:pt x="3441213" y="956138"/>
                </a:cubicBezTo>
                <a:cubicBezTo>
                  <a:pt x="3438906" y="964002"/>
                  <a:pt x="3434951" y="954362"/>
                  <a:pt x="3432642" y="959182"/>
                </a:cubicBezTo>
                <a:cubicBezTo>
                  <a:pt x="3432642" y="954363"/>
                  <a:pt x="3434209" y="953602"/>
                  <a:pt x="3436062" y="954046"/>
                </a:cubicBezTo>
                <a:close/>
                <a:moveTo>
                  <a:pt x="2028040" y="952289"/>
                </a:moveTo>
                <a:cubicBezTo>
                  <a:pt x="2019545" y="953316"/>
                  <a:pt x="2011050" y="956972"/>
                  <a:pt x="2011050" y="961848"/>
                </a:cubicBezTo>
                <a:cubicBezTo>
                  <a:pt x="2025853" y="961848"/>
                  <a:pt x="2027872" y="956972"/>
                  <a:pt x="2045030" y="958512"/>
                </a:cubicBezTo>
                <a:cubicBezTo>
                  <a:pt x="2045030" y="952867"/>
                  <a:pt x="2036535" y="951263"/>
                  <a:pt x="2028040" y="952289"/>
                </a:cubicBezTo>
                <a:close/>
                <a:moveTo>
                  <a:pt x="5856121" y="951807"/>
                </a:moveTo>
                <a:cubicBezTo>
                  <a:pt x="5885891" y="951807"/>
                  <a:pt x="5858462" y="959838"/>
                  <a:pt x="5862476" y="971497"/>
                </a:cubicBezTo>
                <a:cubicBezTo>
                  <a:pt x="5852106" y="973051"/>
                  <a:pt x="5860469" y="958283"/>
                  <a:pt x="5856121" y="951807"/>
                </a:cubicBezTo>
                <a:close/>
                <a:moveTo>
                  <a:pt x="3535824" y="949543"/>
                </a:moveTo>
                <a:cubicBezTo>
                  <a:pt x="3535824" y="954389"/>
                  <a:pt x="3533845" y="959235"/>
                  <a:pt x="3537801" y="961020"/>
                </a:cubicBezTo>
                <a:cubicBezTo>
                  <a:pt x="3542086" y="967396"/>
                  <a:pt x="3531538" y="957705"/>
                  <a:pt x="3529560" y="961020"/>
                </a:cubicBezTo>
                <a:cubicBezTo>
                  <a:pt x="3527582" y="952858"/>
                  <a:pt x="3533845" y="951328"/>
                  <a:pt x="3535824" y="949543"/>
                </a:cubicBezTo>
                <a:close/>
                <a:moveTo>
                  <a:pt x="4384924" y="947280"/>
                </a:moveTo>
                <a:cubicBezTo>
                  <a:pt x="4387251" y="952194"/>
                  <a:pt x="4393568" y="957109"/>
                  <a:pt x="4389246" y="963577"/>
                </a:cubicBezTo>
                <a:cubicBezTo>
                  <a:pt x="4384924" y="963577"/>
                  <a:pt x="4380934" y="963577"/>
                  <a:pt x="4376612" y="965129"/>
                </a:cubicBezTo>
                <a:cubicBezTo>
                  <a:pt x="4374616" y="957109"/>
                  <a:pt x="4378606" y="950384"/>
                  <a:pt x="4384924" y="947280"/>
                </a:cubicBezTo>
                <a:close/>
                <a:moveTo>
                  <a:pt x="3299088" y="944238"/>
                </a:moveTo>
                <a:cubicBezTo>
                  <a:pt x="3295891" y="943629"/>
                  <a:pt x="3292695" y="944014"/>
                  <a:pt x="3290508" y="947221"/>
                </a:cubicBezTo>
                <a:cubicBezTo>
                  <a:pt x="3294882" y="947221"/>
                  <a:pt x="3303293" y="955177"/>
                  <a:pt x="3307667" y="947221"/>
                </a:cubicBezTo>
                <a:cubicBezTo>
                  <a:pt x="3305480" y="946452"/>
                  <a:pt x="3302284" y="944848"/>
                  <a:pt x="3299088" y="944238"/>
                </a:cubicBezTo>
                <a:close/>
                <a:moveTo>
                  <a:pt x="2112989" y="943885"/>
                </a:moveTo>
                <a:cubicBezTo>
                  <a:pt x="2102223" y="940806"/>
                  <a:pt x="2076990" y="945682"/>
                  <a:pt x="2076990" y="955177"/>
                </a:cubicBezTo>
                <a:cubicBezTo>
                  <a:pt x="2091794" y="950301"/>
                  <a:pt x="2098186" y="955177"/>
                  <a:pt x="2110970" y="952097"/>
                </a:cubicBezTo>
                <a:cubicBezTo>
                  <a:pt x="2108616" y="948761"/>
                  <a:pt x="2115008" y="947221"/>
                  <a:pt x="2112989" y="943885"/>
                </a:cubicBezTo>
                <a:close/>
                <a:moveTo>
                  <a:pt x="1726090" y="943885"/>
                </a:moveTo>
                <a:cubicBezTo>
                  <a:pt x="1719698" y="942345"/>
                  <a:pt x="1711287" y="945682"/>
                  <a:pt x="1706914" y="950301"/>
                </a:cubicBezTo>
                <a:cubicBezTo>
                  <a:pt x="1708932" y="961848"/>
                  <a:pt x="1732482" y="952097"/>
                  <a:pt x="1726090" y="943885"/>
                </a:cubicBezTo>
                <a:close/>
                <a:moveTo>
                  <a:pt x="3216156" y="942345"/>
                </a:moveTo>
                <a:cubicBezTo>
                  <a:pt x="3222548" y="940806"/>
                  <a:pt x="3209764" y="952097"/>
                  <a:pt x="3216156" y="953637"/>
                </a:cubicBezTo>
                <a:cubicBezTo>
                  <a:pt x="3220194" y="945682"/>
                  <a:pt x="3232978" y="955177"/>
                  <a:pt x="3232978" y="943885"/>
                </a:cubicBezTo>
                <a:cubicBezTo>
                  <a:pt x="3228941" y="943885"/>
                  <a:pt x="3220194" y="940806"/>
                  <a:pt x="3216156" y="942345"/>
                </a:cubicBezTo>
                <a:close/>
                <a:moveTo>
                  <a:pt x="3576204" y="939024"/>
                </a:moveTo>
                <a:cubicBezTo>
                  <a:pt x="3571919" y="953571"/>
                  <a:pt x="3551151" y="940811"/>
                  <a:pt x="3549174" y="961738"/>
                </a:cubicBezTo>
                <a:cubicBezTo>
                  <a:pt x="3547196" y="955102"/>
                  <a:pt x="3542910" y="958420"/>
                  <a:pt x="3540932" y="950253"/>
                </a:cubicBezTo>
                <a:cubicBezTo>
                  <a:pt x="3553459" y="953571"/>
                  <a:pt x="3551151" y="937493"/>
                  <a:pt x="3561700" y="945660"/>
                </a:cubicBezTo>
                <a:cubicBezTo>
                  <a:pt x="3561700" y="935962"/>
                  <a:pt x="3571919" y="940811"/>
                  <a:pt x="3576204" y="939024"/>
                </a:cubicBezTo>
                <a:close/>
                <a:moveTo>
                  <a:pt x="2498122" y="938689"/>
                </a:moveTo>
                <a:cubicBezTo>
                  <a:pt x="2493580" y="939459"/>
                  <a:pt x="2489290" y="941447"/>
                  <a:pt x="2487104" y="943885"/>
                </a:cubicBezTo>
                <a:cubicBezTo>
                  <a:pt x="2489122" y="947221"/>
                  <a:pt x="2514692" y="950301"/>
                  <a:pt x="2510655" y="940806"/>
                </a:cubicBezTo>
                <a:cubicBezTo>
                  <a:pt x="2507459" y="938368"/>
                  <a:pt x="2502664" y="937919"/>
                  <a:pt x="2498122" y="938689"/>
                </a:cubicBezTo>
                <a:close/>
                <a:moveTo>
                  <a:pt x="5715257" y="935962"/>
                </a:moveTo>
                <a:cubicBezTo>
                  <a:pt x="5739027" y="942325"/>
                  <a:pt x="5732574" y="971339"/>
                  <a:pt x="5739027" y="988900"/>
                </a:cubicBezTo>
                <a:cubicBezTo>
                  <a:pt x="5711182" y="987373"/>
                  <a:pt x="5728160" y="950215"/>
                  <a:pt x="5715257" y="935962"/>
                </a:cubicBezTo>
                <a:close/>
                <a:moveTo>
                  <a:pt x="4967858" y="935962"/>
                </a:moveTo>
                <a:cubicBezTo>
                  <a:pt x="4971848" y="935962"/>
                  <a:pt x="4978166" y="937471"/>
                  <a:pt x="4982488" y="942249"/>
                </a:cubicBezTo>
                <a:cubicBezTo>
                  <a:pt x="4976170" y="947028"/>
                  <a:pt x="4971848" y="943759"/>
                  <a:pt x="4967858" y="943759"/>
                </a:cubicBezTo>
                <a:cubicBezTo>
                  <a:pt x="4969853" y="945519"/>
                  <a:pt x="4967858" y="947028"/>
                  <a:pt x="4965864" y="945519"/>
                </a:cubicBezTo>
                <a:cubicBezTo>
                  <a:pt x="4971848" y="942249"/>
                  <a:pt x="4963536" y="938980"/>
                  <a:pt x="4967858" y="935962"/>
                </a:cubicBezTo>
                <a:close/>
                <a:moveTo>
                  <a:pt x="3588772" y="935962"/>
                </a:moveTo>
                <a:cubicBezTo>
                  <a:pt x="3590998" y="942415"/>
                  <a:pt x="3590998" y="947320"/>
                  <a:pt x="3588772" y="950417"/>
                </a:cubicBezTo>
                <a:cubicBezTo>
                  <a:pt x="3586177" y="947320"/>
                  <a:pt x="3590998" y="942415"/>
                  <a:pt x="3586177" y="942415"/>
                </a:cubicBezTo>
                <a:cubicBezTo>
                  <a:pt x="3583952" y="937510"/>
                  <a:pt x="3586177" y="935962"/>
                  <a:pt x="3588772" y="935962"/>
                </a:cubicBezTo>
                <a:close/>
                <a:moveTo>
                  <a:pt x="2580632" y="935931"/>
                </a:moveTo>
                <a:cubicBezTo>
                  <a:pt x="2559437" y="937470"/>
                  <a:pt x="2527476" y="932594"/>
                  <a:pt x="2519065" y="943885"/>
                </a:cubicBezTo>
                <a:cubicBezTo>
                  <a:pt x="2542279" y="942345"/>
                  <a:pt x="2548672" y="942345"/>
                  <a:pt x="2574240" y="947221"/>
                </a:cubicBezTo>
                <a:cubicBezTo>
                  <a:pt x="2582988" y="940806"/>
                  <a:pt x="2572222" y="942345"/>
                  <a:pt x="2580632" y="935931"/>
                </a:cubicBezTo>
                <a:close/>
                <a:moveTo>
                  <a:pt x="3138153" y="935894"/>
                </a:moveTo>
                <a:cubicBezTo>
                  <a:pt x="3134129" y="948687"/>
                  <a:pt x="3144523" y="932567"/>
                  <a:pt x="3142511" y="942290"/>
                </a:cubicBezTo>
                <a:cubicBezTo>
                  <a:pt x="3136141" y="952013"/>
                  <a:pt x="3115017" y="938964"/>
                  <a:pt x="3106300" y="952013"/>
                </a:cubicBezTo>
                <a:cubicBezTo>
                  <a:pt x="3104288" y="955084"/>
                  <a:pt x="3110658" y="955084"/>
                  <a:pt x="3112670" y="955084"/>
                </a:cubicBezTo>
                <a:cubicBezTo>
                  <a:pt x="3112670" y="958410"/>
                  <a:pt x="3108479" y="958410"/>
                  <a:pt x="3104790" y="956396"/>
                </a:cubicBezTo>
                <a:lnTo>
                  <a:pt x="3102436" y="954143"/>
                </a:lnTo>
                <a:lnTo>
                  <a:pt x="3100202" y="951588"/>
                </a:lnTo>
                <a:lnTo>
                  <a:pt x="3099928" y="945616"/>
                </a:lnTo>
                <a:cubicBezTo>
                  <a:pt x="3106300" y="947152"/>
                  <a:pt x="3110658" y="948687"/>
                  <a:pt x="3108646" y="937428"/>
                </a:cubicBezTo>
                <a:cubicBezTo>
                  <a:pt x="3115017" y="945616"/>
                  <a:pt x="3127758" y="938964"/>
                  <a:pt x="3138153" y="935894"/>
                </a:cubicBezTo>
                <a:close/>
                <a:moveTo>
                  <a:pt x="3165553" y="935096"/>
                </a:moveTo>
                <a:cubicBezTo>
                  <a:pt x="3167795" y="936961"/>
                  <a:pt x="3169762" y="940289"/>
                  <a:pt x="3169762" y="943618"/>
                </a:cubicBezTo>
                <a:cubicBezTo>
                  <a:pt x="3163784" y="943618"/>
                  <a:pt x="3163784" y="936961"/>
                  <a:pt x="3159692" y="935363"/>
                </a:cubicBezTo>
                <a:cubicBezTo>
                  <a:pt x="3160794" y="932833"/>
                  <a:pt x="3163312" y="933233"/>
                  <a:pt x="3165553" y="935096"/>
                </a:cubicBezTo>
                <a:close/>
                <a:moveTo>
                  <a:pt x="3095574" y="934076"/>
                </a:moveTo>
                <a:cubicBezTo>
                  <a:pt x="3093588" y="943633"/>
                  <a:pt x="3093588" y="943633"/>
                  <a:pt x="3093588" y="943633"/>
                </a:cubicBezTo>
                <a:cubicBezTo>
                  <a:pt x="3089285" y="938854"/>
                  <a:pt x="3055853" y="942124"/>
                  <a:pt x="3081010" y="938854"/>
                </a:cubicBezTo>
                <a:cubicBezTo>
                  <a:pt x="3084982" y="937346"/>
                  <a:pt x="3089285" y="932567"/>
                  <a:pt x="3095574" y="934076"/>
                </a:cubicBezTo>
                <a:close/>
                <a:moveTo>
                  <a:pt x="2964435" y="933347"/>
                </a:moveTo>
                <a:cubicBezTo>
                  <a:pt x="2972924" y="930304"/>
                  <a:pt x="2975301" y="942986"/>
                  <a:pt x="2979376" y="935123"/>
                </a:cubicBezTo>
                <a:cubicBezTo>
                  <a:pt x="2990243" y="941464"/>
                  <a:pt x="2966472" y="938167"/>
                  <a:pt x="2968849" y="944762"/>
                </a:cubicBezTo>
                <a:cubicBezTo>
                  <a:pt x="2962397" y="944762"/>
                  <a:pt x="2962397" y="939943"/>
                  <a:pt x="2964435" y="933347"/>
                </a:cubicBezTo>
                <a:close/>
                <a:moveTo>
                  <a:pt x="5032825" y="929171"/>
                </a:moveTo>
                <a:cubicBezTo>
                  <a:pt x="5039261" y="930854"/>
                  <a:pt x="5047814" y="934995"/>
                  <a:pt x="5053403" y="939298"/>
                </a:cubicBezTo>
                <a:lnTo>
                  <a:pt x="5053845" y="939802"/>
                </a:lnTo>
                <a:lnTo>
                  <a:pt x="5062590" y="938518"/>
                </a:lnTo>
                <a:cubicBezTo>
                  <a:pt x="5062088" y="940928"/>
                  <a:pt x="5060396" y="942434"/>
                  <a:pt x="5057970" y="943338"/>
                </a:cubicBezTo>
                <a:lnTo>
                  <a:pt x="5057060" y="943460"/>
                </a:lnTo>
                <a:lnTo>
                  <a:pt x="5058928" y="945587"/>
                </a:lnTo>
                <a:cubicBezTo>
                  <a:pt x="5059606" y="947533"/>
                  <a:pt x="5058907" y="949231"/>
                  <a:pt x="5056197" y="950396"/>
                </a:cubicBezTo>
                <a:cubicBezTo>
                  <a:pt x="5047729" y="942372"/>
                  <a:pt x="5052132" y="971879"/>
                  <a:pt x="5039260" y="968514"/>
                </a:cubicBezTo>
                <a:cubicBezTo>
                  <a:pt x="5041292" y="976797"/>
                  <a:pt x="5049762" y="974985"/>
                  <a:pt x="5043325" y="981714"/>
                </a:cubicBezTo>
                <a:cubicBezTo>
                  <a:pt x="5039260" y="978350"/>
                  <a:pt x="5041292" y="984820"/>
                  <a:pt x="5034857" y="986633"/>
                </a:cubicBezTo>
                <a:cubicBezTo>
                  <a:pt x="5029606" y="975891"/>
                  <a:pt x="5029098" y="966831"/>
                  <a:pt x="5029903" y="957805"/>
                </a:cubicBezTo>
                <a:lnTo>
                  <a:pt x="5031364" y="943491"/>
                </a:lnTo>
                <a:lnTo>
                  <a:pt x="5028806" y="943338"/>
                </a:lnTo>
                <a:lnTo>
                  <a:pt x="5031568" y="941485"/>
                </a:lnTo>
                <a:close/>
                <a:moveTo>
                  <a:pt x="1851580" y="927719"/>
                </a:moveTo>
                <a:cubicBezTo>
                  <a:pt x="1840814" y="924383"/>
                  <a:pt x="1830385" y="932594"/>
                  <a:pt x="1830385" y="939010"/>
                </a:cubicBezTo>
                <a:cubicBezTo>
                  <a:pt x="1840814" y="937470"/>
                  <a:pt x="1849225" y="934134"/>
                  <a:pt x="1851580" y="927719"/>
                </a:cubicBezTo>
                <a:close/>
                <a:moveTo>
                  <a:pt x="3494034" y="925423"/>
                </a:moveTo>
                <a:cubicBezTo>
                  <a:pt x="3494034" y="926979"/>
                  <a:pt x="3496087" y="928535"/>
                  <a:pt x="3496087" y="928535"/>
                </a:cubicBezTo>
                <a:lnTo>
                  <a:pt x="3494034" y="925480"/>
                </a:lnTo>
                <a:close/>
                <a:moveTo>
                  <a:pt x="4727741" y="925341"/>
                </a:moveTo>
                <a:cubicBezTo>
                  <a:pt x="4745124" y="923513"/>
                  <a:pt x="4727741" y="931871"/>
                  <a:pt x="4745124" y="933438"/>
                </a:cubicBezTo>
                <a:cubicBezTo>
                  <a:pt x="4740952" y="936833"/>
                  <a:pt x="4738519" y="938400"/>
                  <a:pt x="4738519" y="940227"/>
                </a:cubicBezTo>
                <a:cubicBezTo>
                  <a:pt x="4734347" y="931871"/>
                  <a:pt x="4723222" y="931871"/>
                  <a:pt x="4727741" y="925341"/>
                </a:cubicBezTo>
                <a:close/>
                <a:moveTo>
                  <a:pt x="1889933" y="924383"/>
                </a:moveTo>
                <a:cubicBezTo>
                  <a:pt x="1877149" y="931054"/>
                  <a:pt x="1864364" y="922843"/>
                  <a:pt x="1862009" y="934134"/>
                </a:cubicBezTo>
                <a:cubicBezTo>
                  <a:pt x="1872775" y="934134"/>
                  <a:pt x="1883542" y="931054"/>
                  <a:pt x="1889933" y="924383"/>
                </a:cubicBezTo>
                <a:close/>
                <a:moveTo>
                  <a:pt x="3492178" y="922720"/>
                </a:moveTo>
                <a:lnTo>
                  <a:pt x="3494034" y="925480"/>
                </a:lnTo>
                <a:lnTo>
                  <a:pt x="3494034" y="928535"/>
                </a:lnTo>
                <a:cubicBezTo>
                  <a:pt x="3494034" y="935278"/>
                  <a:pt x="3485133" y="930351"/>
                  <a:pt x="3483079" y="936835"/>
                </a:cubicBezTo>
                <a:cubicBezTo>
                  <a:pt x="3483079" y="935668"/>
                  <a:pt x="3487893" y="922392"/>
                  <a:pt x="3492178" y="922720"/>
                </a:cubicBezTo>
                <a:close/>
                <a:moveTo>
                  <a:pt x="2693845" y="921369"/>
                </a:moveTo>
                <a:cubicBezTo>
                  <a:pt x="2697975" y="921976"/>
                  <a:pt x="2705144" y="927113"/>
                  <a:pt x="2709882" y="925971"/>
                </a:cubicBezTo>
                <a:cubicBezTo>
                  <a:pt x="2709882" y="932313"/>
                  <a:pt x="2695253" y="927493"/>
                  <a:pt x="2690930" y="929015"/>
                </a:cubicBezTo>
                <a:cubicBezTo>
                  <a:pt x="2692926" y="925971"/>
                  <a:pt x="2695253" y="924195"/>
                  <a:pt x="2690930" y="922673"/>
                </a:cubicBezTo>
                <a:cubicBezTo>
                  <a:pt x="2691430" y="921468"/>
                  <a:pt x="2692469" y="921168"/>
                  <a:pt x="2693845" y="921369"/>
                </a:cubicBezTo>
                <a:close/>
                <a:moveTo>
                  <a:pt x="3451926" y="921250"/>
                </a:moveTo>
                <a:cubicBezTo>
                  <a:pt x="3454524" y="922841"/>
                  <a:pt x="3456748" y="931329"/>
                  <a:pt x="3458973" y="931329"/>
                </a:cubicBezTo>
                <a:cubicBezTo>
                  <a:pt x="3458973" y="937960"/>
                  <a:pt x="3456748" y="937960"/>
                  <a:pt x="3454524" y="937960"/>
                </a:cubicBezTo>
                <a:cubicBezTo>
                  <a:pt x="3451926" y="929472"/>
                  <a:pt x="3454524" y="927880"/>
                  <a:pt x="3451926" y="921250"/>
                </a:cubicBezTo>
                <a:close/>
                <a:moveTo>
                  <a:pt x="3447106" y="921250"/>
                </a:moveTo>
                <a:cubicBezTo>
                  <a:pt x="3447106" y="926082"/>
                  <a:pt x="3449331" y="930914"/>
                  <a:pt x="3451556" y="929134"/>
                </a:cubicBezTo>
                <a:cubicBezTo>
                  <a:pt x="3449331" y="932439"/>
                  <a:pt x="3451556" y="943630"/>
                  <a:pt x="3447106" y="943630"/>
                </a:cubicBezTo>
                <a:cubicBezTo>
                  <a:pt x="3444510" y="933966"/>
                  <a:pt x="3449331" y="935746"/>
                  <a:pt x="3449331" y="932439"/>
                </a:cubicBezTo>
                <a:cubicBezTo>
                  <a:pt x="3447106" y="929134"/>
                  <a:pt x="3447106" y="927607"/>
                  <a:pt x="3444510" y="924302"/>
                </a:cubicBezTo>
                <a:cubicBezTo>
                  <a:pt x="3444510" y="921250"/>
                  <a:pt x="3447106" y="922775"/>
                  <a:pt x="3447106" y="921250"/>
                </a:cubicBezTo>
                <a:close/>
                <a:moveTo>
                  <a:pt x="4909548" y="920219"/>
                </a:moveTo>
                <a:lnTo>
                  <a:pt x="4907420" y="920254"/>
                </a:lnTo>
                <a:lnTo>
                  <a:pt x="4909852" y="920994"/>
                </a:lnTo>
                <a:close/>
                <a:moveTo>
                  <a:pt x="4325716" y="913092"/>
                </a:moveTo>
                <a:cubicBezTo>
                  <a:pt x="4319660" y="919764"/>
                  <a:pt x="4323698" y="921303"/>
                  <a:pt x="4317305" y="926179"/>
                </a:cubicBezTo>
                <a:cubicBezTo>
                  <a:pt x="4332108" y="934134"/>
                  <a:pt x="4330090" y="917967"/>
                  <a:pt x="4325716" y="913092"/>
                </a:cubicBezTo>
                <a:close/>
                <a:moveTo>
                  <a:pt x="4890678" y="912781"/>
                </a:moveTo>
                <a:lnTo>
                  <a:pt x="4890457" y="913256"/>
                </a:lnTo>
                <a:lnTo>
                  <a:pt x="4890929" y="913280"/>
                </a:lnTo>
                <a:close/>
                <a:moveTo>
                  <a:pt x="4797158" y="912781"/>
                </a:moveTo>
                <a:cubicBezTo>
                  <a:pt x="4788748" y="917658"/>
                  <a:pt x="4795140" y="920994"/>
                  <a:pt x="4795140" y="925871"/>
                </a:cubicBezTo>
                <a:cubicBezTo>
                  <a:pt x="4797158" y="924075"/>
                  <a:pt x="4809941" y="920994"/>
                  <a:pt x="4797158" y="912781"/>
                </a:cubicBezTo>
                <a:close/>
                <a:moveTo>
                  <a:pt x="5428582" y="909701"/>
                </a:moveTo>
                <a:cubicBezTo>
                  <a:pt x="5426564" y="920994"/>
                  <a:pt x="5418154" y="912781"/>
                  <a:pt x="5409408" y="919454"/>
                </a:cubicBezTo>
                <a:cubicBezTo>
                  <a:pt x="5422191" y="925871"/>
                  <a:pt x="5398980" y="930748"/>
                  <a:pt x="5407390" y="937165"/>
                </a:cubicBezTo>
                <a:cubicBezTo>
                  <a:pt x="5413781" y="925871"/>
                  <a:pt x="5445739" y="924075"/>
                  <a:pt x="5428582" y="909701"/>
                </a:cubicBezTo>
                <a:close/>
                <a:moveTo>
                  <a:pt x="2082827" y="907668"/>
                </a:moveTo>
                <a:cubicBezTo>
                  <a:pt x="2082827" y="911063"/>
                  <a:pt x="2084835" y="912630"/>
                  <a:pt x="2086842" y="912630"/>
                </a:cubicBezTo>
                <a:cubicBezTo>
                  <a:pt x="2076470" y="917593"/>
                  <a:pt x="2061412" y="917593"/>
                  <a:pt x="2042674" y="920988"/>
                </a:cubicBezTo>
                <a:cubicBezTo>
                  <a:pt x="2048697" y="914459"/>
                  <a:pt x="2074127" y="914459"/>
                  <a:pt x="2082827" y="907668"/>
                </a:cubicBezTo>
                <a:close/>
                <a:moveTo>
                  <a:pt x="1511645" y="906536"/>
                </a:moveTo>
                <a:cubicBezTo>
                  <a:pt x="1515720" y="912783"/>
                  <a:pt x="1515720" y="912783"/>
                  <a:pt x="1515720" y="912783"/>
                </a:cubicBezTo>
                <a:cubicBezTo>
                  <a:pt x="1509268" y="908036"/>
                  <a:pt x="1490251" y="925526"/>
                  <a:pt x="1487874" y="914532"/>
                </a:cubicBezTo>
                <a:close/>
                <a:moveTo>
                  <a:pt x="3463325" y="905816"/>
                </a:moveTo>
                <a:cubicBezTo>
                  <a:pt x="3468684" y="904405"/>
                  <a:pt x="3474553" y="906457"/>
                  <a:pt x="3477785" y="915431"/>
                </a:cubicBezTo>
                <a:cubicBezTo>
                  <a:pt x="3482208" y="915431"/>
                  <a:pt x="3482208" y="913893"/>
                  <a:pt x="3488672" y="915431"/>
                </a:cubicBezTo>
                <a:cubicBezTo>
                  <a:pt x="3484250" y="926713"/>
                  <a:pt x="3469279" y="930047"/>
                  <a:pt x="3460773" y="930047"/>
                </a:cubicBezTo>
                <a:cubicBezTo>
                  <a:pt x="3460773" y="920304"/>
                  <a:pt x="3475744" y="925175"/>
                  <a:pt x="3479826" y="923380"/>
                </a:cubicBezTo>
                <a:cubicBezTo>
                  <a:pt x="3479826" y="915431"/>
                  <a:pt x="3471321" y="913893"/>
                  <a:pt x="3469279" y="909021"/>
                </a:cubicBezTo>
                <a:cubicBezTo>
                  <a:pt x="3471321" y="916970"/>
                  <a:pt x="3458391" y="915431"/>
                  <a:pt x="3451926" y="916970"/>
                </a:cubicBezTo>
                <a:cubicBezTo>
                  <a:pt x="3453118" y="912098"/>
                  <a:pt x="3457966" y="907226"/>
                  <a:pt x="3463325" y="905816"/>
                </a:cubicBezTo>
                <a:close/>
                <a:moveTo>
                  <a:pt x="3885660" y="903340"/>
                </a:moveTo>
                <a:cubicBezTo>
                  <a:pt x="3885660" y="908216"/>
                  <a:pt x="3888016" y="913092"/>
                  <a:pt x="3881623" y="916427"/>
                </a:cubicBezTo>
                <a:cubicBezTo>
                  <a:pt x="3890034" y="922843"/>
                  <a:pt x="3894408" y="913092"/>
                  <a:pt x="3892053" y="910013"/>
                </a:cubicBezTo>
                <a:cubicBezTo>
                  <a:pt x="3885660" y="911552"/>
                  <a:pt x="3892053" y="906676"/>
                  <a:pt x="3885660" y="903340"/>
                </a:cubicBezTo>
                <a:close/>
                <a:moveTo>
                  <a:pt x="4396743" y="903141"/>
                </a:moveTo>
                <a:cubicBezTo>
                  <a:pt x="4399082" y="908103"/>
                  <a:pt x="4405434" y="911499"/>
                  <a:pt x="4401089" y="916461"/>
                </a:cubicBezTo>
                <a:cubicBezTo>
                  <a:pt x="4392732" y="913066"/>
                  <a:pt x="4390392" y="919856"/>
                  <a:pt x="4382034" y="914894"/>
                </a:cubicBezTo>
                <a:cubicBezTo>
                  <a:pt x="4392732" y="913066"/>
                  <a:pt x="4399082" y="913066"/>
                  <a:pt x="4396743" y="903141"/>
                </a:cubicBezTo>
                <a:close/>
                <a:moveTo>
                  <a:pt x="4369671" y="903141"/>
                </a:moveTo>
                <a:cubicBezTo>
                  <a:pt x="4380220" y="914625"/>
                  <a:pt x="4365386" y="925854"/>
                  <a:pt x="4359122" y="928916"/>
                </a:cubicBezTo>
                <a:cubicBezTo>
                  <a:pt x="4350882" y="922536"/>
                  <a:pt x="4369671" y="912839"/>
                  <a:pt x="4369671" y="903141"/>
                </a:cubicBezTo>
                <a:close/>
                <a:moveTo>
                  <a:pt x="2114225" y="903141"/>
                </a:moveTo>
                <a:cubicBezTo>
                  <a:pt x="2112261" y="906536"/>
                  <a:pt x="2112261" y="909932"/>
                  <a:pt x="2116518" y="909932"/>
                </a:cubicBezTo>
                <a:cubicBezTo>
                  <a:pt x="2108003" y="916461"/>
                  <a:pt x="2108003" y="904969"/>
                  <a:pt x="2091627" y="913066"/>
                </a:cubicBezTo>
                <a:cubicBezTo>
                  <a:pt x="2091627" y="906536"/>
                  <a:pt x="2104073" y="904969"/>
                  <a:pt x="2114225" y="903141"/>
                </a:cubicBezTo>
                <a:close/>
                <a:moveTo>
                  <a:pt x="2088325" y="899746"/>
                </a:moveTo>
                <a:cubicBezTo>
                  <a:pt x="2073534" y="909410"/>
                  <a:pt x="2037566" y="907630"/>
                  <a:pt x="2020423" y="922126"/>
                </a:cubicBezTo>
                <a:cubicBezTo>
                  <a:pt x="2029163" y="906104"/>
                  <a:pt x="2065131" y="904578"/>
                  <a:pt x="2088325" y="899746"/>
                </a:cubicBezTo>
                <a:close/>
                <a:moveTo>
                  <a:pt x="3483626" y="896752"/>
                </a:moveTo>
                <a:cubicBezTo>
                  <a:pt x="3490054" y="898308"/>
                  <a:pt x="3492083" y="901679"/>
                  <a:pt x="3498512" y="903236"/>
                </a:cubicBezTo>
                <a:cubicBezTo>
                  <a:pt x="3500542" y="916463"/>
                  <a:pt x="3481595" y="891824"/>
                  <a:pt x="3490054" y="913092"/>
                </a:cubicBezTo>
                <a:cubicBezTo>
                  <a:pt x="3488024" y="909979"/>
                  <a:pt x="3483626" y="901679"/>
                  <a:pt x="3483626" y="896752"/>
                </a:cubicBezTo>
                <a:close/>
                <a:moveTo>
                  <a:pt x="2204894" y="896741"/>
                </a:moveTo>
                <a:cubicBezTo>
                  <a:pt x="2211329" y="895219"/>
                  <a:pt x="2213362" y="900038"/>
                  <a:pt x="2221831" y="898263"/>
                </a:cubicBezTo>
                <a:cubicBezTo>
                  <a:pt x="2213362" y="907902"/>
                  <a:pt x="2206926" y="904858"/>
                  <a:pt x="2189989" y="909678"/>
                </a:cubicBezTo>
                <a:cubicBezTo>
                  <a:pt x="2179149" y="907902"/>
                  <a:pt x="2211329" y="906380"/>
                  <a:pt x="2204894" y="896741"/>
                </a:cubicBezTo>
                <a:close/>
                <a:moveTo>
                  <a:pt x="3511634" y="896351"/>
                </a:moveTo>
                <a:cubicBezTo>
                  <a:pt x="3513860" y="904033"/>
                  <a:pt x="3509410" y="900912"/>
                  <a:pt x="3506814" y="902352"/>
                </a:cubicBezTo>
                <a:cubicBezTo>
                  <a:pt x="3506814" y="897791"/>
                  <a:pt x="3509410" y="896351"/>
                  <a:pt x="3511634" y="896351"/>
                </a:cubicBezTo>
                <a:close/>
                <a:moveTo>
                  <a:pt x="3502734" y="895219"/>
                </a:moveTo>
                <a:cubicBezTo>
                  <a:pt x="3504959" y="905143"/>
                  <a:pt x="3502734" y="905143"/>
                  <a:pt x="3500138" y="905143"/>
                </a:cubicBezTo>
                <a:cubicBezTo>
                  <a:pt x="3497913" y="900181"/>
                  <a:pt x="3497913" y="895219"/>
                  <a:pt x="3502734" y="895219"/>
                </a:cubicBezTo>
                <a:close/>
                <a:moveTo>
                  <a:pt x="1763775" y="892591"/>
                </a:moveTo>
                <a:cubicBezTo>
                  <a:pt x="1774272" y="889560"/>
                  <a:pt x="1770208" y="902187"/>
                  <a:pt x="1782737" y="895874"/>
                </a:cubicBezTo>
                <a:cubicBezTo>
                  <a:pt x="1774272" y="905470"/>
                  <a:pt x="1733639" y="919865"/>
                  <a:pt x="1720772" y="915066"/>
                </a:cubicBezTo>
                <a:cubicBezTo>
                  <a:pt x="1723142" y="908753"/>
                  <a:pt x="1729576" y="905470"/>
                  <a:pt x="1740072" y="902187"/>
                </a:cubicBezTo>
                <a:cubicBezTo>
                  <a:pt x="1725174" y="913551"/>
                  <a:pt x="1780706" y="902187"/>
                  <a:pt x="1763775" y="892591"/>
                </a:cubicBezTo>
                <a:close/>
                <a:moveTo>
                  <a:pt x="3924014" y="890510"/>
                </a:moveTo>
                <a:cubicBezTo>
                  <a:pt x="3926032" y="893589"/>
                  <a:pt x="3919976" y="896925"/>
                  <a:pt x="3917622" y="896925"/>
                </a:cubicBezTo>
                <a:cubicBezTo>
                  <a:pt x="3928388" y="906676"/>
                  <a:pt x="3930406" y="890510"/>
                  <a:pt x="3924014" y="890510"/>
                </a:cubicBezTo>
                <a:close/>
                <a:moveTo>
                  <a:pt x="4955788" y="889560"/>
                </a:moveTo>
                <a:cubicBezTo>
                  <a:pt x="4936999" y="904067"/>
                  <a:pt x="4947548" y="921628"/>
                  <a:pt x="4920516" y="942498"/>
                </a:cubicBezTo>
                <a:cubicBezTo>
                  <a:pt x="4924802" y="931300"/>
                  <a:pt x="4928757" y="889560"/>
                  <a:pt x="4955788" y="889560"/>
                </a:cubicBezTo>
                <a:close/>
                <a:moveTo>
                  <a:pt x="3523445" y="889413"/>
                </a:moveTo>
                <a:cubicBezTo>
                  <a:pt x="3525451" y="886165"/>
                  <a:pt x="3527791" y="892411"/>
                  <a:pt x="3529796" y="890912"/>
                </a:cubicBezTo>
                <a:cubicBezTo>
                  <a:pt x="3536149" y="905155"/>
                  <a:pt x="3523445" y="887664"/>
                  <a:pt x="3529796" y="898908"/>
                </a:cubicBezTo>
                <a:cubicBezTo>
                  <a:pt x="3531802" y="905155"/>
                  <a:pt x="3525451" y="900407"/>
                  <a:pt x="3525451" y="897159"/>
                </a:cubicBezTo>
                <a:cubicBezTo>
                  <a:pt x="3512748" y="903655"/>
                  <a:pt x="3519433" y="892411"/>
                  <a:pt x="3525451" y="894161"/>
                </a:cubicBezTo>
                <a:cubicBezTo>
                  <a:pt x="3525451" y="894161"/>
                  <a:pt x="3525451" y="890912"/>
                  <a:pt x="3523445" y="889413"/>
                </a:cubicBezTo>
                <a:close/>
                <a:moveTo>
                  <a:pt x="3536143" y="885685"/>
                </a:moveTo>
                <a:cubicBezTo>
                  <a:pt x="3538158" y="884700"/>
                  <a:pt x="3541223" y="885500"/>
                  <a:pt x="3544286" y="887099"/>
                </a:cubicBezTo>
                <a:cubicBezTo>
                  <a:pt x="3544286" y="888576"/>
                  <a:pt x="3544286" y="891774"/>
                  <a:pt x="3546543" y="894973"/>
                </a:cubicBezTo>
                <a:cubicBezTo>
                  <a:pt x="3538158" y="888576"/>
                  <a:pt x="3540416" y="891774"/>
                  <a:pt x="3534289" y="894973"/>
                </a:cubicBezTo>
                <a:cubicBezTo>
                  <a:pt x="3533160" y="889437"/>
                  <a:pt x="3534128" y="886669"/>
                  <a:pt x="3536143" y="885685"/>
                </a:cubicBezTo>
                <a:close/>
                <a:moveTo>
                  <a:pt x="1833177" y="883901"/>
                </a:moveTo>
                <a:cubicBezTo>
                  <a:pt x="1833177" y="897221"/>
                  <a:pt x="1812104" y="888863"/>
                  <a:pt x="1799393" y="893826"/>
                </a:cubicBezTo>
                <a:cubicBezTo>
                  <a:pt x="1801734" y="885729"/>
                  <a:pt x="1820466" y="892259"/>
                  <a:pt x="1833177" y="883901"/>
                </a:cubicBezTo>
                <a:close/>
                <a:moveTo>
                  <a:pt x="4810704" y="883088"/>
                </a:moveTo>
                <a:cubicBezTo>
                  <a:pt x="4808280" y="883297"/>
                  <a:pt x="4805232" y="884420"/>
                  <a:pt x="4801531" y="886858"/>
                </a:cubicBezTo>
                <a:cubicBezTo>
                  <a:pt x="4816332" y="890194"/>
                  <a:pt x="4795140" y="888398"/>
                  <a:pt x="4788748" y="891735"/>
                </a:cubicBezTo>
                <a:cubicBezTo>
                  <a:pt x="4790766" y="893275"/>
                  <a:pt x="4793121" y="895071"/>
                  <a:pt x="4790766" y="896611"/>
                </a:cubicBezTo>
                <a:cubicBezTo>
                  <a:pt x="4788748" y="894943"/>
                  <a:pt x="4786646" y="894558"/>
                  <a:pt x="4784543" y="894173"/>
                </a:cubicBezTo>
                <a:lnTo>
                  <a:pt x="4781940" y="893153"/>
                </a:lnTo>
                <a:lnTo>
                  <a:pt x="4781656" y="895558"/>
                </a:lnTo>
                <a:lnTo>
                  <a:pt x="4778808" y="898242"/>
                </a:lnTo>
                <a:lnTo>
                  <a:pt x="4788748" y="898151"/>
                </a:lnTo>
                <a:cubicBezTo>
                  <a:pt x="4788748" y="903028"/>
                  <a:pt x="4793121" y="914578"/>
                  <a:pt x="4803550" y="909701"/>
                </a:cubicBezTo>
                <a:cubicBezTo>
                  <a:pt x="4805736" y="908033"/>
                  <a:pt x="4802540" y="905980"/>
                  <a:pt x="4799597" y="903734"/>
                </a:cubicBezTo>
                <a:lnTo>
                  <a:pt x="4797490" y="901646"/>
                </a:lnTo>
                <a:lnTo>
                  <a:pt x="4796042" y="901276"/>
                </a:lnTo>
                <a:lnTo>
                  <a:pt x="4796168" y="900336"/>
                </a:lnTo>
                <a:lnTo>
                  <a:pt x="4796075" y="900245"/>
                </a:lnTo>
                <a:lnTo>
                  <a:pt x="4796264" y="899614"/>
                </a:lnTo>
                <a:lnTo>
                  <a:pt x="4796526" y="897637"/>
                </a:lnTo>
                <a:cubicBezTo>
                  <a:pt x="4797873" y="894918"/>
                  <a:pt x="4800046" y="892001"/>
                  <a:pt x="4795700" y="891204"/>
                </a:cubicBezTo>
                <a:cubicBezTo>
                  <a:pt x="4797873" y="889945"/>
                  <a:pt x="4799786" y="889630"/>
                  <a:pt x="4801328" y="889970"/>
                </a:cubicBezTo>
                <a:cubicBezTo>
                  <a:pt x="4803643" y="890479"/>
                  <a:pt x="4805126" y="892463"/>
                  <a:pt x="4805411" y="894940"/>
                </a:cubicBezTo>
                <a:lnTo>
                  <a:pt x="4804632" y="896930"/>
                </a:lnTo>
                <a:lnTo>
                  <a:pt x="4807628" y="895167"/>
                </a:lnTo>
                <a:cubicBezTo>
                  <a:pt x="4810530" y="892954"/>
                  <a:pt x="4813137" y="890965"/>
                  <a:pt x="4816332" y="895071"/>
                </a:cubicBezTo>
                <a:cubicBezTo>
                  <a:pt x="4819612" y="890066"/>
                  <a:pt x="4817972" y="882463"/>
                  <a:pt x="4810704" y="883088"/>
                </a:cubicBezTo>
                <a:close/>
                <a:moveTo>
                  <a:pt x="5217596" y="881638"/>
                </a:moveTo>
                <a:cubicBezTo>
                  <a:pt x="5224201" y="886486"/>
                  <a:pt x="5215510" y="892866"/>
                  <a:pt x="5228721" y="897715"/>
                </a:cubicBezTo>
                <a:cubicBezTo>
                  <a:pt x="5211338" y="907413"/>
                  <a:pt x="5206818" y="886486"/>
                  <a:pt x="5217596" y="881638"/>
                </a:cubicBezTo>
                <a:close/>
                <a:moveTo>
                  <a:pt x="2034241" y="880896"/>
                </a:moveTo>
                <a:cubicBezTo>
                  <a:pt x="2037399" y="879885"/>
                  <a:pt x="2041639" y="879885"/>
                  <a:pt x="2044797" y="881528"/>
                </a:cubicBezTo>
                <a:cubicBezTo>
                  <a:pt x="2046792" y="886329"/>
                  <a:pt x="2032163" y="904020"/>
                  <a:pt x="2030167" y="892647"/>
                </a:cubicBezTo>
                <a:lnTo>
                  <a:pt x="2038480" y="891132"/>
                </a:lnTo>
                <a:cubicBezTo>
                  <a:pt x="2038480" y="886329"/>
                  <a:pt x="2034158" y="886329"/>
                  <a:pt x="2030167" y="886329"/>
                </a:cubicBezTo>
                <a:cubicBezTo>
                  <a:pt x="2029004" y="883929"/>
                  <a:pt x="2031082" y="881907"/>
                  <a:pt x="2034241" y="880896"/>
                </a:cubicBezTo>
                <a:close/>
                <a:moveTo>
                  <a:pt x="5007390" y="878243"/>
                </a:moveTo>
                <a:cubicBezTo>
                  <a:pt x="5018088" y="883205"/>
                  <a:pt x="5001039" y="894957"/>
                  <a:pt x="4994688" y="893129"/>
                </a:cubicBezTo>
                <a:cubicBezTo>
                  <a:pt x="4996693" y="888167"/>
                  <a:pt x="4994688" y="883205"/>
                  <a:pt x="5007390" y="878243"/>
                </a:cubicBezTo>
                <a:close/>
                <a:moveTo>
                  <a:pt x="2457697" y="878243"/>
                </a:moveTo>
                <a:cubicBezTo>
                  <a:pt x="2444934" y="883205"/>
                  <a:pt x="2423774" y="894957"/>
                  <a:pt x="2404629" y="888167"/>
                </a:cubicBezTo>
                <a:cubicBezTo>
                  <a:pt x="2417393" y="881638"/>
                  <a:pt x="2442919" y="883205"/>
                  <a:pt x="2457697" y="878243"/>
                </a:cubicBezTo>
                <a:close/>
                <a:moveTo>
                  <a:pt x="1860285" y="877531"/>
                </a:moveTo>
                <a:cubicBezTo>
                  <a:pt x="1868775" y="885809"/>
                  <a:pt x="1847381" y="883998"/>
                  <a:pt x="1855870" y="890725"/>
                </a:cubicBezTo>
                <a:cubicBezTo>
                  <a:pt x="1845344" y="893829"/>
                  <a:pt x="1847381" y="883998"/>
                  <a:pt x="1840928" y="885809"/>
                </a:cubicBezTo>
                <a:cubicBezTo>
                  <a:pt x="1840928" y="875979"/>
                  <a:pt x="1847381" y="882446"/>
                  <a:pt x="1860285" y="877531"/>
                </a:cubicBezTo>
                <a:close/>
                <a:moveTo>
                  <a:pt x="2087260" y="874922"/>
                </a:moveTo>
                <a:cubicBezTo>
                  <a:pt x="2091060" y="874753"/>
                  <a:pt x="2094130" y="874847"/>
                  <a:pt x="2095739" y="875224"/>
                </a:cubicBezTo>
                <a:cubicBezTo>
                  <a:pt x="2091674" y="881512"/>
                  <a:pt x="2061527" y="884782"/>
                  <a:pt x="2053058" y="883022"/>
                </a:cubicBezTo>
                <a:cubicBezTo>
                  <a:pt x="2057886" y="878306"/>
                  <a:pt x="2075860" y="875429"/>
                  <a:pt x="2087260" y="874922"/>
                </a:cubicBezTo>
                <a:close/>
                <a:moveTo>
                  <a:pt x="4597748" y="872584"/>
                </a:moveTo>
                <a:cubicBezTo>
                  <a:pt x="4604208" y="878964"/>
                  <a:pt x="4593668" y="888661"/>
                  <a:pt x="4595708" y="895297"/>
                </a:cubicBezTo>
                <a:cubicBezTo>
                  <a:pt x="4584830" y="898359"/>
                  <a:pt x="4584830" y="893510"/>
                  <a:pt x="4571912" y="890448"/>
                </a:cubicBezTo>
                <a:cubicBezTo>
                  <a:pt x="4591290" y="887130"/>
                  <a:pt x="4584830" y="882282"/>
                  <a:pt x="4597748" y="872584"/>
                </a:cubicBezTo>
                <a:close/>
                <a:moveTo>
                  <a:pt x="5065340" y="870697"/>
                </a:moveTo>
                <a:cubicBezTo>
                  <a:pt x="5069688" y="878699"/>
                  <a:pt x="5078050" y="865793"/>
                  <a:pt x="5080392" y="874053"/>
                </a:cubicBezTo>
                <a:cubicBezTo>
                  <a:pt x="5074036" y="878699"/>
                  <a:pt x="5076044" y="882055"/>
                  <a:pt x="5065340" y="886959"/>
                </a:cubicBezTo>
                <a:cubicBezTo>
                  <a:pt x="5071694" y="891863"/>
                  <a:pt x="5067682" y="901671"/>
                  <a:pt x="5080392" y="903221"/>
                </a:cubicBezTo>
                <a:cubicBezTo>
                  <a:pt x="5080392" y="909931"/>
                  <a:pt x="5074036" y="905027"/>
                  <a:pt x="5065340" y="911480"/>
                </a:cubicBezTo>
                <a:cubicBezTo>
                  <a:pt x="5063332" y="917933"/>
                  <a:pt x="5080392" y="916385"/>
                  <a:pt x="5071694" y="924386"/>
                </a:cubicBezTo>
                <a:cubicBezTo>
                  <a:pt x="5063332" y="919740"/>
                  <a:pt x="5054970" y="924386"/>
                  <a:pt x="5046608" y="916385"/>
                </a:cubicBezTo>
                <a:cubicBezTo>
                  <a:pt x="5059319" y="901671"/>
                  <a:pt x="5050622" y="888507"/>
                  <a:pt x="5065340" y="874053"/>
                </a:cubicBezTo>
                <a:cubicBezTo>
                  <a:pt x="5063332" y="872246"/>
                  <a:pt x="5063332" y="872246"/>
                  <a:pt x="5065340" y="870697"/>
                </a:cubicBezTo>
                <a:close/>
                <a:moveTo>
                  <a:pt x="5256344" y="870688"/>
                </a:moveTo>
                <a:cubicBezTo>
                  <a:pt x="5251130" y="873896"/>
                  <a:pt x="5246926" y="880377"/>
                  <a:pt x="5245328" y="887692"/>
                </a:cubicBezTo>
                <a:lnTo>
                  <a:pt x="5249514" y="907611"/>
                </a:lnTo>
                <a:lnTo>
                  <a:pt x="5250816" y="906742"/>
                </a:lnTo>
                <a:lnTo>
                  <a:pt x="5255672" y="890099"/>
                </a:lnTo>
                <a:lnTo>
                  <a:pt x="5255711" y="888957"/>
                </a:lnTo>
                <a:lnTo>
                  <a:pt x="5255546" y="882878"/>
                </a:lnTo>
                <a:lnTo>
                  <a:pt x="5255964" y="881670"/>
                </a:lnTo>
                <a:close/>
                <a:moveTo>
                  <a:pt x="3929589" y="870195"/>
                </a:moveTo>
                <a:cubicBezTo>
                  <a:pt x="3931584" y="866925"/>
                  <a:pt x="3942224" y="876482"/>
                  <a:pt x="3942224" y="870195"/>
                </a:cubicBezTo>
                <a:cubicBezTo>
                  <a:pt x="3948542" y="874973"/>
                  <a:pt x="3937902" y="877991"/>
                  <a:pt x="3929589" y="870195"/>
                </a:cubicBezTo>
                <a:close/>
                <a:moveTo>
                  <a:pt x="3905449" y="870066"/>
                </a:moveTo>
                <a:cubicBezTo>
                  <a:pt x="3907818" y="869237"/>
                  <a:pt x="3912555" y="870497"/>
                  <a:pt x="3918873" y="876333"/>
                </a:cubicBezTo>
                <a:cubicBezTo>
                  <a:pt x="3918873" y="881372"/>
                  <a:pt x="3906238" y="871293"/>
                  <a:pt x="3906238" y="876333"/>
                </a:cubicBezTo>
                <a:cubicBezTo>
                  <a:pt x="3903079" y="873813"/>
                  <a:pt x="3903079" y="870895"/>
                  <a:pt x="3905449" y="870066"/>
                </a:cubicBezTo>
                <a:close/>
                <a:moveTo>
                  <a:pt x="4428183" y="870058"/>
                </a:moveTo>
                <a:cubicBezTo>
                  <a:pt x="4428390" y="870708"/>
                  <a:pt x="4427976" y="872008"/>
                  <a:pt x="4427147" y="873404"/>
                </a:cubicBezTo>
                <a:lnTo>
                  <a:pt x="4424070" y="876823"/>
                </a:lnTo>
                <a:lnTo>
                  <a:pt x="4426942" y="877353"/>
                </a:lnTo>
                <a:cubicBezTo>
                  <a:pt x="4430718" y="879117"/>
                  <a:pt x="4434860" y="881561"/>
                  <a:pt x="4439557" y="883365"/>
                </a:cubicBezTo>
                <a:cubicBezTo>
                  <a:pt x="4430986" y="888175"/>
                  <a:pt x="4422746" y="888175"/>
                  <a:pt x="4410218" y="880327"/>
                </a:cubicBezTo>
                <a:lnTo>
                  <a:pt x="4415992" y="875835"/>
                </a:lnTo>
                <a:lnTo>
                  <a:pt x="4414669" y="873910"/>
                </a:lnTo>
                <a:cubicBezTo>
                  <a:pt x="4416764" y="872135"/>
                  <a:pt x="4425489" y="875432"/>
                  <a:pt x="4425489" y="870612"/>
                </a:cubicBezTo>
                <a:cubicBezTo>
                  <a:pt x="4427147" y="869408"/>
                  <a:pt x="4427976" y="869408"/>
                  <a:pt x="4428183" y="870058"/>
                </a:cubicBezTo>
                <a:close/>
                <a:moveTo>
                  <a:pt x="4937069" y="870012"/>
                </a:moveTo>
                <a:cubicBezTo>
                  <a:pt x="4938526" y="869430"/>
                  <a:pt x="4939863" y="869430"/>
                  <a:pt x="4940950" y="870642"/>
                </a:cubicBezTo>
                <a:cubicBezTo>
                  <a:pt x="4932593" y="877022"/>
                  <a:pt x="4930586" y="885189"/>
                  <a:pt x="4926240" y="891569"/>
                </a:cubicBezTo>
                <a:cubicBezTo>
                  <a:pt x="4917550" y="885189"/>
                  <a:pt x="4924236" y="880340"/>
                  <a:pt x="4924236" y="873960"/>
                </a:cubicBezTo>
                <a:cubicBezTo>
                  <a:pt x="4927244" y="878745"/>
                  <a:pt x="4932698" y="871758"/>
                  <a:pt x="4937069" y="870012"/>
                </a:cubicBezTo>
                <a:close/>
                <a:moveTo>
                  <a:pt x="5353784" y="866925"/>
                </a:moveTo>
                <a:cubicBezTo>
                  <a:pt x="5366688" y="876781"/>
                  <a:pt x="5360236" y="883265"/>
                  <a:pt x="5353784" y="891564"/>
                </a:cubicBezTo>
                <a:cubicBezTo>
                  <a:pt x="5345294" y="886637"/>
                  <a:pt x="5351746" y="883265"/>
                  <a:pt x="5345294" y="880153"/>
                </a:cubicBezTo>
                <a:cubicBezTo>
                  <a:pt x="5342917" y="880153"/>
                  <a:pt x="5340879" y="883265"/>
                  <a:pt x="5338842" y="881708"/>
                </a:cubicBezTo>
                <a:cubicBezTo>
                  <a:pt x="5351746" y="878337"/>
                  <a:pt x="5345294" y="875224"/>
                  <a:pt x="5353784" y="866925"/>
                </a:cubicBezTo>
                <a:close/>
                <a:moveTo>
                  <a:pt x="2427590" y="864662"/>
                </a:moveTo>
                <a:cubicBezTo>
                  <a:pt x="2433962" y="864662"/>
                  <a:pt x="2431950" y="871214"/>
                  <a:pt x="2433962" y="876194"/>
                </a:cubicBezTo>
                <a:cubicBezTo>
                  <a:pt x="2421218" y="876194"/>
                  <a:pt x="2395729" y="889298"/>
                  <a:pt x="2400089" y="872786"/>
                </a:cubicBezTo>
                <a:cubicBezTo>
                  <a:pt x="2412834" y="874621"/>
                  <a:pt x="2429938" y="881174"/>
                  <a:pt x="2427590" y="864662"/>
                </a:cubicBezTo>
                <a:close/>
                <a:moveTo>
                  <a:pt x="2971391" y="861168"/>
                </a:moveTo>
                <a:cubicBezTo>
                  <a:pt x="2979860" y="867511"/>
                  <a:pt x="2947680" y="859646"/>
                  <a:pt x="2952083" y="872330"/>
                </a:cubicBezTo>
                <a:cubicBezTo>
                  <a:pt x="2937179" y="865989"/>
                  <a:pt x="2958520" y="857871"/>
                  <a:pt x="2971391" y="861168"/>
                </a:cubicBezTo>
                <a:close/>
                <a:moveTo>
                  <a:pt x="2889382" y="860511"/>
                </a:moveTo>
                <a:cubicBezTo>
                  <a:pt x="2887417" y="870069"/>
                  <a:pt x="2887417" y="870069"/>
                  <a:pt x="2887417" y="870069"/>
                </a:cubicBezTo>
                <a:cubicBezTo>
                  <a:pt x="2883159" y="866799"/>
                  <a:pt x="2872679" y="866799"/>
                  <a:pt x="2864491" y="866799"/>
                </a:cubicBezTo>
                <a:cubicBezTo>
                  <a:pt x="2866456" y="859003"/>
                  <a:pt x="2881194" y="862020"/>
                  <a:pt x="2889382" y="860511"/>
                </a:cubicBezTo>
                <a:close/>
                <a:moveTo>
                  <a:pt x="4333792" y="859003"/>
                </a:moveTo>
                <a:cubicBezTo>
                  <a:pt x="4360935" y="870374"/>
                  <a:pt x="4329488" y="885105"/>
                  <a:pt x="4325186" y="891565"/>
                </a:cubicBezTo>
                <a:cubicBezTo>
                  <a:pt x="4321213" y="878385"/>
                  <a:pt x="4335778" y="870374"/>
                  <a:pt x="4333792" y="859003"/>
                </a:cubicBezTo>
                <a:close/>
                <a:moveTo>
                  <a:pt x="5660321" y="854476"/>
                </a:moveTo>
                <a:cubicBezTo>
                  <a:pt x="5666544" y="854476"/>
                  <a:pt x="5666544" y="859223"/>
                  <a:pt x="5660321" y="860722"/>
                </a:cubicBezTo>
                <a:cubicBezTo>
                  <a:pt x="5664578" y="862221"/>
                  <a:pt x="5666544" y="865469"/>
                  <a:pt x="5670802" y="865469"/>
                </a:cubicBezTo>
                <a:cubicBezTo>
                  <a:pt x="5668508" y="870218"/>
                  <a:pt x="5662286" y="871717"/>
                  <a:pt x="5652134" y="873466"/>
                </a:cubicBezTo>
                <a:cubicBezTo>
                  <a:pt x="5645911" y="862221"/>
                  <a:pt x="5662286" y="862221"/>
                  <a:pt x="5660321" y="854476"/>
                </a:cubicBezTo>
                <a:close/>
                <a:moveTo>
                  <a:pt x="5452130" y="852721"/>
                </a:moveTo>
                <a:cubicBezTo>
                  <a:pt x="5443384" y="860935"/>
                  <a:pt x="5462559" y="865811"/>
                  <a:pt x="5443384" y="869147"/>
                </a:cubicBezTo>
                <a:cubicBezTo>
                  <a:pt x="5456168" y="881981"/>
                  <a:pt x="5468950" y="851181"/>
                  <a:pt x="5452130" y="852721"/>
                </a:cubicBezTo>
                <a:close/>
                <a:moveTo>
                  <a:pt x="5078872" y="851894"/>
                </a:moveTo>
                <a:cubicBezTo>
                  <a:pt x="5079631" y="851161"/>
                  <a:pt x="5080204" y="851238"/>
                  <a:pt x="5080798" y="852800"/>
                </a:cubicBezTo>
                <a:cubicBezTo>
                  <a:pt x="5069932" y="860796"/>
                  <a:pt x="5089288" y="857548"/>
                  <a:pt x="5080798" y="865543"/>
                </a:cubicBezTo>
                <a:cubicBezTo>
                  <a:pt x="5074346" y="864044"/>
                  <a:pt x="5067894" y="865543"/>
                  <a:pt x="5061442" y="862295"/>
                </a:cubicBezTo>
                <a:cubicBezTo>
                  <a:pt x="5072648" y="863607"/>
                  <a:pt x="5076596" y="854096"/>
                  <a:pt x="5078872" y="851894"/>
                </a:cubicBezTo>
                <a:close/>
                <a:moveTo>
                  <a:pt x="1849491" y="851471"/>
                </a:moveTo>
                <a:cubicBezTo>
                  <a:pt x="1843054" y="861110"/>
                  <a:pt x="1821714" y="854768"/>
                  <a:pt x="1813247" y="864408"/>
                </a:cubicBezTo>
                <a:cubicBezTo>
                  <a:pt x="1806810" y="849949"/>
                  <a:pt x="1836957" y="856290"/>
                  <a:pt x="1849491" y="851471"/>
                </a:cubicBezTo>
                <a:close/>
                <a:moveTo>
                  <a:pt x="5780566" y="849949"/>
                </a:moveTo>
                <a:cubicBezTo>
                  <a:pt x="5780566" y="866288"/>
                  <a:pt x="5780566" y="866288"/>
                  <a:pt x="5780566" y="866288"/>
                </a:cubicBezTo>
                <a:cubicBezTo>
                  <a:pt x="5776206" y="864732"/>
                  <a:pt x="5772182" y="862917"/>
                  <a:pt x="5765810" y="864732"/>
                </a:cubicBezTo>
                <a:lnTo>
                  <a:pt x="5765810" y="874588"/>
                </a:lnTo>
                <a:cubicBezTo>
                  <a:pt x="5742333" y="874588"/>
                  <a:pt x="5769834" y="851505"/>
                  <a:pt x="5780566" y="849949"/>
                </a:cubicBezTo>
                <a:close/>
                <a:moveTo>
                  <a:pt x="5014961" y="849949"/>
                </a:moveTo>
                <a:cubicBezTo>
                  <a:pt x="5025510" y="853060"/>
                  <a:pt x="5019246" y="864732"/>
                  <a:pt x="5014961" y="874588"/>
                </a:cubicBezTo>
                <a:cubicBezTo>
                  <a:pt x="4996172" y="874588"/>
                  <a:pt x="5012984" y="857989"/>
                  <a:pt x="5014961" y="849949"/>
                </a:cubicBezTo>
                <a:close/>
                <a:moveTo>
                  <a:pt x="4452100" y="849744"/>
                </a:moveTo>
                <a:cubicBezTo>
                  <a:pt x="4453140" y="853021"/>
                  <a:pt x="4446054" y="866636"/>
                  <a:pt x="4442416" y="880251"/>
                </a:cubicBezTo>
                <a:cubicBezTo>
                  <a:pt x="4425052" y="878468"/>
                  <a:pt x="4446842" y="869040"/>
                  <a:pt x="4429478" y="865728"/>
                </a:cubicBezTo>
                <a:cubicBezTo>
                  <a:pt x="4438670" y="857256"/>
                  <a:pt x="4444480" y="852415"/>
                  <a:pt x="4447922" y="850297"/>
                </a:cubicBezTo>
                <a:cubicBezTo>
                  <a:pt x="4450504" y="848709"/>
                  <a:pt x="4451754" y="848652"/>
                  <a:pt x="4452100" y="849744"/>
                </a:cubicBezTo>
                <a:close/>
                <a:moveTo>
                  <a:pt x="5708785" y="847685"/>
                </a:moveTo>
                <a:cubicBezTo>
                  <a:pt x="5721793" y="860502"/>
                  <a:pt x="5724190" y="883060"/>
                  <a:pt x="5724190" y="907412"/>
                </a:cubicBezTo>
                <a:cubicBezTo>
                  <a:pt x="5713236" y="889724"/>
                  <a:pt x="5706731" y="873575"/>
                  <a:pt x="5708785" y="847685"/>
                </a:cubicBezTo>
                <a:close/>
                <a:moveTo>
                  <a:pt x="3068127" y="841970"/>
                </a:moveTo>
                <a:cubicBezTo>
                  <a:pt x="3071298" y="843207"/>
                  <a:pt x="3075020" y="844855"/>
                  <a:pt x="3079250" y="844095"/>
                </a:cubicBezTo>
                <a:cubicBezTo>
                  <a:pt x="3070791" y="851958"/>
                  <a:pt x="3066394" y="845617"/>
                  <a:pt x="3060303" y="842319"/>
                </a:cubicBezTo>
                <a:cubicBezTo>
                  <a:pt x="3062333" y="839909"/>
                  <a:pt x="3064955" y="840733"/>
                  <a:pt x="3068127" y="841970"/>
                </a:cubicBezTo>
                <a:close/>
                <a:moveTo>
                  <a:pt x="3163798" y="839741"/>
                </a:moveTo>
                <a:cubicBezTo>
                  <a:pt x="3167927" y="840982"/>
                  <a:pt x="3172360" y="843463"/>
                  <a:pt x="3175662" y="845161"/>
                </a:cubicBezTo>
                <a:cubicBezTo>
                  <a:pt x="3171142" y="848555"/>
                  <a:pt x="3160017" y="841765"/>
                  <a:pt x="3153759" y="841765"/>
                </a:cubicBezTo>
                <a:cubicBezTo>
                  <a:pt x="3155846" y="838501"/>
                  <a:pt x="3159669" y="838501"/>
                  <a:pt x="3163798" y="839741"/>
                </a:cubicBezTo>
                <a:close/>
                <a:moveTo>
                  <a:pt x="5080587" y="832973"/>
                </a:moveTo>
                <a:lnTo>
                  <a:pt x="5089279" y="841134"/>
                </a:lnTo>
                <a:cubicBezTo>
                  <a:pt x="5082674" y="845980"/>
                  <a:pt x="5073981" y="850825"/>
                  <a:pt x="5067376" y="844449"/>
                </a:cubicBezTo>
                <a:cubicBezTo>
                  <a:pt x="5076068" y="841134"/>
                  <a:pt x="5069462" y="836288"/>
                  <a:pt x="5080587" y="832973"/>
                </a:cubicBezTo>
                <a:close/>
                <a:moveTo>
                  <a:pt x="3101551" y="832752"/>
                </a:moveTo>
                <a:cubicBezTo>
                  <a:pt x="3104147" y="833161"/>
                  <a:pt x="3106784" y="834356"/>
                  <a:pt x="3108926" y="834356"/>
                </a:cubicBezTo>
                <a:cubicBezTo>
                  <a:pt x="3106619" y="840643"/>
                  <a:pt x="3098378" y="839134"/>
                  <a:pt x="3094422" y="835864"/>
                </a:cubicBezTo>
                <a:cubicBezTo>
                  <a:pt x="3096400" y="832721"/>
                  <a:pt x="3098955" y="832343"/>
                  <a:pt x="3101551" y="832752"/>
                </a:cubicBezTo>
                <a:close/>
                <a:moveTo>
                  <a:pt x="1816920" y="832640"/>
                </a:moveTo>
                <a:cubicBezTo>
                  <a:pt x="1822565" y="832059"/>
                  <a:pt x="1827999" y="834124"/>
                  <a:pt x="1830206" y="839802"/>
                </a:cubicBezTo>
                <a:cubicBezTo>
                  <a:pt x="1823753" y="836447"/>
                  <a:pt x="1810849" y="842900"/>
                  <a:pt x="1802359" y="841351"/>
                </a:cubicBezTo>
                <a:cubicBezTo>
                  <a:pt x="1805416" y="836447"/>
                  <a:pt x="1811274" y="833221"/>
                  <a:pt x="1816920" y="832640"/>
                </a:cubicBezTo>
                <a:close/>
                <a:moveTo>
                  <a:pt x="2178810" y="829954"/>
                </a:moveTo>
                <a:cubicBezTo>
                  <a:pt x="2176772" y="836242"/>
                  <a:pt x="2163868" y="837751"/>
                  <a:pt x="2150964" y="839511"/>
                </a:cubicBezTo>
                <a:cubicBezTo>
                  <a:pt x="2161492" y="834733"/>
                  <a:pt x="2165906" y="828446"/>
                  <a:pt x="2178810" y="829954"/>
                </a:cubicBezTo>
                <a:close/>
                <a:moveTo>
                  <a:pt x="2975178" y="828038"/>
                </a:moveTo>
                <a:cubicBezTo>
                  <a:pt x="2985790" y="826182"/>
                  <a:pt x="2983736" y="832813"/>
                  <a:pt x="2994690" y="831222"/>
                </a:cubicBezTo>
                <a:cubicBezTo>
                  <a:pt x="2990240" y="842893"/>
                  <a:pt x="2983736" y="829630"/>
                  <a:pt x="2972781" y="836261"/>
                </a:cubicBezTo>
                <a:cubicBezTo>
                  <a:pt x="2975178" y="828038"/>
                  <a:pt x="2975178" y="828038"/>
                  <a:pt x="2975178" y="828038"/>
                </a:cubicBezTo>
                <a:close/>
                <a:moveTo>
                  <a:pt x="4401414" y="826182"/>
                </a:moveTo>
                <a:cubicBezTo>
                  <a:pt x="4415825" y="831028"/>
                  <a:pt x="4409602" y="840719"/>
                  <a:pt x="4403380" y="844035"/>
                </a:cubicBezTo>
                <a:cubicBezTo>
                  <a:pt x="4390934" y="837404"/>
                  <a:pt x="4409602" y="834343"/>
                  <a:pt x="4401414" y="826182"/>
                </a:cubicBezTo>
                <a:close/>
                <a:moveTo>
                  <a:pt x="3063898" y="825622"/>
                </a:moveTo>
                <a:cubicBezTo>
                  <a:pt x="3066037" y="824840"/>
                  <a:pt x="3067663" y="825653"/>
                  <a:pt x="3068861" y="829650"/>
                </a:cubicBezTo>
                <a:cubicBezTo>
                  <a:pt x="3062358" y="831150"/>
                  <a:pt x="3055853" y="840644"/>
                  <a:pt x="3055853" y="831150"/>
                </a:cubicBezTo>
                <a:cubicBezTo>
                  <a:pt x="3059106" y="828776"/>
                  <a:pt x="3061758" y="826402"/>
                  <a:pt x="3063898" y="825622"/>
                </a:cubicBezTo>
                <a:close/>
                <a:moveTo>
                  <a:pt x="5792812" y="823919"/>
                </a:moveTo>
                <a:cubicBezTo>
                  <a:pt x="5820616" y="838197"/>
                  <a:pt x="5792812" y="869050"/>
                  <a:pt x="5814174" y="888173"/>
                </a:cubicBezTo>
                <a:cubicBezTo>
                  <a:pt x="5773486" y="878484"/>
                  <a:pt x="5807732" y="849671"/>
                  <a:pt x="5792812" y="823919"/>
                </a:cubicBezTo>
                <a:close/>
                <a:moveTo>
                  <a:pt x="4456554" y="823919"/>
                </a:moveTo>
                <a:cubicBezTo>
                  <a:pt x="4469222" y="830385"/>
                  <a:pt x="4465222" y="831937"/>
                  <a:pt x="4458888" y="841768"/>
                </a:cubicBezTo>
                <a:cubicBezTo>
                  <a:pt x="4439887" y="840216"/>
                  <a:pt x="4456554" y="828833"/>
                  <a:pt x="4456554" y="823919"/>
                </a:cubicBezTo>
                <a:close/>
                <a:moveTo>
                  <a:pt x="5027901" y="821655"/>
                </a:moveTo>
                <a:cubicBezTo>
                  <a:pt x="5040347" y="821655"/>
                  <a:pt x="5025936" y="840644"/>
                  <a:pt x="5015456" y="835897"/>
                </a:cubicBezTo>
                <a:cubicBezTo>
                  <a:pt x="5017748" y="828151"/>
                  <a:pt x="5025936" y="828151"/>
                  <a:pt x="5027901" y="821655"/>
                </a:cubicBezTo>
                <a:close/>
                <a:moveTo>
                  <a:pt x="4631132" y="820523"/>
                </a:moveTo>
                <a:cubicBezTo>
                  <a:pt x="4637488" y="820523"/>
                  <a:pt x="4641836" y="823859"/>
                  <a:pt x="4648192" y="826938"/>
                </a:cubicBezTo>
                <a:cubicBezTo>
                  <a:pt x="4641836" y="831814"/>
                  <a:pt x="4639829" y="835150"/>
                  <a:pt x="4646185" y="840026"/>
                </a:cubicBezTo>
                <a:cubicBezTo>
                  <a:pt x="4641836" y="841565"/>
                  <a:pt x="4639829" y="841565"/>
                  <a:pt x="4635481" y="841565"/>
                </a:cubicBezTo>
                <a:cubicBezTo>
                  <a:pt x="4641836" y="848238"/>
                  <a:pt x="4635481" y="851317"/>
                  <a:pt x="4650198" y="851317"/>
                </a:cubicBezTo>
                <a:cubicBezTo>
                  <a:pt x="4637488" y="856193"/>
                  <a:pt x="4639829" y="861069"/>
                  <a:pt x="4639829" y="864405"/>
                </a:cubicBezTo>
                <a:cubicBezTo>
                  <a:pt x="4633474" y="856193"/>
                  <a:pt x="4637488" y="846442"/>
                  <a:pt x="4616415" y="846442"/>
                </a:cubicBezTo>
                <a:cubicBezTo>
                  <a:pt x="4622770" y="840026"/>
                  <a:pt x="4627119" y="835150"/>
                  <a:pt x="4637488" y="833354"/>
                </a:cubicBezTo>
                <a:cubicBezTo>
                  <a:pt x="4635481" y="830274"/>
                  <a:pt x="4620763" y="826938"/>
                  <a:pt x="4627119" y="823859"/>
                </a:cubicBezTo>
                <a:cubicBezTo>
                  <a:pt x="4633474" y="826938"/>
                  <a:pt x="4629126" y="822063"/>
                  <a:pt x="4631132" y="820523"/>
                </a:cubicBezTo>
                <a:close/>
                <a:moveTo>
                  <a:pt x="4362402" y="820523"/>
                </a:moveTo>
                <a:cubicBezTo>
                  <a:pt x="4362402" y="838387"/>
                  <a:pt x="4355796" y="851591"/>
                  <a:pt x="4344670" y="859876"/>
                </a:cubicBezTo>
                <a:cubicBezTo>
                  <a:pt x="4340498" y="846672"/>
                  <a:pt x="4349190" y="831915"/>
                  <a:pt x="4362402" y="820523"/>
                </a:cubicBezTo>
                <a:close/>
                <a:moveTo>
                  <a:pt x="4013324" y="819829"/>
                </a:moveTo>
                <a:cubicBezTo>
                  <a:pt x="4015693" y="819049"/>
                  <a:pt x="4020430" y="819409"/>
                  <a:pt x="4025674" y="821689"/>
                </a:cubicBezTo>
                <a:cubicBezTo>
                  <a:pt x="4023644" y="824810"/>
                  <a:pt x="4017216" y="821689"/>
                  <a:pt x="4015186" y="824810"/>
                </a:cubicBezTo>
                <a:cubicBezTo>
                  <a:pt x="4010956" y="822529"/>
                  <a:pt x="4010956" y="820608"/>
                  <a:pt x="4013324" y="819829"/>
                </a:cubicBezTo>
                <a:close/>
                <a:moveTo>
                  <a:pt x="5458522" y="817044"/>
                </a:moveTo>
                <a:cubicBezTo>
                  <a:pt x="5447758" y="821921"/>
                  <a:pt x="5454149" y="826797"/>
                  <a:pt x="5460540" y="833214"/>
                </a:cubicBezTo>
                <a:cubicBezTo>
                  <a:pt x="5466932" y="830134"/>
                  <a:pt x="5464578" y="826797"/>
                  <a:pt x="5468950" y="823718"/>
                </a:cubicBezTo>
                <a:cubicBezTo>
                  <a:pt x="5466932" y="817044"/>
                  <a:pt x="5462559" y="818841"/>
                  <a:pt x="5458522" y="817044"/>
                </a:cubicBezTo>
                <a:close/>
                <a:moveTo>
                  <a:pt x="2930738" y="815368"/>
                </a:moveTo>
                <a:cubicBezTo>
                  <a:pt x="2934867" y="815000"/>
                  <a:pt x="2940343" y="815799"/>
                  <a:pt x="2945732" y="815799"/>
                </a:cubicBezTo>
                <a:cubicBezTo>
                  <a:pt x="2945732" y="818998"/>
                  <a:pt x="2941560" y="817276"/>
                  <a:pt x="2937040" y="817276"/>
                </a:cubicBezTo>
                <a:cubicBezTo>
                  <a:pt x="2934954" y="818998"/>
                  <a:pt x="2934954" y="820474"/>
                  <a:pt x="2937040" y="820474"/>
                </a:cubicBezTo>
                <a:cubicBezTo>
                  <a:pt x="2934954" y="823673"/>
                  <a:pt x="2928348" y="821950"/>
                  <a:pt x="2923828" y="821950"/>
                </a:cubicBezTo>
                <a:cubicBezTo>
                  <a:pt x="2923828" y="817276"/>
                  <a:pt x="2926610" y="815738"/>
                  <a:pt x="2930738" y="815368"/>
                </a:cubicBezTo>
                <a:close/>
                <a:moveTo>
                  <a:pt x="3050489" y="814864"/>
                </a:moveTo>
                <a:cubicBezTo>
                  <a:pt x="3054940" y="814864"/>
                  <a:pt x="3052543" y="818134"/>
                  <a:pt x="3056994" y="818134"/>
                </a:cubicBezTo>
                <a:cubicBezTo>
                  <a:pt x="3054940" y="825930"/>
                  <a:pt x="3054940" y="825930"/>
                  <a:pt x="3054940" y="825930"/>
                </a:cubicBezTo>
                <a:cubicBezTo>
                  <a:pt x="3052543" y="822913"/>
                  <a:pt x="3048435" y="822913"/>
                  <a:pt x="3050489" y="814864"/>
                </a:cubicBezTo>
                <a:close/>
                <a:moveTo>
                  <a:pt x="2258482" y="814864"/>
                </a:moveTo>
                <a:cubicBezTo>
                  <a:pt x="2258482" y="818162"/>
                  <a:pt x="2260494" y="819684"/>
                  <a:pt x="2264852" y="819684"/>
                </a:cubicBezTo>
                <a:cubicBezTo>
                  <a:pt x="2250100" y="829323"/>
                  <a:pt x="2233000" y="826025"/>
                  <a:pt x="2216235" y="822982"/>
                </a:cubicBezTo>
                <a:cubicBezTo>
                  <a:pt x="2226630" y="814864"/>
                  <a:pt x="2243729" y="821206"/>
                  <a:pt x="2258482" y="814864"/>
                </a:cubicBezTo>
                <a:close/>
                <a:moveTo>
                  <a:pt x="2655639" y="809343"/>
                </a:moveTo>
                <a:cubicBezTo>
                  <a:pt x="2651145" y="810174"/>
                  <a:pt x="2647448" y="811837"/>
                  <a:pt x="2645264" y="814267"/>
                </a:cubicBezTo>
                <a:cubicBezTo>
                  <a:pt x="2651648" y="819128"/>
                  <a:pt x="2672818" y="817337"/>
                  <a:pt x="2670802" y="809407"/>
                </a:cubicBezTo>
                <a:cubicBezTo>
                  <a:pt x="2665426" y="808512"/>
                  <a:pt x="2660133" y="808512"/>
                  <a:pt x="2655639" y="809343"/>
                </a:cubicBezTo>
                <a:close/>
                <a:moveTo>
                  <a:pt x="2745324" y="809205"/>
                </a:moveTo>
                <a:cubicBezTo>
                  <a:pt x="2753894" y="809205"/>
                  <a:pt x="2753894" y="809205"/>
                  <a:pt x="2753894" y="809205"/>
                </a:cubicBezTo>
                <a:cubicBezTo>
                  <a:pt x="2751586" y="812250"/>
                  <a:pt x="2753894" y="812250"/>
                  <a:pt x="2755872" y="812250"/>
                </a:cubicBezTo>
                <a:cubicBezTo>
                  <a:pt x="2747630" y="815547"/>
                  <a:pt x="2739060" y="821889"/>
                  <a:pt x="2726533" y="823665"/>
                </a:cubicBezTo>
                <a:cubicBezTo>
                  <a:pt x="2726533" y="814025"/>
                  <a:pt x="2743345" y="820367"/>
                  <a:pt x="2745324" y="809205"/>
                </a:cubicBezTo>
                <a:close/>
                <a:moveTo>
                  <a:pt x="4308413" y="806942"/>
                </a:moveTo>
                <a:cubicBezTo>
                  <a:pt x="4312821" y="808770"/>
                  <a:pt x="4314855" y="808770"/>
                  <a:pt x="4314855" y="806942"/>
                </a:cubicBezTo>
                <a:cubicBezTo>
                  <a:pt x="4319264" y="808770"/>
                  <a:pt x="4319264" y="811904"/>
                  <a:pt x="4321298" y="810337"/>
                </a:cubicBezTo>
                <a:cubicBezTo>
                  <a:pt x="4329774" y="815299"/>
                  <a:pt x="4314855" y="816866"/>
                  <a:pt x="4308413" y="813732"/>
                </a:cubicBezTo>
                <a:cubicBezTo>
                  <a:pt x="4306379" y="811904"/>
                  <a:pt x="4306379" y="808770"/>
                  <a:pt x="4308413" y="806942"/>
                </a:cubicBezTo>
                <a:close/>
                <a:moveTo>
                  <a:pt x="2411223" y="806942"/>
                </a:moveTo>
                <a:cubicBezTo>
                  <a:pt x="2413200" y="818186"/>
                  <a:pt x="2413200" y="818186"/>
                  <a:pt x="2413200" y="818186"/>
                </a:cubicBezTo>
                <a:cubicBezTo>
                  <a:pt x="2413200" y="810190"/>
                  <a:pt x="2386170" y="808691"/>
                  <a:pt x="2398696" y="816437"/>
                </a:cubicBezTo>
                <a:cubicBezTo>
                  <a:pt x="2394410" y="825932"/>
                  <a:pt x="2388476" y="811689"/>
                  <a:pt x="2377928" y="814938"/>
                </a:cubicBezTo>
                <a:cubicBezTo>
                  <a:pt x="2384191" y="810190"/>
                  <a:pt x="2396718" y="806942"/>
                  <a:pt x="2411223" y="806942"/>
                </a:cubicBezTo>
                <a:close/>
                <a:moveTo>
                  <a:pt x="4510710" y="806730"/>
                </a:moveTo>
                <a:cubicBezTo>
                  <a:pt x="4521560" y="803547"/>
                  <a:pt x="4530037" y="811770"/>
                  <a:pt x="4525630" y="820258"/>
                </a:cubicBezTo>
                <a:cubicBezTo>
                  <a:pt x="4515118" y="818666"/>
                  <a:pt x="4506642" y="815218"/>
                  <a:pt x="4510710" y="806730"/>
                </a:cubicBezTo>
                <a:close/>
                <a:moveTo>
                  <a:pt x="4262130" y="806084"/>
                </a:moveTo>
                <a:cubicBezTo>
                  <a:pt x="4264148" y="810960"/>
                  <a:pt x="4262130" y="814296"/>
                  <a:pt x="4272560" y="819171"/>
                </a:cubicBezTo>
                <a:cubicBezTo>
                  <a:pt x="4274914" y="814296"/>
                  <a:pt x="4276934" y="810960"/>
                  <a:pt x="4270541" y="807624"/>
                </a:cubicBezTo>
                <a:cubicBezTo>
                  <a:pt x="4268522" y="807624"/>
                  <a:pt x="4266167" y="807624"/>
                  <a:pt x="4262130" y="806084"/>
                </a:cubicBezTo>
                <a:close/>
                <a:moveTo>
                  <a:pt x="4644012" y="803547"/>
                </a:moveTo>
                <a:cubicBezTo>
                  <a:pt x="4654651" y="808587"/>
                  <a:pt x="4648334" y="815218"/>
                  <a:pt x="4646338" y="820258"/>
                </a:cubicBezTo>
                <a:cubicBezTo>
                  <a:pt x="4648334" y="815218"/>
                  <a:pt x="4635699" y="810178"/>
                  <a:pt x="4644012" y="803547"/>
                </a:cubicBezTo>
                <a:close/>
                <a:moveTo>
                  <a:pt x="4969363" y="801970"/>
                </a:moveTo>
                <a:cubicBezTo>
                  <a:pt x="4971546" y="801385"/>
                  <a:pt x="4973920" y="801495"/>
                  <a:pt x="4976547" y="802698"/>
                </a:cubicBezTo>
                <a:cubicBezTo>
                  <a:pt x="4963663" y="805736"/>
                  <a:pt x="4961628" y="816875"/>
                  <a:pt x="4953152" y="815356"/>
                </a:cubicBezTo>
                <a:cubicBezTo>
                  <a:pt x="4957982" y="811748"/>
                  <a:pt x="4962816" y="803727"/>
                  <a:pt x="4969363" y="801970"/>
                </a:cubicBezTo>
                <a:close/>
                <a:moveTo>
                  <a:pt x="5392454" y="801283"/>
                </a:moveTo>
                <a:cubicBezTo>
                  <a:pt x="5400811" y="809332"/>
                  <a:pt x="5381757" y="815619"/>
                  <a:pt x="5383762" y="823667"/>
                </a:cubicBezTo>
                <a:cubicBezTo>
                  <a:pt x="5377411" y="815619"/>
                  <a:pt x="5379750" y="809332"/>
                  <a:pt x="5392454" y="801283"/>
                </a:cubicBezTo>
                <a:close/>
                <a:moveTo>
                  <a:pt x="2816681" y="795624"/>
                </a:moveTo>
                <a:cubicBezTo>
                  <a:pt x="2803752" y="798894"/>
                  <a:pt x="2792865" y="803672"/>
                  <a:pt x="2779936" y="806690"/>
                </a:cubicBezTo>
                <a:cubicBezTo>
                  <a:pt x="2786400" y="797384"/>
                  <a:pt x="2799330" y="795624"/>
                  <a:pt x="2816681" y="795624"/>
                </a:cubicBezTo>
                <a:close/>
                <a:moveTo>
                  <a:pt x="2741032" y="789966"/>
                </a:moveTo>
                <a:cubicBezTo>
                  <a:pt x="2736663" y="803012"/>
                  <a:pt x="2713141" y="789966"/>
                  <a:pt x="2709109" y="794826"/>
                </a:cubicBezTo>
                <a:cubicBezTo>
                  <a:pt x="2709109" y="803012"/>
                  <a:pt x="2719526" y="801221"/>
                  <a:pt x="2730278" y="801221"/>
                </a:cubicBezTo>
                <a:cubicBezTo>
                  <a:pt x="2725910" y="803012"/>
                  <a:pt x="2723894" y="809407"/>
                  <a:pt x="2728262" y="809407"/>
                </a:cubicBezTo>
                <a:cubicBezTo>
                  <a:pt x="2711125" y="820663"/>
                  <a:pt x="2700372" y="801221"/>
                  <a:pt x="2675170" y="809407"/>
                </a:cubicBezTo>
                <a:cubicBezTo>
                  <a:pt x="2687940" y="812476"/>
                  <a:pt x="2689955" y="819128"/>
                  <a:pt x="2713141" y="820663"/>
                </a:cubicBezTo>
                <a:cubicBezTo>
                  <a:pt x="2698356" y="823988"/>
                  <a:pt x="2683571" y="823988"/>
                  <a:pt x="2670802" y="823988"/>
                </a:cubicBezTo>
                <a:cubicBezTo>
                  <a:pt x="2653665" y="822197"/>
                  <a:pt x="2636864" y="820663"/>
                  <a:pt x="2619726" y="815802"/>
                </a:cubicBezTo>
                <a:cubicBezTo>
                  <a:pt x="2638880" y="827057"/>
                  <a:pt x="2606957" y="814267"/>
                  <a:pt x="2598556" y="822197"/>
                </a:cubicBezTo>
                <a:cubicBezTo>
                  <a:pt x="2590156" y="819128"/>
                  <a:pt x="2609309" y="817337"/>
                  <a:pt x="2594524" y="812476"/>
                </a:cubicBezTo>
                <a:cubicBezTo>
                  <a:pt x="2590156" y="815802"/>
                  <a:pt x="2585788" y="819128"/>
                  <a:pt x="2581755" y="822197"/>
                </a:cubicBezTo>
                <a:cubicBezTo>
                  <a:pt x="2562602" y="810942"/>
                  <a:pt x="2532696" y="817337"/>
                  <a:pt x="2507494" y="819128"/>
                </a:cubicBezTo>
                <a:cubicBezTo>
                  <a:pt x="2519927" y="798152"/>
                  <a:pt x="2566634" y="812476"/>
                  <a:pt x="2581755" y="806081"/>
                </a:cubicBezTo>
                <a:cubicBezTo>
                  <a:pt x="2568986" y="789966"/>
                  <a:pt x="2522279" y="809407"/>
                  <a:pt x="2494725" y="799686"/>
                </a:cubicBezTo>
                <a:cubicBezTo>
                  <a:pt x="2477588" y="803012"/>
                  <a:pt x="2496741" y="810942"/>
                  <a:pt x="2485988" y="817337"/>
                </a:cubicBezTo>
                <a:cubicBezTo>
                  <a:pt x="2473219" y="814267"/>
                  <a:pt x="2454066" y="809407"/>
                  <a:pt x="2448017" y="819128"/>
                </a:cubicBezTo>
                <a:cubicBezTo>
                  <a:pt x="2437265" y="814267"/>
                  <a:pt x="2462803" y="807616"/>
                  <a:pt x="2477588" y="809407"/>
                </a:cubicBezTo>
                <a:cubicBezTo>
                  <a:pt x="2477588" y="806081"/>
                  <a:pt x="2473219" y="807616"/>
                  <a:pt x="2469187" y="806081"/>
                </a:cubicBezTo>
                <a:cubicBezTo>
                  <a:pt x="2469187" y="804546"/>
                  <a:pt x="2473219" y="804546"/>
                  <a:pt x="2477588" y="803012"/>
                </a:cubicBezTo>
                <a:cubicBezTo>
                  <a:pt x="2471204" y="799686"/>
                  <a:pt x="2458434" y="799686"/>
                  <a:pt x="2452050" y="796361"/>
                </a:cubicBezTo>
                <a:cubicBezTo>
                  <a:pt x="2505142" y="794826"/>
                  <a:pt x="2553865" y="793291"/>
                  <a:pt x="2602925" y="793291"/>
                </a:cubicBezTo>
                <a:cubicBezTo>
                  <a:pt x="2647280" y="791501"/>
                  <a:pt x="2691972" y="791501"/>
                  <a:pt x="2741032" y="789966"/>
                </a:cubicBezTo>
                <a:close/>
                <a:moveTo>
                  <a:pt x="4997306" y="778176"/>
                </a:moveTo>
                <a:cubicBezTo>
                  <a:pt x="4990701" y="786107"/>
                  <a:pt x="4984096" y="794296"/>
                  <a:pt x="4982009" y="805554"/>
                </a:cubicBezTo>
                <a:cubicBezTo>
                  <a:pt x="4977489" y="795831"/>
                  <a:pt x="4975404" y="776385"/>
                  <a:pt x="4997306" y="778176"/>
                </a:cubicBezTo>
                <a:close/>
                <a:moveTo>
                  <a:pt x="4626821" y="775253"/>
                </a:moveTo>
                <a:cubicBezTo>
                  <a:pt x="4645752" y="778615"/>
                  <a:pt x="4620510" y="799828"/>
                  <a:pt x="4620510" y="811210"/>
                </a:cubicBezTo>
                <a:cubicBezTo>
                  <a:pt x="4601580" y="801380"/>
                  <a:pt x="4633131" y="785082"/>
                  <a:pt x="4626821" y="775253"/>
                </a:cubicBezTo>
                <a:close/>
                <a:moveTo>
                  <a:pt x="5334044" y="763394"/>
                </a:moveTo>
                <a:cubicBezTo>
                  <a:pt x="5329524" y="766346"/>
                  <a:pt x="5331958" y="769544"/>
                  <a:pt x="5329524" y="772743"/>
                </a:cubicBezTo>
                <a:cubicBezTo>
                  <a:pt x="5322918" y="769544"/>
                  <a:pt x="5316312" y="772743"/>
                  <a:pt x="5312140" y="768069"/>
                </a:cubicBezTo>
                <a:cubicBezTo>
                  <a:pt x="5318746" y="763394"/>
                  <a:pt x="5327438" y="761672"/>
                  <a:pt x="5334044" y="763394"/>
                </a:cubicBezTo>
                <a:close/>
                <a:moveTo>
                  <a:pt x="4658952" y="761672"/>
                </a:moveTo>
                <a:lnTo>
                  <a:pt x="4669479" y="768069"/>
                </a:lnTo>
                <a:cubicBezTo>
                  <a:pt x="4660988" y="771021"/>
                  <a:pt x="4650122" y="772743"/>
                  <a:pt x="4641632" y="771021"/>
                </a:cubicBezTo>
                <a:cubicBezTo>
                  <a:pt x="4650122" y="768069"/>
                  <a:pt x="4658952" y="768069"/>
                  <a:pt x="4658952" y="761672"/>
                </a:cubicBezTo>
                <a:close/>
                <a:moveTo>
                  <a:pt x="4596513" y="760540"/>
                </a:moveTo>
                <a:cubicBezTo>
                  <a:pt x="4602736" y="767024"/>
                  <a:pt x="4596513" y="776880"/>
                  <a:pt x="4596513" y="785179"/>
                </a:cubicBezTo>
                <a:cubicBezTo>
                  <a:pt x="4577846" y="783623"/>
                  <a:pt x="4596513" y="768839"/>
                  <a:pt x="4596513" y="760540"/>
                </a:cubicBezTo>
                <a:close/>
                <a:moveTo>
                  <a:pt x="4924215" y="758277"/>
                </a:moveTo>
                <a:cubicBezTo>
                  <a:pt x="4930566" y="764744"/>
                  <a:pt x="4926221" y="769658"/>
                  <a:pt x="4921875" y="776126"/>
                </a:cubicBezTo>
                <a:cubicBezTo>
                  <a:pt x="4907166" y="769658"/>
                  <a:pt x="4921875" y="764744"/>
                  <a:pt x="4924215" y="758277"/>
                </a:cubicBezTo>
                <a:close/>
                <a:moveTo>
                  <a:pt x="4514541" y="753750"/>
                </a:moveTo>
                <a:cubicBezTo>
                  <a:pt x="4531520" y="758611"/>
                  <a:pt x="4503674" y="766543"/>
                  <a:pt x="4523030" y="768335"/>
                </a:cubicBezTo>
                <a:cubicBezTo>
                  <a:pt x="4516578" y="782919"/>
                  <a:pt x="4516578" y="782919"/>
                  <a:pt x="4516578" y="782919"/>
                </a:cubicBezTo>
                <a:cubicBezTo>
                  <a:pt x="4508089" y="773196"/>
                  <a:pt x="4506052" y="763472"/>
                  <a:pt x="4514541" y="753750"/>
                </a:cubicBezTo>
                <a:close/>
                <a:moveTo>
                  <a:pt x="4301590" y="753725"/>
                </a:moveTo>
                <a:cubicBezTo>
                  <a:pt x="4284271" y="755282"/>
                  <a:pt x="4288685" y="765137"/>
                  <a:pt x="4284271" y="774993"/>
                </a:cubicBezTo>
                <a:cubicBezTo>
                  <a:pt x="4275780" y="766693"/>
                  <a:pt x="4273744" y="750354"/>
                  <a:pt x="4301590" y="753725"/>
                </a:cubicBezTo>
                <a:close/>
                <a:moveTo>
                  <a:pt x="4004893" y="752684"/>
                </a:moveTo>
                <a:cubicBezTo>
                  <a:pt x="4008828" y="752303"/>
                  <a:pt x="4013808" y="752995"/>
                  <a:pt x="4019734" y="755384"/>
                </a:cubicBezTo>
                <a:cubicBezTo>
                  <a:pt x="4009086" y="755384"/>
                  <a:pt x="4002558" y="760162"/>
                  <a:pt x="4000497" y="768210"/>
                </a:cubicBezTo>
                <a:cubicBezTo>
                  <a:pt x="3990706" y="764627"/>
                  <a:pt x="3993090" y="753828"/>
                  <a:pt x="4004893" y="752684"/>
                </a:cubicBezTo>
                <a:close/>
                <a:moveTo>
                  <a:pt x="5315974" y="743564"/>
                </a:moveTo>
                <a:cubicBezTo>
                  <a:pt x="5322198" y="748478"/>
                  <a:pt x="5314009" y="754945"/>
                  <a:pt x="5309752" y="761413"/>
                </a:cubicBezTo>
                <a:cubicBezTo>
                  <a:pt x="5297306" y="754945"/>
                  <a:pt x="5309752" y="748478"/>
                  <a:pt x="5315974" y="743564"/>
                </a:cubicBezTo>
                <a:close/>
                <a:moveTo>
                  <a:pt x="5054132" y="743564"/>
                </a:moveTo>
                <a:cubicBezTo>
                  <a:pt x="5064660" y="750040"/>
                  <a:pt x="5067036" y="753408"/>
                  <a:pt x="5056169" y="763254"/>
                </a:cubicBezTo>
                <a:cubicBezTo>
                  <a:pt x="5039190" y="764808"/>
                  <a:pt x="5054132" y="751854"/>
                  <a:pt x="5054132" y="743564"/>
                </a:cubicBezTo>
                <a:close/>
                <a:moveTo>
                  <a:pt x="4442042" y="742200"/>
                </a:moveTo>
                <a:cubicBezTo>
                  <a:pt x="4444700" y="740929"/>
                  <a:pt x="4448379" y="740566"/>
                  <a:pt x="4453823" y="742207"/>
                </a:cubicBezTo>
                <a:cubicBezTo>
                  <a:pt x="4455865" y="761148"/>
                  <a:pt x="4427966" y="754834"/>
                  <a:pt x="4432048" y="765946"/>
                </a:cubicBezTo>
                <a:cubicBezTo>
                  <a:pt x="4419119" y="764431"/>
                  <a:pt x="4419119" y="764431"/>
                  <a:pt x="4419119" y="764431"/>
                </a:cubicBezTo>
                <a:cubicBezTo>
                  <a:pt x="4425584" y="748521"/>
                  <a:pt x="4425584" y="748521"/>
                  <a:pt x="4425584" y="748521"/>
                </a:cubicBezTo>
                <a:cubicBezTo>
                  <a:pt x="4435280" y="757991"/>
                  <a:pt x="4434068" y="746011"/>
                  <a:pt x="4442042" y="742200"/>
                </a:cubicBezTo>
                <a:close/>
                <a:moveTo>
                  <a:pt x="5334786" y="740559"/>
                </a:moveTo>
                <a:cubicBezTo>
                  <a:pt x="5330613" y="745378"/>
                  <a:pt x="5345912" y="750198"/>
                  <a:pt x="5330613" y="753496"/>
                </a:cubicBezTo>
                <a:cubicBezTo>
                  <a:pt x="5324008" y="750198"/>
                  <a:pt x="5326093" y="739036"/>
                  <a:pt x="5334786" y="740559"/>
                </a:cubicBezTo>
                <a:close/>
                <a:moveTo>
                  <a:pt x="4668195" y="740169"/>
                </a:moveTo>
                <a:cubicBezTo>
                  <a:pt x="4676887" y="744988"/>
                  <a:pt x="4676887" y="749808"/>
                  <a:pt x="4665762" y="754627"/>
                </a:cubicBezTo>
                <a:cubicBezTo>
                  <a:pt x="4659504" y="753105"/>
                  <a:pt x="4665762" y="749808"/>
                  <a:pt x="4654984" y="746764"/>
                </a:cubicBezTo>
                <a:cubicBezTo>
                  <a:pt x="4659504" y="744988"/>
                  <a:pt x="4663676" y="741944"/>
                  <a:pt x="4668195" y="740169"/>
                </a:cubicBezTo>
                <a:close/>
                <a:moveTo>
                  <a:pt x="4292863" y="735642"/>
                </a:moveTo>
                <a:cubicBezTo>
                  <a:pt x="4294841" y="739036"/>
                  <a:pt x="4303082" y="752356"/>
                  <a:pt x="4288578" y="748961"/>
                </a:cubicBezTo>
                <a:cubicBezTo>
                  <a:pt x="4294841" y="743999"/>
                  <a:pt x="4290556" y="742432"/>
                  <a:pt x="4292863" y="735642"/>
                </a:cubicBezTo>
                <a:close/>
                <a:moveTo>
                  <a:pt x="4210286" y="731115"/>
                </a:moveTo>
                <a:cubicBezTo>
                  <a:pt x="4216550" y="732723"/>
                  <a:pt x="4210286" y="737815"/>
                  <a:pt x="4218528" y="739424"/>
                </a:cubicBezTo>
                <a:cubicBezTo>
                  <a:pt x="4216550" y="741032"/>
                  <a:pt x="4208308" y="737815"/>
                  <a:pt x="4204023" y="735939"/>
                </a:cubicBezTo>
                <a:cubicBezTo>
                  <a:pt x="4208308" y="735939"/>
                  <a:pt x="4210286" y="734331"/>
                  <a:pt x="4210286" y="731115"/>
                </a:cubicBezTo>
                <a:close/>
                <a:moveTo>
                  <a:pt x="4828428" y="727719"/>
                </a:moveTo>
                <a:cubicBezTo>
                  <a:pt x="4847494" y="735632"/>
                  <a:pt x="4830436" y="748652"/>
                  <a:pt x="4826421" y="761416"/>
                </a:cubicBezTo>
                <a:cubicBezTo>
                  <a:pt x="4813710" y="751971"/>
                  <a:pt x="4830436" y="740483"/>
                  <a:pt x="4828428" y="727719"/>
                </a:cubicBezTo>
                <a:close/>
                <a:moveTo>
                  <a:pt x="4181385" y="721915"/>
                </a:moveTo>
                <a:cubicBezTo>
                  <a:pt x="4177012" y="721915"/>
                  <a:pt x="4170620" y="728331"/>
                  <a:pt x="4177012" y="729870"/>
                </a:cubicBezTo>
                <a:cubicBezTo>
                  <a:pt x="4179030" y="729870"/>
                  <a:pt x="4181385" y="729870"/>
                  <a:pt x="4185423" y="731666"/>
                </a:cubicBezTo>
                <a:cubicBezTo>
                  <a:pt x="4183404" y="733206"/>
                  <a:pt x="4183404" y="734745"/>
                  <a:pt x="4185423" y="734745"/>
                </a:cubicBezTo>
                <a:cubicBezTo>
                  <a:pt x="4185423" y="729870"/>
                  <a:pt x="4194170" y="731666"/>
                  <a:pt x="4194170" y="728331"/>
                </a:cubicBezTo>
                <a:cubicBezTo>
                  <a:pt x="4183404" y="726791"/>
                  <a:pt x="4187778" y="723455"/>
                  <a:pt x="4181385" y="721915"/>
                </a:cubicBezTo>
                <a:close/>
                <a:moveTo>
                  <a:pt x="4224502" y="719797"/>
                </a:moveTo>
                <a:cubicBezTo>
                  <a:pt x="4230398" y="724759"/>
                  <a:pt x="4209764" y="723192"/>
                  <a:pt x="4214022" y="729721"/>
                </a:cubicBezTo>
                <a:cubicBezTo>
                  <a:pt x="4205506" y="724759"/>
                  <a:pt x="4217952" y="719797"/>
                  <a:pt x="4224502" y="719797"/>
                </a:cubicBezTo>
                <a:close/>
                <a:moveTo>
                  <a:pt x="4932879" y="708479"/>
                </a:moveTo>
                <a:cubicBezTo>
                  <a:pt x="4945405" y="708479"/>
                  <a:pt x="4941120" y="718119"/>
                  <a:pt x="4939142" y="722938"/>
                </a:cubicBezTo>
                <a:cubicBezTo>
                  <a:pt x="4932879" y="718119"/>
                  <a:pt x="4930900" y="713299"/>
                  <a:pt x="4932879" y="708479"/>
                </a:cubicBezTo>
                <a:close/>
                <a:moveTo>
                  <a:pt x="4299704" y="708479"/>
                </a:moveTo>
                <a:cubicBezTo>
                  <a:pt x="4310482" y="721306"/>
                  <a:pt x="4303876" y="719545"/>
                  <a:pt x="4301790" y="735390"/>
                </a:cubicBezTo>
                <a:cubicBezTo>
                  <a:pt x="4288578" y="729103"/>
                  <a:pt x="4297270" y="718036"/>
                  <a:pt x="4299704" y="708479"/>
                </a:cubicBezTo>
                <a:close/>
                <a:moveTo>
                  <a:pt x="4394110" y="705235"/>
                </a:moveTo>
                <a:cubicBezTo>
                  <a:pt x="4390595" y="706034"/>
                  <a:pt x="4387377" y="708017"/>
                  <a:pt x="4384159" y="709551"/>
                </a:cubicBezTo>
                <a:cubicBezTo>
                  <a:pt x="4388563" y="716202"/>
                  <a:pt x="4403467" y="716202"/>
                  <a:pt x="4405838" y="708016"/>
                </a:cubicBezTo>
                <a:cubicBezTo>
                  <a:pt x="4401434" y="704819"/>
                  <a:pt x="4397624" y="704435"/>
                  <a:pt x="4394110" y="705235"/>
                </a:cubicBezTo>
                <a:close/>
                <a:moveTo>
                  <a:pt x="5046092" y="703952"/>
                </a:moveTo>
                <a:cubicBezTo>
                  <a:pt x="5049962" y="710349"/>
                  <a:pt x="5052219" y="728260"/>
                  <a:pt x="5043834" y="733122"/>
                </a:cubicBezTo>
                <a:cubicBezTo>
                  <a:pt x="5039965" y="724934"/>
                  <a:pt x="5037707" y="708814"/>
                  <a:pt x="5046092" y="703952"/>
                </a:cubicBezTo>
                <a:close/>
                <a:moveTo>
                  <a:pt x="5007432" y="703952"/>
                </a:moveTo>
                <a:cubicBezTo>
                  <a:pt x="5032921" y="710425"/>
                  <a:pt x="5003072" y="726994"/>
                  <a:pt x="5015817" y="741492"/>
                </a:cubicBezTo>
                <a:cubicBezTo>
                  <a:pt x="5009444" y="743305"/>
                  <a:pt x="5003072" y="743305"/>
                  <a:pt x="4994688" y="741492"/>
                </a:cubicBezTo>
                <a:cubicBezTo>
                  <a:pt x="5003072" y="725182"/>
                  <a:pt x="5003072" y="722075"/>
                  <a:pt x="5007432" y="703952"/>
                </a:cubicBezTo>
                <a:close/>
                <a:moveTo>
                  <a:pt x="4469222" y="695705"/>
                </a:moveTo>
                <a:cubicBezTo>
                  <a:pt x="4460911" y="708755"/>
                  <a:pt x="4465232" y="713617"/>
                  <a:pt x="4454594" y="721805"/>
                </a:cubicBezTo>
                <a:cubicBezTo>
                  <a:pt x="4450272" y="718478"/>
                  <a:pt x="4452599" y="692635"/>
                  <a:pt x="4469222" y="695705"/>
                </a:cubicBezTo>
                <a:close/>
                <a:moveTo>
                  <a:pt x="5486247" y="693766"/>
                </a:moveTo>
                <a:cubicBezTo>
                  <a:pt x="5501134" y="701933"/>
                  <a:pt x="5499104" y="709844"/>
                  <a:pt x="5503164" y="719542"/>
                </a:cubicBezTo>
                <a:cubicBezTo>
                  <a:pt x="5490307" y="708313"/>
                  <a:pt x="5484218" y="700146"/>
                  <a:pt x="5486247" y="693766"/>
                </a:cubicBezTo>
                <a:close/>
                <a:moveTo>
                  <a:pt x="4302499" y="693766"/>
                </a:moveTo>
                <a:cubicBezTo>
                  <a:pt x="4309004" y="693766"/>
                  <a:pt x="4313454" y="704832"/>
                  <a:pt x="4300445" y="701814"/>
                </a:cubicBezTo>
                <a:cubicBezTo>
                  <a:pt x="4306950" y="698545"/>
                  <a:pt x="4302499" y="698545"/>
                  <a:pt x="4302499" y="693766"/>
                </a:cubicBezTo>
                <a:close/>
                <a:moveTo>
                  <a:pt x="4094038" y="693766"/>
                </a:moveTo>
                <a:cubicBezTo>
                  <a:pt x="4119133" y="693766"/>
                  <a:pt x="4091695" y="705437"/>
                  <a:pt x="4096044" y="710478"/>
                </a:cubicBezTo>
                <a:cubicBezTo>
                  <a:pt x="4074964" y="705437"/>
                  <a:pt x="4104410" y="697215"/>
                  <a:pt x="4094038" y="693766"/>
                </a:cubicBezTo>
                <a:close/>
                <a:moveTo>
                  <a:pt x="4028536" y="680014"/>
                </a:moveTo>
                <a:cubicBezTo>
                  <a:pt x="4032052" y="681939"/>
                  <a:pt x="4030824" y="690786"/>
                  <a:pt x="4035490" y="686003"/>
                </a:cubicBezTo>
                <a:cubicBezTo>
                  <a:pt x="4047936" y="687534"/>
                  <a:pt x="4033525" y="692380"/>
                  <a:pt x="4033525" y="692380"/>
                </a:cubicBezTo>
                <a:cubicBezTo>
                  <a:pt x="4023046" y="690594"/>
                  <a:pt x="4033525" y="684218"/>
                  <a:pt x="4023046" y="681158"/>
                </a:cubicBezTo>
                <a:cubicBezTo>
                  <a:pt x="4025666" y="679500"/>
                  <a:pt x="4027364" y="679372"/>
                  <a:pt x="4028536" y="680014"/>
                </a:cubicBezTo>
                <a:close/>
                <a:moveTo>
                  <a:pt x="4895051" y="677674"/>
                </a:moveTo>
                <a:cubicBezTo>
                  <a:pt x="4877894" y="682550"/>
                  <a:pt x="4903461" y="687427"/>
                  <a:pt x="4886641" y="692303"/>
                </a:cubicBezTo>
                <a:cubicBezTo>
                  <a:pt x="4890678" y="695384"/>
                  <a:pt x="4897070" y="693844"/>
                  <a:pt x="4893032" y="697180"/>
                </a:cubicBezTo>
                <a:cubicBezTo>
                  <a:pt x="4903461" y="697180"/>
                  <a:pt x="4907834" y="682550"/>
                  <a:pt x="4895051" y="677674"/>
                </a:cubicBezTo>
                <a:close/>
                <a:moveTo>
                  <a:pt x="4041312" y="674527"/>
                </a:moveTo>
                <a:cubicBezTo>
                  <a:pt x="4053858" y="676355"/>
                  <a:pt x="4049789" y="682884"/>
                  <a:pt x="4043347" y="684451"/>
                </a:cubicBezTo>
                <a:cubicBezTo>
                  <a:pt x="4030462" y="682884"/>
                  <a:pt x="4034870" y="676355"/>
                  <a:pt x="4041312" y="674527"/>
                </a:cubicBezTo>
                <a:close/>
                <a:moveTo>
                  <a:pt x="5103098" y="672717"/>
                </a:moveTo>
                <a:cubicBezTo>
                  <a:pt x="5112662" y="674237"/>
                  <a:pt x="5122412" y="683817"/>
                  <a:pt x="5119412" y="692375"/>
                </a:cubicBezTo>
                <a:cubicBezTo>
                  <a:pt x="5104745" y="690559"/>
                  <a:pt x="5104745" y="690559"/>
                  <a:pt x="5104745" y="690559"/>
                </a:cubicBezTo>
                <a:cubicBezTo>
                  <a:pt x="5111078" y="679148"/>
                  <a:pt x="5100411" y="679148"/>
                  <a:pt x="5094078" y="674220"/>
                </a:cubicBezTo>
                <a:cubicBezTo>
                  <a:pt x="5096744" y="672599"/>
                  <a:pt x="5099911" y="672210"/>
                  <a:pt x="5103098" y="672717"/>
                </a:cubicBezTo>
                <a:close/>
                <a:moveTo>
                  <a:pt x="4238808" y="672263"/>
                </a:moveTo>
                <a:cubicBezTo>
                  <a:pt x="4254120" y="675626"/>
                  <a:pt x="4241190" y="687009"/>
                  <a:pt x="4236766" y="690113"/>
                </a:cubicBezTo>
                <a:cubicBezTo>
                  <a:pt x="4217374" y="685456"/>
                  <a:pt x="4241190" y="682093"/>
                  <a:pt x="4238808" y="672263"/>
                </a:cubicBezTo>
                <a:close/>
                <a:moveTo>
                  <a:pt x="4871098" y="670643"/>
                </a:moveTo>
                <a:cubicBezTo>
                  <a:pt x="4860246" y="673687"/>
                  <a:pt x="4881608" y="678507"/>
                  <a:pt x="4871098" y="683327"/>
                </a:cubicBezTo>
                <a:cubicBezTo>
                  <a:pt x="4858212" y="680283"/>
                  <a:pt x="4862281" y="668868"/>
                  <a:pt x="4871098" y="670643"/>
                </a:cubicBezTo>
                <a:close/>
                <a:moveTo>
                  <a:pt x="5486373" y="667736"/>
                </a:moveTo>
                <a:cubicBezTo>
                  <a:pt x="5497151" y="672484"/>
                  <a:pt x="5492978" y="678730"/>
                  <a:pt x="5501671" y="678730"/>
                </a:cubicBezTo>
                <a:cubicBezTo>
                  <a:pt x="5495066" y="681978"/>
                  <a:pt x="5497151" y="686725"/>
                  <a:pt x="5492978" y="685226"/>
                </a:cubicBezTo>
                <a:cubicBezTo>
                  <a:pt x="5490546" y="680479"/>
                  <a:pt x="5479768" y="680479"/>
                  <a:pt x="5486373" y="667736"/>
                </a:cubicBezTo>
                <a:close/>
                <a:moveTo>
                  <a:pt x="5077420" y="666604"/>
                </a:moveTo>
                <a:cubicBezTo>
                  <a:pt x="5077420" y="695787"/>
                  <a:pt x="5070968" y="718771"/>
                  <a:pt x="5060441" y="743305"/>
                </a:cubicBezTo>
                <a:cubicBezTo>
                  <a:pt x="5049574" y="717221"/>
                  <a:pt x="5070968" y="689330"/>
                  <a:pt x="5077420" y="666604"/>
                </a:cubicBezTo>
                <a:close/>
                <a:moveTo>
                  <a:pt x="4343126" y="666471"/>
                </a:moveTo>
                <a:cubicBezTo>
                  <a:pt x="4348423" y="666471"/>
                  <a:pt x="4354781" y="667302"/>
                  <a:pt x="4359020" y="666534"/>
                </a:cubicBezTo>
                <a:cubicBezTo>
                  <a:pt x="4352916" y="682650"/>
                  <a:pt x="4374277" y="702092"/>
                  <a:pt x="4342066" y="714882"/>
                </a:cubicBezTo>
                <a:cubicBezTo>
                  <a:pt x="4344100" y="719743"/>
                  <a:pt x="4348508" y="714882"/>
                  <a:pt x="4356984" y="716673"/>
                </a:cubicBezTo>
                <a:cubicBezTo>
                  <a:pt x="4359020" y="723068"/>
                  <a:pt x="4333588" y="723068"/>
                  <a:pt x="4344100" y="726394"/>
                </a:cubicBezTo>
                <a:cubicBezTo>
                  <a:pt x="4340032" y="731254"/>
                  <a:pt x="4337658" y="721533"/>
                  <a:pt x="4324773" y="723068"/>
                </a:cubicBezTo>
                <a:cubicBezTo>
                  <a:pt x="4322739" y="727928"/>
                  <a:pt x="4322739" y="727928"/>
                  <a:pt x="4322739" y="727928"/>
                </a:cubicBezTo>
                <a:cubicBezTo>
                  <a:pt x="4324773" y="731254"/>
                  <a:pt x="4331216" y="727928"/>
                  <a:pt x="4335623" y="734323"/>
                </a:cubicBezTo>
                <a:cubicBezTo>
                  <a:pt x="4314262" y="737649"/>
                  <a:pt x="4303412" y="721533"/>
                  <a:pt x="4320704" y="706952"/>
                </a:cubicBezTo>
                <a:cubicBezTo>
                  <a:pt x="4322739" y="708487"/>
                  <a:pt x="4327146" y="710022"/>
                  <a:pt x="4333588" y="711812"/>
                </a:cubicBezTo>
                <a:cubicBezTo>
                  <a:pt x="4344100" y="710022"/>
                  <a:pt x="4342066" y="698767"/>
                  <a:pt x="4350542" y="695441"/>
                </a:cubicBezTo>
                <a:cubicBezTo>
                  <a:pt x="4346474" y="689045"/>
                  <a:pt x="4342066" y="685976"/>
                  <a:pt x="4327146" y="687511"/>
                </a:cubicBezTo>
                <a:cubicBezTo>
                  <a:pt x="4324773" y="677790"/>
                  <a:pt x="4337658" y="677790"/>
                  <a:pt x="4346474" y="674465"/>
                </a:cubicBezTo>
                <a:cubicBezTo>
                  <a:pt x="4350542" y="666534"/>
                  <a:pt x="4329181" y="677790"/>
                  <a:pt x="4333588" y="671395"/>
                </a:cubicBezTo>
                <a:cubicBezTo>
                  <a:pt x="4333588" y="667302"/>
                  <a:pt x="4337828" y="666471"/>
                  <a:pt x="4343126" y="666471"/>
                </a:cubicBezTo>
                <a:close/>
                <a:moveTo>
                  <a:pt x="4849104" y="663209"/>
                </a:moveTo>
                <a:cubicBezTo>
                  <a:pt x="4860229" y="664739"/>
                  <a:pt x="4851189" y="674431"/>
                  <a:pt x="4862316" y="674431"/>
                </a:cubicBezTo>
                <a:cubicBezTo>
                  <a:pt x="4860229" y="681062"/>
                  <a:pt x="4851189" y="681062"/>
                  <a:pt x="4840412" y="679277"/>
                </a:cubicBezTo>
                <a:cubicBezTo>
                  <a:pt x="4840412" y="671371"/>
                  <a:pt x="4844584" y="668055"/>
                  <a:pt x="4849104" y="663209"/>
                </a:cubicBezTo>
                <a:close/>
                <a:moveTo>
                  <a:pt x="4456777" y="661346"/>
                </a:moveTo>
                <a:cubicBezTo>
                  <a:pt x="4463214" y="659531"/>
                  <a:pt x="4465584" y="672758"/>
                  <a:pt x="4469649" y="664459"/>
                </a:cubicBezTo>
                <a:cubicBezTo>
                  <a:pt x="4476086" y="666274"/>
                  <a:pt x="4472020" y="671202"/>
                  <a:pt x="4478118" y="671202"/>
                </a:cubicBezTo>
                <a:cubicBezTo>
                  <a:pt x="4469649" y="681058"/>
                  <a:pt x="4459148" y="656419"/>
                  <a:pt x="4456777" y="674314"/>
                </a:cubicBezTo>
                <a:cubicBezTo>
                  <a:pt x="4435437" y="672758"/>
                  <a:pt x="4448309" y="664459"/>
                  <a:pt x="4456777" y="661346"/>
                </a:cubicBezTo>
                <a:close/>
                <a:moveTo>
                  <a:pt x="4067354" y="657927"/>
                </a:moveTo>
                <a:cubicBezTo>
                  <a:pt x="4075543" y="656419"/>
                  <a:pt x="4087989" y="661197"/>
                  <a:pt x="4087989" y="667484"/>
                </a:cubicBezTo>
                <a:cubicBezTo>
                  <a:pt x="4073578" y="665975"/>
                  <a:pt x="4063097" y="662706"/>
                  <a:pt x="4067354" y="657927"/>
                </a:cubicBezTo>
                <a:close/>
                <a:moveTo>
                  <a:pt x="4429211" y="653023"/>
                </a:moveTo>
                <a:cubicBezTo>
                  <a:pt x="4433615" y="675788"/>
                  <a:pt x="4422776" y="701622"/>
                  <a:pt x="4409902" y="733851"/>
                </a:cubicBezTo>
                <a:cubicBezTo>
                  <a:pt x="4397032" y="759685"/>
                  <a:pt x="4386530" y="793704"/>
                  <a:pt x="4360786" y="818003"/>
                </a:cubicBezTo>
                <a:cubicBezTo>
                  <a:pt x="4347914" y="811353"/>
                  <a:pt x="4373658" y="788844"/>
                  <a:pt x="4373658" y="769405"/>
                </a:cubicBezTo>
                <a:cubicBezTo>
                  <a:pt x="4375691" y="754825"/>
                  <a:pt x="4371288" y="758150"/>
                  <a:pt x="4380094" y="746896"/>
                </a:cubicBezTo>
                <a:cubicBezTo>
                  <a:pt x="4380094" y="743571"/>
                  <a:pt x="4373658" y="727456"/>
                  <a:pt x="4367223" y="742036"/>
                </a:cubicBezTo>
                <a:cubicBezTo>
                  <a:pt x="4362819" y="725921"/>
                  <a:pt x="4392967" y="708016"/>
                  <a:pt x="4380094" y="693437"/>
                </a:cubicBezTo>
                <a:cubicBezTo>
                  <a:pt x="4392967" y="698297"/>
                  <a:pt x="4392967" y="694971"/>
                  <a:pt x="4403467" y="699831"/>
                </a:cubicBezTo>
                <a:cubicBezTo>
                  <a:pt x="4403467" y="699831"/>
                  <a:pt x="4403467" y="699831"/>
                  <a:pt x="4405838" y="690112"/>
                </a:cubicBezTo>
                <a:cubicBezTo>
                  <a:pt x="4407871" y="687042"/>
                  <a:pt x="4399402" y="687042"/>
                  <a:pt x="4392967" y="685507"/>
                </a:cubicBezTo>
                <a:cubicBezTo>
                  <a:pt x="4422776" y="683717"/>
                  <a:pt x="4416339" y="661208"/>
                  <a:pt x="4429211" y="653023"/>
                </a:cubicBezTo>
                <a:close/>
                <a:moveTo>
                  <a:pt x="4503252" y="650026"/>
                </a:moveTo>
                <a:cubicBezTo>
                  <a:pt x="4527070" y="651811"/>
                  <a:pt x="4501212" y="663033"/>
                  <a:pt x="4499170" y="666349"/>
                </a:cubicBezTo>
                <a:cubicBezTo>
                  <a:pt x="4490324" y="664564"/>
                  <a:pt x="4496788" y="648496"/>
                  <a:pt x="4503252" y="650026"/>
                </a:cubicBezTo>
                <a:close/>
                <a:moveTo>
                  <a:pt x="4114522" y="649628"/>
                </a:moveTo>
                <a:cubicBezTo>
                  <a:pt x="4131005" y="654590"/>
                  <a:pt x="4110237" y="657986"/>
                  <a:pt x="4120786" y="661381"/>
                </a:cubicBezTo>
                <a:cubicBezTo>
                  <a:pt x="4118478" y="662948"/>
                  <a:pt x="4116500" y="661381"/>
                  <a:pt x="4116500" y="661381"/>
                </a:cubicBezTo>
                <a:cubicBezTo>
                  <a:pt x="4108260" y="659553"/>
                  <a:pt x="4106282" y="661381"/>
                  <a:pt x="4095732" y="659553"/>
                </a:cubicBezTo>
                <a:cubicBezTo>
                  <a:pt x="4100018" y="654590"/>
                  <a:pt x="4112215" y="656419"/>
                  <a:pt x="4114522" y="649628"/>
                </a:cubicBezTo>
                <a:close/>
                <a:moveTo>
                  <a:pt x="4867466" y="643537"/>
                </a:moveTo>
                <a:lnTo>
                  <a:pt x="4866784" y="643866"/>
                </a:lnTo>
                <a:lnTo>
                  <a:pt x="4867386" y="644141"/>
                </a:lnTo>
                <a:close/>
                <a:moveTo>
                  <a:pt x="4890678" y="635580"/>
                </a:moveTo>
                <a:lnTo>
                  <a:pt x="4898074" y="642458"/>
                </a:lnTo>
                <a:lnTo>
                  <a:pt x="4899266" y="641626"/>
                </a:lnTo>
                <a:cubicBezTo>
                  <a:pt x="4903341" y="643156"/>
                  <a:pt x="4909794" y="646472"/>
                  <a:pt x="4907756" y="651318"/>
                </a:cubicBezTo>
                <a:lnTo>
                  <a:pt x="4901222" y="651820"/>
                </a:lnTo>
                <a:lnTo>
                  <a:pt x="4901442" y="653290"/>
                </a:lnTo>
                <a:cubicBezTo>
                  <a:pt x="4903461" y="651750"/>
                  <a:pt x="4905816" y="653290"/>
                  <a:pt x="4909852" y="651750"/>
                </a:cubicBezTo>
                <a:cubicBezTo>
                  <a:pt x="4916244" y="646873"/>
                  <a:pt x="4901442" y="638660"/>
                  <a:pt x="4914226" y="638660"/>
                </a:cubicBezTo>
                <a:cubicBezTo>
                  <a:pt x="4920617" y="649953"/>
                  <a:pt x="4907834" y="661503"/>
                  <a:pt x="4916244" y="672797"/>
                </a:cubicBezTo>
                <a:cubicBezTo>
                  <a:pt x="4920617" y="674337"/>
                  <a:pt x="4927008" y="666380"/>
                  <a:pt x="4931382" y="669460"/>
                </a:cubicBezTo>
                <a:cubicBezTo>
                  <a:pt x="4922636" y="674337"/>
                  <a:pt x="4933400" y="677674"/>
                  <a:pt x="4920617" y="682550"/>
                </a:cubicBezTo>
                <a:cubicBezTo>
                  <a:pt x="4916244" y="681010"/>
                  <a:pt x="4914226" y="677674"/>
                  <a:pt x="4909852" y="679213"/>
                </a:cubicBezTo>
                <a:cubicBezTo>
                  <a:pt x="4909852" y="685887"/>
                  <a:pt x="4916244" y="702057"/>
                  <a:pt x="4927008" y="697180"/>
                </a:cubicBezTo>
                <a:cubicBezTo>
                  <a:pt x="4916244" y="702057"/>
                  <a:pt x="4922636" y="705137"/>
                  <a:pt x="4911871" y="710014"/>
                </a:cubicBezTo>
                <a:cubicBezTo>
                  <a:pt x="4901442" y="705137"/>
                  <a:pt x="4922636" y="698720"/>
                  <a:pt x="4909852" y="693844"/>
                </a:cubicBezTo>
                <a:cubicBezTo>
                  <a:pt x="4899424" y="703597"/>
                  <a:pt x="4903461" y="706934"/>
                  <a:pt x="4884286" y="714891"/>
                </a:cubicBezTo>
                <a:cubicBezTo>
                  <a:pt x="4886641" y="718227"/>
                  <a:pt x="4888660" y="719767"/>
                  <a:pt x="4888660" y="721564"/>
                </a:cubicBezTo>
                <a:cubicBezTo>
                  <a:pt x="4897070" y="721564"/>
                  <a:pt x="4893032" y="719767"/>
                  <a:pt x="4899424" y="714891"/>
                </a:cubicBezTo>
                <a:cubicBezTo>
                  <a:pt x="4903461" y="718227"/>
                  <a:pt x="4907834" y="718227"/>
                  <a:pt x="4911871" y="716687"/>
                </a:cubicBezTo>
                <a:cubicBezTo>
                  <a:pt x="4922636" y="721564"/>
                  <a:pt x="4914226" y="727981"/>
                  <a:pt x="4920617" y="732857"/>
                </a:cubicBezTo>
                <a:cubicBezTo>
                  <a:pt x="4935418" y="729520"/>
                  <a:pt x="4922636" y="716687"/>
                  <a:pt x="4935418" y="724643"/>
                </a:cubicBezTo>
                <a:cubicBezTo>
                  <a:pt x="4933400" y="732857"/>
                  <a:pt x="4931382" y="750567"/>
                  <a:pt x="4922636" y="753904"/>
                </a:cubicBezTo>
                <a:cubicBezTo>
                  <a:pt x="4927008" y="750567"/>
                  <a:pt x="4920617" y="745691"/>
                  <a:pt x="4914226" y="742610"/>
                </a:cubicBezTo>
                <a:cubicBezTo>
                  <a:pt x="4899424" y="755444"/>
                  <a:pt x="4914226" y="773411"/>
                  <a:pt x="4901442" y="779827"/>
                </a:cubicBezTo>
                <a:cubicBezTo>
                  <a:pt x="4905816" y="783164"/>
                  <a:pt x="4909852" y="781367"/>
                  <a:pt x="4914226" y="778288"/>
                </a:cubicBezTo>
                <a:cubicBezTo>
                  <a:pt x="4924990" y="783164"/>
                  <a:pt x="4922636" y="788041"/>
                  <a:pt x="4922636" y="794457"/>
                </a:cubicBezTo>
                <a:cubicBezTo>
                  <a:pt x="4899424" y="805751"/>
                  <a:pt x="4907834" y="823718"/>
                  <a:pt x="4911871" y="842968"/>
                </a:cubicBezTo>
                <a:cubicBezTo>
                  <a:pt x="4907834" y="839888"/>
                  <a:pt x="4911871" y="830134"/>
                  <a:pt x="4901442" y="833214"/>
                </a:cubicBezTo>
                <a:cubicBezTo>
                  <a:pt x="4888660" y="839888"/>
                  <a:pt x="4907834" y="848101"/>
                  <a:pt x="4903461" y="854518"/>
                </a:cubicBezTo>
                <a:cubicBezTo>
                  <a:pt x="4897070" y="854518"/>
                  <a:pt x="4893032" y="848101"/>
                  <a:pt x="4886641" y="854518"/>
                </a:cubicBezTo>
                <a:cubicBezTo>
                  <a:pt x="4886641" y="854518"/>
                  <a:pt x="4886641" y="854518"/>
                  <a:pt x="4897070" y="860935"/>
                </a:cubicBezTo>
                <a:cubicBezTo>
                  <a:pt x="4877894" y="870688"/>
                  <a:pt x="4909852" y="881981"/>
                  <a:pt x="4905816" y="893275"/>
                </a:cubicBezTo>
                <a:cubicBezTo>
                  <a:pt x="4896228" y="897381"/>
                  <a:pt x="4893032" y="904311"/>
                  <a:pt x="4894336" y="910214"/>
                </a:cubicBezTo>
                <a:lnTo>
                  <a:pt x="4896578" y="913561"/>
                </a:lnTo>
                <a:lnTo>
                  <a:pt x="4907137" y="914089"/>
                </a:lnTo>
                <a:lnTo>
                  <a:pt x="4906951" y="913616"/>
                </a:lnTo>
                <a:cubicBezTo>
                  <a:pt x="4905648" y="911177"/>
                  <a:pt x="4905648" y="909573"/>
                  <a:pt x="4911871" y="911241"/>
                </a:cubicBezTo>
                <a:cubicBezTo>
                  <a:pt x="4905816" y="917658"/>
                  <a:pt x="4922636" y="907904"/>
                  <a:pt x="4924990" y="912781"/>
                </a:cubicBezTo>
                <a:lnTo>
                  <a:pt x="4918652" y="918126"/>
                </a:lnTo>
                <a:lnTo>
                  <a:pt x="4920176" y="920051"/>
                </a:lnTo>
                <a:lnTo>
                  <a:pt x="4916298" y="920112"/>
                </a:lnTo>
                <a:lnTo>
                  <a:pt x="4905816" y="928951"/>
                </a:lnTo>
                <a:cubicBezTo>
                  <a:pt x="4899424" y="924973"/>
                  <a:pt x="4896733" y="923369"/>
                  <a:pt x="4895093" y="921540"/>
                </a:cubicBezTo>
                <a:lnTo>
                  <a:pt x="4893879" y="919131"/>
                </a:lnTo>
                <a:lnTo>
                  <a:pt x="4891110" y="918478"/>
                </a:lnTo>
                <a:lnTo>
                  <a:pt x="4889370" y="915594"/>
                </a:lnTo>
                <a:lnTo>
                  <a:pt x="4880081" y="935561"/>
                </a:lnTo>
                <a:cubicBezTo>
                  <a:pt x="4879576" y="942876"/>
                  <a:pt x="4882268" y="949356"/>
                  <a:pt x="4888660" y="953335"/>
                </a:cubicBezTo>
                <a:cubicBezTo>
                  <a:pt x="4882268" y="949998"/>
                  <a:pt x="4873858" y="961548"/>
                  <a:pt x="4871840" y="963088"/>
                </a:cubicBezTo>
                <a:cubicBezTo>
                  <a:pt x="4890678" y="966425"/>
                  <a:pt x="4865448" y="977718"/>
                  <a:pt x="4869484" y="984135"/>
                </a:cubicBezTo>
                <a:cubicBezTo>
                  <a:pt x="4873858" y="985932"/>
                  <a:pt x="4888660" y="993888"/>
                  <a:pt x="4884286" y="997225"/>
                </a:cubicBezTo>
                <a:cubicBezTo>
                  <a:pt x="4875876" y="995429"/>
                  <a:pt x="4869484" y="993888"/>
                  <a:pt x="4861074" y="997225"/>
                </a:cubicBezTo>
                <a:cubicBezTo>
                  <a:pt x="4873858" y="1008518"/>
                  <a:pt x="4843918" y="1008518"/>
                  <a:pt x="4859056" y="1019812"/>
                </a:cubicBezTo>
                <a:cubicBezTo>
                  <a:pt x="4861074" y="1013395"/>
                  <a:pt x="4865448" y="1018272"/>
                  <a:pt x="4871840" y="1019812"/>
                </a:cubicBezTo>
                <a:cubicBezTo>
                  <a:pt x="4867466" y="1028025"/>
                  <a:pt x="4867466" y="1044195"/>
                  <a:pt x="4854683" y="1032902"/>
                </a:cubicBezTo>
                <a:cubicBezTo>
                  <a:pt x="4861074" y="1044195"/>
                  <a:pt x="4865448" y="1062162"/>
                  <a:pt x="4850310" y="1074995"/>
                </a:cubicBezTo>
                <a:cubicBezTo>
                  <a:pt x="4850310" y="1074995"/>
                  <a:pt x="4850310" y="1074995"/>
                  <a:pt x="4859056" y="1081412"/>
                </a:cubicBezTo>
                <a:cubicBezTo>
                  <a:pt x="4848290" y="1089626"/>
                  <a:pt x="4848290" y="1074995"/>
                  <a:pt x="4841899" y="1078332"/>
                </a:cubicBezTo>
                <a:cubicBezTo>
                  <a:pt x="4839880" y="1091166"/>
                  <a:pt x="4850310" y="1099379"/>
                  <a:pt x="4841899" y="1114009"/>
                </a:cubicBezTo>
                <a:cubicBezTo>
                  <a:pt x="4852664" y="1110672"/>
                  <a:pt x="4841899" y="1105795"/>
                  <a:pt x="4852664" y="1102716"/>
                </a:cubicBezTo>
                <a:cubicBezTo>
                  <a:pt x="4846272" y="1110672"/>
                  <a:pt x="4854683" y="1128639"/>
                  <a:pt x="4839880" y="1130179"/>
                </a:cubicBezTo>
                <a:cubicBezTo>
                  <a:pt x="4843918" y="1128639"/>
                  <a:pt x="4843918" y="1117089"/>
                  <a:pt x="4839880" y="1120426"/>
                </a:cubicBezTo>
                <a:cubicBezTo>
                  <a:pt x="4835508" y="1126842"/>
                  <a:pt x="4827098" y="1133516"/>
                  <a:pt x="4835508" y="1143012"/>
                </a:cubicBezTo>
                <a:cubicBezTo>
                  <a:pt x="4839880" y="1138135"/>
                  <a:pt x="4839880" y="1131719"/>
                  <a:pt x="4848290" y="1138135"/>
                </a:cubicBezTo>
                <a:cubicBezTo>
                  <a:pt x="4841899" y="1143012"/>
                  <a:pt x="4846272" y="1151226"/>
                  <a:pt x="4833489" y="1146349"/>
                </a:cubicBezTo>
                <a:cubicBezTo>
                  <a:pt x="4850310" y="1151226"/>
                  <a:pt x="4837526" y="1154562"/>
                  <a:pt x="4839880" y="1162519"/>
                </a:cubicBezTo>
                <a:cubicBezTo>
                  <a:pt x="4844086" y="1160979"/>
                  <a:pt x="4846692" y="1158990"/>
                  <a:pt x="4849594" y="1156969"/>
                </a:cubicBezTo>
                <a:lnTo>
                  <a:pt x="4855662" y="1153934"/>
                </a:lnTo>
                <a:lnTo>
                  <a:pt x="4857354" y="1149867"/>
                </a:lnTo>
                <a:lnTo>
                  <a:pt x="4859454" y="1147858"/>
                </a:lnTo>
                <a:lnTo>
                  <a:pt x="4858636" y="1146156"/>
                </a:lnTo>
                <a:cubicBezTo>
                  <a:pt x="4858888" y="1144360"/>
                  <a:pt x="4858888" y="1142371"/>
                  <a:pt x="4854683" y="1139932"/>
                </a:cubicBezTo>
                <a:cubicBezTo>
                  <a:pt x="4893032" y="1133516"/>
                  <a:pt x="4859056" y="1102716"/>
                  <a:pt x="4893032" y="1089626"/>
                </a:cubicBezTo>
                <a:cubicBezTo>
                  <a:pt x="4884286" y="1078332"/>
                  <a:pt x="4909852" y="1070119"/>
                  <a:pt x="4897070" y="1058826"/>
                </a:cubicBezTo>
                <a:cubicBezTo>
                  <a:pt x="4907834" y="1042655"/>
                  <a:pt x="4918262" y="1024688"/>
                  <a:pt x="4918262" y="1006979"/>
                </a:cubicBezTo>
                <a:cubicBezTo>
                  <a:pt x="4924990" y="1008518"/>
                  <a:pt x="4931382" y="1003641"/>
                  <a:pt x="4937437" y="1006979"/>
                </a:cubicBezTo>
                <a:cubicBezTo>
                  <a:pt x="4937437" y="1002101"/>
                  <a:pt x="4946184" y="998765"/>
                  <a:pt x="4939792" y="993888"/>
                </a:cubicBezTo>
                <a:cubicBezTo>
                  <a:pt x="4950220" y="987472"/>
                  <a:pt x="4958966" y="989012"/>
                  <a:pt x="4967376" y="987472"/>
                </a:cubicBezTo>
                <a:cubicBezTo>
                  <a:pt x="4960985" y="982595"/>
                  <a:pt x="4956612" y="977718"/>
                  <a:pt x="4950220" y="976178"/>
                </a:cubicBezTo>
                <a:cubicBezTo>
                  <a:pt x="4952575" y="966425"/>
                  <a:pt x="4965358" y="963088"/>
                  <a:pt x="4969395" y="961548"/>
                </a:cubicBezTo>
                <a:cubicBezTo>
                  <a:pt x="4960985" y="956672"/>
                  <a:pt x="4956612" y="956672"/>
                  <a:pt x="4960985" y="949998"/>
                </a:cubicBezTo>
                <a:cubicBezTo>
                  <a:pt x="4973768" y="951794"/>
                  <a:pt x="4969395" y="963088"/>
                  <a:pt x="4982178" y="959751"/>
                </a:cubicBezTo>
                <a:cubicBezTo>
                  <a:pt x="4980160" y="953335"/>
                  <a:pt x="4973768" y="942041"/>
                  <a:pt x="4990588" y="943582"/>
                </a:cubicBezTo>
                <a:cubicBezTo>
                  <a:pt x="4986552" y="938705"/>
                  <a:pt x="4988570" y="935625"/>
                  <a:pt x="4986552" y="930748"/>
                </a:cubicBezTo>
                <a:cubicBezTo>
                  <a:pt x="4977805" y="932288"/>
                  <a:pt x="4971414" y="932288"/>
                  <a:pt x="4965358" y="924075"/>
                </a:cubicBezTo>
                <a:cubicBezTo>
                  <a:pt x="4973768" y="919454"/>
                  <a:pt x="4969395" y="928951"/>
                  <a:pt x="4982178" y="924075"/>
                </a:cubicBezTo>
                <a:cubicBezTo>
                  <a:pt x="4973768" y="912781"/>
                  <a:pt x="4990588" y="907904"/>
                  <a:pt x="4990588" y="895071"/>
                </a:cubicBezTo>
                <a:cubicBezTo>
                  <a:pt x="5001353" y="903028"/>
                  <a:pt x="4999334" y="906365"/>
                  <a:pt x="5012118" y="904825"/>
                </a:cubicBezTo>
                <a:cubicBezTo>
                  <a:pt x="5005726" y="907904"/>
                  <a:pt x="5018509" y="911241"/>
                  <a:pt x="5020528" y="914578"/>
                </a:cubicBezTo>
                <a:cubicBezTo>
                  <a:pt x="5014136" y="920994"/>
                  <a:pt x="5016154" y="927411"/>
                  <a:pt x="5014136" y="933828"/>
                </a:cubicBezTo>
                <a:cubicBezTo>
                  <a:pt x="5005726" y="930748"/>
                  <a:pt x="5014136" y="920994"/>
                  <a:pt x="5003371" y="924075"/>
                </a:cubicBezTo>
                <a:cubicBezTo>
                  <a:pt x="5014136" y="932288"/>
                  <a:pt x="4986552" y="940501"/>
                  <a:pt x="5007744" y="943582"/>
                </a:cubicBezTo>
                <a:cubicBezTo>
                  <a:pt x="4990588" y="954875"/>
                  <a:pt x="4986552" y="963088"/>
                  <a:pt x="4977805" y="976178"/>
                </a:cubicBezTo>
                <a:lnTo>
                  <a:pt x="4981148" y="978171"/>
                </a:lnTo>
                <a:lnTo>
                  <a:pt x="4986926" y="970826"/>
                </a:lnTo>
                <a:cubicBezTo>
                  <a:pt x="4991708" y="969223"/>
                  <a:pt x="4998670" y="968405"/>
                  <a:pt x="5006220" y="967651"/>
                </a:cubicBezTo>
                <a:lnTo>
                  <a:pt x="4981497" y="978379"/>
                </a:lnTo>
                <a:lnTo>
                  <a:pt x="4988570" y="982595"/>
                </a:lnTo>
                <a:cubicBezTo>
                  <a:pt x="4986552" y="984135"/>
                  <a:pt x="4982178" y="987472"/>
                  <a:pt x="4988570" y="989012"/>
                </a:cubicBezTo>
                <a:cubicBezTo>
                  <a:pt x="4980160" y="998765"/>
                  <a:pt x="4977805" y="984135"/>
                  <a:pt x="4971414" y="989012"/>
                </a:cubicBezTo>
                <a:cubicBezTo>
                  <a:pt x="4965358" y="995429"/>
                  <a:pt x="4971414" y="1002101"/>
                  <a:pt x="4982178" y="1002101"/>
                </a:cubicBezTo>
                <a:cubicBezTo>
                  <a:pt x="4975786" y="1006979"/>
                  <a:pt x="4971414" y="1002101"/>
                  <a:pt x="4965358" y="1006979"/>
                </a:cubicBezTo>
                <a:cubicBezTo>
                  <a:pt x="4960985" y="1018272"/>
                  <a:pt x="4975786" y="1023148"/>
                  <a:pt x="4952575" y="1032902"/>
                </a:cubicBezTo>
                <a:cubicBezTo>
                  <a:pt x="4956612" y="1037779"/>
                  <a:pt x="4963004" y="1032902"/>
                  <a:pt x="4965358" y="1037779"/>
                </a:cubicBezTo>
                <a:cubicBezTo>
                  <a:pt x="4958966" y="1047532"/>
                  <a:pt x="4956612" y="1049072"/>
                  <a:pt x="4969395" y="1045735"/>
                </a:cubicBezTo>
                <a:cubicBezTo>
                  <a:pt x="4969395" y="1050612"/>
                  <a:pt x="4958966" y="1055488"/>
                  <a:pt x="4956612" y="1060365"/>
                </a:cubicBezTo>
                <a:cubicBezTo>
                  <a:pt x="4967376" y="1079872"/>
                  <a:pt x="4937437" y="1094502"/>
                  <a:pt x="4933400" y="1107592"/>
                </a:cubicBezTo>
                <a:cubicBezTo>
                  <a:pt x="4939792" y="1115549"/>
                  <a:pt x="4946184" y="1126842"/>
                  <a:pt x="4958966" y="1121966"/>
                </a:cubicBezTo>
                <a:cubicBezTo>
                  <a:pt x="4954594" y="1117089"/>
                  <a:pt x="4948202" y="1118885"/>
                  <a:pt x="4950220" y="1112212"/>
                </a:cubicBezTo>
                <a:cubicBezTo>
                  <a:pt x="4956612" y="1105795"/>
                  <a:pt x="4958966" y="1117089"/>
                  <a:pt x="4965358" y="1110672"/>
                </a:cubicBezTo>
                <a:cubicBezTo>
                  <a:pt x="4977805" y="1084749"/>
                  <a:pt x="4986552" y="1058826"/>
                  <a:pt x="5007744" y="1032902"/>
                </a:cubicBezTo>
                <a:cubicBezTo>
                  <a:pt x="5018509" y="1039319"/>
                  <a:pt x="5005726" y="1044195"/>
                  <a:pt x="5009763" y="1049072"/>
                </a:cubicBezTo>
                <a:cubicBezTo>
                  <a:pt x="5020528" y="1052409"/>
                  <a:pt x="5020528" y="1042655"/>
                  <a:pt x="5028938" y="1049072"/>
                </a:cubicBezTo>
                <a:cubicBezTo>
                  <a:pt x="5024900" y="1052409"/>
                  <a:pt x="5020528" y="1052409"/>
                  <a:pt x="5016154" y="1052409"/>
                </a:cubicBezTo>
                <a:cubicBezTo>
                  <a:pt x="5022546" y="1063702"/>
                  <a:pt x="5028938" y="1065242"/>
                  <a:pt x="5026919" y="1074995"/>
                </a:cubicBezTo>
                <a:cubicBezTo>
                  <a:pt x="5024900" y="1063702"/>
                  <a:pt x="5016154" y="1071659"/>
                  <a:pt x="5007744" y="1065242"/>
                </a:cubicBezTo>
                <a:cubicBezTo>
                  <a:pt x="5012118" y="1063702"/>
                  <a:pt x="5020528" y="1060365"/>
                  <a:pt x="5018509" y="1057286"/>
                </a:cubicBezTo>
                <a:cubicBezTo>
                  <a:pt x="5012118" y="1057286"/>
                  <a:pt x="5005726" y="1050612"/>
                  <a:pt x="4996980" y="1055488"/>
                </a:cubicBezTo>
                <a:cubicBezTo>
                  <a:pt x="5018509" y="1057286"/>
                  <a:pt x="4994961" y="1063702"/>
                  <a:pt x="5003371" y="1073455"/>
                </a:cubicBezTo>
                <a:cubicBezTo>
                  <a:pt x="5012118" y="1068579"/>
                  <a:pt x="5016154" y="1081412"/>
                  <a:pt x="5018509" y="1084749"/>
                </a:cubicBezTo>
                <a:cubicBezTo>
                  <a:pt x="5005726" y="1099379"/>
                  <a:pt x="5009763" y="1141473"/>
                  <a:pt x="4988570" y="1149685"/>
                </a:cubicBezTo>
                <a:cubicBezTo>
                  <a:pt x="4992943" y="1152766"/>
                  <a:pt x="5001353" y="1146349"/>
                  <a:pt x="5005726" y="1154562"/>
                </a:cubicBezTo>
                <a:cubicBezTo>
                  <a:pt x="4982178" y="1160979"/>
                  <a:pt x="4984196" y="1164316"/>
                  <a:pt x="4975786" y="1175609"/>
                </a:cubicBezTo>
                <a:cubicBezTo>
                  <a:pt x="4975786" y="1165856"/>
                  <a:pt x="4963004" y="1165856"/>
                  <a:pt x="4971414" y="1159439"/>
                </a:cubicBezTo>
                <a:cubicBezTo>
                  <a:pt x="4973768" y="1162519"/>
                  <a:pt x="4975786" y="1164316"/>
                  <a:pt x="4982178" y="1160979"/>
                </a:cubicBezTo>
                <a:cubicBezTo>
                  <a:pt x="4977805" y="1157642"/>
                  <a:pt x="4977805" y="1147889"/>
                  <a:pt x="4969395" y="1146349"/>
                </a:cubicBezTo>
                <a:cubicBezTo>
                  <a:pt x="4973768" y="1154562"/>
                  <a:pt x="4948202" y="1174069"/>
                  <a:pt x="4977805" y="1182026"/>
                </a:cubicBezTo>
                <a:cubicBezTo>
                  <a:pt x="4971414" y="1188442"/>
                  <a:pt x="4973768" y="1195116"/>
                  <a:pt x="4967376" y="1201532"/>
                </a:cubicBezTo>
                <a:cubicBezTo>
                  <a:pt x="4956612" y="1195116"/>
                  <a:pt x="4965358" y="1183566"/>
                  <a:pt x="4952575" y="1186903"/>
                </a:cubicBezTo>
                <a:cubicBezTo>
                  <a:pt x="4941810" y="1191779"/>
                  <a:pt x="4960985" y="1203073"/>
                  <a:pt x="4950220" y="1207949"/>
                </a:cubicBezTo>
                <a:cubicBezTo>
                  <a:pt x="4975786" y="1207949"/>
                  <a:pt x="4948202" y="1232332"/>
                  <a:pt x="4960985" y="1237210"/>
                </a:cubicBezTo>
                <a:cubicBezTo>
                  <a:pt x="4952575" y="1237210"/>
                  <a:pt x="4956612" y="1233873"/>
                  <a:pt x="4950220" y="1232332"/>
                </a:cubicBezTo>
                <a:cubicBezTo>
                  <a:pt x="4943828" y="1237210"/>
                  <a:pt x="4937437" y="1245423"/>
                  <a:pt x="4948202" y="1246963"/>
                </a:cubicBezTo>
                <a:cubicBezTo>
                  <a:pt x="4933400" y="1251839"/>
                  <a:pt x="4946184" y="1256716"/>
                  <a:pt x="4931382" y="1256716"/>
                </a:cubicBezTo>
                <a:cubicBezTo>
                  <a:pt x="4929027" y="1264673"/>
                  <a:pt x="4931382" y="1272886"/>
                  <a:pt x="4941810" y="1274426"/>
                </a:cubicBezTo>
                <a:cubicBezTo>
                  <a:pt x="4941810" y="1284179"/>
                  <a:pt x="4927008" y="1271346"/>
                  <a:pt x="4927008" y="1279303"/>
                </a:cubicBezTo>
                <a:cubicBezTo>
                  <a:pt x="4935418" y="1281100"/>
                  <a:pt x="4941810" y="1285977"/>
                  <a:pt x="4929027" y="1295729"/>
                </a:cubicBezTo>
                <a:cubicBezTo>
                  <a:pt x="4924990" y="1297270"/>
                  <a:pt x="4922636" y="1290853"/>
                  <a:pt x="4918262" y="1290853"/>
                </a:cubicBezTo>
                <a:cubicBezTo>
                  <a:pt x="4914226" y="1298810"/>
                  <a:pt x="4922636" y="1295729"/>
                  <a:pt x="4927008" y="1298810"/>
                </a:cubicBezTo>
                <a:cubicBezTo>
                  <a:pt x="4920617" y="1300350"/>
                  <a:pt x="4922636" y="1303686"/>
                  <a:pt x="4916244" y="1305226"/>
                </a:cubicBezTo>
                <a:cubicBezTo>
                  <a:pt x="4903461" y="1305226"/>
                  <a:pt x="4922636" y="1293933"/>
                  <a:pt x="4907834" y="1293933"/>
                </a:cubicBezTo>
                <a:cubicBezTo>
                  <a:pt x="4897070" y="1302146"/>
                  <a:pt x="4901442" y="1314980"/>
                  <a:pt x="4918262" y="1316777"/>
                </a:cubicBezTo>
                <a:cubicBezTo>
                  <a:pt x="4901442" y="1318317"/>
                  <a:pt x="4884286" y="1326273"/>
                  <a:pt x="4903461" y="1331150"/>
                </a:cubicBezTo>
                <a:cubicBezTo>
                  <a:pt x="4899424" y="1337824"/>
                  <a:pt x="4897070" y="1332946"/>
                  <a:pt x="4888660" y="1332946"/>
                </a:cubicBezTo>
                <a:cubicBezTo>
                  <a:pt x="4884286" y="1357330"/>
                  <a:pt x="4867466" y="1363747"/>
                  <a:pt x="4865448" y="1388130"/>
                </a:cubicBezTo>
                <a:cubicBezTo>
                  <a:pt x="4854683" y="1393007"/>
                  <a:pt x="4852664" y="1386333"/>
                  <a:pt x="4846272" y="1388130"/>
                </a:cubicBezTo>
                <a:cubicBezTo>
                  <a:pt x="4843918" y="1400964"/>
                  <a:pt x="4854683" y="1412514"/>
                  <a:pt x="4835508" y="1412514"/>
                </a:cubicBezTo>
                <a:cubicBezTo>
                  <a:pt x="4839880" y="1422010"/>
                  <a:pt x="4827098" y="1425347"/>
                  <a:pt x="4833489" y="1430223"/>
                </a:cubicBezTo>
                <a:cubicBezTo>
                  <a:pt x="4831134" y="1428683"/>
                  <a:pt x="4827098" y="1430223"/>
                  <a:pt x="4822724" y="1430223"/>
                </a:cubicBezTo>
                <a:cubicBezTo>
                  <a:pt x="4827098" y="1436640"/>
                  <a:pt x="4822724" y="1469237"/>
                  <a:pt x="4803550" y="1461023"/>
                </a:cubicBezTo>
                <a:lnTo>
                  <a:pt x="4805683" y="1476771"/>
                </a:lnTo>
                <a:lnTo>
                  <a:pt x="4806162" y="1477025"/>
                </a:lnTo>
                <a:lnTo>
                  <a:pt x="4805836" y="1477898"/>
                </a:lnTo>
                <a:lnTo>
                  <a:pt x="4805988" y="1479022"/>
                </a:lnTo>
                <a:cubicBezTo>
                  <a:pt x="4806241" y="1484894"/>
                  <a:pt x="4806746" y="1490155"/>
                  <a:pt x="4809941" y="1493364"/>
                </a:cubicBezTo>
                <a:cubicBezTo>
                  <a:pt x="4782356" y="1495161"/>
                  <a:pt x="4775965" y="1537254"/>
                  <a:pt x="4763181" y="1519287"/>
                </a:cubicBezTo>
                <a:cubicBezTo>
                  <a:pt x="4750398" y="1524421"/>
                  <a:pt x="4771927" y="1532377"/>
                  <a:pt x="4752752" y="1533917"/>
                </a:cubicBezTo>
                <a:cubicBezTo>
                  <a:pt x="4741988" y="1535714"/>
                  <a:pt x="4765536" y="1524421"/>
                  <a:pt x="4750398" y="1524421"/>
                </a:cubicBezTo>
                <a:cubicBezTo>
                  <a:pt x="4739970" y="1529297"/>
                  <a:pt x="4724832" y="1542131"/>
                  <a:pt x="4744006" y="1548548"/>
                </a:cubicBezTo>
                <a:cubicBezTo>
                  <a:pt x="4744006" y="1543671"/>
                  <a:pt x="4754771" y="1533917"/>
                  <a:pt x="4758808" y="1538794"/>
                </a:cubicBezTo>
                <a:cubicBezTo>
                  <a:pt x="4746361" y="1548548"/>
                  <a:pt x="4735596" y="1563177"/>
                  <a:pt x="4718776" y="1564717"/>
                </a:cubicBezTo>
                <a:cubicBezTo>
                  <a:pt x="4716422" y="1572931"/>
                  <a:pt x="4729204" y="1564717"/>
                  <a:pt x="4727186" y="1574471"/>
                </a:cubicBezTo>
                <a:cubicBezTo>
                  <a:pt x="4710030" y="1576268"/>
                  <a:pt x="4720794" y="1581144"/>
                  <a:pt x="4712384" y="1586021"/>
                </a:cubicBezTo>
                <a:lnTo>
                  <a:pt x="4724621" y="1586021"/>
                </a:lnTo>
                <a:lnTo>
                  <a:pt x="4723140" y="1585172"/>
                </a:lnTo>
                <a:cubicBezTo>
                  <a:pt x="4719488" y="1579679"/>
                  <a:pt x="4732532" y="1575159"/>
                  <a:pt x="4737298" y="1571505"/>
                </a:cubicBezTo>
                <a:lnTo>
                  <a:pt x="4744879" y="1574187"/>
                </a:lnTo>
                <a:lnTo>
                  <a:pt x="4749269" y="1573156"/>
                </a:lnTo>
                <a:lnTo>
                  <a:pt x="4760714" y="1568171"/>
                </a:lnTo>
                <a:cubicBezTo>
                  <a:pt x="4743655" y="1561761"/>
                  <a:pt x="4756365" y="1576377"/>
                  <a:pt x="4739640" y="1568171"/>
                </a:cubicBezTo>
                <a:cubicBezTo>
                  <a:pt x="4745996" y="1563300"/>
                  <a:pt x="4752352" y="1558428"/>
                  <a:pt x="4769076" y="1561761"/>
                </a:cubicBezTo>
                <a:cubicBezTo>
                  <a:pt x="4777773" y="1568171"/>
                  <a:pt x="4752352" y="1573043"/>
                  <a:pt x="4773424" y="1581249"/>
                </a:cubicBezTo>
                <a:cubicBezTo>
                  <a:pt x="4769244" y="1580352"/>
                  <a:pt x="4759710" y="1580352"/>
                  <a:pt x="4752016" y="1579743"/>
                </a:cubicBezTo>
                <a:lnTo>
                  <a:pt x="4748382" y="1579131"/>
                </a:lnTo>
                <a:lnTo>
                  <a:pt x="4741988" y="1587561"/>
                </a:lnTo>
                <a:lnTo>
                  <a:pt x="4733147" y="1588754"/>
                </a:lnTo>
                <a:lnTo>
                  <a:pt x="4733286" y="1590993"/>
                </a:lnTo>
                <a:lnTo>
                  <a:pt x="4729704" y="1588938"/>
                </a:lnTo>
                <a:lnTo>
                  <a:pt x="4721342" y="1588363"/>
                </a:lnTo>
                <a:cubicBezTo>
                  <a:pt x="4715496" y="1587946"/>
                  <a:pt x="4711207" y="1588331"/>
                  <a:pt x="4710030" y="1593978"/>
                </a:cubicBezTo>
                <a:cubicBezTo>
                  <a:pt x="4710030" y="1598085"/>
                  <a:pt x="4712216" y="1599753"/>
                  <a:pt x="4714656" y="1601389"/>
                </a:cubicBezTo>
                <a:lnTo>
                  <a:pt x="4716814" y="1603927"/>
                </a:lnTo>
                <a:lnTo>
                  <a:pt x="4718874" y="1601714"/>
                </a:lnTo>
                <a:cubicBezTo>
                  <a:pt x="4722860" y="1598460"/>
                  <a:pt x="4727335" y="1595582"/>
                  <a:pt x="4731537" y="1593513"/>
                </a:cubicBezTo>
                <a:cubicBezTo>
                  <a:pt x="4737924" y="1595323"/>
                  <a:pt x="4744310" y="1598428"/>
                  <a:pt x="4746664" y="1596876"/>
                </a:cubicBezTo>
                <a:cubicBezTo>
                  <a:pt x="4761454" y="1603342"/>
                  <a:pt x="4748681" y="1606705"/>
                  <a:pt x="4748681" y="1608258"/>
                </a:cubicBezTo>
                <a:cubicBezTo>
                  <a:pt x="4737924" y="1609810"/>
                  <a:pt x="4733890" y="1603342"/>
                  <a:pt x="4742294" y="1601790"/>
                </a:cubicBezTo>
                <a:cubicBezTo>
                  <a:pt x="4737924" y="1601790"/>
                  <a:pt x="4735908" y="1603342"/>
                  <a:pt x="4727504" y="1600238"/>
                </a:cubicBezTo>
                <a:cubicBezTo>
                  <a:pt x="4725151" y="1604894"/>
                  <a:pt x="4731537" y="1608258"/>
                  <a:pt x="4731537" y="1611621"/>
                </a:cubicBezTo>
                <a:cubicBezTo>
                  <a:pt x="4744310" y="1606705"/>
                  <a:pt x="4755067" y="1618088"/>
                  <a:pt x="4755067" y="1624555"/>
                </a:cubicBezTo>
                <a:lnTo>
                  <a:pt x="4745308" y="1621143"/>
                </a:lnTo>
                <a:lnTo>
                  <a:pt x="4739970" y="1624778"/>
                </a:lnTo>
                <a:cubicBezTo>
                  <a:pt x="4752752" y="1621698"/>
                  <a:pt x="4746361" y="1629655"/>
                  <a:pt x="4744006" y="1632991"/>
                </a:cubicBezTo>
                <a:cubicBezTo>
                  <a:pt x="4752752" y="1624778"/>
                  <a:pt x="4763181" y="1621698"/>
                  <a:pt x="4773946" y="1624778"/>
                </a:cubicBezTo>
                <a:cubicBezTo>
                  <a:pt x="4763181" y="1621698"/>
                  <a:pt x="4763181" y="1634531"/>
                  <a:pt x="4769572" y="1632991"/>
                </a:cubicBezTo>
                <a:cubicBezTo>
                  <a:pt x="4788748" y="1624778"/>
                  <a:pt x="4782356" y="1605271"/>
                  <a:pt x="4793121" y="1595774"/>
                </a:cubicBezTo>
                <a:cubicBezTo>
                  <a:pt x="4795140" y="1602191"/>
                  <a:pt x="4793121" y="1611944"/>
                  <a:pt x="4807922" y="1607067"/>
                </a:cubicBezTo>
                <a:cubicBezTo>
                  <a:pt x="4803717" y="1601421"/>
                  <a:pt x="4801026" y="1593721"/>
                  <a:pt x="4801783" y="1587433"/>
                </a:cubicBezTo>
                <a:lnTo>
                  <a:pt x="4810415" y="1580809"/>
                </a:lnTo>
                <a:lnTo>
                  <a:pt x="4814314" y="1584224"/>
                </a:lnTo>
                <a:cubicBezTo>
                  <a:pt x="4820706" y="1576268"/>
                  <a:pt x="4831134" y="1569594"/>
                  <a:pt x="4833489" y="1558301"/>
                </a:cubicBezTo>
                <a:cubicBezTo>
                  <a:pt x="4841899" y="1556761"/>
                  <a:pt x="4848290" y="1556761"/>
                  <a:pt x="4852664" y="1558301"/>
                </a:cubicBezTo>
                <a:cubicBezTo>
                  <a:pt x="4854683" y="1548548"/>
                  <a:pt x="4850310" y="1551884"/>
                  <a:pt x="4848290" y="1542131"/>
                </a:cubicBezTo>
                <a:cubicBezTo>
                  <a:pt x="4854683" y="1542131"/>
                  <a:pt x="4854683" y="1538794"/>
                  <a:pt x="4861074" y="1537254"/>
                </a:cubicBezTo>
                <a:cubicBezTo>
                  <a:pt x="4867466" y="1537254"/>
                  <a:pt x="4865448" y="1542131"/>
                  <a:pt x="4869484" y="1540591"/>
                </a:cubicBezTo>
                <a:cubicBezTo>
                  <a:pt x="4895051" y="1525961"/>
                  <a:pt x="4888660" y="1506454"/>
                  <a:pt x="4899424" y="1488487"/>
                </a:cubicBezTo>
                <a:cubicBezTo>
                  <a:pt x="4903461" y="1493364"/>
                  <a:pt x="4909852" y="1498241"/>
                  <a:pt x="4918262" y="1500037"/>
                </a:cubicBezTo>
                <a:cubicBezTo>
                  <a:pt x="4920617" y="1493364"/>
                  <a:pt x="4931382" y="1488487"/>
                  <a:pt x="4924990" y="1478990"/>
                </a:cubicBezTo>
                <a:cubicBezTo>
                  <a:pt x="4916244" y="1482070"/>
                  <a:pt x="4920617" y="1498241"/>
                  <a:pt x="4909852" y="1488487"/>
                </a:cubicBezTo>
                <a:cubicBezTo>
                  <a:pt x="4911871" y="1478990"/>
                  <a:pt x="4924990" y="1475654"/>
                  <a:pt x="4941810" y="1469237"/>
                </a:cubicBezTo>
                <a:cubicBezTo>
                  <a:pt x="4937437" y="1456147"/>
                  <a:pt x="4929027" y="1472317"/>
                  <a:pt x="4920617" y="1465901"/>
                </a:cubicBezTo>
                <a:cubicBezTo>
                  <a:pt x="4946184" y="1449730"/>
                  <a:pt x="4946184" y="1425347"/>
                  <a:pt x="4952575" y="1407637"/>
                </a:cubicBezTo>
                <a:cubicBezTo>
                  <a:pt x="4958966" y="1414054"/>
                  <a:pt x="4948202" y="1414054"/>
                  <a:pt x="4950220" y="1418930"/>
                </a:cubicBezTo>
                <a:cubicBezTo>
                  <a:pt x="4958294" y="1415273"/>
                  <a:pt x="4960312" y="1419845"/>
                  <a:pt x="4964365" y="1420302"/>
                </a:cubicBezTo>
                <a:lnTo>
                  <a:pt x="4966192" y="1419803"/>
                </a:lnTo>
                <a:lnTo>
                  <a:pt x="4970260" y="1401208"/>
                </a:lnTo>
                <a:lnTo>
                  <a:pt x="4970294" y="1400518"/>
                </a:lnTo>
                <a:lnTo>
                  <a:pt x="4970463" y="1400279"/>
                </a:lnTo>
                <a:lnTo>
                  <a:pt x="4976440" y="1372954"/>
                </a:lnTo>
                <a:lnTo>
                  <a:pt x="4971462" y="1374828"/>
                </a:lnTo>
                <a:cubicBezTo>
                  <a:pt x="4970466" y="1372404"/>
                  <a:pt x="4972624" y="1369214"/>
                  <a:pt x="4975282" y="1365003"/>
                </a:cubicBezTo>
                <a:lnTo>
                  <a:pt x="4981226" y="1351079"/>
                </a:lnTo>
                <a:lnTo>
                  <a:pt x="4982591" y="1344836"/>
                </a:lnTo>
                <a:lnTo>
                  <a:pt x="4977943" y="1345850"/>
                </a:lnTo>
                <a:cubicBezTo>
                  <a:pt x="4977943" y="1344312"/>
                  <a:pt x="4980290" y="1344312"/>
                  <a:pt x="4982302" y="1344312"/>
                </a:cubicBezTo>
                <a:cubicBezTo>
                  <a:pt x="4986660" y="1334575"/>
                  <a:pt x="4973920" y="1326375"/>
                  <a:pt x="4988672" y="1316894"/>
                </a:cubicBezTo>
                <a:lnTo>
                  <a:pt x="4988702" y="1316898"/>
                </a:lnTo>
                <a:lnTo>
                  <a:pt x="4994760" y="1289210"/>
                </a:lnTo>
                <a:cubicBezTo>
                  <a:pt x="4994760" y="1279458"/>
                  <a:pt x="4981978" y="1269705"/>
                  <a:pt x="5007540" y="1261750"/>
                </a:cubicBezTo>
                <a:cubicBezTo>
                  <a:pt x="5017126" y="1270603"/>
                  <a:pt x="5023517" y="1280741"/>
                  <a:pt x="5027512" y="1291680"/>
                </a:cubicBezTo>
                <a:lnTo>
                  <a:pt x="5029094" y="1301520"/>
                </a:lnTo>
                <a:lnTo>
                  <a:pt x="5036822" y="1301520"/>
                </a:lnTo>
                <a:lnTo>
                  <a:pt x="5038502" y="1301520"/>
                </a:lnTo>
                <a:lnTo>
                  <a:pt x="5040050" y="1298020"/>
                </a:lnTo>
                <a:cubicBezTo>
                  <a:pt x="5041175" y="1293628"/>
                  <a:pt x="5041301" y="1289056"/>
                  <a:pt x="5039703" y="1284179"/>
                </a:cubicBezTo>
                <a:cubicBezTo>
                  <a:pt x="5041722" y="1289056"/>
                  <a:pt x="5046094" y="1289056"/>
                  <a:pt x="5052486" y="1289056"/>
                </a:cubicBezTo>
                <a:cubicBezTo>
                  <a:pt x="5056523" y="1259796"/>
                  <a:pt x="5062914" y="1264673"/>
                  <a:pt x="5082090" y="1245423"/>
                </a:cubicBezTo>
                <a:cubicBezTo>
                  <a:pt x="5084108" y="1250299"/>
                  <a:pt x="5088481" y="1253379"/>
                  <a:pt x="5094874" y="1251839"/>
                </a:cubicBezTo>
                <a:cubicBezTo>
                  <a:pt x="5084108" y="1240546"/>
                  <a:pt x="5105638" y="1246963"/>
                  <a:pt x="5101265" y="1237210"/>
                </a:cubicBezTo>
                <a:cubicBezTo>
                  <a:pt x="5096892" y="1230793"/>
                  <a:pt x="5092855" y="1227456"/>
                  <a:pt x="5088481" y="1227456"/>
                </a:cubicBezTo>
                <a:cubicBezTo>
                  <a:pt x="5094874" y="1224376"/>
                  <a:pt x="5099246" y="1221039"/>
                  <a:pt x="5099246" y="1216163"/>
                </a:cubicBezTo>
                <a:cubicBezTo>
                  <a:pt x="5094874" y="1212826"/>
                  <a:pt x="5088481" y="1219499"/>
                  <a:pt x="5086462" y="1216163"/>
                </a:cubicBezTo>
                <a:lnTo>
                  <a:pt x="5089658" y="1212789"/>
                </a:lnTo>
                <a:lnTo>
                  <a:pt x="5089288" y="1212802"/>
                </a:lnTo>
                <a:cubicBezTo>
                  <a:pt x="5084201" y="1212991"/>
                  <a:pt x="5084201" y="1212991"/>
                  <a:pt x="5084201" y="1212991"/>
                </a:cubicBezTo>
                <a:cubicBezTo>
                  <a:pt x="5082591" y="1210224"/>
                  <a:pt x="5084201" y="1208354"/>
                  <a:pt x="5087555" y="1207203"/>
                </a:cubicBezTo>
                <a:lnTo>
                  <a:pt x="5097791" y="1206111"/>
                </a:lnTo>
                <a:lnTo>
                  <a:pt x="5100418" y="1204035"/>
                </a:lnTo>
                <a:cubicBezTo>
                  <a:pt x="5101812" y="1202543"/>
                  <a:pt x="5103452" y="1200313"/>
                  <a:pt x="5105638" y="1196656"/>
                </a:cubicBezTo>
                <a:cubicBezTo>
                  <a:pt x="5099246" y="1198196"/>
                  <a:pt x="5090500" y="1204869"/>
                  <a:pt x="5088481" y="1196656"/>
                </a:cubicBezTo>
                <a:cubicBezTo>
                  <a:pt x="5114048" y="1185363"/>
                  <a:pt x="5116066" y="1151226"/>
                  <a:pt x="5137260" y="1165856"/>
                </a:cubicBezTo>
                <a:cubicBezTo>
                  <a:pt x="5148024" y="1157642"/>
                  <a:pt x="5139614" y="1146349"/>
                  <a:pt x="5146006" y="1138135"/>
                </a:cubicBezTo>
                <a:cubicBezTo>
                  <a:pt x="5148024" y="1139932"/>
                  <a:pt x="5150043" y="1144809"/>
                  <a:pt x="5154416" y="1143012"/>
                </a:cubicBezTo>
                <a:cubicBezTo>
                  <a:pt x="5150043" y="1131719"/>
                  <a:pt x="5171572" y="1135056"/>
                  <a:pt x="5169218" y="1123762"/>
                </a:cubicBezTo>
                <a:cubicBezTo>
                  <a:pt x="5158789" y="1117089"/>
                  <a:pt x="5146006" y="1121966"/>
                  <a:pt x="5137260" y="1117089"/>
                </a:cubicBezTo>
                <a:cubicBezTo>
                  <a:pt x="5154416" y="1115549"/>
                  <a:pt x="5171572" y="1097838"/>
                  <a:pt x="5152398" y="1092962"/>
                </a:cubicBezTo>
                <a:lnTo>
                  <a:pt x="5164002" y="1068247"/>
                </a:lnTo>
                <a:lnTo>
                  <a:pt x="5163904" y="1067652"/>
                </a:lnTo>
                <a:cubicBezTo>
                  <a:pt x="5163562" y="1061456"/>
                  <a:pt x="5163856" y="1054447"/>
                  <a:pt x="5164949" y="1045914"/>
                </a:cubicBezTo>
                <a:cubicBezTo>
                  <a:pt x="5166968" y="1029745"/>
                  <a:pt x="5186140" y="1018453"/>
                  <a:pt x="5192530" y="1007160"/>
                </a:cubicBezTo>
                <a:cubicBezTo>
                  <a:pt x="5194548" y="1003825"/>
                  <a:pt x="5186140" y="1000488"/>
                  <a:pt x="5188157" y="995612"/>
                </a:cubicBezTo>
                <a:cubicBezTo>
                  <a:pt x="5190260" y="992019"/>
                  <a:pt x="5193958" y="988105"/>
                  <a:pt x="5198462" y="983951"/>
                </a:cubicBezTo>
                <a:lnTo>
                  <a:pt x="5202530" y="980428"/>
                </a:lnTo>
                <a:lnTo>
                  <a:pt x="5224387" y="920994"/>
                </a:lnTo>
                <a:cubicBezTo>
                  <a:pt x="5235152" y="927411"/>
                  <a:pt x="5217996" y="932288"/>
                  <a:pt x="5224387" y="938705"/>
                </a:cubicBezTo>
                <a:cubicBezTo>
                  <a:pt x="5233133" y="938705"/>
                  <a:pt x="5226742" y="946918"/>
                  <a:pt x="5237170" y="942041"/>
                </a:cubicBezTo>
                <a:cubicBezTo>
                  <a:pt x="5235152" y="940501"/>
                  <a:pt x="5241543" y="937165"/>
                  <a:pt x="5239525" y="935625"/>
                </a:cubicBezTo>
                <a:cubicBezTo>
                  <a:pt x="5235152" y="932288"/>
                  <a:pt x="5230778" y="933828"/>
                  <a:pt x="5228760" y="928951"/>
                </a:cubicBezTo>
                <a:cubicBezTo>
                  <a:pt x="5231956" y="924973"/>
                  <a:pt x="5234647" y="924588"/>
                  <a:pt x="5237044" y="925005"/>
                </a:cubicBezTo>
                <a:lnTo>
                  <a:pt x="5240121" y="925414"/>
                </a:lnTo>
                <a:lnTo>
                  <a:pt x="5239744" y="921570"/>
                </a:lnTo>
                <a:cubicBezTo>
                  <a:pt x="5239723" y="918331"/>
                  <a:pt x="5240364" y="915187"/>
                  <a:pt x="5242734" y="912131"/>
                </a:cubicBezTo>
                <a:lnTo>
                  <a:pt x="5243013" y="911945"/>
                </a:lnTo>
                <a:lnTo>
                  <a:pt x="5237170" y="911241"/>
                </a:lnTo>
                <a:cubicBezTo>
                  <a:pt x="5226742" y="919454"/>
                  <a:pt x="5215977" y="919454"/>
                  <a:pt x="5205548" y="922535"/>
                </a:cubicBezTo>
                <a:cubicBezTo>
                  <a:pt x="5211940" y="917658"/>
                  <a:pt x="5203194" y="912781"/>
                  <a:pt x="5213958" y="907904"/>
                </a:cubicBezTo>
                <a:cubicBezTo>
                  <a:pt x="5217996" y="911241"/>
                  <a:pt x="5222368" y="919454"/>
                  <a:pt x="5228760" y="911241"/>
                </a:cubicBezTo>
                <a:cubicBezTo>
                  <a:pt x="5224387" y="898151"/>
                  <a:pt x="5254326" y="883521"/>
                  <a:pt x="5239525" y="869147"/>
                </a:cubicBezTo>
                <a:cubicBezTo>
                  <a:pt x="5249953" y="865811"/>
                  <a:pt x="5252308" y="864271"/>
                  <a:pt x="5241543" y="860935"/>
                </a:cubicBezTo>
                <a:cubicBezTo>
                  <a:pt x="5252308" y="857597"/>
                  <a:pt x="5249953" y="851181"/>
                  <a:pt x="5254326" y="846304"/>
                </a:cubicBezTo>
                <a:cubicBezTo>
                  <a:pt x="5257522" y="850411"/>
                  <a:pt x="5257522" y="854454"/>
                  <a:pt x="5257522" y="858303"/>
                </a:cubicBezTo>
                <a:lnTo>
                  <a:pt x="5260522" y="868481"/>
                </a:lnTo>
                <a:lnTo>
                  <a:pt x="5262784" y="861933"/>
                </a:lnTo>
                <a:lnTo>
                  <a:pt x="5272291" y="851637"/>
                </a:lnTo>
                <a:lnTo>
                  <a:pt x="5272408" y="850989"/>
                </a:lnTo>
                <a:cubicBezTo>
                  <a:pt x="5271903" y="844700"/>
                  <a:pt x="5269296" y="838220"/>
                  <a:pt x="5271482" y="831674"/>
                </a:cubicBezTo>
                <a:cubicBezTo>
                  <a:pt x="5286285" y="833214"/>
                  <a:pt x="5279894" y="820381"/>
                  <a:pt x="5286285" y="815504"/>
                </a:cubicBezTo>
                <a:cubicBezTo>
                  <a:pt x="5296714" y="817044"/>
                  <a:pt x="5303105" y="830134"/>
                  <a:pt x="5313870" y="825257"/>
                </a:cubicBezTo>
                <a:cubicBezTo>
                  <a:pt x="5301086" y="817044"/>
                  <a:pt x="5311852" y="809088"/>
                  <a:pt x="5309496" y="800874"/>
                </a:cubicBezTo>
                <a:cubicBezTo>
                  <a:pt x="5299068" y="792917"/>
                  <a:pt x="5301086" y="795997"/>
                  <a:pt x="5290322" y="792917"/>
                </a:cubicBezTo>
                <a:cubicBezTo>
                  <a:pt x="5303105" y="786244"/>
                  <a:pt x="5301086" y="786244"/>
                  <a:pt x="5311852" y="778288"/>
                </a:cubicBezTo>
                <a:cubicBezTo>
                  <a:pt x="5320262" y="783164"/>
                  <a:pt x="5322280" y="781367"/>
                  <a:pt x="5335063" y="783164"/>
                </a:cubicBezTo>
                <a:cubicBezTo>
                  <a:pt x="5337082" y="789581"/>
                  <a:pt x="5326653" y="795997"/>
                  <a:pt x="5337082" y="802671"/>
                </a:cubicBezTo>
                <a:cubicBezTo>
                  <a:pt x="5322952" y="814798"/>
                  <a:pt x="5324152" y="826926"/>
                  <a:pt x="5320241" y="841111"/>
                </a:cubicBezTo>
                <a:lnTo>
                  <a:pt x="5315856" y="851399"/>
                </a:lnTo>
                <a:lnTo>
                  <a:pt x="5315142" y="854692"/>
                </a:lnTo>
                <a:cubicBezTo>
                  <a:pt x="5315610" y="858228"/>
                  <a:pt x="5318406" y="860746"/>
                  <a:pt x="5326394" y="861131"/>
                </a:cubicBezTo>
                <a:lnTo>
                  <a:pt x="5322102" y="864928"/>
                </a:lnTo>
                <a:lnTo>
                  <a:pt x="5320178" y="873030"/>
                </a:lnTo>
                <a:cubicBezTo>
                  <a:pt x="5316982" y="878708"/>
                  <a:pt x="5311683" y="884420"/>
                  <a:pt x="5313870" y="890194"/>
                </a:cubicBezTo>
                <a:cubicBezTo>
                  <a:pt x="5318243" y="888398"/>
                  <a:pt x="5320262" y="886858"/>
                  <a:pt x="5324634" y="890194"/>
                </a:cubicBezTo>
                <a:cubicBezTo>
                  <a:pt x="5316561" y="893852"/>
                  <a:pt x="5320598" y="898376"/>
                  <a:pt x="5316735" y="902466"/>
                </a:cubicBezTo>
                <a:lnTo>
                  <a:pt x="5314980" y="903412"/>
                </a:lnTo>
                <a:lnTo>
                  <a:pt x="5315080" y="904276"/>
                </a:lnTo>
                <a:lnTo>
                  <a:pt x="5311506" y="916354"/>
                </a:lnTo>
                <a:lnTo>
                  <a:pt x="5318243" y="920994"/>
                </a:lnTo>
                <a:cubicBezTo>
                  <a:pt x="5307478" y="927411"/>
                  <a:pt x="5307478" y="930748"/>
                  <a:pt x="5315888" y="938705"/>
                </a:cubicBezTo>
                <a:cubicBezTo>
                  <a:pt x="5313870" y="942041"/>
                  <a:pt x="5309496" y="942041"/>
                  <a:pt x="5305460" y="942041"/>
                </a:cubicBezTo>
                <a:cubicBezTo>
                  <a:pt x="5307478" y="946918"/>
                  <a:pt x="5315888" y="953335"/>
                  <a:pt x="5311852" y="958211"/>
                </a:cubicBezTo>
                <a:cubicBezTo>
                  <a:pt x="5295704" y="958211"/>
                  <a:pt x="5301318" y="949115"/>
                  <a:pt x="5304282" y="940453"/>
                </a:cubicBezTo>
                <a:lnTo>
                  <a:pt x="5304892" y="936224"/>
                </a:lnTo>
                <a:lnTo>
                  <a:pt x="5290264" y="961884"/>
                </a:lnTo>
                <a:lnTo>
                  <a:pt x="5283626" y="971412"/>
                </a:lnTo>
                <a:lnTo>
                  <a:pt x="5286285" y="974382"/>
                </a:lnTo>
                <a:lnTo>
                  <a:pt x="5280250" y="976255"/>
                </a:lnTo>
                <a:lnTo>
                  <a:pt x="5273292" y="986243"/>
                </a:lnTo>
                <a:lnTo>
                  <a:pt x="5274973" y="988338"/>
                </a:lnTo>
                <a:cubicBezTo>
                  <a:pt x="5275520" y="990744"/>
                  <a:pt x="5275520" y="993119"/>
                  <a:pt x="5277539" y="995429"/>
                </a:cubicBezTo>
                <a:cubicBezTo>
                  <a:pt x="5275520" y="997097"/>
                  <a:pt x="5270221" y="997931"/>
                  <a:pt x="5265974" y="999150"/>
                </a:cubicBezTo>
                <a:lnTo>
                  <a:pt x="5262540" y="1000696"/>
                </a:lnTo>
                <a:lnTo>
                  <a:pt x="5260847" y="1002936"/>
                </a:lnTo>
                <a:lnTo>
                  <a:pt x="5260718" y="1005182"/>
                </a:lnTo>
                <a:cubicBezTo>
                  <a:pt x="5269128" y="1003641"/>
                  <a:pt x="5279894" y="998765"/>
                  <a:pt x="5288304" y="1010058"/>
                </a:cubicBezTo>
                <a:cubicBezTo>
                  <a:pt x="5262736" y="1011855"/>
                  <a:pt x="5281912" y="1019812"/>
                  <a:pt x="5258700" y="1023148"/>
                </a:cubicBezTo>
                <a:cubicBezTo>
                  <a:pt x="5269128" y="1031362"/>
                  <a:pt x="5265091" y="1029565"/>
                  <a:pt x="5269128" y="1039319"/>
                </a:cubicBezTo>
                <a:cubicBezTo>
                  <a:pt x="5275520" y="1034442"/>
                  <a:pt x="5269128" y="1018272"/>
                  <a:pt x="5283930" y="1021352"/>
                </a:cubicBezTo>
                <a:cubicBezTo>
                  <a:pt x="5283930" y="1032902"/>
                  <a:pt x="5271482" y="1044195"/>
                  <a:pt x="5269128" y="1055488"/>
                </a:cubicBezTo>
                <a:cubicBezTo>
                  <a:pt x="5288304" y="1057286"/>
                  <a:pt x="5265091" y="1083209"/>
                  <a:pt x="5267110" y="1096042"/>
                </a:cubicBezTo>
                <a:cubicBezTo>
                  <a:pt x="5279894" y="1086289"/>
                  <a:pt x="5294695" y="1057286"/>
                  <a:pt x="5315888" y="1066782"/>
                </a:cubicBezTo>
                <a:cubicBezTo>
                  <a:pt x="5318243" y="1062162"/>
                  <a:pt x="5318243" y="1058826"/>
                  <a:pt x="5313870" y="1053948"/>
                </a:cubicBezTo>
                <a:cubicBezTo>
                  <a:pt x="5309496" y="1057286"/>
                  <a:pt x="5305460" y="1057286"/>
                  <a:pt x="5301086" y="1053948"/>
                </a:cubicBezTo>
                <a:cubicBezTo>
                  <a:pt x="5313870" y="1039319"/>
                  <a:pt x="5283930" y="1044195"/>
                  <a:pt x="5292676" y="1029565"/>
                </a:cubicBezTo>
                <a:cubicBezTo>
                  <a:pt x="5296714" y="1036239"/>
                  <a:pt x="5301086" y="1040859"/>
                  <a:pt x="5307478" y="1037779"/>
                </a:cubicBezTo>
                <a:cubicBezTo>
                  <a:pt x="5311852" y="1034442"/>
                  <a:pt x="5313870" y="1031362"/>
                  <a:pt x="5313870" y="1028025"/>
                </a:cubicBezTo>
                <a:cubicBezTo>
                  <a:pt x="5313870" y="1028025"/>
                  <a:pt x="5313870" y="1028025"/>
                  <a:pt x="5305460" y="1018272"/>
                </a:cubicBezTo>
                <a:cubicBezTo>
                  <a:pt x="5313870" y="1013395"/>
                  <a:pt x="5313870" y="1008518"/>
                  <a:pt x="5322280" y="1002101"/>
                </a:cubicBezTo>
                <a:cubicBezTo>
                  <a:pt x="5335063" y="1010058"/>
                  <a:pt x="5324634" y="1014935"/>
                  <a:pt x="5331026" y="1021352"/>
                </a:cubicBezTo>
                <a:cubicBezTo>
                  <a:pt x="5337082" y="1018272"/>
                  <a:pt x="5339437" y="1013395"/>
                  <a:pt x="5339437" y="1010058"/>
                </a:cubicBezTo>
                <a:cubicBezTo>
                  <a:pt x="5339437" y="1010058"/>
                  <a:pt x="5339437" y="1010058"/>
                  <a:pt x="5326653" y="997225"/>
                </a:cubicBezTo>
                <a:cubicBezTo>
                  <a:pt x="5324634" y="1002101"/>
                  <a:pt x="5322280" y="1003641"/>
                  <a:pt x="5315888" y="1000305"/>
                </a:cubicBezTo>
                <a:cubicBezTo>
                  <a:pt x="5326653" y="989012"/>
                  <a:pt x="5326653" y="976178"/>
                  <a:pt x="5333044" y="963088"/>
                </a:cubicBezTo>
                <a:cubicBezTo>
                  <a:pt x="5290322" y="943582"/>
                  <a:pt x="5358612" y="909701"/>
                  <a:pt x="5337082" y="888398"/>
                </a:cubicBezTo>
                <a:cubicBezTo>
                  <a:pt x="5343474" y="898151"/>
                  <a:pt x="5349866" y="898151"/>
                  <a:pt x="5358612" y="899948"/>
                </a:cubicBezTo>
                <a:cubicBezTo>
                  <a:pt x="5343474" y="911241"/>
                  <a:pt x="5324634" y="928951"/>
                  <a:pt x="5343474" y="937165"/>
                </a:cubicBezTo>
                <a:cubicBezTo>
                  <a:pt x="5328672" y="943582"/>
                  <a:pt x="5331026" y="949998"/>
                  <a:pt x="5331026" y="958211"/>
                </a:cubicBezTo>
                <a:cubicBezTo>
                  <a:pt x="5343474" y="956672"/>
                  <a:pt x="5335063" y="945378"/>
                  <a:pt x="5352220" y="948458"/>
                </a:cubicBezTo>
                <a:cubicBezTo>
                  <a:pt x="5331026" y="938705"/>
                  <a:pt x="5373414" y="928951"/>
                  <a:pt x="5345828" y="924075"/>
                </a:cubicBezTo>
                <a:cubicBezTo>
                  <a:pt x="5367022" y="914578"/>
                  <a:pt x="5356257" y="904825"/>
                  <a:pt x="5367022" y="893275"/>
                </a:cubicBezTo>
                <a:cubicBezTo>
                  <a:pt x="5373414" y="899948"/>
                  <a:pt x="5369040" y="904825"/>
                  <a:pt x="5379805" y="899948"/>
                </a:cubicBezTo>
                <a:cubicBezTo>
                  <a:pt x="5373414" y="895071"/>
                  <a:pt x="5388215" y="893275"/>
                  <a:pt x="5390233" y="893275"/>
                </a:cubicBezTo>
                <a:cubicBezTo>
                  <a:pt x="5377450" y="893275"/>
                  <a:pt x="5392588" y="885318"/>
                  <a:pt x="5379805" y="878644"/>
                </a:cubicBezTo>
                <a:cubicBezTo>
                  <a:pt x="5377450" y="883521"/>
                  <a:pt x="5375432" y="885318"/>
                  <a:pt x="5369040" y="881981"/>
                </a:cubicBezTo>
                <a:cubicBezTo>
                  <a:pt x="5377450" y="874025"/>
                  <a:pt x="5369040" y="865811"/>
                  <a:pt x="5386196" y="857597"/>
                </a:cubicBezTo>
                <a:cubicBezTo>
                  <a:pt x="5390233" y="859394"/>
                  <a:pt x="5394606" y="865811"/>
                  <a:pt x="5398980" y="864271"/>
                </a:cubicBezTo>
                <a:cubicBezTo>
                  <a:pt x="5400998" y="852721"/>
                  <a:pt x="5390233" y="852721"/>
                  <a:pt x="5386196" y="842968"/>
                </a:cubicBezTo>
                <a:cubicBezTo>
                  <a:pt x="5409408" y="838091"/>
                  <a:pt x="5394606" y="825257"/>
                  <a:pt x="5418154" y="818841"/>
                </a:cubicBezTo>
                <a:cubicBezTo>
                  <a:pt x="5413781" y="809088"/>
                  <a:pt x="5432956" y="795997"/>
                  <a:pt x="5432956" y="791121"/>
                </a:cubicBezTo>
                <a:cubicBezTo>
                  <a:pt x="5426564" y="795997"/>
                  <a:pt x="5441366" y="797794"/>
                  <a:pt x="5445739" y="797794"/>
                </a:cubicBezTo>
                <a:cubicBezTo>
                  <a:pt x="5445739" y="789581"/>
                  <a:pt x="5464578" y="776490"/>
                  <a:pt x="5447758" y="781367"/>
                </a:cubicBezTo>
                <a:cubicBezTo>
                  <a:pt x="5452130" y="770074"/>
                  <a:pt x="5454149" y="778288"/>
                  <a:pt x="5464578" y="774950"/>
                </a:cubicBezTo>
                <a:cubicBezTo>
                  <a:pt x="5458522" y="770074"/>
                  <a:pt x="5473324" y="765197"/>
                  <a:pt x="5468950" y="761860"/>
                </a:cubicBezTo>
                <a:cubicBezTo>
                  <a:pt x="5456168" y="758781"/>
                  <a:pt x="5462559" y="765197"/>
                  <a:pt x="5456168" y="771614"/>
                </a:cubicBezTo>
                <a:cubicBezTo>
                  <a:pt x="5445739" y="771614"/>
                  <a:pt x="5454149" y="766738"/>
                  <a:pt x="5443384" y="761860"/>
                </a:cubicBezTo>
                <a:cubicBezTo>
                  <a:pt x="5452130" y="757241"/>
                  <a:pt x="5454149" y="753904"/>
                  <a:pt x="5445739" y="749027"/>
                </a:cubicBezTo>
                <a:cubicBezTo>
                  <a:pt x="5456168" y="749027"/>
                  <a:pt x="5454149" y="734397"/>
                  <a:pt x="5466932" y="740814"/>
                </a:cubicBezTo>
                <a:cubicBezTo>
                  <a:pt x="5464578" y="744150"/>
                  <a:pt x="5445739" y="747487"/>
                  <a:pt x="5462559" y="758781"/>
                </a:cubicBezTo>
                <a:cubicBezTo>
                  <a:pt x="5471305" y="744150"/>
                  <a:pt x="5475342" y="753904"/>
                  <a:pt x="5490144" y="747487"/>
                </a:cubicBezTo>
                <a:cubicBezTo>
                  <a:pt x="5475342" y="739274"/>
                  <a:pt x="5502926" y="729520"/>
                  <a:pt x="5494516" y="721564"/>
                </a:cubicBezTo>
                <a:cubicBezTo>
                  <a:pt x="5505282" y="726441"/>
                  <a:pt x="5496535" y="731317"/>
                  <a:pt x="5507300" y="734397"/>
                </a:cubicBezTo>
                <a:cubicBezTo>
                  <a:pt x="5492498" y="742610"/>
                  <a:pt x="5494516" y="749027"/>
                  <a:pt x="5496535" y="757241"/>
                </a:cubicBezTo>
                <a:cubicBezTo>
                  <a:pt x="5500908" y="755444"/>
                  <a:pt x="5507300" y="755444"/>
                  <a:pt x="5502926" y="758781"/>
                </a:cubicBezTo>
                <a:cubicBezTo>
                  <a:pt x="5492498" y="761860"/>
                  <a:pt x="5498890" y="783164"/>
                  <a:pt x="5507300" y="792917"/>
                </a:cubicBezTo>
                <a:cubicBezTo>
                  <a:pt x="5500908" y="799334"/>
                  <a:pt x="5496535" y="794457"/>
                  <a:pt x="5490144" y="800874"/>
                </a:cubicBezTo>
                <a:cubicBezTo>
                  <a:pt x="5496535" y="809088"/>
                  <a:pt x="5496535" y="825257"/>
                  <a:pt x="5484088" y="826797"/>
                </a:cubicBezTo>
                <a:cubicBezTo>
                  <a:pt x="5471305" y="821921"/>
                  <a:pt x="5496535" y="818841"/>
                  <a:pt x="5488125" y="813964"/>
                </a:cubicBezTo>
                <a:cubicBezTo>
                  <a:pt x="5479715" y="813964"/>
                  <a:pt x="5473324" y="797794"/>
                  <a:pt x="5464578" y="805751"/>
                </a:cubicBezTo>
                <a:cubicBezTo>
                  <a:pt x="5462559" y="812167"/>
                  <a:pt x="5471305" y="807290"/>
                  <a:pt x="5475342" y="815504"/>
                </a:cubicBezTo>
                <a:cubicBezTo>
                  <a:pt x="5466932" y="820381"/>
                  <a:pt x="5475342" y="826797"/>
                  <a:pt x="5471305" y="833214"/>
                </a:cubicBezTo>
                <a:cubicBezTo>
                  <a:pt x="5464578" y="841428"/>
                  <a:pt x="5460540" y="828595"/>
                  <a:pt x="5454149" y="836551"/>
                </a:cubicBezTo>
                <a:cubicBezTo>
                  <a:pt x="5468950" y="838091"/>
                  <a:pt x="5471305" y="851181"/>
                  <a:pt x="5466932" y="857597"/>
                </a:cubicBezTo>
                <a:cubicBezTo>
                  <a:pt x="5479715" y="857597"/>
                  <a:pt x="5481734" y="859394"/>
                  <a:pt x="5488125" y="864271"/>
                </a:cubicBezTo>
                <a:cubicBezTo>
                  <a:pt x="5479715" y="875564"/>
                  <a:pt x="5488125" y="886858"/>
                  <a:pt x="5475342" y="898151"/>
                </a:cubicBezTo>
                <a:cubicBezTo>
                  <a:pt x="5468950" y="896611"/>
                  <a:pt x="5477697" y="885318"/>
                  <a:pt x="5466932" y="890194"/>
                </a:cubicBezTo>
                <a:cubicBezTo>
                  <a:pt x="5471305" y="901488"/>
                  <a:pt x="5454149" y="901488"/>
                  <a:pt x="5462559" y="914578"/>
                </a:cubicBezTo>
                <a:cubicBezTo>
                  <a:pt x="5454149" y="914578"/>
                  <a:pt x="5441366" y="932288"/>
                  <a:pt x="5445739" y="942041"/>
                </a:cubicBezTo>
                <a:cubicBezTo>
                  <a:pt x="5434974" y="949998"/>
                  <a:pt x="5430601" y="937165"/>
                  <a:pt x="5418154" y="948458"/>
                </a:cubicBezTo>
                <a:cubicBezTo>
                  <a:pt x="5432956" y="949998"/>
                  <a:pt x="5422191" y="963088"/>
                  <a:pt x="5434974" y="966425"/>
                </a:cubicBezTo>
                <a:cubicBezTo>
                  <a:pt x="5426564" y="969505"/>
                  <a:pt x="5432956" y="974382"/>
                  <a:pt x="5426564" y="977718"/>
                </a:cubicBezTo>
                <a:cubicBezTo>
                  <a:pt x="5424546" y="974382"/>
                  <a:pt x="5420172" y="969505"/>
                  <a:pt x="5415800" y="974382"/>
                </a:cubicBezTo>
                <a:cubicBezTo>
                  <a:pt x="5420172" y="977718"/>
                  <a:pt x="5415800" y="981055"/>
                  <a:pt x="5420172" y="985932"/>
                </a:cubicBezTo>
                <a:cubicBezTo>
                  <a:pt x="5411762" y="992348"/>
                  <a:pt x="5407390" y="984135"/>
                  <a:pt x="5398980" y="987472"/>
                </a:cubicBezTo>
                <a:cubicBezTo>
                  <a:pt x="5415800" y="997225"/>
                  <a:pt x="5398980" y="1003641"/>
                  <a:pt x="5403016" y="1013395"/>
                </a:cubicBezTo>
                <a:cubicBezTo>
                  <a:pt x="5411762" y="1005182"/>
                  <a:pt x="5415800" y="998765"/>
                  <a:pt x="5422191" y="992348"/>
                </a:cubicBezTo>
                <a:cubicBezTo>
                  <a:pt x="5426564" y="1006979"/>
                  <a:pt x="5403016" y="1018272"/>
                  <a:pt x="5409408" y="1034442"/>
                </a:cubicBezTo>
                <a:cubicBezTo>
                  <a:pt x="5420172" y="1016732"/>
                  <a:pt x="5439348" y="1002101"/>
                  <a:pt x="5439348" y="984135"/>
                </a:cubicBezTo>
                <a:cubicBezTo>
                  <a:pt x="5432956" y="987472"/>
                  <a:pt x="5428582" y="990808"/>
                  <a:pt x="5426564" y="985932"/>
                </a:cubicBezTo>
                <a:cubicBezTo>
                  <a:pt x="5436992" y="979258"/>
                  <a:pt x="5436992" y="982595"/>
                  <a:pt x="5443384" y="974382"/>
                </a:cubicBezTo>
                <a:cubicBezTo>
                  <a:pt x="5449776" y="976178"/>
                  <a:pt x="5454149" y="981055"/>
                  <a:pt x="5460540" y="981055"/>
                </a:cubicBezTo>
                <a:cubicBezTo>
                  <a:pt x="5436992" y="998765"/>
                  <a:pt x="5424546" y="1018272"/>
                  <a:pt x="5439348" y="1032902"/>
                </a:cubicBezTo>
                <a:cubicBezTo>
                  <a:pt x="5434974" y="1028025"/>
                  <a:pt x="5424546" y="1039319"/>
                  <a:pt x="5434974" y="1042655"/>
                </a:cubicBezTo>
                <a:cubicBezTo>
                  <a:pt x="5426564" y="1050612"/>
                  <a:pt x="5422191" y="1037779"/>
                  <a:pt x="5413781" y="1040859"/>
                </a:cubicBezTo>
                <a:cubicBezTo>
                  <a:pt x="5418154" y="1045735"/>
                  <a:pt x="5409408" y="1050612"/>
                  <a:pt x="5409408" y="1057286"/>
                </a:cubicBezTo>
                <a:cubicBezTo>
                  <a:pt x="5415800" y="1053948"/>
                  <a:pt x="5420172" y="1039319"/>
                  <a:pt x="5426564" y="1050612"/>
                </a:cubicBezTo>
                <a:cubicBezTo>
                  <a:pt x="5434974" y="1055488"/>
                  <a:pt x="5411762" y="1057286"/>
                  <a:pt x="5418154" y="1062162"/>
                </a:cubicBezTo>
                <a:cubicBezTo>
                  <a:pt x="5430601" y="1068579"/>
                  <a:pt x="5430601" y="1065242"/>
                  <a:pt x="5432956" y="1078332"/>
                </a:cubicBezTo>
                <a:cubicBezTo>
                  <a:pt x="5441366" y="1070119"/>
                  <a:pt x="5445739" y="1076535"/>
                  <a:pt x="5449776" y="1078332"/>
                </a:cubicBezTo>
                <a:cubicBezTo>
                  <a:pt x="5436992" y="1084749"/>
                  <a:pt x="5456168" y="1089626"/>
                  <a:pt x="5458522" y="1094502"/>
                </a:cubicBezTo>
                <a:cubicBezTo>
                  <a:pt x="5447758" y="1100919"/>
                  <a:pt x="5443384" y="1084749"/>
                  <a:pt x="5432956" y="1091166"/>
                </a:cubicBezTo>
                <a:cubicBezTo>
                  <a:pt x="5436992" y="1100919"/>
                  <a:pt x="5432956" y="1109133"/>
                  <a:pt x="5428582" y="1118885"/>
                </a:cubicBezTo>
                <a:cubicBezTo>
                  <a:pt x="5424546" y="1112212"/>
                  <a:pt x="5428582" y="1107592"/>
                  <a:pt x="5418154" y="1110672"/>
                </a:cubicBezTo>
                <a:cubicBezTo>
                  <a:pt x="5415800" y="1118885"/>
                  <a:pt x="5407390" y="1114009"/>
                  <a:pt x="5398980" y="1120426"/>
                </a:cubicBezTo>
                <a:cubicBezTo>
                  <a:pt x="5413781" y="1123762"/>
                  <a:pt x="5396625" y="1133516"/>
                  <a:pt x="5383842" y="1138135"/>
                </a:cubicBezTo>
                <a:cubicBezTo>
                  <a:pt x="5388215" y="1147889"/>
                  <a:pt x="5390233" y="1156102"/>
                  <a:pt x="5400998" y="1156102"/>
                </a:cubicBezTo>
                <a:cubicBezTo>
                  <a:pt x="5390233" y="1165856"/>
                  <a:pt x="5381823" y="1162519"/>
                  <a:pt x="5373414" y="1160979"/>
                </a:cubicBezTo>
                <a:cubicBezTo>
                  <a:pt x="5386196" y="1170732"/>
                  <a:pt x="5365004" y="1183566"/>
                  <a:pt x="5379805" y="1188442"/>
                </a:cubicBezTo>
                <a:cubicBezTo>
                  <a:pt x="5375432" y="1191779"/>
                  <a:pt x="5360630" y="1193319"/>
                  <a:pt x="5365004" y="1198196"/>
                </a:cubicBezTo>
                <a:cubicBezTo>
                  <a:pt x="5392588" y="1203073"/>
                  <a:pt x="5390233" y="1164316"/>
                  <a:pt x="5413781" y="1165856"/>
                </a:cubicBezTo>
                <a:cubicBezTo>
                  <a:pt x="5407390" y="1177149"/>
                  <a:pt x="5396625" y="1185363"/>
                  <a:pt x="5390233" y="1196656"/>
                </a:cubicBezTo>
                <a:cubicBezTo>
                  <a:pt x="5415800" y="1193319"/>
                  <a:pt x="5420172" y="1209746"/>
                  <a:pt x="5441366" y="1212826"/>
                </a:cubicBezTo>
                <a:cubicBezTo>
                  <a:pt x="5422191" y="1221039"/>
                  <a:pt x="5430601" y="1245423"/>
                  <a:pt x="5422191" y="1266470"/>
                </a:cubicBezTo>
                <a:cubicBezTo>
                  <a:pt x="5420172" y="1256716"/>
                  <a:pt x="5413781" y="1254920"/>
                  <a:pt x="5411762" y="1242086"/>
                </a:cubicBezTo>
                <a:cubicBezTo>
                  <a:pt x="5399989" y="1250171"/>
                  <a:pt x="5389812" y="1258705"/>
                  <a:pt x="5383127" y="1267849"/>
                </a:cubicBezTo>
                <a:lnTo>
                  <a:pt x="5379756" y="1274517"/>
                </a:lnTo>
                <a:lnTo>
                  <a:pt x="5415526" y="1295883"/>
                </a:lnTo>
                <a:lnTo>
                  <a:pt x="5436026" y="1312382"/>
                </a:lnTo>
                <a:lnTo>
                  <a:pt x="5452130" y="1295729"/>
                </a:lnTo>
                <a:cubicBezTo>
                  <a:pt x="5445739" y="1285977"/>
                  <a:pt x="5449776" y="1289056"/>
                  <a:pt x="5460540" y="1285977"/>
                </a:cubicBezTo>
                <a:cubicBezTo>
                  <a:pt x="5460540" y="1269550"/>
                  <a:pt x="5468950" y="1245423"/>
                  <a:pt x="5486107" y="1240546"/>
                </a:cubicBezTo>
                <a:cubicBezTo>
                  <a:pt x="5480724" y="1234001"/>
                  <a:pt x="5486022" y="1226301"/>
                  <a:pt x="5493718" y="1220013"/>
                </a:cubicBezTo>
                <a:lnTo>
                  <a:pt x="5498521" y="1216869"/>
                </a:lnTo>
                <a:lnTo>
                  <a:pt x="5501106" y="1198529"/>
                </a:lnTo>
                <a:lnTo>
                  <a:pt x="5504992" y="1212634"/>
                </a:lnTo>
                <a:lnTo>
                  <a:pt x="5506022" y="1211959"/>
                </a:lnTo>
                <a:cubicBezTo>
                  <a:pt x="5510033" y="1209842"/>
                  <a:pt x="5513608" y="1208398"/>
                  <a:pt x="5515710" y="1207949"/>
                </a:cubicBezTo>
                <a:cubicBezTo>
                  <a:pt x="5511673" y="1209746"/>
                  <a:pt x="5511673" y="1222579"/>
                  <a:pt x="5515710" y="1217703"/>
                </a:cubicBezTo>
                <a:cubicBezTo>
                  <a:pt x="5522102" y="1212826"/>
                  <a:pt x="5524120" y="1206409"/>
                  <a:pt x="5522102" y="1199992"/>
                </a:cubicBezTo>
                <a:cubicBezTo>
                  <a:pt x="5518066" y="1203073"/>
                  <a:pt x="5515710" y="1204869"/>
                  <a:pt x="5513692" y="1198196"/>
                </a:cubicBezTo>
                <a:cubicBezTo>
                  <a:pt x="5522102" y="1190239"/>
                  <a:pt x="5518066" y="1180486"/>
                  <a:pt x="5520084" y="1170732"/>
                </a:cubicBezTo>
                <a:cubicBezTo>
                  <a:pt x="5528494" y="1196656"/>
                  <a:pt x="5547668" y="1198196"/>
                  <a:pt x="5526476" y="1212826"/>
                </a:cubicBezTo>
                <a:cubicBezTo>
                  <a:pt x="5532867" y="1225916"/>
                  <a:pt x="5520084" y="1237210"/>
                  <a:pt x="5522102" y="1250299"/>
                </a:cubicBezTo>
                <a:cubicBezTo>
                  <a:pt x="5513692" y="1256716"/>
                  <a:pt x="5505282" y="1250299"/>
                  <a:pt x="5502926" y="1259796"/>
                </a:cubicBezTo>
                <a:lnTo>
                  <a:pt x="5501854" y="1254862"/>
                </a:lnTo>
                <a:lnTo>
                  <a:pt x="5494850" y="1254862"/>
                </a:lnTo>
                <a:lnTo>
                  <a:pt x="5484635" y="1282511"/>
                </a:lnTo>
                <a:cubicBezTo>
                  <a:pt x="5482238" y="1292842"/>
                  <a:pt x="5482743" y="1302146"/>
                  <a:pt x="5490144" y="1308563"/>
                </a:cubicBezTo>
                <a:cubicBezTo>
                  <a:pt x="5479715" y="1314980"/>
                  <a:pt x="5477697" y="1303686"/>
                  <a:pt x="5464578" y="1310103"/>
                </a:cubicBezTo>
                <a:cubicBezTo>
                  <a:pt x="5471137" y="1317418"/>
                  <a:pt x="5467436" y="1324348"/>
                  <a:pt x="5461844" y="1330444"/>
                </a:cubicBezTo>
                <a:lnTo>
                  <a:pt x="5458762" y="1333421"/>
                </a:lnTo>
                <a:lnTo>
                  <a:pt x="5479431" y="1363893"/>
                </a:lnTo>
                <a:cubicBezTo>
                  <a:pt x="5470350" y="1376083"/>
                  <a:pt x="5459019" y="1386541"/>
                  <a:pt x="5446107" y="1395700"/>
                </a:cubicBezTo>
                <a:lnTo>
                  <a:pt x="5412428" y="1414588"/>
                </a:lnTo>
                <a:lnTo>
                  <a:pt x="5409408" y="1420471"/>
                </a:lnTo>
                <a:cubicBezTo>
                  <a:pt x="5400998" y="1426887"/>
                  <a:pt x="5398980" y="1420471"/>
                  <a:pt x="5390233" y="1425347"/>
                </a:cubicBezTo>
                <a:cubicBezTo>
                  <a:pt x="5392588" y="1433560"/>
                  <a:pt x="5392588" y="1443057"/>
                  <a:pt x="5390233" y="1449730"/>
                </a:cubicBezTo>
                <a:cubicBezTo>
                  <a:pt x="5385019" y="1449730"/>
                  <a:pt x="5382412" y="1445688"/>
                  <a:pt x="5380015" y="1441229"/>
                </a:cubicBezTo>
                <a:lnTo>
                  <a:pt x="5371689" y="1430999"/>
                </a:lnTo>
                <a:lnTo>
                  <a:pt x="5369688" y="1431714"/>
                </a:lnTo>
                <a:lnTo>
                  <a:pt x="5364330" y="1437539"/>
                </a:lnTo>
                <a:cubicBezTo>
                  <a:pt x="5363322" y="1440362"/>
                  <a:pt x="5362816" y="1443186"/>
                  <a:pt x="5360630" y="1444854"/>
                </a:cubicBezTo>
                <a:cubicBezTo>
                  <a:pt x="5375432" y="1446394"/>
                  <a:pt x="5362648" y="1459484"/>
                  <a:pt x="5358612" y="1462564"/>
                </a:cubicBezTo>
                <a:cubicBezTo>
                  <a:pt x="5373414" y="1464361"/>
                  <a:pt x="5360630" y="1474114"/>
                  <a:pt x="5367022" y="1475654"/>
                </a:cubicBezTo>
                <a:cubicBezTo>
                  <a:pt x="5369040" y="1475654"/>
                  <a:pt x="5371058" y="1474114"/>
                  <a:pt x="5373414" y="1477194"/>
                </a:cubicBezTo>
                <a:cubicBezTo>
                  <a:pt x="5360630" y="1485407"/>
                  <a:pt x="5362648" y="1469237"/>
                  <a:pt x="5352220" y="1475654"/>
                </a:cubicBezTo>
                <a:cubicBezTo>
                  <a:pt x="5337082" y="1486947"/>
                  <a:pt x="5360630" y="1504914"/>
                  <a:pt x="5345828" y="1511330"/>
                </a:cubicBezTo>
                <a:cubicBezTo>
                  <a:pt x="5345828" y="1503117"/>
                  <a:pt x="5341456" y="1500037"/>
                  <a:pt x="5335063" y="1501577"/>
                </a:cubicBezTo>
                <a:cubicBezTo>
                  <a:pt x="5311852" y="1516208"/>
                  <a:pt x="5333044" y="1535714"/>
                  <a:pt x="5335063" y="1542131"/>
                </a:cubicBezTo>
                <a:cubicBezTo>
                  <a:pt x="5331026" y="1535714"/>
                  <a:pt x="5322280" y="1540591"/>
                  <a:pt x="5315888" y="1538794"/>
                </a:cubicBezTo>
                <a:cubicBezTo>
                  <a:pt x="5313870" y="1530837"/>
                  <a:pt x="5322280" y="1514411"/>
                  <a:pt x="5313870" y="1512870"/>
                </a:cubicBezTo>
                <a:cubicBezTo>
                  <a:pt x="5290322" y="1532377"/>
                  <a:pt x="5311852" y="1538794"/>
                  <a:pt x="5305460" y="1558301"/>
                </a:cubicBezTo>
                <a:cubicBezTo>
                  <a:pt x="5299068" y="1561637"/>
                  <a:pt x="5296714" y="1558301"/>
                  <a:pt x="5290322" y="1561637"/>
                </a:cubicBezTo>
                <a:cubicBezTo>
                  <a:pt x="5292676" y="1568054"/>
                  <a:pt x="5292676" y="1572931"/>
                  <a:pt x="5294695" y="1579348"/>
                </a:cubicBezTo>
                <a:cubicBezTo>
                  <a:pt x="5301086" y="1577808"/>
                  <a:pt x="5303105" y="1559841"/>
                  <a:pt x="5311852" y="1566515"/>
                </a:cubicBezTo>
                <a:cubicBezTo>
                  <a:pt x="5305460" y="1574471"/>
                  <a:pt x="5294695" y="1582684"/>
                  <a:pt x="5292676" y="1592438"/>
                </a:cubicBezTo>
                <a:cubicBezTo>
                  <a:pt x="5318243" y="1569594"/>
                  <a:pt x="5335063" y="1543671"/>
                  <a:pt x="5356257" y="1519287"/>
                </a:cubicBezTo>
                <a:cubicBezTo>
                  <a:pt x="5358612" y="1547008"/>
                  <a:pt x="5294695" y="1579348"/>
                  <a:pt x="5313870" y="1595774"/>
                </a:cubicBezTo>
                <a:lnTo>
                  <a:pt x="5312424" y="1600690"/>
                </a:lnTo>
                <a:lnTo>
                  <a:pt x="5317680" y="1605262"/>
                </a:lnTo>
                <a:cubicBezTo>
                  <a:pt x="5318566" y="1613399"/>
                  <a:pt x="5304368" y="1626592"/>
                  <a:pt x="5304368" y="1635129"/>
                </a:cubicBezTo>
                <a:cubicBezTo>
                  <a:pt x="5294904" y="1630214"/>
                  <a:pt x="5298058" y="1623681"/>
                  <a:pt x="5302791" y="1617149"/>
                </a:cubicBezTo>
                <a:lnTo>
                  <a:pt x="5309063" y="1608430"/>
                </a:lnTo>
                <a:lnTo>
                  <a:pt x="5301086" y="1616821"/>
                </a:lnTo>
                <a:cubicBezTo>
                  <a:pt x="5301086" y="1613484"/>
                  <a:pt x="5301086" y="1607067"/>
                  <a:pt x="5296714" y="1608608"/>
                </a:cubicBezTo>
                <a:cubicBezTo>
                  <a:pt x="5283930" y="1621698"/>
                  <a:pt x="5265091" y="1631195"/>
                  <a:pt x="5254326" y="1645824"/>
                </a:cubicBezTo>
                <a:cubicBezTo>
                  <a:pt x="5252308" y="1640948"/>
                  <a:pt x="5252308" y="1636071"/>
                  <a:pt x="5247935" y="1637868"/>
                </a:cubicBezTo>
                <a:cubicBezTo>
                  <a:pt x="5249953" y="1645824"/>
                  <a:pt x="5233133" y="1647621"/>
                  <a:pt x="5235152" y="1657374"/>
                </a:cubicBezTo>
                <a:cubicBezTo>
                  <a:pt x="5241543" y="1654038"/>
                  <a:pt x="5243562" y="1647621"/>
                  <a:pt x="5254326" y="1645824"/>
                </a:cubicBezTo>
                <a:cubicBezTo>
                  <a:pt x="5252308" y="1663791"/>
                  <a:pt x="5243562" y="1670208"/>
                  <a:pt x="5249953" y="1688175"/>
                </a:cubicBezTo>
                <a:cubicBezTo>
                  <a:pt x="5233133" y="1696131"/>
                  <a:pt x="5252308" y="1697671"/>
                  <a:pt x="5224387" y="1712558"/>
                </a:cubicBezTo>
                <a:cubicBezTo>
                  <a:pt x="5226742" y="1733605"/>
                  <a:pt x="5186374" y="1757732"/>
                  <a:pt x="5165180" y="1777239"/>
                </a:cubicBezTo>
                <a:cubicBezTo>
                  <a:pt x="5165180" y="1774159"/>
                  <a:pt x="5165180" y="1767485"/>
                  <a:pt x="5160808" y="1767485"/>
                </a:cubicBezTo>
                <a:cubicBezTo>
                  <a:pt x="5160808" y="1770822"/>
                  <a:pt x="5158789" y="1772362"/>
                  <a:pt x="5152398" y="1774159"/>
                </a:cubicBezTo>
                <a:cubicBezTo>
                  <a:pt x="5162826" y="1777239"/>
                  <a:pt x="5160808" y="1790328"/>
                  <a:pt x="5143651" y="1795206"/>
                </a:cubicBezTo>
                <a:cubicBezTo>
                  <a:pt x="5139614" y="1796745"/>
                  <a:pt x="5139614" y="1790328"/>
                  <a:pt x="5135242" y="1790328"/>
                </a:cubicBezTo>
                <a:cubicBezTo>
                  <a:pt x="5135242" y="1798285"/>
                  <a:pt x="5141633" y="1795206"/>
                  <a:pt x="5135242" y="1803162"/>
                </a:cubicBezTo>
                <a:cubicBezTo>
                  <a:pt x="5126832" y="1806499"/>
                  <a:pt x="5126832" y="1800082"/>
                  <a:pt x="5124476" y="1800082"/>
                </a:cubicBezTo>
                <a:cubicBezTo>
                  <a:pt x="5122458" y="1806499"/>
                  <a:pt x="5128850" y="1804959"/>
                  <a:pt x="5126832" y="1811375"/>
                </a:cubicBezTo>
                <a:lnTo>
                  <a:pt x="5121851" y="1815686"/>
                </a:lnTo>
                <a:lnTo>
                  <a:pt x="5119234" y="1826566"/>
                </a:lnTo>
                <a:cubicBezTo>
                  <a:pt x="5117882" y="1833034"/>
                  <a:pt x="5117104" y="1839835"/>
                  <a:pt x="5118197" y="1847149"/>
                </a:cubicBezTo>
                <a:cubicBezTo>
                  <a:pt x="5115843" y="1855362"/>
                  <a:pt x="5101044" y="1843813"/>
                  <a:pt x="5096672" y="1850486"/>
                </a:cubicBezTo>
                <a:cubicBezTo>
                  <a:pt x="5103062" y="1864858"/>
                  <a:pt x="5101044" y="1876407"/>
                  <a:pt x="5096672" y="1889239"/>
                </a:cubicBezTo>
                <a:cubicBezTo>
                  <a:pt x="5090282" y="1902327"/>
                  <a:pt x="5079854" y="1913620"/>
                  <a:pt x="5069092" y="1924912"/>
                </a:cubicBezTo>
                <a:cubicBezTo>
                  <a:pt x="5049920" y="1947753"/>
                  <a:pt x="5022340" y="1965461"/>
                  <a:pt x="5015949" y="1989842"/>
                </a:cubicBezTo>
                <a:cubicBezTo>
                  <a:pt x="5001150" y="1998055"/>
                  <a:pt x="4983996" y="2006011"/>
                  <a:pt x="4969197" y="2017303"/>
                </a:cubicBezTo>
                <a:lnTo>
                  <a:pt x="4952593" y="2030869"/>
                </a:lnTo>
                <a:lnTo>
                  <a:pt x="4953061" y="2031200"/>
                </a:lnTo>
                <a:cubicBezTo>
                  <a:pt x="4954632" y="2034949"/>
                  <a:pt x="4954038" y="2039321"/>
                  <a:pt x="4950811" y="2042569"/>
                </a:cubicBezTo>
                <a:lnTo>
                  <a:pt x="4945121" y="2036974"/>
                </a:lnTo>
                <a:lnTo>
                  <a:pt x="4936074" y="2044366"/>
                </a:lnTo>
                <a:lnTo>
                  <a:pt x="4936818" y="2050479"/>
                </a:lnTo>
                <a:cubicBezTo>
                  <a:pt x="4938868" y="2056852"/>
                  <a:pt x="4941704" y="2060618"/>
                  <a:pt x="4936192" y="2058099"/>
                </a:cubicBezTo>
                <a:lnTo>
                  <a:pt x="4925579" y="2052039"/>
                </a:lnTo>
                <a:lnTo>
                  <a:pt x="4890030" y="2075368"/>
                </a:lnTo>
                <a:cubicBezTo>
                  <a:pt x="4876198" y="2083067"/>
                  <a:pt x="4861904" y="2088778"/>
                  <a:pt x="4846096" y="2090446"/>
                </a:cubicBezTo>
                <a:cubicBezTo>
                  <a:pt x="4833314" y="2098401"/>
                  <a:pt x="4818178" y="2105074"/>
                  <a:pt x="4803380" y="2113030"/>
                </a:cubicBezTo>
                <a:cubicBezTo>
                  <a:pt x="4790598" y="2119703"/>
                  <a:pt x="4775800" y="2126119"/>
                  <a:pt x="4761000" y="2132535"/>
                </a:cubicBezTo>
                <a:cubicBezTo>
                  <a:pt x="4746201" y="2138951"/>
                  <a:pt x="4731066" y="2147163"/>
                  <a:pt x="4718621" y="2152040"/>
                </a:cubicBezTo>
                <a:cubicBezTo>
                  <a:pt x="4703485" y="2158456"/>
                  <a:pt x="4688686" y="2163332"/>
                  <a:pt x="4675905" y="2169748"/>
                </a:cubicBezTo>
                <a:cubicBezTo>
                  <a:pt x="4667496" y="2173084"/>
                  <a:pt x="4659088" y="2177704"/>
                  <a:pt x="4650344" y="2184120"/>
                </a:cubicBezTo>
                <a:cubicBezTo>
                  <a:pt x="4641934" y="2190792"/>
                  <a:pt x="4635544" y="2195412"/>
                  <a:pt x="4629153" y="2202085"/>
                </a:cubicBezTo>
                <a:cubicBezTo>
                  <a:pt x="4614354" y="2214917"/>
                  <a:pt x="4599554" y="2228005"/>
                  <a:pt x="4582401" y="2237758"/>
                </a:cubicBezTo>
                <a:cubicBezTo>
                  <a:pt x="4571638" y="2242634"/>
                  <a:pt x="4544058" y="2240838"/>
                  <a:pt x="4531277" y="2244174"/>
                </a:cubicBezTo>
                <a:cubicBezTo>
                  <a:pt x="4520850" y="2247511"/>
                  <a:pt x="4512105" y="2257263"/>
                  <a:pt x="4503697" y="2257263"/>
                </a:cubicBezTo>
                <a:cubicBezTo>
                  <a:pt x="4493102" y="2257263"/>
                  <a:pt x="4483832" y="2253605"/>
                  <a:pt x="4475086" y="2248272"/>
                </a:cubicBezTo>
                <a:lnTo>
                  <a:pt x="4451292" y="2230468"/>
                </a:lnTo>
                <a:lnTo>
                  <a:pt x="4450972" y="2230544"/>
                </a:lnTo>
                <a:cubicBezTo>
                  <a:pt x="4447838" y="2230691"/>
                  <a:pt x="4445428" y="2229974"/>
                  <a:pt x="4444338" y="2227933"/>
                </a:cubicBezTo>
                <a:lnTo>
                  <a:pt x="4446668" y="2227343"/>
                </a:lnTo>
                <a:lnTo>
                  <a:pt x="4429930" y="2216706"/>
                </a:lnTo>
                <a:lnTo>
                  <a:pt x="4410970" y="2216750"/>
                </a:lnTo>
                <a:cubicBezTo>
                  <a:pt x="4398186" y="2218578"/>
                  <a:pt x="4389104" y="2223071"/>
                  <a:pt x="4391122" y="2232824"/>
                </a:cubicBezTo>
                <a:cubicBezTo>
                  <a:pt x="4378339" y="2227947"/>
                  <a:pt x="4376320" y="2242577"/>
                  <a:pt x="4363536" y="2237700"/>
                </a:cubicBezTo>
                <a:cubicBezTo>
                  <a:pt x="4363536" y="2231540"/>
                  <a:pt x="4374323" y="2230000"/>
                  <a:pt x="4376168" y="2228316"/>
                </a:cubicBezTo>
                <a:lnTo>
                  <a:pt x="4374728" y="2226843"/>
                </a:lnTo>
                <a:lnTo>
                  <a:pt x="4367136" y="2227331"/>
                </a:lnTo>
                <a:lnTo>
                  <a:pt x="4358869" y="2228396"/>
                </a:lnTo>
                <a:lnTo>
                  <a:pt x="4347286" y="2237265"/>
                </a:lnTo>
                <a:lnTo>
                  <a:pt x="4343226" y="2234813"/>
                </a:lnTo>
                <a:lnTo>
                  <a:pt x="4346723" y="2228642"/>
                </a:lnTo>
                <a:lnTo>
                  <a:pt x="4339645" y="2229097"/>
                </a:lnTo>
                <a:lnTo>
                  <a:pt x="4333000" y="2228376"/>
                </a:lnTo>
                <a:lnTo>
                  <a:pt x="4324094" y="2239882"/>
                </a:lnTo>
                <a:cubicBezTo>
                  <a:pt x="4313750" y="2249828"/>
                  <a:pt x="4299958" y="2257977"/>
                  <a:pt x="4287174" y="2262084"/>
                </a:cubicBezTo>
                <a:cubicBezTo>
                  <a:pt x="4297602" y="2252331"/>
                  <a:pt x="4274390" y="2255411"/>
                  <a:pt x="4272036" y="2257207"/>
                </a:cubicBezTo>
                <a:cubicBezTo>
                  <a:pt x="4270017" y="2270040"/>
                  <a:pt x="4238059" y="2266961"/>
                  <a:pt x="4223258" y="2270040"/>
                </a:cubicBezTo>
                <a:cubicBezTo>
                  <a:pt x="4225612" y="2266961"/>
                  <a:pt x="4234022" y="2260287"/>
                  <a:pt x="4229649" y="2258747"/>
                </a:cubicBezTo>
                <a:cubicBezTo>
                  <a:pt x="4212493" y="2257207"/>
                  <a:pt x="4214848" y="2278254"/>
                  <a:pt x="4202064" y="2278254"/>
                </a:cubicBezTo>
                <a:cubicBezTo>
                  <a:pt x="4204083" y="2263624"/>
                  <a:pt x="4187263" y="2281590"/>
                  <a:pt x="4180872" y="2281590"/>
                </a:cubicBezTo>
                <a:cubicBezTo>
                  <a:pt x="4187263" y="2274917"/>
                  <a:pt x="4168088" y="2274917"/>
                  <a:pt x="4163715" y="2271838"/>
                </a:cubicBezTo>
                <a:cubicBezTo>
                  <a:pt x="4159678" y="2276714"/>
                  <a:pt x="4153286" y="2274917"/>
                  <a:pt x="4148914" y="2279794"/>
                </a:cubicBezTo>
                <a:cubicBezTo>
                  <a:pt x="4157324" y="2276714"/>
                  <a:pt x="4168088" y="2276714"/>
                  <a:pt x="4163715" y="2284671"/>
                </a:cubicBezTo>
                <a:cubicBezTo>
                  <a:pt x="4148914" y="2283131"/>
                  <a:pt x="4131756" y="2284671"/>
                  <a:pt x="4138148" y="2295964"/>
                </a:cubicBezTo>
                <a:cubicBezTo>
                  <a:pt x="4123346" y="2295964"/>
                  <a:pt x="4142522" y="2288007"/>
                  <a:pt x="4129738" y="2286211"/>
                </a:cubicBezTo>
                <a:cubicBezTo>
                  <a:pt x="4118973" y="2300841"/>
                  <a:pt x="4118973" y="2289547"/>
                  <a:pt x="4108544" y="2292884"/>
                </a:cubicBezTo>
                <a:cubicBezTo>
                  <a:pt x="4102153" y="2299301"/>
                  <a:pt x="4106526" y="2302637"/>
                  <a:pt x="4108544" y="2305718"/>
                </a:cubicBezTo>
                <a:cubicBezTo>
                  <a:pt x="4108544" y="2295964"/>
                  <a:pt x="4134112" y="2302637"/>
                  <a:pt x="4144540" y="2299301"/>
                </a:cubicBezTo>
                <a:cubicBezTo>
                  <a:pt x="4136130" y="2304178"/>
                  <a:pt x="4146895" y="2305718"/>
                  <a:pt x="4142522" y="2312134"/>
                </a:cubicBezTo>
                <a:cubicBezTo>
                  <a:pt x="4137140" y="2312134"/>
                  <a:pt x="4132345" y="2312134"/>
                  <a:pt x="4127846" y="2312968"/>
                </a:cubicBezTo>
                <a:lnTo>
                  <a:pt x="4115120" y="2318724"/>
                </a:lnTo>
                <a:lnTo>
                  <a:pt x="4144340" y="2316681"/>
                </a:lnTo>
                <a:cubicBezTo>
                  <a:pt x="4150732" y="2321558"/>
                  <a:pt x="4150732" y="2329771"/>
                  <a:pt x="4146695" y="2336188"/>
                </a:cubicBezTo>
                <a:cubicBezTo>
                  <a:pt x="4146695" y="2336188"/>
                  <a:pt x="4146695" y="2336188"/>
                  <a:pt x="4157124" y="2334647"/>
                </a:cubicBezTo>
                <a:cubicBezTo>
                  <a:pt x="4159479" y="2323354"/>
                  <a:pt x="4150732" y="2323354"/>
                  <a:pt x="4148714" y="2316681"/>
                </a:cubicBezTo>
                <a:cubicBezTo>
                  <a:pt x="4150732" y="2307185"/>
                  <a:pt x="4157124" y="2324894"/>
                  <a:pt x="4161498" y="2326434"/>
                </a:cubicBezTo>
                <a:cubicBezTo>
                  <a:pt x="4171927" y="2323354"/>
                  <a:pt x="4180675" y="2320017"/>
                  <a:pt x="4191104" y="2316681"/>
                </a:cubicBezTo>
                <a:cubicBezTo>
                  <a:pt x="4184712" y="2339524"/>
                  <a:pt x="4210281" y="2320017"/>
                  <a:pt x="4225420" y="2326434"/>
                </a:cubicBezTo>
                <a:cubicBezTo>
                  <a:pt x="4218692" y="2341064"/>
                  <a:pt x="4201870" y="2326434"/>
                  <a:pt x="4197496" y="2345940"/>
                </a:cubicBezTo>
                <a:cubicBezTo>
                  <a:pt x="4176301" y="2342861"/>
                  <a:pt x="4167890" y="2342861"/>
                  <a:pt x="4150732" y="2354154"/>
                </a:cubicBezTo>
                <a:cubicBezTo>
                  <a:pt x="4157124" y="2365447"/>
                  <a:pt x="4165872" y="2347737"/>
                  <a:pt x="4169908" y="2355694"/>
                </a:cubicBezTo>
                <a:cubicBezTo>
                  <a:pt x="4165872" y="2389830"/>
                  <a:pt x="4180675" y="2378536"/>
                  <a:pt x="4203888" y="2355694"/>
                </a:cubicBezTo>
                <a:cubicBezTo>
                  <a:pt x="4189085" y="2370324"/>
                  <a:pt x="4199852" y="2386493"/>
                  <a:pt x="4210281" y="2396247"/>
                </a:cubicBezTo>
                <a:cubicBezTo>
                  <a:pt x="4195478" y="2401123"/>
                  <a:pt x="4195478" y="2389830"/>
                  <a:pt x="4189085" y="2383413"/>
                </a:cubicBezTo>
                <a:cubicBezTo>
                  <a:pt x="4182694" y="2391370"/>
                  <a:pt x="4180675" y="2401123"/>
                  <a:pt x="4169908" y="2404459"/>
                </a:cubicBezTo>
                <a:cubicBezTo>
                  <a:pt x="4161498" y="2404459"/>
                  <a:pt x="4167890" y="2388290"/>
                  <a:pt x="4157124" y="2391370"/>
                </a:cubicBezTo>
                <a:cubicBezTo>
                  <a:pt x="4146695" y="2398043"/>
                  <a:pt x="4150732" y="2425506"/>
                  <a:pt x="4129537" y="2419089"/>
                </a:cubicBezTo>
                <a:cubicBezTo>
                  <a:pt x="4129537" y="2414213"/>
                  <a:pt x="4142321" y="2417293"/>
                  <a:pt x="4140302" y="2410876"/>
                </a:cubicBezTo>
                <a:cubicBezTo>
                  <a:pt x="4123144" y="2404459"/>
                  <a:pt x="4123144" y="2415753"/>
                  <a:pt x="4125163" y="2427046"/>
                </a:cubicBezTo>
                <a:cubicBezTo>
                  <a:pt x="4110360" y="2428586"/>
                  <a:pt x="4114734" y="2422169"/>
                  <a:pt x="4116752" y="2414213"/>
                </a:cubicBezTo>
                <a:cubicBezTo>
                  <a:pt x="4112378" y="2423966"/>
                  <a:pt x="4095557" y="2423966"/>
                  <a:pt x="4091183" y="2433462"/>
                </a:cubicBezTo>
                <a:cubicBezTo>
                  <a:pt x="4093538" y="2438339"/>
                  <a:pt x="4101948" y="2436799"/>
                  <a:pt x="4108341" y="2436799"/>
                </a:cubicBezTo>
                <a:cubicBezTo>
                  <a:pt x="4103968" y="2441676"/>
                  <a:pt x="4101948" y="2448092"/>
                  <a:pt x="4091183" y="2449889"/>
                </a:cubicBezTo>
                <a:lnTo>
                  <a:pt x="4096727" y="2455974"/>
                </a:lnTo>
                <a:lnTo>
                  <a:pt x="4106754" y="2453662"/>
                </a:lnTo>
                <a:lnTo>
                  <a:pt x="4106785" y="2453567"/>
                </a:lnTo>
                <a:cubicBezTo>
                  <a:pt x="4107860" y="2452109"/>
                  <a:pt x="4108936" y="2450877"/>
                  <a:pt x="4108936" y="2448413"/>
                </a:cubicBezTo>
                <a:cubicBezTo>
                  <a:pt x="4114067" y="2447634"/>
                  <a:pt x="4117212" y="2448866"/>
                  <a:pt x="4120646" y="2449904"/>
                </a:cubicBezTo>
                <a:lnTo>
                  <a:pt x="4121008" y="2449913"/>
                </a:lnTo>
                <a:lnTo>
                  <a:pt x="4137291" y="2441021"/>
                </a:lnTo>
                <a:lnTo>
                  <a:pt x="4136876" y="2440003"/>
                </a:lnTo>
                <a:cubicBezTo>
                  <a:pt x="4135411" y="2438037"/>
                  <a:pt x="4133416" y="2437228"/>
                  <a:pt x="4130223" y="2438434"/>
                </a:cubicBezTo>
                <a:cubicBezTo>
                  <a:pt x="4119468" y="2432089"/>
                  <a:pt x="4138624" y="2424222"/>
                  <a:pt x="4147363" y="2428789"/>
                </a:cubicBezTo>
                <a:lnTo>
                  <a:pt x="4149056" y="2433430"/>
                </a:lnTo>
                <a:lnTo>
                  <a:pt x="4163150" y="2422997"/>
                </a:lnTo>
                <a:lnTo>
                  <a:pt x="4161568" y="2417280"/>
                </a:lnTo>
                <a:cubicBezTo>
                  <a:pt x="4147004" y="2412458"/>
                  <a:pt x="4161568" y="2433268"/>
                  <a:pt x="4147004" y="2428446"/>
                </a:cubicBezTo>
                <a:cubicBezTo>
                  <a:pt x="4144686" y="2414234"/>
                  <a:pt x="4144686" y="2414234"/>
                  <a:pt x="4144686" y="2414234"/>
                </a:cubicBezTo>
                <a:cubicBezTo>
                  <a:pt x="4155278" y="2415757"/>
                  <a:pt x="4155278" y="2406113"/>
                  <a:pt x="4165870" y="2409413"/>
                </a:cubicBezTo>
                <a:lnTo>
                  <a:pt x="4169854" y="2417876"/>
                </a:lnTo>
                <a:lnTo>
                  <a:pt x="4182824" y="2407911"/>
                </a:lnTo>
                <a:cubicBezTo>
                  <a:pt x="4189215" y="2414584"/>
                  <a:pt x="4197624" y="2419461"/>
                  <a:pt x="4204014" y="2424337"/>
                </a:cubicBezTo>
                <a:cubicBezTo>
                  <a:pt x="4200819" y="2430817"/>
                  <a:pt x="4196300" y="2436078"/>
                  <a:pt x="4190986" y="2440501"/>
                </a:cubicBezTo>
                <a:lnTo>
                  <a:pt x="4184378" y="2444638"/>
                </a:lnTo>
                <a:lnTo>
                  <a:pt x="4184407" y="2444689"/>
                </a:lnTo>
                <a:lnTo>
                  <a:pt x="4184256" y="2444714"/>
                </a:lnTo>
                <a:lnTo>
                  <a:pt x="4173196" y="2451637"/>
                </a:lnTo>
                <a:lnTo>
                  <a:pt x="4155249" y="2459531"/>
                </a:lnTo>
                <a:lnTo>
                  <a:pt x="4153749" y="2465842"/>
                </a:lnTo>
                <a:lnTo>
                  <a:pt x="4149070" y="2462249"/>
                </a:lnTo>
                <a:lnTo>
                  <a:pt x="4136072" y="2467966"/>
                </a:lnTo>
                <a:cubicBezTo>
                  <a:pt x="4126487" y="2472842"/>
                  <a:pt x="4117490" y="2478937"/>
                  <a:pt x="4105550" y="2483012"/>
                </a:cubicBezTo>
                <a:lnTo>
                  <a:pt x="4099116" y="2484323"/>
                </a:lnTo>
                <a:lnTo>
                  <a:pt x="4099930" y="2485565"/>
                </a:lnTo>
                <a:cubicBezTo>
                  <a:pt x="4108341" y="2483768"/>
                  <a:pt x="4114734" y="2482228"/>
                  <a:pt x="4118770" y="2477352"/>
                </a:cubicBezTo>
                <a:cubicBezTo>
                  <a:pt x="4125163" y="2477352"/>
                  <a:pt x="4118770" y="2493521"/>
                  <a:pt x="4135928" y="2485565"/>
                </a:cubicBezTo>
                <a:cubicBezTo>
                  <a:pt x="4130546" y="2492751"/>
                  <a:pt x="4130546" y="2497564"/>
                  <a:pt x="4130840" y="2502633"/>
                </a:cubicBezTo>
                <a:lnTo>
                  <a:pt x="4129926" y="2507749"/>
                </a:lnTo>
                <a:lnTo>
                  <a:pt x="4137200" y="2508451"/>
                </a:lnTo>
                <a:lnTo>
                  <a:pt x="4141291" y="2507958"/>
                </a:lnTo>
                <a:lnTo>
                  <a:pt x="4141282" y="2507952"/>
                </a:lnTo>
                <a:cubicBezTo>
                  <a:pt x="4143810" y="2501844"/>
                  <a:pt x="4165190" y="2489629"/>
                  <a:pt x="4149156" y="2477414"/>
                </a:cubicBezTo>
                <a:cubicBezTo>
                  <a:pt x="4154584" y="2484006"/>
                  <a:pt x="4160439" y="2489694"/>
                  <a:pt x="4165486" y="2496189"/>
                </a:cubicBezTo>
                <a:lnTo>
                  <a:pt x="4172188" y="2509958"/>
                </a:lnTo>
                <a:lnTo>
                  <a:pt x="4182052" y="2511637"/>
                </a:lnTo>
                <a:lnTo>
                  <a:pt x="4188622" y="2492526"/>
                </a:lnTo>
                <a:cubicBezTo>
                  <a:pt x="4205290" y="2500437"/>
                  <a:pt x="4211624" y="2494057"/>
                  <a:pt x="4236958" y="2490995"/>
                </a:cubicBezTo>
                <a:cubicBezTo>
                  <a:pt x="4239292" y="2498906"/>
                  <a:pt x="4234958" y="2502223"/>
                  <a:pt x="4224624" y="2503755"/>
                </a:cubicBezTo>
                <a:cubicBezTo>
                  <a:pt x="4224624" y="2507073"/>
                  <a:pt x="4226624" y="2507073"/>
                  <a:pt x="4228625" y="2507073"/>
                </a:cubicBezTo>
                <a:cubicBezTo>
                  <a:pt x="4223291" y="2505414"/>
                  <a:pt x="4214374" y="2507391"/>
                  <a:pt x="4205207" y="2510007"/>
                </a:cubicBezTo>
                <a:lnTo>
                  <a:pt x="4192591" y="2513431"/>
                </a:lnTo>
                <a:lnTo>
                  <a:pt x="4199236" y="2514562"/>
                </a:lnTo>
                <a:cubicBezTo>
                  <a:pt x="4214031" y="2516358"/>
                  <a:pt x="4230844" y="2516358"/>
                  <a:pt x="4247991" y="2516358"/>
                </a:cubicBezTo>
                <a:cubicBezTo>
                  <a:pt x="4283969" y="2514562"/>
                  <a:pt x="4320283" y="2513023"/>
                  <a:pt x="4356261" y="2508147"/>
                </a:cubicBezTo>
                <a:cubicBezTo>
                  <a:pt x="4432924" y="2499935"/>
                  <a:pt x="4511269" y="2485566"/>
                  <a:pt x="4592304" y="2474019"/>
                </a:cubicBezTo>
                <a:cubicBezTo>
                  <a:pt x="4602727" y="2488645"/>
                  <a:pt x="4587932" y="2493521"/>
                  <a:pt x="4581544" y="2501732"/>
                </a:cubicBezTo>
                <a:cubicBezTo>
                  <a:pt x="4549602" y="2504811"/>
                  <a:pt x="4524046" y="2514562"/>
                  <a:pt x="4498828" y="2526109"/>
                </a:cubicBezTo>
                <a:lnTo>
                  <a:pt x="4480107" y="2532251"/>
                </a:lnTo>
                <a:lnTo>
                  <a:pt x="4483272" y="2535778"/>
                </a:lnTo>
                <a:cubicBezTo>
                  <a:pt x="4483978" y="2539259"/>
                  <a:pt x="4483112" y="2543076"/>
                  <a:pt x="4480763" y="2545507"/>
                </a:cubicBezTo>
                <a:cubicBezTo>
                  <a:pt x="4472522" y="2547323"/>
                  <a:pt x="4472522" y="2537467"/>
                  <a:pt x="4459995" y="2542395"/>
                </a:cubicBezTo>
                <a:lnTo>
                  <a:pt x="4460236" y="2538771"/>
                </a:lnTo>
                <a:lnTo>
                  <a:pt x="4458941" y="2539196"/>
                </a:lnTo>
                <a:lnTo>
                  <a:pt x="4437928" y="2541444"/>
                </a:lnTo>
                <a:lnTo>
                  <a:pt x="4455867" y="2546724"/>
                </a:lnTo>
                <a:cubicBezTo>
                  <a:pt x="4425740" y="2553142"/>
                  <a:pt x="4383089" y="2582411"/>
                  <a:pt x="4357363" y="2569317"/>
                </a:cubicBezTo>
                <a:cubicBezTo>
                  <a:pt x="4356347" y="2566878"/>
                  <a:pt x="4356856" y="2565273"/>
                  <a:pt x="4357617" y="2563668"/>
                </a:cubicBezTo>
                <a:lnTo>
                  <a:pt x="4358690" y="2560260"/>
                </a:lnTo>
                <a:lnTo>
                  <a:pt x="4356798" y="2560622"/>
                </a:lnTo>
                <a:cubicBezTo>
                  <a:pt x="4295296" y="2567695"/>
                  <a:pt x="4228406" y="2550230"/>
                  <a:pt x="4175699" y="2550230"/>
                </a:cubicBezTo>
                <a:cubicBezTo>
                  <a:pt x="4161912" y="2543045"/>
                  <a:pt x="4142242" y="2538618"/>
                  <a:pt x="4120429" y="2536598"/>
                </a:cubicBezTo>
                <a:lnTo>
                  <a:pt x="4093212" y="2536918"/>
                </a:lnTo>
                <a:lnTo>
                  <a:pt x="4087214" y="2538830"/>
                </a:lnTo>
                <a:cubicBezTo>
                  <a:pt x="4083676" y="2540587"/>
                  <a:pt x="4080586" y="2543122"/>
                  <a:pt x="4078398" y="2547164"/>
                </a:cubicBezTo>
                <a:lnTo>
                  <a:pt x="4068920" y="2537204"/>
                </a:lnTo>
                <a:lnTo>
                  <a:pt x="4055126" y="2537366"/>
                </a:lnTo>
                <a:lnTo>
                  <a:pt x="4057204" y="2548704"/>
                </a:lnTo>
                <a:cubicBezTo>
                  <a:pt x="4036008" y="2555120"/>
                  <a:pt x="4021206" y="2540747"/>
                  <a:pt x="4008420" y="2563334"/>
                </a:cubicBezTo>
                <a:cubicBezTo>
                  <a:pt x="4004047" y="2559997"/>
                  <a:pt x="4000010" y="2556917"/>
                  <a:pt x="3997654" y="2552040"/>
                </a:cubicBezTo>
                <a:cubicBezTo>
                  <a:pt x="3950890" y="2558457"/>
                  <a:pt x="3919266" y="2564874"/>
                  <a:pt x="3884949" y="2569750"/>
                </a:cubicBezTo>
                <a:cubicBezTo>
                  <a:pt x="3853325" y="2573086"/>
                  <a:pt x="3819008" y="2576424"/>
                  <a:pt x="3774599" y="2574626"/>
                </a:cubicBezTo>
                <a:cubicBezTo>
                  <a:pt x="3776618" y="2568210"/>
                  <a:pt x="3774599" y="2561794"/>
                  <a:pt x="3768206" y="2559997"/>
                </a:cubicBezTo>
                <a:cubicBezTo>
                  <a:pt x="3755422" y="2564874"/>
                  <a:pt x="3774599" y="2573086"/>
                  <a:pt x="3770225" y="2582840"/>
                </a:cubicBezTo>
                <a:cubicBezTo>
                  <a:pt x="3697892" y="2571547"/>
                  <a:pt x="3640698" y="2582840"/>
                  <a:pt x="3568365" y="2581300"/>
                </a:cubicBezTo>
                <a:cubicBezTo>
                  <a:pt x="3566010" y="2587716"/>
                  <a:pt x="3568365" y="2590797"/>
                  <a:pt x="3574757" y="2592593"/>
                </a:cubicBezTo>
                <a:cubicBezTo>
                  <a:pt x="3568365" y="2597470"/>
                  <a:pt x="3566010" y="2594133"/>
                  <a:pt x="3551207" y="2595673"/>
                </a:cubicBezTo>
                <a:cubicBezTo>
                  <a:pt x="3559618" y="2584380"/>
                  <a:pt x="3557600" y="2584380"/>
                  <a:pt x="3547170" y="2579503"/>
                </a:cubicBezTo>
                <a:cubicBezTo>
                  <a:pt x="3540778" y="2581300"/>
                  <a:pt x="3540778" y="2589256"/>
                  <a:pt x="3538422" y="2594133"/>
                </a:cubicBezTo>
                <a:cubicBezTo>
                  <a:pt x="3532030" y="2592593"/>
                  <a:pt x="3530011" y="2587716"/>
                  <a:pt x="3534385" y="2579503"/>
                </a:cubicBezTo>
                <a:cubicBezTo>
                  <a:pt x="3534385" y="2579503"/>
                  <a:pt x="3534385" y="2579503"/>
                  <a:pt x="3474836" y="2574626"/>
                </a:cubicBezTo>
                <a:cubicBezTo>
                  <a:pt x="3474836" y="2589256"/>
                  <a:pt x="3487621" y="2581300"/>
                  <a:pt x="3491658" y="2590797"/>
                </a:cubicBezTo>
                <a:cubicBezTo>
                  <a:pt x="3474836" y="2603886"/>
                  <a:pt x="3472482" y="2595673"/>
                  <a:pt x="3470463" y="2584380"/>
                </a:cubicBezTo>
                <a:cubicBezTo>
                  <a:pt x="3466089" y="2574626"/>
                  <a:pt x="3462052" y="2563334"/>
                  <a:pt x="3442876" y="2569750"/>
                </a:cubicBezTo>
                <a:cubicBezTo>
                  <a:pt x="3438502" y="2582840"/>
                  <a:pt x="3455660" y="2579503"/>
                  <a:pt x="3460034" y="2586176"/>
                </a:cubicBezTo>
                <a:cubicBezTo>
                  <a:pt x="3456837" y="2589000"/>
                  <a:pt x="3455092" y="2591309"/>
                  <a:pt x="3454210" y="2593415"/>
                </a:cubicBezTo>
                <a:lnTo>
                  <a:pt x="3453927" y="2596015"/>
                </a:lnTo>
                <a:lnTo>
                  <a:pt x="3470784" y="2600906"/>
                </a:lnTo>
                <a:cubicBezTo>
                  <a:pt x="3466580" y="2604563"/>
                  <a:pt x="3463027" y="2606199"/>
                  <a:pt x="3459864" y="2606569"/>
                </a:cubicBezTo>
                <a:lnTo>
                  <a:pt x="3453588" y="2605150"/>
                </a:lnTo>
                <a:lnTo>
                  <a:pt x="3453641" y="2615179"/>
                </a:lnTo>
                <a:cubicBezTo>
                  <a:pt x="3457678" y="2612099"/>
                  <a:pt x="3464070" y="2613639"/>
                  <a:pt x="3466089" y="2608763"/>
                </a:cubicBezTo>
                <a:cubicBezTo>
                  <a:pt x="3466089" y="2615179"/>
                  <a:pt x="3464070" y="2616720"/>
                  <a:pt x="3464070" y="2618516"/>
                </a:cubicBezTo>
                <a:cubicBezTo>
                  <a:pt x="3464070" y="2618516"/>
                  <a:pt x="3464070" y="2618516"/>
                  <a:pt x="3478874" y="2616720"/>
                </a:cubicBezTo>
                <a:cubicBezTo>
                  <a:pt x="3468445" y="2631349"/>
                  <a:pt x="3447249" y="2621596"/>
                  <a:pt x="3434465" y="2629809"/>
                </a:cubicBezTo>
                <a:cubicBezTo>
                  <a:pt x="3430090" y="2628269"/>
                  <a:pt x="3436483" y="2618516"/>
                  <a:pt x="3430090" y="2618516"/>
                </a:cubicBezTo>
                <a:cubicBezTo>
                  <a:pt x="3398130" y="2629809"/>
                  <a:pt x="3351365" y="2629809"/>
                  <a:pt x="3323778" y="2615179"/>
                </a:cubicBezTo>
                <a:cubicBezTo>
                  <a:pt x="3323778" y="2600549"/>
                  <a:pt x="3336562" y="2620056"/>
                  <a:pt x="3342954" y="2608763"/>
                </a:cubicBezTo>
                <a:cubicBezTo>
                  <a:pt x="3340936" y="2602346"/>
                  <a:pt x="3332188" y="2602346"/>
                  <a:pt x="3332188" y="2592593"/>
                </a:cubicBezTo>
                <a:cubicBezTo>
                  <a:pt x="3317386" y="2602346"/>
                  <a:pt x="3313012" y="2595673"/>
                  <a:pt x="3291817" y="2595673"/>
                </a:cubicBezTo>
                <a:cubicBezTo>
                  <a:pt x="3298208" y="2599010"/>
                  <a:pt x="3317386" y="2607223"/>
                  <a:pt x="3294172" y="2607223"/>
                </a:cubicBezTo>
                <a:cubicBezTo>
                  <a:pt x="3294172" y="2615179"/>
                  <a:pt x="3302582" y="2615179"/>
                  <a:pt x="3298208" y="2626473"/>
                </a:cubicBezTo>
                <a:cubicBezTo>
                  <a:pt x="3291817" y="2621596"/>
                  <a:pt x="3287779" y="2616720"/>
                  <a:pt x="3283406" y="2610303"/>
                </a:cubicBezTo>
                <a:cubicBezTo>
                  <a:pt x="3274995" y="2612099"/>
                  <a:pt x="3277014" y="2624933"/>
                  <a:pt x="3266248" y="2621596"/>
                </a:cubicBezTo>
                <a:cubicBezTo>
                  <a:pt x="3266248" y="2621596"/>
                  <a:pt x="3266248" y="2621596"/>
                  <a:pt x="3268602" y="2607223"/>
                </a:cubicBezTo>
                <a:cubicBezTo>
                  <a:pt x="3251444" y="2610303"/>
                  <a:pt x="3243034" y="2607223"/>
                  <a:pt x="3232268" y="2616720"/>
                </a:cubicBezTo>
                <a:cubicBezTo>
                  <a:pt x="3207035" y="2620056"/>
                  <a:pt x="3211073" y="2599010"/>
                  <a:pt x="3185504" y="2610303"/>
                </a:cubicBezTo>
                <a:cubicBezTo>
                  <a:pt x="3181466" y="2602346"/>
                  <a:pt x="3187858" y="2605427"/>
                  <a:pt x="3187858" y="2594133"/>
                </a:cubicBezTo>
                <a:cubicBezTo>
                  <a:pt x="3175074" y="2595673"/>
                  <a:pt x="3164308" y="2599010"/>
                  <a:pt x="3162290" y="2610303"/>
                </a:cubicBezTo>
                <a:cubicBezTo>
                  <a:pt x="3153878" y="2582840"/>
                  <a:pt x="3123936" y="2608763"/>
                  <a:pt x="3100386" y="2600549"/>
                </a:cubicBezTo>
                <a:cubicBezTo>
                  <a:pt x="3100386" y="2603886"/>
                  <a:pt x="3100386" y="2605427"/>
                  <a:pt x="3100386" y="2608763"/>
                </a:cubicBezTo>
                <a:cubicBezTo>
                  <a:pt x="3100386" y="2616720"/>
                  <a:pt x="3113170" y="2608763"/>
                  <a:pt x="3117544" y="2610303"/>
                </a:cubicBezTo>
                <a:cubicBezTo>
                  <a:pt x="3113339" y="2614410"/>
                  <a:pt x="3112834" y="2616014"/>
                  <a:pt x="3112582" y="2617811"/>
                </a:cubicBezTo>
                <a:lnTo>
                  <a:pt x="3112251" y="2618641"/>
                </a:lnTo>
                <a:lnTo>
                  <a:pt x="3127080" y="2617376"/>
                </a:lnTo>
                <a:lnTo>
                  <a:pt x="3127654" y="2614627"/>
                </a:lnTo>
                <a:cubicBezTo>
                  <a:pt x="3127950" y="2613201"/>
                  <a:pt x="3127950" y="2613201"/>
                  <a:pt x="3127950" y="2613201"/>
                </a:cubicBezTo>
                <a:cubicBezTo>
                  <a:pt x="3142892" y="2609830"/>
                  <a:pt x="3142892" y="2613201"/>
                  <a:pt x="3155796" y="2609830"/>
                </a:cubicBezTo>
                <a:lnTo>
                  <a:pt x="3157170" y="2614811"/>
                </a:lnTo>
                <a:lnTo>
                  <a:pt x="3166729" y="2613995"/>
                </a:lnTo>
                <a:lnTo>
                  <a:pt x="3162358" y="2622757"/>
                </a:lnTo>
                <a:lnTo>
                  <a:pt x="3175152" y="2613201"/>
                </a:lnTo>
                <a:cubicBezTo>
                  <a:pt x="3179227" y="2614757"/>
                  <a:pt x="3175152" y="2624613"/>
                  <a:pt x="3181604" y="2624613"/>
                </a:cubicBezTo>
                <a:cubicBezTo>
                  <a:pt x="3179397" y="2629541"/>
                  <a:pt x="3172945" y="2631616"/>
                  <a:pt x="3166790" y="2631000"/>
                </a:cubicBezTo>
                <a:lnTo>
                  <a:pt x="3160569" y="2626341"/>
                </a:lnTo>
                <a:lnTo>
                  <a:pt x="3155388" y="2636724"/>
                </a:lnTo>
                <a:cubicBezTo>
                  <a:pt x="3142113" y="2653710"/>
                  <a:pt x="3123257" y="2655828"/>
                  <a:pt x="3100806" y="2664297"/>
                </a:cubicBezTo>
                <a:cubicBezTo>
                  <a:pt x="3090378" y="2660961"/>
                  <a:pt x="3079616" y="2659421"/>
                  <a:pt x="3073225" y="2651208"/>
                </a:cubicBezTo>
                <a:lnTo>
                  <a:pt x="3003106" y="2663167"/>
                </a:lnTo>
                <a:lnTo>
                  <a:pt x="3002820" y="2663946"/>
                </a:lnTo>
                <a:lnTo>
                  <a:pt x="3001804" y="2663390"/>
                </a:lnTo>
                <a:lnTo>
                  <a:pt x="2997800" y="2664072"/>
                </a:lnTo>
                <a:lnTo>
                  <a:pt x="2980784" y="2666918"/>
                </a:lnTo>
                <a:lnTo>
                  <a:pt x="2979270" y="2670362"/>
                </a:lnTo>
                <a:lnTo>
                  <a:pt x="2974778" y="2667922"/>
                </a:lnTo>
                <a:lnTo>
                  <a:pt x="2951656" y="2671789"/>
                </a:lnTo>
                <a:lnTo>
                  <a:pt x="2951682" y="2671902"/>
                </a:lnTo>
                <a:cubicBezTo>
                  <a:pt x="2945290" y="2673698"/>
                  <a:pt x="2938898" y="2673698"/>
                  <a:pt x="2932505" y="2675238"/>
                </a:cubicBezTo>
                <a:cubicBezTo>
                  <a:pt x="2932505" y="2681655"/>
                  <a:pt x="2934861" y="2686532"/>
                  <a:pt x="2941252" y="2684992"/>
                </a:cubicBezTo>
                <a:cubicBezTo>
                  <a:pt x="2934861" y="2693975"/>
                  <a:pt x="2930570" y="2690702"/>
                  <a:pt x="2926282" y="2684190"/>
                </a:cubicBezTo>
                <a:lnTo>
                  <a:pt x="2921492" y="2676271"/>
                </a:lnTo>
                <a:lnTo>
                  <a:pt x="2895504" y="2678655"/>
                </a:lnTo>
                <a:lnTo>
                  <a:pt x="2898526" y="2680115"/>
                </a:lnTo>
                <a:cubicBezTo>
                  <a:pt x="2911310" y="2688071"/>
                  <a:pt x="2882040" y="2678575"/>
                  <a:pt x="2894824" y="2684992"/>
                </a:cubicBezTo>
                <a:cubicBezTo>
                  <a:pt x="2893058" y="2693462"/>
                  <a:pt x="2887886" y="2684607"/>
                  <a:pt x="2882713" y="2681058"/>
                </a:cubicBezTo>
                <a:lnTo>
                  <a:pt x="2878297" y="2680233"/>
                </a:lnTo>
                <a:lnTo>
                  <a:pt x="2877712" y="2680287"/>
                </a:lnTo>
                <a:lnTo>
                  <a:pt x="2879223" y="2686018"/>
                </a:lnTo>
                <a:cubicBezTo>
                  <a:pt x="2881872" y="2688264"/>
                  <a:pt x="2885068" y="2691536"/>
                  <a:pt x="2884059" y="2698082"/>
                </a:cubicBezTo>
                <a:cubicBezTo>
                  <a:pt x="2879685" y="2698082"/>
                  <a:pt x="2879685" y="2699621"/>
                  <a:pt x="2879685" y="2702958"/>
                </a:cubicBezTo>
                <a:cubicBezTo>
                  <a:pt x="2876489" y="2700520"/>
                  <a:pt x="2874386" y="2696798"/>
                  <a:pt x="2872830" y="2692275"/>
                </a:cubicBezTo>
                <a:lnTo>
                  <a:pt x="2870224" y="2680974"/>
                </a:lnTo>
                <a:lnTo>
                  <a:pt x="2858974" y="2682005"/>
                </a:lnTo>
                <a:lnTo>
                  <a:pt x="2851928" y="2681861"/>
                </a:lnTo>
                <a:lnTo>
                  <a:pt x="2852097" y="2684992"/>
                </a:lnTo>
                <a:cubicBezTo>
                  <a:pt x="2854116" y="2689868"/>
                  <a:pt x="2856472" y="2680115"/>
                  <a:pt x="2858490" y="2686532"/>
                </a:cubicBezTo>
                <a:cubicBezTo>
                  <a:pt x="2859499" y="2695514"/>
                  <a:pt x="2850499" y="2687430"/>
                  <a:pt x="2842046" y="2681944"/>
                </a:cubicBezTo>
                <a:lnTo>
                  <a:pt x="2841180" y="2681642"/>
                </a:lnTo>
                <a:lnTo>
                  <a:pt x="2828980" y="2681392"/>
                </a:lnTo>
                <a:lnTo>
                  <a:pt x="2828404" y="2682283"/>
                </a:lnTo>
                <a:cubicBezTo>
                  <a:pt x="2827979" y="2684651"/>
                  <a:pt x="2828085" y="2688104"/>
                  <a:pt x="2828884" y="2692949"/>
                </a:cubicBezTo>
                <a:cubicBezTo>
                  <a:pt x="2818118" y="2692949"/>
                  <a:pt x="2809707" y="2686532"/>
                  <a:pt x="2796922" y="2692949"/>
                </a:cubicBezTo>
                <a:cubicBezTo>
                  <a:pt x="2798941" y="2696285"/>
                  <a:pt x="2800960" y="2698082"/>
                  <a:pt x="2798941" y="2699621"/>
                </a:cubicBezTo>
                <a:cubicBezTo>
                  <a:pt x="2809707" y="2706038"/>
                  <a:pt x="2805333" y="2707578"/>
                  <a:pt x="2820136" y="2722207"/>
                </a:cubicBezTo>
                <a:cubicBezTo>
                  <a:pt x="2813744" y="2722207"/>
                  <a:pt x="2803315" y="2706038"/>
                  <a:pt x="2800960" y="2719128"/>
                </a:cubicBezTo>
                <a:cubicBezTo>
                  <a:pt x="2798941" y="2712455"/>
                  <a:pt x="2794568" y="2704498"/>
                  <a:pt x="2788512" y="2706038"/>
                </a:cubicBezTo>
                <a:cubicBezTo>
                  <a:pt x="2786156" y="2707578"/>
                  <a:pt x="2790530" y="2715791"/>
                  <a:pt x="2792549" y="2720667"/>
                </a:cubicBezTo>
                <a:cubicBezTo>
                  <a:pt x="2786156" y="2717331"/>
                  <a:pt x="2777746" y="2715791"/>
                  <a:pt x="2786156" y="2722207"/>
                </a:cubicBezTo>
                <a:cubicBezTo>
                  <a:pt x="2777746" y="2731961"/>
                  <a:pt x="2766980" y="2707578"/>
                  <a:pt x="2764962" y="2701161"/>
                </a:cubicBezTo>
                <a:cubicBezTo>
                  <a:pt x="2752177" y="2720667"/>
                  <a:pt x="2779764" y="2731961"/>
                  <a:pt x="2788512" y="2753008"/>
                </a:cubicBezTo>
                <a:cubicBezTo>
                  <a:pt x="2782120" y="2748130"/>
                  <a:pt x="2779764" y="2756344"/>
                  <a:pt x="2786156" y="2757884"/>
                </a:cubicBezTo>
                <a:cubicBezTo>
                  <a:pt x="2779764" y="2775850"/>
                  <a:pt x="2777746" y="2741714"/>
                  <a:pt x="2766980" y="2748130"/>
                </a:cubicBezTo>
                <a:cubicBezTo>
                  <a:pt x="2764962" y="2769434"/>
                  <a:pt x="2782120" y="2777390"/>
                  <a:pt x="2773372" y="2783807"/>
                </a:cubicBezTo>
                <a:cubicBezTo>
                  <a:pt x="2784138" y="2793560"/>
                  <a:pt x="2796922" y="2775850"/>
                  <a:pt x="2807352" y="2795356"/>
                </a:cubicBezTo>
                <a:cubicBezTo>
                  <a:pt x="2807352" y="2803313"/>
                  <a:pt x="2794568" y="2795356"/>
                  <a:pt x="2790530" y="2787143"/>
                </a:cubicBezTo>
                <a:cubicBezTo>
                  <a:pt x="2784138" y="2792020"/>
                  <a:pt x="2790530" y="2806650"/>
                  <a:pt x="2779764" y="2806650"/>
                </a:cubicBezTo>
                <a:cubicBezTo>
                  <a:pt x="2775727" y="2795356"/>
                  <a:pt x="2771353" y="2798437"/>
                  <a:pt x="2769335" y="2788683"/>
                </a:cubicBezTo>
                <a:cubicBezTo>
                  <a:pt x="2766980" y="2800233"/>
                  <a:pt x="2775727" y="2819483"/>
                  <a:pt x="2769335" y="2824359"/>
                </a:cubicBezTo>
                <a:cubicBezTo>
                  <a:pt x="2769335" y="2814606"/>
                  <a:pt x="2766980" y="2808189"/>
                  <a:pt x="2758569" y="2809729"/>
                </a:cubicBezTo>
                <a:cubicBezTo>
                  <a:pt x="2756551" y="2806650"/>
                  <a:pt x="2762942" y="2796897"/>
                  <a:pt x="2764962" y="2803313"/>
                </a:cubicBezTo>
                <a:cubicBezTo>
                  <a:pt x="2764962" y="2801773"/>
                  <a:pt x="2762942" y="2795356"/>
                  <a:pt x="2764962" y="2795356"/>
                </a:cubicBezTo>
                <a:cubicBezTo>
                  <a:pt x="2762942" y="2785604"/>
                  <a:pt x="2758569" y="2790480"/>
                  <a:pt x="2754532" y="2782266"/>
                </a:cubicBezTo>
                <a:cubicBezTo>
                  <a:pt x="2750158" y="2782266"/>
                  <a:pt x="2758569" y="2800233"/>
                  <a:pt x="2760588" y="2792020"/>
                </a:cubicBezTo>
                <a:cubicBezTo>
                  <a:pt x="2762942" y="2803313"/>
                  <a:pt x="2750158" y="2795356"/>
                  <a:pt x="2748140" y="2793560"/>
                </a:cubicBezTo>
                <a:cubicBezTo>
                  <a:pt x="2750158" y="2777390"/>
                  <a:pt x="2728963" y="2783807"/>
                  <a:pt x="2728963" y="2772514"/>
                </a:cubicBezTo>
                <a:cubicBezTo>
                  <a:pt x="2724589" y="2775850"/>
                  <a:pt x="2720216" y="2767637"/>
                  <a:pt x="2713824" y="2772514"/>
                </a:cubicBezTo>
                <a:cubicBezTo>
                  <a:pt x="2728963" y="2778930"/>
                  <a:pt x="2728963" y="2787143"/>
                  <a:pt x="2741747" y="2800233"/>
                </a:cubicBezTo>
                <a:cubicBezTo>
                  <a:pt x="2739392" y="2803313"/>
                  <a:pt x="2737373" y="2804853"/>
                  <a:pt x="2733000" y="2806650"/>
                </a:cubicBezTo>
                <a:cubicBezTo>
                  <a:pt x="2737373" y="2800233"/>
                  <a:pt x="2728963" y="2798437"/>
                  <a:pt x="2728963" y="2792020"/>
                </a:cubicBezTo>
                <a:cubicBezTo>
                  <a:pt x="2724589" y="2787143"/>
                  <a:pt x="2716178" y="2787143"/>
                  <a:pt x="2716178" y="2792020"/>
                </a:cubicBezTo>
                <a:cubicBezTo>
                  <a:pt x="2720216" y="2801773"/>
                  <a:pt x="2722571" y="2796897"/>
                  <a:pt x="2726608" y="2800233"/>
                </a:cubicBezTo>
                <a:cubicBezTo>
                  <a:pt x="2728963" y="2813067"/>
                  <a:pt x="2707431" y="2798437"/>
                  <a:pt x="2716178" y="2813067"/>
                </a:cubicBezTo>
                <a:cubicBezTo>
                  <a:pt x="2701038" y="2804853"/>
                  <a:pt x="2699020" y="2816403"/>
                  <a:pt x="2679844" y="2819483"/>
                </a:cubicBezTo>
                <a:cubicBezTo>
                  <a:pt x="2677825" y="2816403"/>
                  <a:pt x="2682198" y="2816403"/>
                  <a:pt x="2682198" y="2814606"/>
                </a:cubicBezTo>
                <a:cubicBezTo>
                  <a:pt x="2679844" y="2811526"/>
                  <a:pt x="2677825" y="2813067"/>
                  <a:pt x="2675807" y="2813067"/>
                </a:cubicBezTo>
                <a:cubicBezTo>
                  <a:pt x="2671432" y="2801773"/>
                  <a:pt x="2686236" y="2814606"/>
                  <a:pt x="2688591" y="2808189"/>
                </a:cubicBezTo>
                <a:cubicBezTo>
                  <a:pt x="2688591" y="2808189"/>
                  <a:pt x="2688591" y="2808189"/>
                  <a:pt x="2684218" y="2801773"/>
                </a:cubicBezTo>
                <a:cubicBezTo>
                  <a:pt x="2677825" y="2796897"/>
                  <a:pt x="2671432" y="2803313"/>
                  <a:pt x="2663022" y="2793560"/>
                </a:cubicBezTo>
                <a:cubicBezTo>
                  <a:pt x="2667060" y="2804853"/>
                  <a:pt x="2679844" y="2826156"/>
                  <a:pt x="2694983" y="2834113"/>
                </a:cubicBezTo>
                <a:cubicBezTo>
                  <a:pt x="2690609" y="2835909"/>
                  <a:pt x="2679844" y="2832573"/>
                  <a:pt x="2688591" y="2837449"/>
                </a:cubicBezTo>
                <a:cubicBezTo>
                  <a:pt x="2692628" y="2845663"/>
                  <a:pt x="2677825" y="2831033"/>
                  <a:pt x="2673451" y="2832573"/>
                </a:cubicBezTo>
                <a:cubicBezTo>
                  <a:pt x="2677825" y="2837449"/>
                  <a:pt x="2684218" y="2842325"/>
                  <a:pt x="2686236" y="2842325"/>
                </a:cubicBezTo>
                <a:cubicBezTo>
                  <a:pt x="2688591" y="2850282"/>
                  <a:pt x="2675807" y="2852079"/>
                  <a:pt x="2686236" y="2864912"/>
                </a:cubicBezTo>
                <a:cubicBezTo>
                  <a:pt x="2684218" y="2864912"/>
                  <a:pt x="2679844" y="2858496"/>
                  <a:pt x="2682198" y="2858496"/>
                </a:cubicBezTo>
                <a:cubicBezTo>
                  <a:pt x="2675807" y="2852079"/>
                  <a:pt x="2673451" y="2861832"/>
                  <a:pt x="2667060" y="2848742"/>
                </a:cubicBezTo>
                <a:cubicBezTo>
                  <a:pt x="2665040" y="2840785"/>
                  <a:pt x="2671432" y="2848742"/>
                  <a:pt x="2675807" y="2843866"/>
                </a:cubicBezTo>
                <a:cubicBezTo>
                  <a:pt x="2671432" y="2838989"/>
                  <a:pt x="2669414" y="2840785"/>
                  <a:pt x="2665040" y="2835909"/>
                </a:cubicBezTo>
                <a:cubicBezTo>
                  <a:pt x="2656629" y="2835909"/>
                  <a:pt x="2669414" y="2850282"/>
                  <a:pt x="2658648" y="2843866"/>
                </a:cubicBezTo>
                <a:cubicBezTo>
                  <a:pt x="2669414" y="2860036"/>
                  <a:pt x="2673451" y="2869788"/>
                  <a:pt x="2663022" y="2868248"/>
                </a:cubicBezTo>
                <a:cubicBezTo>
                  <a:pt x="2652256" y="2858496"/>
                  <a:pt x="2654274" y="2852079"/>
                  <a:pt x="2654274" y="2845663"/>
                </a:cubicBezTo>
                <a:cubicBezTo>
                  <a:pt x="2652256" y="2843866"/>
                  <a:pt x="2647882" y="2842325"/>
                  <a:pt x="2645864" y="2837449"/>
                </a:cubicBezTo>
                <a:cubicBezTo>
                  <a:pt x="2650238" y="2845663"/>
                  <a:pt x="2650238" y="2850282"/>
                  <a:pt x="2652256" y="2856956"/>
                </a:cubicBezTo>
                <a:cubicBezTo>
                  <a:pt x="2647882" y="2858496"/>
                  <a:pt x="2641490" y="2850282"/>
                  <a:pt x="2635434" y="2843866"/>
                </a:cubicBezTo>
                <a:cubicBezTo>
                  <a:pt x="2639472" y="2850282"/>
                  <a:pt x="2643845" y="2860036"/>
                  <a:pt x="2631061" y="2855159"/>
                </a:cubicBezTo>
                <a:cubicBezTo>
                  <a:pt x="2635434" y="2860036"/>
                  <a:pt x="2641490" y="2866709"/>
                  <a:pt x="2643845" y="2864912"/>
                </a:cubicBezTo>
                <a:cubicBezTo>
                  <a:pt x="2652256" y="2874665"/>
                  <a:pt x="2639472" y="2868248"/>
                  <a:pt x="2635434" y="2861832"/>
                </a:cubicBezTo>
                <a:cubicBezTo>
                  <a:pt x="2633080" y="2863372"/>
                  <a:pt x="2645864" y="2876205"/>
                  <a:pt x="2633080" y="2868248"/>
                </a:cubicBezTo>
                <a:cubicBezTo>
                  <a:pt x="2635434" y="2869788"/>
                  <a:pt x="2658648" y="2886215"/>
                  <a:pt x="2654274" y="2892632"/>
                </a:cubicBezTo>
                <a:cubicBezTo>
                  <a:pt x="2663022" y="2900588"/>
                  <a:pt x="2665040" y="2891092"/>
                  <a:pt x="2671432" y="2894172"/>
                </a:cubicBezTo>
                <a:cubicBezTo>
                  <a:pt x="2673451" y="2892632"/>
                  <a:pt x="2669414" y="2887755"/>
                  <a:pt x="2663022" y="2881338"/>
                </a:cubicBezTo>
                <a:cubicBezTo>
                  <a:pt x="2671432" y="2886215"/>
                  <a:pt x="2669414" y="2886215"/>
                  <a:pt x="2671432" y="2881338"/>
                </a:cubicBezTo>
                <a:cubicBezTo>
                  <a:pt x="2682198" y="2892632"/>
                  <a:pt x="2673451" y="2894172"/>
                  <a:pt x="2690609" y="2907261"/>
                </a:cubicBezTo>
                <a:cubicBezTo>
                  <a:pt x="2688591" y="2912138"/>
                  <a:pt x="2677825" y="2899048"/>
                  <a:pt x="2677825" y="2895711"/>
                </a:cubicBezTo>
                <a:cubicBezTo>
                  <a:pt x="2673451" y="2902384"/>
                  <a:pt x="2675807" y="2903925"/>
                  <a:pt x="2675807" y="2910341"/>
                </a:cubicBezTo>
                <a:cubicBezTo>
                  <a:pt x="2679844" y="2913678"/>
                  <a:pt x="2682198" y="2912138"/>
                  <a:pt x="2686236" y="2917015"/>
                </a:cubicBezTo>
                <a:cubicBezTo>
                  <a:pt x="2679844" y="2918555"/>
                  <a:pt x="2671432" y="2915218"/>
                  <a:pt x="2671432" y="2923431"/>
                </a:cubicBezTo>
                <a:cubicBezTo>
                  <a:pt x="2669414" y="2917015"/>
                  <a:pt x="2671432" y="2918555"/>
                  <a:pt x="2660667" y="2912138"/>
                </a:cubicBezTo>
                <a:cubicBezTo>
                  <a:pt x="2667060" y="2918555"/>
                  <a:pt x="2660667" y="2920095"/>
                  <a:pt x="2671432" y="2928307"/>
                </a:cubicBezTo>
                <a:cubicBezTo>
                  <a:pt x="2667060" y="2926511"/>
                  <a:pt x="2660667" y="2921635"/>
                  <a:pt x="2654274" y="2917015"/>
                </a:cubicBezTo>
                <a:cubicBezTo>
                  <a:pt x="2652256" y="2924971"/>
                  <a:pt x="2641490" y="2926511"/>
                  <a:pt x="2626687" y="2921635"/>
                </a:cubicBezTo>
                <a:cubicBezTo>
                  <a:pt x="2626687" y="2924971"/>
                  <a:pt x="2645864" y="2934724"/>
                  <a:pt x="2647882" y="2929847"/>
                </a:cubicBezTo>
                <a:cubicBezTo>
                  <a:pt x="2658648" y="2941141"/>
                  <a:pt x="2643845" y="2941141"/>
                  <a:pt x="2631061" y="2928307"/>
                </a:cubicBezTo>
                <a:cubicBezTo>
                  <a:pt x="2626687" y="2931387"/>
                  <a:pt x="2622650" y="2933185"/>
                  <a:pt x="2624668" y="2938061"/>
                </a:cubicBezTo>
                <a:cubicBezTo>
                  <a:pt x="2635434" y="2941141"/>
                  <a:pt x="2624668" y="2933185"/>
                  <a:pt x="2637452" y="2939601"/>
                </a:cubicBezTo>
                <a:cubicBezTo>
                  <a:pt x="2641490" y="2949354"/>
                  <a:pt x="2633080" y="2955770"/>
                  <a:pt x="2618276" y="2960647"/>
                </a:cubicBezTo>
                <a:cubicBezTo>
                  <a:pt x="2601118" y="2947814"/>
                  <a:pt x="2624668" y="2950894"/>
                  <a:pt x="2622650" y="2941141"/>
                </a:cubicBezTo>
                <a:cubicBezTo>
                  <a:pt x="2599100" y="2929847"/>
                  <a:pt x="2613903" y="2928307"/>
                  <a:pt x="2601118" y="2920095"/>
                </a:cubicBezTo>
                <a:cubicBezTo>
                  <a:pt x="2603472" y="2929847"/>
                  <a:pt x="2595063" y="2918555"/>
                  <a:pt x="2590688" y="2924971"/>
                </a:cubicBezTo>
                <a:cubicBezTo>
                  <a:pt x="2607510" y="2931387"/>
                  <a:pt x="2609865" y="2939601"/>
                  <a:pt x="2613903" y="2947814"/>
                </a:cubicBezTo>
                <a:cubicBezTo>
                  <a:pt x="2603472" y="2942937"/>
                  <a:pt x="2599100" y="2947814"/>
                  <a:pt x="2592707" y="2950894"/>
                </a:cubicBezTo>
                <a:cubicBezTo>
                  <a:pt x="2601118" y="2952691"/>
                  <a:pt x="2611884" y="2960647"/>
                  <a:pt x="2618276" y="2960647"/>
                </a:cubicBezTo>
                <a:cubicBezTo>
                  <a:pt x="2633080" y="2960647"/>
                  <a:pt x="2620294" y="2970400"/>
                  <a:pt x="2635434" y="2978614"/>
                </a:cubicBezTo>
                <a:cubicBezTo>
                  <a:pt x="2631061" y="2980154"/>
                  <a:pt x="2620294" y="2971940"/>
                  <a:pt x="2616258" y="2973737"/>
                </a:cubicBezTo>
                <a:cubicBezTo>
                  <a:pt x="2611884" y="2968860"/>
                  <a:pt x="2620294" y="2971940"/>
                  <a:pt x="2618276" y="2967064"/>
                </a:cubicBezTo>
                <a:cubicBezTo>
                  <a:pt x="2605492" y="2960647"/>
                  <a:pt x="2605492" y="2973737"/>
                  <a:pt x="2605492" y="2978614"/>
                </a:cubicBezTo>
                <a:cubicBezTo>
                  <a:pt x="2613903" y="2983490"/>
                  <a:pt x="2603472" y="2971940"/>
                  <a:pt x="2611884" y="2971940"/>
                </a:cubicBezTo>
                <a:cubicBezTo>
                  <a:pt x="2626687" y="2986570"/>
                  <a:pt x="2618276" y="2988366"/>
                  <a:pt x="2616258" y="2997863"/>
                </a:cubicBezTo>
                <a:cubicBezTo>
                  <a:pt x="2609865" y="2994783"/>
                  <a:pt x="2601118" y="2988366"/>
                  <a:pt x="2599100" y="2989906"/>
                </a:cubicBezTo>
                <a:cubicBezTo>
                  <a:pt x="2592707" y="2986570"/>
                  <a:pt x="2607510" y="2988366"/>
                  <a:pt x="2590688" y="2980154"/>
                </a:cubicBezTo>
                <a:cubicBezTo>
                  <a:pt x="2588670" y="2981694"/>
                  <a:pt x="2588670" y="2985030"/>
                  <a:pt x="2586315" y="2986570"/>
                </a:cubicBezTo>
                <a:cubicBezTo>
                  <a:pt x="2579923" y="2988366"/>
                  <a:pt x="2582278" y="2978614"/>
                  <a:pt x="2567138" y="2975277"/>
                </a:cubicBezTo>
                <a:cubicBezTo>
                  <a:pt x="2582278" y="2989906"/>
                  <a:pt x="2573530" y="2986570"/>
                  <a:pt x="2590688" y="2999660"/>
                </a:cubicBezTo>
                <a:cubicBezTo>
                  <a:pt x="2588670" y="3002740"/>
                  <a:pt x="2586315" y="3009413"/>
                  <a:pt x="2584296" y="3012493"/>
                </a:cubicBezTo>
                <a:cubicBezTo>
                  <a:pt x="2579923" y="3017369"/>
                  <a:pt x="2575885" y="3019166"/>
                  <a:pt x="2560746" y="3014290"/>
                </a:cubicBezTo>
                <a:cubicBezTo>
                  <a:pt x="2558727" y="3017369"/>
                  <a:pt x="2577904" y="3022246"/>
                  <a:pt x="2584296" y="3025583"/>
                </a:cubicBezTo>
                <a:cubicBezTo>
                  <a:pt x="2577904" y="3027123"/>
                  <a:pt x="2567138" y="3028919"/>
                  <a:pt x="2560746" y="3022246"/>
                </a:cubicBezTo>
                <a:cubicBezTo>
                  <a:pt x="2558727" y="3025583"/>
                  <a:pt x="2565120" y="3030459"/>
                  <a:pt x="2554354" y="3028919"/>
                </a:cubicBezTo>
                <a:cubicBezTo>
                  <a:pt x="2541570" y="3025583"/>
                  <a:pt x="2545943" y="3022246"/>
                  <a:pt x="2535514" y="3019166"/>
                </a:cubicBezTo>
                <a:cubicBezTo>
                  <a:pt x="2531140" y="3024043"/>
                  <a:pt x="2545943" y="3028919"/>
                  <a:pt x="2556708" y="3033796"/>
                </a:cubicBezTo>
                <a:cubicBezTo>
                  <a:pt x="2571512" y="3040213"/>
                  <a:pt x="2552335" y="3025583"/>
                  <a:pt x="2563101" y="3031999"/>
                </a:cubicBezTo>
                <a:cubicBezTo>
                  <a:pt x="2575885" y="3033796"/>
                  <a:pt x="2567138" y="3041753"/>
                  <a:pt x="2558727" y="3036876"/>
                </a:cubicBezTo>
                <a:cubicBezTo>
                  <a:pt x="2560746" y="3041753"/>
                  <a:pt x="2567138" y="3045089"/>
                  <a:pt x="2567138" y="3048169"/>
                </a:cubicBezTo>
                <a:cubicBezTo>
                  <a:pt x="2563101" y="3054842"/>
                  <a:pt x="2547961" y="3049965"/>
                  <a:pt x="2541570" y="3053046"/>
                </a:cubicBezTo>
                <a:cubicBezTo>
                  <a:pt x="2552335" y="3053046"/>
                  <a:pt x="2569494" y="3059719"/>
                  <a:pt x="2567138" y="3056382"/>
                </a:cubicBezTo>
                <a:cubicBezTo>
                  <a:pt x="2582278" y="3057922"/>
                  <a:pt x="2571512" y="3072552"/>
                  <a:pt x="2560746" y="3072552"/>
                </a:cubicBezTo>
                <a:cubicBezTo>
                  <a:pt x="2552335" y="3069472"/>
                  <a:pt x="2571512" y="3069472"/>
                  <a:pt x="2560746" y="3062799"/>
                </a:cubicBezTo>
                <a:cubicBezTo>
                  <a:pt x="2545943" y="3064595"/>
                  <a:pt x="2565120" y="3080765"/>
                  <a:pt x="2541570" y="3077428"/>
                </a:cubicBezTo>
                <a:cubicBezTo>
                  <a:pt x="2541570" y="3083845"/>
                  <a:pt x="2558727" y="3080765"/>
                  <a:pt x="2560746" y="3085642"/>
                </a:cubicBezTo>
                <a:cubicBezTo>
                  <a:pt x="2552335" y="3085642"/>
                  <a:pt x="2545943" y="3087182"/>
                  <a:pt x="2537532" y="3088722"/>
                </a:cubicBezTo>
                <a:cubicBezTo>
                  <a:pt x="2547961" y="3092058"/>
                  <a:pt x="2537532" y="3098475"/>
                  <a:pt x="2552335" y="3101812"/>
                </a:cubicBezTo>
                <a:cubicBezTo>
                  <a:pt x="2537532" y="3113105"/>
                  <a:pt x="2524748" y="3116441"/>
                  <a:pt x="2526766" y="3131071"/>
                </a:cubicBezTo>
                <a:cubicBezTo>
                  <a:pt x="2524748" y="3129275"/>
                  <a:pt x="2518356" y="3126195"/>
                  <a:pt x="2509944" y="3124397"/>
                </a:cubicBezTo>
                <a:cubicBezTo>
                  <a:pt x="2535514" y="3143904"/>
                  <a:pt x="2501534" y="3164950"/>
                  <a:pt x="2492786" y="3182917"/>
                </a:cubicBezTo>
                <a:cubicBezTo>
                  <a:pt x="2492786" y="3187794"/>
                  <a:pt x="2509944" y="3187794"/>
                  <a:pt x="2490768" y="3189334"/>
                </a:cubicBezTo>
                <a:cubicBezTo>
                  <a:pt x="2490768" y="3190873"/>
                  <a:pt x="2495141" y="3192670"/>
                  <a:pt x="2492786" y="3194210"/>
                </a:cubicBezTo>
                <a:cubicBezTo>
                  <a:pt x="2499179" y="3194210"/>
                  <a:pt x="2501534" y="3192670"/>
                  <a:pt x="2505570" y="3190873"/>
                </a:cubicBezTo>
                <a:cubicBezTo>
                  <a:pt x="2505570" y="3199086"/>
                  <a:pt x="2482020" y="3212176"/>
                  <a:pt x="2503552" y="3223469"/>
                </a:cubicBezTo>
                <a:cubicBezTo>
                  <a:pt x="2490768" y="3226549"/>
                  <a:pt x="2473610" y="3236303"/>
                  <a:pt x="2488413" y="3247853"/>
                </a:cubicBezTo>
                <a:cubicBezTo>
                  <a:pt x="2465199" y="3254269"/>
                  <a:pt x="2458806" y="3286608"/>
                  <a:pt x="2458806" y="3306114"/>
                </a:cubicBezTo>
                <a:cubicBezTo>
                  <a:pt x="2452414" y="3304574"/>
                  <a:pt x="2452414" y="3301238"/>
                  <a:pt x="2446022" y="3299698"/>
                </a:cubicBezTo>
                <a:cubicBezTo>
                  <a:pt x="2446022" y="3307655"/>
                  <a:pt x="2437611" y="3309452"/>
                  <a:pt x="2433237" y="3315868"/>
                </a:cubicBezTo>
                <a:cubicBezTo>
                  <a:pt x="2435593" y="3319204"/>
                  <a:pt x="2439630" y="3315868"/>
                  <a:pt x="2448377" y="3317408"/>
                </a:cubicBezTo>
                <a:cubicBezTo>
                  <a:pt x="2460825" y="3332037"/>
                  <a:pt x="2422808" y="3348207"/>
                  <a:pt x="2422808" y="3369254"/>
                </a:cubicBezTo>
                <a:cubicBezTo>
                  <a:pt x="2412042" y="3366173"/>
                  <a:pt x="2405650" y="3366173"/>
                  <a:pt x="2399258" y="3367714"/>
                </a:cubicBezTo>
                <a:cubicBezTo>
                  <a:pt x="2405650" y="3377467"/>
                  <a:pt x="2386473" y="3379263"/>
                  <a:pt x="2403631" y="3384140"/>
                </a:cubicBezTo>
                <a:cubicBezTo>
                  <a:pt x="2401276" y="3390557"/>
                  <a:pt x="2388828" y="3385680"/>
                  <a:pt x="2386473" y="3390557"/>
                </a:cubicBezTo>
                <a:cubicBezTo>
                  <a:pt x="2388828" y="3396974"/>
                  <a:pt x="2401276" y="3385680"/>
                  <a:pt x="2414061" y="3390557"/>
                </a:cubicBezTo>
                <a:cubicBezTo>
                  <a:pt x="2403631" y="3396974"/>
                  <a:pt x="2414061" y="3398513"/>
                  <a:pt x="2405650" y="3406726"/>
                </a:cubicBezTo>
                <a:cubicBezTo>
                  <a:pt x="2373689" y="3388760"/>
                  <a:pt x="2382436" y="3427773"/>
                  <a:pt x="2369651" y="3439066"/>
                </a:cubicBezTo>
                <a:cubicBezTo>
                  <a:pt x="2373689" y="3434189"/>
                  <a:pt x="2390847" y="3439066"/>
                  <a:pt x="2397239" y="3432649"/>
                </a:cubicBezTo>
                <a:cubicBezTo>
                  <a:pt x="2403631" y="3434189"/>
                  <a:pt x="2394884" y="3435986"/>
                  <a:pt x="2388828" y="3435986"/>
                </a:cubicBezTo>
                <a:cubicBezTo>
                  <a:pt x="2380081" y="3455493"/>
                  <a:pt x="2401276" y="3455493"/>
                  <a:pt x="2376044" y="3461909"/>
                </a:cubicBezTo>
                <a:cubicBezTo>
                  <a:pt x="2376044" y="3466785"/>
                  <a:pt x="2382436" y="3461909"/>
                  <a:pt x="2390847" y="3463449"/>
                </a:cubicBezTo>
                <a:cubicBezTo>
                  <a:pt x="2390847" y="3476539"/>
                  <a:pt x="2376044" y="3474742"/>
                  <a:pt x="2369651" y="3481415"/>
                </a:cubicBezTo>
                <a:cubicBezTo>
                  <a:pt x="2378062" y="3484495"/>
                  <a:pt x="2394884" y="3495788"/>
                  <a:pt x="2365278" y="3497585"/>
                </a:cubicBezTo>
                <a:cubicBezTo>
                  <a:pt x="2367296" y="3499125"/>
                  <a:pt x="2373689" y="3512214"/>
                  <a:pt x="2356867" y="3507338"/>
                </a:cubicBezTo>
                <a:cubicBezTo>
                  <a:pt x="2356867" y="3513754"/>
                  <a:pt x="2367296" y="3513754"/>
                  <a:pt x="2367296" y="3520171"/>
                </a:cubicBezTo>
                <a:cubicBezTo>
                  <a:pt x="2378062" y="3521968"/>
                  <a:pt x="2373689" y="3510418"/>
                  <a:pt x="2376044" y="3507338"/>
                </a:cubicBezTo>
                <a:cubicBezTo>
                  <a:pt x="2407668" y="3515294"/>
                  <a:pt x="2420453" y="3507338"/>
                  <a:pt x="2446022" y="3512214"/>
                </a:cubicBezTo>
                <a:cubicBezTo>
                  <a:pt x="2425836" y="3520299"/>
                  <a:pt x="2402454" y="3526331"/>
                  <a:pt x="2379072" y="3532587"/>
                </a:cubicBezTo>
                <a:lnTo>
                  <a:pt x="2317351" y="3552610"/>
                </a:lnTo>
                <a:lnTo>
                  <a:pt x="2317162" y="3556302"/>
                </a:lnTo>
                <a:lnTo>
                  <a:pt x="2318829" y="3556962"/>
                </a:lnTo>
                <a:cubicBezTo>
                  <a:pt x="2328039" y="3556072"/>
                  <a:pt x="2341980" y="3547890"/>
                  <a:pt x="2335672" y="3562520"/>
                </a:cubicBezTo>
                <a:cubicBezTo>
                  <a:pt x="2344082" y="3560723"/>
                  <a:pt x="2342064" y="3554307"/>
                  <a:pt x="2356867" y="3559184"/>
                </a:cubicBezTo>
                <a:cubicBezTo>
                  <a:pt x="2360904" y="3549431"/>
                  <a:pt x="2350475" y="3549431"/>
                  <a:pt x="2360904" y="3544554"/>
                </a:cubicBezTo>
                <a:cubicBezTo>
                  <a:pt x="2371670" y="3546094"/>
                  <a:pt x="2369651" y="3552767"/>
                  <a:pt x="2365278" y="3559184"/>
                </a:cubicBezTo>
                <a:cubicBezTo>
                  <a:pt x="2371670" y="3557644"/>
                  <a:pt x="2394884" y="3550971"/>
                  <a:pt x="2401276" y="3559184"/>
                </a:cubicBezTo>
                <a:cubicBezTo>
                  <a:pt x="2412042" y="3555847"/>
                  <a:pt x="2431219" y="3544554"/>
                  <a:pt x="2441984" y="3552767"/>
                </a:cubicBezTo>
                <a:cubicBezTo>
                  <a:pt x="2437611" y="3559184"/>
                  <a:pt x="2435593" y="3565601"/>
                  <a:pt x="2426846" y="3570477"/>
                </a:cubicBezTo>
                <a:cubicBezTo>
                  <a:pt x="2392866" y="3568937"/>
                  <a:pt x="2384455" y="3585107"/>
                  <a:pt x="2356867" y="3575353"/>
                </a:cubicBezTo>
                <a:cubicBezTo>
                  <a:pt x="2346102" y="3583567"/>
                  <a:pt x="2333316" y="3583567"/>
                  <a:pt x="2318513" y="3583567"/>
                </a:cubicBezTo>
                <a:cubicBezTo>
                  <a:pt x="2320112" y="3586005"/>
                  <a:pt x="2320112" y="3588636"/>
                  <a:pt x="2319444" y="3591310"/>
                </a:cubicBezTo>
                <a:lnTo>
                  <a:pt x="2318958" y="3592577"/>
                </a:lnTo>
                <a:lnTo>
                  <a:pt x="2320758" y="3611691"/>
                </a:lnTo>
                <a:lnTo>
                  <a:pt x="2319688" y="3611694"/>
                </a:lnTo>
                <a:lnTo>
                  <a:pt x="2320532" y="3612570"/>
                </a:lnTo>
                <a:cubicBezTo>
                  <a:pt x="2331298" y="3609490"/>
                  <a:pt x="2318513" y="3601276"/>
                  <a:pt x="2331298" y="3596400"/>
                </a:cubicBezTo>
                <a:cubicBezTo>
                  <a:pt x="2350475" y="3593319"/>
                  <a:pt x="2373689" y="3614366"/>
                  <a:pt x="2384455" y="3601276"/>
                </a:cubicBezTo>
                <a:cubicBezTo>
                  <a:pt x="2401276" y="3604613"/>
                  <a:pt x="2382436" y="3607693"/>
                  <a:pt x="2384455" y="3617446"/>
                </a:cubicBezTo>
                <a:cubicBezTo>
                  <a:pt x="2358886" y="3617446"/>
                  <a:pt x="2346102" y="3611030"/>
                  <a:pt x="2333316" y="3625660"/>
                </a:cubicBezTo>
                <a:cubicBezTo>
                  <a:pt x="2326924" y="3620782"/>
                  <a:pt x="2335672" y="3620782"/>
                  <a:pt x="2324906" y="3615906"/>
                </a:cubicBezTo>
                <a:cubicBezTo>
                  <a:pt x="2314140" y="3624119"/>
                  <a:pt x="2295300" y="3625660"/>
                  <a:pt x="2284534" y="3635412"/>
                </a:cubicBezTo>
                <a:cubicBezTo>
                  <a:pt x="2286552" y="3638749"/>
                  <a:pt x="2299336" y="3636953"/>
                  <a:pt x="2307748" y="3643626"/>
                </a:cubicBezTo>
                <a:cubicBezTo>
                  <a:pt x="2301356" y="3650042"/>
                  <a:pt x="2295300" y="3657999"/>
                  <a:pt x="2312122" y="3661335"/>
                </a:cubicBezTo>
                <a:cubicBezTo>
                  <a:pt x="2322887" y="3661335"/>
                  <a:pt x="2318513" y="3648245"/>
                  <a:pt x="2322887" y="3645166"/>
                </a:cubicBezTo>
                <a:cubicBezTo>
                  <a:pt x="2344082" y="3632076"/>
                  <a:pt x="2363259" y="3656459"/>
                  <a:pt x="2373689" y="3640289"/>
                </a:cubicBezTo>
                <a:cubicBezTo>
                  <a:pt x="2376044" y="3648245"/>
                  <a:pt x="2384455" y="3651582"/>
                  <a:pt x="2401276" y="3648245"/>
                </a:cubicBezTo>
                <a:cubicBezTo>
                  <a:pt x="2399258" y="3651582"/>
                  <a:pt x="2397239" y="3656459"/>
                  <a:pt x="2403631" y="3656459"/>
                </a:cubicBezTo>
                <a:cubicBezTo>
                  <a:pt x="2378062" y="3667752"/>
                  <a:pt x="2269731" y="3667752"/>
                  <a:pt x="2318513" y="3693675"/>
                </a:cubicBezTo>
                <a:cubicBezTo>
                  <a:pt x="2337691" y="3689055"/>
                  <a:pt x="2348456" y="3692135"/>
                  <a:pt x="2367296" y="3700348"/>
                </a:cubicBezTo>
                <a:cubicBezTo>
                  <a:pt x="2378062" y="3695471"/>
                  <a:pt x="2401276" y="3685719"/>
                  <a:pt x="2418435" y="3695471"/>
                </a:cubicBezTo>
                <a:cubicBezTo>
                  <a:pt x="2373689" y="3727811"/>
                  <a:pt x="2265357" y="3701888"/>
                  <a:pt x="2241807" y="3740900"/>
                </a:cubicBezTo>
                <a:cubicBezTo>
                  <a:pt x="2241807" y="3747317"/>
                  <a:pt x="2260984" y="3745778"/>
                  <a:pt x="2263338" y="3752194"/>
                </a:cubicBezTo>
                <a:cubicBezTo>
                  <a:pt x="2292945" y="3740900"/>
                  <a:pt x="2360904" y="3750654"/>
                  <a:pt x="2394884" y="3743980"/>
                </a:cubicBezTo>
                <a:cubicBezTo>
                  <a:pt x="2382436" y="3766824"/>
                  <a:pt x="2342064" y="3742440"/>
                  <a:pt x="2329280" y="3766824"/>
                </a:cubicBezTo>
                <a:cubicBezTo>
                  <a:pt x="2292945" y="3761947"/>
                  <a:pt x="2276123" y="3774780"/>
                  <a:pt x="2239789" y="3771700"/>
                </a:cubicBezTo>
                <a:cubicBezTo>
                  <a:pt x="2237769" y="3776577"/>
                  <a:pt x="2244162" y="3778117"/>
                  <a:pt x="2239789" y="3782993"/>
                </a:cubicBezTo>
                <a:cubicBezTo>
                  <a:pt x="2235751" y="3781453"/>
                  <a:pt x="2237769" y="3776577"/>
                  <a:pt x="2227004" y="3776577"/>
                </a:cubicBezTo>
                <a:cubicBezTo>
                  <a:pt x="2218593" y="3784533"/>
                  <a:pt x="2203790" y="3787870"/>
                  <a:pt x="2201771" y="3800703"/>
                </a:cubicBezTo>
                <a:cubicBezTo>
                  <a:pt x="2235751" y="3808916"/>
                  <a:pt x="2252573" y="3790950"/>
                  <a:pt x="2280160" y="3804039"/>
                </a:cubicBezTo>
                <a:cubicBezTo>
                  <a:pt x="2301356" y="3792747"/>
                  <a:pt x="2320532" y="3795826"/>
                  <a:pt x="2350475" y="3804039"/>
                </a:cubicBezTo>
                <a:cubicBezTo>
                  <a:pt x="2329280" y="3825086"/>
                  <a:pt x="2248199" y="3828422"/>
                  <a:pt x="2231378" y="3822006"/>
                </a:cubicBezTo>
                <a:cubicBezTo>
                  <a:pt x="2220611" y="3822006"/>
                  <a:pt x="2218593" y="3828422"/>
                  <a:pt x="2214220" y="3833299"/>
                </a:cubicBezTo>
                <a:cubicBezTo>
                  <a:pt x="2191005" y="3818670"/>
                  <a:pt x="2139867" y="3841256"/>
                  <a:pt x="2127083" y="3823546"/>
                </a:cubicBezTo>
                <a:cubicBezTo>
                  <a:pt x="2114299" y="3833299"/>
                  <a:pt x="2116654" y="3829962"/>
                  <a:pt x="2101514" y="3825086"/>
                </a:cubicBezTo>
                <a:lnTo>
                  <a:pt x="2090965" y="3831700"/>
                </a:lnTo>
                <a:lnTo>
                  <a:pt x="2075787" y="3864882"/>
                </a:lnTo>
                <a:lnTo>
                  <a:pt x="2090496" y="3862013"/>
                </a:lnTo>
                <a:cubicBezTo>
                  <a:pt x="2095794" y="3862045"/>
                  <a:pt x="2099495" y="3864099"/>
                  <a:pt x="2099495" y="3870515"/>
                </a:cubicBezTo>
                <a:cubicBezTo>
                  <a:pt x="2105888" y="3868975"/>
                  <a:pt x="2110261" y="3864098"/>
                  <a:pt x="2112280" y="3859222"/>
                </a:cubicBezTo>
                <a:cubicBezTo>
                  <a:pt x="2129438" y="3857682"/>
                  <a:pt x="2120690" y="3867179"/>
                  <a:pt x="2129438" y="3868975"/>
                </a:cubicBezTo>
                <a:cubicBezTo>
                  <a:pt x="2142223" y="3868975"/>
                  <a:pt x="2125065" y="3864098"/>
                  <a:pt x="2137849" y="3860762"/>
                </a:cubicBezTo>
                <a:cubicBezTo>
                  <a:pt x="2148278" y="3860762"/>
                  <a:pt x="2139867" y="3870515"/>
                  <a:pt x="2148278" y="3870515"/>
                </a:cubicBezTo>
                <a:cubicBezTo>
                  <a:pt x="2131456" y="3883605"/>
                  <a:pt x="2114299" y="3877189"/>
                  <a:pt x="2095121" y="3885145"/>
                </a:cubicBezTo>
                <a:cubicBezTo>
                  <a:pt x="2091085" y="3875392"/>
                  <a:pt x="2082674" y="3883605"/>
                  <a:pt x="2073926" y="3877189"/>
                </a:cubicBezTo>
                <a:cubicBezTo>
                  <a:pt x="2078300" y="3881809"/>
                  <a:pt x="2076281" y="3888481"/>
                  <a:pt x="2073926" y="3896438"/>
                </a:cubicBezTo>
                <a:cubicBezTo>
                  <a:pt x="2064338" y="3891561"/>
                  <a:pt x="2056936" y="3890791"/>
                  <a:pt x="2050334" y="3890406"/>
                </a:cubicBezTo>
                <a:lnTo>
                  <a:pt x="2046057" y="3889559"/>
                </a:lnTo>
                <a:lnTo>
                  <a:pt x="2030307" y="3901760"/>
                </a:lnTo>
                <a:lnTo>
                  <a:pt x="2003984" y="3914758"/>
                </a:lnTo>
                <a:lnTo>
                  <a:pt x="2005282" y="3915336"/>
                </a:lnTo>
                <a:cubicBezTo>
                  <a:pt x="2024439" y="3918346"/>
                  <a:pt x="2048468" y="3909316"/>
                  <a:pt x="2077228" y="3909316"/>
                </a:cubicBezTo>
                <a:cubicBezTo>
                  <a:pt x="2085638" y="3909316"/>
                  <a:pt x="2085638" y="3915686"/>
                  <a:pt x="2089674" y="3915686"/>
                </a:cubicBezTo>
                <a:cubicBezTo>
                  <a:pt x="2130374" y="3918999"/>
                  <a:pt x="2183520" y="3901163"/>
                  <a:pt x="2202693" y="3902947"/>
                </a:cubicBezTo>
                <a:cubicBezTo>
                  <a:pt x="2219512" y="3904475"/>
                  <a:pt x="2213122" y="3909316"/>
                  <a:pt x="2236667" y="3901163"/>
                </a:cubicBezTo>
                <a:cubicBezTo>
                  <a:pt x="2234312" y="3915686"/>
                  <a:pt x="2215139" y="3915686"/>
                  <a:pt x="2219512" y="3935051"/>
                </a:cubicBezTo>
                <a:cubicBezTo>
                  <a:pt x="2204712" y="3935051"/>
                  <a:pt x="2217494" y="3922056"/>
                  <a:pt x="2206730" y="3920527"/>
                </a:cubicBezTo>
                <a:cubicBezTo>
                  <a:pt x="2191930" y="3922056"/>
                  <a:pt x="2179148" y="3935051"/>
                  <a:pt x="2166366" y="3926897"/>
                </a:cubicBezTo>
                <a:cubicBezTo>
                  <a:pt x="2155602" y="3926897"/>
                  <a:pt x="2170739" y="3936579"/>
                  <a:pt x="2157957" y="3939891"/>
                </a:cubicBezTo>
                <a:cubicBezTo>
                  <a:pt x="2138784" y="3930209"/>
                  <a:pt x="2143156" y="3948045"/>
                  <a:pt x="2126002" y="3949574"/>
                </a:cubicBezTo>
                <a:cubicBezTo>
                  <a:pt x="2111201" y="3948045"/>
                  <a:pt x="2115238" y="3939891"/>
                  <a:pt x="2108846" y="3935051"/>
                </a:cubicBezTo>
                <a:cubicBezTo>
                  <a:pt x="2102456" y="3949574"/>
                  <a:pt x="2053683" y="3931738"/>
                  <a:pt x="2049309" y="3931738"/>
                </a:cubicBezTo>
                <a:cubicBezTo>
                  <a:pt x="2028623" y="3931738"/>
                  <a:pt x="1996016" y="3935465"/>
                  <a:pt x="1987250" y="3924321"/>
                </a:cubicBezTo>
                <a:lnTo>
                  <a:pt x="1987423" y="3918524"/>
                </a:lnTo>
                <a:lnTo>
                  <a:pt x="1968336" y="3922612"/>
                </a:lnTo>
                <a:cubicBezTo>
                  <a:pt x="1961945" y="3932364"/>
                  <a:pt x="1964299" y="3940576"/>
                  <a:pt x="1942773" y="3943913"/>
                </a:cubicBezTo>
                <a:cubicBezTo>
                  <a:pt x="1925956" y="3927488"/>
                  <a:pt x="1913175" y="3939037"/>
                  <a:pt x="1881222" y="3930824"/>
                </a:cubicBezTo>
                <a:lnTo>
                  <a:pt x="1881354" y="3928326"/>
                </a:lnTo>
                <a:lnTo>
                  <a:pt x="1880359" y="3928005"/>
                </a:lnTo>
                <a:cubicBezTo>
                  <a:pt x="1877493" y="3926213"/>
                  <a:pt x="1875365" y="3923916"/>
                  <a:pt x="1874045" y="3921516"/>
                </a:cubicBezTo>
                <a:lnTo>
                  <a:pt x="1876269" y="3909521"/>
                </a:lnTo>
                <a:lnTo>
                  <a:pt x="1857573" y="3902514"/>
                </a:lnTo>
                <a:cubicBezTo>
                  <a:pt x="1844961" y="3899386"/>
                  <a:pt x="1830939" y="3896883"/>
                  <a:pt x="1816728" y="3894124"/>
                </a:cubicBezTo>
                <a:lnTo>
                  <a:pt x="1780201" y="3885485"/>
                </a:lnTo>
                <a:lnTo>
                  <a:pt x="1770596" y="3886132"/>
                </a:lnTo>
                <a:lnTo>
                  <a:pt x="1770500" y="3886398"/>
                </a:lnTo>
                <a:cubicBezTo>
                  <a:pt x="1769191" y="3889791"/>
                  <a:pt x="1768876" y="3887048"/>
                  <a:pt x="1757774" y="3887048"/>
                </a:cubicBezTo>
                <a:cubicBezTo>
                  <a:pt x="1757774" y="3887048"/>
                  <a:pt x="1757774" y="3887048"/>
                  <a:pt x="1774594" y="3905015"/>
                </a:cubicBezTo>
                <a:cubicBezTo>
                  <a:pt x="1766184" y="3909892"/>
                  <a:pt x="1764166" y="3914768"/>
                  <a:pt x="1768203" y="3921184"/>
                </a:cubicBezTo>
                <a:cubicBezTo>
                  <a:pt x="1780986" y="3919644"/>
                  <a:pt x="1772576" y="3914768"/>
                  <a:pt x="1776949" y="3911432"/>
                </a:cubicBezTo>
                <a:cubicBezTo>
                  <a:pt x="1783004" y="3919644"/>
                  <a:pt x="1789396" y="3921184"/>
                  <a:pt x="1796124" y="3921184"/>
                </a:cubicBezTo>
                <a:cubicBezTo>
                  <a:pt x="1791751" y="3926061"/>
                  <a:pt x="1800161" y="3932478"/>
                  <a:pt x="1785359" y="3935815"/>
                </a:cubicBezTo>
                <a:cubicBezTo>
                  <a:pt x="1778968" y="3932478"/>
                  <a:pt x="1774594" y="3927601"/>
                  <a:pt x="1764166" y="3934275"/>
                </a:cubicBezTo>
                <a:cubicBezTo>
                  <a:pt x="1776949" y="3942231"/>
                  <a:pt x="1789396" y="3951985"/>
                  <a:pt x="1800161" y="3960198"/>
                </a:cubicBezTo>
                <a:cubicBezTo>
                  <a:pt x="1776949" y="3965074"/>
                  <a:pt x="1819336" y="3977908"/>
                  <a:pt x="1798142" y="3982785"/>
                </a:cubicBezTo>
                <a:cubicBezTo>
                  <a:pt x="1787378" y="3981245"/>
                  <a:pt x="1793769" y="3974829"/>
                  <a:pt x="1780986" y="3976368"/>
                </a:cubicBezTo>
                <a:cubicBezTo>
                  <a:pt x="1789396" y="3973032"/>
                  <a:pt x="1778968" y="3966615"/>
                  <a:pt x="1780986" y="3963278"/>
                </a:cubicBezTo>
                <a:cubicBezTo>
                  <a:pt x="1776949" y="3965074"/>
                  <a:pt x="1772576" y="3963278"/>
                  <a:pt x="1766184" y="3966615"/>
                </a:cubicBezTo>
                <a:cubicBezTo>
                  <a:pt x="1766184" y="3966615"/>
                  <a:pt x="1766184" y="3966615"/>
                  <a:pt x="1778968" y="3977908"/>
                </a:cubicBezTo>
                <a:cubicBezTo>
                  <a:pt x="1759793" y="3977908"/>
                  <a:pt x="1774594" y="3989202"/>
                  <a:pt x="1766184" y="3995875"/>
                </a:cubicBezTo>
                <a:cubicBezTo>
                  <a:pt x="1753401" y="3981245"/>
                  <a:pt x="1768203" y="3963278"/>
                  <a:pt x="1734227" y="3956862"/>
                </a:cubicBezTo>
                <a:cubicBezTo>
                  <a:pt x="1721443" y="3969951"/>
                  <a:pt x="1766184" y="3998955"/>
                  <a:pt x="1723798" y="4002292"/>
                </a:cubicBezTo>
                <a:cubicBezTo>
                  <a:pt x="1721443" y="4007168"/>
                  <a:pt x="1727835" y="4010505"/>
                  <a:pt x="1732208" y="4015382"/>
                </a:cubicBezTo>
                <a:cubicBezTo>
                  <a:pt x="1736581" y="4013586"/>
                  <a:pt x="1740618" y="4010505"/>
                  <a:pt x="1742973" y="4013586"/>
                </a:cubicBezTo>
                <a:cubicBezTo>
                  <a:pt x="1730190" y="4036429"/>
                  <a:pt x="1747010" y="4063892"/>
                  <a:pt x="1730190" y="4086735"/>
                </a:cubicBezTo>
                <a:cubicBezTo>
                  <a:pt x="1734227" y="4084939"/>
                  <a:pt x="1738600" y="4089815"/>
                  <a:pt x="1742973" y="4089815"/>
                </a:cubicBezTo>
                <a:cubicBezTo>
                  <a:pt x="1730190" y="4093152"/>
                  <a:pt x="1742973" y="4099569"/>
                  <a:pt x="1734227" y="4104445"/>
                </a:cubicBezTo>
                <a:cubicBezTo>
                  <a:pt x="1725817" y="4098029"/>
                  <a:pt x="1732208" y="4091612"/>
                  <a:pt x="1719425" y="4094692"/>
                </a:cubicBezTo>
                <a:cubicBezTo>
                  <a:pt x="1717407" y="4104445"/>
                  <a:pt x="1713033" y="4114199"/>
                  <a:pt x="1715052" y="4123952"/>
                </a:cubicBezTo>
                <a:cubicBezTo>
                  <a:pt x="1708660" y="4130369"/>
                  <a:pt x="1704624" y="4125492"/>
                  <a:pt x="1698232" y="4130369"/>
                </a:cubicBezTo>
                <a:cubicBezTo>
                  <a:pt x="1702269" y="4132165"/>
                  <a:pt x="1706642" y="4132165"/>
                  <a:pt x="1708660" y="4135246"/>
                </a:cubicBezTo>
                <a:cubicBezTo>
                  <a:pt x="1702269" y="4138583"/>
                  <a:pt x="1695877" y="4137042"/>
                  <a:pt x="1689486" y="4141663"/>
                </a:cubicBezTo>
                <a:cubicBezTo>
                  <a:pt x="1695877" y="4149875"/>
                  <a:pt x="1691840" y="4149875"/>
                  <a:pt x="1700250" y="4153212"/>
                </a:cubicBezTo>
                <a:cubicBezTo>
                  <a:pt x="1689486" y="4156292"/>
                  <a:pt x="1681075" y="4151415"/>
                  <a:pt x="1670646" y="4154752"/>
                </a:cubicBezTo>
                <a:cubicBezTo>
                  <a:pt x="1672665" y="4161169"/>
                  <a:pt x="1679056" y="4169382"/>
                  <a:pt x="1668292" y="4174259"/>
                </a:cubicBezTo>
                <a:cubicBezTo>
                  <a:pt x="1668292" y="4174259"/>
                  <a:pt x="1668292" y="4174259"/>
                  <a:pt x="1664255" y="4170922"/>
                </a:cubicBezTo>
                <a:cubicBezTo>
                  <a:pt x="1661900" y="4170922"/>
                  <a:pt x="1659882" y="4172462"/>
                  <a:pt x="1659882" y="4170922"/>
                </a:cubicBezTo>
                <a:cubicBezTo>
                  <a:pt x="1670646" y="4167586"/>
                  <a:pt x="1668292" y="4156292"/>
                  <a:pt x="1659882" y="4158089"/>
                </a:cubicBezTo>
                <a:cubicBezTo>
                  <a:pt x="1657863" y="4170922"/>
                  <a:pt x="1655508" y="4179136"/>
                  <a:pt x="1666273" y="4190429"/>
                </a:cubicBezTo>
                <a:cubicBezTo>
                  <a:pt x="1651472" y="4190429"/>
                  <a:pt x="1659882" y="4198643"/>
                  <a:pt x="1647098" y="4198643"/>
                </a:cubicBezTo>
                <a:cubicBezTo>
                  <a:pt x="1653490" y="4198643"/>
                  <a:pt x="1659882" y="4203520"/>
                  <a:pt x="1653490" y="4208396"/>
                </a:cubicBezTo>
                <a:cubicBezTo>
                  <a:pt x="1645080" y="4200183"/>
                  <a:pt x="1634315" y="4198643"/>
                  <a:pt x="1621532" y="4205060"/>
                </a:cubicBezTo>
                <a:cubicBezTo>
                  <a:pt x="1621532" y="4196846"/>
                  <a:pt x="1621532" y="4190429"/>
                  <a:pt x="1619514" y="4184013"/>
                </a:cubicBezTo>
                <a:cubicBezTo>
                  <a:pt x="1611104" y="4187093"/>
                  <a:pt x="1606731" y="4177339"/>
                  <a:pt x="1598321" y="4185553"/>
                </a:cubicBezTo>
                <a:cubicBezTo>
                  <a:pt x="1615141" y="4195306"/>
                  <a:pt x="1613122" y="4205060"/>
                  <a:pt x="1613122" y="4217893"/>
                </a:cubicBezTo>
                <a:cubicBezTo>
                  <a:pt x="1623887" y="4217893"/>
                  <a:pt x="1640707" y="4224566"/>
                  <a:pt x="1630279" y="4232523"/>
                </a:cubicBezTo>
                <a:cubicBezTo>
                  <a:pt x="1623887" y="4227646"/>
                  <a:pt x="1627924" y="4224566"/>
                  <a:pt x="1619514" y="4219689"/>
                </a:cubicBezTo>
                <a:cubicBezTo>
                  <a:pt x="1611104" y="4219689"/>
                  <a:pt x="1602357" y="4226106"/>
                  <a:pt x="1602357" y="4229443"/>
                </a:cubicBezTo>
                <a:cubicBezTo>
                  <a:pt x="1604712" y="4230983"/>
                  <a:pt x="1621532" y="4229443"/>
                  <a:pt x="1615141" y="4237400"/>
                </a:cubicBezTo>
                <a:cubicBezTo>
                  <a:pt x="1613122" y="4234319"/>
                  <a:pt x="1598321" y="4234319"/>
                  <a:pt x="1604712" y="4239196"/>
                </a:cubicBezTo>
                <a:cubicBezTo>
                  <a:pt x="1608749" y="4245613"/>
                  <a:pt x="1619514" y="4240736"/>
                  <a:pt x="1623887" y="4250490"/>
                </a:cubicBezTo>
                <a:cubicBezTo>
                  <a:pt x="1617495" y="4253826"/>
                  <a:pt x="1600339" y="4252029"/>
                  <a:pt x="1604712" y="4256906"/>
                </a:cubicBezTo>
                <a:cubicBezTo>
                  <a:pt x="1611104" y="4255366"/>
                  <a:pt x="1630279" y="4261783"/>
                  <a:pt x="1625905" y="4268200"/>
                </a:cubicBezTo>
                <a:cubicBezTo>
                  <a:pt x="1615141" y="4271536"/>
                  <a:pt x="1617495" y="4263323"/>
                  <a:pt x="1611104" y="4265120"/>
                </a:cubicBezTo>
                <a:cubicBezTo>
                  <a:pt x="1617495" y="4271536"/>
                  <a:pt x="1593947" y="4266660"/>
                  <a:pt x="1602357" y="4271536"/>
                </a:cubicBezTo>
                <a:cubicBezTo>
                  <a:pt x="1623887" y="4268200"/>
                  <a:pt x="1627924" y="4292583"/>
                  <a:pt x="1617495" y="4300797"/>
                </a:cubicBezTo>
                <a:cubicBezTo>
                  <a:pt x="1623887" y="4303876"/>
                  <a:pt x="1632297" y="4303876"/>
                  <a:pt x="1638688" y="4303876"/>
                </a:cubicBezTo>
                <a:cubicBezTo>
                  <a:pt x="1630279" y="4308753"/>
                  <a:pt x="1632297" y="4313630"/>
                  <a:pt x="1643062" y="4312090"/>
                </a:cubicBezTo>
                <a:cubicBezTo>
                  <a:pt x="1636670" y="4316966"/>
                  <a:pt x="1643062" y="4321843"/>
                  <a:pt x="1634315" y="4325180"/>
                </a:cubicBezTo>
                <a:cubicBezTo>
                  <a:pt x="1621532" y="4320303"/>
                  <a:pt x="1613122" y="4302336"/>
                  <a:pt x="1613122" y="4292583"/>
                </a:cubicBezTo>
                <a:cubicBezTo>
                  <a:pt x="1611104" y="4294123"/>
                  <a:pt x="1608749" y="4292583"/>
                  <a:pt x="1604712" y="4292583"/>
                </a:cubicBezTo>
                <a:cubicBezTo>
                  <a:pt x="1617495" y="4323383"/>
                  <a:pt x="1602357" y="4339553"/>
                  <a:pt x="1623887" y="4372150"/>
                </a:cubicBezTo>
                <a:cubicBezTo>
                  <a:pt x="1613122" y="4373690"/>
                  <a:pt x="1617495" y="4378567"/>
                  <a:pt x="1608749" y="4381903"/>
                </a:cubicBezTo>
                <a:cubicBezTo>
                  <a:pt x="1593947" y="4370610"/>
                  <a:pt x="1598321" y="4350847"/>
                  <a:pt x="1572754" y="4341350"/>
                </a:cubicBezTo>
                <a:cubicBezTo>
                  <a:pt x="1572754" y="4341350"/>
                  <a:pt x="1572754" y="4341350"/>
                  <a:pt x="1566362" y="4342890"/>
                </a:cubicBezTo>
                <a:cubicBezTo>
                  <a:pt x="1579146" y="4363937"/>
                  <a:pt x="1606731" y="4386780"/>
                  <a:pt x="1579146" y="4404490"/>
                </a:cubicBezTo>
                <a:cubicBezTo>
                  <a:pt x="1583519" y="4422457"/>
                  <a:pt x="1593947" y="4448380"/>
                  <a:pt x="1572754" y="4458134"/>
                </a:cubicBezTo>
                <a:cubicBezTo>
                  <a:pt x="1579146" y="4458134"/>
                  <a:pt x="1581164" y="4463010"/>
                  <a:pt x="1577128" y="4466091"/>
                </a:cubicBezTo>
                <a:cubicBezTo>
                  <a:pt x="1572754" y="4461214"/>
                  <a:pt x="1568381" y="4458134"/>
                  <a:pt x="1559970" y="4463010"/>
                </a:cubicBezTo>
                <a:cubicBezTo>
                  <a:pt x="1559970" y="4467887"/>
                  <a:pt x="1555597" y="4472508"/>
                  <a:pt x="1545169" y="4475844"/>
                </a:cubicBezTo>
                <a:cubicBezTo>
                  <a:pt x="1549206" y="4480720"/>
                  <a:pt x="1545169" y="4485597"/>
                  <a:pt x="1555597" y="4482260"/>
                </a:cubicBezTo>
                <a:cubicBezTo>
                  <a:pt x="1555597" y="4480720"/>
                  <a:pt x="1551560" y="4477384"/>
                  <a:pt x="1553579" y="4475844"/>
                </a:cubicBezTo>
                <a:cubicBezTo>
                  <a:pt x="1568381" y="4477384"/>
                  <a:pt x="1559970" y="4490474"/>
                  <a:pt x="1572754" y="4498687"/>
                </a:cubicBezTo>
                <a:cubicBezTo>
                  <a:pt x="1538777" y="4500227"/>
                  <a:pt x="1536422" y="4524610"/>
                  <a:pt x="1519602" y="4539241"/>
                </a:cubicBezTo>
                <a:cubicBezTo>
                  <a:pt x="1508838" y="4534365"/>
                  <a:pt x="1498409" y="4545657"/>
                  <a:pt x="1487645" y="4550534"/>
                </a:cubicBezTo>
                <a:cubicBezTo>
                  <a:pt x="1453668" y="4545657"/>
                  <a:pt x="1434493" y="4516398"/>
                  <a:pt x="1424064" y="4487137"/>
                </a:cubicBezTo>
                <a:cubicBezTo>
                  <a:pt x="1436848" y="4487137"/>
                  <a:pt x="1432474" y="4493811"/>
                  <a:pt x="1440884" y="4493811"/>
                </a:cubicBezTo>
                <a:cubicBezTo>
                  <a:pt x="1451650" y="4484057"/>
                  <a:pt x="1430456" y="4477384"/>
                  <a:pt x="1438866" y="4464550"/>
                </a:cubicBezTo>
                <a:cubicBezTo>
                  <a:pt x="1396143" y="4458134"/>
                  <a:pt x="1430456" y="4409367"/>
                  <a:pt x="1411281" y="4393197"/>
                </a:cubicBezTo>
                <a:cubicBezTo>
                  <a:pt x="1434493" y="4373690"/>
                  <a:pt x="1424064" y="4342890"/>
                  <a:pt x="1415318" y="4329800"/>
                </a:cubicBezTo>
                <a:cubicBezTo>
                  <a:pt x="1413300" y="4334676"/>
                  <a:pt x="1421710" y="4349307"/>
                  <a:pt x="1404890" y="4347767"/>
                </a:cubicBezTo>
                <a:cubicBezTo>
                  <a:pt x="1402535" y="4333137"/>
                  <a:pt x="1411281" y="4321843"/>
                  <a:pt x="1398498" y="4310550"/>
                </a:cubicBezTo>
                <a:cubicBezTo>
                  <a:pt x="1406908" y="4297459"/>
                  <a:pt x="1411281" y="4274873"/>
                  <a:pt x="1394125" y="4271536"/>
                </a:cubicBezTo>
                <a:cubicBezTo>
                  <a:pt x="1398498" y="4261783"/>
                  <a:pt x="1400516" y="4273076"/>
                  <a:pt x="1408926" y="4266660"/>
                </a:cubicBezTo>
                <a:cubicBezTo>
                  <a:pt x="1408926" y="4256906"/>
                  <a:pt x="1389752" y="4247153"/>
                  <a:pt x="1402535" y="4239196"/>
                </a:cubicBezTo>
                <a:cubicBezTo>
                  <a:pt x="1408926" y="4242277"/>
                  <a:pt x="1394125" y="4252029"/>
                  <a:pt x="1406908" y="4250490"/>
                </a:cubicBezTo>
                <a:cubicBezTo>
                  <a:pt x="1411281" y="4242277"/>
                  <a:pt x="1421710" y="4227646"/>
                  <a:pt x="1400516" y="4230983"/>
                </a:cubicBezTo>
                <a:cubicBezTo>
                  <a:pt x="1413300" y="4211476"/>
                  <a:pt x="1411281" y="4188889"/>
                  <a:pt x="1411281" y="4167586"/>
                </a:cubicBezTo>
                <a:cubicBezTo>
                  <a:pt x="1392107" y="4162966"/>
                  <a:pt x="1377304" y="4140123"/>
                  <a:pt x="1377304" y="4127289"/>
                </a:cubicBezTo>
                <a:cubicBezTo>
                  <a:pt x="1366539" y="4127289"/>
                  <a:pt x="1355775" y="4127289"/>
                  <a:pt x="1345346" y="4130369"/>
                </a:cubicBezTo>
                <a:cubicBezTo>
                  <a:pt x="1345346" y="4133706"/>
                  <a:pt x="1347365" y="4137042"/>
                  <a:pt x="1351738" y="4141663"/>
                </a:cubicBezTo>
                <a:cubicBezTo>
                  <a:pt x="1360148" y="4138583"/>
                  <a:pt x="1366539" y="4138583"/>
                  <a:pt x="1372931" y="4143459"/>
                </a:cubicBezTo>
                <a:cubicBezTo>
                  <a:pt x="1366539" y="4154752"/>
                  <a:pt x="1360148" y="4166046"/>
                  <a:pt x="1366539" y="4177339"/>
                </a:cubicBezTo>
                <a:cubicBezTo>
                  <a:pt x="1362166" y="4180676"/>
                  <a:pt x="1358129" y="4179136"/>
                  <a:pt x="1351738" y="4180676"/>
                </a:cubicBezTo>
                <a:cubicBezTo>
                  <a:pt x="1366539" y="4185553"/>
                  <a:pt x="1353756" y="4188889"/>
                  <a:pt x="1358129" y="4195306"/>
                </a:cubicBezTo>
                <a:cubicBezTo>
                  <a:pt x="1362166" y="4195306"/>
                  <a:pt x="1364521" y="4193765"/>
                  <a:pt x="1366539" y="4195306"/>
                </a:cubicBezTo>
                <a:cubicBezTo>
                  <a:pt x="1360148" y="4196846"/>
                  <a:pt x="1358129" y="4200183"/>
                  <a:pt x="1355775" y="4203520"/>
                </a:cubicBezTo>
                <a:cubicBezTo>
                  <a:pt x="1349383" y="4195306"/>
                  <a:pt x="1345346" y="4177339"/>
                  <a:pt x="1328190" y="4180676"/>
                </a:cubicBezTo>
                <a:cubicBezTo>
                  <a:pt x="1330545" y="4196846"/>
                  <a:pt x="1347365" y="4205060"/>
                  <a:pt x="1336936" y="4217893"/>
                </a:cubicBezTo>
                <a:cubicBezTo>
                  <a:pt x="1328190" y="4222770"/>
                  <a:pt x="1326171" y="4211476"/>
                  <a:pt x="1317762" y="4217893"/>
                </a:cubicBezTo>
                <a:cubicBezTo>
                  <a:pt x="1311370" y="4226106"/>
                  <a:pt x="1321798" y="4237400"/>
                  <a:pt x="1309015" y="4245613"/>
                </a:cubicBezTo>
                <a:cubicBezTo>
                  <a:pt x="1304978" y="4240736"/>
                  <a:pt x="1300605" y="4235859"/>
                  <a:pt x="1292195" y="4239196"/>
                </a:cubicBezTo>
                <a:cubicBezTo>
                  <a:pt x="1283785" y="4245613"/>
                  <a:pt x="1298587" y="4253826"/>
                  <a:pt x="1279412" y="4260243"/>
                </a:cubicBezTo>
                <a:cubicBezTo>
                  <a:pt x="1281430" y="4261783"/>
                  <a:pt x="1285804" y="4260243"/>
                  <a:pt x="1287822" y="4263323"/>
                </a:cubicBezTo>
                <a:cubicBezTo>
                  <a:pt x="1271002" y="4271536"/>
                  <a:pt x="1268647" y="4281290"/>
                  <a:pt x="1271002" y="4292583"/>
                </a:cubicBezTo>
                <a:cubicBezTo>
                  <a:pt x="1249808" y="4299000"/>
                  <a:pt x="1258219" y="4308753"/>
                  <a:pt x="1243080" y="4316966"/>
                </a:cubicBezTo>
                <a:cubicBezTo>
                  <a:pt x="1224242" y="4274873"/>
                  <a:pt x="1245435" y="4234319"/>
                  <a:pt x="1221887" y="4190429"/>
                </a:cubicBezTo>
                <a:cubicBezTo>
                  <a:pt x="1234670" y="4179136"/>
                  <a:pt x="1226260" y="4164506"/>
                  <a:pt x="1215495" y="4149875"/>
                </a:cubicBezTo>
                <a:cubicBezTo>
                  <a:pt x="1232652" y="4140123"/>
                  <a:pt x="1230297" y="4119076"/>
                  <a:pt x="1207085" y="4110862"/>
                </a:cubicBezTo>
                <a:cubicBezTo>
                  <a:pt x="1211459" y="4122412"/>
                  <a:pt x="1228279" y="4133706"/>
                  <a:pt x="1217850" y="4143459"/>
                </a:cubicBezTo>
                <a:cubicBezTo>
                  <a:pt x="1209104" y="4125492"/>
                  <a:pt x="1192284" y="4107782"/>
                  <a:pt x="1205067" y="4091612"/>
                </a:cubicBezTo>
                <a:cubicBezTo>
                  <a:pt x="1192284" y="4094692"/>
                  <a:pt x="1190266" y="4081859"/>
                  <a:pt x="1192284" y="4075185"/>
                </a:cubicBezTo>
                <a:cubicBezTo>
                  <a:pt x="1200694" y="4080062"/>
                  <a:pt x="1205067" y="4093152"/>
                  <a:pt x="1215495" y="4093152"/>
                </a:cubicBezTo>
                <a:cubicBezTo>
                  <a:pt x="1213477" y="4078522"/>
                  <a:pt x="1187911" y="4073645"/>
                  <a:pt x="1183874" y="4059016"/>
                </a:cubicBezTo>
                <a:cubicBezTo>
                  <a:pt x="1190266" y="4055936"/>
                  <a:pt x="1194302" y="4057476"/>
                  <a:pt x="1198676" y="4054138"/>
                </a:cubicBezTo>
                <a:cubicBezTo>
                  <a:pt x="1198676" y="4047721"/>
                  <a:pt x="1190266" y="4033092"/>
                  <a:pt x="1205067" y="4037969"/>
                </a:cubicBezTo>
                <a:cubicBezTo>
                  <a:pt x="1202712" y="4036429"/>
                  <a:pt x="1205067" y="4034632"/>
                  <a:pt x="1202712" y="4033092"/>
                </a:cubicBezTo>
                <a:cubicBezTo>
                  <a:pt x="1194302" y="4031552"/>
                  <a:pt x="1187911" y="4023338"/>
                  <a:pt x="1179501" y="4023338"/>
                </a:cubicBezTo>
                <a:cubicBezTo>
                  <a:pt x="1177482" y="4024878"/>
                  <a:pt x="1177482" y="4026675"/>
                  <a:pt x="1177482" y="4029755"/>
                </a:cubicBezTo>
                <a:cubicBezTo>
                  <a:pt x="1181519" y="4034632"/>
                  <a:pt x="1187911" y="4031552"/>
                  <a:pt x="1192284" y="4037969"/>
                </a:cubicBezTo>
                <a:cubicBezTo>
                  <a:pt x="1175128" y="4041305"/>
                  <a:pt x="1198676" y="4047721"/>
                  <a:pt x="1190266" y="4051059"/>
                </a:cubicBezTo>
                <a:cubicBezTo>
                  <a:pt x="1175128" y="4042845"/>
                  <a:pt x="1185892" y="4042845"/>
                  <a:pt x="1177482" y="4033092"/>
                </a:cubicBezTo>
                <a:cubicBezTo>
                  <a:pt x="1168736" y="4031552"/>
                  <a:pt x="1158308" y="4037969"/>
                  <a:pt x="1160326" y="4044385"/>
                </a:cubicBezTo>
                <a:cubicBezTo>
                  <a:pt x="1153935" y="4037969"/>
                  <a:pt x="1147543" y="4029755"/>
                  <a:pt x="1136778" y="4034632"/>
                </a:cubicBezTo>
                <a:cubicBezTo>
                  <a:pt x="1151916" y="4044385"/>
                  <a:pt x="1183874" y="4067228"/>
                  <a:pt x="1158308" y="4073645"/>
                </a:cubicBezTo>
                <a:cubicBezTo>
                  <a:pt x="1160326" y="4078522"/>
                  <a:pt x="1162344" y="4083399"/>
                  <a:pt x="1162344" y="4089815"/>
                </a:cubicBezTo>
                <a:cubicBezTo>
                  <a:pt x="1166718" y="4088275"/>
                  <a:pt x="1171091" y="4088275"/>
                  <a:pt x="1175128" y="4088275"/>
                </a:cubicBezTo>
                <a:cubicBezTo>
                  <a:pt x="1168736" y="4093152"/>
                  <a:pt x="1164699" y="4096233"/>
                  <a:pt x="1166718" y="4101109"/>
                </a:cubicBezTo>
                <a:cubicBezTo>
                  <a:pt x="1187911" y="4151415"/>
                  <a:pt x="1179501" y="4206599"/>
                  <a:pt x="1175128" y="4247153"/>
                </a:cubicBezTo>
                <a:cubicBezTo>
                  <a:pt x="1158308" y="4232523"/>
                  <a:pt x="1158308" y="4227646"/>
                  <a:pt x="1147543" y="4216353"/>
                </a:cubicBezTo>
                <a:cubicBezTo>
                  <a:pt x="1145525" y="4227646"/>
                  <a:pt x="1145525" y="4239196"/>
                  <a:pt x="1145525" y="4250490"/>
                </a:cubicBezTo>
                <a:cubicBezTo>
                  <a:pt x="1141151" y="4253826"/>
                  <a:pt x="1124331" y="4256906"/>
                  <a:pt x="1128367" y="4260243"/>
                </a:cubicBezTo>
                <a:cubicBezTo>
                  <a:pt x="1147543" y="4265120"/>
                  <a:pt x="1117939" y="4277953"/>
                  <a:pt x="1134759" y="4287707"/>
                </a:cubicBezTo>
                <a:cubicBezTo>
                  <a:pt x="1121976" y="4291043"/>
                  <a:pt x="1130722" y="4295919"/>
                  <a:pt x="1124331" y="4303876"/>
                </a:cubicBezTo>
                <a:cubicBezTo>
                  <a:pt x="1117939" y="4299000"/>
                  <a:pt x="1124331" y="4294123"/>
                  <a:pt x="1117939" y="4289247"/>
                </a:cubicBezTo>
                <a:cubicBezTo>
                  <a:pt x="1109193" y="4292583"/>
                  <a:pt x="1100783" y="4291043"/>
                  <a:pt x="1098764" y="4297459"/>
                </a:cubicBezTo>
                <a:cubicBezTo>
                  <a:pt x="1077235" y="4277953"/>
                  <a:pt x="1066806" y="4255366"/>
                  <a:pt x="1052005" y="4230983"/>
                </a:cubicBezTo>
                <a:cubicBezTo>
                  <a:pt x="1043258" y="4214812"/>
                  <a:pt x="1022065" y="4180676"/>
                  <a:pt x="1028457" y="4162966"/>
                </a:cubicBezTo>
                <a:cubicBezTo>
                  <a:pt x="1002890" y="4140123"/>
                  <a:pt x="1005245" y="4104445"/>
                  <a:pt x="1005245" y="4078522"/>
                </a:cubicBezTo>
                <a:cubicBezTo>
                  <a:pt x="988088" y="4057476"/>
                  <a:pt x="990107" y="4033092"/>
                  <a:pt x="988088" y="4008709"/>
                </a:cubicBezTo>
                <a:cubicBezTo>
                  <a:pt x="992461" y="4010505"/>
                  <a:pt x="994480" y="4010505"/>
                  <a:pt x="998853" y="4008709"/>
                </a:cubicBezTo>
                <a:cubicBezTo>
                  <a:pt x="992461" y="4000752"/>
                  <a:pt x="1000871" y="3982785"/>
                  <a:pt x="983715" y="3984325"/>
                </a:cubicBezTo>
                <a:cubicBezTo>
                  <a:pt x="983715" y="3984325"/>
                  <a:pt x="983715" y="3984325"/>
                  <a:pt x="1000871" y="3976368"/>
                </a:cubicBezTo>
                <a:cubicBezTo>
                  <a:pt x="994480" y="3947108"/>
                  <a:pt x="981697" y="3917848"/>
                  <a:pt x="949739" y="3891925"/>
                </a:cubicBezTo>
                <a:cubicBezTo>
                  <a:pt x="958485" y="3882171"/>
                  <a:pt x="956130" y="3870878"/>
                  <a:pt x="939310" y="3866001"/>
                </a:cubicBezTo>
                <a:cubicBezTo>
                  <a:pt x="971268" y="3840077"/>
                  <a:pt x="981697" y="3802861"/>
                  <a:pt x="971268" y="3778477"/>
                </a:cubicBezTo>
                <a:cubicBezTo>
                  <a:pt x="964877" y="3781814"/>
                  <a:pt x="975305" y="3786691"/>
                  <a:pt x="966895" y="3788231"/>
                </a:cubicBezTo>
                <a:cubicBezTo>
                  <a:pt x="956130" y="3783354"/>
                  <a:pt x="958485" y="3780018"/>
                  <a:pt x="945702" y="3775140"/>
                </a:cubicBezTo>
                <a:cubicBezTo>
                  <a:pt x="945702" y="3770264"/>
                  <a:pt x="954112" y="3765388"/>
                  <a:pt x="943684" y="3758971"/>
                </a:cubicBezTo>
                <a:cubicBezTo>
                  <a:pt x="954112" y="3754094"/>
                  <a:pt x="960504" y="3749217"/>
                  <a:pt x="958485" y="3742800"/>
                </a:cubicBezTo>
                <a:cubicBezTo>
                  <a:pt x="949739" y="3744341"/>
                  <a:pt x="943684" y="3737924"/>
                  <a:pt x="937292" y="3733047"/>
                </a:cubicBezTo>
                <a:cubicBezTo>
                  <a:pt x="971268" y="3698910"/>
                  <a:pt x="979678" y="3663234"/>
                  <a:pt x="962522" y="3622680"/>
                </a:cubicBezTo>
                <a:cubicBezTo>
                  <a:pt x="983715" y="3616263"/>
                  <a:pt x="958485" y="3601634"/>
                  <a:pt x="962522" y="3593677"/>
                </a:cubicBezTo>
                <a:cubicBezTo>
                  <a:pt x="932919" y="3591880"/>
                  <a:pt x="960504" y="3556203"/>
                  <a:pt x="924172" y="3564416"/>
                </a:cubicBezTo>
                <a:cubicBezTo>
                  <a:pt x="975305" y="3523863"/>
                  <a:pt x="930900" y="3457386"/>
                  <a:pt x="952094" y="3423249"/>
                </a:cubicBezTo>
                <a:cubicBezTo>
                  <a:pt x="939310" y="3410416"/>
                  <a:pt x="937292" y="3384492"/>
                  <a:pt x="945702" y="3368065"/>
                </a:cubicBezTo>
                <a:cubicBezTo>
                  <a:pt x="930900" y="3337265"/>
                  <a:pt x="941329" y="3309802"/>
                  <a:pt x="949739" y="3282082"/>
                </a:cubicBezTo>
                <a:cubicBezTo>
                  <a:pt x="941329" y="3256158"/>
                  <a:pt x="945702" y="3243325"/>
                  <a:pt x="937292" y="3220482"/>
                </a:cubicBezTo>
                <a:cubicBezTo>
                  <a:pt x="943684" y="3215605"/>
                  <a:pt x="956130" y="3220482"/>
                  <a:pt x="954112" y="3214065"/>
                </a:cubicBezTo>
                <a:cubicBezTo>
                  <a:pt x="932919" y="3209188"/>
                  <a:pt x="941329" y="3186345"/>
                  <a:pt x="943684" y="3173511"/>
                </a:cubicBezTo>
                <a:cubicBezTo>
                  <a:pt x="945702" y="3176848"/>
                  <a:pt x="947720" y="3183265"/>
                  <a:pt x="952094" y="3181468"/>
                </a:cubicBezTo>
                <a:cubicBezTo>
                  <a:pt x="939310" y="3158881"/>
                  <a:pt x="943684" y="3123205"/>
                  <a:pt x="964877" y="3103698"/>
                </a:cubicBezTo>
                <a:cubicBezTo>
                  <a:pt x="964877" y="3110114"/>
                  <a:pt x="979678" y="3142712"/>
                  <a:pt x="954112" y="3137835"/>
                </a:cubicBezTo>
                <a:cubicBezTo>
                  <a:pt x="954112" y="3149128"/>
                  <a:pt x="964877" y="3162218"/>
                  <a:pt x="966895" y="3173511"/>
                </a:cubicBezTo>
                <a:cubicBezTo>
                  <a:pt x="973287" y="3171971"/>
                  <a:pt x="973287" y="3167095"/>
                  <a:pt x="979678" y="3165298"/>
                </a:cubicBezTo>
                <a:cubicBezTo>
                  <a:pt x="986070" y="3173511"/>
                  <a:pt x="968913" y="3186345"/>
                  <a:pt x="983715" y="3189681"/>
                </a:cubicBezTo>
                <a:cubicBezTo>
                  <a:pt x="983715" y="3178388"/>
                  <a:pt x="996498" y="3158881"/>
                  <a:pt x="975305" y="3149128"/>
                </a:cubicBezTo>
                <a:cubicBezTo>
                  <a:pt x="994480" y="3137835"/>
                  <a:pt x="995573" y="3121216"/>
                  <a:pt x="995867" y="3103762"/>
                </a:cubicBezTo>
                <a:lnTo>
                  <a:pt x="997348" y="3084366"/>
                </a:lnTo>
                <a:lnTo>
                  <a:pt x="996973" y="3084020"/>
                </a:lnTo>
                <a:lnTo>
                  <a:pt x="997480" y="3082633"/>
                </a:lnTo>
                <a:lnTo>
                  <a:pt x="997870" y="3077517"/>
                </a:lnTo>
                <a:lnTo>
                  <a:pt x="1009358" y="3057385"/>
                </a:lnTo>
                <a:lnTo>
                  <a:pt x="978077" y="3051604"/>
                </a:lnTo>
                <a:lnTo>
                  <a:pt x="979038" y="3058773"/>
                </a:lnTo>
                <a:lnTo>
                  <a:pt x="977341" y="3065256"/>
                </a:lnTo>
                <a:lnTo>
                  <a:pt x="987708" y="3064683"/>
                </a:lnTo>
                <a:cubicBezTo>
                  <a:pt x="981326" y="3077310"/>
                  <a:pt x="992074" y="3082109"/>
                  <a:pt x="992074" y="3091705"/>
                </a:cubicBezTo>
                <a:cubicBezTo>
                  <a:pt x="986700" y="3088548"/>
                  <a:pt x="980318" y="3088548"/>
                  <a:pt x="973433" y="3089148"/>
                </a:cubicBezTo>
                <a:lnTo>
                  <a:pt x="968682" y="3089377"/>
                </a:lnTo>
                <a:lnTo>
                  <a:pt x="966279" y="3099630"/>
                </a:lnTo>
                <a:lnTo>
                  <a:pt x="962267" y="3089685"/>
                </a:lnTo>
                <a:lnTo>
                  <a:pt x="951769" y="3090190"/>
                </a:lnTo>
                <a:cubicBezTo>
                  <a:pt x="949418" y="3079078"/>
                  <a:pt x="939007" y="3072512"/>
                  <a:pt x="939007" y="3061400"/>
                </a:cubicBezTo>
                <a:cubicBezTo>
                  <a:pt x="951769" y="3064683"/>
                  <a:pt x="966547" y="3067713"/>
                  <a:pt x="964533" y="3079078"/>
                </a:cubicBezTo>
                <a:cubicBezTo>
                  <a:pt x="970326" y="3078636"/>
                  <a:pt x="973076" y="3077310"/>
                  <a:pt x="974342" y="3075621"/>
                </a:cubicBezTo>
                <a:lnTo>
                  <a:pt x="975043" y="3071212"/>
                </a:lnTo>
                <a:lnTo>
                  <a:pt x="965081" y="3076990"/>
                </a:lnTo>
                <a:cubicBezTo>
                  <a:pt x="977784" y="3064274"/>
                  <a:pt x="962742" y="3044945"/>
                  <a:pt x="975444" y="3031974"/>
                </a:cubicBezTo>
                <a:lnTo>
                  <a:pt x="977765" y="3049280"/>
                </a:lnTo>
                <a:lnTo>
                  <a:pt x="980186" y="3035913"/>
                </a:lnTo>
                <a:cubicBezTo>
                  <a:pt x="981490" y="3030876"/>
                  <a:pt x="983593" y="3026449"/>
                  <a:pt x="987799" y="3024011"/>
                </a:cubicBezTo>
                <a:cubicBezTo>
                  <a:pt x="987799" y="3022214"/>
                  <a:pt x="983424" y="3020674"/>
                  <a:pt x="985780" y="3017337"/>
                </a:cubicBezTo>
                <a:cubicBezTo>
                  <a:pt x="981406" y="3017337"/>
                  <a:pt x="981406" y="3020674"/>
                  <a:pt x="979387" y="3024011"/>
                </a:cubicBezTo>
                <a:cubicBezTo>
                  <a:pt x="966602" y="3019134"/>
                  <a:pt x="987799" y="3012461"/>
                  <a:pt x="992173" y="3009380"/>
                </a:cubicBezTo>
                <a:cubicBezTo>
                  <a:pt x="966602" y="3004504"/>
                  <a:pt x="949443" y="2996291"/>
                  <a:pt x="923872" y="3004504"/>
                </a:cubicBezTo>
                <a:cubicBezTo>
                  <a:pt x="923872" y="3015797"/>
                  <a:pt x="930600" y="3024011"/>
                  <a:pt x="921852" y="3031967"/>
                </a:cubicBezTo>
                <a:cubicBezTo>
                  <a:pt x="877440" y="3027091"/>
                  <a:pt x="847495" y="3004504"/>
                  <a:pt x="802746" y="2991414"/>
                </a:cubicBezTo>
                <a:cubicBezTo>
                  <a:pt x="796353" y="2994751"/>
                  <a:pt x="800727" y="3014257"/>
                  <a:pt x="807120" y="3020674"/>
                </a:cubicBezTo>
                <a:cubicBezTo>
                  <a:pt x="798708" y="3030427"/>
                  <a:pt x="777511" y="3030427"/>
                  <a:pt x="771119" y="3041720"/>
                </a:cubicBezTo>
                <a:cubicBezTo>
                  <a:pt x="747566" y="3040180"/>
                  <a:pt x="751940" y="3038383"/>
                  <a:pt x="732763" y="3040180"/>
                </a:cubicBezTo>
                <a:cubicBezTo>
                  <a:pt x="719977" y="3025551"/>
                  <a:pt x="696424" y="3015797"/>
                  <a:pt x="688013" y="2999628"/>
                </a:cubicBezTo>
                <a:cubicBezTo>
                  <a:pt x="690032" y="2992955"/>
                  <a:pt x="702818" y="2994751"/>
                  <a:pt x="705172" y="2988334"/>
                </a:cubicBezTo>
                <a:cubicBezTo>
                  <a:pt x="696424" y="2980121"/>
                  <a:pt x="692387" y="2960615"/>
                  <a:pt x="705172" y="2950862"/>
                </a:cubicBezTo>
                <a:cubicBezTo>
                  <a:pt x="683639" y="2955738"/>
                  <a:pt x="679601" y="2934692"/>
                  <a:pt x="690032" y="2924939"/>
                </a:cubicBezTo>
                <a:cubicBezTo>
                  <a:pt x="666816" y="2936232"/>
                  <a:pt x="639226" y="2926479"/>
                  <a:pt x="630815" y="2950862"/>
                </a:cubicBezTo>
                <a:cubicBezTo>
                  <a:pt x="647638" y="2942905"/>
                  <a:pt x="645620" y="2950862"/>
                  <a:pt x="628460" y="2954198"/>
                </a:cubicBezTo>
                <a:cubicBezTo>
                  <a:pt x="630815" y="2959075"/>
                  <a:pt x="634853" y="2954198"/>
                  <a:pt x="643264" y="2955738"/>
                </a:cubicBezTo>
                <a:cubicBezTo>
                  <a:pt x="643264" y="2960615"/>
                  <a:pt x="636871" y="2960615"/>
                  <a:pt x="636871" y="2963952"/>
                </a:cubicBezTo>
                <a:cubicBezTo>
                  <a:pt x="643264" y="2971908"/>
                  <a:pt x="658405" y="2976784"/>
                  <a:pt x="671191" y="2981661"/>
                </a:cubicBezTo>
                <a:cubicBezTo>
                  <a:pt x="662442" y="2986538"/>
                  <a:pt x="656050" y="2994751"/>
                  <a:pt x="656050" y="3006044"/>
                </a:cubicBezTo>
                <a:cubicBezTo>
                  <a:pt x="630815" y="3004504"/>
                  <a:pt x="641245" y="2981661"/>
                  <a:pt x="615675" y="2988334"/>
                </a:cubicBezTo>
                <a:cubicBezTo>
                  <a:pt x="615675" y="2980121"/>
                  <a:pt x="620049" y="2968828"/>
                  <a:pt x="605244" y="2968828"/>
                </a:cubicBezTo>
                <a:cubicBezTo>
                  <a:pt x="615675" y="2967032"/>
                  <a:pt x="609282" y="2950862"/>
                  <a:pt x="620049" y="2950862"/>
                </a:cubicBezTo>
                <a:cubicBezTo>
                  <a:pt x="611637" y="2947782"/>
                  <a:pt x="602889" y="2942905"/>
                  <a:pt x="592458" y="2939569"/>
                </a:cubicBezTo>
                <a:cubicBezTo>
                  <a:pt x="596496" y="2933152"/>
                  <a:pt x="618029" y="2939569"/>
                  <a:pt x="628460" y="2939569"/>
                </a:cubicBezTo>
                <a:cubicBezTo>
                  <a:pt x="634853" y="2936232"/>
                  <a:pt x="636871" y="2928275"/>
                  <a:pt x="645620" y="2928275"/>
                </a:cubicBezTo>
                <a:cubicBezTo>
                  <a:pt x="639226" y="2900556"/>
                  <a:pt x="592458" y="2905433"/>
                  <a:pt x="579673" y="2877970"/>
                </a:cubicBezTo>
                <a:cubicBezTo>
                  <a:pt x="566887" y="2879510"/>
                  <a:pt x="575299" y="2895679"/>
                  <a:pt x="564869" y="2895679"/>
                </a:cubicBezTo>
                <a:cubicBezTo>
                  <a:pt x="564869" y="2900556"/>
                  <a:pt x="573281" y="2897476"/>
                  <a:pt x="575299" y="2894139"/>
                </a:cubicBezTo>
                <a:cubicBezTo>
                  <a:pt x="590104" y="2894139"/>
                  <a:pt x="560495" y="2902353"/>
                  <a:pt x="577318" y="2903893"/>
                </a:cubicBezTo>
                <a:cubicBezTo>
                  <a:pt x="575299" y="2910309"/>
                  <a:pt x="558477" y="2905433"/>
                  <a:pt x="556121" y="2912106"/>
                </a:cubicBezTo>
                <a:cubicBezTo>
                  <a:pt x="549728" y="2899016"/>
                  <a:pt x="534924" y="2903893"/>
                  <a:pt x="509353" y="2899016"/>
                </a:cubicBezTo>
                <a:cubicBezTo>
                  <a:pt x="511709" y="2886183"/>
                  <a:pt x="502960" y="2879510"/>
                  <a:pt x="479744" y="2881306"/>
                </a:cubicBezTo>
                <a:cubicBezTo>
                  <a:pt x="479744" y="2866676"/>
                  <a:pt x="454173" y="2864880"/>
                  <a:pt x="462585" y="2847170"/>
                </a:cubicBezTo>
                <a:cubicBezTo>
                  <a:pt x="462585" y="2847170"/>
                  <a:pt x="462585" y="2847170"/>
                  <a:pt x="437014" y="2845630"/>
                </a:cubicBezTo>
                <a:cubicBezTo>
                  <a:pt x="434996" y="2837417"/>
                  <a:pt x="430622" y="2827664"/>
                  <a:pt x="437014" y="2813034"/>
                </a:cubicBezTo>
                <a:cubicBezTo>
                  <a:pt x="443407" y="2809697"/>
                  <a:pt x="454173" y="2811494"/>
                  <a:pt x="466959" y="2813034"/>
                </a:cubicBezTo>
                <a:cubicBezTo>
                  <a:pt x="462585" y="2819451"/>
                  <a:pt x="464941" y="2824327"/>
                  <a:pt x="466959" y="2829203"/>
                </a:cubicBezTo>
                <a:cubicBezTo>
                  <a:pt x="475371" y="2829203"/>
                  <a:pt x="486138" y="2816371"/>
                  <a:pt x="481764" y="2829203"/>
                </a:cubicBezTo>
                <a:cubicBezTo>
                  <a:pt x="490175" y="2827664"/>
                  <a:pt x="494549" y="2822787"/>
                  <a:pt x="496568" y="2814574"/>
                </a:cubicBezTo>
                <a:cubicBezTo>
                  <a:pt x="494549" y="2809697"/>
                  <a:pt x="490175" y="2816371"/>
                  <a:pt x="481764" y="2813034"/>
                </a:cubicBezTo>
                <a:cubicBezTo>
                  <a:pt x="507335" y="2801741"/>
                  <a:pt x="456193" y="2798404"/>
                  <a:pt x="477726" y="2787111"/>
                </a:cubicBezTo>
                <a:cubicBezTo>
                  <a:pt x="466959" y="2788780"/>
                  <a:pt x="461071" y="2788395"/>
                  <a:pt x="457622" y="2785956"/>
                </a:cubicBezTo>
                <a:lnTo>
                  <a:pt x="455781" y="2781417"/>
                </a:lnTo>
                <a:lnTo>
                  <a:pt x="444845" y="2783400"/>
                </a:lnTo>
                <a:lnTo>
                  <a:pt x="443996" y="2789550"/>
                </a:lnTo>
                <a:cubicBezTo>
                  <a:pt x="443996" y="2795645"/>
                  <a:pt x="444585" y="2801741"/>
                  <a:pt x="439370" y="2806617"/>
                </a:cubicBezTo>
                <a:cubicBezTo>
                  <a:pt x="431883" y="2802960"/>
                  <a:pt x="429339" y="2796977"/>
                  <a:pt x="429034" y="2789954"/>
                </a:cubicBezTo>
                <a:lnTo>
                  <a:pt x="429546" y="2786174"/>
                </a:lnTo>
                <a:lnTo>
                  <a:pt x="414334" y="2788932"/>
                </a:lnTo>
                <a:cubicBezTo>
                  <a:pt x="407941" y="2795604"/>
                  <a:pt x="425099" y="2790729"/>
                  <a:pt x="418707" y="2797144"/>
                </a:cubicBezTo>
                <a:cubicBezTo>
                  <a:pt x="393138" y="2806895"/>
                  <a:pt x="382372" y="2813310"/>
                  <a:pt x="350410" y="2808435"/>
                </a:cubicBezTo>
                <a:cubicBezTo>
                  <a:pt x="331234" y="2821522"/>
                  <a:pt x="322823" y="2841025"/>
                  <a:pt x="297254" y="2847440"/>
                </a:cubicBezTo>
                <a:cubicBezTo>
                  <a:pt x="303646" y="2824602"/>
                  <a:pt x="320804" y="2803559"/>
                  <a:pt x="333589" y="2787392"/>
                </a:cubicBezTo>
                <a:cubicBezTo>
                  <a:pt x="337626" y="2782517"/>
                  <a:pt x="327197" y="2782517"/>
                  <a:pt x="327197" y="2779181"/>
                </a:cubicBezTo>
                <a:cubicBezTo>
                  <a:pt x="312394" y="2779181"/>
                  <a:pt x="310039" y="2779181"/>
                  <a:pt x="308020" y="2772766"/>
                </a:cubicBezTo>
                <a:cubicBezTo>
                  <a:pt x="293217" y="2771226"/>
                  <a:pt x="290862" y="2785853"/>
                  <a:pt x="276059" y="2777641"/>
                </a:cubicBezTo>
                <a:cubicBezTo>
                  <a:pt x="278077" y="2785853"/>
                  <a:pt x="269666" y="2787392"/>
                  <a:pt x="263275" y="2790729"/>
                </a:cubicBezTo>
                <a:cubicBezTo>
                  <a:pt x="261255" y="2797144"/>
                  <a:pt x="269666" y="2802020"/>
                  <a:pt x="269666" y="2808435"/>
                </a:cubicBezTo>
                <a:cubicBezTo>
                  <a:pt x="261255" y="2809975"/>
                  <a:pt x="259237" y="2806895"/>
                  <a:pt x="254864" y="2806895"/>
                </a:cubicBezTo>
                <a:cubicBezTo>
                  <a:pt x="229295" y="2823062"/>
                  <a:pt x="201707" y="2837689"/>
                  <a:pt x="167727" y="2848980"/>
                </a:cubicBezTo>
                <a:cubicBezTo>
                  <a:pt x="167727" y="2853855"/>
                  <a:pt x="167727" y="2860271"/>
                  <a:pt x="161335" y="2862067"/>
                </a:cubicBezTo>
                <a:cubicBezTo>
                  <a:pt x="131392" y="2842564"/>
                  <a:pt x="203726" y="2829477"/>
                  <a:pt x="208099" y="2805099"/>
                </a:cubicBezTo>
                <a:cubicBezTo>
                  <a:pt x="197333" y="2798683"/>
                  <a:pt x="186904" y="2805099"/>
                  <a:pt x="180511" y="2798683"/>
                </a:cubicBezTo>
                <a:cubicBezTo>
                  <a:pt x="182530" y="2795604"/>
                  <a:pt x="206080" y="2788932"/>
                  <a:pt x="182530" y="2787392"/>
                </a:cubicBezTo>
                <a:cubicBezTo>
                  <a:pt x="184549" y="2780977"/>
                  <a:pt x="197333" y="2782517"/>
                  <a:pt x="199688" y="2776102"/>
                </a:cubicBezTo>
                <a:cubicBezTo>
                  <a:pt x="210118" y="2777641"/>
                  <a:pt x="195315" y="2782517"/>
                  <a:pt x="197333" y="2785853"/>
                </a:cubicBezTo>
                <a:cubicBezTo>
                  <a:pt x="214491" y="2785853"/>
                  <a:pt x="212137" y="2774562"/>
                  <a:pt x="212137" y="2767890"/>
                </a:cubicBezTo>
                <a:cubicBezTo>
                  <a:pt x="235686" y="2763015"/>
                  <a:pt x="252844" y="2766351"/>
                  <a:pt x="276059" y="2759935"/>
                </a:cubicBezTo>
                <a:cubicBezTo>
                  <a:pt x="282451" y="2763015"/>
                  <a:pt x="282451" y="2767890"/>
                  <a:pt x="288843" y="2769686"/>
                </a:cubicBezTo>
                <a:cubicBezTo>
                  <a:pt x="301628" y="2763015"/>
                  <a:pt x="293217" y="2750184"/>
                  <a:pt x="280433" y="2748387"/>
                </a:cubicBezTo>
                <a:cubicBezTo>
                  <a:pt x="295235" y="2741972"/>
                  <a:pt x="299609" y="2724266"/>
                  <a:pt x="318786" y="2720930"/>
                </a:cubicBezTo>
                <a:cubicBezTo>
                  <a:pt x="346374" y="2720930"/>
                  <a:pt x="354784" y="2729141"/>
                  <a:pt x="371606" y="2732221"/>
                </a:cubicBezTo>
                <a:cubicBezTo>
                  <a:pt x="386746" y="2729141"/>
                  <a:pt x="393138" y="2719390"/>
                  <a:pt x="399530" y="2709639"/>
                </a:cubicBezTo>
                <a:cubicBezTo>
                  <a:pt x="410128" y="2710024"/>
                  <a:pt x="418202" y="2707474"/>
                  <a:pt x="425052" y="2703356"/>
                </a:cubicBezTo>
                <a:lnTo>
                  <a:pt x="437752" y="2692392"/>
                </a:lnTo>
                <a:lnTo>
                  <a:pt x="428182" y="2669560"/>
                </a:lnTo>
                <a:cubicBezTo>
                  <a:pt x="423135" y="2639627"/>
                  <a:pt x="435500" y="2601031"/>
                  <a:pt x="456193" y="2563302"/>
                </a:cubicBezTo>
                <a:cubicBezTo>
                  <a:pt x="445762" y="2561762"/>
                  <a:pt x="454173" y="2579471"/>
                  <a:pt x="439370" y="2571515"/>
                </a:cubicBezTo>
                <a:cubicBezTo>
                  <a:pt x="445762" y="2550212"/>
                  <a:pt x="445762" y="2534042"/>
                  <a:pt x="445762" y="2506579"/>
                </a:cubicBezTo>
                <a:cubicBezTo>
                  <a:pt x="449800" y="2509659"/>
                  <a:pt x="456193" y="2512995"/>
                  <a:pt x="466959" y="2512995"/>
                </a:cubicBezTo>
                <a:cubicBezTo>
                  <a:pt x="466959" y="2512995"/>
                  <a:pt x="466959" y="2512995"/>
                  <a:pt x="468978" y="2506579"/>
                </a:cubicBezTo>
                <a:cubicBezTo>
                  <a:pt x="468978" y="2495286"/>
                  <a:pt x="458547" y="2508119"/>
                  <a:pt x="449800" y="2503243"/>
                </a:cubicBezTo>
                <a:cubicBezTo>
                  <a:pt x="454173" y="2493489"/>
                  <a:pt x="471333" y="2499906"/>
                  <a:pt x="479744" y="2493489"/>
                </a:cubicBezTo>
                <a:cubicBezTo>
                  <a:pt x="479240" y="2490281"/>
                  <a:pt x="477663" y="2488581"/>
                  <a:pt x="475513" y="2487630"/>
                </a:cubicBezTo>
                <a:lnTo>
                  <a:pt x="470604" y="2486760"/>
                </a:lnTo>
                <a:lnTo>
                  <a:pt x="454705" y="2493827"/>
                </a:lnTo>
                <a:cubicBezTo>
                  <a:pt x="363195" y="2502039"/>
                  <a:pt x="320804" y="2511791"/>
                  <a:pt x="238042" y="2513330"/>
                </a:cubicBezTo>
                <a:cubicBezTo>
                  <a:pt x="231650" y="2513330"/>
                  <a:pt x="233668" y="2519745"/>
                  <a:pt x="229295" y="2521542"/>
                </a:cubicBezTo>
                <a:cubicBezTo>
                  <a:pt x="222902" y="2516666"/>
                  <a:pt x="208099" y="2516666"/>
                  <a:pt x="210118" y="2509994"/>
                </a:cubicBezTo>
                <a:cubicBezTo>
                  <a:pt x="203726" y="2509994"/>
                  <a:pt x="206080" y="2516666"/>
                  <a:pt x="199688" y="2516666"/>
                </a:cubicBezTo>
                <a:cubicBezTo>
                  <a:pt x="184549" y="2503578"/>
                  <a:pt x="163353" y="2505118"/>
                  <a:pt x="133747" y="2505118"/>
                </a:cubicBezTo>
                <a:cubicBezTo>
                  <a:pt x="131392" y="2502039"/>
                  <a:pt x="131392" y="2498703"/>
                  <a:pt x="131392" y="2495624"/>
                </a:cubicBezTo>
                <a:cubicBezTo>
                  <a:pt x="97413" y="2503578"/>
                  <a:pt x="89002" y="2480997"/>
                  <a:pt x="55022" y="2485872"/>
                </a:cubicBezTo>
                <a:cubicBezTo>
                  <a:pt x="69825" y="2435576"/>
                  <a:pt x="-8901" y="2406322"/>
                  <a:pt x="8258" y="2354487"/>
                </a:cubicBezTo>
                <a:cubicBezTo>
                  <a:pt x="27434" y="2356026"/>
                  <a:pt x="35845" y="2346275"/>
                  <a:pt x="46611" y="2341399"/>
                </a:cubicBezTo>
                <a:cubicBezTo>
                  <a:pt x="67806" y="2369114"/>
                  <a:pt x="76217" y="2402987"/>
                  <a:pt x="99767" y="2428904"/>
                </a:cubicBezTo>
                <a:cubicBezTo>
                  <a:pt x="110197" y="2432240"/>
                  <a:pt x="116589" y="2427365"/>
                  <a:pt x="120962" y="2424285"/>
                </a:cubicBezTo>
                <a:cubicBezTo>
                  <a:pt x="122982" y="2419409"/>
                  <a:pt x="103805" y="2424285"/>
                  <a:pt x="112552" y="2416074"/>
                </a:cubicBezTo>
                <a:cubicBezTo>
                  <a:pt x="152924" y="2422489"/>
                  <a:pt x="131392" y="2380404"/>
                  <a:pt x="135766" y="2362442"/>
                </a:cubicBezTo>
                <a:cubicBezTo>
                  <a:pt x="140140" y="2357566"/>
                  <a:pt x="150569" y="2357566"/>
                  <a:pt x="154942" y="2352947"/>
                </a:cubicBezTo>
                <a:cubicBezTo>
                  <a:pt x="146531" y="2338320"/>
                  <a:pt x="150569" y="2315482"/>
                  <a:pt x="163353" y="2305730"/>
                </a:cubicBezTo>
                <a:cubicBezTo>
                  <a:pt x="159316" y="2292899"/>
                  <a:pt x="156962" y="2278272"/>
                  <a:pt x="159316" y="2263646"/>
                </a:cubicBezTo>
                <a:cubicBezTo>
                  <a:pt x="161335" y="2250558"/>
                  <a:pt x="165709" y="2237727"/>
                  <a:pt x="180511" y="2229516"/>
                </a:cubicBezTo>
                <a:cubicBezTo>
                  <a:pt x="159316" y="2257230"/>
                  <a:pt x="161335" y="2291104"/>
                  <a:pt x="178493" y="2313942"/>
                </a:cubicBezTo>
                <a:cubicBezTo>
                  <a:pt x="199688" y="2309066"/>
                  <a:pt x="182530" y="2294439"/>
                  <a:pt x="184549" y="2284688"/>
                </a:cubicBezTo>
                <a:cubicBezTo>
                  <a:pt x="195315" y="2289564"/>
                  <a:pt x="197333" y="2297775"/>
                  <a:pt x="197333" y="2300855"/>
                </a:cubicBezTo>
                <a:cubicBezTo>
                  <a:pt x="225257" y="2295979"/>
                  <a:pt x="199688" y="2281608"/>
                  <a:pt x="197333" y="2271857"/>
                </a:cubicBezTo>
                <a:cubicBezTo>
                  <a:pt x="227276" y="2262106"/>
                  <a:pt x="227276" y="2232852"/>
                  <a:pt x="220884" y="2219765"/>
                </a:cubicBezTo>
                <a:cubicBezTo>
                  <a:pt x="212137" y="2223100"/>
                  <a:pt x="208099" y="2226437"/>
                  <a:pt x="199688" y="2227976"/>
                </a:cubicBezTo>
                <a:cubicBezTo>
                  <a:pt x="195315" y="2223100"/>
                  <a:pt x="193296" y="2219765"/>
                  <a:pt x="188922" y="2214889"/>
                </a:cubicBezTo>
                <a:cubicBezTo>
                  <a:pt x="180511" y="2216686"/>
                  <a:pt x="174119" y="2219765"/>
                  <a:pt x="172100" y="2227976"/>
                </a:cubicBezTo>
                <a:cubicBezTo>
                  <a:pt x="156962" y="2218225"/>
                  <a:pt x="144177" y="2232852"/>
                  <a:pt x="133747" y="2240807"/>
                </a:cubicBezTo>
                <a:cubicBezTo>
                  <a:pt x="118944" y="2236188"/>
                  <a:pt x="146531" y="2221561"/>
                  <a:pt x="150569" y="2227976"/>
                </a:cubicBezTo>
                <a:cubicBezTo>
                  <a:pt x="152924" y="2223100"/>
                  <a:pt x="150569" y="2218225"/>
                  <a:pt x="148551" y="2223100"/>
                </a:cubicBezTo>
                <a:cubicBezTo>
                  <a:pt x="144177" y="2221561"/>
                  <a:pt x="146531" y="2214889"/>
                  <a:pt x="150569" y="2214889"/>
                </a:cubicBezTo>
                <a:cubicBezTo>
                  <a:pt x="144177" y="2211810"/>
                  <a:pt x="135766" y="2205394"/>
                  <a:pt x="114571" y="2206934"/>
                </a:cubicBezTo>
                <a:cubicBezTo>
                  <a:pt x="127355" y="2190768"/>
                  <a:pt x="95394" y="2182556"/>
                  <a:pt x="99767" y="2165106"/>
                </a:cubicBezTo>
                <a:cubicBezTo>
                  <a:pt x="91020" y="2158434"/>
                  <a:pt x="82609" y="2171522"/>
                  <a:pt x="82609" y="2165106"/>
                </a:cubicBezTo>
                <a:cubicBezTo>
                  <a:pt x="82609" y="2160230"/>
                  <a:pt x="86983" y="2160230"/>
                  <a:pt x="91020" y="2160230"/>
                </a:cubicBezTo>
                <a:cubicBezTo>
                  <a:pt x="93375" y="2142268"/>
                  <a:pt x="99767" y="2134056"/>
                  <a:pt x="101786" y="2116350"/>
                </a:cubicBezTo>
                <a:cubicBezTo>
                  <a:pt x="93375" y="2105059"/>
                  <a:pt x="76217" y="2095307"/>
                  <a:pt x="91020" y="2072469"/>
                </a:cubicBezTo>
                <a:cubicBezTo>
                  <a:pt x="69825" y="2069390"/>
                  <a:pt x="65787" y="2075805"/>
                  <a:pt x="46611" y="2067593"/>
                </a:cubicBezTo>
                <a:cubicBezTo>
                  <a:pt x="42238" y="2046551"/>
                  <a:pt x="63433" y="2025509"/>
                  <a:pt x="84964" y="2001131"/>
                </a:cubicBezTo>
                <a:cubicBezTo>
                  <a:pt x="103805" y="1977009"/>
                  <a:pt x="116589" y="1955710"/>
                  <a:pt x="91020" y="1938004"/>
                </a:cubicBezTo>
                <a:cubicBezTo>
                  <a:pt x="106160" y="1929792"/>
                  <a:pt x="114571" y="1933128"/>
                  <a:pt x="122982" y="1942879"/>
                </a:cubicBezTo>
                <a:cubicBezTo>
                  <a:pt x="169746" y="1903874"/>
                  <a:pt x="220884" y="1842287"/>
                  <a:pt x="248471" y="1791991"/>
                </a:cubicBezTo>
                <a:cubicBezTo>
                  <a:pt x="240060" y="1793531"/>
                  <a:pt x="227276" y="1788655"/>
                  <a:pt x="218529" y="1798407"/>
                </a:cubicBezTo>
                <a:cubicBezTo>
                  <a:pt x="212137" y="1785575"/>
                  <a:pt x="199688" y="1791991"/>
                  <a:pt x="182530" y="1787115"/>
                </a:cubicBezTo>
                <a:cubicBezTo>
                  <a:pt x="193296" y="1782240"/>
                  <a:pt x="203726" y="1774285"/>
                  <a:pt x="212137" y="1764534"/>
                </a:cubicBezTo>
                <a:cubicBezTo>
                  <a:pt x="214491" y="1767613"/>
                  <a:pt x="218529" y="1775824"/>
                  <a:pt x="225257" y="1764534"/>
                </a:cubicBezTo>
                <a:cubicBezTo>
                  <a:pt x="227276" y="1767613"/>
                  <a:pt x="229295" y="1772488"/>
                  <a:pt x="227276" y="1777364"/>
                </a:cubicBezTo>
                <a:cubicBezTo>
                  <a:pt x="235686" y="1770949"/>
                  <a:pt x="235686" y="1767613"/>
                  <a:pt x="246453" y="1759658"/>
                </a:cubicBezTo>
                <a:cubicBezTo>
                  <a:pt x="250490" y="1752986"/>
                  <a:pt x="238042" y="1752986"/>
                  <a:pt x="238042" y="1748110"/>
                </a:cubicBezTo>
                <a:cubicBezTo>
                  <a:pt x="246453" y="1740155"/>
                  <a:pt x="254864" y="1738616"/>
                  <a:pt x="263275" y="1745031"/>
                </a:cubicBezTo>
                <a:cubicBezTo>
                  <a:pt x="267648" y="1730404"/>
                  <a:pt x="269666" y="1738616"/>
                  <a:pt x="280433" y="1733740"/>
                </a:cubicBezTo>
                <a:cubicBezTo>
                  <a:pt x="284470" y="1730404"/>
                  <a:pt x="267648" y="1723989"/>
                  <a:pt x="267648" y="1728864"/>
                </a:cubicBezTo>
                <a:cubicBezTo>
                  <a:pt x="278077" y="1722192"/>
                  <a:pt x="290862" y="1694735"/>
                  <a:pt x="293217" y="1676772"/>
                </a:cubicBezTo>
                <a:cubicBezTo>
                  <a:pt x="293217" y="1694735"/>
                  <a:pt x="320804" y="1652651"/>
                  <a:pt x="310039" y="1675232"/>
                </a:cubicBezTo>
                <a:cubicBezTo>
                  <a:pt x="350410" y="1634687"/>
                  <a:pt x="365550" y="1615185"/>
                  <a:pt x="403567" y="1589267"/>
                </a:cubicBezTo>
                <a:cubicBezTo>
                  <a:pt x="407941" y="1581312"/>
                  <a:pt x="397175" y="1591063"/>
                  <a:pt x="397175" y="1581312"/>
                </a:cubicBezTo>
                <a:cubicBezTo>
                  <a:pt x="418707" y="1573100"/>
                  <a:pt x="437547" y="1547182"/>
                  <a:pt x="461098" y="1555394"/>
                </a:cubicBezTo>
                <a:cubicBezTo>
                  <a:pt x="478256" y="1534095"/>
                  <a:pt x="486667" y="1524601"/>
                  <a:pt x="495078" y="1511513"/>
                </a:cubicBezTo>
                <a:cubicBezTo>
                  <a:pt x="490703" y="1506637"/>
                  <a:pt x="486667" y="1509974"/>
                  <a:pt x="482293" y="1514593"/>
                </a:cubicBezTo>
                <a:cubicBezTo>
                  <a:pt x="480274" y="1501762"/>
                  <a:pt x="501470" y="1505098"/>
                  <a:pt x="507862" y="1505098"/>
                </a:cubicBezTo>
                <a:cubicBezTo>
                  <a:pt x="522665" y="1480720"/>
                  <a:pt x="548234" y="1467632"/>
                  <a:pt x="554627" y="1445051"/>
                </a:cubicBezTo>
                <a:cubicBezTo>
                  <a:pt x="563038" y="1453005"/>
                  <a:pt x="571785" y="1443254"/>
                  <a:pt x="580196" y="1446590"/>
                </a:cubicBezTo>
                <a:cubicBezTo>
                  <a:pt x="580196" y="1441714"/>
                  <a:pt x="586587" y="1436838"/>
                  <a:pt x="582214" y="1433759"/>
                </a:cubicBezTo>
                <a:cubicBezTo>
                  <a:pt x="571785" y="1431963"/>
                  <a:pt x="580196" y="1443254"/>
                  <a:pt x="569429" y="1443254"/>
                </a:cubicBezTo>
                <a:cubicBezTo>
                  <a:pt x="588606" y="1419132"/>
                  <a:pt x="631333" y="1385003"/>
                  <a:pt x="633352" y="1357546"/>
                </a:cubicBezTo>
                <a:cubicBezTo>
                  <a:pt x="646136" y="1350873"/>
                  <a:pt x="641762" y="1357546"/>
                  <a:pt x="648155" y="1362421"/>
                </a:cubicBezTo>
                <a:cubicBezTo>
                  <a:pt x="662958" y="1347794"/>
                  <a:pt x="652529" y="1339582"/>
                  <a:pt x="671705" y="1324955"/>
                </a:cubicBezTo>
                <a:cubicBezTo>
                  <a:pt x="671705" y="1333167"/>
                  <a:pt x="660940" y="1345998"/>
                  <a:pt x="665313" y="1354209"/>
                </a:cubicBezTo>
                <a:cubicBezTo>
                  <a:pt x="680116" y="1342919"/>
                  <a:pt x="692900" y="1347794"/>
                  <a:pt x="705685" y="1333167"/>
                </a:cubicBezTo>
                <a:cubicBezTo>
                  <a:pt x="712077" y="1326495"/>
                  <a:pt x="694920" y="1333167"/>
                  <a:pt x="709722" y="1321876"/>
                </a:cubicBezTo>
                <a:cubicBezTo>
                  <a:pt x="703330" y="1315204"/>
                  <a:pt x="692900" y="1323416"/>
                  <a:pt x="686509" y="1315204"/>
                </a:cubicBezTo>
                <a:cubicBezTo>
                  <a:pt x="694920" y="1312125"/>
                  <a:pt x="714096" y="1308789"/>
                  <a:pt x="714096" y="1318541"/>
                </a:cubicBezTo>
                <a:cubicBezTo>
                  <a:pt x="718470" y="1313665"/>
                  <a:pt x="724862" y="1310328"/>
                  <a:pt x="728899" y="1313665"/>
                </a:cubicBezTo>
                <a:cubicBezTo>
                  <a:pt x="731255" y="1305453"/>
                  <a:pt x="735291" y="1295958"/>
                  <a:pt x="743702" y="1286207"/>
                </a:cubicBezTo>
                <a:cubicBezTo>
                  <a:pt x="733273" y="1282871"/>
                  <a:pt x="733273" y="1295958"/>
                  <a:pt x="726880" y="1299038"/>
                </a:cubicBezTo>
                <a:cubicBezTo>
                  <a:pt x="720488" y="1286207"/>
                  <a:pt x="746057" y="1269784"/>
                  <a:pt x="756486" y="1255156"/>
                </a:cubicBezTo>
                <a:cubicBezTo>
                  <a:pt x="756486" y="1263369"/>
                  <a:pt x="752449" y="1273120"/>
                  <a:pt x="746057" y="1282871"/>
                </a:cubicBezTo>
                <a:cubicBezTo>
                  <a:pt x="758842" y="1281331"/>
                  <a:pt x="765234" y="1274660"/>
                  <a:pt x="771626" y="1266704"/>
                </a:cubicBezTo>
                <a:cubicBezTo>
                  <a:pt x="771626" y="1269784"/>
                  <a:pt x="771626" y="1271580"/>
                  <a:pt x="775664" y="1274660"/>
                </a:cubicBezTo>
                <a:cubicBezTo>
                  <a:pt x="792822" y="1256953"/>
                  <a:pt x="803251" y="1250537"/>
                  <a:pt x="820409" y="1231035"/>
                </a:cubicBezTo>
                <a:cubicBezTo>
                  <a:pt x="826801" y="1231035"/>
                  <a:pt x="830839" y="1231035"/>
                  <a:pt x="837231" y="1229239"/>
                </a:cubicBezTo>
                <a:cubicBezTo>
                  <a:pt x="843623" y="1219744"/>
                  <a:pt x="841604" y="1216408"/>
                  <a:pt x="858763" y="1214869"/>
                </a:cubicBezTo>
                <a:cubicBezTo>
                  <a:pt x="858763" y="1211532"/>
                  <a:pt x="860781" y="1208197"/>
                  <a:pt x="860781" y="1205118"/>
                </a:cubicBezTo>
                <a:cubicBezTo>
                  <a:pt x="854389" y="1201781"/>
                  <a:pt x="843623" y="1216408"/>
                  <a:pt x="837231" y="1214869"/>
                </a:cubicBezTo>
                <a:cubicBezTo>
                  <a:pt x="835212" y="1209993"/>
                  <a:pt x="858763" y="1200242"/>
                  <a:pt x="865155" y="1198445"/>
                </a:cubicBezTo>
                <a:cubicBezTo>
                  <a:pt x="856408" y="1193570"/>
                  <a:pt x="886350" y="1185615"/>
                  <a:pt x="881977" y="1170988"/>
                </a:cubicBezTo>
                <a:cubicBezTo>
                  <a:pt x="886350" y="1172527"/>
                  <a:pt x="884332" y="1174324"/>
                  <a:pt x="881977" y="1175864"/>
                </a:cubicBezTo>
                <a:cubicBezTo>
                  <a:pt x="907546" y="1162776"/>
                  <a:pt x="928741" y="1141734"/>
                  <a:pt x="952292" y="1119152"/>
                </a:cubicBezTo>
                <a:cubicBezTo>
                  <a:pt x="977861" y="1098109"/>
                  <a:pt x="1003093" y="1078607"/>
                  <a:pt x="1033036" y="1068856"/>
                </a:cubicBezTo>
                <a:cubicBezTo>
                  <a:pt x="1039428" y="1062441"/>
                  <a:pt x="1043465" y="1055769"/>
                  <a:pt x="1054231" y="1049353"/>
                </a:cubicBezTo>
                <a:cubicBezTo>
                  <a:pt x="1060623" y="1049353"/>
                  <a:pt x="1064996" y="1050893"/>
                  <a:pt x="1067016" y="1055769"/>
                </a:cubicBezTo>
                <a:cubicBezTo>
                  <a:pt x="1073407" y="1052689"/>
                  <a:pt x="1079800" y="1046017"/>
                  <a:pt x="1083837" y="1049353"/>
                </a:cubicBezTo>
                <a:cubicBezTo>
                  <a:pt x="1088211" y="1046017"/>
                  <a:pt x="1096958" y="1031647"/>
                  <a:pt x="1083837" y="1036523"/>
                </a:cubicBezTo>
                <a:cubicBezTo>
                  <a:pt x="1081818" y="1029850"/>
                  <a:pt x="1105369" y="1028311"/>
                  <a:pt x="1098976" y="1038062"/>
                </a:cubicBezTo>
                <a:cubicBezTo>
                  <a:pt x="1105369" y="1044477"/>
                  <a:pt x="1120172" y="1031647"/>
                  <a:pt x="1132956" y="1026515"/>
                </a:cubicBezTo>
                <a:cubicBezTo>
                  <a:pt x="1130938" y="1017020"/>
                  <a:pt x="1118153" y="1029850"/>
                  <a:pt x="1111761" y="1028311"/>
                </a:cubicBezTo>
                <a:cubicBezTo>
                  <a:pt x="1139349" y="1012144"/>
                  <a:pt x="1149778" y="1008809"/>
                  <a:pt x="1173329" y="986226"/>
                </a:cubicBezTo>
                <a:cubicBezTo>
                  <a:pt x="1188131" y="982891"/>
                  <a:pt x="1158525" y="995721"/>
                  <a:pt x="1160544" y="999057"/>
                </a:cubicBezTo>
                <a:cubicBezTo>
                  <a:pt x="1177702" y="1005472"/>
                  <a:pt x="1200916" y="1000596"/>
                  <a:pt x="1224467" y="994182"/>
                </a:cubicBezTo>
                <a:cubicBezTo>
                  <a:pt x="1211682" y="1007269"/>
                  <a:pt x="1184095" y="1000596"/>
                  <a:pt x="1164918" y="1008809"/>
                </a:cubicBezTo>
                <a:cubicBezTo>
                  <a:pt x="1171310" y="1021639"/>
                  <a:pt x="1122191" y="1036523"/>
                  <a:pt x="1096958" y="1049353"/>
                </a:cubicBezTo>
                <a:cubicBezTo>
                  <a:pt x="1092585" y="1050893"/>
                  <a:pt x="1094603" y="1052689"/>
                  <a:pt x="1090565" y="1055769"/>
                </a:cubicBezTo>
                <a:cubicBezTo>
                  <a:pt x="1092585" y="1059104"/>
                  <a:pt x="1096958" y="1057565"/>
                  <a:pt x="1103014" y="1055769"/>
                </a:cubicBezTo>
                <a:cubicBezTo>
                  <a:pt x="1090565" y="1070395"/>
                  <a:pt x="1043465" y="1070395"/>
                  <a:pt x="1049857" y="1093234"/>
                </a:cubicBezTo>
                <a:cubicBezTo>
                  <a:pt x="1064996" y="1093234"/>
                  <a:pt x="1062642" y="1073731"/>
                  <a:pt x="1079800" y="1085022"/>
                </a:cubicBezTo>
                <a:cubicBezTo>
                  <a:pt x="1083837" y="1081687"/>
                  <a:pt x="1090565" y="1067060"/>
                  <a:pt x="1098976" y="1070395"/>
                </a:cubicBezTo>
                <a:cubicBezTo>
                  <a:pt x="1067016" y="1115816"/>
                  <a:pt x="981898" y="1138398"/>
                  <a:pt x="958683" y="1170988"/>
                </a:cubicBezTo>
                <a:cubicBezTo>
                  <a:pt x="979879" y="1161237"/>
                  <a:pt x="999056" y="1153025"/>
                  <a:pt x="1020251" y="1149946"/>
                </a:cubicBezTo>
                <a:cubicBezTo>
                  <a:pt x="1026643" y="1153025"/>
                  <a:pt x="1001074" y="1157900"/>
                  <a:pt x="1015878" y="1162776"/>
                </a:cubicBezTo>
                <a:cubicBezTo>
                  <a:pt x="1024625" y="1164573"/>
                  <a:pt x="1041447" y="1143273"/>
                  <a:pt x="1054231" y="1148149"/>
                </a:cubicBezTo>
                <a:cubicBezTo>
                  <a:pt x="1062642" y="1140194"/>
                  <a:pt x="1043465" y="1149946"/>
                  <a:pt x="1041447" y="1141734"/>
                </a:cubicBezTo>
                <a:cubicBezTo>
                  <a:pt x="1049857" y="1145070"/>
                  <a:pt x="1067016" y="1127107"/>
                  <a:pt x="1054231" y="1131983"/>
                </a:cubicBezTo>
                <a:cubicBezTo>
                  <a:pt x="1077445" y="1120692"/>
                  <a:pt x="1152133" y="1099649"/>
                  <a:pt x="1166936" y="1075271"/>
                </a:cubicBezTo>
                <a:cubicBezTo>
                  <a:pt x="1181740" y="1073731"/>
                  <a:pt x="1164918" y="1086562"/>
                  <a:pt x="1168955" y="1091438"/>
                </a:cubicBezTo>
                <a:cubicBezTo>
                  <a:pt x="1179720" y="1078607"/>
                  <a:pt x="1200916" y="1065520"/>
                  <a:pt x="1218074" y="1052689"/>
                </a:cubicBezTo>
                <a:cubicBezTo>
                  <a:pt x="1228504" y="1049353"/>
                  <a:pt x="1215720" y="1057565"/>
                  <a:pt x="1228504" y="1057565"/>
                </a:cubicBezTo>
                <a:cubicBezTo>
                  <a:pt x="1236915" y="1052689"/>
                  <a:pt x="1239269" y="1049353"/>
                  <a:pt x="1232877" y="1044477"/>
                </a:cubicBezTo>
                <a:cubicBezTo>
                  <a:pt x="1241288" y="1049353"/>
                  <a:pt x="1262484" y="1041142"/>
                  <a:pt x="1260465" y="1049353"/>
                </a:cubicBezTo>
                <a:cubicBezTo>
                  <a:pt x="1268876" y="1039602"/>
                  <a:pt x="1279642" y="1029850"/>
                  <a:pt x="1294444" y="1020099"/>
                </a:cubicBezTo>
                <a:cubicBezTo>
                  <a:pt x="1296464" y="1024975"/>
                  <a:pt x="1290071" y="1028311"/>
                  <a:pt x="1292426" y="1031647"/>
                </a:cubicBezTo>
                <a:cubicBezTo>
                  <a:pt x="1313622" y="1007269"/>
                  <a:pt x="1347601" y="1003933"/>
                  <a:pt x="1368797" y="986226"/>
                </a:cubicBezTo>
                <a:cubicBezTo>
                  <a:pt x="1371152" y="989306"/>
                  <a:pt x="1366779" y="991102"/>
                  <a:pt x="1368797" y="992642"/>
                </a:cubicBezTo>
                <a:cubicBezTo>
                  <a:pt x="1405132" y="974679"/>
                  <a:pt x="1437093" y="964928"/>
                  <a:pt x="1466699" y="955177"/>
                </a:cubicBezTo>
                <a:cubicBezTo>
                  <a:pt x="1494287" y="945682"/>
                  <a:pt x="1521875" y="935931"/>
                  <a:pt x="1555854" y="919764"/>
                </a:cubicBezTo>
                <a:cubicBezTo>
                  <a:pt x="1555854" y="926179"/>
                  <a:pt x="1549463" y="932594"/>
                  <a:pt x="1534659" y="935931"/>
                </a:cubicBezTo>
                <a:cubicBezTo>
                  <a:pt x="1558210" y="945682"/>
                  <a:pt x="1592190" y="919764"/>
                  <a:pt x="1619777" y="913092"/>
                </a:cubicBezTo>
                <a:cubicBezTo>
                  <a:pt x="1626169" y="911552"/>
                  <a:pt x="1634580" y="916427"/>
                  <a:pt x="1640972" y="916427"/>
                </a:cubicBezTo>
                <a:cubicBezTo>
                  <a:pt x="1647365" y="914888"/>
                  <a:pt x="1645346" y="905137"/>
                  <a:pt x="1645346" y="905137"/>
                </a:cubicBezTo>
                <a:cubicBezTo>
                  <a:pt x="1658130" y="901800"/>
                  <a:pt x="1694129" y="890510"/>
                  <a:pt x="1702540" y="895386"/>
                </a:cubicBezTo>
                <a:cubicBezTo>
                  <a:pt x="1687736" y="901800"/>
                  <a:pt x="1666541" y="905137"/>
                  <a:pt x="1660149" y="913092"/>
                </a:cubicBezTo>
                <a:cubicBezTo>
                  <a:pt x="1674952" y="919764"/>
                  <a:pt x="1706914" y="908216"/>
                  <a:pt x="1719698" y="919764"/>
                </a:cubicBezTo>
                <a:cubicBezTo>
                  <a:pt x="1687736" y="924383"/>
                  <a:pt x="1687736" y="922843"/>
                  <a:pt x="1668560" y="931054"/>
                </a:cubicBezTo>
                <a:cubicBezTo>
                  <a:pt x="1662167" y="924383"/>
                  <a:pt x="1664523" y="921303"/>
                  <a:pt x="1677307" y="919764"/>
                </a:cubicBezTo>
                <a:cubicBezTo>
                  <a:pt x="1674952" y="916427"/>
                  <a:pt x="1668560" y="919764"/>
                  <a:pt x="1666541" y="916427"/>
                </a:cubicBezTo>
                <a:cubicBezTo>
                  <a:pt x="1651738" y="937470"/>
                  <a:pt x="1615403" y="940806"/>
                  <a:pt x="1579405" y="947221"/>
                </a:cubicBezTo>
                <a:cubicBezTo>
                  <a:pt x="1545425" y="952097"/>
                  <a:pt x="1509090" y="961848"/>
                  <a:pt x="1494287" y="991102"/>
                </a:cubicBezTo>
                <a:cubicBezTo>
                  <a:pt x="1466699" y="986226"/>
                  <a:pt x="1415562" y="1015223"/>
                  <a:pt x="1385955" y="1029850"/>
                </a:cubicBezTo>
                <a:cubicBezTo>
                  <a:pt x="1383600" y="1023436"/>
                  <a:pt x="1392348" y="1020099"/>
                  <a:pt x="1389992" y="1015223"/>
                </a:cubicBezTo>
                <a:cubicBezTo>
                  <a:pt x="1366779" y="1023436"/>
                  <a:pt x="1377544" y="1026515"/>
                  <a:pt x="1377544" y="1033187"/>
                </a:cubicBezTo>
                <a:cubicBezTo>
                  <a:pt x="1362404" y="1033187"/>
                  <a:pt x="1364759" y="1034726"/>
                  <a:pt x="1345583" y="1044477"/>
                </a:cubicBezTo>
                <a:cubicBezTo>
                  <a:pt x="1330780" y="1034726"/>
                  <a:pt x="1313622" y="1057565"/>
                  <a:pt x="1294444" y="1052689"/>
                </a:cubicBezTo>
                <a:cubicBezTo>
                  <a:pt x="1290071" y="1054229"/>
                  <a:pt x="1292426" y="1055769"/>
                  <a:pt x="1288053" y="1059104"/>
                </a:cubicBezTo>
                <a:cubicBezTo>
                  <a:pt x="1292426" y="1065520"/>
                  <a:pt x="1302855" y="1060644"/>
                  <a:pt x="1311603" y="1060644"/>
                </a:cubicBezTo>
                <a:cubicBezTo>
                  <a:pt x="1277624" y="1070395"/>
                  <a:pt x="1222111" y="1102985"/>
                  <a:pt x="1181740" y="1104525"/>
                </a:cubicBezTo>
                <a:cubicBezTo>
                  <a:pt x="1175347" y="1109401"/>
                  <a:pt x="1179720" y="1115816"/>
                  <a:pt x="1175347" y="1120692"/>
                </a:cubicBezTo>
                <a:cubicBezTo>
                  <a:pt x="1158525" y="1110940"/>
                  <a:pt x="1147760" y="1138398"/>
                  <a:pt x="1145741" y="1125567"/>
                </a:cubicBezTo>
                <a:cubicBezTo>
                  <a:pt x="1136994" y="1136859"/>
                  <a:pt x="1126564" y="1145070"/>
                  <a:pt x="1124545" y="1161237"/>
                </a:cubicBezTo>
                <a:cubicBezTo>
                  <a:pt x="1105369" y="1174324"/>
                  <a:pt x="1128583" y="1145070"/>
                  <a:pt x="1109406" y="1157900"/>
                </a:cubicBezTo>
                <a:cubicBezTo>
                  <a:pt x="1105369" y="1154821"/>
                  <a:pt x="1122191" y="1149946"/>
                  <a:pt x="1126564" y="1145070"/>
                </a:cubicBezTo>
                <a:cubicBezTo>
                  <a:pt x="1100996" y="1146610"/>
                  <a:pt x="1081818" y="1154821"/>
                  <a:pt x="1062642" y="1177403"/>
                </a:cubicBezTo>
                <a:cubicBezTo>
                  <a:pt x="1073407" y="1180739"/>
                  <a:pt x="1086192" y="1170988"/>
                  <a:pt x="1098976" y="1169448"/>
                </a:cubicBezTo>
                <a:cubicBezTo>
                  <a:pt x="1105369" y="1175864"/>
                  <a:pt x="1090565" y="1182279"/>
                  <a:pt x="1100996" y="1188694"/>
                </a:cubicBezTo>
                <a:cubicBezTo>
                  <a:pt x="1069034" y="1201781"/>
                  <a:pt x="1094603" y="1206657"/>
                  <a:pt x="1073407" y="1211532"/>
                </a:cubicBezTo>
                <a:cubicBezTo>
                  <a:pt x="1079800" y="1213072"/>
                  <a:pt x="1086192" y="1211532"/>
                  <a:pt x="1092585" y="1206657"/>
                </a:cubicBezTo>
                <a:cubicBezTo>
                  <a:pt x="1090565" y="1217948"/>
                  <a:pt x="1069034" y="1227699"/>
                  <a:pt x="1052212" y="1238990"/>
                </a:cubicBezTo>
                <a:cubicBezTo>
                  <a:pt x="1069034" y="1250537"/>
                  <a:pt x="1062642" y="1229239"/>
                  <a:pt x="1086192" y="1221284"/>
                </a:cubicBezTo>
                <a:cubicBezTo>
                  <a:pt x="1086192" y="1224620"/>
                  <a:pt x="1081818" y="1229239"/>
                  <a:pt x="1086192" y="1232575"/>
                </a:cubicBezTo>
                <a:cubicBezTo>
                  <a:pt x="1128583" y="1217948"/>
                  <a:pt x="1158525" y="1211532"/>
                  <a:pt x="1198898" y="1196905"/>
                </a:cubicBezTo>
                <a:cubicBezTo>
                  <a:pt x="1192505" y="1175864"/>
                  <a:pt x="1228504" y="1192030"/>
                  <a:pt x="1252054" y="1180739"/>
                </a:cubicBezTo>
                <a:cubicBezTo>
                  <a:pt x="1243980" y="1185551"/>
                  <a:pt x="1231174" y="1192239"/>
                  <a:pt x="1231521" y="1198746"/>
                </a:cubicBezTo>
                <a:lnTo>
                  <a:pt x="1236772" y="1204949"/>
                </a:lnTo>
                <a:lnTo>
                  <a:pt x="1236581" y="1205279"/>
                </a:lnTo>
                <a:lnTo>
                  <a:pt x="1230470" y="1208244"/>
                </a:lnTo>
                <a:cubicBezTo>
                  <a:pt x="1225202" y="1209014"/>
                  <a:pt x="1222869" y="1204155"/>
                  <a:pt x="1218074" y="1206657"/>
                </a:cubicBezTo>
                <a:cubicBezTo>
                  <a:pt x="1220093" y="1214869"/>
                  <a:pt x="1228504" y="1209993"/>
                  <a:pt x="1234896" y="1208197"/>
                </a:cubicBezTo>
                <a:lnTo>
                  <a:pt x="1236581" y="1205279"/>
                </a:lnTo>
                <a:lnTo>
                  <a:pt x="1236915" y="1205118"/>
                </a:lnTo>
                <a:lnTo>
                  <a:pt x="1236772" y="1204949"/>
                </a:lnTo>
                <a:lnTo>
                  <a:pt x="1242004" y="1195891"/>
                </a:lnTo>
                <a:cubicBezTo>
                  <a:pt x="1245472" y="1193064"/>
                  <a:pt x="1249867" y="1191244"/>
                  <a:pt x="1254662" y="1189624"/>
                </a:cubicBezTo>
                <a:lnTo>
                  <a:pt x="1266825" y="1185533"/>
                </a:lnTo>
                <a:lnTo>
                  <a:pt x="1266857" y="1185615"/>
                </a:lnTo>
                <a:lnTo>
                  <a:pt x="1267062" y="1185454"/>
                </a:lnTo>
                <a:lnTo>
                  <a:pt x="1269717" y="1184561"/>
                </a:lnTo>
                <a:cubicBezTo>
                  <a:pt x="1274785" y="1182535"/>
                  <a:pt x="1279726" y="1179905"/>
                  <a:pt x="1284015" y="1175864"/>
                </a:cubicBezTo>
                <a:cubicBezTo>
                  <a:pt x="1279642" y="1173426"/>
                  <a:pt x="1278044" y="1175415"/>
                  <a:pt x="1276194" y="1178237"/>
                </a:cubicBezTo>
                <a:lnTo>
                  <a:pt x="1267062" y="1185454"/>
                </a:lnTo>
                <a:lnTo>
                  <a:pt x="1266825" y="1185533"/>
                </a:lnTo>
                <a:lnTo>
                  <a:pt x="1262484" y="1174324"/>
                </a:lnTo>
                <a:cubicBezTo>
                  <a:pt x="1281660" y="1162776"/>
                  <a:pt x="1286034" y="1170988"/>
                  <a:pt x="1294444" y="1177403"/>
                </a:cubicBezTo>
                <a:cubicBezTo>
                  <a:pt x="1311603" y="1159697"/>
                  <a:pt x="1324388" y="1154821"/>
                  <a:pt x="1356012" y="1141734"/>
                </a:cubicBezTo>
                <a:cubicBezTo>
                  <a:pt x="1366779" y="1135319"/>
                  <a:pt x="1347601" y="1138398"/>
                  <a:pt x="1349620" y="1133779"/>
                </a:cubicBezTo>
                <a:cubicBezTo>
                  <a:pt x="1360386" y="1131983"/>
                  <a:pt x="1373170" y="1125567"/>
                  <a:pt x="1379563" y="1135319"/>
                </a:cubicBezTo>
                <a:cubicBezTo>
                  <a:pt x="1392348" y="1130443"/>
                  <a:pt x="1387973" y="1125567"/>
                  <a:pt x="1398740" y="1122232"/>
                </a:cubicBezTo>
                <a:cubicBezTo>
                  <a:pt x="1394366" y="1119152"/>
                  <a:pt x="1389992" y="1119152"/>
                  <a:pt x="1383600" y="1120692"/>
                </a:cubicBezTo>
                <a:cubicBezTo>
                  <a:pt x="1392348" y="1109401"/>
                  <a:pt x="1437093" y="1119152"/>
                  <a:pt x="1434738" y="1096314"/>
                </a:cubicBezTo>
                <a:cubicBezTo>
                  <a:pt x="1464681" y="1094774"/>
                  <a:pt x="1509090" y="1081687"/>
                  <a:pt x="1536678" y="1057565"/>
                </a:cubicBezTo>
                <a:cubicBezTo>
                  <a:pt x="1534659" y="1067060"/>
                  <a:pt x="1534659" y="1067060"/>
                  <a:pt x="1545425" y="1070395"/>
                </a:cubicBezTo>
                <a:cubicBezTo>
                  <a:pt x="1560228" y="1057565"/>
                  <a:pt x="1587816" y="1046017"/>
                  <a:pt x="1602619" y="1057565"/>
                </a:cubicBezTo>
                <a:cubicBezTo>
                  <a:pt x="1613385" y="1047814"/>
                  <a:pt x="1630543" y="1039602"/>
                  <a:pt x="1643327" y="1031647"/>
                </a:cubicBezTo>
                <a:cubicBezTo>
                  <a:pt x="1636935" y="1026515"/>
                  <a:pt x="1619777" y="1039602"/>
                  <a:pt x="1617758" y="1028311"/>
                </a:cubicBezTo>
                <a:cubicBezTo>
                  <a:pt x="1626169" y="1031647"/>
                  <a:pt x="1647365" y="1026515"/>
                  <a:pt x="1649720" y="1018560"/>
                </a:cubicBezTo>
                <a:cubicBezTo>
                  <a:pt x="1660149" y="1021639"/>
                  <a:pt x="1666541" y="1021639"/>
                  <a:pt x="1664523" y="1029850"/>
                </a:cubicBezTo>
                <a:cubicBezTo>
                  <a:pt x="1677307" y="1024975"/>
                  <a:pt x="1687736" y="1018560"/>
                  <a:pt x="1700521" y="1013684"/>
                </a:cubicBezTo>
                <a:cubicBezTo>
                  <a:pt x="1689756" y="1005472"/>
                  <a:pt x="1679325" y="1020099"/>
                  <a:pt x="1674952" y="1007269"/>
                </a:cubicBezTo>
                <a:cubicBezTo>
                  <a:pt x="1634580" y="1023436"/>
                  <a:pt x="1585797" y="1013684"/>
                  <a:pt x="1568639" y="1039602"/>
                </a:cubicBezTo>
                <a:cubicBezTo>
                  <a:pt x="1558210" y="1036523"/>
                  <a:pt x="1526248" y="1047814"/>
                  <a:pt x="1526248" y="1055769"/>
                </a:cubicBezTo>
                <a:cubicBezTo>
                  <a:pt x="1511445" y="1042938"/>
                  <a:pt x="1496642" y="1052689"/>
                  <a:pt x="1479484" y="1065520"/>
                </a:cubicBezTo>
                <a:cubicBezTo>
                  <a:pt x="1466699" y="1049353"/>
                  <a:pt x="1473092" y="1042938"/>
                  <a:pt x="1455933" y="1021639"/>
                </a:cubicBezTo>
                <a:cubicBezTo>
                  <a:pt x="1464681" y="1015223"/>
                  <a:pt x="1466699" y="1007269"/>
                  <a:pt x="1471073" y="1000596"/>
                </a:cubicBezTo>
                <a:cubicBezTo>
                  <a:pt x="1496642" y="1005472"/>
                  <a:pt x="1505053" y="994182"/>
                  <a:pt x="1530622" y="986226"/>
                </a:cubicBezTo>
                <a:cubicBezTo>
                  <a:pt x="1524230" y="1008809"/>
                  <a:pt x="1585797" y="979555"/>
                  <a:pt x="1568639" y="974679"/>
                </a:cubicBezTo>
                <a:cubicBezTo>
                  <a:pt x="1583779" y="974679"/>
                  <a:pt x="1596227" y="982891"/>
                  <a:pt x="1611366" y="984430"/>
                </a:cubicBezTo>
                <a:cubicBezTo>
                  <a:pt x="1624150" y="981351"/>
                  <a:pt x="1613385" y="973139"/>
                  <a:pt x="1621796" y="968264"/>
                </a:cubicBezTo>
                <a:cubicBezTo>
                  <a:pt x="1628188" y="978015"/>
                  <a:pt x="1649720" y="968264"/>
                  <a:pt x="1666541" y="963388"/>
                </a:cubicBezTo>
                <a:cubicBezTo>
                  <a:pt x="1664523" y="958512"/>
                  <a:pt x="1660149" y="960052"/>
                  <a:pt x="1655776" y="960052"/>
                </a:cubicBezTo>
                <a:cubicBezTo>
                  <a:pt x="1681345" y="952097"/>
                  <a:pt x="1728109" y="931054"/>
                  <a:pt x="1760070" y="935931"/>
                </a:cubicBezTo>
                <a:cubicBezTo>
                  <a:pt x="1764444" y="934134"/>
                  <a:pt x="1760070" y="929258"/>
                  <a:pt x="1760070" y="926179"/>
                </a:cubicBezTo>
                <a:cubicBezTo>
                  <a:pt x="1813227" y="931054"/>
                  <a:pt x="1849225" y="917967"/>
                  <a:pt x="1911129" y="905137"/>
                </a:cubicBezTo>
                <a:cubicBezTo>
                  <a:pt x="1908773" y="908216"/>
                  <a:pt x="1908773" y="911552"/>
                  <a:pt x="1908773" y="914888"/>
                </a:cubicBezTo>
                <a:cubicBezTo>
                  <a:pt x="1927951" y="911552"/>
                  <a:pt x="1938717" y="905137"/>
                  <a:pt x="1959912" y="910013"/>
                </a:cubicBezTo>
                <a:cubicBezTo>
                  <a:pt x="1927951" y="917967"/>
                  <a:pt x="1915166" y="931054"/>
                  <a:pt x="1870757" y="940806"/>
                </a:cubicBezTo>
                <a:cubicBezTo>
                  <a:pt x="1889933" y="950301"/>
                  <a:pt x="1917521" y="929258"/>
                  <a:pt x="1936362" y="942345"/>
                </a:cubicBezTo>
                <a:cubicBezTo>
                  <a:pt x="1913148" y="931054"/>
                  <a:pt x="1949146" y="931054"/>
                  <a:pt x="1961930" y="937470"/>
                </a:cubicBezTo>
                <a:cubicBezTo>
                  <a:pt x="1974715" y="926179"/>
                  <a:pt x="1991873" y="931054"/>
                  <a:pt x="2008695" y="919764"/>
                </a:cubicBezTo>
                <a:cubicBezTo>
                  <a:pt x="2015087" y="924383"/>
                  <a:pt x="2000284" y="932594"/>
                  <a:pt x="2011050" y="931054"/>
                </a:cubicBezTo>
                <a:cubicBezTo>
                  <a:pt x="2002302" y="939010"/>
                  <a:pt x="1945109" y="937470"/>
                  <a:pt x="1947128" y="956972"/>
                </a:cubicBezTo>
                <a:cubicBezTo>
                  <a:pt x="1929969" y="961848"/>
                  <a:pt x="1945109" y="953637"/>
                  <a:pt x="1938717" y="947221"/>
                </a:cubicBezTo>
                <a:cubicBezTo>
                  <a:pt x="1925932" y="952097"/>
                  <a:pt x="1932324" y="961848"/>
                  <a:pt x="1923913" y="968264"/>
                </a:cubicBezTo>
                <a:cubicBezTo>
                  <a:pt x="1942753" y="956972"/>
                  <a:pt x="1974715" y="964928"/>
                  <a:pt x="1983462" y="950301"/>
                </a:cubicBezTo>
                <a:cubicBezTo>
                  <a:pt x="2034264" y="950301"/>
                  <a:pt x="2095832" y="942345"/>
                  <a:pt x="2123755" y="922843"/>
                </a:cubicBezTo>
                <a:cubicBezTo>
                  <a:pt x="2121400" y="931054"/>
                  <a:pt x="2132166" y="927719"/>
                  <a:pt x="2134185" y="932594"/>
                </a:cubicBezTo>
                <a:cubicBezTo>
                  <a:pt x="2166146" y="917967"/>
                  <a:pt x="2219303" y="926179"/>
                  <a:pt x="2230069" y="900261"/>
                </a:cubicBezTo>
                <a:cubicBezTo>
                  <a:pt x="2238479" y="898465"/>
                  <a:pt x="2232087" y="908216"/>
                  <a:pt x="2236460" y="913092"/>
                </a:cubicBezTo>
                <a:cubicBezTo>
                  <a:pt x="2189696" y="934134"/>
                  <a:pt x="2148988" y="922843"/>
                  <a:pt x="2117363" y="945682"/>
                </a:cubicBezTo>
                <a:cubicBezTo>
                  <a:pt x="2119381" y="952097"/>
                  <a:pt x="2144950" y="943885"/>
                  <a:pt x="2136539" y="953637"/>
                </a:cubicBezTo>
                <a:cubicBezTo>
                  <a:pt x="2187341" y="939010"/>
                  <a:pt x="2266067" y="937470"/>
                  <a:pt x="2308458" y="927719"/>
                </a:cubicBezTo>
                <a:cubicBezTo>
                  <a:pt x="2314849" y="937470"/>
                  <a:pt x="2291636" y="929258"/>
                  <a:pt x="2293654" y="937470"/>
                </a:cubicBezTo>
                <a:cubicBezTo>
                  <a:pt x="2351184" y="924383"/>
                  <a:pt x="2421162" y="937470"/>
                  <a:pt x="2463890" y="911552"/>
                </a:cubicBezTo>
                <a:cubicBezTo>
                  <a:pt x="2465908" y="921303"/>
                  <a:pt x="2449087" y="916427"/>
                  <a:pt x="2451106" y="924383"/>
                </a:cubicBezTo>
                <a:cubicBezTo>
                  <a:pt x="2480712" y="914888"/>
                  <a:pt x="2502244" y="943885"/>
                  <a:pt x="2531850" y="922843"/>
                </a:cubicBezTo>
                <a:cubicBezTo>
                  <a:pt x="2538242" y="926179"/>
                  <a:pt x="2540260" y="931054"/>
                  <a:pt x="2544634" y="934134"/>
                </a:cubicBezTo>
                <a:cubicBezTo>
                  <a:pt x="2559437" y="932594"/>
                  <a:pt x="2585006" y="922843"/>
                  <a:pt x="2595772" y="927719"/>
                </a:cubicBezTo>
                <a:cubicBezTo>
                  <a:pt x="2595772" y="931054"/>
                  <a:pt x="2589380" y="929258"/>
                  <a:pt x="2585006" y="931054"/>
                </a:cubicBezTo>
                <a:cubicBezTo>
                  <a:pt x="2585006" y="932594"/>
                  <a:pt x="2589380" y="932594"/>
                  <a:pt x="2591399" y="932594"/>
                </a:cubicBezTo>
                <a:cubicBezTo>
                  <a:pt x="2578614" y="950301"/>
                  <a:pt x="2606201" y="948761"/>
                  <a:pt x="2640181" y="945682"/>
                </a:cubicBezTo>
                <a:cubicBezTo>
                  <a:pt x="2644555" y="943885"/>
                  <a:pt x="2650947" y="943885"/>
                  <a:pt x="2654984" y="942345"/>
                </a:cubicBezTo>
                <a:cubicBezTo>
                  <a:pt x="2654984" y="942345"/>
                  <a:pt x="2654984" y="942345"/>
                  <a:pt x="2665750" y="940806"/>
                </a:cubicBezTo>
                <a:cubicBezTo>
                  <a:pt x="2674161" y="940806"/>
                  <a:pt x="2680554" y="939010"/>
                  <a:pt x="2689301" y="937470"/>
                </a:cubicBezTo>
                <a:cubicBezTo>
                  <a:pt x="2701749" y="934134"/>
                  <a:pt x="2714534" y="932594"/>
                  <a:pt x="2720925" y="932594"/>
                </a:cubicBezTo>
                <a:cubicBezTo>
                  <a:pt x="2725299" y="932594"/>
                  <a:pt x="2718907" y="934134"/>
                  <a:pt x="2718907" y="937470"/>
                </a:cubicBezTo>
                <a:cubicBezTo>
                  <a:pt x="2744476" y="937470"/>
                  <a:pt x="2770045" y="937470"/>
                  <a:pt x="2793259" y="937470"/>
                </a:cubicBezTo>
                <a:cubicBezTo>
                  <a:pt x="2806044" y="935931"/>
                  <a:pt x="2818828" y="935931"/>
                  <a:pt x="2831612" y="937470"/>
                </a:cubicBezTo>
                <a:cubicBezTo>
                  <a:pt x="2844396" y="937470"/>
                  <a:pt x="2854827" y="939010"/>
                  <a:pt x="2867611" y="940806"/>
                </a:cubicBezTo>
                <a:cubicBezTo>
                  <a:pt x="2871984" y="940806"/>
                  <a:pt x="2869966" y="935931"/>
                  <a:pt x="2865592" y="935931"/>
                </a:cubicBezTo>
                <a:cubicBezTo>
                  <a:pt x="2876358" y="935931"/>
                  <a:pt x="2907983" y="960052"/>
                  <a:pt x="2929178" y="940806"/>
                </a:cubicBezTo>
                <a:cubicBezTo>
                  <a:pt x="2926824" y="943885"/>
                  <a:pt x="2922786" y="945682"/>
                  <a:pt x="2920431" y="948761"/>
                </a:cubicBezTo>
                <a:cubicBezTo>
                  <a:pt x="2931197" y="948761"/>
                  <a:pt x="2933215" y="935931"/>
                  <a:pt x="2946000" y="935931"/>
                </a:cubicBezTo>
                <a:cubicBezTo>
                  <a:pt x="2946000" y="942345"/>
                  <a:pt x="2941962" y="943885"/>
                  <a:pt x="2939608" y="947221"/>
                </a:cubicBezTo>
                <a:cubicBezTo>
                  <a:pt x="2958784" y="958512"/>
                  <a:pt x="2982335" y="942345"/>
                  <a:pt x="2992764" y="952097"/>
                </a:cubicBezTo>
                <a:cubicBezTo>
                  <a:pt x="2999157" y="952097"/>
                  <a:pt x="3001512" y="947221"/>
                  <a:pt x="3009922" y="948761"/>
                </a:cubicBezTo>
                <a:cubicBezTo>
                  <a:pt x="3016315" y="937470"/>
                  <a:pt x="3001512" y="942345"/>
                  <a:pt x="3005549" y="934134"/>
                </a:cubicBezTo>
                <a:cubicBezTo>
                  <a:pt x="3007568" y="935931"/>
                  <a:pt x="3009922" y="935931"/>
                  <a:pt x="3011941" y="937470"/>
                </a:cubicBezTo>
                <a:cubicBezTo>
                  <a:pt x="3013960" y="937470"/>
                  <a:pt x="3016315" y="937470"/>
                  <a:pt x="3018333" y="937470"/>
                </a:cubicBezTo>
                <a:cubicBezTo>
                  <a:pt x="3016315" y="939010"/>
                  <a:pt x="3013960" y="945682"/>
                  <a:pt x="3011941" y="945682"/>
                </a:cubicBezTo>
                <a:cubicBezTo>
                  <a:pt x="3011941" y="950301"/>
                  <a:pt x="3018333" y="940806"/>
                  <a:pt x="3016315" y="950301"/>
                </a:cubicBezTo>
                <a:cubicBezTo>
                  <a:pt x="3020352" y="947221"/>
                  <a:pt x="3024726" y="947221"/>
                  <a:pt x="3029099" y="940806"/>
                </a:cubicBezTo>
                <a:cubicBezTo>
                  <a:pt x="3031117" y="940806"/>
                  <a:pt x="3029099" y="947221"/>
                  <a:pt x="3029099" y="952097"/>
                </a:cubicBezTo>
                <a:cubicBezTo>
                  <a:pt x="3050295" y="958512"/>
                  <a:pt x="3069472" y="952097"/>
                  <a:pt x="3095040" y="945682"/>
                </a:cubicBezTo>
                <a:lnTo>
                  <a:pt x="3100202" y="951588"/>
                </a:lnTo>
                <a:lnTo>
                  <a:pt x="3100222" y="952025"/>
                </a:lnTo>
                <a:lnTo>
                  <a:pt x="3102436" y="954143"/>
                </a:lnTo>
                <a:lnTo>
                  <a:pt x="3109002" y="961656"/>
                </a:lnTo>
                <a:cubicBezTo>
                  <a:pt x="3116152" y="964286"/>
                  <a:pt x="3124646" y="964286"/>
                  <a:pt x="3131039" y="961848"/>
                </a:cubicBezTo>
                <a:cubicBezTo>
                  <a:pt x="3124646" y="971599"/>
                  <a:pt x="3141804" y="966724"/>
                  <a:pt x="3143823" y="974679"/>
                </a:cubicBezTo>
                <a:cubicBezTo>
                  <a:pt x="3145841" y="974679"/>
                  <a:pt x="3145841" y="971599"/>
                  <a:pt x="3148197" y="971599"/>
                </a:cubicBezTo>
                <a:cubicBezTo>
                  <a:pt x="3152234" y="961848"/>
                  <a:pt x="3143823" y="966724"/>
                  <a:pt x="3145841" y="958512"/>
                </a:cubicBezTo>
                <a:lnTo>
                  <a:pt x="3156088" y="974143"/>
                </a:lnTo>
                <a:lnTo>
                  <a:pt x="3154000" y="974936"/>
                </a:lnTo>
                <a:cubicBezTo>
                  <a:pt x="3152402" y="976347"/>
                  <a:pt x="3150215" y="978785"/>
                  <a:pt x="3145841" y="978015"/>
                </a:cubicBezTo>
                <a:cubicBezTo>
                  <a:pt x="3148197" y="984430"/>
                  <a:pt x="3158626" y="978015"/>
                  <a:pt x="3165019" y="978015"/>
                </a:cubicBezTo>
                <a:cubicBezTo>
                  <a:pt x="3167037" y="969804"/>
                  <a:pt x="3163000" y="969804"/>
                  <a:pt x="3158626" y="969804"/>
                </a:cubicBezTo>
                <a:cubicBezTo>
                  <a:pt x="3167037" y="973139"/>
                  <a:pt x="3196980" y="961848"/>
                  <a:pt x="3201354" y="978015"/>
                </a:cubicBezTo>
                <a:cubicBezTo>
                  <a:pt x="3209764" y="971599"/>
                  <a:pt x="3198998" y="969804"/>
                  <a:pt x="3207745" y="958512"/>
                </a:cubicBezTo>
                <a:cubicBezTo>
                  <a:pt x="3194625" y="961848"/>
                  <a:pt x="3175784" y="966724"/>
                  <a:pt x="3169392" y="947221"/>
                </a:cubicBezTo>
                <a:cubicBezTo>
                  <a:pt x="3177803" y="950301"/>
                  <a:pt x="3182177" y="943885"/>
                  <a:pt x="3184196" y="935931"/>
                </a:cubicBezTo>
                <a:cubicBezTo>
                  <a:pt x="3192606" y="935931"/>
                  <a:pt x="3203372" y="934134"/>
                  <a:pt x="3205390" y="942345"/>
                </a:cubicBezTo>
                <a:cubicBezTo>
                  <a:pt x="3209764" y="939010"/>
                  <a:pt x="3214138" y="937470"/>
                  <a:pt x="3218176" y="934134"/>
                </a:cubicBezTo>
                <a:cubicBezTo>
                  <a:pt x="3235334" y="939010"/>
                  <a:pt x="3256528" y="922843"/>
                  <a:pt x="3266958" y="942345"/>
                </a:cubicBezTo>
                <a:cubicBezTo>
                  <a:pt x="3260566" y="943885"/>
                  <a:pt x="3262921" y="934134"/>
                  <a:pt x="3258547" y="940806"/>
                </a:cubicBezTo>
                <a:cubicBezTo>
                  <a:pt x="3260566" y="947221"/>
                  <a:pt x="3264940" y="943885"/>
                  <a:pt x="3271332" y="942345"/>
                </a:cubicBezTo>
                <a:cubicBezTo>
                  <a:pt x="3271332" y="939010"/>
                  <a:pt x="3271332" y="937470"/>
                  <a:pt x="3271332" y="937470"/>
                </a:cubicBezTo>
                <a:cubicBezTo>
                  <a:pt x="3282098" y="939010"/>
                  <a:pt x="3307667" y="919764"/>
                  <a:pt x="3316078" y="935931"/>
                </a:cubicBezTo>
                <a:cubicBezTo>
                  <a:pt x="3326507" y="921303"/>
                  <a:pt x="3345684" y="940806"/>
                  <a:pt x="3352076" y="921303"/>
                </a:cubicBezTo>
                <a:cubicBezTo>
                  <a:pt x="3354094" y="927719"/>
                  <a:pt x="3356449" y="934134"/>
                  <a:pt x="3362842" y="937470"/>
                </a:cubicBezTo>
                <a:cubicBezTo>
                  <a:pt x="3362842" y="931054"/>
                  <a:pt x="3369234" y="922843"/>
                  <a:pt x="3369234" y="937470"/>
                </a:cubicBezTo>
                <a:cubicBezTo>
                  <a:pt x="3384037" y="929258"/>
                  <a:pt x="3392448" y="931054"/>
                  <a:pt x="3403214" y="929258"/>
                </a:cubicBezTo>
                <a:cubicBezTo>
                  <a:pt x="3413644" y="929258"/>
                  <a:pt x="3422391" y="927719"/>
                  <a:pt x="3428783" y="913092"/>
                </a:cubicBezTo>
                <a:cubicBezTo>
                  <a:pt x="3430802" y="914888"/>
                  <a:pt x="3430802" y="921303"/>
                  <a:pt x="3432820" y="921303"/>
                </a:cubicBezTo>
                <a:cubicBezTo>
                  <a:pt x="3432820" y="916427"/>
                  <a:pt x="3430802" y="916427"/>
                  <a:pt x="3430802" y="910013"/>
                </a:cubicBezTo>
                <a:cubicBezTo>
                  <a:pt x="3435175" y="921303"/>
                  <a:pt x="3437193" y="913092"/>
                  <a:pt x="3439212" y="917967"/>
                </a:cubicBezTo>
                <a:cubicBezTo>
                  <a:pt x="3441568" y="917967"/>
                  <a:pt x="3435175" y="927719"/>
                  <a:pt x="3441568" y="927719"/>
                </a:cubicBezTo>
                <a:cubicBezTo>
                  <a:pt x="3439212" y="932594"/>
                  <a:pt x="3435175" y="919764"/>
                  <a:pt x="3430802" y="924383"/>
                </a:cubicBezTo>
                <a:cubicBezTo>
                  <a:pt x="3430802" y="929258"/>
                  <a:pt x="3435175" y="927719"/>
                  <a:pt x="3437193" y="929258"/>
                </a:cubicBezTo>
                <a:cubicBezTo>
                  <a:pt x="3437193" y="937470"/>
                  <a:pt x="3432820" y="929258"/>
                  <a:pt x="3430802" y="929258"/>
                </a:cubicBezTo>
                <a:cubicBezTo>
                  <a:pt x="3435175" y="939010"/>
                  <a:pt x="3441568" y="937470"/>
                  <a:pt x="3445604" y="939010"/>
                </a:cubicBezTo>
                <a:cubicBezTo>
                  <a:pt x="3435175" y="943885"/>
                  <a:pt x="3420036" y="940806"/>
                  <a:pt x="3407251" y="939010"/>
                </a:cubicBezTo>
                <a:cubicBezTo>
                  <a:pt x="3401195" y="939010"/>
                  <a:pt x="3394803" y="939010"/>
                  <a:pt x="3388411" y="940806"/>
                </a:cubicBezTo>
                <a:cubicBezTo>
                  <a:pt x="3382018" y="942345"/>
                  <a:pt x="3369234" y="945682"/>
                  <a:pt x="3360823" y="952097"/>
                </a:cubicBezTo>
                <a:cubicBezTo>
                  <a:pt x="3356449" y="950301"/>
                  <a:pt x="3354094" y="943885"/>
                  <a:pt x="3350058" y="940806"/>
                </a:cubicBezTo>
                <a:cubicBezTo>
                  <a:pt x="3345684" y="942345"/>
                  <a:pt x="3347702" y="952097"/>
                  <a:pt x="3343665" y="950301"/>
                </a:cubicBezTo>
                <a:cubicBezTo>
                  <a:pt x="3341647" y="932594"/>
                  <a:pt x="3330880" y="961848"/>
                  <a:pt x="3332900" y="942345"/>
                </a:cubicBezTo>
                <a:cubicBezTo>
                  <a:pt x="3328862" y="952097"/>
                  <a:pt x="3322469" y="955177"/>
                  <a:pt x="3320114" y="960052"/>
                </a:cubicBezTo>
                <a:cubicBezTo>
                  <a:pt x="3316078" y="961848"/>
                  <a:pt x="3313722" y="956972"/>
                  <a:pt x="3313722" y="952097"/>
                </a:cubicBezTo>
                <a:cubicBezTo>
                  <a:pt x="3316078" y="969804"/>
                  <a:pt x="3282098" y="955177"/>
                  <a:pt x="3279743" y="964928"/>
                </a:cubicBezTo>
                <a:cubicBezTo>
                  <a:pt x="3273350" y="960052"/>
                  <a:pt x="3262921" y="963388"/>
                  <a:pt x="3250136" y="964928"/>
                </a:cubicBezTo>
                <a:cubicBezTo>
                  <a:pt x="3250136" y="982891"/>
                  <a:pt x="3273350" y="976475"/>
                  <a:pt x="3277724" y="969804"/>
                </a:cubicBezTo>
                <a:cubicBezTo>
                  <a:pt x="3286134" y="982891"/>
                  <a:pt x="3303293" y="978015"/>
                  <a:pt x="3309685" y="978015"/>
                </a:cubicBezTo>
                <a:cubicBezTo>
                  <a:pt x="3311704" y="986226"/>
                  <a:pt x="3305312" y="981351"/>
                  <a:pt x="3305312" y="989306"/>
                </a:cubicBezTo>
                <a:cubicBezTo>
                  <a:pt x="3305312" y="991102"/>
                  <a:pt x="3305312" y="994182"/>
                  <a:pt x="3305312" y="997517"/>
                </a:cubicBezTo>
                <a:cubicBezTo>
                  <a:pt x="3313722" y="995721"/>
                  <a:pt x="3324488" y="997517"/>
                  <a:pt x="3326507" y="987766"/>
                </a:cubicBezTo>
                <a:cubicBezTo>
                  <a:pt x="3343665" y="992642"/>
                  <a:pt x="3356449" y="984430"/>
                  <a:pt x="3373271" y="1003933"/>
                </a:cubicBezTo>
                <a:cubicBezTo>
                  <a:pt x="3377645" y="1000596"/>
                  <a:pt x="3382018" y="994182"/>
                  <a:pt x="3388411" y="995721"/>
                </a:cubicBezTo>
                <a:cubicBezTo>
                  <a:pt x="3392448" y="999057"/>
                  <a:pt x="3386056" y="1000596"/>
                  <a:pt x="3382018" y="1000596"/>
                </a:cubicBezTo>
                <a:cubicBezTo>
                  <a:pt x="3388411" y="1005472"/>
                  <a:pt x="3394803" y="1008809"/>
                  <a:pt x="3403214" y="1002393"/>
                </a:cubicBezTo>
                <a:cubicBezTo>
                  <a:pt x="3403214" y="995721"/>
                  <a:pt x="3398840" y="1002393"/>
                  <a:pt x="3394803" y="1000596"/>
                </a:cubicBezTo>
                <a:cubicBezTo>
                  <a:pt x="3396822" y="984430"/>
                  <a:pt x="3405233" y="997517"/>
                  <a:pt x="3411625" y="992642"/>
                </a:cubicBezTo>
                <a:cubicBezTo>
                  <a:pt x="3409606" y="997517"/>
                  <a:pt x="3409606" y="999057"/>
                  <a:pt x="3407251" y="999057"/>
                </a:cubicBezTo>
                <a:cubicBezTo>
                  <a:pt x="3415998" y="1007269"/>
                  <a:pt x="3424409" y="1010348"/>
                  <a:pt x="3432820" y="1003933"/>
                </a:cubicBezTo>
                <a:cubicBezTo>
                  <a:pt x="3432820" y="995721"/>
                  <a:pt x="3428783" y="1002393"/>
                  <a:pt x="3428783" y="994182"/>
                </a:cubicBezTo>
                <a:cubicBezTo>
                  <a:pt x="3430802" y="995721"/>
                  <a:pt x="3437193" y="1005472"/>
                  <a:pt x="3435175" y="992642"/>
                </a:cubicBezTo>
                <a:cubicBezTo>
                  <a:pt x="3441568" y="1000596"/>
                  <a:pt x="3447960" y="1000596"/>
                  <a:pt x="3449978" y="991102"/>
                </a:cubicBezTo>
                <a:cubicBezTo>
                  <a:pt x="3451997" y="997517"/>
                  <a:pt x="3456371" y="997517"/>
                  <a:pt x="3460744" y="995721"/>
                </a:cubicBezTo>
                <a:cubicBezTo>
                  <a:pt x="3454352" y="1002393"/>
                  <a:pt x="3447960" y="999057"/>
                  <a:pt x="3437193" y="1007269"/>
                </a:cubicBezTo>
                <a:cubicBezTo>
                  <a:pt x="3443586" y="1017020"/>
                  <a:pt x="3449978" y="1017020"/>
                  <a:pt x="3454352" y="1010348"/>
                </a:cubicBezTo>
                <a:cubicBezTo>
                  <a:pt x="3454352" y="1024975"/>
                  <a:pt x="3473192" y="999057"/>
                  <a:pt x="3481940" y="1024975"/>
                </a:cubicBezTo>
                <a:cubicBezTo>
                  <a:pt x="3496742" y="1015223"/>
                  <a:pt x="3507172" y="1033187"/>
                  <a:pt x="3524330" y="1020099"/>
                </a:cubicBezTo>
                <a:cubicBezTo>
                  <a:pt x="3515919" y="1033187"/>
                  <a:pt x="3535096" y="1024975"/>
                  <a:pt x="3541488" y="1023436"/>
                </a:cubicBezTo>
                <a:cubicBezTo>
                  <a:pt x="3539133" y="1013684"/>
                  <a:pt x="3537115" y="1017020"/>
                  <a:pt x="3532741" y="1013684"/>
                </a:cubicBezTo>
                <a:cubicBezTo>
                  <a:pt x="3535096" y="1018560"/>
                  <a:pt x="3532741" y="1021639"/>
                  <a:pt x="3528704" y="1021639"/>
                </a:cubicBezTo>
                <a:cubicBezTo>
                  <a:pt x="3524330" y="1008809"/>
                  <a:pt x="3537115" y="1005472"/>
                  <a:pt x="3543507" y="1018560"/>
                </a:cubicBezTo>
                <a:cubicBezTo>
                  <a:pt x="3560328" y="1013684"/>
                  <a:pt x="3571095" y="1008809"/>
                  <a:pt x="3592290" y="1021639"/>
                </a:cubicBezTo>
                <a:cubicBezTo>
                  <a:pt x="3594644" y="1018560"/>
                  <a:pt x="3585897" y="1017020"/>
                  <a:pt x="3583879" y="1015223"/>
                </a:cubicBezTo>
                <a:cubicBezTo>
                  <a:pt x="3592290" y="1015223"/>
                  <a:pt x="3613821" y="1005472"/>
                  <a:pt x="3628624" y="1005472"/>
                </a:cubicBezTo>
                <a:cubicBezTo>
                  <a:pt x="3637036" y="995721"/>
                  <a:pt x="3649820" y="1000596"/>
                  <a:pt x="3666641" y="997517"/>
                </a:cubicBezTo>
                <a:cubicBezTo>
                  <a:pt x="3664623" y="995721"/>
                  <a:pt x="3664623" y="995721"/>
                  <a:pt x="3662604" y="995721"/>
                </a:cubicBezTo>
                <a:cubicBezTo>
                  <a:pt x="3694566" y="981351"/>
                  <a:pt x="3728545" y="973139"/>
                  <a:pt x="3751760" y="955177"/>
                </a:cubicBezTo>
                <a:cubicBezTo>
                  <a:pt x="3756133" y="960052"/>
                  <a:pt x="3751760" y="960052"/>
                  <a:pt x="3758152" y="964928"/>
                </a:cubicBezTo>
                <a:cubicBezTo>
                  <a:pt x="3768918" y="971599"/>
                  <a:pt x="3766899" y="958512"/>
                  <a:pt x="3760507" y="953637"/>
                </a:cubicBezTo>
                <a:cubicBezTo>
                  <a:pt x="3770936" y="958512"/>
                  <a:pt x="3779347" y="950301"/>
                  <a:pt x="3788094" y="940806"/>
                </a:cubicBezTo>
                <a:cubicBezTo>
                  <a:pt x="3796505" y="932594"/>
                  <a:pt x="3804916" y="921303"/>
                  <a:pt x="3817701" y="922843"/>
                </a:cubicBezTo>
                <a:lnTo>
                  <a:pt x="3822074" y="926179"/>
                </a:lnTo>
                <a:cubicBezTo>
                  <a:pt x="3822074" y="926179"/>
                  <a:pt x="3822074" y="916427"/>
                  <a:pt x="3828467" y="926179"/>
                </a:cubicBezTo>
                <a:cubicBezTo>
                  <a:pt x="3826111" y="911552"/>
                  <a:pt x="3841251" y="910013"/>
                  <a:pt x="3845288" y="900261"/>
                </a:cubicBezTo>
                <a:cubicBezTo>
                  <a:pt x="3849662" y="900261"/>
                  <a:pt x="3856054" y="903340"/>
                  <a:pt x="3858073" y="908216"/>
                </a:cubicBezTo>
                <a:cubicBezTo>
                  <a:pt x="3860428" y="906676"/>
                  <a:pt x="3860428" y="905137"/>
                  <a:pt x="3862446" y="903340"/>
                </a:cubicBezTo>
                <a:cubicBezTo>
                  <a:pt x="3864465" y="900261"/>
                  <a:pt x="3858073" y="900261"/>
                  <a:pt x="3851680" y="895386"/>
                </a:cubicBezTo>
                <a:cubicBezTo>
                  <a:pt x="3864465" y="893589"/>
                  <a:pt x="3881623" y="895386"/>
                  <a:pt x="3881623" y="885634"/>
                </a:cubicBezTo>
                <a:cubicBezTo>
                  <a:pt x="3888016" y="890510"/>
                  <a:pt x="3890034" y="890510"/>
                  <a:pt x="3894408" y="892049"/>
                </a:cubicBezTo>
                <a:cubicBezTo>
                  <a:pt x="3894408" y="887173"/>
                  <a:pt x="3904837" y="883838"/>
                  <a:pt x="3907192" y="880759"/>
                </a:cubicBezTo>
                <a:cubicBezTo>
                  <a:pt x="3915602" y="887173"/>
                  <a:pt x="3907192" y="887173"/>
                  <a:pt x="3913584" y="892049"/>
                </a:cubicBezTo>
                <a:cubicBezTo>
                  <a:pt x="3921996" y="882298"/>
                  <a:pt x="3955975" y="885634"/>
                  <a:pt x="3955975" y="866132"/>
                </a:cubicBezTo>
                <a:cubicBezTo>
                  <a:pt x="3972797" y="872547"/>
                  <a:pt x="3951601" y="872547"/>
                  <a:pt x="3962368" y="878962"/>
                </a:cubicBezTo>
                <a:cubicBezTo>
                  <a:pt x="3977171" y="875883"/>
                  <a:pt x="3962368" y="849965"/>
                  <a:pt x="3985581" y="851505"/>
                </a:cubicBezTo>
                <a:cubicBezTo>
                  <a:pt x="3989955" y="849965"/>
                  <a:pt x="3979189" y="846629"/>
                  <a:pt x="3979189" y="845089"/>
                </a:cubicBezTo>
                <a:cubicBezTo>
                  <a:pt x="4000720" y="845089"/>
                  <a:pt x="4004758" y="835338"/>
                  <a:pt x="4002739" y="824047"/>
                </a:cubicBezTo>
                <a:cubicBezTo>
                  <a:pt x="4045130" y="841754"/>
                  <a:pt x="4025953" y="807624"/>
                  <a:pt x="4057914" y="809420"/>
                </a:cubicBezTo>
                <a:lnTo>
                  <a:pt x="4061686" y="797973"/>
                </a:lnTo>
                <a:lnTo>
                  <a:pt x="4057624" y="796627"/>
                </a:lnTo>
                <a:cubicBezTo>
                  <a:pt x="4052834" y="796239"/>
                  <a:pt x="4048548" y="795851"/>
                  <a:pt x="4048548" y="792617"/>
                </a:cubicBezTo>
                <a:cubicBezTo>
                  <a:pt x="4031405" y="790806"/>
                  <a:pt x="4029388" y="800637"/>
                  <a:pt x="4031405" y="805552"/>
                </a:cubicBezTo>
                <a:cubicBezTo>
                  <a:pt x="4008211" y="799084"/>
                  <a:pt x="4029388" y="776061"/>
                  <a:pt x="4046532" y="769594"/>
                </a:cubicBezTo>
                <a:cubicBezTo>
                  <a:pt x="4052582" y="771146"/>
                  <a:pt x="4058969" y="774509"/>
                  <a:pt x="4061322" y="771146"/>
                </a:cubicBezTo>
                <a:cubicBezTo>
                  <a:pt x="4076112" y="779424"/>
                  <a:pt x="4061322" y="780976"/>
                  <a:pt x="4063340" y="784340"/>
                </a:cubicBezTo>
                <a:cubicBezTo>
                  <a:pt x="4052582" y="785892"/>
                  <a:pt x="4048548" y="779424"/>
                  <a:pt x="4056952" y="777872"/>
                </a:cubicBezTo>
                <a:cubicBezTo>
                  <a:pt x="4052582" y="776061"/>
                  <a:pt x="4050566" y="779424"/>
                  <a:pt x="4042162" y="776061"/>
                </a:cubicBezTo>
                <a:cubicBezTo>
                  <a:pt x="4037792" y="780976"/>
                  <a:pt x="4046532" y="784340"/>
                  <a:pt x="4046532" y="787702"/>
                </a:cubicBezTo>
                <a:cubicBezTo>
                  <a:pt x="4052750" y="785245"/>
                  <a:pt x="4058044" y="786861"/>
                  <a:pt x="4062036" y="789901"/>
                </a:cubicBezTo>
                <a:lnTo>
                  <a:pt x="4065551" y="794809"/>
                </a:lnTo>
                <a:lnTo>
                  <a:pt x="4079110" y="788378"/>
                </a:lnTo>
                <a:cubicBezTo>
                  <a:pt x="4079110" y="785042"/>
                  <a:pt x="4075072" y="783502"/>
                  <a:pt x="4073054" y="780166"/>
                </a:cubicBezTo>
                <a:cubicBezTo>
                  <a:pt x="4075072" y="775290"/>
                  <a:pt x="4075072" y="780166"/>
                  <a:pt x="4083484" y="781706"/>
                </a:cubicBezTo>
                <a:cubicBezTo>
                  <a:pt x="4085502" y="780166"/>
                  <a:pt x="4077092" y="776830"/>
                  <a:pt x="4079110" y="773751"/>
                </a:cubicBezTo>
                <a:cubicBezTo>
                  <a:pt x="4075072" y="771955"/>
                  <a:pt x="4075072" y="775290"/>
                  <a:pt x="4075072" y="775290"/>
                </a:cubicBezTo>
                <a:cubicBezTo>
                  <a:pt x="4072886" y="770415"/>
                  <a:pt x="4074988" y="766373"/>
                  <a:pt x="4078184" y="762524"/>
                </a:cubicBezTo>
                <a:lnTo>
                  <a:pt x="4082764" y="757028"/>
                </a:lnTo>
                <a:lnTo>
                  <a:pt x="4068158" y="755992"/>
                </a:lnTo>
                <a:cubicBezTo>
                  <a:pt x="4060465" y="755378"/>
                  <a:pt x="4054612" y="754150"/>
                  <a:pt x="4057790" y="750790"/>
                </a:cubicBezTo>
                <a:cubicBezTo>
                  <a:pt x="4045078" y="750790"/>
                  <a:pt x="4049428" y="763971"/>
                  <a:pt x="4049428" y="767072"/>
                </a:cubicBezTo>
                <a:cubicBezTo>
                  <a:pt x="4026012" y="759061"/>
                  <a:pt x="4047420" y="752600"/>
                  <a:pt x="4053440" y="745880"/>
                </a:cubicBezTo>
                <a:cubicBezTo>
                  <a:pt x="4059797" y="747689"/>
                  <a:pt x="4062138" y="749240"/>
                  <a:pt x="4062138" y="750790"/>
                </a:cubicBezTo>
                <a:cubicBezTo>
                  <a:pt x="4070500" y="750790"/>
                  <a:pt x="4074849" y="749240"/>
                  <a:pt x="4076856" y="744330"/>
                </a:cubicBezTo>
                <a:cubicBezTo>
                  <a:pt x="4059797" y="737869"/>
                  <a:pt x="4070500" y="750790"/>
                  <a:pt x="4055782" y="744330"/>
                </a:cubicBezTo>
                <a:cubicBezTo>
                  <a:pt x="4062138" y="739419"/>
                  <a:pt x="4068494" y="734509"/>
                  <a:pt x="4085218" y="737869"/>
                </a:cubicBezTo>
                <a:cubicBezTo>
                  <a:pt x="4091740" y="742714"/>
                  <a:pt x="4077942" y="746688"/>
                  <a:pt x="4080373" y="751860"/>
                </a:cubicBezTo>
                <a:lnTo>
                  <a:pt x="4084800" y="754582"/>
                </a:lnTo>
                <a:lnTo>
                  <a:pt x="4087857" y="750912"/>
                </a:lnTo>
                <a:lnTo>
                  <a:pt x="4088758" y="757013"/>
                </a:lnTo>
                <a:lnTo>
                  <a:pt x="4089566" y="757510"/>
                </a:lnTo>
                <a:lnTo>
                  <a:pt x="4088824" y="757457"/>
                </a:lnTo>
                <a:lnTo>
                  <a:pt x="4089666" y="763166"/>
                </a:lnTo>
                <a:cubicBezTo>
                  <a:pt x="4087773" y="767207"/>
                  <a:pt x="4083484" y="770415"/>
                  <a:pt x="4077092" y="770415"/>
                </a:cubicBezTo>
                <a:cubicBezTo>
                  <a:pt x="4077092" y="771955"/>
                  <a:pt x="4083484" y="773751"/>
                  <a:pt x="4083484" y="775290"/>
                </a:cubicBezTo>
                <a:cubicBezTo>
                  <a:pt x="4096268" y="778627"/>
                  <a:pt x="4104679" y="773751"/>
                  <a:pt x="4094250" y="767079"/>
                </a:cubicBezTo>
                <a:cubicBezTo>
                  <a:pt x="4100642" y="764000"/>
                  <a:pt x="4111070" y="764000"/>
                  <a:pt x="4117464" y="762203"/>
                </a:cubicBezTo>
                <a:cubicBezTo>
                  <a:pt x="4121837" y="757584"/>
                  <a:pt x="4100642" y="754249"/>
                  <a:pt x="4102660" y="750912"/>
                </a:cubicBezTo>
                <a:cubicBezTo>
                  <a:pt x="4141014" y="759124"/>
                  <a:pt x="4117464" y="731666"/>
                  <a:pt x="4145050" y="734745"/>
                </a:cubicBezTo>
                <a:cubicBezTo>
                  <a:pt x="4143032" y="724994"/>
                  <a:pt x="4153798" y="713704"/>
                  <a:pt x="4164227" y="703952"/>
                </a:cubicBezTo>
                <a:cubicBezTo>
                  <a:pt x="4172639" y="710367"/>
                  <a:pt x="4179030" y="710367"/>
                  <a:pt x="4183404" y="705492"/>
                </a:cubicBezTo>
                <a:cubicBezTo>
                  <a:pt x="4183404" y="715243"/>
                  <a:pt x="4164227" y="708828"/>
                  <a:pt x="4177012" y="720119"/>
                </a:cubicBezTo>
                <a:cubicBezTo>
                  <a:pt x="4185423" y="720119"/>
                  <a:pt x="4194170" y="721915"/>
                  <a:pt x="4194170" y="717039"/>
                </a:cubicBezTo>
                <a:cubicBezTo>
                  <a:pt x="4183404" y="720119"/>
                  <a:pt x="4185423" y="715243"/>
                  <a:pt x="4189797" y="710367"/>
                </a:cubicBezTo>
                <a:cubicBezTo>
                  <a:pt x="4191816" y="712164"/>
                  <a:pt x="4198207" y="715243"/>
                  <a:pt x="4204600" y="717039"/>
                </a:cubicBezTo>
                <a:cubicBezTo>
                  <a:pt x="4198207" y="726791"/>
                  <a:pt x="4189797" y="746037"/>
                  <a:pt x="4204600" y="760664"/>
                </a:cubicBezTo>
                <a:cubicBezTo>
                  <a:pt x="4208974" y="755788"/>
                  <a:pt x="4213010" y="749372"/>
                  <a:pt x="4215365" y="746037"/>
                </a:cubicBezTo>
                <a:cubicBezTo>
                  <a:pt x="4208974" y="744497"/>
                  <a:pt x="4204600" y="744497"/>
                  <a:pt x="4202581" y="747833"/>
                </a:cubicBezTo>
                <a:cubicBezTo>
                  <a:pt x="4196188" y="746037"/>
                  <a:pt x="4204600" y="742958"/>
                  <a:pt x="4202581" y="741161"/>
                </a:cubicBezTo>
                <a:cubicBezTo>
                  <a:pt x="4210992" y="747833"/>
                  <a:pt x="4213010" y="741161"/>
                  <a:pt x="4223777" y="742958"/>
                </a:cubicBezTo>
                <a:cubicBezTo>
                  <a:pt x="4223777" y="742958"/>
                  <a:pt x="4223777" y="742958"/>
                  <a:pt x="4221758" y="750912"/>
                </a:cubicBezTo>
                <a:lnTo>
                  <a:pt x="4229276" y="751148"/>
                </a:lnTo>
                <a:lnTo>
                  <a:pt x="4235788" y="739185"/>
                </a:lnTo>
                <a:cubicBezTo>
                  <a:pt x="4237370" y="734137"/>
                  <a:pt x="4237370" y="729699"/>
                  <a:pt x="4235204" y="726484"/>
                </a:cubicBezTo>
                <a:cubicBezTo>
                  <a:pt x="4247860" y="723141"/>
                  <a:pt x="4247860" y="719797"/>
                  <a:pt x="4258516" y="719797"/>
                </a:cubicBezTo>
                <a:cubicBezTo>
                  <a:pt x="4245860" y="721597"/>
                  <a:pt x="4264510" y="737802"/>
                  <a:pt x="4241532" y="736002"/>
                </a:cubicBezTo>
                <a:lnTo>
                  <a:pt x="4241434" y="738291"/>
                </a:lnTo>
                <a:lnTo>
                  <a:pt x="4245430" y="739966"/>
                </a:lnTo>
                <a:cubicBezTo>
                  <a:pt x="4245529" y="740504"/>
                  <a:pt x="4244530" y="741001"/>
                  <a:pt x="4243332" y="741610"/>
                </a:cubicBezTo>
                <a:lnTo>
                  <a:pt x="4241037" y="747569"/>
                </a:lnTo>
                <a:lnTo>
                  <a:pt x="4241026" y="747835"/>
                </a:lnTo>
                <a:lnTo>
                  <a:pt x="4251643" y="748041"/>
                </a:lnTo>
                <a:cubicBezTo>
                  <a:pt x="4257966" y="746454"/>
                  <a:pt x="4253551" y="740391"/>
                  <a:pt x="4260112" y="738082"/>
                </a:cubicBezTo>
                <a:cubicBezTo>
                  <a:pt x="4278952" y="746037"/>
                  <a:pt x="4262130" y="754249"/>
                  <a:pt x="4262130" y="760664"/>
                </a:cubicBezTo>
                <a:cubicBezTo>
                  <a:pt x="4262130" y="765539"/>
                  <a:pt x="4272560" y="767079"/>
                  <a:pt x="4260112" y="770415"/>
                </a:cubicBezTo>
                <a:cubicBezTo>
                  <a:pt x="4266167" y="773751"/>
                  <a:pt x="4270541" y="783502"/>
                  <a:pt x="4270541" y="791457"/>
                </a:cubicBezTo>
                <a:cubicBezTo>
                  <a:pt x="4266167" y="789917"/>
                  <a:pt x="4266167" y="788378"/>
                  <a:pt x="4262130" y="786582"/>
                </a:cubicBezTo>
                <a:cubicBezTo>
                  <a:pt x="4258934" y="790687"/>
                  <a:pt x="4261037" y="794793"/>
                  <a:pt x="4265788" y="798675"/>
                </a:cubicBezTo>
                <a:lnTo>
                  <a:pt x="4274140" y="803263"/>
                </a:lnTo>
                <a:lnTo>
                  <a:pt x="4276540" y="799084"/>
                </a:lnTo>
                <a:cubicBezTo>
                  <a:pt x="4280524" y="795204"/>
                  <a:pt x="4287475" y="790741"/>
                  <a:pt x="4289680" y="789966"/>
                </a:cubicBezTo>
                <a:cubicBezTo>
                  <a:pt x="4309006" y="798244"/>
                  <a:pt x="4274761" y="799796"/>
                  <a:pt x="4281203" y="804711"/>
                </a:cubicBezTo>
                <a:lnTo>
                  <a:pt x="4275738" y="804141"/>
                </a:lnTo>
                <a:lnTo>
                  <a:pt x="4285344" y="809420"/>
                </a:lnTo>
                <a:cubicBezTo>
                  <a:pt x="4291736" y="809420"/>
                  <a:pt x="4283325" y="804544"/>
                  <a:pt x="4291736" y="803005"/>
                </a:cubicBezTo>
                <a:cubicBezTo>
                  <a:pt x="4289718" y="814296"/>
                  <a:pt x="4302502" y="809420"/>
                  <a:pt x="4313268" y="820711"/>
                </a:cubicBezTo>
                <a:cubicBezTo>
                  <a:pt x="4308894" y="830462"/>
                  <a:pt x="4296110" y="841754"/>
                  <a:pt x="4315287" y="845089"/>
                </a:cubicBezTo>
                <a:cubicBezTo>
                  <a:pt x="4313268" y="859716"/>
                  <a:pt x="4300484" y="866132"/>
                  <a:pt x="4313268" y="877422"/>
                </a:cubicBezTo>
                <a:cubicBezTo>
                  <a:pt x="4287698" y="880759"/>
                  <a:pt x="4300484" y="898465"/>
                  <a:pt x="4302502" y="910013"/>
                </a:cubicBezTo>
                <a:lnTo>
                  <a:pt x="4307036" y="907888"/>
                </a:lnTo>
                <a:lnTo>
                  <a:pt x="4306398" y="906762"/>
                </a:lnTo>
                <a:cubicBezTo>
                  <a:pt x="4306836" y="904102"/>
                  <a:pt x="4309113" y="901746"/>
                  <a:pt x="4313212" y="901149"/>
                </a:cubicBezTo>
                <a:lnTo>
                  <a:pt x="4317174" y="901737"/>
                </a:lnTo>
                <a:lnTo>
                  <a:pt x="4321678" y="893589"/>
                </a:lnTo>
                <a:cubicBezTo>
                  <a:pt x="4332108" y="896925"/>
                  <a:pt x="4332108" y="906676"/>
                  <a:pt x="4325716" y="906676"/>
                </a:cubicBezTo>
                <a:cubicBezTo>
                  <a:pt x="4325716" y="910013"/>
                  <a:pt x="4332108" y="913092"/>
                  <a:pt x="4338500" y="916427"/>
                </a:cubicBezTo>
                <a:cubicBezTo>
                  <a:pt x="4353640" y="911552"/>
                  <a:pt x="4338500" y="895386"/>
                  <a:pt x="4357676" y="895386"/>
                </a:cubicBezTo>
                <a:cubicBezTo>
                  <a:pt x="4357676" y="903340"/>
                  <a:pt x="4357676" y="922843"/>
                  <a:pt x="4349267" y="935931"/>
                </a:cubicBezTo>
                <a:cubicBezTo>
                  <a:pt x="4347248" y="942345"/>
                  <a:pt x="4321678" y="955177"/>
                  <a:pt x="4340855" y="955177"/>
                </a:cubicBezTo>
                <a:cubicBezTo>
                  <a:pt x="4344892" y="963388"/>
                  <a:pt x="4308894" y="968264"/>
                  <a:pt x="4338500" y="981351"/>
                </a:cubicBezTo>
                <a:cubicBezTo>
                  <a:pt x="4319660" y="1010348"/>
                  <a:pt x="4306876" y="1036523"/>
                  <a:pt x="4283325" y="1070395"/>
                </a:cubicBezTo>
                <a:cubicBezTo>
                  <a:pt x="4289718" y="1073731"/>
                  <a:pt x="4289718" y="1065520"/>
                  <a:pt x="4294092" y="1063980"/>
                </a:cubicBezTo>
                <a:cubicBezTo>
                  <a:pt x="4298128" y="1071935"/>
                  <a:pt x="4298128" y="1062441"/>
                  <a:pt x="4306876" y="1068856"/>
                </a:cubicBezTo>
                <a:cubicBezTo>
                  <a:pt x="4298128" y="1070395"/>
                  <a:pt x="4291736" y="1073731"/>
                  <a:pt x="4281307" y="1073731"/>
                </a:cubicBezTo>
                <a:cubicBezTo>
                  <a:pt x="4283325" y="1093234"/>
                  <a:pt x="4240935" y="1099649"/>
                  <a:pt x="4255738" y="1120692"/>
                </a:cubicBezTo>
                <a:cubicBezTo>
                  <a:pt x="4244972" y="1124027"/>
                  <a:pt x="4240935" y="1125567"/>
                  <a:pt x="4251364" y="1131983"/>
                </a:cubicBezTo>
                <a:cubicBezTo>
                  <a:pt x="4232187" y="1135319"/>
                  <a:pt x="4240935" y="1153025"/>
                  <a:pt x="4226132" y="1157900"/>
                </a:cubicBezTo>
                <a:cubicBezTo>
                  <a:pt x="4251364" y="1174324"/>
                  <a:pt x="4255738" y="1145070"/>
                  <a:pt x="4272560" y="1141734"/>
                </a:cubicBezTo>
                <a:cubicBezTo>
                  <a:pt x="4269531" y="1155206"/>
                  <a:pt x="4250796" y="1165792"/>
                  <a:pt x="4239773" y="1179119"/>
                </a:cubicBezTo>
                <a:lnTo>
                  <a:pt x="4235254" y="1187728"/>
                </a:lnTo>
                <a:lnTo>
                  <a:pt x="4239498" y="1191120"/>
                </a:lnTo>
                <a:cubicBezTo>
                  <a:pt x="4241251" y="1197268"/>
                  <a:pt x="4227611" y="1202798"/>
                  <a:pt x="4221237" y="1202798"/>
                </a:cubicBezTo>
                <a:lnTo>
                  <a:pt x="4223223" y="1197891"/>
                </a:lnTo>
                <a:lnTo>
                  <a:pt x="4202581" y="1207844"/>
                </a:lnTo>
                <a:cubicBezTo>
                  <a:pt x="4192488" y="1213971"/>
                  <a:pt x="4183404" y="1220514"/>
                  <a:pt x="4179030" y="1224620"/>
                </a:cubicBezTo>
                <a:cubicBezTo>
                  <a:pt x="4187778" y="1231035"/>
                  <a:pt x="4196188" y="1231035"/>
                  <a:pt x="4204600" y="1224620"/>
                </a:cubicBezTo>
                <a:cubicBezTo>
                  <a:pt x="4208974" y="1229239"/>
                  <a:pt x="4196188" y="1231035"/>
                  <a:pt x="4196188" y="1234115"/>
                </a:cubicBezTo>
                <a:lnTo>
                  <a:pt x="4190262" y="1232613"/>
                </a:lnTo>
                <a:lnTo>
                  <a:pt x="4179550" y="1243713"/>
                </a:lnTo>
                <a:cubicBezTo>
                  <a:pt x="4177208" y="1247590"/>
                  <a:pt x="4174616" y="1251273"/>
                  <a:pt x="4167258" y="1253727"/>
                </a:cubicBezTo>
                <a:lnTo>
                  <a:pt x="4162636" y="1246088"/>
                </a:lnTo>
                <a:lnTo>
                  <a:pt x="4155733" y="1249832"/>
                </a:lnTo>
                <a:cubicBezTo>
                  <a:pt x="4146734" y="1253681"/>
                  <a:pt x="4136640" y="1257723"/>
                  <a:pt x="4132266" y="1268244"/>
                </a:cubicBezTo>
                <a:cubicBezTo>
                  <a:pt x="4132266" y="1268244"/>
                  <a:pt x="4132266" y="1268244"/>
                  <a:pt x="4128228" y="1263369"/>
                </a:cubicBezTo>
                <a:cubicBezTo>
                  <a:pt x="4102660" y="1277995"/>
                  <a:pt x="4077092" y="1287747"/>
                  <a:pt x="4051522" y="1297498"/>
                </a:cubicBezTo>
                <a:cubicBezTo>
                  <a:pt x="4028309" y="1308789"/>
                  <a:pt x="4002739" y="1317001"/>
                  <a:pt x="3977171" y="1326495"/>
                </a:cubicBezTo>
                <a:cubicBezTo>
                  <a:pt x="3945209" y="1341122"/>
                  <a:pt x="3902818" y="1365500"/>
                  <a:pt x="3858073" y="1368836"/>
                </a:cubicBezTo>
                <a:cubicBezTo>
                  <a:pt x="3854036" y="1376792"/>
                  <a:pt x="3868838" y="1380127"/>
                  <a:pt x="3872876" y="1378587"/>
                </a:cubicBezTo>
                <a:cubicBezTo>
                  <a:pt x="3866484" y="1383463"/>
                  <a:pt x="3847643" y="1391418"/>
                  <a:pt x="3836878" y="1393214"/>
                </a:cubicBezTo>
                <a:cubicBezTo>
                  <a:pt x="3830485" y="1383463"/>
                  <a:pt x="3843269" y="1393214"/>
                  <a:pt x="3841251" y="1386543"/>
                </a:cubicBezTo>
                <a:cubicBezTo>
                  <a:pt x="3838896" y="1380127"/>
                  <a:pt x="3832504" y="1388339"/>
                  <a:pt x="3828467" y="1388339"/>
                </a:cubicBezTo>
                <a:cubicBezTo>
                  <a:pt x="3824093" y="1389879"/>
                  <a:pt x="3830485" y="1391418"/>
                  <a:pt x="3830485" y="1394754"/>
                </a:cubicBezTo>
                <a:cubicBezTo>
                  <a:pt x="3779347" y="1410921"/>
                  <a:pt x="3738974" y="1415797"/>
                  <a:pt x="3690192" y="1431963"/>
                </a:cubicBezTo>
                <a:cubicBezTo>
                  <a:pt x="3704996" y="1449926"/>
                  <a:pt x="3738974" y="1412717"/>
                  <a:pt x="3749741" y="1433759"/>
                </a:cubicBezTo>
                <a:cubicBezTo>
                  <a:pt x="3732583" y="1427087"/>
                  <a:pt x="3728545" y="1443254"/>
                  <a:pt x="3715761" y="1441714"/>
                </a:cubicBezTo>
                <a:cubicBezTo>
                  <a:pt x="3724172" y="1454802"/>
                  <a:pt x="3738974" y="1438635"/>
                  <a:pt x="3741330" y="1435299"/>
                </a:cubicBezTo>
                <a:cubicBezTo>
                  <a:pt x="3741330" y="1435299"/>
                  <a:pt x="3741330" y="1435299"/>
                  <a:pt x="3745367" y="1443254"/>
                </a:cubicBezTo>
                <a:cubicBezTo>
                  <a:pt x="3745367" y="1435299"/>
                  <a:pt x="3749741" y="1436838"/>
                  <a:pt x="3758152" y="1436838"/>
                </a:cubicBezTo>
                <a:cubicBezTo>
                  <a:pt x="3754114" y="1431963"/>
                  <a:pt x="3756133" y="1431963"/>
                  <a:pt x="3756133" y="1420672"/>
                </a:cubicBezTo>
                <a:cubicBezTo>
                  <a:pt x="3766899" y="1425548"/>
                  <a:pt x="3775310" y="1414257"/>
                  <a:pt x="3779347" y="1425548"/>
                </a:cubicBezTo>
                <a:cubicBezTo>
                  <a:pt x="3792131" y="1427087"/>
                  <a:pt x="3783721" y="1415797"/>
                  <a:pt x="3794487" y="1415797"/>
                </a:cubicBezTo>
                <a:cubicBezTo>
                  <a:pt x="3800879" y="1422212"/>
                  <a:pt x="3792131" y="1422212"/>
                  <a:pt x="3794487" y="1427087"/>
                </a:cubicBezTo>
                <a:cubicBezTo>
                  <a:pt x="3802898" y="1427087"/>
                  <a:pt x="3798524" y="1422212"/>
                  <a:pt x="3804916" y="1420672"/>
                </a:cubicBezTo>
                <a:cubicBezTo>
                  <a:pt x="3802898" y="1417336"/>
                  <a:pt x="3796505" y="1420672"/>
                  <a:pt x="3796505" y="1412717"/>
                </a:cubicBezTo>
                <a:cubicBezTo>
                  <a:pt x="3806934" y="1410921"/>
                  <a:pt x="3824093" y="1412717"/>
                  <a:pt x="3832504" y="1402966"/>
                </a:cubicBezTo>
                <a:cubicBezTo>
                  <a:pt x="3832504" y="1409381"/>
                  <a:pt x="3834859" y="1406045"/>
                  <a:pt x="3838896" y="1414257"/>
                </a:cubicBezTo>
                <a:cubicBezTo>
                  <a:pt x="3843269" y="1414257"/>
                  <a:pt x="3843269" y="1412204"/>
                  <a:pt x="3843269" y="1409959"/>
                </a:cubicBezTo>
                <a:lnTo>
                  <a:pt x="3843836" y="1409253"/>
                </a:lnTo>
                <a:lnTo>
                  <a:pt x="3892431" y="1398250"/>
                </a:lnTo>
                <a:cubicBezTo>
                  <a:pt x="3907613" y="1393599"/>
                  <a:pt x="3921996" y="1388339"/>
                  <a:pt x="3936798" y="1383463"/>
                </a:cubicBezTo>
                <a:cubicBezTo>
                  <a:pt x="3966404" y="1373712"/>
                  <a:pt x="3991973" y="1360625"/>
                  <a:pt x="4021916" y="1350873"/>
                </a:cubicBezTo>
                <a:cubicBezTo>
                  <a:pt x="4025953" y="1347794"/>
                  <a:pt x="4017542" y="1349334"/>
                  <a:pt x="4019560" y="1342919"/>
                </a:cubicBezTo>
                <a:cubicBezTo>
                  <a:pt x="4030328" y="1338043"/>
                  <a:pt x="4036719" y="1326495"/>
                  <a:pt x="4049504" y="1338043"/>
                </a:cubicBezTo>
                <a:cubicBezTo>
                  <a:pt x="4057914" y="1329831"/>
                  <a:pt x="4073054" y="1331371"/>
                  <a:pt x="4070699" y="1317001"/>
                </a:cubicBezTo>
                <a:cubicBezTo>
                  <a:pt x="4081466" y="1323416"/>
                  <a:pt x="4081466" y="1308789"/>
                  <a:pt x="4089876" y="1317001"/>
                </a:cubicBezTo>
                <a:cubicBezTo>
                  <a:pt x="4094250" y="1313665"/>
                  <a:pt x="4089876" y="1308789"/>
                  <a:pt x="4087857" y="1303914"/>
                </a:cubicBezTo>
                <a:cubicBezTo>
                  <a:pt x="4096268" y="1303914"/>
                  <a:pt x="4130248" y="1300577"/>
                  <a:pt x="4121837" y="1289287"/>
                </a:cubicBezTo>
                <a:cubicBezTo>
                  <a:pt x="4143032" y="1294162"/>
                  <a:pt x="4147406" y="1276456"/>
                  <a:pt x="4160190" y="1282871"/>
                </a:cubicBezTo>
                <a:cubicBezTo>
                  <a:pt x="4162208" y="1277995"/>
                  <a:pt x="4168601" y="1274660"/>
                  <a:pt x="4157836" y="1266704"/>
                </a:cubicBezTo>
                <a:cubicBezTo>
                  <a:pt x="4160190" y="1266704"/>
                  <a:pt x="4162208" y="1269784"/>
                  <a:pt x="4166583" y="1273120"/>
                </a:cubicBezTo>
                <a:cubicBezTo>
                  <a:pt x="4179030" y="1256953"/>
                  <a:pt x="4200563" y="1243866"/>
                  <a:pt x="4221758" y="1232575"/>
                </a:cubicBezTo>
                <a:cubicBezTo>
                  <a:pt x="4234542" y="1226159"/>
                  <a:pt x="4244972" y="1219744"/>
                  <a:pt x="4255738" y="1213072"/>
                </a:cubicBezTo>
                <a:lnTo>
                  <a:pt x="4257524" y="1211196"/>
                </a:lnTo>
                <a:lnTo>
                  <a:pt x="4255926" y="1209719"/>
                </a:lnTo>
                <a:cubicBezTo>
                  <a:pt x="4252010" y="1207532"/>
                  <a:pt x="4249926" y="1205158"/>
                  <a:pt x="4257260" y="1199662"/>
                </a:cubicBezTo>
                <a:lnTo>
                  <a:pt x="4263685" y="1204727"/>
                </a:lnTo>
                <a:lnTo>
                  <a:pt x="4278952" y="1188694"/>
                </a:lnTo>
                <a:cubicBezTo>
                  <a:pt x="4287698" y="1200242"/>
                  <a:pt x="4287698" y="1182279"/>
                  <a:pt x="4296110" y="1188694"/>
                </a:cubicBezTo>
                <a:cubicBezTo>
                  <a:pt x="4344892" y="1130443"/>
                  <a:pt x="4402424" y="1081687"/>
                  <a:pt x="4447169" y="1026515"/>
                </a:cubicBezTo>
                <a:cubicBezTo>
                  <a:pt x="4425636" y="1063980"/>
                  <a:pt x="4396031" y="1102985"/>
                  <a:pt x="4359696" y="1138398"/>
                </a:cubicBezTo>
                <a:cubicBezTo>
                  <a:pt x="4342706" y="1155463"/>
                  <a:pt x="4323614" y="1171693"/>
                  <a:pt x="4303974" y="1186320"/>
                </a:cubicBezTo>
                <a:lnTo>
                  <a:pt x="4266535" y="1210623"/>
                </a:lnTo>
                <a:lnTo>
                  <a:pt x="4265594" y="1218651"/>
                </a:lnTo>
                <a:lnTo>
                  <a:pt x="4260879" y="1214295"/>
                </a:lnTo>
                <a:lnTo>
                  <a:pt x="4252157" y="1219956"/>
                </a:lnTo>
                <a:lnTo>
                  <a:pt x="4252960" y="1226561"/>
                </a:lnTo>
                <a:cubicBezTo>
                  <a:pt x="4253984" y="1229747"/>
                  <a:pt x="4255207" y="1232282"/>
                  <a:pt x="4255482" y="1233705"/>
                </a:cubicBezTo>
                <a:lnTo>
                  <a:pt x="4252692" y="1234127"/>
                </a:lnTo>
                <a:lnTo>
                  <a:pt x="4255738" y="1238990"/>
                </a:lnTo>
                <a:cubicBezTo>
                  <a:pt x="4244972" y="1235911"/>
                  <a:pt x="4236561" y="1238990"/>
                  <a:pt x="4234542" y="1243866"/>
                </a:cubicBezTo>
                <a:cubicBezTo>
                  <a:pt x="4226132" y="1238990"/>
                  <a:pt x="4217384" y="1245662"/>
                  <a:pt x="4210992" y="1253617"/>
                </a:cubicBezTo>
                <a:cubicBezTo>
                  <a:pt x="4213010" y="1256953"/>
                  <a:pt x="4217384" y="1260032"/>
                  <a:pt x="4219403" y="1258493"/>
                </a:cubicBezTo>
                <a:cubicBezTo>
                  <a:pt x="4210992" y="1258493"/>
                  <a:pt x="4202581" y="1261829"/>
                  <a:pt x="4198207" y="1268244"/>
                </a:cubicBezTo>
                <a:cubicBezTo>
                  <a:pt x="4191816" y="1273120"/>
                  <a:pt x="4187778" y="1279535"/>
                  <a:pt x="4185423" y="1287747"/>
                </a:cubicBezTo>
                <a:cubicBezTo>
                  <a:pt x="4185423" y="1287747"/>
                  <a:pt x="4185423" y="1287747"/>
                  <a:pt x="4179030" y="1281331"/>
                </a:cubicBezTo>
                <a:cubicBezTo>
                  <a:pt x="4168601" y="1295958"/>
                  <a:pt x="4147406" y="1310328"/>
                  <a:pt x="4121837" y="1310328"/>
                </a:cubicBezTo>
                <a:cubicBezTo>
                  <a:pt x="4132266" y="1320080"/>
                  <a:pt x="4132266" y="1313665"/>
                  <a:pt x="4141014" y="1323416"/>
                </a:cubicBezTo>
                <a:cubicBezTo>
                  <a:pt x="4132266" y="1321876"/>
                  <a:pt x="4125874" y="1317001"/>
                  <a:pt x="4117464" y="1315204"/>
                </a:cubicBezTo>
                <a:cubicBezTo>
                  <a:pt x="4100642" y="1324955"/>
                  <a:pt x="4083484" y="1336247"/>
                  <a:pt x="4066662" y="1345998"/>
                </a:cubicBezTo>
                <a:cubicBezTo>
                  <a:pt x="4049504" y="1354209"/>
                  <a:pt x="4028309" y="1360625"/>
                  <a:pt x="4002739" y="1363960"/>
                </a:cubicBezTo>
                <a:cubicBezTo>
                  <a:pt x="4004758" y="1368836"/>
                  <a:pt x="4009132" y="1367297"/>
                  <a:pt x="4013506" y="1365500"/>
                </a:cubicBezTo>
                <a:cubicBezTo>
                  <a:pt x="3989955" y="1373712"/>
                  <a:pt x="3966404" y="1383463"/>
                  <a:pt x="3941172" y="1393214"/>
                </a:cubicBezTo>
                <a:cubicBezTo>
                  <a:pt x="3917622" y="1404506"/>
                  <a:pt x="3894408" y="1417336"/>
                  <a:pt x="3866484" y="1427087"/>
                </a:cubicBezTo>
                <a:cubicBezTo>
                  <a:pt x="3841251" y="1436838"/>
                  <a:pt x="3815682" y="1449926"/>
                  <a:pt x="3790113" y="1457881"/>
                </a:cubicBezTo>
                <a:cubicBezTo>
                  <a:pt x="3762525" y="1466093"/>
                  <a:pt x="3734938" y="1474304"/>
                  <a:pt x="3709369" y="1479180"/>
                </a:cubicBezTo>
                <a:cubicBezTo>
                  <a:pt x="3702976" y="1479180"/>
                  <a:pt x="3702976" y="1482259"/>
                  <a:pt x="3704996" y="1488675"/>
                </a:cubicBezTo>
                <a:cubicBezTo>
                  <a:pt x="3656212" y="1482259"/>
                  <a:pt x="3605074" y="1506637"/>
                  <a:pt x="3569076" y="1522804"/>
                </a:cubicBezTo>
                <a:cubicBezTo>
                  <a:pt x="3569076" y="1522804"/>
                  <a:pt x="3569076" y="1522804"/>
                  <a:pt x="3568781" y="1521393"/>
                </a:cubicBezTo>
                <a:lnTo>
                  <a:pt x="3567028" y="1512988"/>
                </a:lnTo>
                <a:lnTo>
                  <a:pt x="3566294" y="1514030"/>
                </a:lnTo>
                <a:lnTo>
                  <a:pt x="3564926" y="1512348"/>
                </a:lnTo>
                <a:lnTo>
                  <a:pt x="3538713" y="1524537"/>
                </a:lnTo>
                <a:cubicBezTo>
                  <a:pt x="3528620" y="1528193"/>
                  <a:pt x="3517938" y="1531016"/>
                  <a:pt x="3507172" y="1532555"/>
                </a:cubicBezTo>
                <a:lnTo>
                  <a:pt x="3496753" y="1533869"/>
                </a:lnTo>
                <a:lnTo>
                  <a:pt x="3500195" y="1534800"/>
                </a:lnTo>
                <a:cubicBezTo>
                  <a:pt x="3505147" y="1534928"/>
                  <a:pt x="3510129" y="1534174"/>
                  <a:pt x="3515050" y="1533469"/>
                </a:cubicBezTo>
                <a:lnTo>
                  <a:pt x="3518613" y="1533211"/>
                </a:lnTo>
                <a:lnTo>
                  <a:pt x="3519993" y="1532032"/>
                </a:lnTo>
                <a:lnTo>
                  <a:pt x="3519292" y="1533163"/>
                </a:lnTo>
                <a:lnTo>
                  <a:pt x="3529525" y="1532426"/>
                </a:lnTo>
                <a:cubicBezTo>
                  <a:pt x="3534225" y="1532746"/>
                  <a:pt x="3538766" y="1534046"/>
                  <a:pt x="3543055" y="1537254"/>
                </a:cubicBezTo>
                <a:cubicBezTo>
                  <a:pt x="3585441" y="1521084"/>
                  <a:pt x="3628164" y="1538794"/>
                  <a:pt x="3666178" y="1522624"/>
                </a:cubicBezTo>
                <a:cubicBezTo>
                  <a:pt x="3666178" y="1522624"/>
                  <a:pt x="3666178" y="1522624"/>
                  <a:pt x="3672570" y="1530837"/>
                </a:cubicBezTo>
                <a:cubicBezTo>
                  <a:pt x="3688548" y="1524293"/>
                  <a:pt x="3705620" y="1524293"/>
                  <a:pt x="3721600" y="1523876"/>
                </a:cubicBezTo>
                <a:lnTo>
                  <a:pt x="3741568" y="1522297"/>
                </a:lnTo>
                <a:lnTo>
                  <a:pt x="3742279" y="1520384"/>
                </a:lnTo>
                <a:lnTo>
                  <a:pt x="3751629" y="1519272"/>
                </a:lnTo>
                <a:lnTo>
                  <a:pt x="3764070" y="1514411"/>
                </a:lnTo>
                <a:cubicBezTo>
                  <a:pt x="3776853" y="1527501"/>
                  <a:pt x="3785263" y="1506454"/>
                  <a:pt x="3794009" y="1521084"/>
                </a:cubicBezTo>
                <a:cubicBezTo>
                  <a:pt x="3794009" y="1521084"/>
                  <a:pt x="3794009" y="1521084"/>
                  <a:pt x="3798046" y="1511330"/>
                </a:cubicBezTo>
                <a:cubicBezTo>
                  <a:pt x="3808812" y="1521084"/>
                  <a:pt x="3815203" y="1511330"/>
                  <a:pt x="3827986" y="1509791"/>
                </a:cubicBezTo>
                <a:cubicBezTo>
                  <a:pt x="3838415" y="1509791"/>
                  <a:pt x="3851198" y="1509791"/>
                  <a:pt x="3863981" y="1507994"/>
                </a:cubicBezTo>
                <a:cubicBezTo>
                  <a:pt x="3874746" y="1507994"/>
                  <a:pt x="3885174" y="1506454"/>
                  <a:pt x="3885174" y="1500037"/>
                </a:cubicBezTo>
                <a:cubicBezTo>
                  <a:pt x="3897958" y="1500037"/>
                  <a:pt x="3908723" y="1496701"/>
                  <a:pt x="3919488" y="1495161"/>
                </a:cubicBezTo>
                <a:cubicBezTo>
                  <a:pt x="3919488" y="1495161"/>
                  <a:pt x="3919488" y="1495161"/>
                  <a:pt x="3951109" y="1486947"/>
                </a:cubicBezTo>
                <a:cubicBezTo>
                  <a:pt x="3961874" y="1483867"/>
                  <a:pt x="3970284" y="1480530"/>
                  <a:pt x="3981049" y="1478990"/>
                </a:cubicBezTo>
                <a:cubicBezTo>
                  <a:pt x="3991477" y="1475654"/>
                  <a:pt x="4002242" y="1475654"/>
                  <a:pt x="4013006" y="1474114"/>
                </a:cubicBezTo>
                <a:cubicBezTo>
                  <a:pt x="4013006" y="1470777"/>
                  <a:pt x="4010652" y="1469237"/>
                  <a:pt x="4010652" y="1467440"/>
                </a:cubicBezTo>
                <a:cubicBezTo>
                  <a:pt x="4021416" y="1465901"/>
                  <a:pt x="4034200" y="1465901"/>
                  <a:pt x="4046984" y="1462564"/>
                </a:cubicBezTo>
                <a:cubicBezTo>
                  <a:pt x="4057412" y="1459484"/>
                  <a:pt x="4066158" y="1454607"/>
                  <a:pt x="4072550" y="1446394"/>
                </a:cubicBezTo>
                <a:cubicBezTo>
                  <a:pt x="4072550" y="1446394"/>
                  <a:pt x="4072550" y="1446394"/>
                  <a:pt x="4087352" y="1454607"/>
                </a:cubicBezTo>
                <a:cubicBezTo>
                  <a:pt x="4089370" y="1443057"/>
                  <a:pt x="4100134" y="1443057"/>
                  <a:pt x="4108544" y="1444854"/>
                </a:cubicBezTo>
                <a:cubicBezTo>
                  <a:pt x="4106526" y="1441517"/>
                  <a:pt x="4104172" y="1439977"/>
                  <a:pt x="4102153" y="1438437"/>
                </a:cubicBezTo>
                <a:cubicBezTo>
                  <a:pt x="4104172" y="1435100"/>
                  <a:pt x="4121328" y="1443057"/>
                  <a:pt x="4121328" y="1438437"/>
                </a:cubicBezTo>
                <a:cubicBezTo>
                  <a:pt x="4127720" y="1431764"/>
                  <a:pt x="4134112" y="1425347"/>
                  <a:pt x="4144540" y="1420471"/>
                </a:cubicBezTo>
                <a:cubicBezTo>
                  <a:pt x="4155305" y="1417133"/>
                  <a:pt x="4166070" y="1414054"/>
                  <a:pt x="4178516" y="1410717"/>
                </a:cubicBezTo>
                <a:cubicBezTo>
                  <a:pt x="4174480" y="1414054"/>
                  <a:pt x="4172125" y="1409177"/>
                  <a:pt x="4168088" y="1404300"/>
                </a:cubicBezTo>
                <a:cubicBezTo>
                  <a:pt x="4182890" y="1402760"/>
                  <a:pt x="4195673" y="1397883"/>
                  <a:pt x="4206101" y="1389670"/>
                </a:cubicBezTo>
                <a:cubicBezTo>
                  <a:pt x="4216866" y="1383253"/>
                  <a:pt x="4225612" y="1375040"/>
                  <a:pt x="4236040" y="1367083"/>
                </a:cubicBezTo>
                <a:cubicBezTo>
                  <a:pt x="4242432" y="1367083"/>
                  <a:pt x="4244450" y="1370164"/>
                  <a:pt x="4250842" y="1370164"/>
                </a:cubicBezTo>
                <a:cubicBezTo>
                  <a:pt x="4242432" y="1360410"/>
                  <a:pt x="4255216" y="1362207"/>
                  <a:pt x="4246806" y="1353993"/>
                </a:cubicBezTo>
                <a:cubicBezTo>
                  <a:pt x="4267998" y="1357330"/>
                  <a:pt x="4261607" y="1345780"/>
                  <a:pt x="4278427" y="1345780"/>
                </a:cubicBezTo>
                <a:cubicBezTo>
                  <a:pt x="4272036" y="1332946"/>
                  <a:pt x="4299958" y="1324733"/>
                  <a:pt x="4308368" y="1313440"/>
                </a:cubicBezTo>
                <a:cubicBezTo>
                  <a:pt x="4329560" y="1319857"/>
                  <a:pt x="4319132" y="1293933"/>
                  <a:pt x="4340325" y="1292393"/>
                </a:cubicBezTo>
                <a:cubicBezTo>
                  <a:pt x="4337970" y="1287517"/>
                  <a:pt x="4331579" y="1289056"/>
                  <a:pt x="4327542" y="1285977"/>
                </a:cubicBezTo>
                <a:cubicBezTo>
                  <a:pt x="4331579" y="1284179"/>
                  <a:pt x="4348735" y="1285977"/>
                  <a:pt x="4337970" y="1276223"/>
                </a:cubicBezTo>
                <a:cubicBezTo>
                  <a:pt x="4357145" y="1269550"/>
                  <a:pt x="4363536" y="1256716"/>
                  <a:pt x="4369928" y="1246963"/>
                </a:cubicBezTo>
                <a:cubicBezTo>
                  <a:pt x="4380694" y="1243626"/>
                  <a:pt x="4380694" y="1254920"/>
                  <a:pt x="4391122" y="1251839"/>
                </a:cubicBezTo>
                <a:cubicBezTo>
                  <a:pt x="4387086" y="1237210"/>
                  <a:pt x="4384730" y="1225916"/>
                  <a:pt x="4395496" y="1211286"/>
                </a:cubicBezTo>
                <a:cubicBezTo>
                  <a:pt x="4406260" y="1214623"/>
                  <a:pt x="4395496" y="1217703"/>
                  <a:pt x="4401887" y="1222579"/>
                </a:cubicBezTo>
                <a:cubicBezTo>
                  <a:pt x="4410297" y="1219499"/>
                  <a:pt x="4412652" y="1225916"/>
                  <a:pt x="4421062" y="1224376"/>
                </a:cubicBezTo>
                <a:cubicBezTo>
                  <a:pt x="4414670" y="1214623"/>
                  <a:pt x="4412652" y="1204869"/>
                  <a:pt x="4425098" y="1203073"/>
                </a:cubicBezTo>
                <a:cubicBezTo>
                  <a:pt x="4425098" y="1204869"/>
                  <a:pt x="4416688" y="1211286"/>
                  <a:pt x="4427454" y="1212826"/>
                </a:cubicBezTo>
                <a:cubicBezTo>
                  <a:pt x="4433845" y="1206409"/>
                  <a:pt x="4440236" y="1198196"/>
                  <a:pt x="4433845" y="1188442"/>
                </a:cubicBezTo>
                <a:cubicBezTo>
                  <a:pt x="4440236" y="1186903"/>
                  <a:pt x="4442255" y="1190239"/>
                  <a:pt x="4450665" y="1186903"/>
                </a:cubicBezTo>
                <a:cubicBezTo>
                  <a:pt x="4448646" y="1180486"/>
                  <a:pt x="4459411" y="1177149"/>
                  <a:pt x="4442255" y="1170732"/>
                </a:cubicBezTo>
                <a:cubicBezTo>
                  <a:pt x="4465802" y="1164316"/>
                  <a:pt x="4455038" y="1151226"/>
                  <a:pt x="4461430" y="1141473"/>
                </a:cubicBezTo>
                <a:cubicBezTo>
                  <a:pt x="4457056" y="1136596"/>
                  <a:pt x="4446628" y="1146349"/>
                  <a:pt x="4442255" y="1139932"/>
                </a:cubicBezTo>
                <a:cubicBezTo>
                  <a:pt x="4450665" y="1133516"/>
                  <a:pt x="4465802" y="1143012"/>
                  <a:pt x="4465802" y="1135056"/>
                </a:cubicBezTo>
                <a:cubicBezTo>
                  <a:pt x="4459411" y="1135056"/>
                  <a:pt x="4442255" y="1126842"/>
                  <a:pt x="4457056" y="1123762"/>
                </a:cubicBezTo>
                <a:cubicBezTo>
                  <a:pt x="4461430" y="1126842"/>
                  <a:pt x="4463448" y="1130179"/>
                  <a:pt x="4467821" y="1130179"/>
                </a:cubicBezTo>
                <a:cubicBezTo>
                  <a:pt x="4476231" y="1122094"/>
                  <a:pt x="4482034" y="1114009"/>
                  <a:pt x="4486028" y="1105507"/>
                </a:cubicBezTo>
                <a:lnTo>
                  <a:pt x="4491246" y="1086238"/>
                </a:lnTo>
                <a:lnTo>
                  <a:pt x="4495406" y="1086289"/>
                </a:lnTo>
                <a:cubicBezTo>
                  <a:pt x="4503816" y="1076535"/>
                  <a:pt x="4522990" y="1055488"/>
                  <a:pt x="4506170" y="1052409"/>
                </a:cubicBezTo>
                <a:cubicBezTo>
                  <a:pt x="4512226" y="1050612"/>
                  <a:pt x="4510208" y="1047532"/>
                  <a:pt x="4512226" y="1045735"/>
                </a:cubicBezTo>
                <a:cubicBezTo>
                  <a:pt x="4514580" y="1047532"/>
                  <a:pt x="4518617" y="1050612"/>
                  <a:pt x="4522990" y="1047532"/>
                </a:cubicBezTo>
                <a:cubicBezTo>
                  <a:pt x="4512226" y="1042655"/>
                  <a:pt x="4529383" y="1040859"/>
                  <a:pt x="4516599" y="1036239"/>
                </a:cubicBezTo>
                <a:cubicBezTo>
                  <a:pt x="4514580" y="1039319"/>
                  <a:pt x="4512226" y="1040859"/>
                  <a:pt x="4510208" y="1044195"/>
                </a:cubicBezTo>
                <a:cubicBezTo>
                  <a:pt x="4497424" y="1034442"/>
                  <a:pt x="4533756" y="1037779"/>
                  <a:pt x="4522990" y="1026229"/>
                </a:cubicBezTo>
                <a:cubicBezTo>
                  <a:pt x="4535774" y="1024688"/>
                  <a:pt x="4525009" y="1018272"/>
                  <a:pt x="4533756" y="1014935"/>
                </a:cubicBezTo>
                <a:cubicBezTo>
                  <a:pt x="4542166" y="1018272"/>
                  <a:pt x="4533756" y="1024688"/>
                  <a:pt x="4542166" y="1021352"/>
                </a:cubicBezTo>
                <a:cubicBezTo>
                  <a:pt x="4550576" y="1010058"/>
                  <a:pt x="4554949" y="998765"/>
                  <a:pt x="4548558" y="985932"/>
                </a:cubicBezTo>
                <a:cubicBezTo>
                  <a:pt x="4552931" y="987472"/>
                  <a:pt x="4556968" y="987472"/>
                  <a:pt x="4561341" y="987472"/>
                </a:cubicBezTo>
                <a:cubicBezTo>
                  <a:pt x="4556968" y="984135"/>
                  <a:pt x="4565714" y="982595"/>
                  <a:pt x="4561341" y="977718"/>
                </a:cubicBezTo>
                <a:cubicBezTo>
                  <a:pt x="4556968" y="976178"/>
                  <a:pt x="4552931" y="977718"/>
                  <a:pt x="4548558" y="976178"/>
                </a:cubicBezTo>
                <a:cubicBezTo>
                  <a:pt x="4556968" y="971301"/>
                  <a:pt x="4559322" y="966425"/>
                  <a:pt x="4561341" y="961548"/>
                </a:cubicBezTo>
                <a:cubicBezTo>
                  <a:pt x="4559154" y="962318"/>
                  <a:pt x="4554865" y="962318"/>
                  <a:pt x="4551922" y="961708"/>
                </a:cubicBezTo>
                <a:lnTo>
                  <a:pt x="4550908" y="961248"/>
                </a:lnTo>
                <a:lnTo>
                  <a:pt x="4546010" y="968525"/>
                </a:lnTo>
                <a:cubicBezTo>
                  <a:pt x="4539676" y="964385"/>
                  <a:pt x="4541760" y="958241"/>
                  <a:pt x="4545969" y="951710"/>
                </a:cubicBezTo>
                <a:lnTo>
                  <a:pt x="4547892" y="948812"/>
                </a:lnTo>
                <a:lnTo>
                  <a:pt x="4544682" y="947153"/>
                </a:lnTo>
                <a:cubicBezTo>
                  <a:pt x="4544384" y="944764"/>
                  <a:pt x="4546522" y="941998"/>
                  <a:pt x="4550801" y="940489"/>
                </a:cubicBezTo>
                <a:lnTo>
                  <a:pt x="4551886" y="942797"/>
                </a:lnTo>
                <a:lnTo>
                  <a:pt x="4558678" y="932567"/>
                </a:lnTo>
                <a:cubicBezTo>
                  <a:pt x="4560678" y="938258"/>
                  <a:pt x="4560094" y="944790"/>
                  <a:pt x="4557720" y="951128"/>
                </a:cubicBezTo>
                <a:lnTo>
                  <a:pt x="4552914" y="958267"/>
                </a:lnTo>
                <a:lnTo>
                  <a:pt x="4560684" y="958452"/>
                </a:lnTo>
                <a:cubicBezTo>
                  <a:pt x="4565966" y="955805"/>
                  <a:pt x="4559659" y="946084"/>
                  <a:pt x="4567732" y="943582"/>
                </a:cubicBezTo>
                <a:cubicBezTo>
                  <a:pt x="4574124" y="942041"/>
                  <a:pt x="4578160" y="949998"/>
                  <a:pt x="4584552" y="948458"/>
                </a:cubicBezTo>
                <a:cubicBezTo>
                  <a:pt x="4571769" y="940501"/>
                  <a:pt x="4584552" y="935625"/>
                  <a:pt x="4582534" y="928951"/>
                </a:cubicBezTo>
                <a:cubicBezTo>
                  <a:pt x="4567732" y="933828"/>
                  <a:pt x="4571769" y="920994"/>
                  <a:pt x="4574124" y="917658"/>
                </a:cubicBezTo>
                <a:cubicBezTo>
                  <a:pt x="4578160" y="922535"/>
                  <a:pt x="4584552" y="927411"/>
                  <a:pt x="4597336" y="922535"/>
                </a:cubicBezTo>
                <a:cubicBezTo>
                  <a:pt x="4595317" y="919454"/>
                  <a:pt x="4582534" y="916118"/>
                  <a:pt x="4588926" y="912781"/>
                </a:cubicBezTo>
                <a:cubicBezTo>
                  <a:pt x="4612474" y="919454"/>
                  <a:pt x="4612474" y="891735"/>
                  <a:pt x="4614492" y="881981"/>
                </a:cubicBezTo>
                <a:cubicBezTo>
                  <a:pt x="4612474" y="883521"/>
                  <a:pt x="4608100" y="885318"/>
                  <a:pt x="4603727" y="881981"/>
                </a:cubicBezTo>
                <a:cubicBezTo>
                  <a:pt x="4618865" y="875564"/>
                  <a:pt x="4606082" y="878644"/>
                  <a:pt x="4606082" y="872228"/>
                </a:cubicBezTo>
                <a:cubicBezTo>
                  <a:pt x="4606082" y="872228"/>
                  <a:pt x="4606082" y="872228"/>
                  <a:pt x="4620884" y="865811"/>
                </a:cubicBezTo>
                <a:cubicBezTo>
                  <a:pt x="4627276" y="872228"/>
                  <a:pt x="4633668" y="867351"/>
                  <a:pt x="4642078" y="869147"/>
                </a:cubicBezTo>
                <a:cubicBezTo>
                  <a:pt x="4633668" y="878644"/>
                  <a:pt x="4629294" y="880441"/>
                  <a:pt x="4637704" y="890194"/>
                </a:cubicBezTo>
                <a:cubicBezTo>
                  <a:pt x="4616510" y="896611"/>
                  <a:pt x="4631312" y="896611"/>
                  <a:pt x="4612474" y="906365"/>
                </a:cubicBezTo>
                <a:cubicBezTo>
                  <a:pt x="4622902" y="904825"/>
                  <a:pt x="4627276" y="912781"/>
                  <a:pt x="4622902" y="917658"/>
                </a:cubicBezTo>
                <a:cubicBezTo>
                  <a:pt x="4618865" y="916118"/>
                  <a:pt x="4616510" y="911241"/>
                  <a:pt x="4612474" y="912781"/>
                </a:cubicBezTo>
                <a:cubicBezTo>
                  <a:pt x="4616510" y="916118"/>
                  <a:pt x="4597336" y="916118"/>
                  <a:pt x="4603727" y="920994"/>
                </a:cubicBezTo>
                <a:cubicBezTo>
                  <a:pt x="4614492" y="924075"/>
                  <a:pt x="4622902" y="920994"/>
                  <a:pt x="4631312" y="927411"/>
                </a:cubicBezTo>
                <a:cubicBezTo>
                  <a:pt x="4620884" y="932288"/>
                  <a:pt x="4614492" y="919454"/>
                  <a:pt x="4603727" y="927411"/>
                </a:cubicBezTo>
                <a:cubicBezTo>
                  <a:pt x="4618865" y="935625"/>
                  <a:pt x="4582534" y="942041"/>
                  <a:pt x="4601708" y="949998"/>
                </a:cubicBezTo>
                <a:cubicBezTo>
                  <a:pt x="4610118" y="948458"/>
                  <a:pt x="4620884" y="942041"/>
                  <a:pt x="4627276" y="946918"/>
                </a:cubicBezTo>
                <a:cubicBezTo>
                  <a:pt x="4612474" y="951794"/>
                  <a:pt x="4614492" y="953335"/>
                  <a:pt x="4599690" y="951794"/>
                </a:cubicBezTo>
                <a:cubicBezTo>
                  <a:pt x="4616510" y="966425"/>
                  <a:pt x="4599690" y="981055"/>
                  <a:pt x="4593298" y="995429"/>
                </a:cubicBezTo>
                <a:cubicBezTo>
                  <a:pt x="4595317" y="993888"/>
                  <a:pt x="4597336" y="993888"/>
                  <a:pt x="4599690" y="997225"/>
                </a:cubicBezTo>
                <a:cubicBezTo>
                  <a:pt x="4606082" y="993888"/>
                  <a:pt x="4597336" y="990808"/>
                  <a:pt x="4608100" y="989012"/>
                </a:cubicBezTo>
                <a:cubicBezTo>
                  <a:pt x="4616510" y="997225"/>
                  <a:pt x="4590944" y="997225"/>
                  <a:pt x="4590944" y="1003641"/>
                </a:cubicBezTo>
                <a:cubicBezTo>
                  <a:pt x="4599690" y="1003641"/>
                  <a:pt x="4606082" y="1005182"/>
                  <a:pt x="4601708" y="1011855"/>
                </a:cubicBezTo>
                <a:cubicBezTo>
                  <a:pt x="4593298" y="1002101"/>
                  <a:pt x="4593298" y="1013395"/>
                  <a:pt x="4578160" y="1014935"/>
                </a:cubicBezTo>
                <a:cubicBezTo>
                  <a:pt x="4586907" y="1026229"/>
                  <a:pt x="4561341" y="1053948"/>
                  <a:pt x="4584552" y="1062162"/>
                </a:cubicBezTo>
                <a:cubicBezTo>
                  <a:pt x="4576142" y="1066782"/>
                  <a:pt x="4574124" y="1062162"/>
                  <a:pt x="4567732" y="1062162"/>
                </a:cubicBezTo>
                <a:cubicBezTo>
                  <a:pt x="4565714" y="1071659"/>
                  <a:pt x="4552931" y="1081412"/>
                  <a:pt x="4559322" y="1091166"/>
                </a:cubicBezTo>
                <a:cubicBezTo>
                  <a:pt x="4554949" y="1088086"/>
                  <a:pt x="4550576" y="1084749"/>
                  <a:pt x="4546540" y="1086289"/>
                </a:cubicBezTo>
                <a:cubicBezTo>
                  <a:pt x="4546540" y="1091166"/>
                  <a:pt x="4542166" y="1094502"/>
                  <a:pt x="4550576" y="1099379"/>
                </a:cubicBezTo>
                <a:cubicBezTo>
                  <a:pt x="4556968" y="1097838"/>
                  <a:pt x="4561341" y="1094502"/>
                  <a:pt x="4565714" y="1096042"/>
                </a:cubicBezTo>
                <a:cubicBezTo>
                  <a:pt x="4559322" y="1099379"/>
                  <a:pt x="4567732" y="1104255"/>
                  <a:pt x="4556968" y="1107592"/>
                </a:cubicBezTo>
                <a:cubicBezTo>
                  <a:pt x="4550576" y="1100919"/>
                  <a:pt x="4544184" y="1099379"/>
                  <a:pt x="4535774" y="1104255"/>
                </a:cubicBezTo>
                <a:cubicBezTo>
                  <a:pt x="4550576" y="1117089"/>
                  <a:pt x="4506170" y="1125302"/>
                  <a:pt x="4531402" y="1136596"/>
                </a:cubicBezTo>
                <a:cubicBezTo>
                  <a:pt x="4529383" y="1139932"/>
                  <a:pt x="4527364" y="1141473"/>
                  <a:pt x="4520972" y="1139932"/>
                </a:cubicBezTo>
                <a:cubicBezTo>
                  <a:pt x="4531402" y="1144809"/>
                  <a:pt x="4516599" y="1149685"/>
                  <a:pt x="4527364" y="1149685"/>
                </a:cubicBezTo>
                <a:cubicBezTo>
                  <a:pt x="4529383" y="1147889"/>
                  <a:pt x="4529383" y="1144809"/>
                  <a:pt x="4535774" y="1146349"/>
                </a:cubicBezTo>
                <a:cubicBezTo>
                  <a:pt x="4531402" y="1154562"/>
                  <a:pt x="4516599" y="1160979"/>
                  <a:pt x="4510208" y="1167396"/>
                </a:cubicBezTo>
                <a:cubicBezTo>
                  <a:pt x="4514580" y="1165856"/>
                  <a:pt x="4516599" y="1169192"/>
                  <a:pt x="4518617" y="1169192"/>
                </a:cubicBezTo>
                <a:cubicBezTo>
                  <a:pt x="4525009" y="1167396"/>
                  <a:pt x="4525009" y="1165856"/>
                  <a:pt x="4529383" y="1164316"/>
                </a:cubicBezTo>
                <a:cubicBezTo>
                  <a:pt x="4535774" y="1183566"/>
                  <a:pt x="4495406" y="1193319"/>
                  <a:pt x="4508189" y="1216163"/>
                </a:cubicBezTo>
                <a:cubicBezTo>
                  <a:pt x="4495406" y="1219499"/>
                  <a:pt x="4508189" y="1211286"/>
                  <a:pt x="4499779" y="1212826"/>
                </a:cubicBezTo>
                <a:cubicBezTo>
                  <a:pt x="4484641" y="1221039"/>
                  <a:pt x="4484641" y="1232332"/>
                  <a:pt x="4474212" y="1240546"/>
                </a:cubicBezTo>
                <a:cubicBezTo>
                  <a:pt x="4489014" y="1256716"/>
                  <a:pt x="4435863" y="1261593"/>
                  <a:pt x="4459411" y="1274426"/>
                </a:cubicBezTo>
                <a:cubicBezTo>
                  <a:pt x="4440236" y="1271346"/>
                  <a:pt x="4457056" y="1287517"/>
                  <a:pt x="4433845" y="1287517"/>
                </a:cubicBezTo>
                <a:cubicBezTo>
                  <a:pt x="4444273" y="1297270"/>
                  <a:pt x="4431490" y="1298810"/>
                  <a:pt x="4429472" y="1303686"/>
                </a:cubicBezTo>
                <a:cubicBezTo>
                  <a:pt x="4412652" y="1298810"/>
                  <a:pt x="4403906" y="1314980"/>
                  <a:pt x="4416688" y="1326273"/>
                </a:cubicBezTo>
                <a:cubicBezTo>
                  <a:pt x="4408278" y="1329610"/>
                  <a:pt x="4408278" y="1324733"/>
                  <a:pt x="4401887" y="1323193"/>
                </a:cubicBezTo>
                <a:cubicBezTo>
                  <a:pt x="4406260" y="1329610"/>
                  <a:pt x="4387086" y="1326273"/>
                  <a:pt x="4393477" y="1331150"/>
                </a:cubicBezTo>
                <a:cubicBezTo>
                  <a:pt x="4399868" y="1332946"/>
                  <a:pt x="4408278" y="1340903"/>
                  <a:pt x="4399868" y="1340903"/>
                </a:cubicBezTo>
                <a:cubicBezTo>
                  <a:pt x="4395496" y="1339363"/>
                  <a:pt x="4395496" y="1331150"/>
                  <a:pt x="4389104" y="1331150"/>
                </a:cubicBezTo>
                <a:cubicBezTo>
                  <a:pt x="4378339" y="1332946"/>
                  <a:pt x="4393477" y="1345780"/>
                  <a:pt x="4389104" y="1349117"/>
                </a:cubicBezTo>
                <a:cubicBezTo>
                  <a:pt x="4380694" y="1345780"/>
                  <a:pt x="4380694" y="1345780"/>
                  <a:pt x="4371946" y="1347576"/>
                </a:cubicBezTo>
                <a:cubicBezTo>
                  <a:pt x="4380694" y="1357330"/>
                  <a:pt x="4369928" y="1360410"/>
                  <a:pt x="4378339" y="1370164"/>
                </a:cubicBezTo>
                <a:cubicBezTo>
                  <a:pt x="4380694" y="1368624"/>
                  <a:pt x="4384730" y="1368624"/>
                  <a:pt x="4389104" y="1371703"/>
                </a:cubicBezTo>
                <a:cubicBezTo>
                  <a:pt x="4387086" y="1371703"/>
                  <a:pt x="4382712" y="1371703"/>
                  <a:pt x="4382712" y="1373500"/>
                </a:cubicBezTo>
                <a:cubicBezTo>
                  <a:pt x="4387086" y="1376580"/>
                  <a:pt x="4395496" y="1375040"/>
                  <a:pt x="4397514" y="1378376"/>
                </a:cubicBezTo>
                <a:cubicBezTo>
                  <a:pt x="4378339" y="1381457"/>
                  <a:pt x="4397514" y="1389670"/>
                  <a:pt x="4374302" y="1391210"/>
                </a:cubicBezTo>
                <a:cubicBezTo>
                  <a:pt x="4369928" y="1386333"/>
                  <a:pt x="4387086" y="1381457"/>
                  <a:pt x="4367910" y="1381457"/>
                </a:cubicBezTo>
                <a:cubicBezTo>
                  <a:pt x="4361518" y="1375040"/>
                  <a:pt x="4380694" y="1373500"/>
                  <a:pt x="4369928" y="1370164"/>
                </a:cubicBezTo>
                <a:cubicBezTo>
                  <a:pt x="4363536" y="1371703"/>
                  <a:pt x="4367910" y="1378376"/>
                  <a:pt x="4350754" y="1375040"/>
                </a:cubicBezTo>
                <a:cubicBezTo>
                  <a:pt x="4359164" y="1384793"/>
                  <a:pt x="4344362" y="1381457"/>
                  <a:pt x="4350754" y="1388130"/>
                </a:cubicBezTo>
                <a:cubicBezTo>
                  <a:pt x="4359164" y="1389670"/>
                  <a:pt x="4355126" y="1384793"/>
                  <a:pt x="4361518" y="1384793"/>
                </a:cubicBezTo>
                <a:cubicBezTo>
                  <a:pt x="4361518" y="1389670"/>
                  <a:pt x="4369928" y="1389670"/>
                  <a:pt x="4374302" y="1391210"/>
                </a:cubicBezTo>
                <a:cubicBezTo>
                  <a:pt x="4378339" y="1397883"/>
                  <a:pt x="4374302" y="1400964"/>
                  <a:pt x="4365555" y="1400964"/>
                </a:cubicBezTo>
                <a:cubicBezTo>
                  <a:pt x="4363536" y="1397883"/>
                  <a:pt x="4363536" y="1393007"/>
                  <a:pt x="4359164" y="1393007"/>
                </a:cubicBezTo>
                <a:cubicBezTo>
                  <a:pt x="4359164" y="1394547"/>
                  <a:pt x="4355126" y="1394547"/>
                  <a:pt x="4355126" y="1396087"/>
                </a:cubicBezTo>
                <a:cubicBezTo>
                  <a:pt x="4355126" y="1399424"/>
                  <a:pt x="4357734" y="1400643"/>
                  <a:pt x="4360341" y="1401637"/>
                </a:cubicBezTo>
                <a:lnTo>
                  <a:pt x="4363946" y="1404543"/>
                </a:lnTo>
                <a:lnTo>
                  <a:pt x="4396031" y="1391418"/>
                </a:lnTo>
                <a:cubicBezTo>
                  <a:pt x="4398218" y="1387441"/>
                  <a:pt x="4401918" y="1384618"/>
                  <a:pt x="4406418" y="1383816"/>
                </a:cubicBezTo>
                <a:lnTo>
                  <a:pt x="4421008" y="1388163"/>
                </a:lnTo>
                <a:lnTo>
                  <a:pt x="4422281" y="1387039"/>
                </a:lnTo>
                <a:cubicBezTo>
                  <a:pt x="4427285" y="1384408"/>
                  <a:pt x="4434686" y="1382355"/>
                  <a:pt x="4437882" y="1381457"/>
                </a:cubicBezTo>
                <a:cubicBezTo>
                  <a:pt x="4450665" y="1375040"/>
                  <a:pt x="4442255" y="1357330"/>
                  <a:pt x="4457056" y="1360410"/>
                </a:cubicBezTo>
                <a:cubicBezTo>
                  <a:pt x="4455038" y="1363747"/>
                  <a:pt x="4457056" y="1368624"/>
                  <a:pt x="4450665" y="1370164"/>
                </a:cubicBezTo>
                <a:cubicBezTo>
                  <a:pt x="4474633" y="1372666"/>
                  <a:pt x="4465108" y="1354089"/>
                  <a:pt x="4473182" y="1344645"/>
                </a:cubicBezTo>
                <a:lnTo>
                  <a:pt x="4488506" y="1339533"/>
                </a:lnTo>
                <a:lnTo>
                  <a:pt x="4489108" y="1338484"/>
                </a:lnTo>
                <a:lnTo>
                  <a:pt x="4490482" y="1325599"/>
                </a:lnTo>
                <a:cubicBezTo>
                  <a:pt x="4499422" y="1312654"/>
                  <a:pt x="4524590" y="1302018"/>
                  <a:pt x="4510208" y="1292393"/>
                </a:cubicBezTo>
                <a:cubicBezTo>
                  <a:pt x="4518617" y="1292393"/>
                  <a:pt x="4514580" y="1287517"/>
                  <a:pt x="4522990" y="1287517"/>
                </a:cubicBezTo>
                <a:cubicBezTo>
                  <a:pt x="4514580" y="1282639"/>
                  <a:pt x="4525009" y="1268010"/>
                  <a:pt x="4542166" y="1274426"/>
                </a:cubicBezTo>
                <a:cubicBezTo>
                  <a:pt x="4548558" y="1261593"/>
                  <a:pt x="4540148" y="1245423"/>
                  <a:pt x="4559322" y="1237210"/>
                </a:cubicBezTo>
                <a:cubicBezTo>
                  <a:pt x="4565714" y="1237210"/>
                  <a:pt x="4565714" y="1245423"/>
                  <a:pt x="4571769" y="1245423"/>
                </a:cubicBezTo>
                <a:cubicBezTo>
                  <a:pt x="4571769" y="1242086"/>
                  <a:pt x="4571769" y="1233873"/>
                  <a:pt x="4561341" y="1237210"/>
                </a:cubicBezTo>
                <a:cubicBezTo>
                  <a:pt x="4561341" y="1221039"/>
                  <a:pt x="4588926" y="1211286"/>
                  <a:pt x="4582534" y="1193319"/>
                </a:cubicBezTo>
                <a:cubicBezTo>
                  <a:pt x="4593298" y="1195116"/>
                  <a:pt x="4597336" y="1186903"/>
                  <a:pt x="4584552" y="1183566"/>
                </a:cubicBezTo>
                <a:cubicBezTo>
                  <a:pt x="4590944" y="1180486"/>
                  <a:pt x="4593298" y="1183566"/>
                  <a:pt x="4597336" y="1183566"/>
                </a:cubicBezTo>
                <a:cubicBezTo>
                  <a:pt x="4597336" y="1177149"/>
                  <a:pt x="4614492" y="1169192"/>
                  <a:pt x="4597336" y="1164316"/>
                </a:cubicBezTo>
                <a:cubicBezTo>
                  <a:pt x="4603727" y="1159439"/>
                  <a:pt x="4606082" y="1152766"/>
                  <a:pt x="4610118" y="1147889"/>
                </a:cubicBezTo>
                <a:cubicBezTo>
                  <a:pt x="4640059" y="1144809"/>
                  <a:pt x="4627276" y="1107592"/>
                  <a:pt x="4659234" y="1092962"/>
                </a:cubicBezTo>
                <a:cubicBezTo>
                  <a:pt x="4642078" y="1071659"/>
                  <a:pt x="4695228" y="1057286"/>
                  <a:pt x="4671680" y="1036239"/>
                </a:cubicBezTo>
                <a:cubicBezTo>
                  <a:pt x="4686818" y="1032902"/>
                  <a:pt x="4671680" y="1028025"/>
                  <a:pt x="4682445" y="1026229"/>
                </a:cubicBezTo>
                <a:cubicBezTo>
                  <a:pt x="4690855" y="1037779"/>
                  <a:pt x="4678072" y="1052409"/>
                  <a:pt x="4680427" y="1068579"/>
                </a:cubicBezTo>
                <a:cubicBezTo>
                  <a:pt x="4684464" y="1068579"/>
                  <a:pt x="4690855" y="1071659"/>
                  <a:pt x="4697246" y="1071659"/>
                </a:cubicBezTo>
                <a:cubicBezTo>
                  <a:pt x="4701620" y="1066782"/>
                  <a:pt x="4701620" y="1063702"/>
                  <a:pt x="4693210" y="1057286"/>
                </a:cubicBezTo>
                <a:cubicBezTo>
                  <a:pt x="4703638" y="1050612"/>
                  <a:pt x="4705993" y="1068579"/>
                  <a:pt x="4716422" y="1058826"/>
                </a:cubicBezTo>
                <a:cubicBezTo>
                  <a:pt x="4703638" y="1057286"/>
                  <a:pt x="4720794" y="1040859"/>
                  <a:pt x="4699602" y="1044195"/>
                </a:cubicBezTo>
                <a:cubicBezTo>
                  <a:pt x="4714403" y="1037779"/>
                  <a:pt x="4699602" y="1029565"/>
                  <a:pt x="4710030" y="1026229"/>
                </a:cubicBezTo>
                <a:cubicBezTo>
                  <a:pt x="4695228" y="1029565"/>
                  <a:pt x="4699602" y="1023148"/>
                  <a:pt x="4686818" y="1021352"/>
                </a:cubicBezTo>
                <a:cubicBezTo>
                  <a:pt x="4703638" y="1013395"/>
                  <a:pt x="4697246" y="1005182"/>
                  <a:pt x="4690855" y="998765"/>
                </a:cubicBezTo>
                <a:cubicBezTo>
                  <a:pt x="4697246" y="993888"/>
                  <a:pt x="4701620" y="1000305"/>
                  <a:pt x="4708012" y="997225"/>
                </a:cubicBezTo>
                <a:cubicBezTo>
                  <a:pt x="4705993" y="987472"/>
                  <a:pt x="4710030" y="969505"/>
                  <a:pt x="4722813" y="966425"/>
                </a:cubicBezTo>
                <a:cubicBezTo>
                  <a:pt x="4716422" y="972841"/>
                  <a:pt x="4724832" y="981055"/>
                  <a:pt x="4720794" y="989012"/>
                </a:cubicBezTo>
                <a:cubicBezTo>
                  <a:pt x="4729204" y="984135"/>
                  <a:pt x="4735596" y="990808"/>
                  <a:pt x="4744006" y="982595"/>
                </a:cubicBezTo>
                <a:cubicBezTo>
                  <a:pt x="4733578" y="982595"/>
                  <a:pt x="4739970" y="977718"/>
                  <a:pt x="4731223" y="972841"/>
                </a:cubicBezTo>
                <a:cubicBezTo>
                  <a:pt x="4750398" y="976178"/>
                  <a:pt x="4771927" y="940501"/>
                  <a:pt x="4756789" y="933828"/>
                </a:cubicBezTo>
                <a:cubicBezTo>
                  <a:pt x="4765536" y="927411"/>
                  <a:pt x="4767554" y="937165"/>
                  <a:pt x="4773946" y="930748"/>
                </a:cubicBezTo>
                <a:cubicBezTo>
                  <a:pt x="4771927" y="928951"/>
                  <a:pt x="4773946" y="927411"/>
                  <a:pt x="4771927" y="925871"/>
                </a:cubicBezTo>
                <a:cubicBezTo>
                  <a:pt x="4761162" y="924075"/>
                  <a:pt x="4754771" y="920994"/>
                  <a:pt x="4744006" y="927411"/>
                </a:cubicBezTo>
                <a:cubicBezTo>
                  <a:pt x="4748380" y="922535"/>
                  <a:pt x="4748380" y="917658"/>
                  <a:pt x="4748380" y="912781"/>
                </a:cubicBezTo>
                <a:cubicBezTo>
                  <a:pt x="4737614" y="914578"/>
                  <a:pt x="4739970" y="924075"/>
                  <a:pt x="4731223" y="920994"/>
                </a:cubicBezTo>
                <a:cubicBezTo>
                  <a:pt x="4746361" y="916118"/>
                  <a:pt x="4727186" y="909701"/>
                  <a:pt x="4741988" y="904825"/>
                </a:cubicBezTo>
                <a:cubicBezTo>
                  <a:pt x="4754771" y="907904"/>
                  <a:pt x="4750398" y="914578"/>
                  <a:pt x="4761162" y="914578"/>
                </a:cubicBezTo>
                <a:cubicBezTo>
                  <a:pt x="4769572" y="909701"/>
                  <a:pt x="4758808" y="903028"/>
                  <a:pt x="4767554" y="898151"/>
                </a:cubicBezTo>
                <a:lnTo>
                  <a:pt x="4769695" y="898171"/>
                </a:lnTo>
                <a:lnTo>
                  <a:pt x="4770322" y="896821"/>
                </a:lnTo>
                <a:cubicBezTo>
                  <a:pt x="4772996" y="892741"/>
                  <a:pt x="4776731" y="888271"/>
                  <a:pt x="4776731" y="885033"/>
                </a:cubicBezTo>
                <a:cubicBezTo>
                  <a:pt x="4779958" y="885810"/>
                  <a:pt x="4781719" y="887316"/>
                  <a:pt x="4782409" y="889190"/>
                </a:cubicBezTo>
                <a:lnTo>
                  <a:pt x="4782314" y="889995"/>
                </a:lnTo>
                <a:lnTo>
                  <a:pt x="4787528" y="887724"/>
                </a:lnTo>
                <a:cubicBezTo>
                  <a:pt x="4792028" y="887307"/>
                  <a:pt x="4797326" y="886858"/>
                  <a:pt x="4801531" y="883521"/>
                </a:cubicBezTo>
                <a:cubicBezTo>
                  <a:pt x="4799513" y="880441"/>
                  <a:pt x="4801531" y="877104"/>
                  <a:pt x="4795140" y="875564"/>
                </a:cubicBezTo>
                <a:cubicBezTo>
                  <a:pt x="4788748" y="875564"/>
                  <a:pt x="4793121" y="885318"/>
                  <a:pt x="4784375" y="880441"/>
                </a:cubicBezTo>
                <a:lnTo>
                  <a:pt x="4787878" y="869242"/>
                </a:lnTo>
                <a:lnTo>
                  <a:pt x="4783894" y="861159"/>
                </a:lnTo>
                <a:cubicBezTo>
                  <a:pt x="4781742" y="849244"/>
                  <a:pt x="4786632" y="831562"/>
                  <a:pt x="4801494" y="837520"/>
                </a:cubicBezTo>
                <a:lnTo>
                  <a:pt x="4797182" y="848145"/>
                </a:lnTo>
                <a:lnTo>
                  <a:pt x="4805484" y="863597"/>
                </a:lnTo>
                <a:cubicBezTo>
                  <a:pt x="4808428" y="868250"/>
                  <a:pt x="4811118" y="873126"/>
                  <a:pt x="4812296" y="880441"/>
                </a:cubicBezTo>
                <a:cubicBezTo>
                  <a:pt x="4816332" y="878644"/>
                  <a:pt x="4818351" y="878644"/>
                  <a:pt x="4820706" y="878644"/>
                </a:cubicBezTo>
                <a:cubicBezTo>
                  <a:pt x="4820706" y="865811"/>
                  <a:pt x="4812296" y="851181"/>
                  <a:pt x="4814314" y="838091"/>
                </a:cubicBezTo>
                <a:cubicBezTo>
                  <a:pt x="4820706" y="835011"/>
                  <a:pt x="4822724" y="838091"/>
                  <a:pt x="4827098" y="836551"/>
                </a:cubicBezTo>
                <a:cubicBezTo>
                  <a:pt x="4824742" y="835011"/>
                  <a:pt x="4827098" y="833214"/>
                  <a:pt x="4827098" y="831674"/>
                </a:cubicBezTo>
                <a:cubicBezTo>
                  <a:pt x="4822724" y="830134"/>
                  <a:pt x="4818351" y="833214"/>
                  <a:pt x="4816332" y="831674"/>
                </a:cubicBezTo>
                <a:cubicBezTo>
                  <a:pt x="4814314" y="826797"/>
                  <a:pt x="4812296" y="815504"/>
                  <a:pt x="4827098" y="813964"/>
                </a:cubicBezTo>
                <a:cubicBezTo>
                  <a:pt x="4822724" y="804211"/>
                  <a:pt x="4799513" y="786244"/>
                  <a:pt x="4818351" y="781367"/>
                </a:cubicBezTo>
                <a:cubicBezTo>
                  <a:pt x="4818351" y="784704"/>
                  <a:pt x="4829116" y="792917"/>
                  <a:pt x="4837526" y="807290"/>
                </a:cubicBezTo>
                <a:cubicBezTo>
                  <a:pt x="4841899" y="795997"/>
                  <a:pt x="4824742" y="784704"/>
                  <a:pt x="4839880" y="773411"/>
                </a:cubicBezTo>
                <a:cubicBezTo>
                  <a:pt x="4829116" y="781367"/>
                  <a:pt x="4822724" y="771614"/>
                  <a:pt x="4814314" y="774950"/>
                </a:cubicBezTo>
                <a:cubicBezTo>
                  <a:pt x="4818351" y="771614"/>
                  <a:pt x="4809941" y="768534"/>
                  <a:pt x="4816332" y="766738"/>
                </a:cubicBezTo>
                <a:cubicBezTo>
                  <a:pt x="4820706" y="773411"/>
                  <a:pt x="4833489" y="774950"/>
                  <a:pt x="4846272" y="770074"/>
                </a:cubicBezTo>
                <a:cubicBezTo>
                  <a:pt x="4829116" y="763657"/>
                  <a:pt x="4839880" y="758781"/>
                  <a:pt x="4852664" y="753904"/>
                </a:cubicBezTo>
                <a:cubicBezTo>
                  <a:pt x="4843076" y="744150"/>
                  <a:pt x="4843076" y="736451"/>
                  <a:pt x="4844674" y="728943"/>
                </a:cubicBezTo>
                <a:lnTo>
                  <a:pt x="4846492" y="720997"/>
                </a:lnTo>
                <a:lnTo>
                  <a:pt x="4845604" y="722935"/>
                </a:lnTo>
                <a:cubicBezTo>
                  <a:pt x="4830551" y="721398"/>
                  <a:pt x="4830551" y="721398"/>
                  <a:pt x="4830551" y="721398"/>
                </a:cubicBezTo>
                <a:cubicBezTo>
                  <a:pt x="4828544" y="703460"/>
                  <a:pt x="4828544" y="698592"/>
                  <a:pt x="4839248" y="682449"/>
                </a:cubicBezTo>
                <a:cubicBezTo>
                  <a:pt x="4845018" y="684434"/>
                  <a:pt x="4849220" y="686837"/>
                  <a:pt x="4852048" y="689604"/>
                </a:cubicBezTo>
                <a:lnTo>
                  <a:pt x="4855730" y="697160"/>
                </a:lnTo>
                <a:lnTo>
                  <a:pt x="4863056" y="692635"/>
                </a:lnTo>
                <a:cubicBezTo>
                  <a:pt x="4874183" y="694232"/>
                  <a:pt x="4867576" y="705949"/>
                  <a:pt x="4858884" y="704352"/>
                </a:cubicBezTo>
                <a:cubicBezTo>
                  <a:pt x="4860971" y="702621"/>
                  <a:pt x="4860362" y="701356"/>
                  <a:pt x="4858710" y="700524"/>
                </a:cubicBezTo>
                <a:lnTo>
                  <a:pt x="4856106" y="700025"/>
                </a:lnTo>
                <a:lnTo>
                  <a:pt x="4852548" y="707785"/>
                </a:lnTo>
                <a:lnTo>
                  <a:pt x="4855292" y="708943"/>
                </a:lnTo>
                <a:cubicBezTo>
                  <a:pt x="4858446" y="712769"/>
                  <a:pt x="4857310" y="718472"/>
                  <a:pt x="4860464" y="721848"/>
                </a:cubicBezTo>
                <a:lnTo>
                  <a:pt x="4868948" y="724477"/>
                </a:lnTo>
                <a:lnTo>
                  <a:pt x="4869846" y="722927"/>
                </a:lnTo>
                <a:lnTo>
                  <a:pt x="4871466" y="715219"/>
                </a:lnTo>
                <a:cubicBezTo>
                  <a:pt x="4870347" y="705955"/>
                  <a:pt x="4863598" y="697052"/>
                  <a:pt x="4884286" y="687427"/>
                </a:cubicBezTo>
                <a:cubicBezTo>
                  <a:pt x="4873858" y="677674"/>
                  <a:pt x="4880250" y="667920"/>
                  <a:pt x="4880250" y="658167"/>
                </a:cubicBezTo>
                <a:cubicBezTo>
                  <a:pt x="4877054" y="656499"/>
                  <a:pt x="4873858" y="656114"/>
                  <a:pt x="4870914" y="655536"/>
                </a:cubicBezTo>
                <a:lnTo>
                  <a:pt x="4864426" y="652395"/>
                </a:lnTo>
                <a:lnTo>
                  <a:pt x="4863162" y="654102"/>
                </a:lnTo>
                <a:cubicBezTo>
                  <a:pt x="4860232" y="656371"/>
                  <a:pt x="4857006" y="658446"/>
                  <a:pt x="4854799" y="661818"/>
                </a:cubicBezTo>
                <a:cubicBezTo>
                  <a:pt x="4841896" y="656890"/>
                  <a:pt x="4850384" y="655074"/>
                  <a:pt x="4854799" y="647034"/>
                </a:cubicBezTo>
                <a:cubicBezTo>
                  <a:pt x="4852762" y="643662"/>
                  <a:pt x="4843932" y="643662"/>
                  <a:pt x="4846310" y="637178"/>
                </a:cubicBezTo>
                <a:cubicBezTo>
                  <a:pt x="4852762" y="637178"/>
                  <a:pt x="4856497" y="638800"/>
                  <a:pt x="4859680" y="640615"/>
                </a:cubicBezTo>
                <a:lnTo>
                  <a:pt x="4860211" y="640858"/>
                </a:lnTo>
                <a:lnTo>
                  <a:pt x="4862520" y="639739"/>
                </a:lnTo>
                <a:cubicBezTo>
                  <a:pt x="4868876" y="639029"/>
                  <a:pt x="4871587" y="646296"/>
                  <a:pt x="4877894" y="649953"/>
                </a:cubicBezTo>
                <a:cubicBezTo>
                  <a:pt x="4877894" y="647579"/>
                  <a:pt x="4878441" y="646697"/>
                  <a:pt x="4879360" y="646585"/>
                </a:cubicBezTo>
                <a:lnTo>
                  <a:pt x="4882991" y="647810"/>
                </a:lnTo>
                <a:lnTo>
                  <a:pt x="4884892" y="644675"/>
                </a:lnTo>
                <a:lnTo>
                  <a:pt x="4889136" y="644377"/>
                </a:lnTo>
                <a:lnTo>
                  <a:pt x="4882268" y="639975"/>
                </a:lnTo>
                <a:cubicBezTo>
                  <a:pt x="4881174" y="637569"/>
                  <a:pt x="4883277" y="635580"/>
                  <a:pt x="4890678" y="635580"/>
                </a:cubicBezTo>
                <a:close/>
                <a:moveTo>
                  <a:pt x="4274135" y="634915"/>
                </a:moveTo>
                <a:cubicBezTo>
                  <a:pt x="4306044" y="637998"/>
                  <a:pt x="4261372" y="655979"/>
                  <a:pt x="4284548" y="663942"/>
                </a:cubicBezTo>
                <a:cubicBezTo>
                  <a:pt x="4276150" y="662401"/>
                  <a:pt x="4267754" y="672162"/>
                  <a:pt x="4280517" y="677043"/>
                </a:cubicBezTo>
                <a:cubicBezTo>
                  <a:pt x="4274135" y="677043"/>
                  <a:pt x="4263387" y="678585"/>
                  <a:pt x="4278166" y="685263"/>
                </a:cubicBezTo>
                <a:cubicBezTo>
                  <a:pt x="4257006" y="689887"/>
                  <a:pt x="4269770" y="704529"/>
                  <a:pt x="4257006" y="712749"/>
                </a:cubicBezTo>
                <a:cubicBezTo>
                  <a:pt x="4252976" y="699649"/>
                  <a:pt x="4254991" y="686805"/>
                  <a:pt x="4259357" y="673703"/>
                </a:cubicBezTo>
                <a:cubicBezTo>
                  <a:pt x="4265402" y="662401"/>
                  <a:pt x="4274135" y="649300"/>
                  <a:pt x="4274135" y="634915"/>
                </a:cubicBezTo>
                <a:close/>
                <a:moveTo>
                  <a:pt x="4347268" y="630388"/>
                </a:moveTo>
                <a:cubicBezTo>
                  <a:pt x="4366104" y="638399"/>
                  <a:pt x="4374850" y="635298"/>
                  <a:pt x="4387631" y="644860"/>
                </a:cubicBezTo>
                <a:cubicBezTo>
                  <a:pt x="4378886" y="651579"/>
                  <a:pt x="4366104" y="653130"/>
                  <a:pt x="4372495" y="662950"/>
                </a:cubicBezTo>
                <a:cubicBezTo>
                  <a:pt x="4355677" y="661400"/>
                  <a:pt x="4372495" y="653130"/>
                  <a:pt x="4362068" y="644860"/>
                </a:cubicBezTo>
                <a:cubicBezTo>
                  <a:pt x="4353658" y="648220"/>
                  <a:pt x="4351304" y="658040"/>
                  <a:pt x="4342895" y="661400"/>
                </a:cubicBezTo>
                <a:cubicBezTo>
                  <a:pt x="4330114" y="651579"/>
                  <a:pt x="4355677" y="638399"/>
                  <a:pt x="4347268" y="630388"/>
                </a:cubicBezTo>
                <a:close/>
                <a:moveTo>
                  <a:pt x="5027288" y="628525"/>
                </a:moveTo>
                <a:cubicBezTo>
                  <a:pt x="5033740" y="623597"/>
                  <a:pt x="5031362" y="631896"/>
                  <a:pt x="5031362" y="636825"/>
                </a:cubicBezTo>
                <a:cubicBezTo>
                  <a:pt x="5044266" y="638380"/>
                  <a:pt x="5042229" y="631896"/>
                  <a:pt x="5050718" y="638380"/>
                </a:cubicBezTo>
                <a:cubicBezTo>
                  <a:pt x="5044266" y="643309"/>
                  <a:pt x="5040191" y="648237"/>
                  <a:pt x="5027288" y="646680"/>
                </a:cubicBezTo>
                <a:cubicBezTo>
                  <a:pt x="5022873" y="638380"/>
                  <a:pt x="5031362" y="640196"/>
                  <a:pt x="5027288" y="628525"/>
                </a:cubicBezTo>
                <a:close/>
                <a:moveTo>
                  <a:pt x="4095732" y="615675"/>
                </a:moveTo>
                <a:cubicBezTo>
                  <a:pt x="4106612" y="618779"/>
                  <a:pt x="4117150" y="622142"/>
                  <a:pt x="4128028" y="625505"/>
                </a:cubicBezTo>
                <a:lnTo>
                  <a:pt x="4125648" y="633525"/>
                </a:lnTo>
                <a:cubicBezTo>
                  <a:pt x="4115110" y="627057"/>
                  <a:pt x="4097772" y="623694"/>
                  <a:pt x="4095732" y="615675"/>
                </a:cubicBezTo>
                <a:close/>
                <a:moveTo>
                  <a:pt x="5086089" y="608130"/>
                </a:moveTo>
                <a:cubicBezTo>
                  <a:pt x="5105602" y="606621"/>
                  <a:pt x="5088144" y="625735"/>
                  <a:pt x="5090198" y="633532"/>
                </a:cubicBezTo>
                <a:cubicBezTo>
                  <a:pt x="5083693" y="628753"/>
                  <a:pt x="5083693" y="619196"/>
                  <a:pt x="5086089" y="608130"/>
                </a:cubicBezTo>
                <a:close/>
                <a:moveTo>
                  <a:pt x="4802502" y="607753"/>
                </a:moveTo>
                <a:cubicBezTo>
                  <a:pt x="4819314" y="617417"/>
                  <a:pt x="4806788" y="638272"/>
                  <a:pt x="4800524" y="652768"/>
                </a:cubicBezTo>
                <a:cubicBezTo>
                  <a:pt x="4789975" y="643104"/>
                  <a:pt x="4800524" y="623775"/>
                  <a:pt x="4802502" y="607753"/>
                </a:cubicBezTo>
                <a:close/>
                <a:moveTo>
                  <a:pt x="4858884" y="603226"/>
                </a:moveTo>
                <a:cubicBezTo>
                  <a:pt x="4867576" y="609861"/>
                  <a:pt x="4852279" y="619303"/>
                  <a:pt x="4874183" y="621090"/>
                </a:cubicBezTo>
                <a:cubicBezTo>
                  <a:pt x="4869663" y="625939"/>
                  <a:pt x="4863056" y="622621"/>
                  <a:pt x="4858884" y="629001"/>
                </a:cubicBezTo>
                <a:cubicBezTo>
                  <a:pt x="4854364" y="621090"/>
                  <a:pt x="4852279" y="611392"/>
                  <a:pt x="4858884" y="603226"/>
                </a:cubicBezTo>
                <a:close/>
                <a:moveTo>
                  <a:pt x="4855142" y="584639"/>
                </a:moveTo>
                <a:cubicBezTo>
                  <a:pt x="4874196" y="582854"/>
                  <a:pt x="4869851" y="600707"/>
                  <a:pt x="4850796" y="597391"/>
                </a:cubicBezTo>
                <a:cubicBezTo>
                  <a:pt x="4855142" y="584639"/>
                  <a:pt x="4855142" y="584639"/>
                  <a:pt x="4855142" y="584639"/>
                </a:cubicBezTo>
                <a:close/>
                <a:moveTo>
                  <a:pt x="4099842" y="583163"/>
                </a:moveTo>
                <a:lnTo>
                  <a:pt x="4099842" y="589404"/>
                </a:lnTo>
                <a:cubicBezTo>
                  <a:pt x="4077932" y="587724"/>
                  <a:pt x="4077932" y="587724"/>
                  <a:pt x="4077932" y="587724"/>
                </a:cubicBezTo>
                <a:cubicBezTo>
                  <a:pt x="4080328" y="581723"/>
                  <a:pt x="4090940" y="583163"/>
                  <a:pt x="4099842" y="583163"/>
                </a:cubicBezTo>
                <a:close/>
                <a:moveTo>
                  <a:pt x="4896392" y="581723"/>
                </a:moveTo>
                <a:cubicBezTo>
                  <a:pt x="4902820" y="585118"/>
                  <a:pt x="4907218" y="581723"/>
                  <a:pt x="4911278" y="585118"/>
                </a:cubicBezTo>
                <a:cubicBezTo>
                  <a:pt x="4907218" y="588252"/>
                  <a:pt x="4909248" y="591647"/>
                  <a:pt x="4902820" y="595042"/>
                </a:cubicBezTo>
                <a:cubicBezTo>
                  <a:pt x="4900790" y="586685"/>
                  <a:pt x="4892332" y="586685"/>
                  <a:pt x="4896392" y="581723"/>
                </a:cubicBezTo>
                <a:close/>
                <a:moveTo>
                  <a:pt x="4291674" y="577196"/>
                </a:moveTo>
                <a:cubicBezTo>
                  <a:pt x="4323842" y="596727"/>
                  <a:pt x="4281177" y="603152"/>
                  <a:pt x="4285240" y="635790"/>
                </a:cubicBezTo>
                <a:cubicBezTo>
                  <a:pt x="4261876" y="622683"/>
                  <a:pt x="4289642" y="593386"/>
                  <a:pt x="4291674" y="577196"/>
                </a:cubicBezTo>
                <a:close/>
                <a:moveTo>
                  <a:pt x="3542416" y="573104"/>
                </a:moveTo>
                <a:cubicBezTo>
                  <a:pt x="3555424" y="576498"/>
                  <a:pt x="3548920" y="574932"/>
                  <a:pt x="3546866" y="574932"/>
                </a:cubicBezTo>
                <a:cubicBezTo>
                  <a:pt x="3546866" y="578065"/>
                  <a:pt x="3537965" y="571537"/>
                  <a:pt x="3542416" y="573104"/>
                </a:cubicBezTo>
                <a:close/>
                <a:moveTo>
                  <a:pt x="4941748" y="565163"/>
                </a:moveTo>
                <a:cubicBezTo>
                  <a:pt x="4939662" y="568519"/>
                  <a:pt x="4943834" y="568519"/>
                  <a:pt x="4948354" y="568519"/>
                </a:cubicBezTo>
                <a:cubicBezTo>
                  <a:pt x="4937228" y="573165"/>
                  <a:pt x="4943834" y="576520"/>
                  <a:pt x="4935142" y="578069"/>
                </a:cubicBezTo>
                <a:cubicBezTo>
                  <a:pt x="4926450" y="574971"/>
                  <a:pt x="4935142" y="563615"/>
                  <a:pt x="4941748" y="565163"/>
                </a:cubicBezTo>
                <a:close/>
                <a:moveTo>
                  <a:pt x="5002174" y="543976"/>
                </a:moveTo>
                <a:lnTo>
                  <a:pt x="5002037" y="544387"/>
                </a:lnTo>
                <a:cubicBezTo>
                  <a:pt x="5001250" y="546755"/>
                  <a:pt x="5000621" y="548649"/>
                  <a:pt x="5000621" y="548649"/>
                </a:cubicBezTo>
                <a:close/>
                <a:moveTo>
                  <a:pt x="4452836" y="540980"/>
                </a:moveTo>
                <a:cubicBezTo>
                  <a:pt x="4467734" y="568773"/>
                  <a:pt x="4439968" y="606089"/>
                  <a:pt x="4437598" y="640317"/>
                </a:cubicBezTo>
                <a:cubicBezTo>
                  <a:pt x="4427101" y="636971"/>
                  <a:pt x="4416265" y="632081"/>
                  <a:pt x="4405768" y="628736"/>
                </a:cubicBezTo>
                <a:cubicBezTo>
                  <a:pt x="4407800" y="617412"/>
                  <a:pt x="4418296" y="630537"/>
                  <a:pt x="4431164" y="628736"/>
                </a:cubicBezTo>
                <a:cubicBezTo>
                  <a:pt x="4433534" y="591420"/>
                  <a:pt x="4437598" y="565428"/>
                  <a:pt x="4452836" y="540980"/>
                </a:cubicBezTo>
                <a:close/>
                <a:moveTo>
                  <a:pt x="5003889" y="538813"/>
                </a:moveTo>
                <a:lnTo>
                  <a:pt x="5003512" y="539948"/>
                </a:lnTo>
                <a:lnTo>
                  <a:pt x="5002174" y="543976"/>
                </a:lnTo>
                <a:close/>
                <a:moveTo>
                  <a:pt x="4946312" y="538716"/>
                </a:moveTo>
                <a:cubicBezTo>
                  <a:pt x="4958758" y="541813"/>
                  <a:pt x="4946312" y="548266"/>
                  <a:pt x="4942055" y="553170"/>
                </a:cubicBezTo>
                <a:cubicBezTo>
                  <a:pt x="4933868" y="548266"/>
                  <a:pt x="4948278" y="543362"/>
                  <a:pt x="4946312" y="538716"/>
                </a:cubicBezTo>
                <a:close/>
                <a:moveTo>
                  <a:pt x="5004869" y="535864"/>
                </a:moveTo>
                <a:lnTo>
                  <a:pt x="5003889" y="538813"/>
                </a:lnTo>
                <a:lnTo>
                  <a:pt x="5004397" y="537284"/>
                </a:lnTo>
                <a:cubicBezTo>
                  <a:pt x="5005026" y="535391"/>
                  <a:pt x="5005341" y="534444"/>
                  <a:pt x="5004869" y="535864"/>
                </a:cubicBezTo>
                <a:close/>
                <a:moveTo>
                  <a:pt x="4865726" y="533057"/>
                </a:moveTo>
                <a:cubicBezTo>
                  <a:pt x="4880137" y="544424"/>
                  <a:pt x="4855246" y="560699"/>
                  <a:pt x="4877844" y="570516"/>
                </a:cubicBezTo>
                <a:cubicBezTo>
                  <a:pt x="4873914" y="580332"/>
                  <a:pt x="4863433" y="568965"/>
                  <a:pt x="4861468" y="575423"/>
                </a:cubicBezTo>
                <a:cubicBezTo>
                  <a:pt x="4859503" y="568965"/>
                  <a:pt x="4861468" y="550882"/>
                  <a:pt x="4865726" y="533057"/>
                </a:cubicBezTo>
                <a:close/>
                <a:moveTo>
                  <a:pt x="5147260" y="532031"/>
                </a:moveTo>
                <a:cubicBezTo>
                  <a:pt x="5151363" y="533293"/>
                  <a:pt x="5152118" y="544563"/>
                  <a:pt x="5164946" y="539847"/>
                </a:cubicBezTo>
                <a:lnTo>
                  <a:pt x="5162599" y="550913"/>
                </a:lnTo>
                <a:cubicBezTo>
                  <a:pt x="5143482" y="542865"/>
                  <a:pt x="5126712" y="550913"/>
                  <a:pt x="5126712" y="535069"/>
                </a:cubicBezTo>
                <a:cubicBezTo>
                  <a:pt x="5126712" y="539847"/>
                  <a:pt x="5154214" y="541356"/>
                  <a:pt x="5141470" y="535069"/>
                </a:cubicBezTo>
                <a:cubicBezTo>
                  <a:pt x="5144152" y="532302"/>
                  <a:pt x="5145892" y="531610"/>
                  <a:pt x="5147260" y="532031"/>
                </a:cubicBezTo>
                <a:close/>
                <a:moveTo>
                  <a:pt x="4242592" y="528530"/>
                </a:moveTo>
                <a:cubicBezTo>
                  <a:pt x="4265190" y="528530"/>
                  <a:pt x="4267482" y="541467"/>
                  <a:pt x="4250780" y="542989"/>
                </a:cubicBezTo>
                <a:cubicBezTo>
                  <a:pt x="4259295" y="530306"/>
                  <a:pt x="4250780" y="536647"/>
                  <a:pt x="4242592" y="528530"/>
                </a:cubicBezTo>
                <a:close/>
                <a:moveTo>
                  <a:pt x="4068050" y="527858"/>
                </a:moveTo>
                <a:cubicBezTo>
                  <a:pt x="4090890" y="529715"/>
                  <a:pt x="4066064" y="534754"/>
                  <a:pt x="4076325" y="538203"/>
                </a:cubicBezTo>
                <a:cubicBezTo>
                  <a:pt x="4099496" y="526266"/>
                  <a:pt x="4080629" y="531306"/>
                  <a:pt x="4105786" y="539795"/>
                </a:cubicBezTo>
                <a:cubicBezTo>
                  <a:pt x="4097180" y="542978"/>
                  <a:pt x="4084600" y="542978"/>
                  <a:pt x="4070036" y="541386"/>
                </a:cubicBezTo>
                <a:cubicBezTo>
                  <a:pt x="4066064" y="539795"/>
                  <a:pt x="4068050" y="534754"/>
                  <a:pt x="4068050" y="527858"/>
                </a:cubicBezTo>
                <a:close/>
                <a:moveTo>
                  <a:pt x="4918444" y="526266"/>
                </a:moveTo>
                <a:cubicBezTo>
                  <a:pt x="4929084" y="529564"/>
                  <a:pt x="4916450" y="535906"/>
                  <a:pt x="4916450" y="540726"/>
                </a:cubicBezTo>
                <a:cubicBezTo>
                  <a:pt x="4910133" y="535906"/>
                  <a:pt x="4910133" y="531086"/>
                  <a:pt x="4918444" y="526266"/>
                </a:cubicBezTo>
                <a:close/>
                <a:moveTo>
                  <a:pt x="4296748" y="525135"/>
                </a:moveTo>
                <a:cubicBezTo>
                  <a:pt x="4328299" y="525135"/>
                  <a:pt x="4303058" y="533301"/>
                  <a:pt x="4311693" y="542743"/>
                </a:cubicBezTo>
                <a:cubicBezTo>
                  <a:pt x="4301066" y="544530"/>
                  <a:pt x="4294756" y="547592"/>
                  <a:pt x="4286453" y="550910"/>
                </a:cubicBezTo>
                <a:cubicBezTo>
                  <a:pt x="4284128" y="546061"/>
                  <a:pt x="4294756" y="538150"/>
                  <a:pt x="4296748" y="525135"/>
                </a:cubicBezTo>
                <a:close/>
                <a:moveTo>
                  <a:pt x="4158242" y="523646"/>
                </a:moveTo>
                <a:cubicBezTo>
                  <a:pt x="4162024" y="523038"/>
                  <a:pt x="4165253" y="523038"/>
                  <a:pt x="4168482" y="525468"/>
                </a:cubicBezTo>
                <a:cubicBezTo>
                  <a:pt x="4170522" y="530328"/>
                  <a:pt x="4166442" y="533654"/>
                  <a:pt x="4153525" y="530328"/>
                </a:cubicBezTo>
                <a:cubicBezTo>
                  <a:pt x="4176981" y="538514"/>
                  <a:pt x="4155565" y="551305"/>
                  <a:pt x="4151145" y="557700"/>
                </a:cubicBezTo>
                <a:cubicBezTo>
                  <a:pt x="4144686" y="544909"/>
                  <a:pt x="4149105" y="540049"/>
                  <a:pt x="4144686" y="525468"/>
                </a:cubicBezTo>
                <a:cubicBezTo>
                  <a:pt x="4150126" y="525468"/>
                  <a:pt x="4154460" y="524253"/>
                  <a:pt x="4158242" y="523646"/>
                </a:cubicBezTo>
                <a:close/>
                <a:moveTo>
                  <a:pt x="4832660" y="517212"/>
                </a:moveTo>
                <a:cubicBezTo>
                  <a:pt x="4819958" y="533656"/>
                  <a:pt x="4830320" y="543163"/>
                  <a:pt x="4823969" y="564489"/>
                </a:cubicBezTo>
                <a:cubicBezTo>
                  <a:pt x="4809260" y="554725"/>
                  <a:pt x="4815612" y="530316"/>
                  <a:pt x="4832660" y="517212"/>
                </a:cubicBezTo>
                <a:close/>
                <a:moveTo>
                  <a:pt x="4228792" y="517212"/>
                </a:moveTo>
                <a:cubicBezTo>
                  <a:pt x="4237124" y="520607"/>
                  <a:pt x="4254126" y="519040"/>
                  <a:pt x="4252126" y="525570"/>
                </a:cubicBezTo>
                <a:cubicBezTo>
                  <a:pt x="4243459" y="525570"/>
                  <a:pt x="4233125" y="524003"/>
                  <a:pt x="4230791" y="527137"/>
                </a:cubicBezTo>
                <a:cubicBezTo>
                  <a:pt x="4224791" y="527137"/>
                  <a:pt x="4228792" y="520607"/>
                  <a:pt x="4228792" y="517212"/>
                </a:cubicBezTo>
                <a:close/>
                <a:moveTo>
                  <a:pt x="4398714" y="510086"/>
                </a:moveTo>
                <a:cubicBezTo>
                  <a:pt x="4402311" y="509513"/>
                  <a:pt x="4406850" y="509529"/>
                  <a:pt x="4412732" y="510363"/>
                </a:cubicBezTo>
                <a:cubicBezTo>
                  <a:pt x="4410379" y="520113"/>
                  <a:pt x="4410379" y="529864"/>
                  <a:pt x="4418782" y="534739"/>
                </a:cubicBezTo>
                <a:cubicBezTo>
                  <a:pt x="4410379" y="539614"/>
                  <a:pt x="4397606" y="539614"/>
                  <a:pt x="4391218" y="546028"/>
                </a:cubicBezTo>
                <a:cubicBezTo>
                  <a:pt x="4384832" y="559115"/>
                  <a:pt x="4410379" y="571944"/>
                  <a:pt x="4384832" y="576820"/>
                </a:cubicBezTo>
                <a:cubicBezTo>
                  <a:pt x="4387186" y="581695"/>
                  <a:pt x="4391218" y="576820"/>
                  <a:pt x="4399958" y="578359"/>
                </a:cubicBezTo>
                <a:cubicBezTo>
                  <a:pt x="4378446" y="596321"/>
                  <a:pt x="4399958" y="614282"/>
                  <a:pt x="4380798" y="633527"/>
                </a:cubicBezTo>
                <a:cubicBezTo>
                  <a:pt x="4370042" y="625572"/>
                  <a:pt x="4376428" y="614282"/>
                  <a:pt x="4353234" y="609407"/>
                </a:cubicBezTo>
                <a:lnTo>
                  <a:pt x="4357384" y="592793"/>
                </a:lnTo>
                <a:lnTo>
                  <a:pt x="4352110" y="589102"/>
                </a:lnTo>
                <a:cubicBezTo>
                  <a:pt x="4350182" y="583377"/>
                  <a:pt x="4360253" y="575366"/>
                  <a:pt x="4356938" y="569273"/>
                </a:cubicBezTo>
                <a:cubicBezTo>
                  <a:pt x="4361272" y="570911"/>
                  <a:pt x="4363971" y="572647"/>
                  <a:pt x="4365480" y="574486"/>
                </a:cubicBezTo>
                <a:lnTo>
                  <a:pt x="4366171" y="577359"/>
                </a:lnTo>
                <a:lnTo>
                  <a:pt x="4369538" y="572394"/>
                </a:lnTo>
                <a:cubicBezTo>
                  <a:pt x="4376428" y="562258"/>
                  <a:pt x="4379622" y="553342"/>
                  <a:pt x="4363656" y="542693"/>
                </a:cubicBezTo>
                <a:cubicBezTo>
                  <a:pt x="4378446" y="550904"/>
                  <a:pt x="4378446" y="533199"/>
                  <a:pt x="4391218" y="529864"/>
                </a:cubicBezTo>
                <a:cubicBezTo>
                  <a:pt x="4389202" y="528067"/>
                  <a:pt x="4380798" y="528067"/>
                  <a:pt x="4380798" y="524988"/>
                </a:cubicBezTo>
                <a:cubicBezTo>
                  <a:pt x="4385588" y="518830"/>
                  <a:pt x="4387921" y="511806"/>
                  <a:pt x="4398714" y="510086"/>
                </a:cubicBezTo>
                <a:close/>
                <a:moveTo>
                  <a:pt x="4464034" y="495664"/>
                </a:moveTo>
                <a:cubicBezTo>
                  <a:pt x="4465106" y="498487"/>
                  <a:pt x="4464612" y="508892"/>
                  <a:pt x="4461479" y="524881"/>
                </a:cubicBezTo>
                <a:cubicBezTo>
                  <a:pt x="4438404" y="523358"/>
                  <a:pt x="4457194" y="513714"/>
                  <a:pt x="4457194" y="511937"/>
                </a:cubicBezTo>
                <a:cubicBezTo>
                  <a:pt x="4460325" y="497599"/>
                  <a:pt x="4462963" y="492840"/>
                  <a:pt x="4464034" y="495664"/>
                </a:cubicBezTo>
                <a:close/>
                <a:moveTo>
                  <a:pt x="5103424" y="492991"/>
                </a:moveTo>
                <a:cubicBezTo>
                  <a:pt x="5135278" y="491182"/>
                  <a:pt x="5101412" y="543386"/>
                  <a:pt x="5097054" y="556565"/>
                </a:cubicBezTo>
                <a:cubicBezTo>
                  <a:pt x="5086660" y="540284"/>
                  <a:pt x="5116166" y="514182"/>
                  <a:pt x="5103424" y="492991"/>
                </a:cubicBezTo>
                <a:close/>
                <a:moveTo>
                  <a:pt x="4301319" y="492218"/>
                </a:moveTo>
                <a:cubicBezTo>
                  <a:pt x="4322442" y="488919"/>
                  <a:pt x="4316072" y="504907"/>
                  <a:pt x="4309702" y="509729"/>
                </a:cubicBezTo>
                <a:cubicBezTo>
                  <a:pt x="4307690" y="516074"/>
                  <a:pt x="4324454" y="514551"/>
                  <a:pt x="4337196" y="514551"/>
                </a:cubicBezTo>
                <a:cubicBezTo>
                  <a:pt x="4328814" y="530540"/>
                  <a:pt x="4309702" y="511252"/>
                  <a:pt x="4292937" y="520895"/>
                </a:cubicBezTo>
                <a:cubicBezTo>
                  <a:pt x="4290590" y="519373"/>
                  <a:pt x="4294948" y="519373"/>
                  <a:pt x="4296960" y="519373"/>
                </a:cubicBezTo>
                <a:cubicBezTo>
                  <a:pt x="4301319" y="509729"/>
                  <a:pt x="4288578" y="501608"/>
                  <a:pt x="4301319" y="492218"/>
                </a:cubicBezTo>
                <a:close/>
                <a:moveTo>
                  <a:pt x="4401574" y="486655"/>
                </a:moveTo>
                <a:cubicBezTo>
                  <a:pt x="4403652" y="487101"/>
                  <a:pt x="4405086" y="488936"/>
                  <a:pt x="4405802" y="491436"/>
                </a:cubicBezTo>
                <a:lnTo>
                  <a:pt x="4405742" y="498673"/>
                </a:lnTo>
                <a:lnTo>
                  <a:pt x="4414330" y="499521"/>
                </a:lnTo>
                <a:cubicBezTo>
                  <a:pt x="4413820" y="501522"/>
                  <a:pt x="4411826" y="503329"/>
                  <a:pt x="4409183" y="504712"/>
                </a:cubicBezTo>
                <a:lnTo>
                  <a:pt x="4401957" y="506832"/>
                </a:lnTo>
                <a:lnTo>
                  <a:pt x="4400919" y="508654"/>
                </a:lnTo>
                <a:cubicBezTo>
                  <a:pt x="4398477" y="510931"/>
                  <a:pt x="4395173" y="512430"/>
                  <a:pt x="4390934" y="512430"/>
                </a:cubicBezTo>
                <a:lnTo>
                  <a:pt x="4393470" y="506285"/>
                </a:lnTo>
                <a:lnTo>
                  <a:pt x="4392267" y="506092"/>
                </a:lnTo>
                <a:cubicBezTo>
                  <a:pt x="4390388" y="504861"/>
                  <a:pt x="4389540" y="502748"/>
                  <a:pt x="4390559" y="499521"/>
                </a:cubicBezTo>
                <a:lnTo>
                  <a:pt x="4396500" y="498947"/>
                </a:lnTo>
                <a:close/>
                <a:moveTo>
                  <a:pt x="5071138" y="480996"/>
                </a:moveTo>
                <a:cubicBezTo>
                  <a:pt x="5071138" y="489201"/>
                  <a:pt x="5060878" y="485868"/>
                  <a:pt x="5058892" y="490740"/>
                </a:cubicBezTo>
                <a:cubicBezTo>
                  <a:pt x="5062864" y="500484"/>
                  <a:pt x="5073456" y="485868"/>
                  <a:pt x="5077428" y="495612"/>
                </a:cubicBezTo>
                <a:cubicBezTo>
                  <a:pt x="5064850" y="513561"/>
                  <a:pt x="5037707" y="480996"/>
                  <a:pt x="5071138" y="480996"/>
                </a:cubicBezTo>
                <a:close/>
                <a:moveTo>
                  <a:pt x="4162506" y="480996"/>
                </a:moveTo>
                <a:cubicBezTo>
                  <a:pt x="4190332" y="487631"/>
                  <a:pt x="4158095" y="494011"/>
                  <a:pt x="4166918" y="506772"/>
                </a:cubicBezTo>
                <a:cubicBezTo>
                  <a:pt x="4151648" y="505240"/>
                  <a:pt x="4166918" y="492480"/>
                  <a:pt x="4138752" y="495542"/>
                </a:cubicBezTo>
                <a:cubicBezTo>
                  <a:pt x="4151648" y="489163"/>
                  <a:pt x="4170990" y="494011"/>
                  <a:pt x="4162506" y="480996"/>
                </a:cubicBezTo>
                <a:close/>
                <a:moveTo>
                  <a:pt x="4336468" y="477601"/>
                </a:moveTo>
                <a:cubicBezTo>
                  <a:pt x="4363898" y="477601"/>
                  <a:pt x="4363898" y="477601"/>
                  <a:pt x="4363898" y="477601"/>
                </a:cubicBezTo>
                <a:cubicBezTo>
                  <a:pt x="4363898" y="480735"/>
                  <a:pt x="4330114" y="487525"/>
                  <a:pt x="4336468" y="477601"/>
                </a:cubicBezTo>
                <a:close/>
                <a:moveTo>
                  <a:pt x="4078610" y="477601"/>
                </a:moveTo>
                <a:cubicBezTo>
                  <a:pt x="4089460" y="479153"/>
                  <a:pt x="4076576" y="490536"/>
                  <a:pt x="4078610" y="495451"/>
                </a:cubicBezTo>
                <a:cubicBezTo>
                  <a:pt x="4066064" y="492346"/>
                  <a:pt x="4072506" y="484068"/>
                  <a:pt x="4078610" y="477601"/>
                </a:cubicBezTo>
                <a:close/>
                <a:moveTo>
                  <a:pt x="4426189" y="476118"/>
                </a:moveTo>
                <a:lnTo>
                  <a:pt x="4424102" y="485757"/>
                </a:lnTo>
                <a:cubicBezTo>
                  <a:pt x="4404284" y="487533"/>
                  <a:pt x="4406719" y="473074"/>
                  <a:pt x="4426189" y="476118"/>
                </a:cubicBezTo>
                <a:close/>
                <a:moveTo>
                  <a:pt x="4086549" y="447406"/>
                </a:moveTo>
                <a:cubicBezTo>
                  <a:pt x="4095836" y="448560"/>
                  <a:pt x="4102572" y="456866"/>
                  <a:pt x="4105787" y="460600"/>
                </a:cubicBezTo>
                <a:cubicBezTo>
                  <a:pt x="4099524" y="462173"/>
                  <a:pt x="4097216" y="465580"/>
                  <a:pt x="4095238" y="467153"/>
                </a:cubicBezTo>
                <a:cubicBezTo>
                  <a:pt x="4084690" y="464008"/>
                  <a:pt x="4095238" y="449069"/>
                  <a:pt x="4076448" y="449069"/>
                </a:cubicBezTo>
                <a:cubicBezTo>
                  <a:pt x="4080074" y="447430"/>
                  <a:pt x="4083453" y="447021"/>
                  <a:pt x="4086549" y="447406"/>
                </a:cubicBezTo>
                <a:close/>
                <a:moveTo>
                  <a:pt x="4962488" y="437989"/>
                </a:moveTo>
                <a:cubicBezTo>
                  <a:pt x="4968832" y="439525"/>
                  <a:pt x="4966829" y="442853"/>
                  <a:pt x="4970836" y="445925"/>
                </a:cubicBezTo>
                <a:cubicBezTo>
                  <a:pt x="4964824" y="452581"/>
                  <a:pt x="4958480" y="445925"/>
                  <a:pt x="4952134" y="449253"/>
                </a:cubicBezTo>
                <a:cubicBezTo>
                  <a:pt x="4966829" y="454117"/>
                  <a:pt x="4945789" y="463845"/>
                  <a:pt x="4958480" y="468708"/>
                </a:cubicBezTo>
                <a:cubicBezTo>
                  <a:pt x="4958480" y="465380"/>
                  <a:pt x="4964824" y="449253"/>
                  <a:pt x="4977182" y="455653"/>
                </a:cubicBezTo>
                <a:cubicBezTo>
                  <a:pt x="4966829" y="462052"/>
                  <a:pt x="4979520" y="478436"/>
                  <a:pt x="4956142" y="491236"/>
                </a:cubicBezTo>
                <a:cubicBezTo>
                  <a:pt x="4958480" y="496099"/>
                  <a:pt x="4968832" y="499427"/>
                  <a:pt x="4954138" y="505827"/>
                </a:cubicBezTo>
                <a:cubicBezTo>
                  <a:pt x="4960483" y="512227"/>
                  <a:pt x="4973174" y="517091"/>
                  <a:pt x="4968832" y="523747"/>
                </a:cubicBezTo>
                <a:cubicBezTo>
                  <a:pt x="4947792" y="517091"/>
                  <a:pt x="4949797" y="514019"/>
                  <a:pt x="4937106" y="514019"/>
                </a:cubicBezTo>
                <a:cubicBezTo>
                  <a:pt x="4939444" y="505827"/>
                  <a:pt x="4954138" y="509155"/>
                  <a:pt x="4949797" y="504291"/>
                </a:cubicBezTo>
                <a:cubicBezTo>
                  <a:pt x="4945789" y="500964"/>
                  <a:pt x="4943451" y="505827"/>
                  <a:pt x="4939444" y="504291"/>
                </a:cubicBezTo>
                <a:cubicBezTo>
                  <a:pt x="4949797" y="500964"/>
                  <a:pt x="4952134" y="497892"/>
                  <a:pt x="4941448" y="493027"/>
                </a:cubicBezTo>
                <a:cubicBezTo>
                  <a:pt x="4954138" y="476644"/>
                  <a:pt x="4947792" y="462052"/>
                  <a:pt x="4949797" y="447717"/>
                </a:cubicBezTo>
                <a:cubicBezTo>
                  <a:pt x="4916066" y="437989"/>
                  <a:pt x="4962488" y="452581"/>
                  <a:pt x="4962488" y="437989"/>
                </a:cubicBezTo>
                <a:close/>
                <a:moveTo>
                  <a:pt x="4444478" y="434594"/>
                </a:moveTo>
                <a:cubicBezTo>
                  <a:pt x="4448881" y="439443"/>
                  <a:pt x="4450914" y="445823"/>
                  <a:pt x="4457350" y="449141"/>
                </a:cubicBezTo>
                <a:cubicBezTo>
                  <a:pt x="4442446" y="447609"/>
                  <a:pt x="4427541" y="455521"/>
                  <a:pt x="4429574" y="445823"/>
                </a:cubicBezTo>
                <a:cubicBezTo>
                  <a:pt x="4416702" y="447609"/>
                  <a:pt x="4423137" y="450671"/>
                  <a:pt x="4423137" y="453989"/>
                </a:cubicBezTo>
                <a:cubicBezTo>
                  <a:pt x="4418734" y="460369"/>
                  <a:pt x="4423137" y="447609"/>
                  <a:pt x="4414669" y="449141"/>
                </a:cubicBezTo>
                <a:cubicBezTo>
                  <a:pt x="4416702" y="445823"/>
                  <a:pt x="4423137" y="444291"/>
                  <a:pt x="4421104" y="439443"/>
                </a:cubicBezTo>
                <a:cubicBezTo>
                  <a:pt x="4431606" y="440974"/>
                  <a:pt x="4446848" y="442760"/>
                  <a:pt x="4444478" y="434594"/>
                </a:cubicBezTo>
                <a:close/>
                <a:moveTo>
                  <a:pt x="4977304" y="428935"/>
                </a:moveTo>
                <a:cubicBezTo>
                  <a:pt x="4988002" y="428935"/>
                  <a:pt x="4988002" y="428935"/>
                  <a:pt x="4988002" y="428935"/>
                </a:cubicBezTo>
                <a:cubicBezTo>
                  <a:pt x="4990008" y="432205"/>
                  <a:pt x="4992348" y="435222"/>
                  <a:pt x="4992348" y="440001"/>
                </a:cubicBezTo>
                <a:cubicBezTo>
                  <a:pt x="4970952" y="436983"/>
                  <a:pt x="4994353" y="451319"/>
                  <a:pt x="4979644" y="455846"/>
                </a:cubicBezTo>
                <a:cubicBezTo>
                  <a:pt x="4973292" y="449559"/>
                  <a:pt x="4973292" y="432205"/>
                  <a:pt x="4977304" y="428935"/>
                </a:cubicBezTo>
                <a:close/>
                <a:moveTo>
                  <a:pt x="4935142" y="424408"/>
                </a:moveTo>
                <a:cubicBezTo>
                  <a:pt x="4948354" y="424408"/>
                  <a:pt x="4943834" y="438651"/>
                  <a:pt x="4937228" y="443398"/>
                </a:cubicBezTo>
                <a:cubicBezTo>
                  <a:pt x="4926450" y="441899"/>
                  <a:pt x="4937228" y="429156"/>
                  <a:pt x="4935142" y="424408"/>
                </a:cubicBezTo>
                <a:close/>
                <a:moveTo>
                  <a:pt x="5088062" y="419158"/>
                </a:moveTo>
                <a:cubicBezTo>
                  <a:pt x="5117902" y="419158"/>
                  <a:pt x="5117902" y="419158"/>
                  <a:pt x="5117902" y="419158"/>
                </a:cubicBezTo>
                <a:cubicBezTo>
                  <a:pt x="5121926" y="422497"/>
                  <a:pt x="5121926" y="427377"/>
                  <a:pt x="5119914" y="435338"/>
                </a:cubicBezTo>
                <a:cubicBezTo>
                  <a:pt x="5111532" y="432257"/>
                  <a:pt x="5119914" y="417618"/>
                  <a:pt x="5096444" y="422497"/>
                </a:cubicBezTo>
                <a:cubicBezTo>
                  <a:pt x="5117902" y="451775"/>
                  <a:pt x="5073310" y="458196"/>
                  <a:pt x="5105162" y="477714"/>
                </a:cubicBezTo>
                <a:cubicBezTo>
                  <a:pt x="5100804" y="477714"/>
                  <a:pt x="5100804" y="482594"/>
                  <a:pt x="5098792" y="484135"/>
                </a:cubicBezTo>
                <a:cubicBezTo>
                  <a:pt x="5094432" y="482594"/>
                  <a:pt x="5088062" y="480796"/>
                  <a:pt x="5079680" y="480796"/>
                </a:cubicBezTo>
                <a:cubicBezTo>
                  <a:pt x="5077333" y="451775"/>
                  <a:pt x="5090074" y="449977"/>
                  <a:pt x="5088062" y="419158"/>
                </a:cubicBezTo>
                <a:close/>
                <a:moveTo>
                  <a:pt x="5054868" y="416486"/>
                </a:moveTo>
                <a:cubicBezTo>
                  <a:pt x="5071593" y="427843"/>
                  <a:pt x="5052861" y="444105"/>
                  <a:pt x="5069586" y="457011"/>
                </a:cubicBezTo>
                <a:cubicBezTo>
                  <a:pt x="5046506" y="457011"/>
                  <a:pt x="5075942" y="463722"/>
                  <a:pt x="5067580" y="475080"/>
                </a:cubicBezTo>
                <a:cubicBezTo>
                  <a:pt x="5044164" y="468626"/>
                  <a:pt x="5056876" y="449009"/>
                  <a:pt x="5042157" y="432748"/>
                </a:cubicBezTo>
                <a:cubicBezTo>
                  <a:pt x="5065238" y="434296"/>
                  <a:pt x="5042157" y="419583"/>
                  <a:pt x="5054868" y="416486"/>
                </a:cubicBezTo>
                <a:close/>
                <a:moveTo>
                  <a:pt x="5024101" y="406300"/>
                </a:moveTo>
                <a:cubicBezTo>
                  <a:pt x="5030085" y="412680"/>
                  <a:pt x="5034408" y="427226"/>
                  <a:pt x="5026095" y="432076"/>
                </a:cubicBezTo>
                <a:cubicBezTo>
                  <a:pt x="5021773" y="427226"/>
                  <a:pt x="5015456" y="412680"/>
                  <a:pt x="5024101" y="406300"/>
                </a:cubicBezTo>
                <a:close/>
                <a:moveTo>
                  <a:pt x="4429027" y="397012"/>
                </a:moveTo>
                <a:cubicBezTo>
                  <a:pt x="4430966" y="399045"/>
                  <a:pt x="4428995" y="407178"/>
                  <a:pt x="4425689" y="407178"/>
                </a:cubicBezTo>
                <a:cubicBezTo>
                  <a:pt x="4408736" y="405403"/>
                  <a:pt x="4430097" y="403880"/>
                  <a:pt x="4425689" y="397538"/>
                </a:cubicBezTo>
                <a:cubicBezTo>
                  <a:pt x="4427299" y="396334"/>
                  <a:pt x="4428380" y="396334"/>
                  <a:pt x="4429027" y="397012"/>
                </a:cubicBezTo>
                <a:close/>
                <a:moveTo>
                  <a:pt x="4461120" y="394983"/>
                </a:moveTo>
                <a:cubicBezTo>
                  <a:pt x="4467284" y="396751"/>
                  <a:pt x="4463066" y="401554"/>
                  <a:pt x="4469231" y="401554"/>
                </a:cubicBezTo>
                <a:cubicBezTo>
                  <a:pt x="4461120" y="403070"/>
                  <a:pt x="4467284" y="420760"/>
                  <a:pt x="4459172" y="417475"/>
                </a:cubicBezTo>
                <a:cubicBezTo>
                  <a:pt x="4461120" y="411157"/>
                  <a:pt x="4461120" y="403070"/>
                  <a:pt x="4461120" y="394983"/>
                </a:cubicBezTo>
                <a:close/>
                <a:moveTo>
                  <a:pt x="4482577" y="389256"/>
                </a:moveTo>
                <a:lnTo>
                  <a:pt x="4482577" y="403848"/>
                </a:lnTo>
                <a:cubicBezTo>
                  <a:pt x="4468072" y="407176"/>
                  <a:pt x="4468072" y="385929"/>
                  <a:pt x="4482577" y="389256"/>
                </a:cubicBezTo>
                <a:close/>
                <a:moveTo>
                  <a:pt x="5022008" y="382933"/>
                </a:moveTo>
                <a:cubicBezTo>
                  <a:pt x="5047752" y="381402"/>
                  <a:pt x="5030476" y="402328"/>
                  <a:pt x="5019976" y="407177"/>
                </a:cubicBezTo>
                <a:cubicBezTo>
                  <a:pt x="5005072" y="402328"/>
                  <a:pt x="5026412" y="392630"/>
                  <a:pt x="5022008" y="382933"/>
                </a:cubicBezTo>
                <a:close/>
                <a:moveTo>
                  <a:pt x="4417382" y="381811"/>
                </a:moveTo>
                <a:cubicBezTo>
                  <a:pt x="4428062" y="382030"/>
                  <a:pt x="4439845" y="384420"/>
                  <a:pt x="4441032" y="387563"/>
                </a:cubicBezTo>
                <a:cubicBezTo>
                  <a:pt x="4400344" y="389073"/>
                  <a:pt x="4400344" y="389073"/>
                  <a:pt x="4400344" y="389073"/>
                </a:cubicBezTo>
                <a:cubicBezTo>
                  <a:pt x="4397122" y="383540"/>
                  <a:pt x="4406701" y="381591"/>
                  <a:pt x="4417382" y="381811"/>
                </a:cubicBezTo>
                <a:close/>
                <a:moveTo>
                  <a:pt x="4364699" y="375743"/>
                </a:moveTo>
                <a:cubicBezTo>
                  <a:pt x="4381700" y="377334"/>
                  <a:pt x="4371034" y="385557"/>
                  <a:pt x="4369033" y="392454"/>
                </a:cubicBezTo>
                <a:cubicBezTo>
                  <a:pt x="4352366" y="390597"/>
                  <a:pt x="4369033" y="385557"/>
                  <a:pt x="4364699" y="375743"/>
                </a:cubicBezTo>
                <a:close/>
                <a:moveTo>
                  <a:pt x="4817071" y="374611"/>
                </a:moveTo>
                <a:cubicBezTo>
                  <a:pt x="4828196" y="389140"/>
                  <a:pt x="4823676" y="410042"/>
                  <a:pt x="4821591" y="430944"/>
                </a:cubicBezTo>
                <a:cubicBezTo>
                  <a:pt x="4806293" y="430944"/>
                  <a:pt x="4806293" y="430944"/>
                  <a:pt x="4806293" y="430944"/>
                </a:cubicBezTo>
                <a:cubicBezTo>
                  <a:pt x="4817071" y="413356"/>
                  <a:pt x="4808379" y="389140"/>
                  <a:pt x="4817071" y="374611"/>
                </a:cubicBezTo>
                <a:close/>
                <a:moveTo>
                  <a:pt x="4356640" y="364426"/>
                </a:moveTo>
                <a:cubicBezTo>
                  <a:pt x="4365366" y="371061"/>
                  <a:pt x="4358734" y="387138"/>
                  <a:pt x="4347914" y="390200"/>
                </a:cubicBezTo>
                <a:cubicBezTo>
                  <a:pt x="4350008" y="385352"/>
                  <a:pt x="4352452" y="374123"/>
                  <a:pt x="4356640" y="364426"/>
                </a:cubicBezTo>
                <a:close/>
                <a:moveTo>
                  <a:pt x="5117812" y="349712"/>
                </a:moveTo>
                <a:cubicBezTo>
                  <a:pt x="5121880" y="353040"/>
                  <a:pt x="5130358" y="353040"/>
                  <a:pt x="5139174" y="353040"/>
                </a:cubicBezTo>
                <a:cubicBezTo>
                  <a:pt x="5141208" y="362768"/>
                  <a:pt x="5130358" y="362768"/>
                  <a:pt x="5126288" y="370960"/>
                </a:cubicBezTo>
                <a:cubicBezTo>
                  <a:pt x="5117812" y="367632"/>
                  <a:pt x="5117812" y="359440"/>
                  <a:pt x="5117812" y="349712"/>
                </a:cubicBezTo>
                <a:close/>
                <a:moveTo>
                  <a:pt x="4422746" y="328209"/>
                </a:moveTo>
                <a:cubicBezTo>
                  <a:pt x="4424723" y="337766"/>
                  <a:pt x="4397692" y="339275"/>
                  <a:pt x="4389450" y="334748"/>
                </a:cubicBezTo>
                <a:cubicBezTo>
                  <a:pt x="4393736" y="329970"/>
                  <a:pt x="4414504" y="331479"/>
                  <a:pt x="4422746" y="328209"/>
                </a:cubicBezTo>
                <a:close/>
                <a:moveTo>
                  <a:pt x="5093748" y="327077"/>
                </a:moveTo>
                <a:cubicBezTo>
                  <a:pt x="5104296" y="335355"/>
                  <a:pt x="5114516" y="348289"/>
                  <a:pt x="5106274" y="359672"/>
                </a:cubicBezTo>
                <a:cubicBezTo>
                  <a:pt x="5085506" y="363035"/>
                  <a:pt x="5101989" y="336907"/>
                  <a:pt x="5079243" y="340012"/>
                </a:cubicBezTo>
                <a:cubicBezTo>
                  <a:pt x="5079243" y="336907"/>
                  <a:pt x="5085506" y="338459"/>
                  <a:pt x="5089462" y="336907"/>
                </a:cubicBezTo>
                <a:cubicBezTo>
                  <a:pt x="5095726" y="336907"/>
                  <a:pt x="5093748" y="330440"/>
                  <a:pt x="5093748" y="327077"/>
                </a:cubicBezTo>
                <a:close/>
                <a:moveTo>
                  <a:pt x="4592484" y="315760"/>
                </a:moveTo>
                <a:cubicBezTo>
                  <a:pt x="4594498" y="317275"/>
                  <a:pt x="4600880" y="317275"/>
                  <a:pt x="4607262" y="317275"/>
                </a:cubicBezTo>
                <a:cubicBezTo>
                  <a:pt x="4605246" y="325356"/>
                  <a:pt x="4611628" y="326871"/>
                  <a:pt x="4609278" y="334953"/>
                </a:cubicBezTo>
                <a:cubicBezTo>
                  <a:pt x="4600880" y="333185"/>
                  <a:pt x="4586102" y="337983"/>
                  <a:pt x="4594498" y="339498"/>
                </a:cubicBezTo>
                <a:cubicBezTo>
                  <a:pt x="4590133" y="344297"/>
                  <a:pt x="4577369" y="333185"/>
                  <a:pt x="4579720" y="346065"/>
                </a:cubicBezTo>
                <a:cubicBezTo>
                  <a:pt x="4566958" y="346065"/>
                  <a:pt x="4575354" y="334953"/>
                  <a:pt x="4558561" y="336468"/>
                </a:cubicBezTo>
                <a:cubicBezTo>
                  <a:pt x="4579720" y="330154"/>
                  <a:pt x="4583752" y="326871"/>
                  <a:pt x="4592484" y="315760"/>
                </a:cubicBezTo>
                <a:close/>
                <a:moveTo>
                  <a:pt x="4427278" y="296520"/>
                </a:moveTo>
                <a:cubicBezTo>
                  <a:pt x="4444003" y="296520"/>
                  <a:pt x="4429285" y="306077"/>
                  <a:pt x="4422930" y="307586"/>
                </a:cubicBezTo>
                <a:cubicBezTo>
                  <a:pt x="4410218" y="304568"/>
                  <a:pt x="4431292" y="302807"/>
                  <a:pt x="4427278" y="296520"/>
                </a:cubicBezTo>
                <a:close/>
                <a:moveTo>
                  <a:pt x="4592890" y="277280"/>
                </a:moveTo>
                <a:cubicBezTo>
                  <a:pt x="4601246" y="282203"/>
                  <a:pt x="4601246" y="287125"/>
                  <a:pt x="4596901" y="295415"/>
                </a:cubicBezTo>
                <a:cubicBezTo>
                  <a:pt x="4577846" y="298524"/>
                  <a:pt x="4588544" y="280648"/>
                  <a:pt x="4592890" y="277280"/>
                </a:cubicBezTo>
                <a:close/>
                <a:moveTo>
                  <a:pt x="5083198" y="245591"/>
                </a:moveTo>
                <a:cubicBezTo>
                  <a:pt x="5089462" y="247113"/>
                  <a:pt x="5093748" y="255230"/>
                  <a:pt x="5087484" y="260050"/>
                </a:cubicBezTo>
                <a:cubicBezTo>
                  <a:pt x="5079243" y="258528"/>
                  <a:pt x="5085506" y="248889"/>
                  <a:pt x="5083198" y="245591"/>
                </a:cubicBezTo>
                <a:close/>
                <a:moveTo>
                  <a:pt x="4378728" y="232010"/>
                </a:moveTo>
                <a:cubicBezTo>
                  <a:pt x="4378728" y="238907"/>
                  <a:pt x="4370238" y="242090"/>
                  <a:pt x="4374652" y="248721"/>
                </a:cubicBezTo>
                <a:cubicBezTo>
                  <a:pt x="4359371" y="240498"/>
                  <a:pt x="4350882" y="240498"/>
                  <a:pt x="4378728" y="232010"/>
                </a:cubicBezTo>
                <a:close/>
                <a:moveTo>
                  <a:pt x="5133377" y="205273"/>
                </a:moveTo>
                <a:cubicBezTo>
                  <a:pt x="5135384" y="210200"/>
                  <a:pt x="5129031" y="211756"/>
                  <a:pt x="5129031" y="216684"/>
                </a:cubicBezTo>
                <a:cubicBezTo>
                  <a:pt x="5137388" y="215128"/>
                  <a:pt x="5137388" y="218499"/>
                  <a:pt x="5139728" y="221612"/>
                </a:cubicBezTo>
                <a:cubicBezTo>
                  <a:pt x="5122680" y="228355"/>
                  <a:pt x="5116328" y="203716"/>
                  <a:pt x="5133377" y="205273"/>
                </a:cubicBezTo>
                <a:close/>
                <a:moveTo>
                  <a:pt x="4448884" y="202584"/>
                </a:moveTo>
                <a:cubicBezTo>
                  <a:pt x="4463294" y="207448"/>
                  <a:pt x="4450849" y="218968"/>
                  <a:pt x="4446918" y="223832"/>
                </a:cubicBezTo>
                <a:cubicBezTo>
                  <a:pt x="4438404" y="220504"/>
                  <a:pt x="4453142" y="210776"/>
                  <a:pt x="4448884" y="202584"/>
                </a:cubicBezTo>
                <a:close/>
                <a:moveTo>
                  <a:pt x="4999138" y="199189"/>
                </a:moveTo>
                <a:cubicBezTo>
                  <a:pt x="5012146" y="199189"/>
                  <a:pt x="5009750" y="208853"/>
                  <a:pt x="5009750" y="218518"/>
                </a:cubicBezTo>
                <a:cubicBezTo>
                  <a:pt x="4990238" y="221570"/>
                  <a:pt x="4992634" y="205547"/>
                  <a:pt x="4999138" y="199189"/>
                </a:cubicBezTo>
                <a:close/>
                <a:moveTo>
                  <a:pt x="4999486" y="162973"/>
                </a:moveTo>
                <a:cubicBezTo>
                  <a:pt x="5026988" y="167822"/>
                  <a:pt x="4999486" y="179050"/>
                  <a:pt x="5009884" y="188748"/>
                </a:cubicBezTo>
                <a:cubicBezTo>
                  <a:pt x="4995126" y="188748"/>
                  <a:pt x="4995126" y="188748"/>
                  <a:pt x="4995126" y="188748"/>
                </a:cubicBezTo>
                <a:cubicBezTo>
                  <a:pt x="4997138" y="182368"/>
                  <a:pt x="4988754" y="166035"/>
                  <a:pt x="4999486" y="162973"/>
                </a:cubicBezTo>
                <a:close/>
                <a:moveTo>
                  <a:pt x="5066701" y="161508"/>
                </a:moveTo>
                <a:cubicBezTo>
                  <a:pt x="5076854" y="158446"/>
                  <a:pt x="5074888" y="174523"/>
                  <a:pt x="5081112" y="168143"/>
                </a:cubicBezTo>
                <a:cubicBezTo>
                  <a:pt x="5089300" y="168143"/>
                  <a:pt x="5083076" y="179372"/>
                  <a:pt x="5085370" y="184221"/>
                </a:cubicBezTo>
                <a:cubicBezTo>
                  <a:pt x="5079147" y="180903"/>
                  <a:pt x="5079147" y="174523"/>
                  <a:pt x="5066701" y="174523"/>
                </a:cubicBezTo>
                <a:cubicBezTo>
                  <a:pt x="5074888" y="169674"/>
                  <a:pt x="5064409" y="168143"/>
                  <a:pt x="5066701" y="161508"/>
                </a:cubicBezTo>
                <a:close/>
                <a:moveTo>
                  <a:pt x="4467944" y="157314"/>
                </a:moveTo>
                <a:cubicBezTo>
                  <a:pt x="4476256" y="162177"/>
                  <a:pt x="4482574" y="171906"/>
                  <a:pt x="4474261" y="178562"/>
                </a:cubicBezTo>
                <a:cubicBezTo>
                  <a:pt x="4463622" y="176769"/>
                  <a:pt x="4474261" y="167042"/>
                  <a:pt x="4467944" y="157314"/>
                </a:cubicBezTo>
                <a:close/>
                <a:moveTo>
                  <a:pt x="5111548" y="153919"/>
                </a:moveTo>
                <a:cubicBezTo>
                  <a:pt x="5107263" y="170002"/>
                  <a:pt x="5107263" y="192722"/>
                  <a:pt x="5109242" y="221569"/>
                </a:cubicBezTo>
                <a:cubicBezTo>
                  <a:pt x="5105285" y="220037"/>
                  <a:pt x="5082210" y="160301"/>
                  <a:pt x="5111548" y="153919"/>
                </a:cubicBezTo>
                <a:close/>
                <a:moveTo>
                  <a:pt x="4150496" y="150225"/>
                </a:moveTo>
                <a:cubicBezTo>
                  <a:pt x="4167379" y="147128"/>
                  <a:pt x="4159104" y="160034"/>
                  <a:pt x="4179958" y="153581"/>
                </a:cubicBezTo>
                <a:cubicBezTo>
                  <a:pt x="4175654" y="158485"/>
                  <a:pt x="4167379" y="161583"/>
                  <a:pt x="4156786" y="161583"/>
                </a:cubicBezTo>
                <a:cubicBezTo>
                  <a:pt x="4150496" y="158485"/>
                  <a:pt x="4140236" y="156679"/>
                  <a:pt x="4150496" y="150225"/>
                </a:cubicBezTo>
                <a:close/>
                <a:moveTo>
                  <a:pt x="5483558" y="148593"/>
                </a:moveTo>
                <a:cubicBezTo>
                  <a:pt x="5487514" y="143733"/>
                  <a:pt x="5495755" y="179290"/>
                  <a:pt x="5481250" y="180825"/>
                </a:cubicBezTo>
                <a:cubicBezTo>
                  <a:pt x="5483558" y="172895"/>
                  <a:pt x="5483558" y="163174"/>
                  <a:pt x="5483558" y="148593"/>
                </a:cubicBezTo>
                <a:close/>
                <a:moveTo>
                  <a:pt x="4469556" y="147824"/>
                </a:moveTo>
                <a:cubicBezTo>
                  <a:pt x="4482564" y="145996"/>
                  <a:pt x="4480510" y="152525"/>
                  <a:pt x="4482564" y="159316"/>
                </a:cubicBezTo>
                <a:cubicBezTo>
                  <a:pt x="4476060" y="155921"/>
                  <a:pt x="4471952" y="152525"/>
                  <a:pt x="4469556" y="147824"/>
                </a:cubicBezTo>
                <a:close/>
                <a:moveTo>
                  <a:pt x="4451140" y="146925"/>
                </a:moveTo>
                <a:cubicBezTo>
                  <a:pt x="4452638" y="148991"/>
                  <a:pt x="4452510" y="157399"/>
                  <a:pt x="4457349" y="158745"/>
                </a:cubicBezTo>
                <a:cubicBezTo>
                  <a:pt x="4444444" y="158745"/>
                  <a:pt x="4444444" y="158745"/>
                  <a:pt x="4444444" y="158745"/>
                </a:cubicBezTo>
                <a:cubicBezTo>
                  <a:pt x="4442407" y="171557"/>
                  <a:pt x="4457349" y="171557"/>
                  <a:pt x="4455311" y="183088"/>
                </a:cubicBezTo>
                <a:cubicBezTo>
                  <a:pt x="4429504" y="178219"/>
                  <a:pt x="4442407" y="158745"/>
                  <a:pt x="4448860" y="147470"/>
                </a:cubicBezTo>
                <a:cubicBezTo>
                  <a:pt x="4449963" y="146253"/>
                  <a:pt x="4450642" y="146237"/>
                  <a:pt x="4451140" y="146925"/>
                </a:cubicBezTo>
                <a:close/>
                <a:moveTo>
                  <a:pt x="4317919" y="143733"/>
                </a:moveTo>
                <a:cubicBezTo>
                  <a:pt x="4315626" y="148695"/>
                  <a:pt x="4305474" y="151829"/>
                  <a:pt x="4294994" y="153657"/>
                </a:cubicBezTo>
                <a:cubicBezTo>
                  <a:pt x="4293028" y="147128"/>
                  <a:pt x="4305474" y="145300"/>
                  <a:pt x="4317919" y="143733"/>
                </a:cubicBezTo>
                <a:close/>
                <a:moveTo>
                  <a:pt x="4465804" y="133112"/>
                </a:moveTo>
                <a:cubicBezTo>
                  <a:pt x="4476624" y="131284"/>
                  <a:pt x="4472436" y="141208"/>
                  <a:pt x="4474530" y="146170"/>
                </a:cubicBezTo>
                <a:cubicBezTo>
                  <a:pt x="4459172" y="147998"/>
                  <a:pt x="4465804" y="136246"/>
                  <a:pt x="4465804" y="133112"/>
                </a:cubicBezTo>
                <a:close/>
                <a:moveTo>
                  <a:pt x="5171184" y="127888"/>
                </a:moveTo>
                <a:cubicBezTo>
                  <a:pt x="5199060" y="127888"/>
                  <a:pt x="5173224" y="135919"/>
                  <a:pt x="5177644" y="147578"/>
                </a:cubicBezTo>
                <a:cubicBezTo>
                  <a:pt x="5166764" y="149132"/>
                  <a:pt x="5175264" y="134365"/>
                  <a:pt x="5171184" y="127888"/>
                </a:cubicBezTo>
                <a:close/>
                <a:moveTo>
                  <a:pt x="4377254" y="114599"/>
                </a:moveTo>
                <a:cubicBezTo>
                  <a:pt x="4375276" y="124240"/>
                  <a:pt x="4354508" y="119420"/>
                  <a:pt x="4341981" y="119420"/>
                </a:cubicBezTo>
                <a:cubicBezTo>
                  <a:pt x="4350222" y="109780"/>
                  <a:pt x="4364727" y="119420"/>
                  <a:pt x="4377254" y="114599"/>
                </a:cubicBezTo>
                <a:close/>
                <a:moveTo>
                  <a:pt x="5031398" y="112044"/>
                </a:moveTo>
                <a:cubicBezTo>
                  <a:pt x="5053131" y="118406"/>
                  <a:pt x="5046679" y="147421"/>
                  <a:pt x="5055169" y="164982"/>
                </a:cubicBezTo>
                <a:cubicBezTo>
                  <a:pt x="5027323" y="163455"/>
                  <a:pt x="5044302" y="126296"/>
                  <a:pt x="5031398" y="112044"/>
                </a:cubicBezTo>
                <a:close/>
                <a:moveTo>
                  <a:pt x="4435692" y="108649"/>
                </a:moveTo>
                <a:cubicBezTo>
                  <a:pt x="4444005" y="108649"/>
                  <a:pt x="4437687" y="118288"/>
                  <a:pt x="4442010" y="123107"/>
                </a:cubicBezTo>
                <a:cubicBezTo>
                  <a:pt x="4435692" y="118288"/>
                  <a:pt x="4425052" y="113468"/>
                  <a:pt x="4435692" y="108649"/>
                </a:cubicBezTo>
                <a:close/>
                <a:moveTo>
                  <a:pt x="4204023" y="89409"/>
                </a:moveTo>
                <a:cubicBezTo>
                  <a:pt x="4212522" y="92804"/>
                  <a:pt x="4236318" y="86014"/>
                  <a:pt x="4236318" y="95938"/>
                </a:cubicBezTo>
                <a:cubicBezTo>
                  <a:pt x="4223400" y="95938"/>
                  <a:pt x="4204023" y="99333"/>
                  <a:pt x="4204023" y="89409"/>
                </a:cubicBezTo>
                <a:close/>
                <a:moveTo>
                  <a:pt x="5076276" y="87145"/>
                </a:moveTo>
                <a:cubicBezTo>
                  <a:pt x="5087230" y="87145"/>
                  <a:pt x="5080726" y="97264"/>
                  <a:pt x="5093736" y="93802"/>
                </a:cubicBezTo>
                <a:cubicBezTo>
                  <a:pt x="5093736" y="95400"/>
                  <a:pt x="5091338" y="95400"/>
                  <a:pt x="5089284" y="95400"/>
                </a:cubicBezTo>
                <a:cubicBezTo>
                  <a:pt x="5089284" y="100459"/>
                  <a:pt x="5089284" y="100459"/>
                  <a:pt x="5089284" y="100459"/>
                </a:cubicBezTo>
                <a:cubicBezTo>
                  <a:pt x="5080726" y="98862"/>
                  <a:pt x="5078330" y="93802"/>
                  <a:pt x="5076276" y="87145"/>
                </a:cubicBezTo>
                <a:close/>
                <a:moveTo>
                  <a:pt x="5488434" y="75827"/>
                </a:moveTo>
                <a:cubicBezTo>
                  <a:pt x="5497218" y="82207"/>
                  <a:pt x="5493001" y="93437"/>
                  <a:pt x="5493001" y="101603"/>
                </a:cubicBezTo>
                <a:cubicBezTo>
                  <a:pt x="5484218" y="98285"/>
                  <a:pt x="5490542" y="83739"/>
                  <a:pt x="5488434" y="75827"/>
                </a:cubicBezTo>
                <a:close/>
                <a:moveTo>
                  <a:pt x="4151755" y="67906"/>
                </a:moveTo>
                <a:cubicBezTo>
                  <a:pt x="4143063" y="72833"/>
                  <a:pt x="4143063" y="82689"/>
                  <a:pt x="4145150" y="92545"/>
                </a:cubicBezTo>
                <a:cubicBezTo>
                  <a:pt x="4140977" y="92545"/>
                  <a:pt x="4136458" y="90729"/>
                  <a:pt x="4129852" y="92545"/>
                </a:cubicBezTo>
                <a:cubicBezTo>
                  <a:pt x="4138544" y="82689"/>
                  <a:pt x="4138544" y="80874"/>
                  <a:pt x="4131938" y="71277"/>
                </a:cubicBezTo>
                <a:cubicBezTo>
                  <a:pt x="4151755" y="67906"/>
                  <a:pt x="4151755" y="67906"/>
                  <a:pt x="4151755" y="67906"/>
                </a:cubicBezTo>
                <a:close/>
                <a:moveTo>
                  <a:pt x="4976064" y="30557"/>
                </a:moveTo>
                <a:cubicBezTo>
                  <a:pt x="4982516" y="30557"/>
                  <a:pt x="4982516" y="35055"/>
                  <a:pt x="4976064" y="36804"/>
                </a:cubicBezTo>
                <a:cubicBezTo>
                  <a:pt x="4978102" y="38303"/>
                  <a:pt x="4982516" y="41551"/>
                  <a:pt x="4986932" y="41551"/>
                </a:cubicBezTo>
                <a:cubicBezTo>
                  <a:pt x="4984554" y="46299"/>
                  <a:pt x="4976064" y="47798"/>
                  <a:pt x="4967574" y="49547"/>
                </a:cubicBezTo>
                <a:cubicBezTo>
                  <a:pt x="4959086" y="38303"/>
                  <a:pt x="4978102" y="38303"/>
                  <a:pt x="4976064" y="30557"/>
                </a:cubicBezTo>
                <a:close/>
                <a:moveTo>
                  <a:pt x="5094676" y="26030"/>
                </a:moveTo>
                <a:cubicBezTo>
                  <a:pt x="5096706" y="42369"/>
                  <a:pt x="5096706" y="42369"/>
                  <a:pt x="5096706" y="42369"/>
                </a:cubicBezTo>
                <a:cubicBezTo>
                  <a:pt x="5092646" y="40813"/>
                  <a:pt x="5088248" y="38998"/>
                  <a:pt x="5081820" y="40813"/>
                </a:cubicBezTo>
                <a:lnTo>
                  <a:pt x="5081820" y="50669"/>
                </a:lnTo>
                <a:cubicBezTo>
                  <a:pt x="5058475" y="50669"/>
                  <a:pt x="5083850" y="27587"/>
                  <a:pt x="5094676" y="26030"/>
                </a:cubicBezTo>
                <a:close/>
                <a:moveTo>
                  <a:pt x="5025269" y="23767"/>
                </a:moveTo>
                <a:cubicBezTo>
                  <a:pt x="5037935" y="36784"/>
                  <a:pt x="5037935" y="59246"/>
                  <a:pt x="5040332" y="83495"/>
                </a:cubicBezTo>
                <a:cubicBezTo>
                  <a:pt x="5027323" y="65882"/>
                  <a:pt x="5022873" y="49802"/>
                  <a:pt x="5025269" y="23767"/>
                </a:cubicBezTo>
                <a:close/>
                <a:moveTo>
                  <a:pt x="4677392" y="22635"/>
                </a:moveTo>
                <a:cubicBezTo>
                  <a:pt x="4679760" y="24192"/>
                  <a:pt x="4690248" y="22635"/>
                  <a:pt x="4690248" y="27563"/>
                </a:cubicBezTo>
                <a:cubicBezTo>
                  <a:pt x="4673332" y="29119"/>
                  <a:pt x="4660476" y="47274"/>
                  <a:pt x="4652017" y="35603"/>
                </a:cubicBezTo>
                <a:cubicBezTo>
                  <a:pt x="4656077" y="35603"/>
                  <a:pt x="4662505" y="35603"/>
                  <a:pt x="4668933" y="34047"/>
                </a:cubicBezTo>
                <a:cubicBezTo>
                  <a:pt x="4666904" y="26007"/>
                  <a:pt x="4666904" y="26007"/>
                  <a:pt x="4666904" y="26007"/>
                </a:cubicBezTo>
                <a:cubicBezTo>
                  <a:pt x="4670963" y="24192"/>
                  <a:pt x="4677392" y="24192"/>
                  <a:pt x="4677392" y="22635"/>
                </a:cubicBezTo>
                <a:close/>
                <a:moveTo>
                  <a:pt x="5107074" y="0"/>
                </a:moveTo>
                <a:cubicBezTo>
                  <a:pt x="5132314" y="14278"/>
                  <a:pt x="5107074" y="45131"/>
                  <a:pt x="5127996" y="64255"/>
                </a:cubicBezTo>
                <a:cubicBezTo>
                  <a:pt x="5088144" y="54565"/>
                  <a:pt x="5121686" y="25753"/>
                  <a:pt x="5107074" y="0"/>
                </a:cubicBezTo>
                <a:close/>
                <a:moveTo>
                  <a:pt x="4622348" y="0"/>
                </a:moveTo>
                <a:cubicBezTo>
                  <a:pt x="4626606" y="0"/>
                  <a:pt x="4624640" y="1526"/>
                  <a:pt x="4626606" y="3052"/>
                </a:cubicBezTo>
                <a:cubicBezTo>
                  <a:pt x="4634794" y="3052"/>
                  <a:pt x="4647239" y="11190"/>
                  <a:pt x="4647239" y="22381"/>
                </a:cubicBezTo>
                <a:cubicBezTo>
                  <a:pt x="4641016" y="12716"/>
                  <a:pt x="4624640" y="11190"/>
                  <a:pt x="4622348" y="0"/>
                </a:cubicBez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>
            <a:lvl1pPr marL="0" indent="0">
              <a:buNone/>
              <a:defRPr sz="1600"/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70461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椭圆 7">
            <a:extLst>
              <a:ext uri="{FF2B5EF4-FFF2-40B4-BE49-F238E27FC236}">
                <a16:creationId xmlns:a16="http://schemas.microsoft.com/office/drawing/2014/main" id="{5A25C81B-668B-401B-9DED-65265B6824E3}"/>
              </a:ext>
            </a:extLst>
          </p:cNvPr>
          <p:cNvSpPr/>
          <p:nvPr/>
        </p:nvSpPr>
        <p:spPr>
          <a:xfrm>
            <a:off x="7332000" y="6185890"/>
            <a:ext cx="180000" cy="180000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FFAF257E-E9C5-43DA-8389-F7BF22F9570E}"/>
              </a:ext>
            </a:extLst>
          </p:cNvPr>
          <p:cNvCxnSpPr>
            <a:cxnSpLocks/>
          </p:cNvCxnSpPr>
          <p:nvPr/>
        </p:nvCxnSpPr>
        <p:spPr>
          <a:xfrm>
            <a:off x="7512000" y="6275890"/>
            <a:ext cx="4680000" cy="0"/>
          </a:xfrm>
          <a:prstGeom prst="line">
            <a:avLst/>
          </a:prstGeom>
          <a:ln>
            <a:gradFill>
              <a:gsLst>
                <a:gs pos="0">
                  <a:schemeClr val="bg1">
                    <a:lumMod val="50000"/>
                  </a:schemeClr>
                </a:gs>
                <a:gs pos="100000">
                  <a:schemeClr val="bg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椭圆 10">
            <a:extLst>
              <a:ext uri="{FF2B5EF4-FFF2-40B4-BE49-F238E27FC236}">
                <a16:creationId xmlns:a16="http://schemas.microsoft.com/office/drawing/2014/main" id="{A6BDB4A4-64BB-41DB-8196-5C5C6D9FA2C9}"/>
              </a:ext>
            </a:extLst>
          </p:cNvPr>
          <p:cNvSpPr/>
          <p:nvPr/>
        </p:nvSpPr>
        <p:spPr>
          <a:xfrm rot="10800000">
            <a:off x="4680000" y="6185890"/>
            <a:ext cx="180000" cy="180000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37B4F767-DB3B-471C-A27E-943F9CFDED12}"/>
              </a:ext>
            </a:extLst>
          </p:cNvPr>
          <p:cNvCxnSpPr/>
          <p:nvPr/>
        </p:nvCxnSpPr>
        <p:spPr>
          <a:xfrm rot="10800000">
            <a:off x="0" y="6275890"/>
            <a:ext cx="4680000" cy="0"/>
          </a:xfrm>
          <a:prstGeom prst="line">
            <a:avLst/>
          </a:prstGeom>
          <a:ln>
            <a:gradFill>
              <a:gsLst>
                <a:gs pos="0">
                  <a:schemeClr val="bg1">
                    <a:lumMod val="50000"/>
                  </a:schemeClr>
                </a:gs>
                <a:gs pos="100000">
                  <a:schemeClr val="bg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占位符 13">
            <a:extLst>
              <a:ext uri="{FF2B5EF4-FFF2-40B4-BE49-F238E27FC236}">
                <a16:creationId xmlns:a16="http://schemas.microsoft.com/office/drawing/2014/main" id="{0144EF16-EC07-4504-B8D3-AFD5EE6C42E2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860000" y="6017358"/>
            <a:ext cx="2472000" cy="258532"/>
          </a:xfrm>
        </p:spPr>
        <p:txBody>
          <a:bodyPr wrap="square" anchor="ctr" anchorCtr="0">
            <a:sp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 sz="18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2pPr>
            <a:lvl3pPr marL="914400" indent="0">
              <a:buNone/>
              <a:defRPr sz="18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3pPr>
            <a:lvl4pPr marL="1371600" indent="0">
              <a:buNone/>
              <a:defRPr sz="18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4pPr>
            <a:lvl5pPr marL="1828800" indent="0">
              <a:buNone/>
              <a:defRPr sz="18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5pPr>
          </a:lstStyle>
          <a:p>
            <a:pPr lvl="0"/>
            <a:r>
              <a:rPr lang="zh-CN" altLang="en-US" dirty="0"/>
              <a:t>子标题</a:t>
            </a:r>
          </a:p>
        </p:txBody>
      </p:sp>
      <p:sp>
        <p:nvSpPr>
          <p:cNvPr id="15" name="文本占位符 13">
            <a:extLst>
              <a:ext uri="{FF2B5EF4-FFF2-40B4-BE49-F238E27FC236}">
                <a16:creationId xmlns:a16="http://schemas.microsoft.com/office/drawing/2014/main" id="{19B64773-01E3-4FA3-89E1-FB591A18C1F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60000" y="6275890"/>
            <a:ext cx="2472000" cy="263149"/>
          </a:xfrm>
        </p:spPr>
        <p:txBody>
          <a:bodyPr wrap="square" lIns="46800" rIns="46800" anchor="ctr" anchorCtr="0">
            <a:sp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Courier New" panose="02070309020205020404" pitchFamily="49" charset="0"/>
              </a:defRPr>
            </a:lvl1pPr>
            <a:lvl2pPr marL="457200" indent="0">
              <a:buNone/>
              <a:defRPr sz="18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2pPr>
            <a:lvl3pPr marL="914400" indent="0">
              <a:buNone/>
              <a:defRPr sz="18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3pPr>
            <a:lvl4pPr marL="1371600" indent="0">
              <a:buNone/>
              <a:defRPr sz="18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4pPr>
            <a:lvl5pPr marL="1828800" indent="0">
              <a:buNone/>
              <a:defRPr sz="18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5pPr>
          </a:lstStyle>
          <a:p>
            <a:pPr lvl="0"/>
            <a:r>
              <a:rPr lang="en-US" altLang="zh-CN" dirty="0"/>
              <a:t>Sub title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88FA202-8560-4255-963F-796411D0CC1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96000" y="582612"/>
            <a:ext cx="10800000" cy="5261593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</p:txBody>
      </p:sp>
    </p:spTree>
    <p:extLst>
      <p:ext uri="{BB962C8B-B14F-4D97-AF65-F5344CB8AC3E}">
        <p14:creationId xmlns:p14="http://schemas.microsoft.com/office/powerpoint/2010/main" val="5624693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实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椭圆 6">
            <a:extLst>
              <a:ext uri="{FF2B5EF4-FFF2-40B4-BE49-F238E27FC236}">
                <a16:creationId xmlns:a16="http://schemas.microsoft.com/office/drawing/2014/main" id="{7C56C81B-4C75-450D-8F5A-BA54C4ED0EB3}"/>
              </a:ext>
            </a:extLst>
          </p:cNvPr>
          <p:cNvSpPr/>
          <p:nvPr userDrawn="1"/>
        </p:nvSpPr>
        <p:spPr>
          <a:xfrm>
            <a:off x="7332000" y="6185890"/>
            <a:ext cx="180000" cy="180000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001B69B0-D05B-4616-8A57-281D3C00F365}"/>
              </a:ext>
            </a:extLst>
          </p:cNvPr>
          <p:cNvCxnSpPr>
            <a:cxnSpLocks/>
          </p:cNvCxnSpPr>
          <p:nvPr userDrawn="1"/>
        </p:nvCxnSpPr>
        <p:spPr>
          <a:xfrm>
            <a:off x="7512000" y="6275890"/>
            <a:ext cx="4680000" cy="0"/>
          </a:xfrm>
          <a:prstGeom prst="line">
            <a:avLst/>
          </a:prstGeom>
          <a:ln>
            <a:gradFill>
              <a:gsLst>
                <a:gs pos="0">
                  <a:schemeClr val="bg1">
                    <a:lumMod val="50000"/>
                  </a:schemeClr>
                </a:gs>
                <a:gs pos="100000">
                  <a:schemeClr val="bg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椭圆 8">
            <a:extLst>
              <a:ext uri="{FF2B5EF4-FFF2-40B4-BE49-F238E27FC236}">
                <a16:creationId xmlns:a16="http://schemas.microsoft.com/office/drawing/2014/main" id="{A839DDF4-79C8-44EE-AF97-39F4B072CAF2}"/>
              </a:ext>
            </a:extLst>
          </p:cNvPr>
          <p:cNvSpPr/>
          <p:nvPr userDrawn="1"/>
        </p:nvSpPr>
        <p:spPr>
          <a:xfrm rot="10800000">
            <a:off x="4680000" y="6185890"/>
            <a:ext cx="180000" cy="180000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8BE07024-FD41-48DE-A5EC-373127F7CFB1}"/>
              </a:ext>
            </a:extLst>
          </p:cNvPr>
          <p:cNvCxnSpPr/>
          <p:nvPr userDrawn="1"/>
        </p:nvCxnSpPr>
        <p:spPr>
          <a:xfrm rot="10800000">
            <a:off x="0" y="6275890"/>
            <a:ext cx="4680000" cy="0"/>
          </a:xfrm>
          <a:prstGeom prst="line">
            <a:avLst/>
          </a:prstGeom>
          <a:ln>
            <a:gradFill>
              <a:gsLst>
                <a:gs pos="0">
                  <a:schemeClr val="bg1">
                    <a:lumMod val="50000"/>
                  </a:schemeClr>
                </a:gs>
                <a:gs pos="100000">
                  <a:schemeClr val="bg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F11DE3B3-89CB-4379-B76E-27F11F1FEF9A}"/>
              </a:ext>
            </a:extLst>
          </p:cNvPr>
          <p:cNvSpPr txBox="1"/>
          <p:nvPr userDrawn="1"/>
        </p:nvSpPr>
        <p:spPr>
          <a:xfrm>
            <a:off x="5695890" y="5998891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kern="1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模拟操作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F703B07-2B59-44BD-8E93-6D7C5F399CF1}"/>
              </a:ext>
            </a:extLst>
          </p:cNvPr>
          <p:cNvSpPr txBox="1"/>
          <p:nvPr userDrawn="1"/>
        </p:nvSpPr>
        <p:spPr>
          <a:xfrm>
            <a:off x="5538796" y="6262040"/>
            <a:ext cx="11144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kern="100" dirty="0">
                <a:effectLst/>
                <a:latin typeface="Courier New" panose="02070309020205020404" pitchFamily="49" charset="0"/>
                <a:ea typeface="微软雅黑 Light" panose="020B0502040204020203" pitchFamily="34" charset="-122"/>
                <a:cs typeface="Courier New" panose="02070309020205020404" pitchFamily="49" charset="0"/>
              </a:rPr>
              <a:t>Simulation</a:t>
            </a:r>
            <a:endParaRPr lang="zh-CN" altLang="en-US" sz="1200" kern="100" dirty="0">
              <a:effectLst/>
              <a:latin typeface="Courier New" panose="02070309020205020404" pitchFamily="49" charset="0"/>
              <a:ea typeface="微软雅黑 Light" panose="020B0502040204020203" pitchFamily="34" charset="-122"/>
              <a:cs typeface="Courier New" panose="02070309020205020404" pitchFamily="49" charset="0"/>
            </a:endParaRPr>
          </a:p>
        </p:txBody>
      </p:sp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AB5A8C5F-FD17-4AA6-BD2E-9A2C8CB9141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6000" y="1131217"/>
            <a:ext cx="10800000" cy="4699311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Courier New" panose="02070309020205020404" pitchFamily="49" charset="0"/>
                <a:ea typeface="微软雅黑 Light" panose="020B0502040204020203" pitchFamily="34" charset="-122"/>
              </a:defRPr>
            </a:lvl1pPr>
            <a:lvl2pPr marL="457200" indent="0">
              <a:buNone/>
              <a:defRPr sz="18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2pPr>
            <a:lvl3pPr marL="914400" indent="0">
              <a:buNone/>
              <a:defRPr sz="18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3pPr>
            <a:lvl4pPr marL="1371600" indent="0">
              <a:buNone/>
              <a:defRPr sz="18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4pPr>
            <a:lvl5pPr marL="1828800" indent="0">
              <a:buNone/>
              <a:defRPr sz="18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F1FA19C-8602-42AE-95A7-C439DA7CA4E6}"/>
              </a:ext>
            </a:extLst>
          </p:cNvPr>
          <p:cNvSpPr/>
          <p:nvPr userDrawn="1"/>
        </p:nvSpPr>
        <p:spPr>
          <a:xfrm>
            <a:off x="2832000" y="404017"/>
            <a:ext cx="9360000" cy="54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dirty="0">
              <a:solidFill>
                <a:schemeClr val="tx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F632E35-FA03-4F87-90FD-01869673B1A2}"/>
              </a:ext>
            </a:extLst>
          </p:cNvPr>
          <p:cNvSpPr/>
          <p:nvPr userDrawn="1"/>
        </p:nvSpPr>
        <p:spPr>
          <a:xfrm>
            <a:off x="0" y="404017"/>
            <a:ext cx="1440000" cy="54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00" b="0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实验</a:t>
            </a:r>
          </a:p>
        </p:txBody>
      </p:sp>
      <p:pic>
        <p:nvPicPr>
          <p:cNvPr id="3" name="图形 2" descr="书架上的书籍">
            <a:extLst>
              <a:ext uri="{FF2B5EF4-FFF2-40B4-BE49-F238E27FC236}">
                <a16:creationId xmlns:a16="http://schemas.microsoft.com/office/drawing/2014/main" id="{038CE38A-FA6F-41B4-8018-190585F9DFB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85052" y="216817"/>
            <a:ext cx="914400" cy="9144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54F0A5C-F3AD-4357-8FAC-14F9884F13E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930320" y="503201"/>
            <a:ext cx="6470291" cy="341632"/>
          </a:xfrm>
        </p:spPr>
        <p:txBody>
          <a:bodyPr anchor="ctr" anchorCtr="0">
            <a:spAutoFit/>
          </a:bodyPr>
          <a:lstStyle>
            <a:lvl1pPr marL="0" indent="0">
              <a:buNone/>
              <a:defRPr sz="18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 sz="14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2pPr>
            <a:lvl3pPr marL="914400" indent="0">
              <a:buNone/>
              <a:defRPr sz="14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3pPr>
            <a:lvl4pPr marL="1371600" indent="0">
              <a:buNone/>
              <a:defRPr sz="14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4pPr>
            <a:lvl5pPr marL="1828800" indent="0">
              <a:buNone/>
              <a:defRPr sz="14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4080425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形 5" descr="教室">
            <a:extLst>
              <a:ext uri="{FF2B5EF4-FFF2-40B4-BE49-F238E27FC236}">
                <a16:creationId xmlns:a16="http://schemas.microsoft.com/office/drawing/2014/main" id="{210EE5BF-D78F-4871-A143-4CDE009831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85052" y="216817"/>
            <a:ext cx="914400" cy="9144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AB5A8C5F-FD17-4AA6-BD2E-9A2C8CB9141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6000" y="1216551"/>
            <a:ext cx="10800000" cy="461397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Courier New" panose="02070309020205020404" pitchFamily="49" charset="0"/>
                <a:ea typeface="微软雅黑 Light" panose="020B0502040204020203" pitchFamily="34" charset="-122"/>
              </a:defRPr>
            </a:lvl1pPr>
            <a:lvl2pPr marL="457200" indent="0">
              <a:buNone/>
              <a:defRPr sz="18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2pPr>
            <a:lvl3pPr marL="914400" indent="0">
              <a:buNone/>
              <a:defRPr sz="18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3pPr>
            <a:lvl4pPr marL="1371600" indent="0">
              <a:buNone/>
              <a:defRPr sz="18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4pPr>
            <a:lvl5pPr marL="1828800" indent="0">
              <a:buNone/>
              <a:defRPr sz="18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F1FA19C-8602-42AE-95A7-C439DA7CA4E6}"/>
              </a:ext>
            </a:extLst>
          </p:cNvPr>
          <p:cNvSpPr/>
          <p:nvPr userDrawn="1"/>
        </p:nvSpPr>
        <p:spPr>
          <a:xfrm>
            <a:off x="2832000" y="404017"/>
            <a:ext cx="9360000" cy="54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dirty="0">
              <a:solidFill>
                <a:schemeClr val="tx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F632E35-FA03-4F87-90FD-01869673B1A2}"/>
              </a:ext>
            </a:extLst>
          </p:cNvPr>
          <p:cNvSpPr/>
          <p:nvPr userDrawn="1"/>
        </p:nvSpPr>
        <p:spPr>
          <a:xfrm>
            <a:off x="0" y="404017"/>
            <a:ext cx="1440000" cy="54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b="0" dirty="0">
              <a:solidFill>
                <a:schemeClr val="tx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65F0590-DB9D-4B39-984F-02D99F66515B}"/>
              </a:ext>
            </a:extLst>
          </p:cNvPr>
          <p:cNvSpPr txBox="1"/>
          <p:nvPr userDrawn="1"/>
        </p:nvSpPr>
        <p:spPr>
          <a:xfrm>
            <a:off x="711489" y="489351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800" kern="1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练习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8C12C75-A78F-46FA-B7F8-54C0462FE861}"/>
              </a:ext>
            </a:extLst>
          </p:cNvPr>
          <p:cNvSpPr txBox="1"/>
          <p:nvPr userDrawn="1"/>
        </p:nvSpPr>
        <p:spPr>
          <a:xfrm>
            <a:off x="3050250" y="489351"/>
            <a:ext cx="1287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1800" kern="100" dirty="0">
                <a:effectLst/>
                <a:latin typeface="Courier New" panose="02070309020205020404" pitchFamily="49" charset="0"/>
                <a:ea typeface="微软雅黑 Light" panose="020B0502040204020203" pitchFamily="34" charset="-122"/>
                <a:cs typeface="Courier New" panose="02070309020205020404" pitchFamily="49" charset="0"/>
              </a:rPr>
              <a:t>Practice</a:t>
            </a:r>
            <a:endParaRPr lang="zh-CN" altLang="en-US" sz="1800" kern="100" dirty="0">
              <a:effectLst/>
              <a:latin typeface="Courier New" panose="02070309020205020404" pitchFamily="49" charset="0"/>
              <a:ea typeface="微软雅黑 Light" panose="020B0502040204020203" pitchFamily="34" charset="-122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04664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AB5A8C5F-FD17-4AA6-BD2E-9A2C8CB9141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6000" y="1394365"/>
            <a:ext cx="10800000" cy="4436163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Courier New" panose="02070309020205020404" pitchFamily="49" charset="0"/>
                <a:ea typeface="微软雅黑 Light" panose="020B0502040204020203" pitchFamily="34" charset="-122"/>
              </a:defRPr>
            </a:lvl1pPr>
            <a:lvl2pPr marL="457200" indent="0">
              <a:buNone/>
              <a:defRPr sz="18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2pPr>
            <a:lvl3pPr marL="914400" indent="0">
              <a:buNone/>
              <a:defRPr sz="18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3pPr>
            <a:lvl4pPr marL="1371600" indent="0">
              <a:buNone/>
              <a:defRPr sz="18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4pPr>
            <a:lvl5pPr marL="1828800" indent="0">
              <a:buNone/>
              <a:defRPr sz="18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F1FA19C-8602-42AE-95A7-C439DA7CA4E6}"/>
              </a:ext>
            </a:extLst>
          </p:cNvPr>
          <p:cNvSpPr/>
          <p:nvPr userDrawn="1"/>
        </p:nvSpPr>
        <p:spPr>
          <a:xfrm>
            <a:off x="2832000" y="404017"/>
            <a:ext cx="9360000" cy="54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dirty="0">
              <a:solidFill>
                <a:schemeClr val="tx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F632E35-FA03-4F87-90FD-01869673B1A2}"/>
              </a:ext>
            </a:extLst>
          </p:cNvPr>
          <p:cNvSpPr/>
          <p:nvPr userDrawn="1"/>
        </p:nvSpPr>
        <p:spPr>
          <a:xfrm>
            <a:off x="0" y="404017"/>
            <a:ext cx="1440000" cy="54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b="0" dirty="0">
              <a:solidFill>
                <a:schemeClr val="tx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3" name="图形 2" descr="打开的书">
            <a:extLst>
              <a:ext uri="{FF2B5EF4-FFF2-40B4-BE49-F238E27FC236}">
                <a16:creationId xmlns:a16="http://schemas.microsoft.com/office/drawing/2014/main" id="{9984669B-0DC6-4399-ABC9-62139CD54C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85052" y="216817"/>
            <a:ext cx="914400" cy="9144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6726276E-305B-4D4B-8430-5D634744C93A}"/>
              </a:ext>
            </a:extLst>
          </p:cNvPr>
          <p:cNvSpPr txBox="1"/>
          <p:nvPr userDrawn="1"/>
        </p:nvSpPr>
        <p:spPr>
          <a:xfrm>
            <a:off x="720000" y="489351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800" kern="1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总结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99600EA-2DE6-4EC4-945D-34DEA9AA942C}"/>
              </a:ext>
            </a:extLst>
          </p:cNvPr>
          <p:cNvSpPr txBox="1"/>
          <p:nvPr userDrawn="1"/>
        </p:nvSpPr>
        <p:spPr>
          <a:xfrm>
            <a:off x="2844504" y="489351"/>
            <a:ext cx="1149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1800" kern="100" dirty="0">
                <a:effectLst/>
                <a:latin typeface="Courier New" panose="02070309020205020404" pitchFamily="49" charset="0"/>
                <a:ea typeface="微软雅黑 Light" panose="020B0502040204020203" pitchFamily="34" charset="-122"/>
                <a:cs typeface="Courier New" panose="02070309020205020404" pitchFamily="49" charset="0"/>
              </a:rPr>
              <a:t>Summary</a:t>
            </a:r>
            <a:endParaRPr lang="zh-CN" altLang="en-US" sz="1800" kern="100" dirty="0">
              <a:effectLst/>
              <a:latin typeface="Courier New" panose="02070309020205020404" pitchFamily="49" charset="0"/>
              <a:ea typeface="微软雅黑 Light" panose="020B0502040204020203" pitchFamily="34" charset="-122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44526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323D40D-F5BE-4FD8-B1E1-BB4CDA58E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2EC4F72-E7B4-412F-9171-B9B6BEEA6E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6DD3EBE-426F-40C8-AED7-4BC8BBBD43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465468-3DE4-4961-9497-C8C5DC302A93}" type="datetimeFigureOut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08154B7-9D1D-420C-8464-9704AC299B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C02FD0A-D904-4DF0-BD56-1FA5202FCB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331036-C352-4265-916C-63900A080D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4505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64" r:id="rId2"/>
    <p:sldLayoutId id="2147483660" r:id="rId3"/>
    <p:sldLayoutId id="2147483661" r:id="rId4"/>
    <p:sldLayoutId id="2147483662" r:id="rId5"/>
    <p:sldLayoutId id="2147483663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latin typeface="Cuprum" panose="00000500000000000000" pitchFamily="2" charset="0"/>
          <a:ea typeface="微软雅黑 Light" panose="020B0502040204020203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0"/>
        </a:spcBef>
        <a:buClr>
          <a:srgbClr val="C00000"/>
        </a:buClr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Cuprum" panose="00000500000000000000" pitchFamily="2" charset="0"/>
          <a:ea typeface="微软雅黑 Light" panose="020B0502040204020203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webp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fif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3.jpeg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492F98CF-3E95-4DAB-A4BA-8EAE42FE7D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579963"/>
              </p:ext>
            </p:extLst>
          </p:nvPr>
        </p:nvGraphicFramePr>
        <p:xfrm>
          <a:off x="0" y="0"/>
          <a:ext cx="12192000" cy="685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3909309798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3584280457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612376311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4279314420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3668843488"/>
                    </a:ext>
                  </a:extLst>
                </a:gridCol>
              </a:tblGrid>
              <a:tr h="1371600">
                <a:tc>
                  <a:txBody>
                    <a:bodyPr/>
                    <a:lstStyle/>
                    <a:p>
                      <a:pPr algn="ctr"/>
                      <a:endParaRPr lang="zh-CN" altLang="en-US" sz="3600" dirty="0">
                        <a:latin typeface="Cuprum" panose="00000500000000000000" pitchFamily="2" charset="0"/>
                      </a:endParaRPr>
                    </a:p>
                  </a:txBody>
                  <a:tcPr anchor="ctr">
                    <a:blipFill dpi="0" rotWithShape="1">
                      <a:blip r:embed="rId2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600">
                        <a:latin typeface="Cuprum" panose="00000500000000000000" pitchFamily="2" charset="0"/>
                      </a:endParaRPr>
                    </a:p>
                  </a:txBody>
                  <a:tcPr anchor="ctr">
                    <a:blipFill dpi="0" rotWithShape="1">
                      <a:blip r:embed="rId2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600" dirty="0">
                        <a:latin typeface="Cuprum" panose="00000500000000000000" pitchFamily="2" charset="0"/>
                      </a:endParaRPr>
                    </a:p>
                  </a:txBody>
                  <a:tcPr anchor="ctr">
                    <a:blipFill dpi="0" rotWithShape="1">
                      <a:blip r:embed="rId2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600" dirty="0">
                        <a:latin typeface="Cuprum" panose="00000500000000000000" pitchFamily="2" charset="0"/>
                      </a:endParaRPr>
                    </a:p>
                  </a:txBody>
                  <a:tcPr anchor="ctr">
                    <a:blipFill dpi="0" rotWithShape="1">
                      <a:blip r:embed="rId2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600" dirty="0">
                        <a:latin typeface="Cuprum" panose="00000500000000000000" pitchFamily="2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0104644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>
                          <a:latin typeface="Cuprum" panose="00000500000000000000" pitchFamily="2" charset="0"/>
                        </a:rPr>
                        <a:t>Chapter 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600" dirty="0">
                        <a:latin typeface="Cuprum" panose="00000500000000000000" pitchFamily="2" charset="0"/>
                      </a:endParaRPr>
                    </a:p>
                  </a:txBody>
                  <a:tcPr anchor="ctr">
                    <a:blipFill dpi="0" rotWithShape="1">
                      <a:blip r:embed="rId2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600" dirty="0">
                          <a:latin typeface="Cuprum" panose="00000500000000000000" pitchFamily="2" charset="0"/>
                        </a:rPr>
                        <a:t>网络层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600">
                        <a:latin typeface="Cuprum" panose="00000500000000000000" pitchFamily="2" charset="0"/>
                      </a:endParaRPr>
                    </a:p>
                  </a:txBody>
                  <a:tcPr anchor="ctr">
                    <a:blipFill dpi="0" rotWithShape="1">
                      <a:blip r:embed="rId2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600">
                        <a:latin typeface="Cuprum" panose="00000500000000000000" pitchFamily="2" charset="0"/>
                      </a:endParaRPr>
                    </a:p>
                  </a:txBody>
                  <a:tcPr anchor="ctr">
                    <a:blipFill dpi="0" rotWithShape="1">
                      <a:blip r:embed="rId2"/>
                      <a:srcRect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950234109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 algn="ctr"/>
                      <a:endParaRPr lang="zh-CN" altLang="en-US" sz="3600">
                        <a:latin typeface="Cuprum" panose="00000500000000000000" pitchFamily="2" charset="0"/>
                      </a:endParaRPr>
                    </a:p>
                  </a:txBody>
                  <a:tcPr anchor="ctr">
                    <a:blipFill dpi="0" rotWithShape="1">
                      <a:blip r:embed="rId2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600">
                        <a:latin typeface="Cuprum" panose="00000500000000000000" pitchFamily="2" charset="0"/>
                      </a:endParaRPr>
                    </a:p>
                  </a:txBody>
                  <a:tcPr anchor="ctr">
                    <a:blipFill dpi="0" rotWithShape="1">
                      <a:blip r:embed="rId2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600" dirty="0">
                        <a:latin typeface="Cuprum" panose="00000500000000000000" pitchFamily="2" charset="0"/>
                      </a:endParaRPr>
                    </a:p>
                  </a:txBody>
                  <a:tcPr anchor="ctr">
                    <a:blipFill dpi="0" rotWithShape="1">
                      <a:blip r:embed="rId2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600" dirty="0">
                        <a:latin typeface="Cuprum" panose="00000500000000000000" pitchFamily="2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600">
                        <a:latin typeface="Cuprum" panose="00000500000000000000" pitchFamily="2" charset="0"/>
                      </a:endParaRPr>
                    </a:p>
                  </a:txBody>
                  <a:tcPr anchor="ctr">
                    <a:blipFill dpi="0" rotWithShape="1">
                      <a:blip r:embed="rId2"/>
                      <a:srcRect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4269449480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 algn="ctr"/>
                      <a:endParaRPr lang="zh-CN" altLang="en-US" sz="3600">
                        <a:latin typeface="Cuprum" panose="00000500000000000000" pitchFamily="2" charset="0"/>
                      </a:endParaRPr>
                    </a:p>
                  </a:txBody>
                  <a:tcPr anchor="ctr">
                    <a:blipFill dpi="0" rotWithShape="1">
                      <a:blip r:embed="rId2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600" dirty="0">
                        <a:latin typeface="Cuprum" panose="00000500000000000000" pitchFamily="2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600">
                        <a:latin typeface="Cuprum" panose="00000500000000000000" pitchFamily="2" charset="0"/>
                      </a:endParaRPr>
                    </a:p>
                  </a:txBody>
                  <a:tcPr anchor="ctr">
                    <a:blipFill dpi="0" rotWithShape="1">
                      <a:blip r:embed="rId2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600">
                        <a:latin typeface="Cuprum" panose="00000500000000000000" pitchFamily="2" charset="0"/>
                      </a:endParaRPr>
                    </a:p>
                  </a:txBody>
                  <a:tcPr anchor="ctr">
                    <a:blipFill dpi="0" rotWithShape="1">
                      <a:blip r:embed="rId2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600" dirty="0">
                        <a:latin typeface="Cuprum" panose="00000500000000000000" pitchFamily="2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4946335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 algn="ctr"/>
                      <a:endParaRPr lang="zh-CN" altLang="en-US" sz="3600">
                        <a:latin typeface="Cuprum" panose="00000500000000000000" pitchFamily="2" charset="0"/>
                      </a:endParaRPr>
                    </a:p>
                  </a:txBody>
                  <a:tcPr anchor="ctr">
                    <a:blipFill dpi="0" rotWithShape="1">
                      <a:blip r:embed="rId2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600">
                        <a:latin typeface="Cuprum" panose="00000500000000000000" pitchFamily="2" charset="0"/>
                      </a:endParaRPr>
                    </a:p>
                  </a:txBody>
                  <a:tcPr anchor="ctr">
                    <a:blipFill dpi="0" rotWithShape="1">
                      <a:blip r:embed="rId2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600" dirty="0">
                        <a:latin typeface="Cuprum" panose="00000500000000000000" pitchFamily="2" charset="0"/>
                      </a:endParaRPr>
                    </a:p>
                  </a:txBody>
                  <a:tcPr anchor="ctr">
                    <a:blipFill dpi="0" rotWithShape="1">
                      <a:blip r:embed="rId2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600">
                        <a:latin typeface="Cuprum" panose="00000500000000000000" pitchFamily="2" charset="0"/>
                      </a:endParaRPr>
                    </a:p>
                  </a:txBody>
                  <a:tcPr anchor="ctr">
                    <a:blipFill dpi="0" rotWithShape="1">
                      <a:blip r:embed="rId2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600" dirty="0">
                        <a:latin typeface="Cuprum" panose="00000500000000000000" pitchFamily="2" charset="0"/>
                      </a:endParaRPr>
                    </a:p>
                  </a:txBody>
                  <a:tcPr anchor="ctr">
                    <a:blipFill dpi="0" rotWithShape="1">
                      <a:blip r:embed="rId2"/>
                      <a:srcRect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279130084"/>
                  </a:ext>
                </a:extLst>
              </a:tr>
            </a:tbl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E38A797F-D6BB-4DDA-A289-7C99BD095AAD}"/>
              </a:ext>
            </a:extLst>
          </p:cNvPr>
          <p:cNvSpPr txBox="1"/>
          <p:nvPr/>
        </p:nvSpPr>
        <p:spPr>
          <a:xfrm>
            <a:off x="4318826" y="1025235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zh-CN" altLang="en-US" sz="36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001361C-3A8B-4E7A-BC26-3A65C37C4923}"/>
              </a:ext>
            </a:extLst>
          </p:cNvPr>
          <p:cNvSpPr txBox="1"/>
          <p:nvPr/>
        </p:nvSpPr>
        <p:spPr>
          <a:xfrm>
            <a:off x="1242291" y="1671566"/>
            <a:ext cx="1847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zh-CN" altLang="en-US" sz="36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51798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2BBAD5E4-31A2-46D7-9FCE-A9589A236973}"/>
              </a:ext>
            </a:extLst>
          </p:cNvPr>
          <p:cNvSpPr txBox="1"/>
          <p:nvPr/>
        </p:nvSpPr>
        <p:spPr>
          <a:xfrm>
            <a:off x="5080341" y="2007750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400" kern="1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虚拟网络互连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22456B5-1B6E-49FB-B5A3-F2F2DECA0E52}"/>
              </a:ext>
            </a:extLst>
          </p:cNvPr>
          <p:cNvSpPr txBox="1"/>
          <p:nvPr/>
        </p:nvSpPr>
        <p:spPr>
          <a:xfrm>
            <a:off x="5105989" y="2570768"/>
            <a:ext cx="19800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400" kern="1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IP</a:t>
            </a:r>
            <a:r>
              <a:rPr lang="zh-CN" altLang="en-US" sz="2400" kern="1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地址的使用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A6F7B7D-E318-412E-92D4-021CA3B9322C}"/>
              </a:ext>
            </a:extLst>
          </p:cNvPr>
          <p:cNvSpPr txBox="1"/>
          <p:nvPr/>
        </p:nvSpPr>
        <p:spPr>
          <a:xfrm>
            <a:off x="4763042" y="3696804"/>
            <a:ext cx="26659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400" kern="1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IP</a:t>
            </a:r>
            <a:r>
              <a:rPr lang="zh-CN" altLang="en-US" sz="2400" kern="1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地址和</a:t>
            </a:r>
            <a:r>
              <a:rPr lang="en-US" altLang="zh-CN" sz="2400" kern="1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MAC</a:t>
            </a:r>
            <a:r>
              <a:rPr lang="zh-CN" altLang="en-US" sz="2400" kern="1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地址</a:t>
            </a:r>
            <a:endParaRPr lang="zh-CN" altLang="en-US" sz="2400" kern="100" dirty="0">
              <a:effectLst/>
              <a:latin typeface="微软雅黑 Light" panose="020B0502040204020203" pitchFamily="34" charset="-122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B1556C5D-5C38-4B45-BB2F-1C84A8E8D44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主要内容</a:t>
            </a:r>
          </a:p>
        </p:txBody>
      </p:sp>
      <p:sp>
        <p:nvSpPr>
          <p:cNvPr id="9" name="文本占位符 8">
            <a:extLst>
              <a:ext uri="{FF2B5EF4-FFF2-40B4-BE49-F238E27FC236}">
                <a16:creationId xmlns:a16="http://schemas.microsoft.com/office/drawing/2014/main" id="{DBA0FD42-A8B3-4C9F-AAF9-1EC1AD5A2AB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860000" y="6275890"/>
            <a:ext cx="2472000" cy="263149"/>
          </a:xfrm>
        </p:spPr>
        <p:txBody>
          <a:bodyPr/>
          <a:lstStyle/>
          <a:p>
            <a:r>
              <a:rPr lang="en-US" altLang="zh-CN" dirty="0"/>
              <a:t>Contents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12D2A53-A049-48B0-9F8D-21F5F3716A8C}"/>
              </a:ext>
            </a:extLst>
          </p:cNvPr>
          <p:cNvSpPr txBox="1"/>
          <p:nvPr/>
        </p:nvSpPr>
        <p:spPr>
          <a:xfrm>
            <a:off x="5388117" y="4259822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400" kern="1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路由协议</a:t>
            </a:r>
            <a:endParaRPr lang="zh-CN" altLang="en-US" sz="2400" kern="100" dirty="0">
              <a:effectLst/>
              <a:latin typeface="微软雅黑 Light" panose="020B0502040204020203" pitchFamily="34" charset="-122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DF267F5-80C7-4A03-9D7B-9802A1948CC2}"/>
              </a:ext>
            </a:extLst>
          </p:cNvPr>
          <p:cNvSpPr txBox="1"/>
          <p:nvPr/>
        </p:nvSpPr>
        <p:spPr>
          <a:xfrm>
            <a:off x="5413765" y="3133786"/>
            <a:ext cx="13644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400" kern="1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IP</a:t>
            </a:r>
            <a:r>
              <a:rPr lang="zh-CN" altLang="en-US" sz="2400" kern="1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数据报</a:t>
            </a:r>
            <a:endParaRPr lang="zh-CN" altLang="en-US" sz="2400" kern="100" dirty="0">
              <a:effectLst/>
              <a:latin typeface="微软雅黑 Light" panose="020B0502040204020203" pitchFamily="34" charset="-122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820E261-D90E-4D05-8470-75A3D8601BDB}"/>
              </a:ext>
            </a:extLst>
          </p:cNvPr>
          <p:cNvSpPr txBox="1"/>
          <p:nvPr/>
        </p:nvSpPr>
        <p:spPr>
          <a:xfrm>
            <a:off x="5388117" y="4822840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400" kern="1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常用命令</a:t>
            </a:r>
            <a:endParaRPr lang="zh-CN" altLang="en-US" sz="2400" kern="100" dirty="0">
              <a:effectLst/>
              <a:latin typeface="微软雅黑 Light" panose="020B0502040204020203" pitchFamily="34" charset="-122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93735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1DFBA961-8C3C-48A3-9AE6-8B2608771E3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概述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B7280D4-07C5-40ED-97B9-026CBA39B36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Overview</a:t>
            </a: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38ABB4-2FA0-48D8-A5B0-E7657FC609C0}"/>
              </a:ext>
            </a:extLst>
          </p:cNvPr>
          <p:cNvSpPr txBox="1"/>
          <p:nvPr/>
        </p:nvSpPr>
        <p:spPr>
          <a:xfrm>
            <a:off x="3695345" y="1071834"/>
            <a:ext cx="48013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400" kern="1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将数组分组从源主机送到目的主机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F627B17-459E-467B-96CD-7328E768820D}"/>
              </a:ext>
            </a:extLst>
          </p:cNvPr>
          <p:cNvSpPr txBox="1"/>
          <p:nvPr/>
        </p:nvSpPr>
        <p:spPr>
          <a:xfrm>
            <a:off x="3487644" y="3262828"/>
            <a:ext cx="17805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2000" kern="1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Where am I</a:t>
            </a:r>
            <a:r>
              <a:rPr lang="zh-CN" altLang="en-US" sz="2000" kern="1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？</a:t>
            </a:r>
            <a:endParaRPr lang="zh-CN" altLang="en-US" sz="2000" kern="100" dirty="0">
              <a:effectLst/>
              <a:latin typeface="微软雅黑 Light" panose="020B0502040204020203" pitchFamily="34" charset="-122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EE5C9F0-DCAC-439E-A5B8-5E354FF83585}"/>
              </a:ext>
            </a:extLst>
          </p:cNvPr>
          <p:cNvSpPr txBox="1"/>
          <p:nvPr/>
        </p:nvSpPr>
        <p:spPr>
          <a:xfrm>
            <a:off x="3365816" y="3688400"/>
            <a:ext cx="19023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2000" kern="1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Where to go</a:t>
            </a:r>
            <a:r>
              <a:rPr lang="zh-CN" altLang="en-US" sz="2000" kern="1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？</a:t>
            </a:r>
            <a:endParaRPr lang="zh-CN" altLang="en-US" sz="2000" kern="100" dirty="0">
              <a:effectLst/>
              <a:latin typeface="微软雅黑 Light" panose="020B0502040204020203" pitchFamily="34" charset="-122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37B454D-19FB-4381-ACEE-8E1D6093EE60}"/>
              </a:ext>
            </a:extLst>
          </p:cNvPr>
          <p:cNvSpPr txBox="1"/>
          <p:nvPr/>
        </p:nvSpPr>
        <p:spPr>
          <a:xfrm>
            <a:off x="3232061" y="4113972"/>
            <a:ext cx="20361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2000" kern="1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Which to take</a:t>
            </a:r>
            <a:r>
              <a:rPr lang="zh-CN" altLang="en-US" sz="2000" kern="1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？</a:t>
            </a:r>
            <a:endParaRPr lang="zh-CN" altLang="en-US" sz="2000" kern="100" dirty="0">
              <a:effectLst/>
              <a:latin typeface="微软雅黑 Light" panose="020B0502040204020203" pitchFamily="34" charset="-122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16320B2-2EF3-472C-A666-41F12C2D3383}"/>
              </a:ext>
            </a:extLst>
          </p:cNvPr>
          <p:cNvSpPr txBox="1"/>
          <p:nvPr/>
        </p:nvSpPr>
        <p:spPr>
          <a:xfrm>
            <a:off x="3703344" y="2837256"/>
            <a:ext cx="15648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2000" kern="1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Who am I</a:t>
            </a:r>
            <a:r>
              <a:rPr lang="zh-CN" altLang="en-US" sz="2000" kern="1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？</a:t>
            </a:r>
            <a:endParaRPr lang="zh-CN" altLang="en-US" sz="2000" kern="100" dirty="0">
              <a:effectLst/>
              <a:latin typeface="微软雅黑 Light" panose="020B0502040204020203" pitchFamily="34" charset="-122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2D51150E-9B18-4AE3-B538-7FD26F099188}"/>
              </a:ext>
            </a:extLst>
          </p:cNvPr>
          <p:cNvSpPr txBox="1"/>
          <p:nvPr/>
        </p:nvSpPr>
        <p:spPr>
          <a:xfrm>
            <a:off x="5490705" y="3262828"/>
            <a:ext cx="121058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kern="1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我在哪儿</a:t>
            </a:r>
            <a:endParaRPr lang="zh-CN" altLang="en-US" sz="2000" kern="100" dirty="0">
              <a:effectLst/>
              <a:latin typeface="微软雅黑 Light" panose="020B0502040204020203" pitchFamily="34" charset="-122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49DEDAFD-278E-454E-873D-1DE81695FC6A}"/>
              </a:ext>
            </a:extLst>
          </p:cNvPr>
          <p:cNvSpPr txBox="1"/>
          <p:nvPr/>
        </p:nvSpPr>
        <p:spPr>
          <a:xfrm>
            <a:off x="5618946" y="3688400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kern="1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怎么走</a:t>
            </a:r>
            <a:endParaRPr lang="zh-CN" altLang="en-US" sz="2000" kern="100" dirty="0">
              <a:effectLst/>
              <a:latin typeface="微软雅黑 Light" panose="020B0502040204020203" pitchFamily="34" charset="-122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37008B34-418C-4D33-A655-8037EA1A1F93}"/>
              </a:ext>
            </a:extLst>
          </p:cNvPr>
          <p:cNvSpPr txBox="1"/>
          <p:nvPr/>
        </p:nvSpPr>
        <p:spPr>
          <a:xfrm>
            <a:off x="5618946" y="4113972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kern="1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选哪个</a:t>
            </a:r>
            <a:endParaRPr lang="zh-CN" altLang="en-US" sz="2000" kern="100" dirty="0">
              <a:effectLst/>
              <a:latin typeface="微软雅黑 Light" panose="020B0502040204020203" pitchFamily="34" charset="-122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9A69B0B-B0B8-4EED-97FC-1B89473D73B7}"/>
              </a:ext>
            </a:extLst>
          </p:cNvPr>
          <p:cNvSpPr txBox="1"/>
          <p:nvPr/>
        </p:nvSpPr>
        <p:spPr>
          <a:xfrm>
            <a:off x="5618946" y="2837256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kern="1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我是谁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ABC47AE0-BB1E-4BF0-92FC-9812F31E6152}"/>
              </a:ext>
            </a:extLst>
          </p:cNvPr>
          <p:cNvSpPr txBox="1"/>
          <p:nvPr/>
        </p:nvSpPr>
        <p:spPr>
          <a:xfrm>
            <a:off x="6923804" y="3262828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kern="1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网络环境</a:t>
            </a:r>
            <a:endParaRPr lang="zh-CN" altLang="en-US" sz="2000" kern="100" dirty="0">
              <a:effectLst/>
              <a:latin typeface="微软雅黑 Light" panose="020B0502040204020203" pitchFamily="34" charset="-122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D4E13F7A-3AC8-448E-B1FF-99699C999ED8}"/>
              </a:ext>
            </a:extLst>
          </p:cNvPr>
          <p:cNvSpPr txBox="1"/>
          <p:nvPr/>
        </p:nvSpPr>
        <p:spPr>
          <a:xfrm>
            <a:off x="6923804" y="3688400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kern="1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路由协议</a:t>
            </a:r>
            <a:endParaRPr lang="zh-CN" altLang="en-US" sz="2000" kern="100" dirty="0">
              <a:effectLst/>
              <a:latin typeface="微软雅黑 Light" panose="020B0502040204020203" pitchFamily="34" charset="-122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9D7E28E4-0B5D-467E-AE30-B792218C2F25}"/>
              </a:ext>
            </a:extLst>
          </p:cNvPr>
          <p:cNvSpPr txBox="1"/>
          <p:nvPr/>
        </p:nvSpPr>
        <p:spPr>
          <a:xfrm>
            <a:off x="6923804" y="4113972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kern="1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路由状态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CFB4A91-92D0-4DC5-BBB3-313FCC9B7097}"/>
              </a:ext>
            </a:extLst>
          </p:cNvPr>
          <p:cNvSpPr txBox="1"/>
          <p:nvPr/>
        </p:nvSpPr>
        <p:spPr>
          <a:xfrm>
            <a:off x="6923804" y="2837256"/>
            <a:ext cx="9108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kern="1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IP</a:t>
            </a:r>
            <a:r>
              <a:rPr lang="zh-CN" altLang="en-US" sz="2000" kern="1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标识</a:t>
            </a:r>
          </a:p>
        </p:txBody>
      </p: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CC37DBEB-52A2-4487-AD4A-2ECA911D0D7B}"/>
              </a:ext>
            </a:extLst>
          </p:cNvPr>
          <p:cNvCxnSpPr>
            <a:cxnSpLocks/>
          </p:cNvCxnSpPr>
          <p:nvPr/>
        </p:nvCxnSpPr>
        <p:spPr>
          <a:xfrm>
            <a:off x="5362466" y="2036190"/>
            <a:ext cx="0" cy="3431356"/>
          </a:xfrm>
          <a:prstGeom prst="line">
            <a:avLst/>
          </a:prstGeom>
          <a:ln w="12700">
            <a:gradFill>
              <a:gsLst>
                <a:gs pos="75228">
                  <a:schemeClr val="bg1">
                    <a:lumMod val="50000"/>
                  </a:schemeClr>
                </a:gs>
                <a:gs pos="25000">
                  <a:schemeClr val="bg1">
                    <a:lumMod val="50000"/>
                  </a:schemeClr>
                </a:gs>
                <a:gs pos="0">
                  <a:schemeClr val="bg1"/>
                </a:gs>
                <a:gs pos="50000">
                  <a:schemeClr val="bg1">
                    <a:lumMod val="50000"/>
                  </a:schemeClr>
                </a:gs>
                <a:gs pos="100000">
                  <a:schemeClr val="bg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6C887891-241D-4EA7-A4C9-59F421C8FC2B}"/>
              </a:ext>
            </a:extLst>
          </p:cNvPr>
          <p:cNvCxnSpPr>
            <a:cxnSpLocks/>
          </p:cNvCxnSpPr>
          <p:nvPr/>
        </p:nvCxnSpPr>
        <p:spPr>
          <a:xfrm>
            <a:off x="6829534" y="2036190"/>
            <a:ext cx="0" cy="3431356"/>
          </a:xfrm>
          <a:prstGeom prst="line">
            <a:avLst/>
          </a:prstGeom>
          <a:ln w="12700">
            <a:gradFill>
              <a:gsLst>
                <a:gs pos="75228">
                  <a:schemeClr val="bg1">
                    <a:lumMod val="50000"/>
                  </a:schemeClr>
                </a:gs>
                <a:gs pos="25000">
                  <a:schemeClr val="bg1">
                    <a:lumMod val="50000"/>
                  </a:schemeClr>
                </a:gs>
                <a:gs pos="0">
                  <a:schemeClr val="bg1"/>
                </a:gs>
                <a:gs pos="50000">
                  <a:schemeClr val="bg1">
                    <a:lumMod val="50000"/>
                  </a:schemeClr>
                </a:gs>
                <a:gs pos="100000">
                  <a:schemeClr val="bg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8776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DFE07CA8-FCA4-4BC7-9F6C-9DD72066CC6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主要任务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B3F1DFB-689B-4CCE-AB9C-1979DAC473E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Objective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5F071DF-7D3B-4DC7-ABE1-06E0DAB0DE2B}"/>
              </a:ext>
            </a:extLst>
          </p:cNvPr>
          <p:cNvSpPr txBox="1"/>
          <p:nvPr/>
        </p:nvSpPr>
        <p:spPr>
          <a:xfrm>
            <a:off x="2788223" y="3903258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6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转发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0113F71-BF69-424B-9A0C-95E29B955BAC}"/>
              </a:ext>
            </a:extLst>
          </p:cNvPr>
          <p:cNvSpPr txBox="1"/>
          <p:nvPr/>
        </p:nvSpPr>
        <p:spPr>
          <a:xfrm>
            <a:off x="8808742" y="3903257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6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路由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7A776D17-51F6-4763-B6B7-D1F27FBA3AA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6141" y="2684058"/>
            <a:ext cx="1219200" cy="121920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BF972076-3D00-489B-B35B-DA4F5138AC82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6660" y="2684058"/>
            <a:ext cx="1219200" cy="1219200"/>
          </a:xfrm>
          <a:prstGeom prst="rect">
            <a:avLst/>
          </a:prstGeom>
        </p:spPr>
      </p:pic>
      <p:sp>
        <p:nvSpPr>
          <p:cNvPr id="11" name="弧形 10">
            <a:extLst>
              <a:ext uri="{FF2B5EF4-FFF2-40B4-BE49-F238E27FC236}">
                <a16:creationId xmlns:a16="http://schemas.microsoft.com/office/drawing/2014/main" id="{3A711186-86F6-4FE0-8A47-D7159CA2B0BA}"/>
              </a:ext>
            </a:extLst>
          </p:cNvPr>
          <p:cNvSpPr/>
          <p:nvPr/>
        </p:nvSpPr>
        <p:spPr>
          <a:xfrm>
            <a:off x="2078446" y="2133119"/>
            <a:ext cx="2014588" cy="1771575"/>
          </a:xfrm>
          <a:prstGeom prst="arc">
            <a:avLst>
              <a:gd name="adj1" fmla="val 1539298"/>
              <a:gd name="adj2" fmla="val 9174605"/>
            </a:avLst>
          </a:prstGeom>
          <a:noFill/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弧形 11">
            <a:extLst>
              <a:ext uri="{FF2B5EF4-FFF2-40B4-BE49-F238E27FC236}">
                <a16:creationId xmlns:a16="http://schemas.microsoft.com/office/drawing/2014/main" id="{BA9593D8-4D59-4755-8A8E-458DF128447F}"/>
              </a:ext>
            </a:extLst>
          </p:cNvPr>
          <p:cNvSpPr/>
          <p:nvPr/>
        </p:nvSpPr>
        <p:spPr>
          <a:xfrm>
            <a:off x="8098965" y="2133119"/>
            <a:ext cx="2014588" cy="1771575"/>
          </a:xfrm>
          <a:prstGeom prst="arc">
            <a:avLst>
              <a:gd name="adj1" fmla="val 1539298"/>
              <a:gd name="adj2" fmla="val 9174605"/>
            </a:avLst>
          </a:prstGeom>
          <a:noFill/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11631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椭圆 56">
            <a:extLst>
              <a:ext uri="{FF2B5EF4-FFF2-40B4-BE49-F238E27FC236}">
                <a16:creationId xmlns:a16="http://schemas.microsoft.com/office/drawing/2014/main" id="{46BD4BB5-29CD-43D9-AC3D-7156960A47B4}"/>
              </a:ext>
            </a:extLst>
          </p:cNvPr>
          <p:cNvSpPr/>
          <p:nvPr/>
        </p:nvSpPr>
        <p:spPr>
          <a:xfrm>
            <a:off x="3576000" y="3626594"/>
            <a:ext cx="5040000" cy="54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椭圆 57">
            <a:extLst>
              <a:ext uri="{FF2B5EF4-FFF2-40B4-BE49-F238E27FC236}">
                <a16:creationId xmlns:a16="http://schemas.microsoft.com/office/drawing/2014/main" id="{01D74E5E-70A8-4E75-A8A6-FA1E88CBEBA7}"/>
              </a:ext>
            </a:extLst>
          </p:cNvPr>
          <p:cNvSpPr/>
          <p:nvPr/>
        </p:nvSpPr>
        <p:spPr>
          <a:xfrm>
            <a:off x="3576000" y="3626594"/>
            <a:ext cx="5040000" cy="54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椭圆 58">
            <a:extLst>
              <a:ext uri="{FF2B5EF4-FFF2-40B4-BE49-F238E27FC236}">
                <a16:creationId xmlns:a16="http://schemas.microsoft.com/office/drawing/2014/main" id="{2504A2B5-6236-49DC-BA8F-AA98C48D36E8}"/>
              </a:ext>
            </a:extLst>
          </p:cNvPr>
          <p:cNvSpPr/>
          <p:nvPr/>
        </p:nvSpPr>
        <p:spPr>
          <a:xfrm>
            <a:off x="3576000" y="3626594"/>
            <a:ext cx="5040000" cy="54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椭圆 59">
            <a:extLst>
              <a:ext uri="{FF2B5EF4-FFF2-40B4-BE49-F238E27FC236}">
                <a16:creationId xmlns:a16="http://schemas.microsoft.com/office/drawing/2014/main" id="{529C0CBE-6D7E-44B0-8154-5A2C70A7A398}"/>
              </a:ext>
            </a:extLst>
          </p:cNvPr>
          <p:cNvSpPr/>
          <p:nvPr/>
        </p:nvSpPr>
        <p:spPr>
          <a:xfrm>
            <a:off x="3576000" y="3626594"/>
            <a:ext cx="5040000" cy="54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椭圆 60">
            <a:extLst>
              <a:ext uri="{FF2B5EF4-FFF2-40B4-BE49-F238E27FC236}">
                <a16:creationId xmlns:a16="http://schemas.microsoft.com/office/drawing/2014/main" id="{3CCC498C-F72F-4850-8130-409ED03D630B}"/>
              </a:ext>
            </a:extLst>
          </p:cNvPr>
          <p:cNvSpPr/>
          <p:nvPr/>
        </p:nvSpPr>
        <p:spPr>
          <a:xfrm>
            <a:off x="3576000" y="3626594"/>
            <a:ext cx="5040000" cy="54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7564206-DD72-4879-B9C0-DC67ED477421}"/>
              </a:ext>
            </a:extLst>
          </p:cNvPr>
          <p:cNvSpPr txBox="1"/>
          <p:nvPr/>
        </p:nvSpPr>
        <p:spPr>
          <a:xfrm>
            <a:off x="4721265" y="2810504"/>
            <a:ext cx="27494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zh-CN" altLang="en-US" sz="4000" dirty="0">
                <a:gradFill>
                  <a:gsLst>
                    <a:gs pos="0">
                      <a:srgbClr val="FF0101"/>
                    </a:gs>
                    <a:gs pos="50000">
                      <a:schemeClr val="accent4">
                        <a:lumMod val="60000"/>
                        <a:lumOff val="40000"/>
                      </a:schemeClr>
                    </a:gs>
                    <a:gs pos="100000">
                      <a:srgbClr val="C00000"/>
                    </a:gs>
                  </a:gsLst>
                  <a:lin ang="3600000" scaled="0"/>
                </a:gra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方正大黑简体" panose="03000509000000000000" pitchFamily="65" charset="-122"/>
                <a:ea typeface="方正大黑简体" panose="03000509000000000000" pitchFamily="65" charset="-122"/>
                <a:cs typeface="Montserrat" charset="0"/>
              </a:rPr>
              <a:t>虚电路服务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B4F7499-294F-4552-ADAD-331217D1A72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网络层服务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A5A9BA5-BFBB-497C-AD9B-5152706C2E1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Service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A0C4779-76B8-4E63-BF0B-D6BA0BD46374}"/>
              </a:ext>
            </a:extLst>
          </p:cNvPr>
          <p:cNvSpPr txBox="1"/>
          <p:nvPr/>
        </p:nvSpPr>
        <p:spPr>
          <a:xfrm>
            <a:off x="4832802" y="4436412"/>
            <a:ext cx="252639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8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Virtual Circuit</a:t>
            </a:r>
            <a:endParaRPr lang="zh-CN" altLang="en-US" sz="28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88936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xit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2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23" presetClass="entr" presetSubtype="16" repeatCount="indefinite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xit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2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23" presetClass="entr" presetSubtype="16" repeatCount="indefinite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2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xit" presetSubtype="0" repeatCount="indefinite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2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23" presetClass="entr" presetSubtype="16" repeatCount="indefinite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2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2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10" presetClass="exit" presetSubtype="0" repeatCount="indefinite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2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23" presetClass="entr" presetSubtype="16" repeatCount="indefinite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2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2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xit" presetSubtype="0" repeatCount="indefinite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2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42" presetClass="path" presetSubtype="0" repeatCount="indefinite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2.59259E-6 L 0.00078 0.05162 " pathEditMode="relative" rAng="0" ptsTypes="AA">
                                      <p:cBhvr>
                                        <p:cTn id="41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" y="25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 animBg="1"/>
      <p:bldP spid="57" grpId="1" animBg="1"/>
      <p:bldP spid="58" grpId="0" animBg="1"/>
      <p:bldP spid="58" grpId="1" animBg="1"/>
      <p:bldP spid="59" grpId="0" animBg="1"/>
      <p:bldP spid="59" grpId="1" animBg="1"/>
      <p:bldP spid="60" grpId="0" animBg="1"/>
      <p:bldP spid="60" grpId="1" animBg="1"/>
      <p:bldP spid="61" grpId="0" animBg="1"/>
      <p:bldP spid="61" grpId="1" animBg="1"/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椭圆 13">
            <a:extLst>
              <a:ext uri="{FF2B5EF4-FFF2-40B4-BE49-F238E27FC236}">
                <a16:creationId xmlns:a16="http://schemas.microsoft.com/office/drawing/2014/main" id="{893B82DE-4E39-4353-A218-39E6E1CC15DD}"/>
              </a:ext>
            </a:extLst>
          </p:cNvPr>
          <p:cNvSpPr/>
          <p:nvPr/>
        </p:nvSpPr>
        <p:spPr>
          <a:xfrm>
            <a:off x="3576000" y="3626594"/>
            <a:ext cx="5040000" cy="5400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B85CB90D-0EE0-4A4B-A596-98DB2715F746}"/>
              </a:ext>
            </a:extLst>
          </p:cNvPr>
          <p:cNvSpPr/>
          <p:nvPr/>
        </p:nvSpPr>
        <p:spPr>
          <a:xfrm>
            <a:off x="3576000" y="3626594"/>
            <a:ext cx="5040000" cy="5400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CCDB75A9-3A2E-4DF9-8BD2-A20CE55A10B9}"/>
              </a:ext>
            </a:extLst>
          </p:cNvPr>
          <p:cNvSpPr/>
          <p:nvPr/>
        </p:nvSpPr>
        <p:spPr>
          <a:xfrm>
            <a:off x="3576000" y="3626594"/>
            <a:ext cx="5040000" cy="5400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9761C2E9-4F94-41D8-9680-0E6CD1C2AC0F}"/>
              </a:ext>
            </a:extLst>
          </p:cNvPr>
          <p:cNvSpPr/>
          <p:nvPr/>
        </p:nvSpPr>
        <p:spPr>
          <a:xfrm>
            <a:off x="3576000" y="3626594"/>
            <a:ext cx="5040000" cy="5400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5FA291E0-446D-4395-8D73-3998DF875B4B}"/>
              </a:ext>
            </a:extLst>
          </p:cNvPr>
          <p:cNvSpPr/>
          <p:nvPr/>
        </p:nvSpPr>
        <p:spPr>
          <a:xfrm>
            <a:off x="3576000" y="3626594"/>
            <a:ext cx="5040000" cy="5400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3B51A94B-0F1C-42B1-BB1C-3D19F1C2B08C}"/>
              </a:ext>
            </a:extLst>
          </p:cNvPr>
          <p:cNvSpPr txBox="1"/>
          <p:nvPr/>
        </p:nvSpPr>
        <p:spPr>
          <a:xfrm>
            <a:off x="4702093" y="2810504"/>
            <a:ext cx="278781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zh-CN" altLang="en-US" sz="4000" dirty="0">
                <a:gradFill>
                  <a:gsLst>
                    <a:gs pos="0">
                      <a:srgbClr val="FF0101"/>
                    </a:gs>
                    <a:gs pos="50000">
                      <a:schemeClr val="accent4">
                        <a:lumMod val="60000"/>
                        <a:lumOff val="40000"/>
                      </a:schemeClr>
                    </a:gs>
                    <a:gs pos="100000">
                      <a:srgbClr val="C00000"/>
                    </a:gs>
                  </a:gsLst>
                  <a:lin ang="3600000" scaled="0"/>
                </a:gra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方正大黑简体" panose="03000509000000000000" pitchFamily="65" charset="-122"/>
                <a:ea typeface="方正大黑简体" panose="03000509000000000000" pitchFamily="65" charset="-122"/>
                <a:cs typeface="Montserrat" charset="0"/>
              </a:rPr>
              <a:t>数据报服务</a:t>
            </a:r>
          </a:p>
        </p:txBody>
      </p:sp>
      <p:sp>
        <p:nvSpPr>
          <p:cNvPr id="2" name="文本占位符 1">
            <a:extLst>
              <a:ext uri="{FF2B5EF4-FFF2-40B4-BE49-F238E27FC236}">
                <a16:creationId xmlns:a16="http://schemas.microsoft.com/office/drawing/2014/main" id="{34B36E1B-D7A6-4BCC-B237-C513E4DAB24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网络层服务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550ADA7-B9CB-4E45-A1CC-972F8B5DFD0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Service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E27963E-EC9F-4716-9115-DEA6CE7F7EA0}"/>
              </a:ext>
            </a:extLst>
          </p:cNvPr>
          <p:cNvSpPr txBox="1"/>
          <p:nvPr/>
        </p:nvSpPr>
        <p:spPr>
          <a:xfrm>
            <a:off x="5150069" y="4436412"/>
            <a:ext cx="18918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8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Datagram</a:t>
            </a:r>
            <a:endParaRPr lang="zh-CN" altLang="en-US" sz="28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2159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xit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23" presetClass="entr" presetSubtype="16" repeatCount="indefinite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xit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23" presetClass="entr" presetSubtype="16" repeatCount="indefinite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xit" presetSubtype="0" repeatCount="indefinite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23" presetClass="entr" presetSubtype="16" repeatCount="indefinite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10" presetClass="exit" presetSubtype="0" repeatCount="indefinite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23" presetClass="entr" presetSubtype="16" repeatCount="indefinite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xit" presetSubtype="0" repeatCount="indefinite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42" presetClass="path" presetSubtype="0" repeatCount="indefinite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2.59259E-6 L 0.00078 0.05162 " pathEditMode="relative" rAng="0" ptsTypes="AA">
                                      <p:cBhvr>
                                        <p:cTn id="41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" y="25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  <p:bldP spid="17" grpId="0" animBg="1"/>
      <p:bldP spid="17" grpId="1" animBg="1"/>
      <p:bldP spid="18" grpId="0" animBg="1"/>
      <p:bldP spid="18" grpId="1" animBg="1"/>
      <p:bldP spid="1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75F6225-2736-46A4-A0BB-989C3E91A9C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虚电路和数据报</a:t>
            </a:r>
          </a:p>
        </p:txBody>
      </p:sp>
      <p:sp>
        <p:nvSpPr>
          <p:cNvPr id="9" name="文本占位符 8">
            <a:extLst>
              <a:ext uri="{FF2B5EF4-FFF2-40B4-BE49-F238E27FC236}">
                <a16:creationId xmlns:a16="http://schemas.microsoft.com/office/drawing/2014/main" id="{19E3A683-59EE-4D8A-9679-5123EC8451F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860000" y="6275890"/>
            <a:ext cx="2472000" cy="263149"/>
          </a:xfrm>
        </p:spPr>
        <p:txBody>
          <a:bodyPr/>
          <a:lstStyle/>
          <a:p>
            <a:r>
              <a:rPr lang="en-US" altLang="zh-CN" dirty="0"/>
              <a:t>VC VS Datagram</a:t>
            </a:r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226DA29-4BEB-4C33-A339-362F7B597266}"/>
              </a:ext>
            </a:extLst>
          </p:cNvPr>
          <p:cNvSpPr/>
          <p:nvPr/>
        </p:nvSpPr>
        <p:spPr>
          <a:xfrm>
            <a:off x="3739297" y="2483259"/>
            <a:ext cx="2262433" cy="420868"/>
          </a:xfrm>
          <a:prstGeom prst="rect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kern="1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无连接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6188E71-5752-4296-819C-AE8EA2733804}"/>
              </a:ext>
            </a:extLst>
          </p:cNvPr>
          <p:cNvSpPr/>
          <p:nvPr/>
        </p:nvSpPr>
        <p:spPr>
          <a:xfrm>
            <a:off x="3739297" y="3083604"/>
            <a:ext cx="2262433" cy="420868"/>
          </a:xfrm>
          <a:prstGeom prst="rect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kern="1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随机到达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BD080FF-7245-424F-8312-92039CE0846D}"/>
              </a:ext>
            </a:extLst>
          </p:cNvPr>
          <p:cNvSpPr/>
          <p:nvPr/>
        </p:nvSpPr>
        <p:spPr>
          <a:xfrm>
            <a:off x="3739296" y="3683950"/>
            <a:ext cx="2262433" cy="420868"/>
          </a:xfrm>
          <a:prstGeom prst="rect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kern="1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最大努力交付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E318B5A-8399-4B9D-8E15-EED462255FEC}"/>
              </a:ext>
            </a:extLst>
          </p:cNvPr>
          <p:cNvSpPr/>
          <p:nvPr/>
        </p:nvSpPr>
        <p:spPr>
          <a:xfrm>
            <a:off x="6190270" y="2483259"/>
            <a:ext cx="2262433" cy="420868"/>
          </a:xfrm>
          <a:prstGeom prst="rect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kern="1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有</a:t>
            </a:r>
            <a:r>
              <a:rPr lang="zh-CN" altLang="en-US" sz="1600" kern="1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连接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1CC5EDF-6FA4-4DB6-A0D8-1250119D7C94}"/>
              </a:ext>
            </a:extLst>
          </p:cNvPr>
          <p:cNvSpPr/>
          <p:nvPr/>
        </p:nvSpPr>
        <p:spPr>
          <a:xfrm>
            <a:off x="6190270" y="3083604"/>
            <a:ext cx="2262433" cy="420868"/>
          </a:xfrm>
          <a:prstGeom prst="rect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kern="1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有序到达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AE9CAE8-093A-4639-925F-E94BF562EF2D}"/>
              </a:ext>
            </a:extLst>
          </p:cNvPr>
          <p:cNvSpPr/>
          <p:nvPr/>
        </p:nvSpPr>
        <p:spPr>
          <a:xfrm>
            <a:off x="6190269" y="3683950"/>
            <a:ext cx="2262433" cy="420868"/>
          </a:xfrm>
          <a:prstGeom prst="rect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kern="1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可靠交付</a:t>
            </a:r>
          </a:p>
        </p:txBody>
      </p:sp>
    </p:spTree>
    <p:extLst>
      <p:ext uri="{BB962C8B-B14F-4D97-AF65-F5344CB8AC3E}">
        <p14:creationId xmlns:p14="http://schemas.microsoft.com/office/powerpoint/2010/main" val="7795208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CFB87AB1-8E14-4FA6-AAF1-6161833A7F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5087" y="2649793"/>
            <a:ext cx="457200" cy="4572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A3906A90-BA0D-420C-9786-CC58F7DEA2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2261" y="4761131"/>
            <a:ext cx="457200" cy="4572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64E72786-E707-454E-BBE5-5B20A47450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7616" y="5088193"/>
            <a:ext cx="457200" cy="4572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2914A1B8-4CA9-4EE4-BAFC-23B31B566E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6816" y="3429000"/>
            <a:ext cx="457200" cy="4572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A8162A2D-E424-4651-B595-2FDB7F3C4A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8158" y="951270"/>
            <a:ext cx="457200" cy="4572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8826DEA-2491-41EE-980A-598ED3CCE6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0687" y="739876"/>
            <a:ext cx="457200" cy="4572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云形 7">
            <a:extLst>
              <a:ext uri="{FF2B5EF4-FFF2-40B4-BE49-F238E27FC236}">
                <a16:creationId xmlns:a16="http://schemas.microsoft.com/office/drawing/2014/main" id="{A5652331-5BC9-49D8-8C93-DF796DC424D9}"/>
              </a:ext>
            </a:extLst>
          </p:cNvPr>
          <p:cNvSpPr/>
          <p:nvPr/>
        </p:nvSpPr>
        <p:spPr>
          <a:xfrm>
            <a:off x="3652683" y="2015612"/>
            <a:ext cx="4886633" cy="2526891"/>
          </a:xfrm>
          <a:prstGeom prst="cloud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虚拟的</a:t>
            </a:r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IP</a:t>
            </a:r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网</a:t>
            </a: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413496DB-EA5F-44CD-9E4E-CD7858FA61E6}"/>
              </a:ext>
            </a:extLst>
          </p:cNvPr>
          <p:cNvCxnSpPr>
            <a:cxnSpLocks/>
            <a:stCxn id="2" idx="3"/>
          </p:cNvCxnSpPr>
          <p:nvPr/>
        </p:nvCxnSpPr>
        <p:spPr>
          <a:xfrm>
            <a:off x="2172287" y="2878393"/>
            <a:ext cx="1480396" cy="22860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CAABA8B7-68CB-4749-9B74-5F0C0AAC6563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4839287" y="1197076"/>
            <a:ext cx="637686" cy="971089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8851830E-52C4-40C8-8C70-606FCFD044DD}"/>
              </a:ext>
            </a:extLst>
          </p:cNvPr>
          <p:cNvCxnSpPr>
            <a:stCxn id="6" idx="2"/>
          </p:cNvCxnSpPr>
          <p:nvPr/>
        </p:nvCxnSpPr>
        <p:spPr>
          <a:xfrm flipH="1">
            <a:off x="7993930" y="1408470"/>
            <a:ext cx="1682828" cy="91052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BD5FC75D-9F82-4A1F-86CC-6043ABCACC4D}"/>
              </a:ext>
            </a:extLst>
          </p:cNvPr>
          <p:cNvCxnSpPr>
            <a:cxnSpLocks/>
            <a:stCxn id="3" idx="3"/>
          </p:cNvCxnSpPr>
          <p:nvPr/>
        </p:nvCxnSpPr>
        <p:spPr>
          <a:xfrm flipV="1">
            <a:off x="3399461" y="4232635"/>
            <a:ext cx="1097125" cy="75709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0399252D-26E3-4DF3-B5ED-8EC827BF987F}"/>
              </a:ext>
            </a:extLst>
          </p:cNvPr>
          <p:cNvCxnSpPr>
            <a:stCxn id="4" idx="0"/>
          </p:cNvCxnSpPr>
          <p:nvPr/>
        </p:nvCxnSpPr>
        <p:spPr>
          <a:xfrm flipH="1" flipV="1">
            <a:off x="7400041" y="4232635"/>
            <a:ext cx="1136175" cy="85555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1BBB6318-5DD8-4702-AE1D-EC04E21C7515}"/>
              </a:ext>
            </a:extLst>
          </p:cNvPr>
          <p:cNvCxnSpPr>
            <a:stCxn id="5" idx="1"/>
            <a:endCxn id="8" idx="0"/>
          </p:cNvCxnSpPr>
          <p:nvPr/>
        </p:nvCxnSpPr>
        <p:spPr>
          <a:xfrm flipH="1" flipV="1">
            <a:off x="8535244" y="3279058"/>
            <a:ext cx="991572" cy="3785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62784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EF598891-67E5-4F31-8F63-919A12B1B8C4}"/>
              </a:ext>
            </a:extLst>
          </p:cNvPr>
          <p:cNvSpPr txBox="1"/>
          <p:nvPr/>
        </p:nvSpPr>
        <p:spPr>
          <a:xfrm>
            <a:off x="4008495" y="1384158"/>
            <a:ext cx="201208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2000" kern="1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Network Access</a:t>
            </a:r>
            <a:endParaRPr lang="zh-CN" altLang="en-US" sz="2000" kern="100" dirty="0">
              <a:effectLst/>
              <a:latin typeface="微软雅黑 Light" panose="020B0502040204020203" pitchFamily="34" charset="-122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85E4CC7-1DAE-4F9B-A29E-DDB84CD354F1}"/>
              </a:ext>
            </a:extLst>
          </p:cNvPr>
          <p:cNvSpPr txBox="1"/>
          <p:nvPr/>
        </p:nvSpPr>
        <p:spPr>
          <a:xfrm>
            <a:off x="6180843" y="1384158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kern="1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网络接入</a:t>
            </a:r>
            <a:endParaRPr lang="zh-CN" altLang="en-US" sz="2000" kern="100" dirty="0">
              <a:effectLst/>
              <a:latin typeface="微软雅黑 Light" panose="020B0502040204020203" pitchFamily="34" charset="-122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文本占位符 1">
            <a:extLst>
              <a:ext uri="{FF2B5EF4-FFF2-40B4-BE49-F238E27FC236}">
                <a16:creationId xmlns:a16="http://schemas.microsoft.com/office/drawing/2014/main" id="{B03C1E38-B4B3-4384-B5BC-0AB7193F84D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关注的焦点</a:t>
            </a:r>
          </a:p>
        </p:txBody>
      </p:sp>
      <p:sp>
        <p:nvSpPr>
          <p:cNvPr id="27" name="文本占位符 26">
            <a:extLst>
              <a:ext uri="{FF2B5EF4-FFF2-40B4-BE49-F238E27FC236}">
                <a16:creationId xmlns:a16="http://schemas.microsoft.com/office/drawing/2014/main" id="{CECBD4F4-63DC-4B67-80DA-5B5FF67F5B7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Focus</a:t>
            </a: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6F83C4F-90B2-4A2C-B11E-6CBD4A71F1CA}"/>
              </a:ext>
            </a:extLst>
          </p:cNvPr>
          <p:cNvSpPr txBox="1"/>
          <p:nvPr/>
        </p:nvSpPr>
        <p:spPr>
          <a:xfrm>
            <a:off x="4217591" y="2367280"/>
            <a:ext cx="18029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2000" kern="1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Packet Length</a:t>
            </a:r>
            <a:endParaRPr lang="zh-CN" altLang="en-US" sz="2000" kern="100" dirty="0">
              <a:effectLst/>
              <a:latin typeface="微软雅黑 Light" panose="020B0502040204020203" pitchFamily="34" charset="-122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FAA13EB-5E42-4A07-87C4-DE39144FCC1A}"/>
              </a:ext>
            </a:extLst>
          </p:cNvPr>
          <p:cNvSpPr txBox="1"/>
          <p:nvPr/>
        </p:nvSpPr>
        <p:spPr>
          <a:xfrm>
            <a:off x="3954697" y="2858841"/>
            <a:ext cx="20658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2000" kern="1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Timeout Control</a:t>
            </a:r>
            <a:endParaRPr lang="zh-CN" altLang="en-US" sz="2000" kern="100" dirty="0">
              <a:effectLst/>
              <a:latin typeface="微软雅黑 Light" panose="020B0502040204020203" pitchFamily="34" charset="-122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1E0614C-9B3E-4393-8F26-A27C65BCD8AF}"/>
              </a:ext>
            </a:extLst>
          </p:cNvPr>
          <p:cNvSpPr txBox="1"/>
          <p:nvPr/>
        </p:nvSpPr>
        <p:spPr>
          <a:xfrm>
            <a:off x="4270490" y="3350402"/>
            <a:ext cx="17500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2000" kern="1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Error Recover</a:t>
            </a:r>
            <a:endParaRPr lang="zh-CN" altLang="en-US" sz="2000" kern="100" dirty="0">
              <a:effectLst/>
              <a:latin typeface="微软雅黑 Light" panose="020B0502040204020203" pitchFamily="34" charset="-122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98DC469-A84A-4A6C-BDA1-96B682D711E2}"/>
              </a:ext>
            </a:extLst>
          </p:cNvPr>
          <p:cNvSpPr txBox="1"/>
          <p:nvPr/>
        </p:nvSpPr>
        <p:spPr>
          <a:xfrm>
            <a:off x="4276902" y="3841963"/>
            <a:ext cx="17436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2000" kern="1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Status Report</a:t>
            </a:r>
            <a:endParaRPr lang="zh-CN" altLang="en-US" sz="2000" kern="100" dirty="0">
              <a:effectLst/>
              <a:latin typeface="微软雅黑 Light" panose="020B0502040204020203" pitchFamily="34" charset="-122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B267724-5C9C-4B68-8F76-4E74C5B2883C}"/>
              </a:ext>
            </a:extLst>
          </p:cNvPr>
          <p:cNvSpPr txBox="1"/>
          <p:nvPr/>
        </p:nvSpPr>
        <p:spPr>
          <a:xfrm>
            <a:off x="4549412" y="1875719"/>
            <a:ext cx="14711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2000" kern="1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Addressing</a:t>
            </a:r>
            <a:endParaRPr lang="zh-CN" altLang="en-US" sz="2000" kern="100" dirty="0">
              <a:effectLst/>
              <a:latin typeface="微软雅黑 Light" panose="020B0502040204020203" pitchFamily="34" charset="-122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AE2E96D-D237-4120-B81C-D2573C553E3E}"/>
              </a:ext>
            </a:extLst>
          </p:cNvPr>
          <p:cNvSpPr txBox="1"/>
          <p:nvPr/>
        </p:nvSpPr>
        <p:spPr>
          <a:xfrm>
            <a:off x="4042158" y="4333524"/>
            <a:ext cx="19784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2000" kern="1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Route Selecting</a:t>
            </a:r>
            <a:endParaRPr lang="zh-CN" altLang="en-US" sz="2000" kern="100" dirty="0">
              <a:effectLst/>
              <a:latin typeface="微软雅黑 Light" panose="020B0502040204020203" pitchFamily="34" charset="-122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E31B41E-5DCE-4219-9709-F013241FD81A}"/>
              </a:ext>
            </a:extLst>
          </p:cNvPr>
          <p:cNvSpPr txBox="1"/>
          <p:nvPr/>
        </p:nvSpPr>
        <p:spPr>
          <a:xfrm>
            <a:off x="4393152" y="4825083"/>
            <a:ext cx="16274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2000" kern="1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Service Type</a:t>
            </a:r>
            <a:endParaRPr lang="zh-CN" altLang="en-US" sz="2000" kern="100" dirty="0">
              <a:effectLst/>
              <a:latin typeface="微软雅黑 Light" panose="020B0502040204020203" pitchFamily="34" charset="-122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9D6A6DB-B024-49DA-916F-1FB31F659922}"/>
              </a:ext>
            </a:extLst>
          </p:cNvPr>
          <p:cNvSpPr txBox="1"/>
          <p:nvPr/>
        </p:nvSpPr>
        <p:spPr>
          <a:xfrm>
            <a:off x="6180843" y="2367280"/>
            <a:ext cx="14670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kern="1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数据报长度</a:t>
            </a:r>
            <a:endParaRPr lang="zh-CN" altLang="en-US" sz="2000" kern="100" dirty="0">
              <a:effectLst/>
              <a:latin typeface="微软雅黑 Light" panose="020B0502040204020203" pitchFamily="34" charset="-122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B99FE73-3012-4BB4-BB73-D348530D5981}"/>
              </a:ext>
            </a:extLst>
          </p:cNvPr>
          <p:cNvSpPr txBox="1"/>
          <p:nvPr/>
        </p:nvSpPr>
        <p:spPr>
          <a:xfrm>
            <a:off x="6180843" y="2858841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kern="1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超时控制</a:t>
            </a:r>
            <a:endParaRPr lang="zh-CN" altLang="en-US" sz="2000" kern="100" dirty="0">
              <a:effectLst/>
              <a:latin typeface="微软雅黑 Light" panose="020B0502040204020203" pitchFamily="34" charset="-122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F84F7FD-7258-4FF3-8CC0-B93350F6569B}"/>
              </a:ext>
            </a:extLst>
          </p:cNvPr>
          <p:cNvSpPr txBox="1"/>
          <p:nvPr/>
        </p:nvSpPr>
        <p:spPr>
          <a:xfrm>
            <a:off x="6180843" y="3350402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kern="1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错误恢复</a:t>
            </a:r>
            <a:endParaRPr lang="zh-CN" altLang="en-US" sz="2000" kern="100" dirty="0">
              <a:effectLst/>
              <a:latin typeface="微软雅黑 Light" panose="020B0502040204020203" pitchFamily="34" charset="-122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7F49FB0-FC53-4203-8F02-03B9212DC125}"/>
              </a:ext>
            </a:extLst>
          </p:cNvPr>
          <p:cNvSpPr txBox="1"/>
          <p:nvPr/>
        </p:nvSpPr>
        <p:spPr>
          <a:xfrm>
            <a:off x="6180843" y="3841963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kern="1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状态报告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81229876-7A85-4FA9-9BE7-EAD4DAAB3ECE}"/>
              </a:ext>
            </a:extLst>
          </p:cNvPr>
          <p:cNvSpPr txBox="1"/>
          <p:nvPr/>
        </p:nvSpPr>
        <p:spPr>
          <a:xfrm>
            <a:off x="6180843" y="1875719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kern="1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目标寻址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CCE63AD-4365-43CE-A7C0-98BBD2C4687D}"/>
              </a:ext>
            </a:extLst>
          </p:cNvPr>
          <p:cNvSpPr txBox="1"/>
          <p:nvPr/>
        </p:nvSpPr>
        <p:spPr>
          <a:xfrm>
            <a:off x="6180843" y="4333524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kern="1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路由选择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1C271C28-3CD3-4D71-9A18-5CF95AB8499C}"/>
              </a:ext>
            </a:extLst>
          </p:cNvPr>
          <p:cNvSpPr txBox="1"/>
          <p:nvPr/>
        </p:nvSpPr>
        <p:spPr>
          <a:xfrm>
            <a:off x="6180843" y="4825083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kern="1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服务类型</a:t>
            </a:r>
            <a:endParaRPr lang="zh-CN" altLang="en-US" sz="2000" kern="100" dirty="0">
              <a:effectLst/>
              <a:latin typeface="微软雅黑 Light" panose="020B0502040204020203" pitchFamily="34" charset="-122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44617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B08A3935-ED82-4C83-BF3E-5324B2E6C2B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中间设备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3B0002D-9411-4D6D-BCF6-1CA8B73257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Middleware</a:t>
            </a:r>
            <a:endParaRPr lang="zh-CN" altLang="en-US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3A235584-5C0C-468A-ACA7-BAA36C5CD3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9464551"/>
              </p:ext>
            </p:extLst>
          </p:nvPr>
        </p:nvGraphicFramePr>
        <p:xfrm>
          <a:off x="3817855" y="1982856"/>
          <a:ext cx="1706252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6252">
                  <a:extLst>
                    <a:ext uri="{9D8B030D-6E8A-4147-A177-3AD203B41FA5}">
                      <a16:colId xmlns:a16="http://schemas.microsoft.com/office/drawing/2014/main" val="3312280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应用层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00111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运输层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2428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网络层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12639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链路层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97504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物理层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3837128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D3FF99A4-D38E-49E8-B5B3-A5AAE0C17E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7866055"/>
              </p:ext>
            </p:extLst>
          </p:nvPr>
        </p:nvGraphicFramePr>
        <p:xfrm>
          <a:off x="5670746" y="1982856"/>
          <a:ext cx="2483439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3439">
                  <a:extLst>
                    <a:ext uri="{9D8B030D-6E8A-4147-A177-3AD203B41FA5}">
                      <a16:colId xmlns:a16="http://schemas.microsoft.com/office/drawing/2014/main" val="331228076"/>
                    </a:ext>
                  </a:extLst>
                </a:gridCol>
              </a:tblGrid>
              <a:tr h="74168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Gateway</a:t>
                      </a:r>
                      <a:endParaRPr lang="zh-CN" altLang="en-US" sz="1600" b="0" baseline="0" dirty="0">
                        <a:solidFill>
                          <a:schemeClr val="bg1">
                            <a:lumMod val="50000"/>
                          </a:schemeClr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00111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baseline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router</a:t>
                      </a:r>
                      <a:endParaRPr lang="zh-CN" altLang="en-US" sz="1600" b="1" baseline="0" dirty="0">
                        <a:solidFill>
                          <a:schemeClr val="bg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2639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Bridge Switch</a:t>
                      </a:r>
                      <a:endParaRPr lang="zh-CN" altLang="en-US" sz="1600" b="0" baseline="0" dirty="0">
                        <a:solidFill>
                          <a:schemeClr val="bg1">
                            <a:lumMod val="50000"/>
                          </a:schemeClr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5816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HUB</a:t>
                      </a:r>
                      <a:endParaRPr lang="zh-CN" altLang="en-US" sz="1600" b="0" baseline="0" dirty="0">
                        <a:solidFill>
                          <a:schemeClr val="bg1">
                            <a:lumMod val="50000"/>
                          </a:schemeClr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32181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78682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4CA151AB-2EDC-40DE-A8DC-19C656C15FE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网际协议</a:t>
            </a:r>
            <a:r>
              <a:rPr lang="en-US" altLang="zh-CN" dirty="0"/>
              <a:t>IP</a:t>
            </a:r>
            <a:r>
              <a:rPr lang="zh-CN" altLang="en-US" dirty="0"/>
              <a:t>及配套协议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5BC85C0-5F3F-48BD-9FBD-7D6831C1823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Protocols</a:t>
            </a:r>
            <a:endParaRPr lang="zh-CN" altLang="en-US" dirty="0"/>
          </a:p>
        </p:txBody>
      </p:sp>
      <p:graphicFrame>
        <p:nvGraphicFramePr>
          <p:cNvPr id="3" name="表格 3">
            <a:extLst>
              <a:ext uri="{FF2B5EF4-FFF2-40B4-BE49-F238E27FC236}">
                <a16:creationId xmlns:a16="http://schemas.microsoft.com/office/drawing/2014/main" id="{A688E790-8B11-46E3-839B-2ABDB96943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7422482"/>
              </p:ext>
            </p:extLst>
          </p:nvPr>
        </p:nvGraphicFramePr>
        <p:xfrm>
          <a:off x="3817855" y="1982856"/>
          <a:ext cx="1706252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6252">
                  <a:extLst>
                    <a:ext uri="{9D8B030D-6E8A-4147-A177-3AD203B41FA5}">
                      <a16:colId xmlns:a16="http://schemas.microsoft.com/office/drawing/2014/main" val="3312280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应用层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00111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运输层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2428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↑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9897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网络层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12639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↓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73250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链路层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97504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物理层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3837128"/>
                  </a:ext>
                </a:extLst>
              </a:tr>
            </a:tbl>
          </a:graphicData>
        </a:graphic>
      </p:graphicFrame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3E42BB65-E546-49B9-92DE-CF1645A400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5599151"/>
              </p:ext>
            </p:extLst>
          </p:nvPr>
        </p:nvGraphicFramePr>
        <p:xfrm>
          <a:off x="5670746" y="1982856"/>
          <a:ext cx="2483439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3439">
                  <a:extLst>
                    <a:ext uri="{9D8B030D-6E8A-4147-A177-3AD203B41FA5}">
                      <a16:colId xmlns:a16="http://schemas.microsoft.com/office/drawing/2014/main" val="3312280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HTTPS FTP SMTP</a:t>
                      </a:r>
                      <a:endParaRPr lang="zh-CN" altLang="en-US" sz="1600" b="0" baseline="0" dirty="0">
                        <a:solidFill>
                          <a:schemeClr val="bg1">
                            <a:lumMod val="50000"/>
                          </a:schemeClr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00111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TCP UDP</a:t>
                      </a:r>
                      <a:endParaRPr lang="zh-CN" altLang="en-US" sz="1600" b="0" baseline="0" dirty="0">
                        <a:solidFill>
                          <a:schemeClr val="bg1">
                            <a:lumMod val="50000"/>
                          </a:schemeClr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2428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ICMP </a:t>
                      </a:r>
                      <a:r>
                        <a:rPr lang="en-US" altLang="zh-CN" sz="1600" b="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 </a:t>
                      </a:r>
                      <a:r>
                        <a:rPr lang="en-US" altLang="zh-CN" sz="1600" b="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IGMP</a:t>
                      </a:r>
                      <a:endParaRPr lang="zh-CN" altLang="en-US" sz="1600" b="0" baseline="0" dirty="0">
                        <a:solidFill>
                          <a:schemeClr val="bg1">
                            <a:lumMod val="50000"/>
                          </a:schemeClr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9897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baseline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IP</a:t>
                      </a:r>
                      <a:endParaRPr lang="zh-CN" altLang="en-US" sz="1600" b="1" baseline="0" dirty="0">
                        <a:solidFill>
                          <a:schemeClr val="bg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2639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altLang="zh-CN" sz="1600" b="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ARP</a:t>
                      </a:r>
                      <a:endParaRPr lang="zh-CN" altLang="en-US" sz="1600" b="0" baseline="0" dirty="0">
                        <a:solidFill>
                          <a:schemeClr val="bg1">
                            <a:lumMod val="50000"/>
                          </a:schemeClr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73250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PPP CSMA/CD STP</a:t>
                      </a:r>
                      <a:endParaRPr lang="zh-CN" altLang="en-US" sz="1600" b="0" baseline="0" dirty="0">
                        <a:solidFill>
                          <a:schemeClr val="bg1">
                            <a:lumMod val="50000"/>
                          </a:schemeClr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5816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CDMA</a:t>
                      </a:r>
                      <a:endParaRPr lang="zh-CN" altLang="en-US" sz="1600" b="0" baseline="0" dirty="0">
                        <a:solidFill>
                          <a:schemeClr val="bg1">
                            <a:lumMod val="50000"/>
                          </a:schemeClr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32181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404093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15013634-36DF-47CA-AF31-7CC4D2EA53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IP</a:t>
            </a:r>
            <a:r>
              <a:rPr lang="zh-CN" altLang="en-US" dirty="0"/>
              <a:t>地址的点分十进制记法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2B8DDCB-39EF-4E1F-9079-B863DF779CF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Dotted decimal notation</a:t>
            </a:r>
            <a:endParaRPr lang="zh-CN" altLang="en-US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22C32080-D88D-4E4D-899C-81884CF6BACF}"/>
              </a:ext>
            </a:extLst>
          </p:cNvPr>
          <p:cNvSpPr txBox="1"/>
          <p:nvPr/>
        </p:nvSpPr>
        <p:spPr>
          <a:xfrm>
            <a:off x="1492817" y="754144"/>
            <a:ext cx="92063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kern="1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为每个互联网节点</a:t>
            </a:r>
            <a:r>
              <a:rPr lang="en-US" altLang="zh-CN" sz="2000" kern="1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/</a:t>
            </a:r>
            <a:r>
              <a:rPr lang="zh-CN" altLang="en-US" sz="2000" kern="1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每个接口分配一个全世界范围内唯一的长度为</a:t>
            </a:r>
            <a:r>
              <a:rPr lang="en-US" altLang="zh-CN" sz="2000" kern="1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32</a:t>
            </a:r>
            <a:r>
              <a:rPr lang="zh-CN" altLang="en-US" sz="2000" kern="1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位的标识符</a:t>
            </a:r>
          </a:p>
        </p:txBody>
      </p:sp>
      <p:graphicFrame>
        <p:nvGraphicFramePr>
          <p:cNvPr id="28" name="表格 7">
            <a:extLst>
              <a:ext uri="{FF2B5EF4-FFF2-40B4-BE49-F238E27FC236}">
                <a16:creationId xmlns:a16="http://schemas.microsoft.com/office/drawing/2014/main" id="{35CAE486-AB34-47F3-BD07-23EBC069EC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2984402"/>
              </p:ext>
            </p:extLst>
          </p:nvPr>
        </p:nvGraphicFramePr>
        <p:xfrm>
          <a:off x="3216000" y="2468353"/>
          <a:ext cx="5760000" cy="2520000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440000">
                  <a:extLst>
                    <a:ext uri="{9D8B030D-6E8A-4147-A177-3AD203B41FA5}">
                      <a16:colId xmlns:a16="http://schemas.microsoft.com/office/drawing/2014/main" val="2219218864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3457718621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1100240597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3172996440"/>
                    </a:ext>
                  </a:extLst>
                </a:gridCol>
              </a:tblGrid>
              <a:tr h="360000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10000000000010110000001100011111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400" b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400" b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400" b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0461986"/>
                  </a:ext>
                </a:extLst>
              </a:tr>
              <a:tr h="360000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0875805"/>
                  </a:ext>
                </a:extLst>
              </a:tr>
              <a:tr h="360000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172813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10000000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00001011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00000011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00011111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8470907"/>
                  </a:ext>
                </a:extLst>
              </a:tr>
              <a:tr h="720000">
                <a:tc gridSpan="4">
                  <a:txBody>
                    <a:bodyPr/>
                    <a:lstStyle/>
                    <a:p>
                      <a:pPr algn="ctr"/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400" b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400" b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400" b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461216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128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11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3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31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46329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18403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38929971-9D25-4070-98CB-DCE25D6A595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IP</a:t>
            </a:r>
            <a:r>
              <a:rPr lang="zh-CN" altLang="en-US" dirty="0"/>
              <a:t>地址使用的演进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6AA424E-5DC0-4F3A-8FFB-567ECAB27F3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Evolutions</a:t>
            </a:r>
            <a:endParaRPr lang="zh-CN" altLang="en-US" dirty="0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7B9AEDE7-9AF4-41AF-B618-0B0526B7F658}"/>
              </a:ext>
            </a:extLst>
          </p:cNvPr>
          <p:cNvSpPr/>
          <p:nvPr/>
        </p:nvSpPr>
        <p:spPr>
          <a:xfrm>
            <a:off x="3618361" y="900897"/>
            <a:ext cx="2639505" cy="119431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kern="100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分类编址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1E3C580F-ED5E-4EC6-820B-1B27388DC6DF}"/>
              </a:ext>
            </a:extLst>
          </p:cNvPr>
          <p:cNvSpPr/>
          <p:nvPr/>
        </p:nvSpPr>
        <p:spPr>
          <a:xfrm>
            <a:off x="5799889" y="1567237"/>
            <a:ext cx="1812212" cy="527978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kern="100" dirty="0">
                <a:solidFill>
                  <a:schemeClr val="tx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Courier New" panose="02070309020205020404" pitchFamily="49" charset="0"/>
              </a:rPr>
              <a:t>RFC 791</a:t>
            </a:r>
            <a:endParaRPr lang="zh-CN" altLang="en-US" sz="1400" kern="100" dirty="0">
              <a:solidFill>
                <a:schemeClr val="tx1"/>
              </a:solidFill>
              <a:latin typeface="Courier New" panose="02070309020205020404" pitchFamily="49" charset="0"/>
              <a:ea typeface="微软雅黑 Light" panose="020B0502040204020203" pitchFamily="34" charset="-122"/>
              <a:cs typeface="Courier New" panose="02070309020205020404" pitchFamily="49" charset="0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8618E3FD-18BC-4BA9-BAF6-841D3E4081AB}"/>
              </a:ext>
            </a:extLst>
          </p:cNvPr>
          <p:cNvSpPr/>
          <p:nvPr/>
        </p:nvSpPr>
        <p:spPr>
          <a:xfrm>
            <a:off x="3618361" y="2706073"/>
            <a:ext cx="2639505" cy="119431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kern="100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划分子网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78EAC478-04C7-434F-8ACD-1E8570D5D501}"/>
              </a:ext>
            </a:extLst>
          </p:cNvPr>
          <p:cNvSpPr/>
          <p:nvPr/>
        </p:nvSpPr>
        <p:spPr>
          <a:xfrm>
            <a:off x="5799889" y="3372413"/>
            <a:ext cx="1812212" cy="527978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kern="100" dirty="0">
                <a:solidFill>
                  <a:schemeClr val="tx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Courier New" panose="02070309020205020404" pitchFamily="49" charset="0"/>
              </a:rPr>
              <a:t>RFC 950</a:t>
            </a:r>
            <a:endParaRPr lang="zh-CN" altLang="en-US" sz="1400" kern="100" dirty="0">
              <a:solidFill>
                <a:schemeClr val="tx1"/>
              </a:solidFill>
              <a:latin typeface="Courier New" panose="02070309020205020404" pitchFamily="49" charset="0"/>
              <a:ea typeface="微软雅黑 Light" panose="020B0502040204020203" pitchFamily="34" charset="-122"/>
              <a:cs typeface="Courier New" panose="02070309020205020404" pitchFamily="49" charset="0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42929635-B436-4C4A-9A76-32C48C1676F7}"/>
              </a:ext>
            </a:extLst>
          </p:cNvPr>
          <p:cNvSpPr/>
          <p:nvPr/>
        </p:nvSpPr>
        <p:spPr>
          <a:xfrm>
            <a:off x="3618361" y="4439761"/>
            <a:ext cx="2639505" cy="119431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00" kern="100" dirty="0">
                <a:solidFill>
                  <a:schemeClr val="tx1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无分类编址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64D000BC-1953-4E59-B64D-29C5B5C68DFF}"/>
              </a:ext>
            </a:extLst>
          </p:cNvPr>
          <p:cNvSpPr/>
          <p:nvPr/>
        </p:nvSpPr>
        <p:spPr>
          <a:xfrm>
            <a:off x="5799889" y="5106101"/>
            <a:ext cx="1812212" cy="527978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kern="1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微软雅黑 Light" panose="020B0502040204020203" pitchFamily="34" charset="-122"/>
                <a:cs typeface="Courier New" panose="02070309020205020404" pitchFamily="49" charset="0"/>
              </a:rPr>
              <a:t>RFC 1009</a:t>
            </a:r>
            <a:endParaRPr lang="zh-CN" altLang="en-US" sz="1400" kern="100" dirty="0">
              <a:solidFill>
                <a:schemeClr val="tx1"/>
              </a:solidFill>
              <a:effectLst/>
              <a:latin typeface="Courier New" panose="02070309020205020404" pitchFamily="49" charset="0"/>
              <a:ea typeface="微软雅黑 Light" panose="020B0502040204020203" pitchFamily="34" charset="-122"/>
              <a:cs typeface="Courier New" panose="02070309020205020404" pitchFamily="49" charset="0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5239A114-E070-461B-8B54-B14F201645F9}"/>
              </a:ext>
            </a:extLst>
          </p:cNvPr>
          <p:cNvSpPr/>
          <p:nvPr/>
        </p:nvSpPr>
        <p:spPr>
          <a:xfrm>
            <a:off x="7336458" y="5363851"/>
            <a:ext cx="1336200" cy="27022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kern="1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微软雅黑 Light" panose="020B0502040204020203" pitchFamily="34" charset="-122"/>
                <a:cs typeface="Courier New" panose="02070309020205020404" pitchFamily="49" charset="0"/>
              </a:rPr>
              <a:t>1987</a:t>
            </a:r>
            <a:r>
              <a:rPr lang="zh-CN" altLang="en-US" sz="1200" kern="1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微软雅黑 Light" panose="020B0502040204020203" pitchFamily="34" charset="-122"/>
                <a:cs typeface="Courier New" panose="02070309020205020404" pitchFamily="49" charset="0"/>
              </a:rPr>
              <a:t>年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DB7622D1-3536-49DD-A1EF-D5525652BE3E}"/>
              </a:ext>
            </a:extLst>
          </p:cNvPr>
          <p:cNvSpPr/>
          <p:nvPr/>
        </p:nvSpPr>
        <p:spPr>
          <a:xfrm>
            <a:off x="7336458" y="3630164"/>
            <a:ext cx="1336200" cy="27022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kern="1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微软雅黑 Light" panose="020B0502040204020203" pitchFamily="34" charset="-122"/>
                <a:cs typeface="Courier New" panose="02070309020205020404" pitchFamily="49" charset="0"/>
              </a:rPr>
              <a:t>1985</a:t>
            </a:r>
            <a:r>
              <a:rPr lang="zh-CN" altLang="en-US" sz="1200" kern="1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微软雅黑 Light" panose="020B0502040204020203" pitchFamily="34" charset="-122"/>
                <a:cs typeface="Courier New" panose="02070309020205020404" pitchFamily="49" charset="0"/>
              </a:rPr>
              <a:t>年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FE0105B6-A299-457C-A9A0-5F104D6AC4BC}"/>
              </a:ext>
            </a:extLst>
          </p:cNvPr>
          <p:cNvSpPr/>
          <p:nvPr/>
        </p:nvSpPr>
        <p:spPr>
          <a:xfrm>
            <a:off x="7336458" y="1824988"/>
            <a:ext cx="1336200" cy="27022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kern="1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微软雅黑 Light" panose="020B0502040204020203" pitchFamily="34" charset="-122"/>
                <a:cs typeface="Courier New" panose="02070309020205020404" pitchFamily="49" charset="0"/>
              </a:rPr>
              <a:t>1981</a:t>
            </a:r>
            <a:r>
              <a:rPr lang="zh-CN" altLang="en-US" sz="1200" kern="1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微软雅黑 Light" panose="020B0502040204020203" pitchFamily="34" charset="-122"/>
                <a:cs typeface="Courier New" panose="02070309020205020404" pitchFamily="49" charset="0"/>
              </a:rPr>
              <a:t>年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E22F1F64-1D42-4B06-89B1-D536B6C111E3}"/>
              </a:ext>
            </a:extLst>
          </p:cNvPr>
          <p:cNvSpPr/>
          <p:nvPr/>
        </p:nvSpPr>
        <p:spPr>
          <a:xfrm>
            <a:off x="2786333" y="1567237"/>
            <a:ext cx="1368000" cy="527978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kern="100" dirty="0">
                <a:solidFill>
                  <a:schemeClr val="tx1"/>
                </a:solidFill>
                <a:latin typeface="Cuprum" panose="00000500000000000000" pitchFamily="2" charset="0"/>
                <a:ea typeface="微软雅黑 Light" panose="020B0502040204020203" pitchFamily="34" charset="-122"/>
                <a:cs typeface="Courier New" panose="02070309020205020404" pitchFamily="49" charset="0"/>
              </a:rPr>
              <a:t>IP</a:t>
            </a:r>
            <a:endParaRPr lang="zh-CN" altLang="en-US" kern="100" dirty="0">
              <a:solidFill>
                <a:schemeClr val="tx1"/>
              </a:solidFill>
              <a:latin typeface="Cuprum" panose="00000500000000000000" pitchFamily="2" charset="0"/>
              <a:ea typeface="微软雅黑 Light" panose="020B0502040204020203" pitchFamily="34" charset="-122"/>
              <a:cs typeface="Courier New" panose="02070309020205020404" pitchFamily="49" charset="0"/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9AD358F8-6A57-4489-A311-F0B4170FD125}"/>
              </a:ext>
            </a:extLst>
          </p:cNvPr>
          <p:cNvSpPr/>
          <p:nvPr/>
        </p:nvSpPr>
        <p:spPr>
          <a:xfrm>
            <a:off x="2786333" y="3372413"/>
            <a:ext cx="1368000" cy="527978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kern="100" dirty="0">
                <a:solidFill>
                  <a:schemeClr val="tx1"/>
                </a:solidFill>
                <a:latin typeface="Cuprum" panose="00000500000000000000" pitchFamily="2" charset="0"/>
                <a:ea typeface="微软雅黑 Light" panose="020B0502040204020203" pitchFamily="34" charset="-122"/>
                <a:cs typeface="Courier New" panose="02070309020205020404" pitchFamily="49" charset="0"/>
              </a:rPr>
              <a:t>Subnetting</a:t>
            </a:r>
            <a:endParaRPr lang="zh-CN" altLang="en-US" kern="100" dirty="0">
              <a:solidFill>
                <a:schemeClr val="tx1"/>
              </a:solidFill>
              <a:latin typeface="Cuprum" panose="00000500000000000000" pitchFamily="2" charset="0"/>
              <a:ea typeface="微软雅黑 Light" panose="020B0502040204020203" pitchFamily="34" charset="-122"/>
              <a:cs typeface="Courier New" panose="02070309020205020404" pitchFamily="49" charset="0"/>
            </a:endParaRP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D768E127-199F-46C3-8DB5-30478DCBC216}"/>
              </a:ext>
            </a:extLst>
          </p:cNvPr>
          <p:cNvSpPr/>
          <p:nvPr/>
        </p:nvSpPr>
        <p:spPr>
          <a:xfrm>
            <a:off x="2786333" y="5106101"/>
            <a:ext cx="1368000" cy="527978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kern="100" dirty="0">
                <a:solidFill>
                  <a:schemeClr val="tx1"/>
                </a:solidFill>
                <a:effectLst/>
                <a:latin typeface="Cuprum" panose="00000500000000000000" pitchFamily="2" charset="0"/>
                <a:ea typeface="微软雅黑 Light" panose="020B0502040204020203" pitchFamily="34" charset="-122"/>
                <a:cs typeface="Courier New" panose="02070309020205020404" pitchFamily="49" charset="0"/>
              </a:rPr>
              <a:t>CIDR</a:t>
            </a:r>
            <a:endParaRPr lang="zh-CN" altLang="en-US" kern="100" dirty="0">
              <a:solidFill>
                <a:schemeClr val="tx1"/>
              </a:solidFill>
              <a:effectLst/>
              <a:latin typeface="Cuprum" panose="00000500000000000000" pitchFamily="2" charset="0"/>
              <a:ea typeface="微软雅黑 Light" panose="020B0502040204020203" pitchFamily="34" charset="-122"/>
              <a:cs typeface="Courier New" panose="02070309020205020404" pitchFamily="49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A639D10-E9A0-43EE-8966-FEA2070CE579}"/>
              </a:ext>
            </a:extLst>
          </p:cNvPr>
          <p:cNvSpPr txBox="1"/>
          <p:nvPr/>
        </p:nvSpPr>
        <p:spPr>
          <a:xfrm>
            <a:off x="2786333" y="1223921"/>
            <a:ext cx="7841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阶段</a:t>
            </a:r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1</a:t>
            </a:r>
            <a:endParaRPr lang="zh-CN" altLang="en-US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5B163FF2-DBA8-4EC0-9579-638593A67742}"/>
              </a:ext>
            </a:extLst>
          </p:cNvPr>
          <p:cNvSpPr txBox="1"/>
          <p:nvPr/>
        </p:nvSpPr>
        <p:spPr>
          <a:xfrm>
            <a:off x="2786332" y="2990102"/>
            <a:ext cx="7841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阶段</a:t>
            </a:r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2</a:t>
            </a:r>
            <a:endParaRPr lang="zh-CN" altLang="en-US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37AC2390-9B50-4AFC-9180-533095ECCBDE}"/>
              </a:ext>
            </a:extLst>
          </p:cNvPr>
          <p:cNvSpPr txBox="1"/>
          <p:nvPr/>
        </p:nvSpPr>
        <p:spPr>
          <a:xfrm>
            <a:off x="2786331" y="4690372"/>
            <a:ext cx="7841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阶段</a:t>
            </a:r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3</a:t>
            </a:r>
            <a:endParaRPr lang="zh-CN" altLang="en-US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56822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362B4D1D-6BC1-408D-A01D-65581425A0F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60000" y="6017358"/>
            <a:ext cx="2472000" cy="258532"/>
          </a:xfrm>
        </p:spPr>
        <p:txBody>
          <a:bodyPr/>
          <a:lstStyle/>
          <a:p>
            <a:r>
              <a:rPr lang="zh-CN" altLang="en-US" dirty="0"/>
              <a:t>分类编址的</a:t>
            </a:r>
            <a:r>
              <a:rPr lang="en-US" altLang="zh-CN" dirty="0"/>
              <a:t>IP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CD9CB5E-2406-469D-AC18-93D4C6E11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860000" y="6315131"/>
            <a:ext cx="2472000" cy="263149"/>
          </a:xfrm>
        </p:spPr>
        <p:txBody>
          <a:bodyPr lIns="0" rIns="0">
            <a:spAutoFit/>
          </a:bodyPr>
          <a:lstStyle/>
          <a:p>
            <a:r>
              <a:rPr lang="en-US" altLang="zh-CN" dirty="0"/>
              <a:t>Classification IP</a:t>
            </a:r>
            <a:endParaRPr lang="zh-CN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46D521C-128C-48D5-88DA-C9CD2A4B833D}"/>
              </a:ext>
            </a:extLst>
          </p:cNvPr>
          <p:cNvSpPr/>
          <p:nvPr/>
        </p:nvSpPr>
        <p:spPr>
          <a:xfrm>
            <a:off x="3285845" y="1786729"/>
            <a:ext cx="576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241EA1E-68AF-483C-BD19-E76BA4B662FC}"/>
              </a:ext>
            </a:extLst>
          </p:cNvPr>
          <p:cNvSpPr txBox="1"/>
          <p:nvPr/>
        </p:nvSpPr>
        <p:spPr>
          <a:xfrm>
            <a:off x="2663559" y="1766674"/>
            <a:ext cx="6222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000" kern="1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sz="2000" kern="1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类</a:t>
            </a:r>
          </a:p>
        </p:txBody>
      </p:sp>
      <p:graphicFrame>
        <p:nvGraphicFramePr>
          <p:cNvPr id="9" name="表格 7">
            <a:extLst>
              <a:ext uri="{FF2B5EF4-FFF2-40B4-BE49-F238E27FC236}">
                <a16:creationId xmlns:a16="http://schemas.microsoft.com/office/drawing/2014/main" id="{1998DB5D-73BA-48C3-BB10-0C102B3838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7043518"/>
              </p:ext>
            </p:extLst>
          </p:nvPr>
        </p:nvGraphicFramePr>
        <p:xfrm>
          <a:off x="3285845" y="843881"/>
          <a:ext cx="5759998" cy="370840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170296">
                  <a:extLst>
                    <a:ext uri="{9D8B030D-6E8A-4147-A177-3AD203B41FA5}">
                      <a16:colId xmlns:a16="http://schemas.microsoft.com/office/drawing/2014/main" val="2219218864"/>
                    </a:ext>
                  </a:extLst>
                </a:gridCol>
                <a:gridCol w="3419406">
                  <a:extLst>
                    <a:ext uri="{9D8B030D-6E8A-4147-A177-3AD203B41FA5}">
                      <a16:colId xmlns:a16="http://schemas.microsoft.com/office/drawing/2014/main" val="3364853701"/>
                    </a:ext>
                  </a:extLst>
                </a:gridCol>
                <a:gridCol w="1170296">
                  <a:extLst>
                    <a:ext uri="{9D8B030D-6E8A-4147-A177-3AD203B41FA5}">
                      <a16:colId xmlns:a16="http://schemas.microsoft.com/office/drawing/2014/main" val="32031184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zh-CN" b="0" dirty="0">
                          <a:solidFill>
                            <a:sysClr val="windowText" lastClr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←</a:t>
                      </a:r>
                      <a:endParaRPr lang="zh-CN" altLang="en-US" b="0" dirty="0">
                        <a:solidFill>
                          <a:sysClr val="windowText" lastClr="000000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ysClr val="windowText" lastClr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32bit=</a:t>
                      </a:r>
                      <a:r>
                        <a:rPr lang="zh-CN" altLang="en-US" b="0" dirty="0">
                          <a:solidFill>
                            <a:sysClr val="windowText" lastClr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网络号</a:t>
                      </a:r>
                      <a:r>
                        <a:rPr lang="en-US" altLang="zh-CN" b="0" dirty="0">
                          <a:solidFill>
                            <a:sysClr val="windowText" lastClr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+</a:t>
                      </a:r>
                      <a:r>
                        <a:rPr lang="zh-CN" altLang="en-US" b="0" dirty="0">
                          <a:solidFill>
                            <a:sysClr val="windowText" lastClr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主机号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altLang="en-US" b="0" dirty="0">
                          <a:solidFill>
                            <a:sysClr val="windowText" lastClr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→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8470907"/>
                  </a:ext>
                </a:extLst>
              </a:tr>
            </a:tbl>
          </a:graphicData>
        </a:graphic>
      </p:graphicFrame>
      <p:sp>
        <p:nvSpPr>
          <p:cNvPr id="10" name="矩形 9">
            <a:extLst>
              <a:ext uri="{FF2B5EF4-FFF2-40B4-BE49-F238E27FC236}">
                <a16:creationId xmlns:a16="http://schemas.microsoft.com/office/drawing/2014/main" id="{A436E614-430C-412A-9C17-D133BC9DB6DF}"/>
              </a:ext>
            </a:extLst>
          </p:cNvPr>
          <p:cNvSpPr/>
          <p:nvPr/>
        </p:nvSpPr>
        <p:spPr>
          <a:xfrm>
            <a:off x="3285845" y="1786729"/>
            <a:ext cx="1440000" cy="3600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8E22433-2BFE-4D7A-9DF8-15F6C3CBC54F}"/>
              </a:ext>
            </a:extLst>
          </p:cNvPr>
          <p:cNvSpPr txBox="1"/>
          <p:nvPr/>
        </p:nvSpPr>
        <p:spPr>
          <a:xfrm>
            <a:off x="3285845" y="1812841"/>
            <a:ext cx="15456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1400" b="1" kern="100" dirty="0">
                <a:solidFill>
                  <a:schemeClr val="bg1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0</a:t>
            </a:r>
            <a:r>
              <a:rPr lang="en-US" altLang="zh-CN" sz="1400" kern="100" dirty="0">
                <a:solidFill>
                  <a:schemeClr val="bg1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   net </a:t>
            </a:r>
            <a:r>
              <a:rPr lang="en-US" altLang="zh-CN" sz="1400" kern="1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ID-</a:t>
            </a:r>
            <a:r>
              <a:rPr lang="zh-CN" altLang="en-US" sz="1400" kern="1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网络号</a:t>
            </a:r>
            <a:endParaRPr lang="zh-CN" altLang="en-US" sz="1400" kern="100" dirty="0">
              <a:solidFill>
                <a:schemeClr val="bg1"/>
              </a:solidFill>
              <a:effectLst/>
              <a:latin typeface="微软雅黑 Light" panose="020B0502040204020203" pitchFamily="34" charset="-122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46F4D8E8-5B9E-4451-B122-3A1FA500E07C}"/>
              </a:ext>
            </a:extLst>
          </p:cNvPr>
          <p:cNvCxnSpPr>
            <a:cxnSpLocks/>
          </p:cNvCxnSpPr>
          <p:nvPr/>
        </p:nvCxnSpPr>
        <p:spPr>
          <a:xfrm>
            <a:off x="3559706" y="1822729"/>
            <a:ext cx="0" cy="28800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表格 7">
            <a:extLst>
              <a:ext uri="{FF2B5EF4-FFF2-40B4-BE49-F238E27FC236}">
                <a16:creationId xmlns:a16="http://schemas.microsoft.com/office/drawing/2014/main" id="{3419DA35-5B41-4E7D-BC94-35A152CD45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6612549"/>
              </p:ext>
            </p:extLst>
          </p:nvPr>
        </p:nvGraphicFramePr>
        <p:xfrm>
          <a:off x="3285843" y="2269135"/>
          <a:ext cx="1410006" cy="288000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351189">
                  <a:extLst>
                    <a:ext uri="{9D8B030D-6E8A-4147-A177-3AD203B41FA5}">
                      <a16:colId xmlns:a16="http://schemas.microsoft.com/office/drawing/2014/main" val="2219218864"/>
                    </a:ext>
                  </a:extLst>
                </a:gridCol>
                <a:gridCol w="622169">
                  <a:extLst>
                    <a:ext uri="{9D8B030D-6E8A-4147-A177-3AD203B41FA5}">
                      <a16:colId xmlns:a16="http://schemas.microsoft.com/office/drawing/2014/main" val="3364853701"/>
                    </a:ext>
                  </a:extLst>
                </a:gridCol>
                <a:gridCol w="436648">
                  <a:extLst>
                    <a:ext uri="{9D8B030D-6E8A-4147-A177-3AD203B41FA5}">
                      <a16:colId xmlns:a16="http://schemas.microsoft.com/office/drawing/2014/main" val="320311846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 b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等线" panose="02010600030101010101" pitchFamily="2" charset="-122"/>
                          <a:cs typeface="Courier New" panose="02070309020205020404" pitchFamily="49" charset="0"/>
                        </a:rPr>
                        <a:t>←</a:t>
                      </a:r>
                      <a:endParaRPr lang="zh-CN" altLang="en-US" sz="1400" b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8bit</a:t>
                      </a:r>
                      <a:endParaRPr lang="zh-CN" altLang="en-US" sz="1400" b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altLang="en-US" sz="1400" b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→</a:t>
                      </a:r>
                      <a:endParaRPr lang="zh-CN" altLang="en-US" sz="1400" b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8470907"/>
                  </a:ext>
                </a:extLst>
              </a:tr>
            </a:tbl>
          </a:graphicData>
        </a:graphic>
      </p:graphicFrame>
      <p:sp>
        <p:nvSpPr>
          <p:cNvPr id="15" name="矩形 14">
            <a:extLst>
              <a:ext uri="{FF2B5EF4-FFF2-40B4-BE49-F238E27FC236}">
                <a16:creationId xmlns:a16="http://schemas.microsoft.com/office/drawing/2014/main" id="{A416398F-0B4C-4DB3-B17B-A28FFE3CDD2D}"/>
              </a:ext>
            </a:extLst>
          </p:cNvPr>
          <p:cNvSpPr/>
          <p:nvPr/>
        </p:nvSpPr>
        <p:spPr>
          <a:xfrm>
            <a:off x="3285845" y="2803869"/>
            <a:ext cx="576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A0E8F47-E0FF-4276-B8AB-C8CD4892D8DA}"/>
              </a:ext>
            </a:extLst>
          </p:cNvPr>
          <p:cNvSpPr txBox="1"/>
          <p:nvPr/>
        </p:nvSpPr>
        <p:spPr>
          <a:xfrm>
            <a:off x="2663559" y="2783814"/>
            <a:ext cx="5918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000" kern="1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B</a:t>
            </a:r>
            <a:r>
              <a:rPr lang="zh-CN" altLang="en-US" sz="2000" kern="1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类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AF16D44-6DD5-441C-9B55-3354E07B2768}"/>
              </a:ext>
            </a:extLst>
          </p:cNvPr>
          <p:cNvSpPr/>
          <p:nvPr/>
        </p:nvSpPr>
        <p:spPr>
          <a:xfrm>
            <a:off x="3285845" y="2803869"/>
            <a:ext cx="2880000" cy="3600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B6B7D1C-F11D-4900-8FB2-A2379CC478ED}"/>
              </a:ext>
            </a:extLst>
          </p:cNvPr>
          <p:cNvSpPr txBox="1"/>
          <p:nvPr/>
        </p:nvSpPr>
        <p:spPr>
          <a:xfrm>
            <a:off x="3285845" y="2829981"/>
            <a:ext cx="16674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1400" b="1" kern="100" dirty="0">
                <a:solidFill>
                  <a:schemeClr val="bg1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10</a:t>
            </a:r>
            <a:r>
              <a:rPr lang="en-US" altLang="zh-CN" sz="1400" kern="100" dirty="0">
                <a:solidFill>
                  <a:schemeClr val="bg1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    net ID-</a:t>
            </a:r>
            <a:r>
              <a:rPr lang="zh-CN" altLang="en-US" sz="1400" kern="100" dirty="0">
                <a:solidFill>
                  <a:schemeClr val="bg1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网络号</a:t>
            </a: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E0D36076-E975-4787-92C0-BBEFB188DAA1}"/>
              </a:ext>
            </a:extLst>
          </p:cNvPr>
          <p:cNvCxnSpPr>
            <a:cxnSpLocks/>
          </p:cNvCxnSpPr>
          <p:nvPr/>
        </p:nvCxnSpPr>
        <p:spPr>
          <a:xfrm>
            <a:off x="3680470" y="2839869"/>
            <a:ext cx="0" cy="28800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" name="表格 7">
            <a:extLst>
              <a:ext uri="{FF2B5EF4-FFF2-40B4-BE49-F238E27FC236}">
                <a16:creationId xmlns:a16="http://schemas.microsoft.com/office/drawing/2014/main" id="{29A6D8E0-7263-48FF-BD6B-B12ECF0B95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0217522"/>
              </p:ext>
            </p:extLst>
          </p:nvPr>
        </p:nvGraphicFramePr>
        <p:xfrm>
          <a:off x="3315837" y="3302979"/>
          <a:ext cx="2850006" cy="288000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950002">
                  <a:extLst>
                    <a:ext uri="{9D8B030D-6E8A-4147-A177-3AD203B41FA5}">
                      <a16:colId xmlns:a16="http://schemas.microsoft.com/office/drawing/2014/main" val="2219218864"/>
                    </a:ext>
                  </a:extLst>
                </a:gridCol>
                <a:gridCol w="950002">
                  <a:extLst>
                    <a:ext uri="{9D8B030D-6E8A-4147-A177-3AD203B41FA5}">
                      <a16:colId xmlns:a16="http://schemas.microsoft.com/office/drawing/2014/main" val="3364853701"/>
                    </a:ext>
                  </a:extLst>
                </a:gridCol>
                <a:gridCol w="950002">
                  <a:extLst>
                    <a:ext uri="{9D8B030D-6E8A-4147-A177-3AD203B41FA5}">
                      <a16:colId xmlns:a16="http://schemas.microsoft.com/office/drawing/2014/main" val="320311846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 b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等线" panose="02010600030101010101" pitchFamily="2" charset="-122"/>
                          <a:cs typeface="Courier New" panose="02070309020205020404" pitchFamily="49" charset="0"/>
                        </a:rPr>
                        <a:t>←</a:t>
                      </a:r>
                      <a:endParaRPr lang="zh-CN" altLang="en-US" sz="1400" b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16bit</a:t>
                      </a:r>
                      <a:endParaRPr lang="zh-CN" altLang="en-US" sz="1400" b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altLang="en-US" sz="1400" b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→</a:t>
                      </a:r>
                      <a:endParaRPr lang="zh-CN" altLang="en-US" sz="1400" b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8470907"/>
                  </a:ext>
                </a:extLst>
              </a:tr>
            </a:tbl>
          </a:graphicData>
        </a:graphic>
      </p:graphicFrame>
      <p:sp>
        <p:nvSpPr>
          <p:cNvPr id="21" name="文本框 20">
            <a:extLst>
              <a:ext uri="{FF2B5EF4-FFF2-40B4-BE49-F238E27FC236}">
                <a16:creationId xmlns:a16="http://schemas.microsoft.com/office/drawing/2014/main" id="{DA8217C5-B7E2-4745-8592-63E52DFFB309}"/>
              </a:ext>
            </a:extLst>
          </p:cNvPr>
          <p:cNvSpPr txBox="1"/>
          <p:nvPr/>
        </p:nvSpPr>
        <p:spPr>
          <a:xfrm>
            <a:off x="7029704" y="2829981"/>
            <a:ext cx="13918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1400" kern="1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host ID-</a:t>
            </a:r>
            <a:r>
              <a:rPr lang="zh-CN" altLang="en-US" sz="1400" kern="1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主机号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4107512-EE69-4154-BE2B-24DD748255A1}"/>
              </a:ext>
            </a:extLst>
          </p:cNvPr>
          <p:cNvSpPr txBox="1"/>
          <p:nvPr/>
        </p:nvSpPr>
        <p:spPr>
          <a:xfrm>
            <a:off x="6408607" y="1812841"/>
            <a:ext cx="13918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1400" kern="1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host ID-</a:t>
            </a:r>
            <a:r>
              <a:rPr lang="zh-CN" altLang="en-US" sz="1400" kern="1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主机号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885FFFB-63E0-4972-8861-8619C22AEBDE}"/>
              </a:ext>
            </a:extLst>
          </p:cNvPr>
          <p:cNvSpPr/>
          <p:nvPr/>
        </p:nvSpPr>
        <p:spPr>
          <a:xfrm>
            <a:off x="3285843" y="3848672"/>
            <a:ext cx="576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838704BA-EBD8-4746-9C72-5DC22BC3AF56}"/>
              </a:ext>
            </a:extLst>
          </p:cNvPr>
          <p:cNvSpPr txBox="1"/>
          <p:nvPr/>
        </p:nvSpPr>
        <p:spPr>
          <a:xfrm>
            <a:off x="2663557" y="3828617"/>
            <a:ext cx="6222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000" kern="1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C</a:t>
            </a:r>
            <a:r>
              <a:rPr lang="zh-CN" altLang="en-US" sz="2000" kern="1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类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97ACF91-DEE4-4BC3-8D13-76CF9578AC9D}"/>
              </a:ext>
            </a:extLst>
          </p:cNvPr>
          <p:cNvSpPr/>
          <p:nvPr/>
        </p:nvSpPr>
        <p:spPr>
          <a:xfrm>
            <a:off x="3285843" y="3848672"/>
            <a:ext cx="4320000" cy="3600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C269FBAF-48B1-475E-B023-9DE28EA91459}"/>
              </a:ext>
            </a:extLst>
          </p:cNvPr>
          <p:cNvSpPr txBox="1"/>
          <p:nvPr/>
        </p:nvSpPr>
        <p:spPr>
          <a:xfrm>
            <a:off x="3285843" y="3874784"/>
            <a:ext cx="17363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1400" b="1" kern="100" dirty="0">
                <a:solidFill>
                  <a:schemeClr val="bg1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110</a:t>
            </a:r>
            <a:r>
              <a:rPr lang="en-US" altLang="zh-CN" sz="1400" kern="100" dirty="0">
                <a:solidFill>
                  <a:schemeClr val="bg1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    </a:t>
            </a:r>
            <a:r>
              <a:rPr lang="en-US" altLang="zh-CN" sz="1400" kern="1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net ID-</a:t>
            </a:r>
            <a:r>
              <a:rPr lang="zh-CN" altLang="en-US" sz="1400" kern="1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网络号</a:t>
            </a:r>
            <a:endParaRPr lang="zh-CN" altLang="en-US" sz="1400" kern="100" dirty="0">
              <a:solidFill>
                <a:schemeClr val="bg1"/>
              </a:solidFill>
              <a:effectLst/>
              <a:latin typeface="微软雅黑 Light" panose="020B0502040204020203" pitchFamily="34" charset="-122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37D493FA-7F9A-41F5-BF71-A239B18B7F8E}"/>
              </a:ext>
            </a:extLst>
          </p:cNvPr>
          <p:cNvCxnSpPr>
            <a:cxnSpLocks/>
          </p:cNvCxnSpPr>
          <p:nvPr/>
        </p:nvCxnSpPr>
        <p:spPr>
          <a:xfrm>
            <a:off x="3783980" y="3884672"/>
            <a:ext cx="0" cy="28800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8" name="表格 7">
            <a:extLst>
              <a:ext uri="{FF2B5EF4-FFF2-40B4-BE49-F238E27FC236}">
                <a16:creationId xmlns:a16="http://schemas.microsoft.com/office/drawing/2014/main" id="{FB941318-0AAC-4AC8-BC70-29FB8D0771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2140167"/>
              </p:ext>
            </p:extLst>
          </p:nvPr>
        </p:nvGraphicFramePr>
        <p:xfrm>
          <a:off x="3315835" y="4347782"/>
          <a:ext cx="4290009" cy="288000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430003">
                  <a:extLst>
                    <a:ext uri="{9D8B030D-6E8A-4147-A177-3AD203B41FA5}">
                      <a16:colId xmlns:a16="http://schemas.microsoft.com/office/drawing/2014/main" val="2219218864"/>
                    </a:ext>
                  </a:extLst>
                </a:gridCol>
                <a:gridCol w="1430003">
                  <a:extLst>
                    <a:ext uri="{9D8B030D-6E8A-4147-A177-3AD203B41FA5}">
                      <a16:colId xmlns:a16="http://schemas.microsoft.com/office/drawing/2014/main" val="3364853701"/>
                    </a:ext>
                  </a:extLst>
                </a:gridCol>
                <a:gridCol w="1430003">
                  <a:extLst>
                    <a:ext uri="{9D8B030D-6E8A-4147-A177-3AD203B41FA5}">
                      <a16:colId xmlns:a16="http://schemas.microsoft.com/office/drawing/2014/main" val="320311846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 b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等线" panose="02010600030101010101" pitchFamily="2" charset="-122"/>
                          <a:cs typeface="Courier New" panose="02070309020205020404" pitchFamily="49" charset="0"/>
                        </a:rPr>
                        <a:t>←</a:t>
                      </a:r>
                      <a:endParaRPr lang="zh-CN" altLang="en-US" sz="1400" b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24bit</a:t>
                      </a:r>
                      <a:endParaRPr lang="zh-CN" altLang="en-US" sz="1400" b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altLang="en-US" sz="1400" b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→</a:t>
                      </a:r>
                      <a:endParaRPr lang="zh-CN" altLang="en-US" sz="1400" b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8470907"/>
                  </a:ext>
                </a:extLst>
              </a:tr>
            </a:tbl>
          </a:graphicData>
        </a:graphic>
      </p:graphicFrame>
      <p:sp>
        <p:nvSpPr>
          <p:cNvPr id="29" name="文本框 28">
            <a:extLst>
              <a:ext uri="{FF2B5EF4-FFF2-40B4-BE49-F238E27FC236}">
                <a16:creationId xmlns:a16="http://schemas.microsoft.com/office/drawing/2014/main" id="{FFB10D42-4688-45C8-942C-E5FAC4E030A1}"/>
              </a:ext>
            </a:extLst>
          </p:cNvPr>
          <p:cNvSpPr txBox="1"/>
          <p:nvPr/>
        </p:nvSpPr>
        <p:spPr>
          <a:xfrm>
            <a:off x="7666536" y="3874784"/>
            <a:ext cx="13918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1400" kern="1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host ID-</a:t>
            </a:r>
            <a:r>
              <a:rPr lang="zh-CN" altLang="en-US" sz="1400" kern="1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主机号</a:t>
            </a:r>
            <a:endParaRPr lang="zh-CN" altLang="en-US" sz="1400" kern="100" dirty="0">
              <a:effectLst/>
              <a:latin typeface="微软雅黑 Light" panose="020B0502040204020203" pitchFamily="34" charset="-122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64EB916-D161-4EB2-B0D2-39C383B87D48}"/>
              </a:ext>
            </a:extLst>
          </p:cNvPr>
          <p:cNvSpPr txBox="1"/>
          <p:nvPr/>
        </p:nvSpPr>
        <p:spPr>
          <a:xfrm>
            <a:off x="3315835" y="5013791"/>
            <a:ext cx="272382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kern="100" dirty="0">
                <a:latin typeface="Cuprum" panose="00000500000000000000" pitchFamily="2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不能分配给主机的地址：</a:t>
            </a:r>
            <a:endParaRPr lang="en-US" altLang="zh-CN" kern="100" dirty="0">
              <a:latin typeface="Cuprum" panose="00000500000000000000" pitchFamily="2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 kern="100" dirty="0">
                <a:latin typeface="Cuprum" panose="00000500000000000000" pitchFamily="2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全</a:t>
            </a:r>
            <a:r>
              <a:rPr lang="en-US" altLang="zh-CN" kern="100" dirty="0">
                <a:latin typeface="Cuprum" panose="00000500000000000000" pitchFamily="2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0</a:t>
            </a:r>
            <a:r>
              <a:rPr lang="zh-CN" altLang="en-US" kern="100" dirty="0">
                <a:latin typeface="Cuprum" panose="00000500000000000000" pitchFamily="2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的地址</a:t>
            </a:r>
            <a:r>
              <a:rPr lang="en-US" altLang="zh-CN" kern="100" dirty="0">
                <a:latin typeface="Cuprum" panose="00000500000000000000" pitchFamily="2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-</a:t>
            </a:r>
            <a:r>
              <a:rPr lang="zh-CN" altLang="en-US" kern="100" dirty="0">
                <a:latin typeface="Cuprum" panose="00000500000000000000" pitchFamily="2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网络地址</a:t>
            </a:r>
            <a:endParaRPr lang="en-US" altLang="zh-CN" kern="100" dirty="0">
              <a:latin typeface="Cuprum" panose="00000500000000000000" pitchFamily="2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 kern="100" dirty="0">
                <a:latin typeface="Cuprum" panose="00000500000000000000" pitchFamily="2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全</a:t>
            </a:r>
            <a:r>
              <a:rPr lang="en-US" altLang="zh-CN" kern="100" dirty="0">
                <a:latin typeface="Cuprum" panose="00000500000000000000" pitchFamily="2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kern="100" dirty="0">
                <a:latin typeface="Cuprum" panose="00000500000000000000" pitchFamily="2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的地址</a:t>
            </a:r>
            <a:r>
              <a:rPr lang="en-US" altLang="zh-CN" kern="100" dirty="0">
                <a:latin typeface="Cuprum" panose="00000500000000000000" pitchFamily="2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-</a:t>
            </a:r>
            <a:r>
              <a:rPr lang="zh-CN" altLang="en-US" kern="100" dirty="0">
                <a:latin typeface="Cuprum" panose="00000500000000000000" pitchFamily="2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广播地址</a:t>
            </a:r>
          </a:p>
        </p:txBody>
      </p:sp>
    </p:spTree>
    <p:extLst>
      <p:ext uri="{BB962C8B-B14F-4D97-AF65-F5344CB8AC3E}">
        <p14:creationId xmlns:p14="http://schemas.microsoft.com/office/powerpoint/2010/main" val="40114958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362B4D1D-6BC1-408D-A01D-65581425A0F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60000" y="6017358"/>
            <a:ext cx="2472000" cy="258532"/>
          </a:xfrm>
        </p:spPr>
        <p:txBody>
          <a:bodyPr/>
          <a:lstStyle/>
          <a:p>
            <a:r>
              <a:rPr lang="en-US" altLang="zh-CN" dirty="0"/>
              <a:t>A</a:t>
            </a:r>
            <a:r>
              <a:rPr lang="zh-CN" altLang="en-US" dirty="0"/>
              <a:t>类</a:t>
            </a:r>
            <a:r>
              <a:rPr lang="en-US" altLang="zh-CN" dirty="0"/>
              <a:t>IP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CD9CB5E-2406-469D-AC18-93D4C6E11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860000" y="6315131"/>
            <a:ext cx="2472000" cy="263149"/>
          </a:xfrm>
        </p:spPr>
        <p:txBody>
          <a:bodyPr lIns="0" rIns="0">
            <a:spAutoFit/>
          </a:bodyPr>
          <a:lstStyle/>
          <a:p>
            <a:r>
              <a:rPr lang="en-US" altLang="zh-CN" dirty="0"/>
              <a:t>Classification IP</a:t>
            </a:r>
            <a:endParaRPr lang="zh-CN" altLang="en-US" dirty="0"/>
          </a:p>
        </p:txBody>
      </p:sp>
      <p:graphicFrame>
        <p:nvGraphicFramePr>
          <p:cNvPr id="30" name="表格 7">
            <a:extLst>
              <a:ext uri="{FF2B5EF4-FFF2-40B4-BE49-F238E27FC236}">
                <a16:creationId xmlns:a16="http://schemas.microsoft.com/office/drawing/2014/main" id="{C67E69C1-4119-4375-B01B-AD1F32715F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7781365"/>
              </p:ext>
            </p:extLst>
          </p:nvPr>
        </p:nvGraphicFramePr>
        <p:xfrm>
          <a:off x="660000" y="540735"/>
          <a:ext cx="10872000" cy="5400000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512000">
                  <a:extLst>
                    <a:ext uri="{9D8B030D-6E8A-4147-A177-3AD203B41FA5}">
                      <a16:colId xmlns:a16="http://schemas.microsoft.com/office/drawing/2014/main" val="202260817"/>
                    </a:ext>
                  </a:extLst>
                </a:gridCol>
                <a:gridCol w="2880000">
                  <a:extLst>
                    <a:ext uri="{9D8B030D-6E8A-4147-A177-3AD203B41FA5}">
                      <a16:colId xmlns:a16="http://schemas.microsoft.com/office/drawing/2014/main" val="3520373161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2219218864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3457718621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1100240597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317299644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Net ID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Host ID/</a:t>
                      </a:r>
                      <a:r>
                        <a:rPr lang="zh-CN" altLang="en-US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主机地址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US" altLang="zh-CN" sz="1400" b="0" baseline="0" dirty="0">
                          <a:solidFill>
                            <a:sysClr val="windowText" lastClr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host</a:t>
                      </a:r>
                      <a:r>
                        <a:rPr lang="zh-CN" altLang="en-US" sz="1400" b="0" baseline="0" dirty="0">
                          <a:solidFill>
                            <a:sysClr val="windowText" lastClr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altLang="zh-CN" sz="1400" b="0" baseline="0" dirty="0">
                          <a:solidFill>
                            <a:sysClr val="windowText" lastClr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ID</a:t>
                      </a:r>
                      <a:endParaRPr lang="zh-CN" altLang="en-US" sz="1400" b="0" baseline="0" dirty="0">
                        <a:solidFill>
                          <a:sysClr val="windowText" lastClr="000000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400" b="0" baseline="0" dirty="0">
                        <a:solidFill>
                          <a:sysClr val="windowText" lastClr="000000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115259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代表本机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0.0.0.0</a:t>
                      </a:r>
                      <a:r>
                        <a:rPr lang="zh-CN" altLang="en-US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最小网络号</a:t>
                      </a:r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-</a:t>
                      </a:r>
                      <a:r>
                        <a:rPr lang="zh-CN" altLang="en-US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保留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kern="1200" baseline="0" dirty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0</a:t>
                      </a:r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000 0000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0000 0000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0000 0000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0000 0000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847090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zh-CN" altLang="en-US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第一个网络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1.0.0.0</a:t>
                      </a:r>
                      <a:r>
                        <a:rPr lang="zh-CN" altLang="en-US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网络地址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kern="1200" baseline="0" dirty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0</a:t>
                      </a:r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000 0001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0000 0000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0000 0000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0000 0000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055381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1.0.0.1</a:t>
                      </a:r>
                      <a:r>
                        <a:rPr lang="zh-CN" altLang="en-US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最小地址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kern="1200" baseline="0" dirty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0</a:t>
                      </a:r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000 0001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0000 0000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0000 0000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0000 0001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661904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1.255.255.254</a:t>
                      </a:r>
                      <a:r>
                        <a:rPr lang="zh-CN" altLang="en-US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最大地址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kern="1200" baseline="0" dirty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0</a:t>
                      </a:r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000 0001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1111 1111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1111 1111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1111 1110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591442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1.255.255.255</a:t>
                      </a:r>
                      <a:r>
                        <a:rPr lang="zh-CN" altLang="en-US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广播地址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kern="1200" baseline="0" dirty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0</a:t>
                      </a:r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000 0001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1111 1111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1111 1111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1111 1111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74424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…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…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…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…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402966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zh-CN" altLang="en-US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最后一个网路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126.0.0.0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kern="1200" baseline="0" dirty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0</a:t>
                      </a:r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111 1110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0000 0000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0000 0000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0000 0000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997505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…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…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…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…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615234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kern="1200" baseline="0" dirty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0</a:t>
                      </a:r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111 1110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1111 1111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1111 1111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1111 1111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934731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zh-CN" altLang="en-US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不指派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127.0.0.0</a:t>
                      </a:r>
                      <a:r>
                        <a:rPr lang="zh-CN" altLang="en-US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最大网络号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kern="1200" baseline="0" dirty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0</a:t>
                      </a:r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111 1111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0000 0000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0000 0000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0000 0000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873012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网络测试地址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127.0.0.1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kern="1200" baseline="0" dirty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0</a:t>
                      </a:r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111 1111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0000 0000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0000 0000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0000 0001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006953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…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…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…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…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51451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127.255.255.254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kern="1200" baseline="0" dirty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0</a:t>
                      </a:r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111 1111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1111 1111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1111 1111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1111 1110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636759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kern="1200" baseline="0" dirty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0</a:t>
                      </a:r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111 1111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1111 1111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1111 1111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1111 1111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80306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694492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362B4D1D-6BC1-408D-A01D-65581425A0F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60000" y="6017358"/>
            <a:ext cx="2472000" cy="258532"/>
          </a:xfrm>
        </p:spPr>
        <p:txBody>
          <a:bodyPr/>
          <a:lstStyle/>
          <a:p>
            <a:r>
              <a:rPr lang="en-US" altLang="zh-CN" dirty="0"/>
              <a:t>B</a:t>
            </a:r>
            <a:r>
              <a:rPr lang="zh-CN" altLang="en-US" dirty="0"/>
              <a:t>类</a:t>
            </a:r>
            <a:r>
              <a:rPr lang="en-US" altLang="zh-CN" dirty="0"/>
              <a:t>IP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CD9CB5E-2406-469D-AC18-93D4C6E11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860000" y="6315131"/>
            <a:ext cx="2472000" cy="263149"/>
          </a:xfrm>
        </p:spPr>
        <p:txBody>
          <a:bodyPr lIns="0" rIns="0">
            <a:spAutoFit/>
          </a:bodyPr>
          <a:lstStyle/>
          <a:p>
            <a:r>
              <a:rPr lang="en-US" altLang="zh-CN" dirty="0"/>
              <a:t>Classification IP</a:t>
            </a:r>
            <a:endParaRPr lang="zh-CN" altLang="en-US" dirty="0"/>
          </a:p>
        </p:txBody>
      </p:sp>
      <p:graphicFrame>
        <p:nvGraphicFramePr>
          <p:cNvPr id="5" name="表格 7">
            <a:extLst>
              <a:ext uri="{FF2B5EF4-FFF2-40B4-BE49-F238E27FC236}">
                <a16:creationId xmlns:a16="http://schemas.microsoft.com/office/drawing/2014/main" id="{5E479F9D-8220-4860-BD3D-F7C40DB378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9047226"/>
              </p:ext>
            </p:extLst>
          </p:nvPr>
        </p:nvGraphicFramePr>
        <p:xfrm>
          <a:off x="660000" y="1269000"/>
          <a:ext cx="10872000" cy="4320000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512000">
                  <a:extLst>
                    <a:ext uri="{9D8B030D-6E8A-4147-A177-3AD203B41FA5}">
                      <a16:colId xmlns:a16="http://schemas.microsoft.com/office/drawing/2014/main" val="305559166"/>
                    </a:ext>
                  </a:extLst>
                </a:gridCol>
                <a:gridCol w="2880000">
                  <a:extLst>
                    <a:ext uri="{9D8B030D-6E8A-4147-A177-3AD203B41FA5}">
                      <a16:colId xmlns:a16="http://schemas.microsoft.com/office/drawing/2014/main" val="3520373161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2219218864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3457718621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1100240597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317299644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Net ID/</a:t>
                      </a:r>
                      <a:r>
                        <a:rPr lang="zh-CN" altLang="en-US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网络地址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400" b="0" baseline="0" dirty="0">
                        <a:solidFill>
                          <a:sysClr val="windowText" lastClr="000000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Host ID/</a:t>
                      </a:r>
                      <a:r>
                        <a:rPr lang="zh-CN" altLang="en-US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主机地址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400" b="0" baseline="0" dirty="0">
                        <a:solidFill>
                          <a:sysClr val="windowText" lastClr="000000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115259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第一个网络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128.0.0.0</a:t>
                      </a:r>
                      <a:r>
                        <a:rPr lang="zh-CN" altLang="en-US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网络地址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kern="1200" baseline="0" dirty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10</a:t>
                      </a:r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00 0000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0000 0000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0000 0000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0000 0000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847090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128.0.0.1</a:t>
                      </a:r>
                      <a:r>
                        <a:rPr lang="zh-CN" altLang="en-US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最小地址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kern="1200" baseline="0" dirty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10</a:t>
                      </a:r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00 0000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0000 0000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0000 0000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0000 0001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756275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…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…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…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…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431302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128.0.255.254</a:t>
                      </a:r>
                      <a:r>
                        <a:rPr lang="zh-CN" altLang="en-US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最大地址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10</a:t>
                      </a:r>
                      <a:r>
                        <a:rPr kumimoji="0" lang="en-US" altLang="zh-CN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00 0000</a:t>
                      </a:r>
                      <a:endParaRPr kumimoji="0" lang="zh-CN" alt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0000 0000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1111 1111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1111 1110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9287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128.0.255.255</a:t>
                      </a:r>
                      <a:r>
                        <a:rPr lang="zh-CN" altLang="en-US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广播地址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10</a:t>
                      </a:r>
                      <a:r>
                        <a:rPr kumimoji="0" lang="en-US" altLang="zh-CN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00 0000</a:t>
                      </a:r>
                      <a:endParaRPr kumimoji="0" lang="zh-CN" alt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0000 0000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1111 1111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1111 1111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37964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…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…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…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…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736083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zh-CN" altLang="en-US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最后一个网络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191.255.0.0</a:t>
                      </a:r>
                      <a:r>
                        <a:rPr lang="zh-CN" altLang="en-US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网络地址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kern="1200" baseline="0" dirty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10</a:t>
                      </a:r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11 1111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1111 1111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0000 0000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0000 0000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055381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191.255.0.1</a:t>
                      </a:r>
                      <a:r>
                        <a:rPr lang="zh-CN" altLang="en-US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最小地址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kern="1200" baseline="0" dirty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10</a:t>
                      </a:r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11 1111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1111 1111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0000 0000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0000 0001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335185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…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…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…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…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651698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192.255.255.254</a:t>
                      </a:r>
                      <a:r>
                        <a:rPr lang="zh-CN" altLang="en-US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最大地址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kern="1200" baseline="0" dirty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10</a:t>
                      </a:r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11 1111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1111 1111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1111 1111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1111 1110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873012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192.255.255.255</a:t>
                      </a:r>
                      <a:r>
                        <a:rPr lang="zh-CN" altLang="en-US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广播地址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kern="1200" baseline="0" dirty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10</a:t>
                      </a:r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11 1111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1111 1111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1111 1111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1111 1111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66571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87715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362B4D1D-6BC1-408D-A01D-65581425A0F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60000" y="6017358"/>
            <a:ext cx="2472000" cy="258532"/>
          </a:xfrm>
        </p:spPr>
        <p:txBody>
          <a:bodyPr/>
          <a:lstStyle/>
          <a:p>
            <a:r>
              <a:rPr lang="en-US" altLang="zh-CN" dirty="0"/>
              <a:t>C</a:t>
            </a:r>
            <a:r>
              <a:rPr lang="zh-CN" altLang="en-US" dirty="0"/>
              <a:t>类</a:t>
            </a:r>
            <a:r>
              <a:rPr lang="en-US" altLang="zh-CN" dirty="0"/>
              <a:t>IP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CD9CB5E-2406-469D-AC18-93D4C6E11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860000" y="6315131"/>
            <a:ext cx="2472000" cy="263149"/>
          </a:xfrm>
        </p:spPr>
        <p:txBody>
          <a:bodyPr lIns="0" rIns="0">
            <a:spAutoFit/>
          </a:bodyPr>
          <a:lstStyle/>
          <a:p>
            <a:r>
              <a:rPr lang="en-US" altLang="zh-CN" dirty="0"/>
              <a:t>Classification IP</a:t>
            </a:r>
            <a:endParaRPr lang="zh-CN" altLang="en-US" dirty="0"/>
          </a:p>
        </p:txBody>
      </p:sp>
      <p:graphicFrame>
        <p:nvGraphicFramePr>
          <p:cNvPr id="5" name="表格 7">
            <a:extLst>
              <a:ext uri="{FF2B5EF4-FFF2-40B4-BE49-F238E27FC236}">
                <a16:creationId xmlns:a16="http://schemas.microsoft.com/office/drawing/2014/main" id="{5E479F9D-8220-4860-BD3D-F7C40DB378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9499541"/>
              </p:ext>
            </p:extLst>
          </p:nvPr>
        </p:nvGraphicFramePr>
        <p:xfrm>
          <a:off x="660000" y="1269000"/>
          <a:ext cx="10872000" cy="4320000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512000">
                  <a:extLst>
                    <a:ext uri="{9D8B030D-6E8A-4147-A177-3AD203B41FA5}">
                      <a16:colId xmlns:a16="http://schemas.microsoft.com/office/drawing/2014/main" val="71720503"/>
                    </a:ext>
                  </a:extLst>
                </a:gridCol>
                <a:gridCol w="2880000">
                  <a:extLst>
                    <a:ext uri="{9D8B030D-6E8A-4147-A177-3AD203B41FA5}">
                      <a16:colId xmlns:a16="http://schemas.microsoft.com/office/drawing/2014/main" val="3520373161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2219218864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3457718621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1100240597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317299644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Net ID/</a:t>
                      </a:r>
                      <a:r>
                        <a:rPr lang="zh-CN" altLang="en-US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网络地址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400" b="0" baseline="0" dirty="0">
                        <a:solidFill>
                          <a:sysClr val="windowText" lastClr="000000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400" b="0" baseline="0" dirty="0">
                        <a:solidFill>
                          <a:sysClr val="windowText" lastClr="000000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host</a:t>
                      </a:r>
                      <a:r>
                        <a:rPr lang="zh-CN" altLang="en-US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ID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115259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第一个网络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192.0.0.0</a:t>
                      </a:r>
                      <a:r>
                        <a:rPr lang="zh-CN" altLang="en-US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网络地址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kern="1200" baseline="0" dirty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110</a:t>
                      </a:r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0 0000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0000 0000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0000 0000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0000 0000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847090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192.0.0.1</a:t>
                      </a:r>
                      <a:r>
                        <a:rPr lang="zh-CN" altLang="en-US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最小地址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kern="1200" baseline="0" dirty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110</a:t>
                      </a:r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0 0000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0000 0000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0000 0000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0000 0001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055381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…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…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…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…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06373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192.0.0.254</a:t>
                      </a:r>
                      <a:r>
                        <a:rPr lang="zh-CN" altLang="en-US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最大地址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kern="1200" baseline="0" dirty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110</a:t>
                      </a:r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0 0000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0000 0000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0000 0000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1111 1110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62444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192.0.0.255</a:t>
                      </a:r>
                      <a:r>
                        <a:rPr lang="zh-CN" altLang="en-US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广播地址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kern="1200" baseline="0" dirty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110</a:t>
                      </a:r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0 0000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0000 0000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0000 0000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1111 1111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05162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…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…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…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…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530885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zh-CN" altLang="en-US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最后一个网络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223.255.255.0</a:t>
                      </a:r>
                      <a:r>
                        <a:rPr lang="zh-CN" altLang="en-US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网络地址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kern="1200" baseline="0" dirty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110</a:t>
                      </a:r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1 1111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1111 1111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1111 1111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0000 0000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873012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223.255.255.1</a:t>
                      </a:r>
                      <a:r>
                        <a:rPr lang="zh-CN" altLang="en-US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最小地址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kern="1200" baseline="0" dirty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110</a:t>
                      </a:r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1 1111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1111 1111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1111 1111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0000 0001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128891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…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…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…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…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512473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223.255.255.254</a:t>
                      </a:r>
                      <a:r>
                        <a:rPr lang="zh-CN" altLang="en-US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最大地址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kern="1200" baseline="0" dirty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110</a:t>
                      </a:r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1 1111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1111 1111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1111 1111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1111 1110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108560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223.255.255.255</a:t>
                      </a:r>
                      <a:r>
                        <a:rPr lang="zh-CN" altLang="en-US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广播地址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kern="1200" baseline="0" dirty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110</a:t>
                      </a:r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1 1111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1111 1111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1111 1111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1111 1111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5641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34707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20F1CEDC-2F88-40F6-BE1F-9EC8220681B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说明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25E8F3F-CB9F-436F-9A81-70E2D4B40AC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Tips</a:t>
            </a: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2C4DB33-1930-459B-B79C-A1A3C4FFC4BC}"/>
              </a:ext>
            </a:extLst>
          </p:cNvPr>
          <p:cNvSpPr txBox="1"/>
          <p:nvPr/>
        </p:nvSpPr>
        <p:spPr>
          <a:xfrm>
            <a:off x="1690788" y="1716665"/>
            <a:ext cx="8810425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altLang="zh-CN" sz="2000" kern="1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IP</a:t>
            </a:r>
            <a:r>
              <a:rPr lang="zh-CN" altLang="en-US" sz="2000" kern="1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由</a:t>
            </a:r>
            <a:r>
              <a:rPr lang="en-US" altLang="zh-CN" sz="2000" kern="1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4</a:t>
            </a:r>
            <a:r>
              <a:rPr lang="zh-CN" altLang="en-US" sz="2000" kern="1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段</a:t>
            </a:r>
            <a:r>
              <a:rPr lang="en-US" altLang="zh-CN" sz="2000" kern="1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8bit</a:t>
            </a:r>
            <a:r>
              <a:rPr lang="zh-CN" altLang="en-US" sz="2000" kern="1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的</a:t>
            </a:r>
            <a:r>
              <a:rPr lang="en-US" altLang="zh-CN" sz="2000" kern="1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0</a:t>
            </a:r>
            <a:r>
              <a:rPr lang="zh-CN" altLang="en-US" sz="2000" kern="1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2000" kern="1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2000" kern="1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共</a:t>
            </a:r>
            <a:r>
              <a:rPr lang="en-US" altLang="zh-CN" sz="2000" kern="1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32bit</a:t>
            </a:r>
            <a:r>
              <a:rPr lang="zh-CN" altLang="en-US" sz="2000" kern="1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表示；实际应用中使用点分十进制记法表示</a:t>
            </a:r>
            <a:endParaRPr lang="en-US" altLang="zh-CN" sz="2000" kern="100" dirty="0">
              <a:effectLst/>
              <a:latin typeface="微软雅黑 Light" panose="020B0502040204020203" pitchFamily="34" charset="-122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altLang="zh-CN" sz="2000" kern="1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IP</a:t>
            </a:r>
            <a:r>
              <a:rPr lang="zh-CN" altLang="en-US" sz="2000" kern="1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由网络号和主机号组成</a:t>
            </a:r>
            <a:endParaRPr lang="en-US" altLang="zh-CN" sz="2000" kern="100" dirty="0">
              <a:effectLst/>
              <a:latin typeface="微软雅黑 Light" panose="020B0502040204020203" pitchFamily="34" charset="-122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altLang="zh-CN" sz="2000" kern="1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IP</a:t>
            </a:r>
            <a:r>
              <a:rPr lang="zh-CN" altLang="en-US" sz="2000" kern="1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地址不仅仅表示一个网络上某个节点，还指明了这个节点属于哪个网络</a:t>
            </a:r>
            <a:endParaRPr lang="en-US" altLang="zh-CN" sz="2000" kern="100" dirty="0">
              <a:effectLst/>
              <a:latin typeface="微软雅黑 Light" panose="020B0502040204020203" pitchFamily="34" charset="-122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zh-CN" altLang="en-US" sz="2000" kern="1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网络号全为</a:t>
            </a:r>
            <a:r>
              <a:rPr lang="en-US" altLang="zh-CN" sz="2000" kern="1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0</a:t>
            </a:r>
            <a:r>
              <a:rPr lang="zh-CN" altLang="en-US" sz="2000" kern="1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的表示本网络</a:t>
            </a:r>
            <a:endParaRPr lang="en-US" altLang="zh-CN" sz="2000" kern="100" dirty="0">
              <a:effectLst/>
              <a:latin typeface="微软雅黑 Light" panose="020B0502040204020203" pitchFamily="34" charset="-122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zh-CN" altLang="en-US" sz="2000" kern="1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网络号为</a:t>
            </a:r>
            <a:r>
              <a:rPr lang="en-US" altLang="zh-CN" sz="2000" kern="1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127</a:t>
            </a:r>
            <a:r>
              <a:rPr lang="zh-CN" altLang="en-US" sz="2000" kern="1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的为本地</a:t>
            </a:r>
            <a:r>
              <a:rPr lang="zh-CN" altLang="en-US" sz="2000" kern="1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环回测试 </a:t>
            </a:r>
            <a:r>
              <a:rPr lang="en-US" altLang="zh-CN" sz="1400" kern="1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loopback test </a:t>
            </a:r>
            <a:r>
              <a:rPr lang="zh-CN" altLang="en-US" sz="2000" kern="1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使用</a:t>
            </a:r>
            <a:endParaRPr lang="en-US" altLang="zh-CN" sz="2000" kern="100" dirty="0">
              <a:effectLst/>
              <a:latin typeface="微软雅黑 Light" panose="020B0502040204020203" pitchFamily="34" charset="-122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zh-CN" altLang="en-US" sz="2000" kern="1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通常使用主机号全为</a:t>
            </a:r>
            <a:r>
              <a:rPr lang="en-US" altLang="zh-CN" sz="2000" kern="1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0</a:t>
            </a:r>
            <a:r>
              <a:rPr lang="zh-CN" altLang="en-US" sz="2000" kern="1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的地址表示该网络地址</a:t>
            </a:r>
            <a:endParaRPr lang="en-US" altLang="zh-CN" sz="2000" kern="100" dirty="0">
              <a:latin typeface="微软雅黑 Light" panose="020B0502040204020203" pitchFamily="34" charset="-122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zh-CN" altLang="en-US" sz="2000" kern="1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网络层设备如路由器至少有</a:t>
            </a:r>
            <a:r>
              <a:rPr lang="en-US" altLang="zh-CN" sz="2000" kern="1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sz="2000" kern="1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个</a:t>
            </a:r>
            <a:r>
              <a:rPr lang="en-US" altLang="zh-CN" sz="2000" kern="1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IP</a:t>
            </a:r>
            <a:r>
              <a:rPr lang="zh-CN" altLang="en-US" sz="2000" kern="1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地址</a:t>
            </a:r>
            <a:endParaRPr lang="en-US" altLang="zh-CN" sz="2000" kern="100" dirty="0">
              <a:effectLst/>
              <a:latin typeface="微软雅黑 Light" panose="020B0502040204020203" pitchFamily="34" charset="-122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zh-CN" altLang="en-US" sz="2000" kern="1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牢记</a:t>
            </a:r>
            <a:r>
              <a:rPr lang="en-US" altLang="zh-CN" sz="2000" kern="1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sz="2000" kern="1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的各次幂</a:t>
            </a:r>
            <a:endParaRPr lang="en-US" altLang="zh-CN" sz="2000" kern="100" dirty="0">
              <a:effectLst/>
              <a:latin typeface="微软雅黑 Light" panose="020B0502040204020203" pitchFamily="34" charset="-122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" name="表格 7">
            <a:extLst>
              <a:ext uri="{FF2B5EF4-FFF2-40B4-BE49-F238E27FC236}">
                <a16:creationId xmlns:a16="http://schemas.microsoft.com/office/drawing/2014/main" id="{1A434B59-E142-4D4F-B827-1A8B73B0C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1480657"/>
              </p:ext>
            </p:extLst>
          </p:nvPr>
        </p:nvGraphicFramePr>
        <p:xfrm>
          <a:off x="1690787" y="4416516"/>
          <a:ext cx="8810424" cy="720000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101303">
                  <a:extLst>
                    <a:ext uri="{9D8B030D-6E8A-4147-A177-3AD203B41FA5}">
                      <a16:colId xmlns:a16="http://schemas.microsoft.com/office/drawing/2014/main" val="2219218864"/>
                    </a:ext>
                  </a:extLst>
                </a:gridCol>
                <a:gridCol w="1101303">
                  <a:extLst>
                    <a:ext uri="{9D8B030D-6E8A-4147-A177-3AD203B41FA5}">
                      <a16:colId xmlns:a16="http://schemas.microsoft.com/office/drawing/2014/main" val="652072928"/>
                    </a:ext>
                  </a:extLst>
                </a:gridCol>
                <a:gridCol w="1101303">
                  <a:extLst>
                    <a:ext uri="{9D8B030D-6E8A-4147-A177-3AD203B41FA5}">
                      <a16:colId xmlns:a16="http://schemas.microsoft.com/office/drawing/2014/main" val="3457718621"/>
                    </a:ext>
                  </a:extLst>
                </a:gridCol>
                <a:gridCol w="1101303">
                  <a:extLst>
                    <a:ext uri="{9D8B030D-6E8A-4147-A177-3AD203B41FA5}">
                      <a16:colId xmlns:a16="http://schemas.microsoft.com/office/drawing/2014/main" val="940784930"/>
                    </a:ext>
                  </a:extLst>
                </a:gridCol>
                <a:gridCol w="1101303">
                  <a:extLst>
                    <a:ext uri="{9D8B030D-6E8A-4147-A177-3AD203B41FA5}">
                      <a16:colId xmlns:a16="http://schemas.microsoft.com/office/drawing/2014/main" val="1100240597"/>
                    </a:ext>
                  </a:extLst>
                </a:gridCol>
                <a:gridCol w="1101303">
                  <a:extLst>
                    <a:ext uri="{9D8B030D-6E8A-4147-A177-3AD203B41FA5}">
                      <a16:colId xmlns:a16="http://schemas.microsoft.com/office/drawing/2014/main" val="3617023429"/>
                    </a:ext>
                  </a:extLst>
                </a:gridCol>
                <a:gridCol w="1101303">
                  <a:extLst>
                    <a:ext uri="{9D8B030D-6E8A-4147-A177-3AD203B41FA5}">
                      <a16:colId xmlns:a16="http://schemas.microsoft.com/office/drawing/2014/main" val="3172996440"/>
                    </a:ext>
                  </a:extLst>
                </a:gridCol>
                <a:gridCol w="1101303">
                  <a:extLst>
                    <a:ext uri="{9D8B030D-6E8A-4147-A177-3AD203B41FA5}">
                      <a16:colId xmlns:a16="http://schemas.microsoft.com/office/drawing/2014/main" val="292769893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2</a:t>
                      </a:r>
                      <a:r>
                        <a:rPr lang="en-US" altLang="zh-CN" sz="1600" b="0" baseline="3000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7</a:t>
                      </a:r>
                      <a:endParaRPr lang="zh-CN" altLang="en-US" sz="1600" b="0" baseline="3000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2</a:t>
                      </a:r>
                      <a:r>
                        <a:rPr lang="en-US" altLang="zh-CN" sz="1600" b="0" baseline="3000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6</a:t>
                      </a:r>
                      <a:endParaRPr lang="zh-CN" altLang="en-US" sz="1600" b="0" baseline="3000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2</a:t>
                      </a:r>
                      <a:r>
                        <a:rPr lang="en-US" altLang="zh-CN" sz="1600" b="0" baseline="3000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5</a:t>
                      </a:r>
                      <a:endParaRPr lang="zh-CN" altLang="en-US" sz="1600" b="0" baseline="3000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2</a:t>
                      </a:r>
                      <a:r>
                        <a:rPr lang="en-US" altLang="zh-CN" sz="1600" b="0" baseline="3000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4</a:t>
                      </a:r>
                      <a:endParaRPr lang="zh-CN" altLang="en-US" sz="1600" b="0" baseline="3000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2</a:t>
                      </a:r>
                      <a:r>
                        <a:rPr lang="en-US" altLang="zh-CN" sz="1600" b="0" baseline="3000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3</a:t>
                      </a:r>
                      <a:endParaRPr lang="zh-CN" altLang="en-US" sz="1600" b="0" baseline="3000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2</a:t>
                      </a:r>
                      <a:r>
                        <a:rPr lang="en-US" altLang="zh-CN" sz="1600" b="0" baseline="3000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2</a:t>
                      </a:r>
                      <a:endParaRPr lang="zh-CN" altLang="en-US" sz="1600" b="0" baseline="3000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2</a:t>
                      </a:r>
                      <a:r>
                        <a:rPr lang="en-US" altLang="zh-CN" sz="1600" b="0" baseline="3000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</a:t>
                      </a:r>
                      <a:endParaRPr lang="zh-CN" altLang="en-US" sz="1600" b="0" baseline="3000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2</a:t>
                      </a:r>
                      <a:r>
                        <a:rPr lang="en-US" altLang="zh-CN" sz="1600" b="0" baseline="3000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0</a:t>
                      </a:r>
                      <a:endParaRPr lang="zh-CN" altLang="en-US" sz="1600" b="0" baseline="3000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847090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128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64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32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16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8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4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2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46329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462864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DE2DAEC3-34CE-407E-9F3D-68BF013050C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93481" y="1394365"/>
            <a:ext cx="11205038" cy="4436163"/>
          </a:xfrm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4" name="表格 7">
            <a:extLst>
              <a:ext uri="{FF2B5EF4-FFF2-40B4-BE49-F238E27FC236}">
                <a16:creationId xmlns:a16="http://schemas.microsoft.com/office/drawing/2014/main" id="{09D997FC-CF8D-45D8-AF06-69151EC079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4171124"/>
              </p:ext>
            </p:extLst>
          </p:nvPr>
        </p:nvGraphicFramePr>
        <p:xfrm>
          <a:off x="820093" y="4391296"/>
          <a:ext cx="10551815" cy="1440000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771415">
                  <a:extLst>
                    <a:ext uri="{9D8B030D-6E8A-4147-A177-3AD203B41FA5}">
                      <a16:colId xmlns:a16="http://schemas.microsoft.com/office/drawing/2014/main" val="2219218864"/>
                    </a:ext>
                  </a:extLst>
                </a:gridCol>
                <a:gridCol w="1273811">
                  <a:extLst>
                    <a:ext uri="{9D8B030D-6E8A-4147-A177-3AD203B41FA5}">
                      <a16:colId xmlns:a16="http://schemas.microsoft.com/office/drawing/2014/main" val="3457718621"/>
                    </a:ext>
                  </a:extLst>
                </a:gridCol>
                <a:gridCol w="1739030">
                  <a:extLst>
                    <a:ext uri="{9D8B030D-6E8A-4147-A177-3AD203B41FA5}">
                      <a16:colId xmlns:a16="http://schemas.microsoft.com/office/drawing/2014/main" val="1100240597"/>
                    </a:ext>
                  </a:extLst>
                </a:gridCol>
                <a:gridCol w="1993792">
                  <a:extLst>
                    <a:ext uri="{9D8B030D-6E8A-4147-A177-3AD203B41FA5}">
                      <a16:colId xmlns:a16="http://schemas.microsoft.com/office/drawing/2014/main" val="3172996440"/>
                    </a:ext>
                  </a:extLst>
                </a:gridCol>
                <a:gridCol w="3500212">
                  <a:extLst>
                    <a:ext uri="{9D8B030D-6E8A-4147-A177-3AD203B41FA5}">
                      <a16:colId xmlns:a16="http://schemas.microsoft.com/office/drawing/2014/main" val="171315894"/>
                    </a:ext>
                  </a:extLst>
                </a:gridCol>
                <a:gridCol w="1273555">
                  <a:extLst>
                    <a:ext uri="{9D8B030D-6E8A-4147-A177-3AD203B41FA5}">
                      <a16:colId xmlns:a16="http://schemas.microsoft.com/office/drawing/2014/main" val="297441786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i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地址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i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网络个数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i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第一个网络地址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i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最后一个网络地址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i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实际可用网络地址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i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主机个数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65079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i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A</a:t>
                      </a:r>
                      <a:r>
                        <a:rPr lang="zh-CN" altLang="en-US" sz="1600" b="0" i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类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0" i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2</a:t>
                      </a:r>
                      <a:r>
                        <a:rPr lang="en-US" altLang="zh-CN" sz="1600" b="0" i="0" baseline="3000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7</a:t>
                      </a:r>
                      <a:r>
                        <a:rPr lang="en-US" altLang="zh-CN" sz="1600" b="0" i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-2=126</a:t>
                      </a:r>
                      <a:endParaRPr lang="zh-CN" altLang="en-US" sz="1600" b="0" i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0" i="0" dirty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</a:t>
                      </a:r>
                      <a:r>
                        <a:rPr lang="en-US" altLang="zh-CN" sz="1600" b="0" i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.0.0.0</a:t>
                      </a:r>
                      <a:endParaRPr lang="zh-CN" altLang="en-US" sz="1600" b="0" i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0" i="0" dirty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126</a:t>
                      </a:r>
                      <a:r>
                        <a:rPr lang="en-US" altLang="zh-CN" sz="1600" b="0" i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.0.0.0</a:t>
                      </a:r>
                      <a:endParaRPr lang="zh-CN" altLang="en-US" sz="1600" b="0" i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0" i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1.0.0.1-126.255.255.254</a:t>
                      </a:r>
                      <a:endParaRPr lang="zh-CN" altLang="en-US" sz="1600" b="0" i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0" i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2</a:t>
                      </a:r>
                      <a:r>
                        <a:rPr lang="en-US" altLang="zh-CN" sz="1600" b="0" i="0" baseline="3000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24</a:t>
                      </a:r>
                      <a:r>
                        <a:rPr lang="en-US" altLang="zh-CN" sz="1600" b="0" i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-2</a:t>
                      </a:r>
                      <a:endParaRPr lang="zh-CN" altLang="en-US" sz="1600" b="0" i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847090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i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B</a:t>
                      </a:r>
                      <a:r>
                        <a:rPr lang="zh-CN" altLang="en-US" sz="1600" b="0" i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类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0" i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2</a:t>
                      </a:r>
                      <a:r>
                        <a:rPr lang="en-US" altLang="zh-CN" sz="1600" b="0" i="0" baseline="3000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16-2</a:t>
                      </a:r>
                      <a:endParaRPr lang="zh-CN" altLang="en-US" sz="1600" b="0" i="0" baseline="3000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0" i="0" dirty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128.0</a:t>
                      </a:r>
                      <a:r>
                        <a:rPr lang="en-US" altLang="zh-CN" sz="1600" b="0" i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.0.0</a:t>
                      </a:r>
                      <a:endParaRPr lang="zh-CN" altLang="en-US" sz="1600" b="0" i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0" i="0" dirty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191.255</a:t>
                      </a:r>
                      <a:r>
                        <a:rPr lang="en-US" altLang="zh-CN" sz="1600" b="0" i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.0.0</a:t>
                      </a:r>
                      <a:endParaRPr lang="zh-CN" altLang="en-US" sz="1600" b="0" i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0" i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128.0.0.1-191.255.255.254</a:t>
                      </a:r>
                      <a:endParaRPr lang="zh-CN" altLang="en-US" sz="1600" b="0" i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0" i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2</a:t>
                      </a:r>
                      <a:r>
                        <a:rPr lang="en-US" altLang="zh-CN" sz="1600" b="0" i="0" baseline="3000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16</a:t>
                      </a:r>
                      <a:r>
                        <a:rPr lang="en-US" altLang="zh-CN" sz="1600" b="0" i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-2</a:t>
                      </a:r>
                      <a:endParaRPr lang="zh-CN" altLang="en-US" sz="1600" b="0" i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973521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i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C</a:t>
                      </a:r>
                      <a:r>
                        <a:rPr lang="zh-CN" altLang="en-US" sz="1600" b="0" i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类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0" i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2</a:t>
                      </a:r>
                      <a:r>
                        <a:rPr lang="en-US" altLang="zh-CN" sz="1600" b="0" i="0" baseline="3000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21</a:t>
                      </a:r>
                      <a:endParaRPr lang="zh-CN" altLang="en-US" sz="1600" b="0" i="0" baseline="3000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0" i="0" dirty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192.0.0</a:t>
                      </a:r>
                      <a:r>
                        <a:rPr lang="en-US" altLang="zh-CN" sz="1600" b="0" i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.0</a:t>
                      </a:r>
                      <a:endParaRPr lang="zh-CN" altLang="en-US" sz="1600" b="0" i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0" i="0" dirty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223.255.255</a:t>
                      </a:r>
                      <a:r>
                        <a:rPr lang="en-US" altLang="zh-CN" sz="1600" b="0" i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.0</a:t>
                      </a:r>
                      <a:endParaRPr lang="zh-CN" altLang="en-US" sz="1600" b="0" i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0" i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192.0.0.1-223.255.255.254</a:t>
                      </a:r>
                      <a:endParaRPr lang="zh-CN" altLang="en-US" sz="1600" b="0" i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0" i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2</a:t>
                      </a:r>
                      <a:r>
                        <a:rPr lang="en-US" altLang="zh-CN" sz="1600" b="0" i="0" baseline="3000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8</a:t>
                      </a:r>
                      <a:r>
                        <a:rPr lang="en-US" altLang="zh-CN" sz="1600" b="0" i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-2=254</a:t>
                      </a:r>
                      <a:endParaRPr lang="zh-CN" altLang="en-US" sz="1600" b="0" i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4632906"/>
                  </a:ext>
                </a:extLst>
              </a:tr>
            </a:tbl>
          </a:graphicData>
        </a:graphic>
      </p:graphicFrame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068BAB60-8833-42A7-A3A0-C26D98977D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4846069"/>
              </p:ext>
            </p:extLst>
          </p:nvPr>
        </p:nvGraphicFramePr>
        <p:xfrm>
          <a:off x="820093" y="2440576"/>
          <a:ext cx="10551815" cy="14400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88732">
                  <a:extLst>
                    <a:ext uri="{9D8B030D-6E8A-4147-A177-3AD203B41FA5}">
                      <a16:colId xmlns:a16="http://schemas.microsoft.com/office/drawing/2014/main" val="371445090"/>
                    </a:ext>
                  </a:extLst>
                </a:gridCol>
                <a:gridCol w="3382023">
                  <a:extLst>
                    <a:ext uri="{9D8B030D-6E8A-4147-A177-3AD203B41FA5}">
                      <a16:colId xmlns:a16="http://schemas.microsoft.com/office/drawing/2014/main" val="20607868"/>
                    </a:ext>
                  </a:extLst>
                </a:gridCol>
                <a:gridCol w="3487270">
                  <a:extLst>
                    <a:ext uri="{9D8B030D-6E8A-4147-A177-3AD203B41FA5}">
                      <a16:colId xmlns:a16="http://schemas.microsoft.com/office/drawing/2014/main" val="3380544799"/>
                    </a:ext>
                  </a:extLst>
                </a:gridCol>
                <a:gridCol w="2993790">
                  <a:extLst>
                    <a:ext uri="{9D8B030D-6E8A-4147-A177-3AD203B41FA5}">
                      <a16:colId xmlns:a16="http://schemas.microsoft.com/office/drawing/2014/main" val="3505278399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zh-CN" sz="1600" b="0" i="0" kern="100" baseline="0" dirty="0">
                          <a:effectLst/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分类</a:t>
                      </a:r>
                      <a:endParaRPr lang="zh-CN" sz="1600" b="0" i="0" kern="100" baseline="0" dirty="0">
                        <a:effectLst/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kern="100" baseline="0" dirty="0">
                          <a:effectLst/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NetID</a:t>
                      </a:r>
                      <a:endParaRPr lang="zh-CN" sz="1600" b="0" i="0" kern="100" baseline="0" dirty="0">
                        <a:effectLst/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kern="100" baseline="0">
                          <a:effectLst/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HostID</a:t>
                      </a:r>
                      <a:endParaRPr lang="zh-CN" sz="1600" b="0" i="0" kern="100" baseline="0">
                        <a:effectLst/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kern="100" baseline="0">
                          <a:effectLst/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Demo</a:t>
                      </a:r>
                      <a:endParaRPr lang="zh-CN" sz="1600" b="0" i="0" kern="100" baseline="0">
                        <a:effectLst/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40888103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kern="100" baseline="0">
                          <a:effectLst/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A</a:t>
                      </a:r>
                      <a:r>
                        <a:rPr lang="zh-CN" sz="1600" b="0" i="0" kern="100" baseline="0">
                          <a:effectLst/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类</a:t>
                      </a:r>
                      <a:endParaRPr lang="zh-CN" sz="1600" b="0" i="0" kern="100" baseline="0">
                        <a:effectLst/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kern="100" baseline="0" dirty="0">
                          <a:effectLst/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0xxxxxxx</a:t>
                      </a:r>
                      <a:endParaRPr lang="zh-CN" sz="1600" b="0" i="0" kern="100" baseline="0" dirty="0">
                        <a:effectLst/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kern="100" baseline="0" dirty="0" err="1">
                          <a:effectLst/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xxxxxxxx</a:t>
                      </a:r>
                      <a:r>
                        <a:rPr lang="en-US" sz="1600" b="0" i="0" kern="100" baseline="0" dirty="0">
                          <a:effectLst/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 </a:t>
                      </a:r>
                      <a:r>
                        <a:rPr lang="en-US" sz="1600" b="0" i="0" kern="100" baseline="0" dirty="0" err="1">
                          <a:effectLst/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yyyyyyyy</a:t>
                      </a:r>
                      <a:r>
                        <a:rPr lang="en-US" sz="1600" b="0" i="0" kern="100" baseline="0" dirty="0">
                          <a:effectLst/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 </a:t>
                      </a:r>
                      <a:r>
                        <a:rPr lang="en-US" sz="1600" b="0" i="0" kern="100" baseline="0" dirty="0" err="1">
                          <a:effectLst/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zzzzzzzz</a:t>
                      </a:r>
                      <a:endParaRPr lang="zh-CN" sz="1600" b="0" i="0" kern="100" baseline="0" dirty="0">
                        <a:effectLst/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kern="100" baseline="0" dirty="0">
                          <a:effectLst/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1.x.y.z-127.x.y.z</a:t>
                      </a:r>
                      <a:endParaRPr lang="zh-CN" sz="1600" b="0" i="0" kern="100" baseline="0" dirty="0">
                        <a:effectLst/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5345055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kern="100" baseline="0">
                          <a:effectLst/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B</a:t>
                      </a:r>
                      <a:r>
                        <a:rPr lang="zh-CN" sz="1600" b="0" i="0" kern="100" baseline="0">
                          <a:effectLst/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类</a:t>
                      </a:r>
                      <a:endParaRPr lang="zh-CN" sz="1600" b="0" i="0" kern="100" baseline="0">
                        <a:effectLst/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kern="100" baseline="0" dirty="0">
                          <a:effectLst/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10xxxxxx </a:t>
                      </a:r>
                      <a:r>
                        <a:rPr lang="en-US" sz="1600" b="0" i="0" kern="100" baseline="0" dirty="0" err="1">
                          <a:effectLst/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xxxxxxxx</a:t>
                      </a:r>
                      <a:endParaRPr lang="zh-CN" sz="1600" b="0" i="0" kern="100" baseline="0" dirty="0">
                        <a:effectLst/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kern="100" baseline="0" dirty="0" err="1">
                          <a:effectLst/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yyyyyyyy</a:t>
                      </a:r>
                      <a:r>
                        <a:rPr lang="en-US" sz="1600" b="0" i="0" kern="100" baseline="0" dirty="0">
                          <a:effectLst/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 </a:t>
                      </a:r>
                      <a:r>
                        <a:rPr lang="en-US" sz="1600" b="0" i="0" kern="100" baseline="0" dirty="0" err="1">
                          <a:effectLst/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zzzzzzzz</a:t>
                      </a:r>
                      <a:endParaRPr lang="zh-CN" sz="1600" b="0" i="0" kern="100" baseline="0" dirty="0">
                        <a:effectLst/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kern="100" baseline="0" dirty="0">
                          <a:effectLst/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128.0.y.z-191.255.y.z</a:t>
                      </a:r>
                      <a:endParaRPr lang="zh-CN" sz="1600" b="0" i="0" kern="100" baseline="0" dirty="0">
                        <a:effectLst/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37755218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kern="100" baseline="0">
                          <a:effectLst/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C</a:t>
                      </a:r>
                      <a:r>
                        <a:rPr lang="zh-CN" sz="1600" b="0" i="0" kern="100" baseline="0">
                          <a:effectLst/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类</a:t>
                      </a:r>
                      <a:endParaRPr lang="zh-CN" sz="1600" b="0" i="0" kern="100" baseline="0">
                        <a:effectLst/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kern="100" baseline="0" dirty="0">
                          <a:effectLst/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110xxxxx </a:t>
                      </a:r>
                      <a:r>
                        <a:rPr lang="en-US" sz="1600" b="0" i="0" kern="100" baseline="0" dirty="0" err="1">
                          <a:effectLst/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xxxxxxxx</a:t>
                      </a:r>
                      <a:r>
                        <a:rPr lang="en-US" sz="1600" b="0" i="0" kern="100" baseline="0" dirty="0">
                          <a:effectLst/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 </a:t>
                      </a:r>
                      <a:r>
                        <a:rPr lang="en-US" sz="1600" b="0" i="0" kern="100" baseline="0" dirty="0" err="1">
                          <a:effectLst/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xxxxxxxx</a:t>
                      </a:r>
                      <a:endParaRPr lang="zh-CN" sz="1600" b="0" i="0" kern="100" baseline="0" dirty="0">
                        <a:effectLst/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kern="100" baseline="0" dirty="0" err="1">
                          <a:effectLst/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zzzzzzzz</a:t>
                      </a:r>
                      <a:endParaRPr lang="zh-CN" sz="1600" b="0" i="0" kern="100" baseline="0" dirty="0">
                        <a:effectLst/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kern="100" baseline="0" dirty="0">
                          <a:effectLst/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192.0.0.z-223.255.255.z</a:t>
                      </a:r>
                      <a:endParaRPr lang="zh-CN" sz="1600" b="0" i="0" kern="100" baseline="0" dirty="0">
                        <a:effectLst/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402519733"/>
                  </a:ext>
                </a:extLst>
              </a:tr>
            </a:tbl>
          </a:graphicData>
        </a:graphic>
      </p:graphicFrame>
      <p:graphicFrame>
        <p:nvGraphicFramePr>
          <p:cNvPr id="9" name="表格 7">
            <a:extLst>
              <a:ext uri="{FF2B5EF4-FFF2-40B4-BE49-F238E27FC236}">
                <a16:creationId xmlns:a16="http://schemas.microsoft.com/office/drawing/2014/main" id="{7E969CD4-6158-4792-AF61-B1FC5C3C6B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4316049"/>
              </p:ext>
            </p:extLst>
          </p:nvPr>
        </p:nvGraphicFramePr>
        <p:xfrm>
          <a:off x="820092" y="1394365"/>
          <a:ext cx="10551816" cy="720000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318977">
                  <a:extLst>
                    <a:ext uri="{9D8B030D-6E8A-4147-A177-3AD203B41FA5}">
                      <a16:colId xmlns:a16="http://schemas.microsoft.com/office/drawing/2014/main" val="2219218864"/>
                    </a:ext>
                  </a:extLst>
                </a:gridCol>
                <a:gridCol w="1318977">
                  <a:extLst>
                    <a:ext uri="{9D8B030D-6E8A-4147-A177-3AD203B41FA5}">
                      <a16:colId xmlns:a16="http://schemas.microsoft.com/office/drawing/2014/main" val="652072928"/>
                    </a:ext>
                  </a:extLst>
                </a:gridCol>
                <a:gridCol w="1318977">
                  <a:extLst>
                    <a:ext uri="{9D8B030D-6E8A-4147-A177-3AD203B41FA5}">
                      <a16:colId xmlns:a16="http://schemas.microsoft.com/office/drawing/2014/main" val="3457718621"/>
                    </a:ext>
                  </a:extLst>
                </a:gridCol>
                <a:gridCol w="1318977">
                  <a:extLst>
                    <a:ext uri="{9D8B030D-6E8A-4147-A177-3AD203B41FA5}">
                      <a16:colId xmlns:a16="http://schemas.microsoft.com/office/drawing/2014/main" val="940784930"/>
                    </a:ext>
                  </a:extLst>
                </a:gridCol>
                <a:gridCol w="1318977">
                  <a:extLst>
                    <a:ext uri="{9D8B030D-6E8A-4147-A177-3AD203B41FA5}">
                      <a16:colId xmlns:a16="http://schemas.microsoft.com/office/drawing/2014/main" val="1100240597"/>
                    </a:ext>
                  </a:extLst>
                </a:gridCol>
                <a:gridCol w="1318977">
                  <a:extLst>
                    <a:ext uri="{9D8B030D-6E8A-4147-A177-3AD203B41FA5}">
                      <a16:colId xmlns:a16="http://schemas.microsoft.com/office/drawing/2014/main" val="3617023429"/>
                    </a:ext>
                  </a:extLst>
                </a:gridCol>
                <a:gridCol w="1318977">
                  <a:extLst>
                    <a:ext uri="{9D8B030D-6E8A-4147-A177-3AD203B41FA5}">
                      <a16:colId xmlns:a16="http://schemas.microsoft.com/office/drawing/2014/main" val="3172996440"/>
                    </a:ext>
                  </a:extLst>
                </a:gridCol>
                <a:gridCol w="1318977">
                  <a:extLst>
                    <a:ext uri="{9D8B030D-6E8A-4147-A177-3AD203B41FA5}">
                      <a16:colId xmlns:a16="http://schemas.microsoft.com/office/drawing/2014/main" val="292769893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2</a:t>
                      </a:r>
                      <a:r>
                        <a:rPr lang="en-US" altLang="zh-CN" sz="1600" b="0" baseline="3000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7</a:t>
                      </a:r>
                      <a:endParaRPr lang="zh-CN" altLang="en-US" sz="1600" b="0" baseline="3000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2</a:t>
                      </a:r>
                      <a:r>
                        <a:rPr lang="en-US" altLang="zh-CN" sz="1600" b="0" baseline="3000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6</a:t>
                      </a:r>
                      <a:endParaRPr lang="zh-CN" altLang="en-US" sz="1600" b="0" baseline="3000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2</a:t>
                      </a:r>
                      <a:r>
                        <a:rPr lang="en-US" altLang="zh-CN" sz="1600" b="0" baseline="3000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5</a:t>
                      </a:r>
                      <a:endParaRPr lang="zh-CN" altLang="en-US" sz="1600" b="0" baseline="3000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2</a:t>
                      </a:r>
                      <a:r>
                        <a:rPr lang="en-US" altLang="zh-CN" sz="1600" b="0" baseline="3000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4</a:t>
                      </a:r>
                      <a:endParaRPr lang="zh-CN" altLang="en-US" sz="1600" b="0" baseline="3000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2</a:t>
                      </a:r>
                      <a:r>
                        <a:rPr lang="en-US" altLang="zh-CN" sz="1600" b="0" baseline="3000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3</a:t>
                      </a:r>
                      <a:endParaRPr lang="zh-CN" altLang="en-US" sz="1600" b="0" baseline="3000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2</a:t>
                      </a:r>
                      <a:r>
                        <a:rPr lang="en-US" altLang="zh-CN" sz="1600" b="0" baseline="3000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2</a:t>
                      </a:r>
                      <a:endParaRPr lang="zh-CN" altLang="en-US" sz="1600" b="0" baseline="3000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2</a:t>
                      </a:r>
                      <a:r>
                        <a:rPr lang="en-US" altLang="zh-CN" sz="1600" b="0" baseline="3000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</a:t>
                      </a:r>
                      <a:endParaRPr lang="zh-CN" altLang="en-US" sz="1600" b="0" baseline="3000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2</a:t>
                      </a:r>
                      <a:r>
                        <a:rPr lang="en-US" altLang="zh-CN" sz="1600" b="0" baseline="3000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0</a:t>
                      </a:r>
                      <a:endParaRPr lang="zh-CN" altLang="en-US" sz="1600" b="0" baseline="3000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847090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128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64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32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16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8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4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2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46329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11218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C66371BD-0E01-4F22-8A31-D19535382F7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191.25.10.1</a:t>
            </a:r>
            <a:r>
              <a:rPr lang="zh-CN" altLang="en-US" dirty="0"/>
              <a:t>是一个（ ）类地址。</a:t>
            </a:r>
          </a:p>
        </p:txBody>
      </p:sp>
      <p:graphicFrame>
        <p:nvGraphicFramePr>
          <p:cNvPr id="3" name="表格 7">
            <a:extLst>
              <a:ext uri="{FF2B5EF4-FFF2-40B4-BE49-F238E27FC236}">
                <a16:creationId xmlns:a16="http://schemas.microsoft.com/office/drawing/2014/main" id="{18CD56EA-F052-4396-962B-17CC498C53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7258851"/>
              </p:ext>
            </p:extLst>
          </p:nvPr>
        </p:nvGraphicFramePr>
        <p:xfrm>
          <a:off x="347865" y="2349000"/>
          <a:ext cx="11205040" cy="2520000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2241008">
                  <a:extLst>
                    <a:ext uri="{9D8B030D-6E8A-4147-A177-3AD203B41FA5}">
                      <a16:colId xmlns:a16="http://schemas.microsoft.com/office/drawing/2014/main" val="2219218864"/>
                    </a:ext>
                  </a:extLst>
                </a:gridCol>
                <a:gridCol w="2241008">
                  <a:extLst>
                    <a:ext uri="{9D8B030D-6E8A-4147-A177-3AD203B41FA5}">
                      <a16:colId xmlns:a16="http://schemas.microsoft.com/office/drawing/2014/main" val="3172996440"/>
                    </a:ext>
                  </a:extLst>
                </a:gridCol>
                <a:gridCol w="2241008">
                  <a:extLst>
                    <a:ext uri="{9D8B030D-6E8A-4147-A177-3AD203B41FA5}">
                      <a16:colId xmlns:a16="http://schemas.microsoft.com/office/drawing/2014/main" val="1759576308"/>
                    </a:ext>
                  </a:extLst>
                </a:gridCol>
                <a:gridCol w="2241008">
                  <a:extLst>
                    <a:ext uri="{9D8B030D-6E8A-4147-A177-3AD203B41FA5}">
                      <a16:colId xmlns:a16="http://schemas.microsoft.com/office/drawing/2014/main" val="2555469599"/>
                    </a:ext>
                  </a:extLst>
                </a:gridCol>
                <a:gridCol w="2241008">
                  <a:extLst>
                    <a:ext uri="{9D8B030D-6E8A-4147-A177-3AD203B41FA5}">
                      <a16:colId xmlns:a16="http://schemas.microsoft.com/office/drawing/2014/main" val="162307253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IP</a:t>
                      </a:r>
                      <a:r>
                        <a:rPr lang="zh-CN" altLang="en-US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地址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是否可指派给主机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IP</a:t>
                      </a:r>
                      <a:r>
                        <a:rPr lang="zh-CN" altLang="en-US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地址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是否可指派给主机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115259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0.1.2.3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172.18.255.255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010127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1.2.3.4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191.255.255.252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847090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126.255.255.255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192.0.0.255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055381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127.0.0.1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192.2.3.8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873012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180.0.255.255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218.75.230.30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108560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166.16.18.255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Courier New" panose="02070309020205020404" pitchFamily="49" charset="0"/>
                        </a:rPr>
                        <a:t>223.255.255.252</a:t>
                      </a:r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0" baseline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48701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37236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827771AF-6CDF-4938-912D-AE1DF973962C}"/>
              </a:ext>
            </a:extLst>
          </p:cNvPr>
          <p:cNvSpPr/>
          <p:nvPr/>
        </p:nvSpPr>
        <p:spPr>
          <a:xfrm>
            <a:off x="0" y="1941922"/>
            <a:ext cx="12192000" cy="345021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3924E0A-E40E-492E-A7E0-07FE21A690EB}"/>
              </a:ext>
            </a:extLst>
          </p:cNvPr>
          <p:cNvSpPr/>
          <p:nvPr/>
        </p:nvSpPr>
        <p:spPr>
          <a:xfrm>
            <a:off x="3608957" y="1941923"/>
            <a:ext cx="6481864" cy="345021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任意多边形: 形状 24">
            <a:extLst>
              <a:ext uri="{FF2B5EF4-FFF2-40B4-BE49-F238E27FC236}">
                <a16:creationId xmlns:a16="http://schemas.microsoft.com/office/drawing/2014/main" id="{339F5B41-A7DD-473B-9013-17FDD2E9D68D}"/>
              </a:ext>
            </a:extLst>
          </p:cNvPr>
          <p:cNvSpPr/>
          <p:nvPr/>
        </p:nvSpPr>
        <p:spPr>
          <a:xfrm>
            <a:off x="0" y="1941922"/>
            <a:ext cx="12192000" cy="3450210"/>
          </a:xfrm>
          <a:custGeom>
            <a:avLst/>
            <a:gdLst/>
            <a:ahLst/>
            <a:cxnLst/>
            <a:rect l="l" t="t" r="r" b="b"/>
            <a:pathLst>
              <a:path w="12192000" h="3450210">
                <a:moveTo>
                  <a:pt x="3059667" y="2111314"/>
                </a:moveTo>
                <a:lnTo>
                  <a:pt x="3059667" y="2254822"/>
                </a:lnTo>
                <a:lnTo>
                  <a:pt x="3198226" y="2254822"/>
                </a:lnTo>
                <a:lnTo>
                  <a:pt x="3198226" y="2111314"/>
                </a:lnTo>
                <a:close/>
                <a:moveTo>
                  <a:pt x="3143792" y="1403673"/>
                </a:moveTo>
                <a:cubicBezTo>
                  <a:pt x="3005233" y="1403673"/>
                  <a:pt x="2902963" y="1436664"/>
                  <a:pt x="2836983" y="1502644"/>
                </a:cubicBezTo>
                <a:cubicBezTo>
                  <a:pt x="2813890" y="1525737"/>
                  <a:pt x="2795745" y="1550480"/>
                  <a:pt x="2782549" y="1576872"/>
                </a:cubicBezTo>
                <a:cubicBezTo>
                  <a:pt x="2766054" y="1609863"/>
                  <a:pt x="2757806" y="1642853"/>
                  <a:pt x="2757806" y="1675843"/>
                </a:cubicBezTo>
                <a:lnTo>
                  <a:pt x="2757806" y="1700586"/>
                </a:lnTo>
                <a:lnTo>
                  <a:pt x="2886468" y="1700586"/>
                </a:lnTo>
                <a:lnTo>
                  <a:pt x="2886468" y="1675843"/>
                </a:lnTo>
                <a:cubicBezTo>
                  <a:pt x="2886468" y="1639554"/>
                  <a:pt x="2904613" y="1603264"/>
                  <a:pt x="2940902" y="1566975"/>
                </a:cubicBezTo>
                <a:cubicBezTo>
                  <a:pt x="2980490" y="1527387"/>
                  <a:pt x="3048120" y="1507593"/>
                  <a:pt x="3143792" y="1507593"/>
                </a:cubicBezTo>
                <a:cubicBezTo>
                  <a:pt x="3232865" y="1507593"/>
                  <a:pt x="3292248" y="1522438"/>
                  <a:pt x="3321939" y="1552130"/>
                </a:cubicBezTo>
                <a:cubicBezTo>
                  <a:pt x="3341733" y="1571924"/>
                  <a:pt x="3351630" y="1595017"/>
                  <a:pt x="3351630" y="1621409"/>
                </a:cubicBezTo>
                <a:cubicBezTo>
                  <a:pt x="3351630" y="1657698"/>
                  <a:pt x="3333486" y="1685740"/>
                  <a:pt x="3297196" y="1705534"/>
                </a:cubicBezTo>
                <a:cubicBezTo>
                  <a:pt x="3254309" y="1725328"/>
                  <a:pt x="3196576" y="1756669"/>
                  <a:pt x="3123998" y="1799556"/>
                </a:cubicBezTo>
                <a:cubicBezTo>
                  <a:pt x="3091007" y="1819350"/>
                  <a:pt x="3074512" y="1852341"/>
                  <a:pt x="3074512" y="1898527"/>
                </a:cubicBezTo>
                <a:lnTo>
                  <a:pt x="3074512" y="1972755"/>
                </a:lnTo>
                <a:lnTo>
                  <a:pt x="3183380" y="1972755"/>
                </a:lnTo>
                <a:lnTo>
                  <a:pt x="3183380" y="1933167"/>
                </a:lnTo>
                <a:cubicBezTo>
                  <a:pt x="3183380" y="1910074"/>
                  <a:pt x="3191628" y="1891929"/>
                  <a:pt x="3208123" y="1878733"/>
                </a:cubicBezTo>
                <a:cubicBezTo>
                  <a:pt x="3237814" y="1855640"/>
                  <a:pt x="3285650" y="1829248"/>
                  <a:pt x="3351630" y="1799556"/>
                </a:cubicBezTo>
                <a:cubicBezTo>
                  <a:pt x="3394518" y="1779762"/>
                  <a:pt x="3427508" y="1753370"/>
                  <a:pt x="3450601" y="1720380"/>
                </a:cubicBezTo>
                <a:cubicBezTo>
                  <a:pt x="3470395" y="1690689"/>
                  <a:pt x="3480292" y="1656049"/>
                  <a:pt x="3480292" y="1616461"/>
                </a:cubicBezTo>
                <a:cubicBezTo>
                  <a:pt x="3480292" y="1570274"/>
                  <a:pt x="3458849" y="1525737"/>
                  <a:pt x="3415961" y="1482850"/>
                </a:cubicBezTo>
                <a:cubicBezTo>
                  <a:pt x="3363177" y="1430066"/>
                  <a:pt x="3272454" y="1403673"/>
                  <a:pt x="3143792" y="1403673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3450210"/>
                </a:lnTo>
                <a:lnTo>
                  <a:pt x="0" y="345021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645BBB8-E607-48C1-97A1-839556D6A921}"/>
              </a:ext>
            </a:extLst>
          </p:cNvPr>
          <p:cNvSpPr txBox="1"/>
          <p:nvPr/>
        </p:nvSpPr>
        <p:spPr>
          <a:xfrm>
            <a:off x="6180843" y="2917992"/>
            <a:ext cx="17235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kern="1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地址利用率低</a:t>
            </a:r>
            <a:endParaRPr lang="zh-CN" altLang="en-US" sz="2000" kern="100" dirty="0">
              <a:effectLst/>
              <a:latin typeface="微软雅黑 Light" panose="020B0502040204020203" pitchFamily="34" charset="-122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A3066DC-6B2B-446F-B746-12C8BB128ECD}"/>
              </a:ext>
            </a:extLst>
          </p:cNvPr>
          <p:cNvSpPr txBox="1"/>
          <p:nvPr/>
        </p:nvSpPr>
        <p:spPr>
          <a:xfrm>
            <a:off x="6180843" y="3901114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kern="1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不够灵活</a:t>
            </a:r>
            <a:endParaRPr lang="zh-CN" altLang="en-US" sz="2000" kern="100" dirty="0">
              <a:effectLst/>
              <a:latin typeface="微软雅黑 Light" panose="020B0502040204020203" pitchFamily="34" charset="-122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AC6FECB-149F-49A0-9FCD-1CB240C8C3A3}"/>
              </a:ext>
            </a:extLst>
          </p:cNvPr>
          <p:cNvSpPr txBox="1"/>
          <p:nvPr/>
        </p:nvSpPr>
        <p:spPr>
          <a:xfrm>
            <a:off x="6180843" y="3409553"/>
            <a:ext cx="17235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kern="1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路由表维护难</a:t>
            </a:r>
            <a:endParaRPr lang="zh-CN" altLang="en-US" sz="2000" kern="100" dirty="0">
              <a:effectLst/>
              <a:latin typeface="微软雅黑 Light" panose="020B0502040204020203" pitchFamily="34" charset="-122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0550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5E-6 -2.22222E-6 L -0.25 -2.22222E-6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5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000"/>
                            </p:stCondLst>
                            <p:childTnLst>
                              <p:par>
                                <p:cTn id="8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7" grpId="0"/>
      <p:bldP spid="8" grpId="0"/>
      <p:bldP spid="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BE05C5-3441-468A-8C73-BE3BB05DD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子网划分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4CC3B8F-6FDE-4384-906A-F139F6CC12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Sub network</a:t>
            </a:r>
            <a:endParaRPr lang="zh-CN" altLang="en-US" dirty="0"/>
          </a:p>
        </p:txBody>
      </p:sp>
      <p:pic>
        <p:nvPicPr>
          <p:cNvPr id="30" name="图片占位符 29">
            <a:extLst>
              <a:ext uri="{FF2B5EF4-FFF2-40B4-BE49-F238E27FC236}">
                <a16:creationId xmlns:a16="http://schemas.microsoft.com/office/drawing/2014/main" id="{27D938DE-FA38-4F16-9877-004F79EC9ED3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8" r="1578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8077986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91A73B26-52F5-4E2F-B8FB-5BA73B022FB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子网划分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B7F46FB-9677-4181-84EE-7D14643FA0E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subnetting</a:t>
            </a: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49C36A1-0570-4573-8402-45CC3BE9FD45}"/>
              </a:ext>
            </a:extLst>
          </p:cNvPr>
          <p:cNvSpPr txBox="1"/>
          <p:nvPr/>
        </p:nvSpPr>
        <p:spPr>
          <a:xfrm>
            <a:off x="2233404" y="1884870"/>
            <a:ext cx="772519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kern="100" dirty="0">
                <a:effectLst/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向主机号</a:t>
            </a:r>
            <a:r>
              <a:rPr lang="zh-CN" altLang="en-US" sz="20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借</a:t>
            </a:r>
            <a:r>
              <a:rPr lang="zh-CN" altLang="en-US" sz="2000" kern="100" dirty="0">
                <a:effectLst/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若干位充当子网号</a:t>
            </a:r>
            <a:r>
              <a:rPr lang="en-US" altLang="zh-CN" sz="2000" kern="100" dirty="0">
                <a:effectLst/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,</a:t>
            </a:r>
            <a:r>
              <a:rPr lang="zh-CN" altLang="en-US" sz="20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从</a:t>
            </a:r>
            <a:r>
              <a:rPr lang="en-US" altLang="zh-CN" sz="20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sz="20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级变为</a:t>
            </a:r>
            <a:r>
              <a:rPr lang="en-US" altLang="zh-CN" sz="20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sz="20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级</a:t>
            </a:r>
            <a:r>
              <a:rPr lang="en-US" altLang="zh-CN" sz="20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,</a:t>
            </a:r>
            <a:r>
              <a:rPr lang="zh-CN" altLang="en-US" sz="20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对外仍然是一个网络</a:t>
            </a:r>
            <a:endParaRPr lang="en-US" altLang="zh-CN" sz="2000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r>
              <a:rPr lang="zh-CN" altLang="en-US" sz="2000" kern="100" dirty="0">
                <a:effectLst/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需要借助</a:t>
            </a:r>
            <a:r>
              <a:rPr lang="zh-CN" altLang="en-US" sz="20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子网掩码</a:t>
            </a:r>
            <a:r>
              <a:rPr lang="en-US" altLang="zh-CN" sz="20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Mask</a:t>
            </a:r>
            <a:r>
              <a:rPr lang="zh-CN" altLang="en-US" sz="2000" kern="100" dirty="0">
                <a:effectLst/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来区分划分的子网和主机</a:t>
            </a:r>
          </a:p>
        </p:txBody>
      </p:sp>
      <p:graphicFrame>
        <p:nvGraphicFramePr>
          <p:cNvPr id="5" name="表格 7">
            <a:extLst>
              <a:ext uri="{FF2B5EF4-FFF2-40B4-BE49-F238E27FC236}">
                <a16:creationId xmlns:a16="http://schemas.microsoft.com/office/drawing/2014/main" id="{568D505C-BE7F-48F7-BCEC-03979656F9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6609843"/>
              </p:ext>
            </p:extLst>
          </p:nvPr>
        </p:nvGraphicFramePr>
        <p:xfrm>
          <a:off x="2233403" y="3127414"/>
          <a:ext cx="7725192" cy="1440000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931298">
                  <a:extLst>
                    <a:ext uri="{9D8B030D-6E8A-4147-A177-3AD203B41FA5}">
                      <a16:colId xmlns:a16="http://schemas.microsoft.com/office/drawing/2014/main" val="2219218864"/>
                    </a:ext>
                  </a:extLst>
                </a:gridCol>
                <a:gridCol w="1931298">
                  <a:extLst>
                    <a:ext uri="{9D8B030D-6E8A-4147-A177-3AD203B41FA5}">
                      <a16:colId xmlns:a16="http://schemas.microsoft.com/office/drawing/2014/main" val="3457718621"/>
                    </a:ext>
                  </a:extLst>
                </a:gridCol>
                <a:gridCol w="1931298">
                  <a:extLst>
                    <a:ext uri="{9D8B030D-6E8A-4147-A177-3AD203B41FA5}">
                      <a16:colId xmlns:a16="http://schemas.microsoft.com/office/drawing/2014/main" val="1100240597"/>
                    </a:ext>
                  </a:extLst>
                </a:gridCol>
                <a:gridCol w="1931298">
                  <a:extLst>
                    <a:ext uri="{9D8B030D-6E8A-4147-A177-3AD203B41FA5}">
                      <a16:colId xmlns:a16="http://schemas.microsoft.com/office/drawing/2014/main" val="3172996440"/>
                    </a:ext>
                  </a:extLst>
                </a:gridCol>
              </a:tblGrid>
              <a:tr h="360000"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Net ID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400" b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Host ID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400" b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291778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10000000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00001011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000000000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00000000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847090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461216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10000000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00001011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</a:t>
                      </a:r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00000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00000000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4632906"/>
                  </a:ext>
                </a:extLst>
              </a:tr>
            </a:tbl>
          </a:graphicData>
        </a:graphic>
      </p:graphicFrame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DAA7E74C-9538-49DC-A8DA-8084643761A1}"/>
              </a:ext>
            </a:extLst>
          </p:cNvPr>
          <p:cNvCxnSpPr>
            <a:cxnSpLocks/>
          </p:cNvCxnSpPr>
          <p:nvPr/>
        </p:nvCxnSpPr>
        <p:spPr>
          <a:xfrm>
            <a:off x="6939273" y="4590434"/>
            <a:ext cx="0" cy="720000"/>
          </a:xfrm>
          <a:prstGeom prst="line">
            <a:avLst/>
          </a:prstGeom>
          <a:ln w="38100">
            <a:solidFill>
              <a:srgbClr val="C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63E54F69-D09A-4B8C-B6DB-F0E7A93AFC69}"/>
              </a:ext>
            </a:extLst>
          </p:cNvPr>
          <p:cNvCxnSpPr>
            <a:cxnSpLocks/>
          </p:cNvCxnSpPr>
          <p:nvPr/>
        </p:nvCxnSpPr>
        <p:spPr>
          <a:xfrm>
            <a:off x="6096000" y="4590434"/>
            <a:ext cx="0" cy="720000"/>
          </a:xfrm>
          <a:prstGeom prst="line">
            <a:avLst/>
          </a:prstGeom>
          <a:ln w="38100">
            <a:solidFill>
              <a:srgbClr val="C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11627EBF-AAE8-43D0-90C1-C4F7DF4B5815}"/>
              </a:ext>
            </a:extLst>
          </p:cNvPr>
          <p:cNvCxnSpPr>
            <a:cxnSpLocks/>
          </p:cNvCxnSpPr>
          <p:nvPr/>
        </p:nvCxnSpPr>
        <p:spPr>
          <a:xfrm flipH="1">
            <a:off x="6096000" y="4693168"/>
            <a:ext cx="292231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217C9139-FE49-4B95-BB64-659C21CEFB83}"/>
              </a:ext>
            </a:extLst>
          </p:cNvPr>
          <p:cNvCxnSpPr/>
          <p:nvPr/>
        </p:nvCxnSpPr>
        <p:spPr>
          <a:xfrm>
            <a:off x="6647042" y="4693167"/>
            <a:ext cx="292231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8BB0765C-DCA4-49DE-872D-4254C45E1C4F}"/>
              </a:ext>
            </a:extLst>
          </p:cNvPr>
          <p:cNvSpPr txBox="1"/>
          <p:nvPr/>
        </p:nvSpPr>
        <p:spPr>
          <a:xfrm>
            <a:off x="6030051" y="4910324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子网号</a:t>
            </a:r>
          </a:p>
        </p:txBody>
      </p:sp>
    </p:spTree>
    <p:extLst>
      <p:ext uri="{BB962C8B-B14F-4D97-AF65-F5344CB8AC3E}">
        <p14:creationId xmlns:p14="http://schemas.microsoft.com/office/powerpoint/2010/main" val="33903225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FB53BFD0-6F27-4D75-B8B9-055A68B4EA5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子网掩码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2C0926A-A321-4E26-851E-C44138C34F5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Mask</a:t>
            </a:r>
            <a:endParaRPr lang="zh-CN" altLang="en-US" dirty="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E37DE8C-B3E3-4EB8-BE66-43894264E8FF}"/>
              </a:ext>
            </a:extLst>
          </p:cNvPr>
          <p:cNvSpPr/>
          <p:nvPr/>
        </p:nvSpPr>
        <p:spPr>
          <a:xfrm>
            <a:off x="494145" y="3933435"/>
            <a:ext cx="11203709" cy="175092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80C74D6-4F8B-422A-9A41-36C853B3A595}"/>
              </a:ext>
            </a:extLst>
          </p:cNvPr>
          <p:cNvSpPr/>
          <p:nvPr/>
        </p:nvSpPr>
        <p:spPr>
          <a:xfrm>
            <a:off x="494145" y="1085644"/>
            <a:ext cx="5400000" cy="2343355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CFB34387-8440-401F-AE2A-0B8A7F5F9055}"/>
              </a:ext>
            </a:extLst>
          </p:cNvPr>
          <p:cNvSpPr/>
          <p:nvPr/>
        </p:nvSpPr>
        <p:spPr>
          <a:xfrm>
            <a:off x="6297854" y="1079959"/>
            <a:ext cx="5400000" cy="234335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8E4EE2C-FC6A-49E4-BB1B-E2AD314DC2F8}"/>
              </a:ext>
            </a:extLst>
          </p:cNvPr>
          <p:cNvSpPr txBox="1"/>
          <p:nvPr/>
        </p:nvSpPr>
        <p:spPr>
          <a:xfrm>
            <a:off x="1225781" y="1749490"/>
            <a:ext cx="346921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kern="100" dirty="0">
                <a:effectLst/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长度</a:t>
            </a:r>
            <a:r>
              <a:rPr lang="en-US" altLang="zh-CN" sz="1600" kern="100" dirty="0">
                <a:effectLst/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32</a:t>
            </a:r>
            <a:r>
              <a:rPr lang="zh-CN" altLang="en-US" sz="1600" kern="100" dirty="0">
                <a:effectLst/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位</a:t>
            </a:r>
            <a:endParaRPr lang="en-US" altLang="zh-CN" sz="1600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kern="100" dirty="0">
                <a:effectLst/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对应于网络地址的所有位都为</a:t>
            </a:r>
            <a:r>
              <a:rPr lang="en-US" altLang="zh-CN" sz="1600" kern="100" dirty="0">
                <a:effectLst/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kern="100" dirty="0">
                <a:effectLst/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对应于主机地址的所有位置都为</a:t>
            </a:r>
            <a:r>
              <a:rPr lang="en-US" altLang="zh-CN" sz="1600" kern="100" dirty="0">
                <a:effectLst/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198AEA86-2108-4CC4-8F4C-9442B054FF82}"/>
              </a:ext>
            </a:extLst>
          </p:cNvPr>
          <p:cNvSpPr txBox="1"/>
          <p:nvPr/>
        </p:nvSpPr>
        <p:spPr>
          <a:xfrm>
            <a:off x="6960568" y="1749490"/>
            <a:ext cx="363593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zh-CN" sz="1600" kern="100" dirty="0">
                <a:effectLst/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sz="1600" kern="100" dirty="0">
                <a:effectLst/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类网络</a:t>
            </a:r>
            <a:r>
              <a:rPr lang="en-US" altLang="zh-CN" sz="1600" kern="100" dirty="0">
                <a:effectLst/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	255.0.0.0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zh-CN" sz="1600" kern="100" dirty="0">
                <a:effectLst/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B</a:t>
            </a:r>
            <a:r>
              <a:rPr lang="zh-CN" altLang="en-US" sz="1600" kern="100" dirty="0">
                <a:effectLst/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类网络</a:t>
            </a:r>
            <a:r>
              <a:rPr lang="en-US" altLang="zh-CN" sz="1600" kern="100" dirty="0">
                <a:effectLst/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	255.255.0.0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zh-CN" sz="1600" kern="100" dirty="0">
                <a:effectLst/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C</a:t>
            </a:r>
            <a:r>
              <a:rPr lang="zh-CN" altLang="en-US" sz="1600" kern="100" dirty="0">
                <a:effectLst/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类网络</a:t>
            </a:r>
            <a:r>
              <a:rPr lang="en-US" altLang="zh-CN" sz="1600" kern="100" dirty="0">
                <a:effectLst/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	255.255.255.0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A51A8989-9218-4883-9643-1994FC5EE577}"/>
              </a:ext>
            </a:extLst>
          </p:cNvPr>
          <p:cNvSpPr txBox="1"/>
          <p:nvPr/>
        </p:nvSpPr>
        <p:spPr>
          <a:xfrm>
            <a:off x="1229407" y="4454955"/>
            <a:ext cx="7064755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kern="100" dirty="0">
                <a:effectLst/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求网络地址以判断是否属于同一个网络：</a:t>
            </a:r>
            <a:endParaRPr lang="en-US" altLang="zh-CN" sz="1600" kern="100" dirty="0">
              <a:effectLst/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kern="100" dirty="0">
                <a:effectLst/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子网掩码和</a:t>
            </a:r>
            <a:r>
              <a:rPr lang="en-US" altLang="zh-CN" sz="1600" kern="100" dirty="0">
                <a:effectLst/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IP</a:t>
            </a:r>
            <a:r>
              <a:rPr lang="zh-CN" altLang="en-US" sz="1600" kern="100" dirty="0">
                <a:effectLst/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地址按位进行逻辑“与”运算，可得到</a:t>
            </a:r>
            <a:r>
              <a:rPr lang="en-US" altLang="zh-CN" sz="1600" kern="100" dirty="0">
                <a:effectLst/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IP</a:t>
            </a:r>
            <a:r>
              <a:rPr lang="zh-CN" altLang="en-US" sz="1600" kern="100" dirty="0">
                <a:effectLst/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地址对应的网络地址</a:t>
            </a:r>
            <a:endParaRPr lang="en-US" altLang="zh-CN" sz="1600" kern="100" dirty="0">
              <a:effectLst/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不同网络的主机如果通信，需要使用三层设备，如路由器互联</a:t>
            </a:r>
            <a:endParaRPr lang="en-US" altLang="zh-CN" sz="1600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仅仅凭借一个</a:t>
            </a:r>
            <a:r>
              <a:rPr lang="en-US" altLang="zh-CN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IP</a:t>
            </a:r>
            <a:r>
              <a:rPr lang="zh-CN" altLang="en-US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地址不能判断属于哪个网络</a:t>
            </a:r>
            <a:endParaRPr lang="en-US" altLang="zh-CN" sz="1600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AA8C15FC-544E-4EAB-A6D8-75C6249BF14D}"/>
              </a:ext>
            </a:extLst>
          </p:cNvPr>
          <p:cNvGrpSpPr/>
          <p:nvPr/>
        </p:nvGrpSpPr>
        <p:grpSpPr>
          <a:xfrm>
            <a:off x="2322746" y="882363"/>
            <a:ext cx="1742798" cy="436011"/>
            <a:chOff x="1838960" y="2079567"/>
            <a:chExt cx="1742798" cy="436011"/>
          </a:xfrm>
        </p:grpSpPr>
        <p:sp>
          <p:nvSpPr>
            <p:cNvPr id="31" name="平行四边形 30">
              <a:extLst>
                <a:ext uri="{FF2B5EF4-FFF2-40B4-BE49-F238E27FC236}">
                  <a16:creationId xmlns:a16="http://schemas.microsoft.com/office/drawing/2014/main" id="{34B4272C-56FF-4F05-A1E0-7125A51B9ABC}"/>
                </a:ext>
              </a:extLst>
            </p:cNvPr>
            <p:cNvSpPr/>
            <p:nvPr/>
          </p:nvSpPr>
          <p:spPr>
            <a:xfrm>
              <a:off x="1838960" y="2079567"/>
              <a:ext cx="1742798" cy="197596"/>
            </a:xfrm>
            <a:prstGeom prst="parallelogram">
              <a:avLst>
                <a:gd name="adj" fmla="val 72091"/>
              </a:avLst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E469EFB8-DB06-40D8-9EBC-C8C9373446EB}"/>
                </a:ext>
              </a:extLst>
            </p:cNvPr>
            <p:cNvSpPr/>
            <p:nvPr/>
          </p:nvSpPr>
          <p:spPr>
            <a:xfrm>
              <a:off x="1993103" y="2079567"/>
              <a:ext cx="1588655" cy="436011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特点</a:t>
              </a: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F3AB5FDB-425D-4120-9A7D-B3B96F78D54B}"/>
              </a:ext>
            </a:extLst>
          </p:cNvPr>
          <p:cNvGrpSpPr/>
          <p:nvPr/>
        </p:nvGrpSpPr>
        <p:grpSpPr>
          <a:xfrm>
            <a:off x="8126455" y="882363"/>
            <a:ext cx="1742798" cy="436011"/>
            <a:chOff x="1838960" y="2079567"/>
            <a:chExt cx="1742798" cy="436011"/>
          </a:xfrm>
        </p:grpSpPr>
        <p:sp>
          <p:nvSpPr>
            <p:cNvPr id="34" name="平行四边形 33">
              <a:extLst>
                <a:ext uri="{FF2B5EF4-FFF2-40B4-BE49-F238E27FC236}">
                  <a16:creationId xmlns:a16="http://schemas.microsoft.com/office/drawing/2014/main" id="{04765843-7AED-4004-B348-4CC7E1A347E7}"/>
                </a:ext>
              </a:extLst>
            </p:cNvPr>
            <p:cNvSpPr/>
            <p:nvPr/>
          </p:nvSpPr>
          <p:spPr>
            <a:xfrm>
              <a:off x="1838960" y="2079567"/>
              <a:ext cx="1742798" cy="197596"/>
            </a:xfrm>
            <a:prstGeom prst="parallelogram">
              <a:avLst>
                <a:gd name="adj" fmla="val 72091"/>
              </a:avLst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96E3CF3B-896C-4AEB-8F4A-F6A9A5285098}"/>
                </a:ext>
              </a:extLst>
            </p:cNvPr>
            <p:cNvSpPr/>
            <p:nvPr/>
          </p:nvSpPr>
          <p:spPr>
            <a:xfrm>
              <a:off x="1993103" y="2079567"/>
              <a:ext cx="1588655" cy="436011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默认掩码</a:t>
              </a:r>
            </a:p>
          </p:txBody>
        </p: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83697FA2-3853-4008-B05D-2A123F43E67E}"/>
              </a:ext>
            </a:extLst>
          </p:cNvPr>
          <p:cNvGrpSpPr/>
          <p:nvPr/>
        </p:nvGrpSpPr>
        <p:grpSpPr>
          <a:xfrm>
            <a:off x="5224600" y="3725164"/>
            <a:ext cx="1742798" cy="436011"/>
            <a:chOff x="1838960" y="2079567"/>
            <a:chExt cx="1742798" cy="436011"/>
          </a:xfrm>
        </p:grpSpPr>
        <p:sp>
          <p:nvSpPr>
            <p:cNvPr id="37" name="平行四边形 36">
              <a:extLst>
                <a:ext uri="{FF2B5EF4-FFF2-40B4-BE49-F238E27FC236}">
                  <a16:creationId xmlns:a16="http://schemas.microsoft.com/office/drawing/2014/main" id="{533454B3-F86E-4600-A2FD-B1A0BA787913}"/>
                </a:ext>
              </a:extLst>
            </p:cNvPr>
            <p:cNvSpPr/>
            <p:nvPr/>
          </p:nvSpPr>
          <p:spPr>
            <a:xfrm>
              <a:off x="1838960" y="2079567"/>
              <a:ext cx="1742798" cy="197596"/>
            </a:xfrm>
            <a:prstGeom prst="parallelogram">
              <a:avLst>
                <a:gd name="adj" fmla="val 72091"/>
              </a:avLst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AA6CDFBF-2410-47DC-9608-760FAF789CAB}"/>
                </a:ext>
              </a:extLst>
            </p:cNvPr>
            <p:cNvSpPr/>
            <p:nvPr/>
          </p:nvSpPr>
          <p:spPr>
            <a:xfrm>
              <a:off x="1993103" y="2079567"/>
              <a:ext cx="1588655" cy="436011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作用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896579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AF0E28C-70ED-4B85-BDF4-B8321BB494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/>
              <a:t>一个主机的</a:t>
            </a:r>
            <a:r>
              <a:rPr lang="en-US" altLang="zh-CN" dirty="0"/>
              <a:t>IP</a:t>
            </a:r>
            <a:r>
              <a:rPr lang="zh-CN" altLang="en-US" dirty="0"/>
              <a:t>地址为</a:t>
            </a:r>
            <a:r>
              <a:rPr lang="en-US" altLang="zh-CN" dirty="0"/>
              <a:t>198.0.46.1</a:t>
            </a:r>
            <a:r>
              <a:rPr lang="zh-CN" altLang="en-US" dirty="0"/>
              <a:t>，则它的默认掩码是（）。</a:t>
            </a:r>
          </a:p>
          <a:p>
            <a:r>
              <a:rPr lang="en-US" altLang="zh-CN" dirty="0"/>
              <a:t>A:255.0.0.0</a:t>
            </a:r>
          </a:p>
          <a:p>
            <a:r>
              <a:rPr lang="en-US" altLang="zh-CN" dirty="0"/>
              <a:t>B:255.255.0.0</a:t>
            </a:r>
          </a:p>
          <a:p>
            <a:r>
              <a:rPr lang="en-US" altLang="zh-CN" dirty="0"/>
              <a:t>C:255.255.255.0</a:t>
            </a:r>
          </a:p>
          <a:p>
            <a:r>
              <a:rPr lang="en-US" altLang="zh-CN" dirty="0"/>
              <a:t>D:255.255.255.255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416897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AF0E28C-70ED-4B85-BDF4-B8321BB494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/>
              <a:t>已知某个网络地址为</a:t>
            </a:r>
            <a:r>
              <a:rPr lang="en-US" altLang="zh-CN" dirty="0"/>
              <a:t>218.75.230.0</a:t>
            </a:r>
            <a:r>
              <a:rPr lang="zh-CN" altLang="en-US" dirty="0"/>
              <a:t>，使用子网掩码</a:t>
            </a:r>
            <a:r>
              <a:rPr lang="en-US" altLang="zh-CN" dirty="0"/>
              <a:t>255.255.255.128</a:t>
            </a:r>
            <a:r>
              <a:rPr lang="zh-CN" altLang="en-US" dirty="0"/>
              <a:t>划分子网，请给出划分的细节</a:t>
            </a:r>
            <a:endParaRPr lang="en-US" altLang="zh-CN" dirty="0"/>
          </a:p>
          <a:p>
            <a:r>
              <a:rPr lang="zh-CN" altLang="en-US" dirty="0"/>
              <a:t>提示：先判断是第几类的网络地址，再看看掩码借了几位</a:t>
            </a:r>
          </a:p>
        </p:txBody>
      </p:sp>
      <p:graphicFrame>
        <p:nvGraphicFramePr>
          <p:cNvPr id="5" name="表格 7">
            <a:extLst>
              <a:ext uri="{FF2B5EF4-FFF2-40B4-BE49-F238E27FC236}">
                <a16:creationId xmlns:a16="http://schemas.microsoft.com/office/drawing/2014/main" id="{10089C2E-D0B2-429C-8C3B-2ED6C848E5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2309420"/>
              </p:ext>
            </p:extLst>
          </p:nvPr>
        </p:nvGraphicFramePr>
        <p:xfrm>
          <a:off x="1416000" y="2178000"/>
          <a:ext cx="9360000" cy="4320000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872000">
                  <a:extLst>
                    <a:ext uri="{9D8B030D-6E8A-4147-A177-3AD203B41FA5}">
                      <a16:colId xmlns:a16="http://schemas.microsoft.com/office/drawing/2014/main" val="919118091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219218864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3457718621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1100240597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317299644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</a:t>
                      </a:r>
                      <a:r>
                        <a:rPr lang="zh-CN" altLang="en-US" sz="1600" b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类网络地址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218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75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230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847090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zh-CN" altLang="en-US" sz="1600" b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默认掩码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255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255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255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463290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zh-CN" altLang="en-US" sz="1600" b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现在掩码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255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255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255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000 0000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887161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796155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zh-CN" altLang="en-US" sz="1600" b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网络地址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218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75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230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000 0000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083080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zh-CN" altLang="en-US" sz="1600" b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最小地址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218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75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230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kern="1200" dirty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0</a:t>
                      </a:r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000 0001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149002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zh-CN" altLang="en-US" sz="1600" b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最大地址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218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75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230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kern="1200" dirty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0</a:t>
                      </a:r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111 1110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499215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zh-CN" altLang="en-US" sz="1600" b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广播地址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218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75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230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kern="1200" dirty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0</a:t>
                      </a:r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111 1111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474370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zh-CN" altLang="en-US" sz="1600" b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网络地址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218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75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230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000 0000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68766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zh-CN" altLang="en-US" sz="1600" b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最小地址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218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75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230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kern="1200" dirty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1</a:t>
                      </a:r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000 0001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637309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zh-CN" altLang="en-US" sz="1600" b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最大地址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218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75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230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kern="1200" dirty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1</a:t>
                      </a:r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111 1110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063528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zh-CN" altLang="en-US" sz="1600" b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广播地址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218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75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230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kern="1200" dirty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1</a:t>
                      </a:r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111 1111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239729"/>
                  </a:ext>
                </a:extLst>
              </a:tr>
            </a:tbl>
          </a:graphicData>
        </a:graphic>
      </p:graphicFrame>
      <p:sp>
        <p:nvSpPr>
          <p:cNvPr id="3" name="文本框 2">
            <a:extLst>
              <a:ext uri="{FF2B5EF4-FFF2-40B4-BE49-F238E27FC236}">
                <a16:creationId xmlns:a16="http://schemas.microsoft.com/office/drawing/2014/main" id="{490A6641-9EBB-4F03-A057-F8E0678591ED}"/>
              </a:ext>
            </a:extLst>
          </p:cNvPr>
          <p:cNvSpPr txBox="1"/>
          <p:nvPr/>
        </p:nvSpPr>
        <p:spPr>
          <a:xfrm>
            <a:off x="493481" y="4169664"/>
            <a:ext cx="7184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子网</a:t>
            </a:r>
            <a:r>
              <a:rPr lang="en-US" altLang="zh-CN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0</a:t>
            </a:r>
            <a:endParaRPr lang="zh-CN" altLang="en-US" sz="1600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6EDEC1E-F71C-4F21-AD6C-67130E3873EE}"/>
              </a:ext>
            </a:extLst>
          </p:cNvPr>
          <p:cNvSpPr txBox="1"/>
          <p:nvPr/>
        </p:nvSpPr>
        <p:spPr>
          <a:xfrm>
            <a:off x="493480" y="5572710"/>
            <a:ext cx="7184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子网</a:t>
            </a:r>
            <a:r>
              <a:rPr lang="en-US" altLang="zh-CN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1</a:t>
            </a:r>
            <a:endParaRPr lang="zh-CN" altLang="en-US" sz="1600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8715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AF0E28C-70ED-4B85-BDF4-B8321BB494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/>
              <a:t>已知某个网络地址为</a:t>
            </a:r>
            <a:r>
              <a:rPr lang="en-US" altLang="zh-CN" dirty="0"/>
              <a:t>218.75.230.0</a:t>
            </a:r>
            <a:r>
              <a:rPr lang="zh-CN" altLang="en-US" dirty="0"/>
              <a:t>，使用子网掩码</a:t>
            </a:r>
            <a:r>
              <a:rPr lang="en-US" altLang="zh-CN" dirty="0"/>
              <a:t>255.255.255.192</a:t>
            </a:r>
            <a:r>
              <a:rPr lang="zh-CN" altLang="en-US" dirty="0"/>
              <a:t>划分子网，请给出划分的细节</a:t>
            </a:r>
            <a:endParaRPr lang="en-US" altLang="zh-CN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89EE966-5C0D-4EE6-8AE7-A36AF66438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8519" y="1732593"/>
            <a:ext cx="5760000" cy="4648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64699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AF0E28C-70ED-4B85-BDF4-B8321BB494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/>
              <a:t>某主机的</a:t>
            </a:r>
            <a:r>
              <a:rPr lang="en-US" altLang="zh-CN" dirty="0"/>
              <a:t>IP</a:t>
            </a:r>
            <a:r>
              <a:rPr lang="zh-CN" altLang="en-US" dirty="0"/>
              <a:t>地址为</a:t>
            </a:r>
            <a:r>
              <a:rPr lang="en-US" altLang="zh-CN" dirty="0"/>
              <a:t>180.80.77.55</a:t>
            </a:r>
            <a:r>
              <a:rPr lang="zh-CN" altLang="en-US" dirty="0"/>
              <a:t>，子网掩码为</a:t>
            </a:r>
            <a:r>
              <a:rPr lang="en-US" altLang="zh-CN" dirty="0"/>
              <a:t>255.255.252.0</a:t>
            </a:r>
            <a:r>
              <a:rPr lang="zh-CN" altLang="en-US" dirty="0"/>
              <a:t>，如果该主机向其所在子网发送广播分组，则目的地址可以是？</a:t>
            </a:r>
            <a:endParaRPr lang="en-US" altLang="zh-CN" dirty="0"/>
          </a:p>
          <a:p>
            <a:r>
              <a:rPr lang="en-US" altLang="zh-CN" dirty="0"/>
              <a:t>A</a:t>
            </a:r>
            <a:r>
              <a:rPr lang="zh-CN" altLang="en-US" dirty="0"/>
              <a:t>：</a:t>
            </a:r>
            <a:r>
              <a:rPr lang="en-US" altLang="zh-CN" dirty="0"/>
              <a:t>180.80.76.0</a:t>
            </a:r>
          </a:p>
          <a:p>
            <a:r>
              <a:rPr lang="en-US" altLang="zh-CN" dirty="0"/>
              <a:t>B</a:t>
            </a:r>
            <a:r>
              <a:rPr lang="zh-CN" altLang="en-US" dirty="0"/>
              <a:t>：</a:t>
            </a:r>
            <a:r>
              <a:rPr lang="en-US" altLang="zh-CN" dirty="0"/>
              <a:t>180.80.76.255</a:t>
            </a:r>
          </a:p>
          <a:p>
            <a:r>
              <a:rPr lang="en-US" altLang="zh-CN" dirty="0"/>
              <a:t>C</a:t>
            </a:r>
            <a:r>
              <a:rPr lang="zh-CN" altLang="en-US" dirty="0"/>
              <a:t>：</a:t>
            </a:r>
            <a:r>
              <a:rPr lang="en-US" altLang="zh-CN" dirty="0"/>
              <a:t>180.80.77.255</a:t>
            </a:r>
          </a:p>
          <a:p>
            <a:r>
              <a:rPr lang="en-US" altLang="zh-CN" dirty="0"/>
              <a:t>D</a:t>
            </a:r>
            <a:r>
              <a:rPr lang="zh-CN" altLang="en-US" dirty="0"/>
              <a:t>：</a:t>
            </a:r>
            <a:r>
              <a:rPr lang="en-US" altLang="zh-CN" dirty="0"/>
              <a:t>180.80.79.255</a:t>
            </a:r>
          </a:p>
          <a:p>
            <a:endParaRPr lang="en-US" altLang="zh-CN" dirty="0"/>
          </a:p>
          <a:p>
            <a:r>
              <a:rPr lang="zh-CN" altLang="en-US" dirty="0"/>
              <a:t>思路：几类</a:t>
            </a:r>
            <a:r>
              <a:rPr lang="en-US" altLang="zh-CN" dirty="0"/>
              <a:t>IP</a:t>
            </a:r>
            <a:r>
              <a:rPr lang="zh-CN" altLang="en-US" dirty="0"/>
              <a:t>地址？借了几位主机号？网络地址是多少？对应子网的广播地址是多少？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1.IP</a:t>
            </a:r>
            <a:r>
              <a:rPr lang="zh-CN" altLang="en-US" dirty="0"/>
              <a:t>地址为</a:t>
            </a:r>
            <a:r>
              <a:rPr lang="en-US" altLang="zh-CN" dirty="0"/>
              <a:t>B</a:t>
            </a:r>
            <a:r>
              <a:rPr lang="zh-CN" altLang="en-US" dirty="0"/>
              <a:t>类地址，默认掩码是</a:t>
            </a:r>
            <a:r>
              <a:rPr lang="en-US" altLang="zh-CN" dirty="0"/>
              <a:t>255.255.0.0</a:t>
            </a:r>
            <a:r>
              <a:rPr lang="zh-CN" altLang="en-US" dirty="0"/>
              <a:t>，根据提供的掩码，可知，主机有</a:t>
            </a:r>
            <a:r>
              <a:rPr lang="en-US" altLang="zh-CN" dirty="0"/>
              <a:t>2</a:t>
            </a:r>
            <a:r>
              <a:rPr lang="zh-CN" altLang="en-US" dirty="0"/>
              <a:t>位被借去划分子网</a:t>
            </a:r>
            <a:endParaRPr lang="en-US" altLang="zh-CN" dirty="0"/>
          </a:p>
          <a:p>
            <a:r>
              <a:rPr lang="en-US" altLang="zh-CN" dirty="0"/>
              <a:t>2.IP</a:t>
            </a:r>
            <a:r>
              <a:rPr lang="zh-CN" altLang="en-US" dirty="0"/>
              <a:t>地址</a:t>
            </a:r>
            <a:r>
              <a:rPr lang="en-US" altLang="zh-CN" dirty="0"/>
              <a:t>&amp;</a:t>
            </a:r>
            <a:r>
              <a:rPr lang="zh-CN" altLang="en-US" dirty="0"/>
              <a:t>掩码，求出网络地址为：</a:t>
            </a:r>
            <a:endParaRPr lang="en-US" altLang="zh-CN" dirty="0"/>
          </a:p>
          <a:p>
            <a:r>
              <a:rPr lang="en-US" altLang="zh-CN" dirty="0"/>
              <a:t>		180.80.</a:t>
            </a:r>
            <a:r>
              <a:rPr lang="en-US" altLang="zh-CN" b="1" dirty="0">
                <a:solidFill>
                  <a:srgbClr val="FF0000"/>
                </a:solidFill>
              </a:rPr>
              <a:t>01</a:t>
            </a:r>
            <a:r>
              <a:rPr lang="en-US" altLang="zh-CN" dirty="0"/>
              <a:t>00 1100.0</a:t>
            </a:r>
            <a:r>
              <a:rPr lang="zh-CN" altLang="en-US" dirty="0"/>
              <a:t>，</a:t>
            </a:r>
            <a:endParaRPr lang="en-US" altLang="zh-CN" dirty="0"/>
          </a:p>
          <a:p>
            <a:r>
              <a:rPr lang="zh-CN" altLang="en-US" dirty="0"/>
              <a:t>主机号全为</a:t>
            </a:r>
            <a:r>
              <a:rPr lang="en-US" altLang="zh-CN" dirty="0"/>
              <a:t>1</a:t>
            </a:r>
            <a:r>
              <a:rPr lang="zh-CN" altLang="en-US" dirty="0"/>
              <a:t>：</a:t>
            </a:r>
            <a:r>
              <a:rPr lang="en-US" altLang="zh-CN" dirty="0"/>
              <a:t>	180.80.</a:t>
            </a:r>
            <a:r>
              <a:rPr lang="en-US" altLang="zh-CN" b="1" dirty="0">
                <a:solidFill>
                  <a:srgbClr val="FF0000"/>
                </a:solidFill>
              </a:rPr>
              <a:t>01</a:t>
            </a:r>
            <a:r>
              <a:rPr lang="en-US" altLang="zh-CN" dirty="0"/>
              <a:t>11 1111.255</a:t>
            </a:r>
            <a:r>
              <a:rPr lang="zh-CN" altLang="en-US" dirty="0"/>
              <a:t>，所以对应的广播地址为</a:t>
            </a:r>
            <a:r>
              <a:rPr lang="en-US" altLang="zh-CN" dirty="0"/>
              <a:t>180.80.79.255</a:t>
            </a:r>
          </a:p>
        </p:txBody>
      </p:sp>
    </p:spTree>
    <p:extLst>
      <p:ext uri="{BB962C8B-B14F-4D97-AF65-F5344CB8AC3E}">
        <p14:creationId xmlns:p14="http://schemas.microsoft.com/office/powerpoint/2010/main" val="42506904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C66371BD-0E01-4F22-8A31-D19535382F7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/>
              <a:t>一台主机的</a:t>
            </a:r>
            <a:r>
              <a:rPr lang="en-US" altLang="zh-CN" dirty="0"/>
              <a:t>IP</a:t>
            </a:r>
            <a:r>
              <a:rPr lang="zh-CN" altLang="en-US" dirty="0"/>
              <a:t>地址是</a:t>
            </a:r>
            <a:r>
              <a:rPr lang="en-US" altLang="zh-CN" dirty="0"/>
              <a:t>202.113.224.68</a:t>
            </a:r>
            <a:r>
              <a:rPr lang="zh-CN" altLang="en-US" dirty="0"/>
              <a:t>，子网掩码是</a:t>
            </a:r>
            <a:r>
              <a:rPr lang="en-US" altLang="zh-CN" dirty="0"/>
              <a:t>255.255.255.240</a:t>
            </a:r>
            <a:r>
              <a:rPr lang="zh-CN" altLang="en-US" dirty="0"/>
              <a:t>，则对应的主机号是（）。</a:t>
            </a:r>
          </a:p>
          <a:p>
            <a:r>
              <a:rPr lang="en-US" altLang="zh-CN" dirty="0"/>
              <a:t>A:4	B:6</a:t>
            </a:r>
          </a:p>
          <a:p>
            <a:r>
              <a:rPr lang="en-US" altLang="zh-CN" dirty="0"/>
              <a:t>C:8	D:68</a:t>
            </a:r>
          </a:p>
          <a:p>
            <a:endParaRPr lang="en-US" altLang="zh-CN" dirty="0"/>
          </a:p>
          <a:p>
            <a:endParaRPr lang="en-US" altLang="zh-CN" dirty="0"/>
          </a:p>
          <a:p>
            <a:pPr algn="l"/>
            <a:r>
              <a:rPr lang="zh-CN" altLang="en-US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分析：</a:t>
            </a:r>
            <a:endParaRPr lang="en-US" altLang="zh-CN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algn="l"/>
            <a:r>
              <a:rPr lang="zh-CN" altLang="en-US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网络号：</a:t>
            </a:r>
            <a:endParaRPr lang="en-US" altLang="zh-CN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indent="457200" algn="l">
              <a:tabLst>
                <a:tab pos="1800000" algn="l"/>
                <a:tab pos="5040000" algn="l"/>
              </a:tabLst>
            </a:pPr>
            <a:r>
              <a:rPr lang="en-US" altLang="zh-CN" kern="100" dirty="0">
                <a:effectLst/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IP</a:t>
            </a:r>
            <a:r>
              <a:rPr lang="zh-CN" altLang="en-US" kern="100" dirty="0">
                <a:effectLst/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地址：</a:t>
            </a:r>
            <a:r>
              <a:rPr lang="en-US" altLang="zh-CN" kern="100" dirty="0">
                <a:effectLst/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	202.113.224.</a:t>
            </a:r>
            <a:r>
              <a:rPr lang="en-US" altLang="zh-CN" b="1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68</a:t>
            </a:r>
            <a:r>
              <a:rPr lang="en-US" altLang="zh-CN" kern="100" dirty="0">
                <a:effectLst/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	0100 0</a:t>
            </a:r>
            <a:r>
              <a:rPr lang="en-US" altLang="zh-CN" b="1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kern="100" dirty="0">
                <a:effectLst/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00</a:t>
            </a:r>
          </a:p>
          <a:p>
            <a:pPr indent="457200" algn="l">
              <a:tabLst>
                <a:tab pos="1800000" algn="l"/>
                <a:tab pos="5040000" algn="l"/>
              </a:tabLst>
            </a:pPr>
            <a:r>
              <a:rPr lang="zh-CN" altLang="en-US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子网掩码：</a:t>
            </a:r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	255.255.255.</a:t>
            </a:r>
            <a:r>
              <a:rPr lang="en-US" altLang="zh-CN" b="1" kern="100" dirty="0">
                <a:solidFill>
                  <a:srgbClr val="FF0000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240</a:t>
            </a:r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	1111 0</a:t>
            </a:r>
            <a:r>
              <a:rPr lang="en-US" altLang="zh-CN" b="1" kern="100" dirty="0">
                <a:solidFill>
                  <a:srgbClr val="FF0000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0</a:t>
            </a:r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00</a:t>
            </a:r>
          </a:p>
          <a:p>
            <a:pPr indent="457200" algn="l">
              <a:tabLst>
                <a:tab pos="1800000" algn="l"/>
                <a:tab pos="5040000" algn="l"/>
              </a:tabLst>
            </a:pPr>
            <a:r>
              <a:rPr lang="zh-CN" altLang="en-US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网络地址：</a:t>
            </a:r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	</a:t>
            </a:r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  <a:sym typeface="Wingdings 3" panose="05040102010807070707" pitchFamily="18" charset="2"/>
              </a:rPr>
              <a:t>202.113.224.</a:t>
            </a:r>
            <a:r>
              <a:rPr lang="en-US" altLang="zh-CN" b="1" kern="100" dirty="0">
                <a:solidFill>
                  <a:srgbClr val="FF0000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  <a:sym typeface="Wingdings 3" panose="05040102010807070707" pitchFamily="18" charset="2"/>
              </a:rPr>
              <a:t>64</a:t>
            </a:r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	0100 0000</a:t>
            </a:r>
          </a:p>
          <a:p>
            <a:pPr indent="457200" algn="l">
              <a:tabLst>
                <a:tab pos="1800000" algn="l"/>
                <a:tab pos="5040000" algn="l"/>
              </a:tabLst>
            </a:pPr>
            <a:endParaRPr lang="en-US" altLang="zh-CN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algn="l">
              <a:tabLst>
                <a:tab pos="1800000" algn="l"/>
                <a:tab pos="5040000" algn="l"/>
              </a:tabLst>
            </a:pPr>
            <a:r>
              <a:rPr lang="zh-CN" altLang="en-US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主机号：网络地址开始到</a:t>
            </a:r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IP</a:t>
            </a:r>
            <a:r>
              <a:rPr lang="zh-CN" altLang="en-US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地址为</a:t>
            </a:r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64</a:t>
            </a:r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  <a:sym typeface="Wingdings 3" panose="05040102010807070707" pitchFamily="18" charset="2"/>
              </a:rPr>
              <a:t>68</a:t>
            </a:r>
            <a:r>
              <a:rPr lang="zh-CN" altLang="en-US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  <a:sym typeface="Wingdings 3" panose="05040102010807070707" pitchFamily="18" charset="2"/>
              </a:rPr>
              <a:t>，所以，主机号为：</a:t>
            </a:r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68-64=4</a:t>
            </a:r>
          </a:p>
          <a:p>
            <a:endParaRPr lang="en-US" altLang="zh-CN" dirty="0"/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B82D4E24-C3F0-4A66-AD4F-89B826F3A5F7}"/>
              </a:ext>
            </a:extLst>
          </p:cNvPr>
          <p:cNvSpPr/>
          <p:nvPr/>
        </p:nvSpPr>
        <p:spPr>
          <a:xfrm flipH="1">
            <a:off x="4942892" y="3942642"/>
            <a:ext cx="619432" cy="186813"/>
          </a:xfrm>
          <a:prstGeom prst="right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02252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31E50214-1D8D-4689-AC5A-A154B4360C1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/>
              <a:t>某主机的</a:t>
            </a:r>
            <a:r>
              <a:rPr lang="en-US" altLang="zh-CN" dirty="0"/>
              <a:t>ip</a:t>
            </a:r>
            <a:r>
              <a:rPr lang="zh-CN" altLang="en-US" dirty="0"/>
              <a:t>地址为</a:t>
            </a:r>
            <a:r>
              <a:rPr lang="en-US" altLang="zh-CN" dirty="0"/>
              <a:t>128.200.68.101</a:t>
            </a:r>
            <a:r>
              <a:rPr lang="zh-CN" altLang="en-US" dirty="0"/>
              <a:t>，子网掩码为</a:t>
            </a:r>
            <a:r>
              <a:rPr lang="en-US" altLang="zh-CN" dirty="0"/>
              <a:t>255.255.255.240</a:t>
            </a:r>
            <a:r>
              <a:rPr lang="zh-CN" altLang="en-US" dirty="0"/>
              <a:t>，则该连接的主机号为多少？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BE65845-3477-4D51-84D0-81209263E201}"/>
              </a:ext>
            </a:extLst>
          </p:cNvPr>
          <p:cNvSpPr txBox="1"/>
          <p:nvPr/>
        </p:nvSpPr>
        <p:spPr>
          <a:xfrm>
            <a:off x="696000" y="2117975"/>
            <a:ext cx="6638356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分析：</a:t>
            </a:r>
            <a:endParaRPr lang="en-US" altLang="zh-CN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indent="457200" algn="l">
              <a:tabLst>
                <a:tab pos="1800000" algn="l"/>
                <a:tab pos="5040000" algn="l"/>
              </a:tabLst>
            </a:pPr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240</a:t>
            </a:r>
            <a:r>
              <a:rPr lang="zh-CN" altLang="en-US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为</a:t>
            </a:r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11110000</a:t>
            </a:r>
            <a:r>
              <a:rPr lang="zh-CN" altLang="en-US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，借了</a:t>
            </a:r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4</a:t>
            </a:r>
            <a:r>
              <a:rPr lang="zh-CN" altLang="en-US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位主机号，共划分</a:t>
            </a:r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kern="100" baseline="300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4</a:t>
            </a:r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=16</a:t>
            </a:r>
            <a:r>
              <a:rPr lang="zh-CN" altLang="en-US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个子网；</a:t>
            </a:r>
            <a:endParaRPr lang="en-US" altLang="zh-CN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indent="457200" algn="l">
              <a:tabLst>
                <a:tab pos="1800000" algn="l"/>
                <a:tab pos="5040000" algn="l"/>
              </a:tabLst>
            </a:pPr>
            <a:r>
              <a:rPr lang="zh-CN" altLang="en-US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主机号还剩</a:t>
            </a:r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4</a:t>
            </a:r>
            <a:r>
              <a:rPr lang="zh-CN" altLang="en-US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位，每个子网有</a:t>
            </a:r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kern="100" baseline="300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4</a:t>
            </a:r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=16</a:t>
            </a:r>
            <a:r>
              <a:rPr lang="zh-CN" altLang="en-US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个主机</a:t>
            </a:r>
            <a:endParaRPr lang="en-US" altLang="zh-CN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indent="457200" algn="l">
              <a:tabLst>
                <a:tab pos="1800000" algn="l"/>
                <a:tab pos="5040000" algn="l"/>
              </a:tabLst>
            </a:pPr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0</a:t>
            </a:r>
          </a:p>
          <a:p>
            <a:pPr indent="457200" algn="l">
              <a:tabLst>
                <a:tab pos="1800000" algn="l"/>
                <a:tab pos="5040000" algn="l"/>
              </a:tabLst>
            </a:pPr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16</a:t>
            </a:r>
          </a:p>
          <a:p>
            <a:pPr indent="457200" algn="l">
              <a:tabLst>
                <a:tab pos="1800000" algn="l"/>
                <a:tab pos="5040000" algn="l"/>
              </a:tabLst>
            </a:pPr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32</a:t>
            </a:r>
          </a:p>
          <a:p>
            <a:pPr indent="457200" algn="l">
              <a:tabLst>
                <a:tab pos="1800000" algn="l"/>
                <a:tab pos="5040000" algn="l"/>
              </a:tabLst>
            </a:pPr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48</a:t>
            </a:r>
          </a:p>
          <a:p>
            <a:pPr indent="457200" algn="l">
              <a:tabLst>
                <a:tab pos="1800000" algn="l"/>
                <a:tab pos="5040000" algn="l"/>
              </a:tabLst>
            </a:pPr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64</a:t>
            </a:r>
          </a:p>
          <a:p>
            <a:pPr indent="457200" algn="l">
              <a:tabLst>
                <a:tab pos="1800000" algn="l"/>
                <a:tab pos="5040000" algn="l"/>
              </a:tabLst>
            </a:pPr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80</a:t>
            </a:r>
          </a:p>
          <a:p>
            <a:pPr indent="457200" algn="l">
              <a:tabLst>
                <a:tab pos="1800000" algn="l"/>
                <a:tab pos="5040000" algn="l"/>
              </a:tabLst>
            </a:pPr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96	96+5=101</a:t>
            </a:r>
          </a:p>
          <a:p>
            <a:pPr indent="457200" algn="l">
              <a:tabLst>
                <a:tab pos="1800000" algn="l"/>
                <a:tab pos="5040000" algn="l"/>
              </a:tabLst>
            </a:pPr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112</a:t>
            </a:r>
          </a:p>
          <a:p>
            <a:pPr indent="457200" algn="l">
              <a:tabLst>
                <a:tab pos="1800000" algn="l"/>
                <a:tab pos="5040000" algn="l"/>
              </a:tabLst>
            </a:pPr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…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9F6044D-28F3-4702-9B1F-CA9B2DBFA013}"/>
              </a:ext>
            </a:extLst>
          </p:cNvPr>
          <p:cNvSpPr txBox="1"/>
          <p:nvPr/>
        </p:nvSpPr>
        <p:spPr>
          <a:xfrm>
            <a:off x="7417139" y="2117975"/>
            <a:ext cx="324319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分析：</a:t>
            </a:r>
            <a:endParaRPr lang="en-US" altLang="zh-CN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indent="457200" algn="l">
              <a:tabLst>
                <a:tab pos="1800000" algn="l"/>
                <a:tab pos="5040000" algn="l"/>
              </a:tabLst>
            </a:pPr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101	0110 </a:t>
            </a:r>
            <a:r>
              <a:rPr lang="en-US" altLang="zh-CN" b="1" kern="100" dirty="0">
                <a:solidFill>
                  <a:srgbClr val="FF0000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0101</a:t>
            </a:r>
          </a:p>
          <a:p>
            <a:pPr indent="457200" algn="l">
              <a:tabLst>
                <a:tab pos="1800000" algn="l"/>
                <a:tab pos="5040000" algn="l"/>
              </a:tabLst>
            </a:pPr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240	1111 </a:t>
            </a:r>
            <a:r>
              <a:rPr lang="en-US" altLang="zh-CN" b="1" kern="100" dirty="0">
                <a:solidFill>
                  <a:srgbClr val="FF0000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0000</a:t>
            </a:r>
          </a:p>
        </p:txBody>
      </p:sp>
    </p:spTree>
    <p:extLst>
      <p:ext uri="{BB962C8B-B14F-4D97-AF65-F5344CB8AC3E}">
        <p14:creationId xmlns:p14="http://schemas.microsoft.com/office/powerpoint/2010/main" val="4041090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C66371BD-0E01-4F22-8A31-D19535382F7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/>
              <a:t>主机</a:t>
            </a:r>
            <a:r>
              <a:rPr lang="en-US" altLang="zh-CN" dirty="0"/>
              <a:t>A</a:t>
            </a:r>
            <a:r>
              <a:rPr lang="zh-CN" altLang="en-US" dirty="0"/>
              <a:t>的</a:t>
            </a:r>
            <a:r>
              <a:rPr lang="en-US" altLang="zh-CN" dirty="0"/>
              <a:t>IP</a:t>
            </a:r>
            <a:r>
              <a:rPr lang="zh-CN" altLang="en-US" dirty="0"/>
              <a:t>地址为</a:t>
            </a:r>
            <a:r>
              <a:rPr lang="en-US" altLang="zh-CN" dirty="0"/>
              <a:t>192.168.1.1</a:t>
            </a:r>
            <a:r>
              <a:rPr lang="zh-CN" altLang="en-US" dirty="0"/>
              <a:t>，主机</a:t>
            </a:r>
            <a:r>
              <a:rPr lang="en-US" altLang="zh-CN" dirty="0"/>
              <a:t>B</a:t>
            </a:r>
            <a:r>
              <a:rPr lang="zh-CN" altLang="en-US" dirty="0"/>
              <a:t>的</a:t>
            </a:r>
            <a:r>
              <a:rPr lang="en-US" altLang="zh-CN" dirty="0"/>
              <a:t>IP</a:t>
            </a:r>
            <a:r>
              <a:rPr lang="zh-CN" altLang="en-US" dirty="0"/>
              <a:t>地址为</a:t>
            </a:r>
            <a:r>
              <a:rPr lang="en-US" altLang="zh-CN" dirty="0"/>
              <a:t>192.168.1.2</a:t>
            </a:r>
            <a:r>
              <a:rPr lang="zh-CN" altLang="en-US" dirty="0"/>
              <a:t>，采用默认子网掩码。请问两台主机是否可以通信？为什么？若主机</a:t>
            </a:r>
            <a:r>
              <a:rPr lang="en-US" altLang="zh-CN" dirty="0"/>
              <a:t>B</a:t>
            </a:r>
            <a:r>
              <a:rPr lang="zh-CN" altLang="en-US" dirty="0"/>
              <a:t>地址改为</a:t>
            </a:r>
            <a:r>
              <a:rPr lang="en-US" altLang="zh-CN" dirty="0"/>
              <a:t>172.168.1.2</a:t>
            </a:r>
            <a:r>
              <a:rPr lang="zh-CN" altLang="en-US" dirty="0"/>
              <a:t>，仍然采用默认子网掩码，通信情况又如何？如何改进？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95A9CD3-B894-41B6-A885-BCBFED6ACDA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CN" altLang="en-US" dirty="0"/>
              <a:t>相同网络的主机通信 </a:t>
            </a:r>
            <a:r>
              <a:rPr lang="en-US" altLang="zh-CN" dirty="0"/>
              <a:t>VS </a:t>
            </a:r>
            <a:r>
              <a:rPr lang="zh-CN" altLang="en-US" dirty="0"/>
              <a:t>不同网络主机的通信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F08BE5F-A340-46C1-AB36-BCEC4C5A7B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865" y="2729413"/>
            <a:ext cx="4191000" cy="123825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A5069DE6-A8C4-4C5D-BC7C-0486D0F9F0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3153" y="2110288"/>
            <a:ext cx="5619750" cy="247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37366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>
            <a:extLst>
              <a:ext uri="{FF2B5EF4-FFF2-40B4-BE49-F238E27FC236}">
                <a16:creationId xmlns:a16="http://schemas.microsoft.com/office/drawing/2014/main" id="{982FC503-2250-45BB-8DA8-A41D1A6818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/>
              <a:t>已知</a:t>
            </a:r>
            <a:r>
              <a:rPr lang="en-US" altLang="zh-CN" dirty="0"/>
              <a:t>IP</a:t>
            </a:r>
            <a:r>
              <a:rPr lang="zh-CN" altLang="en-US" dirty="0"/>
              <a:t>地址为</a:t>
            </a:r>
            <a:r>
              <a:rPr lang="en-US" altLang="zh-CN" dirty="0"/>
              <a:t>218.75.230.30</a:t>
            </a:r>
            <a:r>
              <a:rPr lang="zh-CN" altLang="en-US" dirty="0"/>
              <a:t>，子网掩码为</a:t>
            </a:r>
            <a:r>
              <a:rPr lang="en-US" altLang="zh-CN" dirty="0"/>
              <a:t>255.255.255.192</a:t>
            </a:r>
            <a:r>
              <a:rPr lang="zh-CN" altLang="en-US" dirty="0"/>
              <a:t>，问：</a:t>
            </a:r>
          </a:p>
          <a:p>
            <a:r>
              <a:rPr lang="en-US" altLang="zh-CN" dirty="0"/>
              <a:t>1.</a:t>
            </a:r>
            <a:r>
              <a:rPr lang="zh-CN" altLang="en-US" dirty="0"/>
              <a:t>会产生多少个子网？</a:t>
            </a:r>
          </a:p>
          <a:p>
            <a:r>
              <a:rPr lang="en-US" altLang="zh-CN" dirty="0"/>
              <a:t>2.</a:t>
            </a:r>
            <a:r>
              <a:rPr lang="zh-CN" altLang="en-US" dirty="0"/>
              <a:t>每个子网可分配的主机地址数量是多少？</a:t>
            </a:r>
          </a:p>
          <a:p>
            <a:r>
              <a:rPr lang="en-US" altLang="zh-CN" dirty="0"/>
              <a:t>3.</a:t>
            </a:r>
            <a:r>
              <a:rPr lang="zh-CN" altLang="en-US" dirty="0"/>
              <a:t>每个子网的网络地址是多少？</a:t>
            </a:r>
          </a:p>
          <a:p>
            <a:r>
              <a:rPr lang="en-US" altLang="zh-CN" dirty="0"/>
              <a:t>4.</a:t>
            </a:r>
            <a:r>
              <a:rPr lang="zh-CN" altLang="en-US" dirty="0"/>
              <a:t>每个子网可分配的最小主机地址和最大主机地址是多少？</a:t>
            </a:r>
          </a:p>
          <a:p>
            <a:r>
              <a:rPr lang="en-US" altLang="zh-CN" dirty="0"/>
              <a:t>5.</a:t>
            </a:r>
            <a:r>
              <a:rPr lang="zh-CN" altLang="en-US" dirty="0"/>
              <a:t>每个子网的广播地址是多少？</a:t>
            </a:r>
          </a:p>
        </p:txBody>
      </p:sp>
    </p:spTree>
    <p:extLst>
      <p:ext uri="{BB962C8B-B14F-4D97-AF65-F5344CB8AC3E}">
        <p14:creationId xmlns:p14="http://schemas.microsoft.com/office/powerpoint/2010/main" val="29465823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3">
            <a:extLst>
              <a:ext uri="{FF2B5EF4-FFF2-40B4-BE49-F238E27FC236}">
                <a16:creationId xmlns:a16="http://schemas.microsoft.com/office/drawing/2014/main" id="{69CFE600-0607-4221-A323-E0E3B8D103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8332919"/>
              </p:ext>
            </p:extLst>
          </p:nvPr>
        </p:nvGraphicFramePr>
        <p:xfrm>
          <a:off x="1056000" y="1700207"/>
          <a:ext cx="10080000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4836">
                  <a:extLst>
                    <a:ext uri="{9D8B030D-6E8A-4147-A177-3AD203B41FA5}">
                      <a16:colId xmlns:a16="http://schemas.microsoft.com/office/drawing/2014/main" val="1396160529"/>
                    </a:ext>
                  </a:extLst>
                </a:gridCol>
                <a:gridCol w="3195782">
                  <a:extLst>
                    <a:ext uri="{9D8B030D-6E8A-4147-A177-3AD203B41FA5}">
                      <a16:colId xmlns:a16="http://schemas.microsoft.com/office/drawing/2014/main" val="2105875780"/>
                    </a:ext>
                  </a:extLst>
                </a:gridCol>
                <a:gridCol w="3195782">
                  <a:extLst>
                    <a:ext uri="{9D8B030D-6E8A-4147-A177-3AD203B41FA5}">
                      <a16:colId xmlns:a16="http://schemas.microsoft.com/office/drawing/2014/main" val="564207644"/>
                    </a:ext>
                  </a:extLst>
                </a:gridCol>
                <a:gridCol w="2093600">
                  <a:extLst>
                    <a:ext uri="{9D8B030D-6E8A-4147-A177-3AD203B41FA5}">
                      <a16:colId xmlns:a16="http://schemas.microsoft.com/office/drawing/2014/main" val="38280550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sz="1600" b="0" i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218.75.230</a:t>
                      </a:r>
                      <a:endParaRPr lang="zh-CN" altLang="en-US" sz="1600" b="0" i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altLang="zh-CN" sz="1600" b="0" i="0" spc="8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30</a:t>
                      </a:r>
                      <a:endParaRPr lang="zh-CN" altLang="en-US" sz="1600" b="0" i="0" spc="80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b="0" i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IP</a:t>
                      </a:r>
                      <a:r>
                        <a:rPr lang="zh-CN" altLang="en-US" sz="1600" b="0" i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地址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18431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600" b="0" i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255.255.255</a:t>
                      </a:r>
                      <a:endParaRPr lang="zh-CN" altLang="en-US" sz="1600" b="0" i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altLang="zh-CN" sz="1600" b="1" i="0" spc="800" baseline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11</a:t>
                      </a:r>
                      <a:r>
                        <a:rPr lang="en-US" altLang="zh-CN" sz="1600" b="0" i="0" spc="8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00 0000</a:t>
                      </a:r>
                      <a:endParaRPr lang="zh-CN" altLang="en-US" sz="1600" b="0" i="0" spc="80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b="0" i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子网掩码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16418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sz="1600" b="0" i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altLang="zh-CN" sz="1600" b="0" i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C</a:t>
                      </a:r>
                      <a:r>
                        <a:rPr lang="zh-CN" altLang="en-US" sz="1600" b="0" i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类地址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b="0" i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39079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sz="1600" b="0" i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lang="zh-CN" altLang="en-US" sz="1600" b="0" i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借了</a:t>
                      </a:r>
                      <a:r>
                        <a:rPr lang="en-US" altLang="zh-CN" sz="1600" b="0" i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2</a:t>
                      </a:r>
                      <a:r>
                        <a:rPr lang="zh-CN" altLang="en-US" sz="1600" b="0" i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位主机号，所以可划分位</a:t>
                      </a:r>
                      <a:r>
                        <a:rPr lang="en-US" altLang="zh-CN" sz="1600" b="0" i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2</a:t>
                      </a:r>
                      <a:r>
                        <a:rPr lang="en-US" altLang="zh-CN" sz="1600" b="0" i="0" baseline="300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2</a:t>
                      </a:r>
                      <a:r>
                        <a:rPr lang="en-US" altLang="zh-CN" sz="1600" b="0" i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=4</a:t>
                      </a:r>
                      <a:r>
                        <a:rPr lang="zh-CN" altLang="en-US" sz="1600" b="0" i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个子网，分别是</a:t>
                      </a:r>
                      <a:r>
                        <a:rPr lang="en-US" altLang="zh-CN" sz="1600" b="0" i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00 01 10 11</a:t>
                      </a:r>
                      <a:endParaRPr lang="zh-CN" altLang="en-US" sz="1600" b="0" i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b="0" i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8817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sz="1600" b="0" i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lang="zh-CN" altLang="en-US" sz="1600" b="0" i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主机号还剩</a:t>
                      </a:r>
                      <a:r>
                        <a:rPr lang="en-US" altLang="zh-CN" sz="1600" b="0" i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8-2</a:t>
                      </a:r>
                      <a:r>
                        <a:rPr lang="zh-CN" altLang="en-US" sz="1600" b="0" i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位，所以主机数量为</a:t>
                      </a:r>
                      <a:r>
                        <a:rPr lang="en-US" altLang="zh-CN" sz="1600" b="0" i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2</a:t>
                      </a:r>
                      <a:r>
                        <a:rPr lang="en-US" altLang="zh-CN" sz="1600" b="0" i="0" baseline="300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8-2</a:t>
                      </a:r>
                      <a:r>
                        <a:rPr lang="en-US" altLang="zh-CN" sz="1600" b="0" i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=2</a:t>
                      </a:r>
                      <a:r>
                        <a:rPr lang="en-US" altLang="zh-CN" sz="1600" b="0" i="0" baseline="300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6</a:t>
                      </a:r>
                      <a:r>
                        <a:rPr lang="en-US" altLang="zh-CN" sz="1600" b="0" i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-2=62</a:t>
                      </a:r>
                      <a:r>
                        <a:rPr lang="zh-CN" altLang="en-US" sz="1600" b="0" i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个主机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b="0" i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48193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600" b="0" i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218.75.230</a:t>
                      </a:r>
                      <a:endParaRPr lang="zh-CN" altLang="en-US" sz="1600" b="0" i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b="1" i="0" spc="800" baseline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00</a:t>
                      </a:r>
                      <a:r>
                        <a:rPr lang="en-US" altLang="zh-CN" sz="1600" b="0" i="0" spc="8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00 0000</a:t>
                      </a:r>
                      <a:endParaRPr lang="zh-CN" altLang="en-US" sz="1600" b="0" i="0" spc="80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b="0" i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218.75.230.0</a:t>
                      </a:r>
                      <a:endParaRPr lang="zh-CN" altLang="en-US" sz="1600" b="0" i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b="0" i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网络地址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5574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600" b="0" i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218.75.230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1" i="0" kern="1200" spc="800" baseline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+mn-cs"/>
                        </a:rPr>
                        <a:t>00</a:t>
                      </a:r>
                      <a:r>
                        <a:rPr lang="en-US" altLang="zh-CN" sz="1600" b="0" i="0" spc="8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00 0001</a:t>
                      </a:r>
                      <a:endParaRPr lang="zh-CN" altLang="en-US" sz="1600" b="0" i="0" spc="80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i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218.75.230.1</a:t>
                      </a:r>
                      <a:endParaRPr lang="zh-CN" altLang="en-US" sz="1600" b="0" i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b="0" i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最小可分配主机地址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4473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600" b="0" i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218.75.230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i="0" spc="8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… …</a:t>
                      </a:r>
                      <a:endParaRPr lang="zh-CN" altLang="en-US" sz="1600" b="0" i="0" spc="80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i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… …</a:t>
                      </a:r>
                      <a:endParaRPr lang="zh-CN" altLang="en-US" sz="1600" b="0" i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b="0" i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…</a:t>
                      </a:r>
                      <a:r>
                        <a:rPr lang="zh-CN" altLang="en-US" sz="1600" b="0" i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 </a:t>
                      </a:r>
                      <a:r>
                        <a:rPr lang="en-US" altLang="zh-CN" sz="1600" b="0" i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…</a:t>
                      </a:r>
                      <a:endParaRPr lang="zh-CN" altLang="en-US" sz="1600" b="0" i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53901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600" b="0" i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218.75.230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1" i="0" kern="1200" spc="800" baseline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+mn-cs"/>
                        </a:rPr>
                        <a:t>00</a:t>
                      </a:r>
                      <a:r>
                        <a:rPr lang="en-US" altLang="zh-CN" sz="1600" b="0" i="0" spc="8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11 1110</a:t>
                      </a:r>
                      <a:endParaRPr lang="zh-CN" altLang="en-US" sz="1600" b="0" i="0" spc="80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i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218.75.230.62</a:t>
                      </a:r>
                      <a:endParaRPr lang="zh-CN" altLang="en-US" sz="1600" b="0" i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b="0" i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最大可分配主机地址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46795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i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218.75.230</a:t>
                      </a:r>
                      <a:endParaRPr lang="zh-CN" altLang="en-US" sz="1600" b="0" i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1" i="0" kern="1200" spc="800" baseline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+mn-cs"/>
                        </a:rPr>
                        <a:t>00</a:t>
                      </a:r>
                      <a:r>
                        <a:rPr lang="en-US" altLang="zh-CN" sz="1600" b="0" i="0" spc="8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11 1111</a:t>
                      </a:r>
                      <a:endParaRPr lang="zh-CN" altLang="en-US" sz="1600" b="0" i="0" spc="80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i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218.75.230.63</a:t>
                      </a:r>
                      <a:endParaRPr lang="zh-CN" altLang="en-US" sz="1600" b="0" i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b="0" i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广播地址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08970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820263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7">
            <a:extLst>
              <a:ext uri="{FF2B5EF4-FFF2-40B4-BE49-F238E27FC236}">
                <a16:creationId xmlns:a16="http://schemas.microsoft.com/office/drawing/2014/main" id="{7647F06A-6E19-4B97-9F9C-1CCCA680CF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3129237"/>
              </p:ext>
            </p:extLst>
          </p:nvPr>
        </p:nvGraphicFramePr>
        <p:xfrm>
          <a:off x="1056000" y="1700207"/>
          <a:ext cx="10080000" cy="4008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6000">
                  <a:extLst>
                    <a:ext uri="{9D8B030D-6E8A-4147-A177-3AD203B41FA5}">
                      <a16:colId xmlns:a16="http://schemas.microsoft.com/office/drawing/2014/main" val="3609832430"/>
                    </a:ext>
                  </a:extLst>
                </a:gridCol>
                <a:gridCol w="2016000">
                  <a:extLst>
                    <a:ext uri="{9D8B030D-6E8A-4147-A177-3AD203B41FA5}">
                      <a16:colId xmlns:a16="http://schemas.microsoft.com/office/drawing/2014/main" val="4120678626"/>
                    </a:ext>
                  </a:extLst>
                </a:gridCol>
                <a:gridCol w="2016000">
                  <a:extLst>
                    <a:ext uri="{9D8B030D-6E8A-4147-A177-3AD203B41FA5}">
                      <a16:colId xmlns:a16="http://schemas.microsoft.com/office/drawing/2014/main" val="2101944614"/>
                    </a:ext>
                  </a:extLst>
                </a:gridCol>
                <a:gridCol w="2016000">
                  <a:extLst>
                    <a:ext uri="{9D8B030D-6E8A-4147-A177-3AD203B41FA5}">
                      <a16:colId xmlns:a16="http://schemas.microsoft.com/office/drawing/2014/main" val="2233144152"/>
                    </a:ext>
                  </a:extLst>
                </a:gridCol>
                <a:gridCol w="2016000">
                  <a:extLst>
                    <a:ext uri="{9D8B030D-6E8A-4147-A177-3AD203B41FA5}">
                      <a16:colId xmlns:a16="http://schemas.microsoft.com/office/drawing/2014/main" val="11066871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C</a:t>
                      </a:r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类地址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218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75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230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30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99456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子网掩码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255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255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255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C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11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000000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36859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划分结果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8758723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子网个数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algn="l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</a:t>
                      </a:r>
                      <a:r>
                        <a:rPr lang="en-US" altLang="zh-CN" sz="1600" b="0" baseline="300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=4</a:t>
                      </a:r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个子网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3745088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主机个数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algn="l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</a:t>
                      </a:r>
                      <a:r>
                        <a:rPr lang="en-US" altLang="zh-CN" sz="1600" b="0" baseline="300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8-2</a:t>
                      </a:r>
                      <a:r>
                        <a:rPr lang="en-US" altLang="zh-CN" sz="1600" b="0" baseline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-2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=62</a:t>
                      </a:r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个主机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98602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00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01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10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11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5073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子网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子网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子网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3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子网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4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091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网络地址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218.75.230.0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218.75.230.64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218.75.230.128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218.75.230.192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16491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最小主机地址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218.75.230.1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218.75.230.65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218.75.230.129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218.75.230.193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73347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最大主机地址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218.75.230.62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218.75.230.126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218.75.230.190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218.75.230.254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56384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广播地址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218.75.230.63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218.75.230.127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218.75.230.191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218.75.230.255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24845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79915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B28B904-7B56-40E0-8A29-D5559C3328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algn="ctr"/>
            <a:r>
              <a:rPr lang="zh-CN" altLang="en-US" sz="1800" kern="1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子网的最小主机地址比子网的网络地址大</a:t>
            </a:r>
            <a:r>
              <a:rPr lang="en-US" altLang="zh-CN" sz="1800" kern="1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1</a:t>
            </a:r>
          </a:p>
          <a:p>
            <a:pPr algn="ctr"/>
            <a:endParaRPr lang="en-US" altLang="zh-CN" sz="1800" kern="100" dirty="0">
              <a:effectLst/>
              <a:latin typeface="微软雅黑 Light" panose="020B0502040204020203" pitchFamily="34" charset="-122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algn="ctr"/>
            <a:r>
              <a:rPr lang="zh-CN" altLang="en-US" sz="1800" kern="1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子网的最大主机地址比子网的广播地址小</a:t>
            </a:r>
            <a:r>
              <a:rPr lang="en-US" altLang="zh-CN" sz="1800" kern="1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1</a:t>
            </a:r>
          </a:p>
          <a:p>
            <a:pPr algn="ctr"/>
            <a:endParaRPr lang="en-US" altLang="zh-CN" sz="1800" kern="100" dirty="0">
              <a:latin typeface="微软雅黑 Light" panose="020B0502040204020203" pitchFamily="34" charset="-122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algn="ctr"/>
            <a:r>
              <a:rPr lang="zh-CN" altLang="en-US" sz="1800" kern="1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子网的广播地址比下一个子网的网络地址小</a:t>
            </a:r>
            <a:r>
              <a:rPr lang="en-US" altLang="zh-CN" sz="1800" kern="1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1</a:t>
            </a:r>
            <a:endParaRPr lang="zh-CN" altLang="en-US" sz="1800" kern="100" dirty="0">
              <a:effectLst/>
              <a:latin typeface="微软雅黑 Light" panose="020B0502040204020203" pitchFamily="34" charset="-122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50090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7">
            <a:extLst>
              <a:ext uri="{FF2B5EF4-FFF2-40B4-BE49-F238E27FC236}">
                <a16:creationId xmlns:a16="http://schemas.microsoft.com/office/drawing/2014/main" id="{BA99F7AF-CEF3-4C5F-84F2-5E13D4030F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1438709"/>
              </p:ext>
            </p:extLst>
          </p:nvPr>
        </p:nvGraphicFramePr>
        <p:xfrm>
          <a:off x="1056000" y="1700207"/>
          <a:ext cx="10080000" cy="4008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6000">
                  <a:extLst>
                    <a:ext uri="{9D8B030D-6E8A-4147-A177-3AD203B41FA5}">
                      <a16:colId xmlns:a16="http://schemas.microsoft.com/office/drawing/2014/main" val="3609832430"/>
                    </a:ext>
                  </a:extLst>
                </a:gridCol>
                <a:gridCol w="2016000">
                  <a:extLst>
                    <a:ext uri="{9D8B030D-6E8A-4147-A177-3AD203B41FA5}">
                      <a16:colId xmlns:a16="http://schemas.microsoft.com/office/drawing/2014/main" val="4120678626"/>
                    </a:ext>
                  </a:extLst>
                </a:gridCol>
                <a:gridCol w="2016000">
                  <a:extLst>
                    <a:ext uri="{9D8B030D-6E8A-4147-A177-3AD203B41FA5}">
                      <a16:colId xmlns:a16="http://schemas.microsoft.com/office/drawing/2014/main" val="2101944614"/>
                    </a:ext>
                  </a:extLst>
                </a:gridCol>
                <a:gridCol w="2016000">
                  <a:extLst>
                    <a:ext uri="{9D8B030D-6E8A-4147-A177-3AD203B41FA5}">
                      <a16:colId xmlns:a16="http://schemas.microsoft.com/office/drawing/2014/main" val="2233144152"/>
                    </a:ext>
                  </a:extLst>
                </a:gridCol>
                <a:gridCol w="2016000">
                  <a:extLst>
                    <a:ext uri="{9D8B030D-6E8A-4147-A177-3AD203B41FA5}">
                      <a16:colId xmlns:a16="http://schemas.microsoft.com/office/drawing/2014/main" val="11066871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C</a:t>
                      </a:r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类地址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192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168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10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0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99456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划分子网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192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168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10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C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00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000000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36859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划分结果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8758723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子网个数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algn="l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</a:t>
                      </a:r>
                      <a:r>
                        <a:rPr lang="en-US" altLang="zh-CN" sz="1600" b="0" baseline="300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=4</a:t>
                      </a:r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个子网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3745088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主机数量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algn="l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</a:t>
                      </a:r>
                      <a:r>
                        <a:rPr lang="en-US" altLang="zh-CN" sz="1600" b="0" baseline="300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6</a:t>
                      </a:r>
                      <a:r>
                        <a:rPr lang="en-US" altLang="zh-CN" sz="1600" b="0" baseline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-2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=62</a:t>
                      </a:r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个主机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49206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00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01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10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11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5073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子网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子网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子网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3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子网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4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091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网络地址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192.168.10.</a:t>
                      </a:r>
                      <a:r>
                        <a:rPr lang="en-US" altLang="zh-CN" sz="1600" b="1" dirty="0">
                          <a:solidFill>
                            <a:srgbClr val="C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0</a:t>
                      </a:r>
                      <a:endParaRPr lang="zh-CN" altLang="en-US" sz="1600" b="1" dirty="0">
                        <a:solidFill>
                          <a:srgbClr val="C00000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192.168.10.</a:t>
                      </a:r>
                      <a:r>
                        <a:rPr lang="en-US" altLang="zh-CN" sz="1600" b="1" dirty="0">
                          <a:solidFill>
                            <a:srgbClr val="C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64</a:t>
                      </a:r>
                      <a:endParaRPr lang="zh-CN" altLang="en-US" sz="1600" b="1" dirty="0">
                        <a:solidFill>
                          <a:srgbClr val="C00000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192.168.10.</a:t>
                      </a:r>
                      <a:r>
                        <a:rPr lang="en-US" altLang="zh-CN" sz="1600" b="1" dirty="0">
                          <a:solidFill>
                            <a:srgbClr val="C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128</a:t>
                      </a:r>
                      <a:endParaRPr lang="zh-CN" altLang="en-US" sz="1600" b="1" dirty="0">
                        <a:solidFill>
                          <a:srgbClr val="C00000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192.168.10.</a:t>
                      </a:r>
                      <a:r>
                        <a:rPr lang="en-US" altLang="zh-CN" sz="1600" b="1" dirty="0">
                          <a:solidFill>
                            <a:srgbClr val="C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192</a:t>
                      </a:r>
                      <a:endParaRPr lang="zh-CN" altLang="en-US" sz="1600" b="1" dirty="0">
                        <a:solidFill>
                          <a:srgbClr val="C00000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16491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最小主机地址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192.168.10.1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192.168.10.65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192.168.10.129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192.168.10.193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73347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最大主机地址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192.168.10.62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192.168.10.126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192.168.10.190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192.168.10.254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56384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广播地址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192.168.10.63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192.168.10.127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192.168.10.191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192.168.10.255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2484579"/>
                  </a:ext>
                </a:extLst>
              </a:tr>
            </a:tbl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28482876-F307-465B-A685-226C5A89849F}"/>
              </a:ext>
            </a:extLst>
          </p:cNvPr>
          <p:cNvSpPr txBox="1"/>
          <p:nvPr/>
        </p:nvSpPr>
        <p:spPr>
          <a:xfrm>
            <a:off x="4621077" y="655782"/>
            <a:ext cx="414889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tabLst>
                <a:tab pos="1800000" algn="l"/>
              </a:tabLst>
            </a:pPr>
            <a:r>
              <a:rPr lang="en-US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IP</a:t>
            </a:r>
            <a:r>
              <a:rPr lang="zh-CN" altLang="en-US" sz="2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地址：</a:t>
            </a:r>
            <a:r>
              <a:rPr lang="en-US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</a:t>
            </a:r>
            <a:r>
              <a:rPr lang="en-US" altLang="zh-CN" sz="2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192.168.10.0</a:t>
            </a:r>
            <a:endParaRPr lang="en-US" altLang="zh-CN" sz="2000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tabLst>
                <a:tab pos="1800000" algn="l"/>
              </a:tabLst>
            </a:pPr>
            <a:r>
              <a:rPr lang="zh-CN" altLang="en-US" sz="2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子网掩码：</a:t>
            </a:r>
            <a:r>
              <a:rPr lang="en-US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</a:t>
            </a:r>
            <a:r>
              <a:rPr lang="en-US" altLang="zh-CN" sz="2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255.255.255.192</a:t>
            </a:r>
            <a:endParaRPr lang="zh-CN" altLang="en-US" sz="20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AA86437-32D1-4110-BB78-CED3BFD4082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C</a:t>
            </a:r>
            <a:r>
              <a:rPr lang="zh-CN" altLang="en-US" dirty="0"/>
              <a:t>类地址的子网划分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067DEA00-6C28-4105-9DE5-6ABF423355D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Subnetting</a:t>
            </a:r>
            <a:endParaRPr lang="zh-CN" altLang="en-US" dirty="0"/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A2D8F8E3-4216-4389-BB83-EF60910B2567}"/>
              </a:ext>
            </a:extLst>
          </p:cNvPr>
          <p:cNvGrpSpPr/>
          <p:nvPr/>
        </p:nvGrpSpPr>
        <p:grpSpPr>
          <a:xfrm>
            <a:off x="0" y="0"/>
            <a:ext cx="1202515" cy="1202515"/>
            <a:chOff x="0" y="0"/>
            <a:chExt cx="1202515" cy="1202515"/>
          </a:xfrm>
        </p:grpSpPr>
        <p:sp>
          <p:nvSpPr>
            <p:cNvPr id="8" name="斜纹 7">
              <a:extLst>
                <a:ext uri="{FF2B5EF4-FFF2-40B4-BE49-F238E27FC236}">
                  <a16:creationId xmlns:a16="http://schemas.microsoft.com/office/drawing/2014/main" id="{344B951F-B894-4E0B-9565-43772DD44A3F}"/>
                </a:ext>
              </a:extLst>
            </p:cNvPr>
            <p:cNvSpPr/>
            <p:nvPr/>
          </p:nvSpPr>
          <p:spPr>
            <a:xfrm>
              <a:off x="0" y="0"/>
              <a:ext cx="1202515" cy="1202515"/>
            </a:xfrm>
            <a:prstGeom prst="diagStripe">
              <a:avLst>
                <a:gd name="adj" fmla="val 33647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C24FBE87-2C3A-4FF9-9BCD-529668B0EA1B}"/>
                </a:ext>
              </a:extLst>
            </p:cNvPr>
            <p:cNvSpPr txBox="1"/>
            <p:nvPr/>
          </p:nvSpPr>
          <p:spPr>
            <a:xfrm>
              <a:off x="119477" y="78658"/>
              <a:ext cx="492443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4000" kern="100" dirty="0">
                  <a:solidFill>
                    <a:schemeClr val="bg1"/>
                  </a:solidFill>
                  <a:latin typeface="Courier New" panose="02070309020205020404" pitchFamily="49" charset="0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C</a:t>
              </a:r>
              <a:endParaRPr lang="zh-CN" altLang="en-US" sz="4000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662861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B28B904-7B56-40E0-8A29-D5559C3328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C</a:t>
            </a:r>
            <a:r>
              <a:rPr lang="zh-CN" altLang="en-US" dirty="0"/>
              <a:t>类地址的子网划分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1604ED0-9D01-451C-9199-70B0612DF94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Subnetting</a:t>
            </a:r>
            <a:endParaRPr lang="zh-CN" altLang="en-US" dirty="0"/>
          </a:p>
        </p:txBody>
      </p:sp>
      <p:graphicFrame>
        <p:nvGraphicFramePr>
          <p:cNvPr id="9" name="表格 7">
            <a:extLst>
              <a:ext uri="{FF2B5EF4-FFF2-40B4-BE49-F238E27FC236}">
                <a16:creationId xmlns:a16="http://schemas.microsoft.com/office/drawing/2014/main" id="{31737585-11F9-4FB7-B322-737F0D3879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3010101"/>
              </p:ext>
            </p:extLst>
          </p:nvPr>
        </p:nvGraphicFramePr>
        <p:xfrm>
          <a:off x="1056000" y="1700207"/>
          <a:ext cx="10080000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6000">
                  <a:extLst>
                    <a:ext uri="{9D8B030D-6E8A-4147-A177-3AD203B41FA5}">
                      <a16:colId xmlns:a16="http://schemas.microsoft.com/office/drawing/2014/main" val="3609832430"/>
                    </a:ext>
                  </a:extLst>
                </a:gridCol>
                <a:gridCol w="2016000">
                  <a:extLst>
                    <a:ext uri="{9D8B030D-6E8A-4147-A177-3AD203B41FA5}">
                      <a16:colId xmlns:a16="http://schemas.microsoft.com/office/drawing/2014/main" val="4120678626"/>
                    </a:ext>
                  </a:extLst>
                </a:gridCol>
                <a:gridCol w="2016000">
                  <a:extLst>
                    <a:ext uri="{9D8B030D-6E8A-4147-A177-3AD203B41FA5}">
                      <a16:colId xmlns:a16="http://schemas.microsoft.com/office/drawing/2014/main" val="2101944614"/>
                    </a:ext>
                  </a:extLst>
                </a:gridCol>
                <a:gridCol w="2016000">
                  <a:extLst>
                    <a:ext uri="{9D8B030D-6E8A-4147-A177-3AD203B41FA5}">
                      <a16:colId xmlns:a16="http://schemas.microsoft.com/office/drawing/2014/main" val="2233144152"/>
                    </a:ext>
                  </a:extLst>
                </a:gridCol>
                <a:gridCol w="2016000">
                  <a:extLst>
                    <a:ext uri="{9D8B030D-6E8A-4147-A177-3AD203B41FA5}">
                      <a16:colId xmlns:a16="http://schemas.microsoft.com/office/drawing/2014/main" val="11066871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快速划分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algn="l"/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子网增量为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256-128=</a:t>
                      </a:r>
                      <a:r>
                        <a:rPr lang="en-US" altLang="zh-CN" sz="1600" b="1" dirty="0">
                          <a:solidFill>
                            <a:srgbClr val="C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128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【</a:t>
                      </a:r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以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128</a:t>
                      </a:r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为增量划分子网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】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168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0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0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99456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36859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子网个数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划分为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</a:t>
                      </a:r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个子网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8758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主机数量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每个子网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128-2=126</a:t>
                      </a:r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个主机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</a:t>
                      </a:r>
                      <a:r>
                        <a:rPr lang="en-US" altLang="zh-CN" sz="1600" b="0" baseline="300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=4</a:t>
                      </a:r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个子网；</a:t>
                      </a:r>
                      <a:endParaRPr lang="en-US" altLang="zh-CN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</a:t>
                      </a:r>
                      <a:r>
                        <a:rPr lang="en-US" altLang="zh-CN" sz="1600" b="0" baseline="300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6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=64</a:t>
                      </a:r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个主机；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37450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5073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子网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子网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091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网络地址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192.168.10.</a:t>
                      </a:r>
                      <a:r>
                        <a:rPr lang="en-US" altLang="zh-CN" sz="1600" b="1" dirty="0">
                          <a:solidFill>
                            <a:srgbClr val="C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0</a:t>
                      </a:r>
                      <a:endParaRPr lang="zh-CN" altLang="en-US" sz="1600" b="1" dirty="0">
                        <a:solidFill>
                          <a:srgbClr val="C00000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192.168.10.</a:t>
                      </a:r>
                      <a:r>
                        <a:rPr lang="en-US" altLang="zh-CN" sz="1600" b="1" dirty="0">
                          <a:solidFill>
                            <a:srgbClr val="C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</a:t>
                      </a:r>
                      <a:r>
                        <a:rPr lang="en-US" altLang="zh-CN" sz="1600" b="1" kern="1200" dirty="0">
                          <a:solidFill>
                            <a:srgbClr val="C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2</a:t>
                      </a:r>
                      <a:r>
                        <a:rPr lang="en-US" altLang="zh-CN" sz="1600" b="1" dirty="0">
                          <a:solidFill>
                            <a:srgbClr val="C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8</a:t>
                      </a:r>
                      <a:endParaRPr lang="zh-CN" altLang="en-US" sz="1600" b="1" dirty="0">
                        <a:solidFill>
                          <a:srgbClr val="C00000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16491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最小主机地址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192.168.10.1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192.168.10.129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73347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最大主机地址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192.168.10.126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192.168.10.254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56384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广播地址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192.168.10.127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192.168.10.255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2484579"/>
                  </a:ext>
                </a:extLst>
              </a:tr>
            </a:tbl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id="{6E9C1887-CE8C-4247-91BE-D336D250F645}"/>
              </a:ext>
            </a:extLst>
          </p:cNvPr>
          <p:cNvSpPr txBox="1"/>
          <p:nvPr/>
        </p:nvSpPr>
        <p:spPr>
          <a:xfrm>
            <a:off x="4621077" y="655782"/>
            <a:ext cx="399821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tabLst>
                <a:tab pos="1800000" algn="l"/>
              </a:tabLst>
            </a:pPr>
            <a:r>
              <a:rPr lang="en-US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IP</a:t>
            </a:r>
            <a:r>
              <a:rPr lang="zh-CN" altLang="en-US" sz="2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地址：</a:t>
            </a:r>
            <a:r>
              <a:rPr lang="en-US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</a:t>
            </a:r>
            <a:r>
              <a:rPr lang="en-US" altLang="zh-CN" sz="2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192.168.10.0</a:t>
            </a:r>
            <a:endParaRPr lang="en-US" altLang="zh-CN" sz="2000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tabLst>
                <a:tab pos="1800000" algn="l"/>
              </a:tabLst>
            </a:pPr>
            <a:r>
              <a:rPr lang="zh-CN" altLang="en-US" sz="2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子网掩码：</a:t>
            </a:r>
            <a:r>
              <a:rPr lang="en-US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</a:t>
            </a:r>
            <a:r>
              <a:rPr lang="en-US" altLang="zh-CN" sz="2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255.255.255.128</a:t>
            </a:r>
            <a:endParaRPr lang="zh-CN" altLang="en-US" sz="20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C31EA5D1-2DA8-47DD-9D60-D120CF4D88ED}"/>
              </a:ext>
            </a:extLst>
          </p:cNvPr>
          <p:cNvGrpSpPr/>
          <p:nvPr/>
        </p:nvGrpSpPr>
        <p:grpSpPr>
          <a:xfrm>
            <a:off x="0" y="0"/>
            <a:ext cx="1202515" cy="1202515"/>
            <a:chOff x="0" y="0"/>
            <a:chExt cx="1202515" cy="1202515"/>
          </a:xfrm>
        </p:grpSpPr>
        <p:sp>
          <p:nvSpPr>
            <p:cNvPr id="12" name="斜纹 11">
              <a:extLst>
                <a:ext uri="{FF2B5EF4-FFF2-40B4-BE49-F238E27FC236}">
                  <a16:creationId xmlns:a16="http://schemas.microsoft.com/office/drawing/2014/main" id="{47474516-977B-43C8-B6F3-743899BA67FE}"/>
                </a:ext>
              </a:extLst>
            </p:cNvPr>
            <p:cNvSpPr/>
            <p:nvPr/>
          </p:nvSpPr>
          <p:spPr>
            <a:xfrm>
              <a:off x="0" y="0"/>
              <a:ext cx="1202515" cy="1202515"/>
            </a:xfrm>
            <a:prstGeom prst="diagStripe">
              <a:avLst>
                <a:gd name="adj" fmla="val 33647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C07E31E9-740D-441F-A539-05F6DBC3D140}"/>
                </a:ext>
              </a:extLst>
            </p:cNvPr>
            <p:cNvSpPr txBox="1"/>
            <p:nvPr/>
          </p:nvSpPr>
          <p:spPr>
            <a:xfrm>
              <a:off x="119477" y="78658"/>
              <a:ext cx="492443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4000" kern="100" dirty="0">
                  <a:solidFill>
                    <a:schemeClr val="bg1"/>
                  </a:solidFill>
                  <a:latin typeface="Courier New" panose="02070309020205020404" pitchFamily="49" charset="0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C</a:t>
              </a:r>
              <a:endParaRPr lang="zh-CN" altLang="en-US" sz="4000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58820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B28B904-7B56-40E0-8A29-D5559C3328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B</a:t>
            </a:r>
            <a:r>
              <a:rPr lang="zh-CN" altLang="en-US" dirty="0"/>
              <a:t>类地址的子网划分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1604ED0-9D01-451C-9199-70B0612DF94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Subnetting</a:t>
            </a:r>
            <a:endParaRPr lang="zh-CN" altLang="en-US" dirty="0"/>
          </a:p>
        </p:txBody>
      </p:sp>
      <p:graphicFrame>
        <p:nvGraphicFramePr>
          <p:cNvPr id="9" name="表格 7">
            <a:extLst>
              <a:ext uri="{FF2B5EF4-FFF2-40B4-BE49-F238E27FC236}">
                <a16:creationId xmlns:a16="http://schemas.microsoft.com/office/drawing/2014/main" id="{31737585-11F9-4FB7-B322-737F0D3879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9080359"/>
              </p:ext>
            </p:extLst>
          </p:nvPr>
        </p:nvGraphicFramePr>
        <p:xfrm>
          <a:off x="1056000" y="1700207"/>
          <a:ext cx="10080000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6000">
                  <a:extLst>
                    <a:ext uri="{9D8B030D-6E8A-4147-A177-3AD203B41FA5}">
                      <a16:colId xmlns:a16="http://schemas.microsoft.com/office/drawing/2014/main" val="3609832430"/>
                    </a:ext>
                  </a:extLst>
                </a:gridCol>
                <a:gridCol w="2016000">
                  <a:extLst>
                    <a:ext uri="{9D8B030D-6E8A-4147-A177-3AD203B41FA5}">
                      <a16:colId xmlns:a16="http://schemas.microsoft.com/office/drawing/2014/main" val="4120678626"/>
                    </a:ext>
                  </a:extLst>
                </a:gridCol>
                <a:gridCol w="2016000">
                  <a:extLst>
                    <a:ext uri="{9D8B030D-6E8A-4147-A177-3AD203B41FA5}">
                      <a16:colId xmlns:a16="http://schemas.microsoft.com/office/drawing/2014/main" val="2101944614"/>
                    </a:ext>
                  </a:extLst>
                </a:gridCol>
                <a:gridCol w="2016000">
                  <a:extLst>
                    <a:ext uri="{9D8B030D-6E8A-4147-A177-3AD203B41FA5}">
                      <a16:colId xmlns:a16="http://schemas.microsoft.com/office/drawing/2014/main" val="2233144152"/>
                    </a:ext>
                  </a:extLst>
                </a:gridCol>
                <a:gridCol w="2016000">
                  <a:extLst>
                    <a:ext uri="{9D8B030D-6E8A-4147-A177-3AD203B41FA5}">
                      <a16:colId xmlns:a16="http://schemas.microsoft.com/office/drawing/2014/main" val="11066871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快速划分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algn="l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子网增量为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256-128=128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168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0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0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99456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algn="l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36859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子网个数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algn="l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</a:t>
                      </a:r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个子网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8758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主机数量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每个子网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128-2=126</a:t>
                      </a:r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个主机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</a:t>
                      </a:r>
                      <a:r>
                        <a:rPr lang="en-US" altLang="zh-CN" sz="1600" b="0" baseline="300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=4</a:t>
                      </a:r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个子网；</a:t>
                      </a:r>
                      <a:endParaRPr lang="en-US" altLang="zh-CN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</a:t>
                      </a:r>
                      <a:r>
                        <a:rPr lang="en-US" altLang="zh-CN" sz="1600" b="0" baseline="300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6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=64</a:t>
                      </a:r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个主机；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37450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5073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子网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子网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091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网络地址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172.16.</a:t>
                      </a:r>
                      <a:r>
                        <a:rPr lang="en-US" altLang="zh-CN" sz="1600" b="1" dirty="0">
                          <a:solidFill>
                            <a:srgbClr val="C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0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.0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172.16.</a:t>
                      </a:r>
                      <a:r>
                        <a:rPr lang="en-US" altLang="zh-CN" sz="1600" b="1" dirty="0">
                          <a:solidFill>
                            <a:srgbClr val="C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128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.0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16491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最小主机地址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172.16.0.1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172.16.128.1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73347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最大主机地址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172.16.127.254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172.16.255.254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56384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广播地址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172.16.127.255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172.16.255.255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2484579"/>
                  </a:ext>
                </a:extLst>
              </a:tr>
            </a:tbl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id="{6E9C1887-CE8C-4247-91BE-D336D250F645}"/>
              </a:ext>
            </a:extLst>
          </p:cNvPr>
          <p:cNvSpPr txBox="1"/>
          <p:nvPr/>
        </p:nvSpPr>
        <p:spPr>
          <a:xfrm>
            <a:off x="4621077" y="655782"/>
            <a:ext cx="369684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tabLst>
                <a:tab pos="1800000" algn="l"/>
              </a:tabLst>
            </a:pPr>
            <a:r>
              <a:rPr lang="en-US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IP</a:t>
            </a:r>
            <a:r>
              <a:rPr lang="zh-CN" altLang="en-US" sz="2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地址：</a:t>
            </a:r>
            <a:r>
              <a:rPr lang="en-US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</a:t>
            </a:r>
            <a:r>
              <a:rPr lang="en-US" altLang="zh-CN" sz="2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172.16.0.0</a:t>
            </a:r>
            <a:endParaRPr lang="en-US" altLang="zh-CN" sz="2000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tabLst>
                <a:tab pos="1800000" algn="l"/>
              </a:tabLst>
            </a:pPr>
            <a:r>
              <a:rPr lang="zh-CN" altLang="en-US" sz="2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子网掩码：</a:t>
            </a:r>
            <a:r>
              <a:rPr lang="en-US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</a:t>
            </a:r>
            <a:r>
              <a:rPr lang="en-US" altLang="zh-CN" sz="2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255.255.128.0</a:t>
            </a:r>
            <a:endParaRPr lang="zh-CN" altLang="en-US" sz="20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E0372A39-ADAB-445C-A670-7793505C5596}"/>
              </a:ext>
            </a:extLst>
          </p:cNvPr>
          <p:cNvGrpSpPr/>
          <p:nvPr/>
        </p:nvGrpSpPr>
        <p:grpSpPr>
          <a:xfrm>
            <a:off x="0" y="0"/>
            <a:ext cx="1202515" cy="1202515"/>
            <a:chOff x="0" y="0"/>
            <a:chExt cx="1202515" cy="1202515"/>
          </a:xfrm>
        </p:grpSpPr>
        <p:sp>
          <p:nvSpPr>
            <p:cNvPr id="7" name="斜纹 6">
              <a:extLst>
                <a:ext uri="{FF2B5EF4-FFF2-40B4-BE49-F238E27FC236}">
                  <a16:creationId xmlns:a16="http://schemas.microsoft.com/office/drawing/2014/main" id="{FD73870A-E5FB-405F-9831-C94C961BC3F9}"/>
                </a:ext>
              </a:extLst>
            </p:cNvPr>
            <p:cNvSpPr/>
            <p:nvPr/>
          </p:nvSpPr>
          <p:spPr>
            <a:xfrm>
              <a:off x="0" y="0"/>
              <a:ext cx="1202515" cy="1202515"/>
            </a:xfrm>
            <a:prstGeom prst="diagStripe">
              <a:avLst>
                <a:gd name="adj" fmla="val 33647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99D12CFD-AD14-4E7D-A3E6-4609D6EE6440}"/>
                </a:ext>
              </a:extLst>
            </p:cNvPr>
            <p:cNvSpPr txBox="1"/>
            <p:nvPr/>
          </p:nvSpPr>
          <p:spPr>
            <a:xfrm>
              <a:off x="119477" y="78658"/>
              <a:ext cx="492443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4000" kern="100" dirty="0">
                  <a:solidFill>
                    <a:schemeClr val="bg1"/>
                  </a:solidFill>
                  <a:latin typeface="Courier New" panose="02070309020205020404" pitchFamily="49" charset="0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B</a:t>
              </a:r>
              <a:endParaRPr lang="zh-CN" altLang="en-US" sz="4000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041880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7">
            <a:extLst>
              <a:ext uri="{FF2B5EF4-FFF2-40B4-BE49-F238E27FC236}">
                <a16:creationId xmlns:a16="http://schemas.microsoft.com/office/drawing/2014/main" id="{BA99F7AF-CEF3-4C5F-84F2-5E13D4030F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3070339"/>
              </p:ext>
            </p:extLst>
          </p:nvPr>
        </p:nvGraphicFramePr>
        <p:xfrm>
          <a:off x="1056000" y="1700207"/>
          <a:ext cx="10080000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6000">
                  <a:extLst>
                    <a:ext uri="{9D8B030D-6E8A-4147-A177-3AD203B41FA5}">
                      <a16:colId xmlns:a16="http://schemas.microsoft.com/office/drawing/2014/main" val="3609832430"/>
                    </a:ext>
                  </a:extLst>
                </a:gridCol>
                <a:gridCol w="2016000">
                  <a:extLst>
                    <a:ext uri="{9D8B030D-6E8A-4147-A177-3AD203B41FA5}">
                      <a16:colId xmlns:a16="http://schemas.microsoft.com/office/drawing/2014/main" val="4120678626"/>
                    </a:ext>
                  </a:extLst>
                </a:gridCol>
                <a:gridCol w="2016000">
                  <a:extLst>
                    <a:ext uri="{9D8B030D-6E8A-4147-A177-3AD203B41FA5}">
                      <a16:colId xmlns:a16="http://schemas.microsoft.com/office/drawing/2014/main" val="2101944614"/>
                    </a:ext>
                  </a:extLst>
                </a:gridCol>
                <a:gridCol w="2016000">
                  <a:extLst>
                    <a:ext uri="{9D8B030D-6E8A-4147-A177-3AD203B41FA5}">
                      <a16:colId xmlns:a16="http://schemas.microsoft.com/office/drawing/2014/main" val="2233144152"/>
                    </a:ext>
                  </a:extLst>
                </a:gridCol>
                <a:gridCol w="2016000">
                  <a:extLst>
                    <a:ext uri="{9D8B030D-6E8A-4147-A177-3AD203B41FA5}">
                      <a16:colId xmlns:a16="http://schemas.microsoft.com/office/drawing/2014/main" val="11066871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快速划分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algn="l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子网增量为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256-192=64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168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0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0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99456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algn="l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划分为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4</a:t>
                      </a:r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个子网；每个子网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64-2=62</a:t>
                      </a:r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个主机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168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0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C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00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000000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36859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algn="l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8758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algn="l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37450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algn="l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5073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子网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子网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子网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3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子网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4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091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网络地址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172.16.</a:t>
                      </a:r>
                      <a:r>
                        <a:rPr lang="en-US" altLang="zh-CN" sz="1600" b="1" dirty="0">
                          <a:solidFill>
                            <a:srgbClr val="C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0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.0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172.16.</a:t>
                      </a:r>
                      <a:r>
                        <a:rPr lang="en-US" altLang="zh-CN" sz="1600" b="1" dirty="0">
                          <a:solidFill>
                            <a:srgbClr val="C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64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.0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172.16.</a:t>
                      </a:r>
                      <a:r>
                        <a:rPr lang="en-US" altLang="zh-CN" sz="1600" b="1" dirty="0">
                          <a:solidFill>
                            <a:srgbClr val="C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128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.0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172.16.</a:t>
                      </a:r>
                      <a:r>
                        <a:rPr lang="en-US" altLang="zh-CN" sz="1600" b="1" dirty="0">
                          <a:solidFill>
                            <a:srgbClr val="C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192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.0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16491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最小主机地址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172.16.0.1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172.16.64.1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172.16.128.1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172.16.192.1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73347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最大主机地址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172.16.63.254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172.16.127.254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172.16.191.254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172.16.255.254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56384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广播地址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172.16.63.255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172.16.127.255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172.16.191.255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172.16.255.255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2484579"/>
                  </a:ext>
                </a:extLst>
              </a:tr>
            </a:tbl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28482876-F307-465B-A685-226C5A89849F}"/>
              </a:ext>
            </a:extLst>
          </p:cNvPr>
          <p:cNvSpPr txBox="1"/>
          <p:nvPr/>
        </p:nvSpPr>
        <p:spPr>
          <a:xfrm>
            <a:off x="4621077" y="655782"/>
            <a:ext cx="369684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tabLst>
                <a:tab pos="1800000" algn="l"/>
              </a:tabLst>
            </a:pPr>
            <a:r>
              <a:rPr lang="en-US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IP</a:t>
            </a:r>
            <a:r>
              <a:rPr lang="zh-CN" altLang="en-US" sz="2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地址：</a:t>
            </a:r>
            <a:r>
              <a:rPr lang="en-US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</a:t>
            </a:r>
            <a:r>
              <a:rPr lang="en-US" altLang="zh-CN" sz="2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172.16.0.0</a:t>
            </a:r>
            <a:endParaRPr lang="en-US" altLang="zh-CN" sz="2000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tabLst>
                <a:tab pos="1800000" algn="l"/>
              </a:tabLst>
            </a:pPr>
            <a:r>
              <a:rPr lang="zh-CN" altLang="en-US" sz="2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子网掩码：</a:t>
            </a:r>
            <a:r>
              <a:rPr lang="en-US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</a:t>
            </a:r>
            <a:r>
              <a:rPr lang="en-US" altLang="zh-CN" sz="2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255.255.192.0</a:t>
            </a:r>
            <a:endParaRPr lang="zh-CN" altLang="en-US" sz="20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AA86437-32D1-4110-BB78-CED3BFD4082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B</a:t>
            </a:r>
            <a:r>
              <a:rPr lang="zh-CN" altLang="en-US" dirty="0"/>
              <a:t>类地址的子网划分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067DEA00-6C28-4105-9DE5-6ABF423355D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Subnetting</a:t>
            </a:r>
            <a:endParaRPr lang="zh-CN" altLang="en-US" dirty="0"/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A2D8F8E3-4216-4389-BB83-EF60910B2567}"/>
              </a:ext>
            </a:extLst>
          </p:cNvPr>
          <p:cNvGrpSpPr/>
          <p:nvPr/>
        </p:nvGrpSpPr>
        <p:grpSpPr>
          <a:xfrm>
            <a:off x="0" y="0"/>
            <a:ext cx="1202515" cy="1202515"/>
            <a:chOff x="0" y="0"/>
            <a:chExt cx="1202515" cy="1202515"/>
          </a:xfrm>
        </p:grpSpPr>
        <p:sp>
          <p:nvSpPr>
            <p:cNvPr id="8" name="斜纹 7">
              <a:extLst>
                <a:ext uri="{FF2B5EF4-FFF2-40B4-BE49-F238E27FC236}">
                  <a16:creationId xmlns:a16="http://schemas.microsoft.com/office/drawing/2014/main" id="{344B951F-B894-4E0B-9565-43772DD44A3F}"/>
                </a:ext>
              </a:extLst>
            </p:cNvPr>
            <p:cNvSpPr/>
            <p:nvPr/>
          </p:nvSpPr>
          <p:spPr>
            <a:xfrm>
              <a:off x="0" y="0"/>
              <a:ext cx="1202515" cy="1202515"/>
            </a:xfrm>
            <a:prstGeom prst="diagStripe">
              <a:avLst>
                <a:gd name="adj" fmla="val 33647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C24FBE87-2C3A-4FF9-9BCD-529668B0EA1B}"/>
                </a:ext>
              </a:extLst>
            </p:cNvPr>
            <p:cNvSpPr txBox="1"/>
            <p:nvPr/>
          </p:nvSpPr>
          <p:spPr>
            <a:xfrm>
              <a:off x="119477" y="78658"/>
              <a:ext cx="492443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4000" kern="100" dirty="0">
                  <a:solidFill>
                    <a:schemeClr val="bg1"/>
                  </a:solidFill>
                  <a:latin typeface="Courier New" panose="02070309020205020404" pitchFamily="49" charset="0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B</a:t>
              </a:r>
              <a:endParaRPr lang="zh-CN" altLang="en-US" sz="4000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625651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7">
            <a:extLst>
              <a:ext uri="{FF2B5EF4-FFF2-40B4-BE49-F238E27FC236}">
                <a16:creationId xmlns:a16="http://schemas.microsoft.com/office/drawing/2014/main" id="{BA99F7AF-CEF3-4C5F-84F2-5E13D4030F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2144601"/>
              </p:ext>
            </p:extLst>
          </p:nvPr>
        </p:nvGraphicFramePr>
        <p:xfrm>
          <a:off x="1056000" y="1700207"/>
          <a:ext cx="10080000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6000">
                  <a:extLst>
                    <a:ext uri="{9D8B030D-6E8A-4147-A177-3AD203B41FA5}">
                      <a16:colId xmlns:a16="http://schemas.microsoft.com/office/drawing/2014/main" val="3609832430"/>
                    </a:ext>
                  </a:extLst>
                </a:gridCol>
                <a:gridCol w="2016000">
                  <a:extLst>
                    <a:ext uri="{9D8B030D-6E8A-4147-A177-3AD203B41FA5}">
                      <a16:colId xmlns:a16="http://schemas.microsoft.com/office/drawing/2014/main" val="4120678626"/>
                    </a:ext>
                  </a:extLst>
                </a:gridCol>
                <a:gridCol w="2016000">
                  <a:extLst>
                    <a:ext uri="{9D8B030D-6E8A-4147-A177-3AD203B41FA5}">
                      <a16:colId xmlns:a16="http://schemas.microsoft.com/office/drawing/2014/main" val="2101944614"/>
                    </a:ext>
                  </a:extLst>
                </a:gridCol>
                <a:gridCol w="2016000">
                  <a:extLst>
                    <a:ext uri="{9D8B030D-6E8A-4147-A177-3AD203B41FA5}">
                      <a16:colId xmlns:a16="http://schemas.microsoft.com/office/drawing/2014/main" val="2233144152"/>
                    </a:ext>
                  </a:extLst>
                </a:gridCol>
                <a:gridCol w="2016000">
                  <a:extLst>
                    <a:ext uri="{9D8B030D-6E8A-4147-A177-3AD203B41FA5}">
                      <a16:colId xmlns:a16="http://schemas.microsoft.com/office/drawing/2014/main" val="11066871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快速划分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algn="l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子网在第三字节的增量为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256-255=1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168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0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0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99456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algn="l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子网在第四字节的增量为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256-128=128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168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0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C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00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000000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36859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algn="l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向主机位借了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9</a:t>
                      </a:r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位，所以划分为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</a:t>
                      </a:r>
                      <a:r>
                        <a:rPr lang="en-US" altLang="zh-CN" sz="1600" b="0" baseline="300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9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=512</a:t>
                      </a:r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个子网；每个子网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</a:t>
                      </a:r>
                      <a:r>
                        <a:rPr lang="en-US" altLang="zh-CN" sz="1600" b="0" baseline="300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7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-2=126</a:t>
                      </a:r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个主机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8758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algn="l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37450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algn="l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前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4</a:t>
                      </a:r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个子网分别是：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5073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子网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子网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子网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3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子网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4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091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网络地址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172.16.</a:t>
                      </a:r>
                      <a:r>
                        <a:rPr lang="en-US" altLang="zh-CN" sz="1600" b="1" dirty="0">
                          <a:solidFill>
                            <a:srgbClr val="C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0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.</a:t>
                      </a:r>
                      <a:r>
                        <a:rPr lang="en-US" altLang="zh-CN" sz="1600" b="1" dirty="0">
                          <a:solidFill>
                            <a:srgbClr val="C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0</a:t>
                      </a:r>
                      <a:endParaRPr lang="zh-CN" altLang="en-US" sz="1600" b="1" dirty="0">
                        <a:solidFill>
                          <a:srgbClr val="C00000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172.16.</a:t>
                      </a:r>
                      <a:r>
                        <a:rPr lang="en-US" altLang="zh-CN" sz="1600" b="1" dirty="0">
                          <a:solidFill>
                            <a:srgbClr val="C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0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.</a:t>
                      </a:r>
                      <a:r>
                        <a:rPr lang="en-US" altLang="zh-CN" sz="1600" b="1" dirty="0">
                          <a:solidFill>
                            <a:srgbClr val="C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128</a:t>
                      </a:r>
                      <a:endParaRPr lang="zh-CN" altLang="en-US" sz="1600" b="1" dirty="0">
                        <a:solidFill>
                          <a:srgbClr val="C00000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172.16.</a:t>
                      </a:r>
                      <a:r>
                        <a:rPr lang="en-US" altLang="zh-CN" sz="1600" b="1" dirty="0">
                          <a:solidFill>
                            <a:srgbClr val="C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.</a:t>
                      </a:r>
                      <a:r>
                        <a:rPr lang="en-US" altLang="zh-CN" sz="1600" b="1" dirty="0">
                          <a:solidFill>
                            <a:srgbClr val="C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0</a:t>
                      </a:r>
                      <a:endParaRPr lang="zh-CN" altLang="en-US" sz="1600" b="1" dirty="0">
                        <a:solidFill>
                          <a:srgbClr val="C00000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172.16.</a:t>
                      </a:r>
                      <a:r>
                        <a:rPr lang="en-US" altLang="zh-CN" sz="1600" b="1" dirty="0">
                          <a:solidFill>
                            <a:srgbClr val="C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.</a:t>
                      </a:r>
                      <a:r>
                        <a:rPr lang="en-US" altLang="zh-CN" sz="1600" b="1" dirty="0">
                          <a:solidFill>
                            <a:srgbClr val="C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128</a:t>
                      </a:r>
                      <a:endParaRPr lang="zh-CN" altLang="en-US" sz="1600" b="1" dirty="0">
                        <a:solidFill>
                          <a:srgbClr val="C00000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16491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最小主机地址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172.16.0.1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172.16.0.129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172.16.1.1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172.16.1.129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73347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最大主机地址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172.16.0.126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172.16.0.254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172.16.1.126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172.16.1.254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56384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广播地址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172.16.0.127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172.16.0.255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172.16.1.127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172.16.1.255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2484579"/>
                  </a:ext>
                </a:extLst>
              </a:tr>
            </a:tbl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28482876-F307-465B-A685-226C5A89849F}"/>
              </a:ext>
            </a:extLst>
          </p:cNvPr>
          <p:cNvSpPr txBox="1"/>
          <p:nvPr/>
        </p:nvSpPr>
        <p:spPr>
          <a:xfrm>
            <a:off x="4621077" y="655782"/>
            <a:ext cx="399821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tabLst>
                <a:tab pos="1800000" algn="l"/>
              </a:tabLst>
            </a:pPr>
            <a:r>
              <a:rPr lang="en-US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IP</a:t>
            </a:r>
            <a:r>
              <a:rPr lang="zh-CN" altLang="en-US" sz="2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地址：</a:t>
            </a:r>
            <a:r>
              <a:rPr lang="en-US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</a:t>
            </a:r>
            <a:r>
              <a:rPr lang="en-US" altLang="zh-CN" sz="2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172.16.0.0</a:t>
            </a:r>
            <a:endParaRPr lang="en-US" altLang="zh-CN" sz="2000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tabLst>
                <a:tab pos="1800000" algn="l"/>
              </a:tabLst>
            </a:pPr>
            <a:r>
              <a:rPr lang="zh-CN" altLang="en-US" sz="2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子网掩码：</a:t>
            </a:r>
            <a:r>
              <a:rPr lang="en-US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</a:t>
            </a:r>
            <a:r>
              <a:rPr lang="en-US" altLang="zh-CN" sz="2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255.255.255.128</a:t>
            </a:r>
            <a:endParaRPr lang="zh-CN" altLang="en-US" sz="20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AA86437-32D1-4110-BB78-CED3BFD4082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B</a:t>
            </a:r>
            <a:r>
              <a:rPr lang="zh-CN" altLang="en-US" dirty="0"/>
              <a:t>类地址的子网划分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067DEA00-6C28-4105-9DE5-6ABF423355D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Subnetting</a:t>
            </a:r>
            <a:endParaRPr lang="zh-CN" altLang="en-US" dirty="0"/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A2D8F8E3-4216-4389-BB83-EF60910B2567}"/>
              </a:ext>
            </a:extLst>
          </p:cNvPr>
          <p:cNvGrpSpPr/>
          <p:nvPr/>
        </p:nvGrpSpPr>
        <p:grpSpPr>
          <a:xfrm>
            <a:off x="0" y="0"/>
            <a:ext cx="1202515" cy="1202515"/>
            <a:chOff x="0" y="0"/>
            <a:chExt cx="1202515" cy="1202515"/>
          </a:xfrm>
        </p:grpSpPr>
        <p:sp>
          <p:nvSpPr>
            <p:cNvPr id="8" name="斜纹 7">
              <a:extLst>
                <a:ext uri="{FF2B5EF4-FFF2-40B4-BE49-F238E27FC236}">
                  <a16:creationId xmlns:a16="http://schemas.microsoft.com/office/drawing/2014/main" id="{344B951F-B894-4E0B-9565-43772DD44A3F}"/>
                </a:ext>
              </a:extLst>
            </p:cNvPr>
            <p:cNvSpPr/>
            <p:nvPr/>
          </p:nvSpPr>
          <p:spPr>
            <a:xfrm>
              <a:off x="0" y="0"/>
              <a:ext cx="1202515" cy="1202515"/>
            </a:xfrm>
            <a:prstGeom prst="diagStripe">
              <a:avLst>
                <a:gd name="adj" fmla="val 33647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C24FBE87-2C3A-4FF9-9BCD-529668B0EA1B}"/>
                </a:ext>
              </a:extLst>
            </p:cNvPr>
            <p:cNvSpPr txBox="1"/>
            <p:nvPr/>
          </p:nvSpPr>
          <p:spPr>
            <a:xfrm>
              <a:off x="119477" y="78658"/>
              <a:ext cx="492443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4000" kern="100" dirty="0">
                  <a:solidFill>
                    <a:schemeClr val="bg1"/>
                  </a:solidFill>
                  <a:latin typeface="Courier New" panose="02070309020205020404" pitchFamily="49" charset="0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B</a:t>
              </a:r>
              <a:endParaRPr lang="zh-CN" altLang="en-US" sz="4000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86E0B0DA-CB43-485C-A7DE-342D529DA375}"/>
              </a:ext>
            </a:extLst>
          </p:cNvPr>
          <p:cNvSpPr txBox="1"/>
          <p:nvPr/>
        </p:nvSpPr>
        <p:spPr>
          <a:xfrm>
            <a:off x="414774" y="-106629"/>
            <a:ext cx="49244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4000" b="1" kern="100" dirty="0">
                <a:solidFill>
                  <a:srgbClr val="FFFF00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+</a:t>
            </a:r>
            <a:endParaRPr lang="zh-CN" altLang="en-US" sz="4000" b="1" kern="100" dirty="0">
              <a:solidFill>
                <a:srgbClr val="FFFF00"/>
              </a:solidFill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00721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7">
            <a:extLst>
              <a:ext uri="{FF2B5EF4-FFF2-40B4-BE49-F238E27FC236}">
                <a16:creationId xmlns:a16="http://schemas.microsoft.com/office/drawing/2014/main" id="{BA99F7AF-CEF3-4C5F-84F2-5E13D4030F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6051449"/>
              </p:ext>
            </p:extLst>
          </p:nvPr>
        </p:nvGraphicFramePr>
        <p:xfrm>
          <a:off x="1056000" y="1700207"/>
          <a:ext cx="10080000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6000">
                  <a:extLst>
                    <a:ext uri="{9D8B030D-6E8A-4147-A177-3AD203B41FA5}">
                      <a16:colId xmlns:a16="http://schemas.microsoft.com/office/drawing/2014/main" val="3609832430"/>
                    </a:ext>
                  </a:extLst>
                </a:gridCol>
                <a:gridCol w="2016000">
                  <a:extLst>
                    <a:ext uri="{9D8B030D-6E8A-4147-A177-3AD203B41FA5}">
                      <a16:colId xmlns:a16="http://schemas.microsoft.com/office/drawing/2014/main" val="4120678626"/>
                    </a:ext>
                  </a:extLst>
                </a:gridCol>
                <a:gridCol w="2016000">
                  <a:extLst>
                    <a:ext uri="{9D8B030D-6E8A-4147-A177-3AD203B41FA5}">
                      <a16:colId xmlns:a16="http://schemas.microsoft.com/office/drawing/2014/main" val="2101944614"/>
                    </a:ext>
                  </a:extLst>
                </a:gridCol>
                <a:gridCol w="2016000">
                  <a:extLst>
                    <a:ext uri="{9D8B030D-6E8A-4147-A177-3AD203B41FA5}">
                      <a16:colId xmlns:a16="http://schemas.microsoft.com/office/drawing/2014/main" val="2233144152"/>
                    </a:ext>
                  </a:extLst>
                </a:gridCol>
                <a:gridCol w="2016000">
                  <a:extLst>
                    <a:ext uri="{9D8B030D-6E8A-4147-A177-3AD203B41FA5}">
                      <a16:colId xmlns:a16="http://schemas.microsoft.com/office/drawing/2014/main" val="11066871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快速划分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algn="l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子网在第三字节的增量为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256-255=1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168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0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0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99456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algn="l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子网在第四字节的增量为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256-192=64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168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0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C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00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000000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36859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algn="l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向主机位借了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10</a:t>
                      </a:r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位，所以划分为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</a:t>
                      </a:r>
                      <a:r>
                        <a:rPr lang="en-US" altLang="zh-CN" sz="1600" b="0" baseline="300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10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=1024</a:t>
                      </a:r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个子网；每个子网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</a:t>
                      </a:r>
                      <a:r>
                        <a:rPr lang="en-US" altLang="zh-CN" sz="1600" b="0" baseline="300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6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-2=62</a:t>
                      </a:r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个主机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8758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algn="l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37450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algn="l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前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4</a:t>
                      </a:r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个子网分别是：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5073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子网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子网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子网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3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子网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4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091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网络地址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172.16.</a:t>
                      </a:r>
                      <a:r>
                        <a:rPr lang="en-US" altLang="zh-CN" sz="1600" b="1" dirty="0">
                          <a:solidFill>
                            <a:srgbClr val="C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0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.</a:t>
                      </a:r>
                      <a:r>
                        <a:rPr lang="en-US" altLang="zh-CN" sz="1600" b="1" kern="1200" dirty="0">
                          <a:solidFill>
                            <a:srgbClr val="C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0</a:t>
                      </a:r>
                      <a:endParaRPr lang="zh-CN" altLang="en-US" sz="1600" b="1" kern="1200" dirty="0">
                        <a:solidFill>
                          <a:srgbClr val="C00000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172.16.</a:t>
                      </a:r>
                      <a:r>
                        <a:rPr lang="en-US" altLang="zh-CN" sz="1600" b="1" kern="1200" dirty="0">
                          <a:solidFill>
                            <a:srgbClr val="C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0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.</a:t>
                      </a:r>
                      <a:r>
                        <a:rPr lang="en-US" altLang="zh-CN" sz="1600" b="1" kern="1200" dirty="0">
                          <a:solidFill>
                            <a:srgbClr val="C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64</a:t>
                      </a:r>
                      <a:endParaRPr lang="zh-CN" altLang="en-US" sz="1600" b="1" kern="1200" dirty="0">
                        <a:solidFill>
                          <a:srgbClr val="C00000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172.16.</a:t>
                      </a:r>
                      <a:r>
                        <a:rPr lang="en-US" altLang="zh-CN" sz="1600" b="1" kern="1200" dirty="0">
                          <a:solidFill>
                            <a:srgbClr val="C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0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.</a:t>
                      </a:r>
                      <a:r>
                        <a:rPr lang="en-US" altLang="zh-CN" sz="1600" b="1" kern="1200" dirty="0">
                          <a:solidFill>
                            <a:srgbClr val="C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128</a:t>
                      </a:r>
                      <a:endParaRPr lang="zh-CN" altLang="en-US" sz="1600" b="1" kern="1200" dirty="0">
                        <a:solidFill>
                          <a:srgbClr val="C00000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172.16.</a:t>
                      </a:r>
                      <a:r>
                        <a:rPr lang="en-US" altLang="zh-CN" sz="1600" b="1" kern="1200" dirty="0">
                          <a:solidFill>
                            <a:srgbClr val="C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0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.</a:t>
                      </a:r>
                      <a:r>
                        <a:rPr lang="en-US" altLang="zh-CN" sz="1600" b="1" kern="1200" dirty="0">
                          <a:solidFill>
                            <a:srgbClr val="C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192</a:t>
                      </a:r>
                      <a:endParaRPr lang="zh-CN" altLang="en-US" sz="1600" b="1" kern="1200" dirty="0">
                        <a:solidFill>
                          <a:srgbClr val="C00000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16491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最小主机地址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172.16.0.1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172.16.0.65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172.16.0.129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172.16.0.193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73347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最大主机地址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172.16.0.62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172.16.0.126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172.16.0.190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172.16.0.254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56384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广播地址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172.16.0.63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172.16.0.127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172.16.0.191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172.16.0.255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2484579"/>
                  </a:ext>
                </a:extLst>
              </a:tr>
            </a:tbl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28482876-F307-465B-A685-226C5A89849F}"/>
              </a:ext>
            </a:extLst>
          </p:cNvPr>
          <p:cNvSpPr txBox="1"/>
          <p:nvPr/>
        </p:nvSpPr>
        <p:spPr>
          <a:xfrm>
            <a:off x="4621077" y="655782"/>
            <a:ext cx="399821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tabLst>
                <a:tab pos="1800000" algn="l"/>
              </a:tabLst>
            </a:pPr>
            <a:r>
              <a:rPr lang="en-US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IP</a:t>
            </a:r>
            <a:r>
              <a:rPr lang="zh-CN" altLang="en-US" sz="2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地址：</a:t>
            </a:r>
            <a:r>
              <a:rPr lang="en-US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</a:t>
            </a:r>
            <a:r>
              <a:rPr lang="en-US" altLang="zh-CN" sz="2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172.16.0.0</a:t>
            </a:r>
            <a:endParaRPr lang="en-US" altLang="zh-CN" sz="2000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tabLst>
                <a:tab pos="1800000" algn="l"/>
              </a:tabLst>
            </a:pPr>
            <a:r>
              <a:rPr lang="zh-CN" altLang="en-US" sz="2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子网掩码：</a:t>
            </a:r>
            <a:r>
              <a:rPr lang="en-US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</a:t>
            </a:r>
            <a:r>
              <a:rPr lang="en-US" altLang="zh-CN" sz="2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255.255.255.192</a:t>
            </a:r>
            <a:endParaRPr lang="zh-CN" altLang="en-US" sz="20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AA86437-32D1-4110-BB78-CED3BFD4082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B</a:t>
            </a:r>
            <a:r>
              <a:rPr lang="zh-CN" altLang="en-US" dirty="0"/>
              <a:t>类地址的子网划分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067DEA00-6C28-4105-9DE5-6ABF423355D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Subnetting</a:t>
            </a:r>
            <a:endParaRPr lang="zh-CN" altLang="en-US" dirty="0"/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35B95F5D-C3D6-4518-BF00-A8ED82667CC8}"/>
              </a:ext>
            </a:extLst>
          </p:cNvPr>
          <p:cNvGrpSpPr/>
          <p:nvPr/>
        </p:nvGrpSpPr>
        <p:grpSpPr>
          <a:xfrm>
            <a:off x="0" y="0"/>
            <a:ext cx="1202515" cy="1202515"/>
            <a:chOff x="0" y="0"/>
            <a:chExt cx="1202515" cy="1202515"/>
          </a:xfrm>
        </p:grpSpPr>
        <p:sp>
          <p:nvSpPr>
            <p:cNvPr id="13" name="斜纹 12">
              <a:extLst>
                <a:ext uri="{FF2B5EF4-FFF2-40B4-BE49-F238E27FC236}">
                  <a16:creationId xmlns:a16="http://schemas.microsoft.com/office/drawing/2014/main" id="{417D830E-D4EE-4AF3-98F0-367429B31524}"/>
                </a:ext>
              </a:extLst>
            </p:cNvPr>
            <p:cNvSpPr/>
            <p:nvPr/>
          </p:nvSpPr>
          <p:spPr>
            <a:xfrm>
              <a:off x="0" y="0"/>
              <a:ext cx="1202515" cy="1202515"/>
            </a:xfrm>
            <a:prstGeom prst="diagStripe">
              <a:avLst>
                <a:gd name="adj" fmla="val 33647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FBD320D3-1357-4254-A1FE-24C684B1E27F}"/>
                </a:ext>
              </a:extLst>
            </p:cNvPr>
            <p:cNvSpPr txBox="1"/>
            <p:nvPr/>
          </p:nvSpPr>
          <p:spPr>
            <a:xfrm>
              <a:off x="119477" y="78658"/>
              <a:ext cx="492443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4000" kern="100" dirty="0">
                  <a:solidFill>
                    <a:schemeClr val="bg1"/>
                  </a:solidFill>
                  <a:latin typeface="Courier New" panose="02070309020205020404" pitchFamily="49" charset="0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B</a:t>
              </a:r>
              <a:endParaRPr lang="zh-CN" altLang="en-US" sz="4000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11926638-28AE-442F-A315-5B5A03016624}"/>
              </a:ext>
            </a:extLst>
          </p:cNvPr>
          <p:cNvSpPr txBox="1"/>
          <p:nvPr/>
        </p:nvSpPr>
        <p:spPr>
          <a:xfrm>
            <a:off x="414774" y="-106629"/>
            <a:ext cx="49244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4000" b="1" kern="100" dirty="0">
                <a:solidFill>
                  <a:srgbClr val="FFFF00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+</a:t>
            </a:r>
            <a:endParaRPr lang="zh-CN" altLang="en-US" sz="4000" b="1" kern="100" dirty="0">
              <a:solidFill>
                <a:srgbClr val="FFFF00"/>
              </a:solidFill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27254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7">
            <a:extLst>
              <a:ext uri="{FF2B5EF4-FFF2-40B4-BE49-F238E27FC236}">
                <a16:creationId xmlns:a16="http://schemas.microsoft.com/office/drawing/2014/main" id="{BA99F7AF-CEF3-4C5F-84F2-5E13D4030F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6425815"/>
              </p:ext>
            </p:extLst>
          </p:nvPr>
        </p:nvGraphicFramePr>
        <p:xfrm>
          <a:off x="1056000" y="1700207"/>
          <a:ext cx="10080000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6000">
                  <a:extLst>
                    <a:ext uri="{9D8B030D-6E8A-4147-A177-3AD203B41FA5}">
                      <a16:colId xmlns:a16="http://schemas.microsoft.com/office/drawing/2014/main" val="3609832430"/>
                    </a:ext>
                  </a:extLst>
                </a:gridCol>
                <a:gridCol w="4032000">
                  <a:extLst>
                    <a:ext uri="{9D8B030D-6E8A-4147-A177-3AD203B41FA5}">
                      <a16:colId xmlns:a16="http://schemas.microsoft.com/office/drawing/2014/main" val="4120678626"/>
                    </a:ext>
                  </a:extLst>
                </a:gridCol>
                <a:gridCol w="4032000">
                  <a:extLst>
                    <a:ext uri="{9D8B030D-6E8A-4147-A177-3AD203B41FA5}">
                      <a16:colId xmlns:a16="http://schemas.microsoft.com/office/drawing/2014/main" val="22331441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快速划分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子网在第二字节的增量为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256-128=128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0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99456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向主机位借了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</a:t>
                      </a:r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位，所以划分为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</a:t>
                      </a:r>
                      <a:r>
                        <a:rPr lang="en-US" altLang="zh-CN" sz="1600" b="0" baseline="300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=2</a:t>
                      </a:r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个子网；每个子网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</a:t>
                      </a:r>
                      <a:r>
                        <a:rPr lang="en-US" altLang="zh-CN" sz="1600" b="0" baseline="300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23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-2</a:t>
                      </a:r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个主机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0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36859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8758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37450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5073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子网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子网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091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网络地址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10.</a:t>
                      </a:r>
                      <a:r>
                        <a:rPr lang="en-US" altLang="zh-CN" sz="1600" b="1" dirty="0">
                          <a:solidFill>
                            <a:srgbClr val="C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0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.0.0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10.</a:t>
                      </a:r>
                      <a:r>
                        <a:rPr lang="en-US" altLang="zh-CN" sz="1600" b="1" kern="1200" dirty="0">
                          <a:solidFill>
                            <a:srgbClr val="C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128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.0.0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16491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最小主机地址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10.0.0.1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10.128.0.1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73347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最大主机地址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10.127.255.254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10.255.255.254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56384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广播地址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10.127.255.255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10.255.255.255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2484579"/>
                  </a:ext>
                </a:extLst>
              </a:tr>
            </a:tbl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28482876-F307-465B-A685-226C5A89849F}"/>
              </a:ext>
            </a:extLst>
          </p:cNvPr>
          <p:cNvSpPr txBox="1"/>
          <p:nvPr/>
        </p:nvSpPr>
        <p:spPr>
          <a:xfrm>
            <a:off x="4621077" y="655782"/>
            <a:ext cx="339548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tabLst>
                <a:tab pos="1800000" algn="l"/>
              </a:tabLst>
            </a:pPr>
            <a:r>
              <a:rPr lang="en-US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IP</a:t>
            </a:r>
            <a:r>
              <a:rPr lang="zh-CN" altLang="en-US" sz="2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地址：</a:t>
            </a:r>
            <a:r>
              <a:rPr lang="en-US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</a:t>
            </a:r>
            <a:r>
              <a:rPr lang="en-US" altLang="zh-CN" sz="2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10.0.0.0</a:t>
            </a:r>
            <a:endParaRPr lang="en-US" altLang="zh-CN" sz="2000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tabLst>
                <a:tab pos="1800000" algn="l"/>
              </a:tabLst>
            </a:pPr>
            <a:r>
              <a:rPr lang="zh-CN" altLang="en-US" sz="2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子网掩码：</a:t>
            </a:r>
            <a:r>
              <a:rPr lang="en-US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</a:t>
            </a:r>
            <a:r>
              <a:rPr lang="en-US" altLang="zh-CN" sz="2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255.128.0.0</a:t>
            </a:r>
            <a:endParaRPr lang="zh-CN" altLang="en-US" sz="20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AA86437-32D1-4110-BB78-CED3BFD4082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A</a:t>
            </a:r>
            <a:r>
              <a:rPr lang="zh-CN" altLang="en-US" dirty="0"/>
              <a:t>类地址的子网划分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067DEA00-6C28-4105-9DE5-6ABF423355D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Subnetting</a:t>
            </a:r>
            <a:endParaRPr lang="zh-CN" altLang="en-US" dirty="0"/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A2D8F8E3-4216-4389-BB83-EF60910B2567}"/>
              </a:ext>
            </a:extLst>
          </p:cNvPr>
          <p:cNvGrpSpPr/>
          <p:nvPr/>
        </p:nvGrpSpPr>
        <p:grpSpPr>
          <a:xfrm>
            <a:off x="0" y="0"/>
            <a:ext cx="1202515" cy="1202515"/>
            <a:chOff x="0" y="0"/>
            <a:chExt cx="1202515" cy="1202515"/>
          </a:xfrm>
        </p:grpSpPr>
        <p:sp>
          <p:nvSpPr>
            <p:cNvPr id="8" name="斜纹 7">
              <a:extLst>
                <a:ext uri="{FF2B5EF4-FFF2-40B4-BE49-F238E27FC236}">
                  <a16:creationId xmlns:a16="http://schemas.microsoft.com/office/drawing/2014/main" id="{344B951F-B894-4E0B-9565-43772DD44A3F}"/>
                </a:ext>
              </a:extLst>
            </p:cNvPr>
            <p:cNvSpPr/>
            <p:nvPr/>
          </p:nvSpPr>
          <p:spPr>
            <a:xfrm>
              <a:off x="0" y="0"/>
              <a:ext cx="1202515" cy="1202515"/>
            </a:xfrm>
            <a:prstGeom prst="diagStripe">
              <a:avLst>
                <a:gd name="adj" fmla="val 33647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C24FBE87-2C3A-4FF9-9BCD-529668B0EA1B}"/>
                </a:ext>
              </a:extLst>
            </p:cNvPr>
            <p:cNvSpPr txBox="1"/>
            <p:nvPr/>
          </p:nvSpPr>
          <p:spPr>
            <a:xfrm>
              <a:off x="119477" y="78658"/>
              <a:ext cx="492443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4000" kern="100" dirty="0">
                  <a:solidFill>
                    <a:schemeClr val="bg1"/>
                  </a:solidFill>
                  <a:latin typeface="Courier New" panose="02070309020205020404" pitchFamily="49" charset="0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A</a:t>
              </a:r>
              <a:endParaRPr lang="zh-CN" altLang="en-US" sz="4000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740664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7">
            <a:extLst>
              <a:ext uri="{FF2B5EF4-FFF2-40B4-BE49-F238E27FC236}">
                <a16:creationId xmlns:a16="http://schemas.microsoft.com/office/drawing/2014/main" id="{BA99F7AF-CEF3-4C5F-84F2-5E13D4030F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5591820"/>
              </p:ext>
            </p:extLst>
          </p:nvPr>
        </p:nvGraphicFramePr>
        <p:xfrm>
          <a:off x="1056000" y="1700207"/>
          <a:ext cx="10080000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6000">
                  <a:extLst>
                    <a:ext uri="{9D8B030D-6E8A-4147-A177-3AD203B41FA5}">
                      <a16:colId xmlns:a16="http://schemas.microsoft.com/office/drawing/2014/main" val="3609832430"/>
                    </a:ext>
                  </a:extLst>
                </a:gridCol>
                <a:gridCol w="2016000">
                  <a:extLst>
                    <a:ext uri="{9D8B030D-6E8A-4147-A177-3AD203B41FA5}">
                      <a16:colId xmlns:a16="http://schemas.microsoft.com/office/drawing/2014/main" val="4120678626"/>
                    </a:ext>
                  </a:extLst>
                </a:gridCol>
                <a:gridCol w="2016000">
                  <a:extLst>
                    <a:ext uri="{9D8B030D-6E8A-4147-A177-3AD203B41FA5}">
                      <a16:colId xmlns:a16="http://schemas.microsoft.com/office/drawing/2014/main" val="2101944614"/>
                    </a:ext>
                  </a:extLst>
                </a:gridCol>
                <a:gridCol w="2016000">
                  <a:extLst>
                    <a:ext uri="{9D8B030D-6E8A-4147-A177-3AD203B41FA5}">
                      <a16:colId xmlns:a16="http://schemas.microsoft.com/office/drawing/2014/main" val="2233144152"/>
                    </a:ext>
                  </a:extLst>
                </a:gridCol>
                <a:gridCol w="2016000">
                  <a:extLst>
                    <a:ext uri="{9D8B030D-6E8A-4147-A177-3AD203B41FA5}">
                      <a16:colId xmlns:a16="http://schemas.microsoft.com/office/drawing/2014/main" val="11066871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快速划分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algn="l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子网在第二字节的增量为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256-192=64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168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0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0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99456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algn="l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向主机位借了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</a:t>
                      </a:r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位，所以划分为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</a:t>
                      </a:r>
                      <a:r>
                        <a:rPr lang="en-US" altLang="zh-CN" sz="1600" b="0" baseline="300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=4</a:t>
                      </a:r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个子网；每个子网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</a:t>
                      </a:r>
                      <a:r>
                        <a:rPr lang="en-US" altLang="zh-CN" sz="1600" b="0" baseline="300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22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-2</a:t>
                      </a:r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个主机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168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0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C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00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000000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36859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algn="l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8758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algn="l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37450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algn="l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5073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子网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子网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子网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3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子网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4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091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网络地址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10.</a:t>
                      </a:r>
                      <a:r>
                        <a:rPr lang="en-US" altLang="zh-CN" sz="1600" b="1" dirty="0">
                          <a:solidFill>
                            <a:srgbClr val="C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0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.0.0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10.</a:t>
                      </a:r>
                      <a:r>
                        <a:rPr lang="en-US" altLang="zh-CN" sz="1600" b="1" kern="1200" dirty="0">
                          <a:solidFill>
                            <a:srgbClr val="C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64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.0.0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10.</a:t>
                      </a:r>
                      <a:r>
                        <a:rPr lang="en-US" altLang="zh-CN" sz="1600" b="1" kern="1200" dirty="0">
                          <a:solidFill>
                            <a:srgbClr val="C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128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.0.0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10.</a:t>
                      </a:r>
                      <a:r>
                        <a:rPr lang="en-US" altLang="zh-CN" sz="1600" b="1" kern="1200" dirty="0">
                          <a:solidFill>
                            <a:srgbClr val="C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192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.0.0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16491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最小主机地址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10.0.0.1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10.65.0.1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10.128.0.1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10.192.0.1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73347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最大主机地址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10.63.255.254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10.127.255.254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10.191.255.254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10.255.255.254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56384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广播地址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10.63.255.255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10.127.255.255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10.191.255.255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10.255.255.255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2484579"/>
                  </a:ext>
                </a:extLst>
              </a:tr>
            </a:tbl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28482876-F307-465B-A685-226C5A89849F}"/>
              </a:ext>
            </a:extLst>
          </p:cNvPr>
          <p:cNvSpPr txBox="1"/>
          <p:nvPr/>
        </p:nvSpPr>
        <p:spPr>
          <a:xfrm>
            <a:off x="4621077" y="655782"/>
            <a:ext cx="339548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tabLst>
                <a:tab pos="1800000" algn="l"/>
              </a:tabLst>
            </a:pPr>
            <a:r>
              <a:rPr lang="en-US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IP</a:t>
            </a:r>
            <a:r>
              <a:rPr lang="zh-CN" altLang="en-US" sz="2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地址：</a:t>
            </a:r>
            <a:r>
              <a:rPr lang="en-US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</a:t>
            </a:r>
            <a:r>
              <a:rPr lang="en-US" altLang="zh-CN" sz="2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10.0.0.0</a:t>
            </a:r>
            <a:endParaRPr lang="en-US" altLang="zh-CN" sz="2000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tabLst>
                <a:tab pos="1800000" algn="l"/>
              </a:tabLst>
            </a:pPr>
            <a:r>
              <a:rPr lang="zh-CN" altLang="en-US" sz="2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子网掩码：</a:t>
            </a:r>
            <a:r>
              <a:rPr lang="en-US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</a:t>
            </a:r>
            <a:r>
              <a:rPr lang="en-US" altLang="zh-CN" sz="2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255.192.0.0</a:t>
            </a:r>
            <a:endParaRPr lang="zh-CN" altLang="en-US" sz="20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AA86437-32D1-4110-BB78-CED3BFD4082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A</a:t>
            </a:r>
            <a:r>
              <a:rPr lang="zh-CN" altLang="en-US" dirty="0"/>
              <a:t>类地址的子网划分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067DEA00-6C28-4105-9DE5-6ABF423355D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Subnetting</a:t>
            </a:r>
            <a:endParaRPr lang="zh-CN" altLang="en-US" dirty="0"/>
          </a:p>
        </p:txBody>
      </p:sp>
      <p:sp>
        <p:nvSpPr>
          <p:cNvPr id="11" name="文本占位符 10">
            <a:extLst>
              <a:ext uri="{FF2B5EF4-FFF2-40B4-BE49-F238E27FC236}">
                <a16:creationId xmlns:a16="http://schemas.microsoft.com/office/drawing/2014/main" id="{D4B8841B-DC1C-42AE-9F39-D0EA4F91F5C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zh-CN" altLang="en-US"/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A2D8F8E3-4216-4389-BB83-EF60910B2567}"/>
              </a:ext>
            </a:extLst>
          </p:cNvPr>
          <p:cNvGrpSpPr/>
          <p:nvPr/>
        </p:nvGrpSpPr>
        <p:grpSpPr>
          <a:xfrm>
            <a:off x="0" y="0"/>
            <a:ext cx="1202515" cy="1202515"/>
            <a:chOff x="0" y="0"/>
            <a:chExt cx="1202515" cy="1202515"/>
          </a:xfrm>
        </p:grpSpPr>
        <p:sp>
          <p:nvSpPr>
            <p:cNvPr id="8" name="斜纹 7">
              <a:extLst>
                <a:ext uri="{FF2B5EF4-FFF2-40B4-BE49-F238E27FC236}">
                  <a16:creationId xmlns:a16="http://schemas.microsoft.com/office/drawing/2014/main" id="{344B951F-B894-4E0B-9565-43772DD44A3F}"/>
                </a:ext>
              </a:extLst>
            </p:cNvPr>
            <p:cNvSpPr/>
            <p:nvPr/>
          </p:nvSpPr>
          <p:spPr>
            <a:xfrm>
              <a:off x="0" y="0"/>
              <a:ext cx="1202515" cy="1202515"/>
            </a:xfrm>
            <a:prstGeom prst="diagStripe">
              <a:avLst>
                <a:gd name="adj" fmla="val 33647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C24FBE87-2C3A-4FF9-9BCD-529668B0EA1B}"/>
                </a:ext>
              </a:extLst>
            </p:cNvPr>
            <p:cNvSpPr txBox="1"/>
            <p:nvPr/>
          </p:nvSpPr>
          <p:spPr>
            <a:xfrm>
              <a:off x="119477" y="78658"/>
              <a:ext cx="492443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4000" kern="100" dirty="0">
                  <a:solidFill>
                    <a:schemeClr val="bg1"/>
                  </a:solidFill>
                  <a:latin typeface="Courier New" panose="02070309020205020404" pitchFamily="49" charset="0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A</a:t>
              </a:r>
              <a:endParaRPr lang="zh-CN" altLang="en-US" sz="4000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499928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B9122A53-07A9-4604-9D74-66E544F5221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47865" y="1394365"/>
            <a:ext cx="11205038" cy="3416320"/>
          </a:xfrm>
        </p:spPr>
        <p:txBody>
          <a:bodyPr>
            <a:spAutoFit/>
          </a:bodyPr>
          <a:lstStyle/>
          <a:p>
            <a:r>
              <a:rPr lang="en-US" altLang="zh-CN" dirty="0"/>
              <a:t>C</a:t>
            </a:r>
            <a:r>
              <a:rPr lang="zh-CN" altLang="en-US" dirty="0"/>
              <a:t>类、</a:t>
            </a:r>
            <a:r>
              <a:rPr lang="en-US" altLang="zh-CN" dirty="0"/>
              <a:t>B</a:t>
            </a:r>
            <a:r>
              <a:rPr lang="zh-CN" altLang="en-US" dirty="0"/>
              <a:t>类、</a:t>
            </a:r>
            <a:r>
              <a:rPr lang="en-US" altLang="zh-CN" dirty="0"/>
              <a:t>A</a:t>
            </a:r>
            <a:r>
              <a:rPr lang="zh-CN" altLang="en-US" dirty="0"/>
              <a:t>类地址的子网划分：</a:t>
            </a:r>
            <a:endParaRPr lang="en-US" altLang="zh-CN" dirty="0"/>
          </a:p>
          <a:p>
            <a:pPr indent="457200"/>
            <a:r>
              <a:rPr lang="zh-CN" altLang="en-US" dirty="0"/>
              <a:t>子网的最小主机地址比子网的网络地址大</a:t>
            </a:r>
            <a:r>
              <a:rPr lang="en-US" altLang="zh-CN" dirty="0"/>
              <a:t>1</a:t>
            </a:r>
          </a:p>
          <a:p>
            <a:pPr indent="457200"/>
            <a:r>
              <a:rPr lang="zh-CN" altLang="en-US" dirty="0"/>
              <a:t>子网的最大主机地址比子网的广播地址小</a:t>
            </a:r>
            <a:r>
              <a:rPr lang="en-US" altLang="zh-CN" dirty="0"/>
              <a:t>1</a:t>
            </a:r>
          </a:p>
          <a:p>
            <a:pPr indent="457200"/>
            <a:r>
              <a:rPr lang="zh-CN" altLang="en-US" dirty="0"/>
              <a:t>子网的广播地址比下一个子网的网络地址小</a:t>
            </a:r>
            <a:r>
              <a:rPr lang="en-US" altLang="zh-CN" dirty="0"/>
              <a:t>1</a:t>
            </a:r>
          </a:p>
          <a:p>
            <a:pPr indent="457200"/>
            <a:endParaRPr lang="en-US" altLang="zh-CN" dirty="0"/>
          </a:p>
          <a:p>
            <a:r>
              <a:rPr lang="zh-CN" altLang="en-US" dirty="0"/>
              <a:t>对于给定一个</a:t>
            </a:r>
            <a:r>
              <a:rPr lang="zh-CN" altLang="en-US" b="1" dirty="0">
                <a:solidFill>
                  <a:srgbClr val="C00000"/>
                </a:solidFill>
              </a:rPr>
              <a:t>分类的</a:t>
            </a:r>
            <a:r>
              <a:rPr lang="en-US" altLang="zh-CN" b="1" dirty="0">
                <a:solidFill>
                  <a:srgbClr val="C00000"/>
                </a:solidFill>
              </a:rPr>
              <a:t>IP</a:t>
            </a:r>
            <a:r>
              <a:rPr lang="zh-CN" altLang="en-US" b="1" dirty="0">
                <a:solidFill>
                  <a:srgbClr val="C00000"/>
                </a:solidFill>
              </a:rPr>
              <a:t>地址和掩码</a:t>
            </a:r>
            <a:r>
              <a:rPr lang="zh-CN" altLang="en-US" dirty="0"/>
              <a:t>，应知晓：</a:t>
            </a:r>
            <a:endParaRPr lang="en-US" altLang="zh-CN" dirty="0"/>
          </a:p>
          <a:p>
            <a:pPr indent="457200"/>
            <a:r>
              <a:rPr lang="en-US" altLang="zh-CN" dirty="0"/>
              <a:t>1.</a:t>
            </a:r>
            <a:r>
              <a:rPr lang="zh-CN" altLang="en-US" dirty="0"/>
              <a:t>划分子网的数量</a:t>
            </a:r>
            <a:endParaRPr lang="en-US" altLang="zh-CN" dirty="0"/>
          </a:p>
          <a:p>
            <a:pPr indent="457200"/>
            <a:r>
              <a:rPr lang="en-US" altLang="zh-CN" dirty="0"/>
              <a:t>2.</a:t>
            </a:r>
            <a:r>
              <a:rPr lang="zh-CN" altLang="en-US" dirty="0"/>
              <a:t>每个子网可分配的主机数量</a:t>
            </a:r>
            <a:endParaRPr lang="en-US" altLang="zh-CN" dirty="0"/>
          </a:p>
          <a:p>
            <a:pPr indent="457200"/>
            <a:r>
              <a:rPr lang="en-US" altLang="zh-CN" dirty="0"/>
              <a:t>3.</a:t>
            </a:r>
            <a:r>
              <a:rPr lang="zh-CN" altLang="en-US" dirty="0"/>
              <a:t>每个子网的网络地址</a:t>
            </a:r>
            <a:endParaRPr lang="en-US" altLang="zh-CN" dirty="0"/>
          </a:p>
          <a:p>
            <a:pPr indent="457200"/>
            <a:r>
              <a:rPr lang="en-US" altLang="zh-CN" dirty="0"/>
              <a:t>4.</a:t>
            </a:r>
            <a:r>
              <a:rPr lang="zh-CN" altLang="en-US" dirty="0"/>
              <a:t>每个子网的广播地址</a:t>
            </a:r>
            <a:endParaRPr lang="en-US" altLang="zh-CN" dirty="0"/>
          </a:p>
          <a:p>
            <a:pPr indent="457200"/>
            <a:r>
              <a:rPr lang="en-US" altLang="zh-CN" dirty="0"/>
              <a:t>5.</a:t>
            </a:r>
            <a:r>
              <a:rPr lang="zh-CN" altLang="en-US" dirty="0"/>
              <a:t>每个子网的最小主机地址</a:t>
            </a:r>
            <a:endParaRPr lang="en-US" altLang="zh-CN" dirty="0"/>
          </a:p>
          <a:p>
            <a:pPr indent="457200"/>
            <a:r>
              <a:rPr lang="en-US" altLang="zh-CN" dirty="0"/>
              <a:t>6.</a:t>
            </a:r>
            <a:r>
              <a:rPr lang="zh-CN" altLang="en-US" dirty="0"/>
              <a:t>每个子网的最大主机地址</a:t>
            </a:r>
          </a:p>
        </p:txBody>
      </p:sp>
    </p:spTree>
    <p:extLst>
      <p:ext uri="{BB962C8B-B14F-4D97-AF65-F5344CB8AC3E}">
        <p14:creationId xmlns:p14="http://schemas.microsoft.com/office/powerpoint/2010/main" val="35768023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F9146B8-E72E-428F-A125-8C9A52610CE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/>
              <a:t>有</a:t>
            </a:r>
            <a:r>
              <a:rPr lang="en-US" altLang="zh-CN" dirty="0"/>
              <a:t>4</a:t>
            </a:r>
            <a:r>
              <a:rPr lang="zh-CN" altLang="en-US" dirty="0"/>
              <a:t>台主机，</a:t>
            </a:r>
            <a:r>
              <a:rPr lang="en-US" altLang="zh-CN" dirty="0"/>
              <a:t>IP</a:t>
            </a:r>
            <a:r>
              <a:rPr lang="zh-CN" altLang="en-US" dirty="0"/>
              <a:t>地址和掩码分别如下，请问他们的通信情况是怎样的？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主机</a:t>
            </a:r>
            <a:r>
              <a:rPr lang="en-US" altLang="zh-CN" dirty="0"/>
              <a:t>0</a:t>
            </a:r>
            <a:r>
              <a:rPr lang="zh-CN" altLang="en-US" dirty="0"/>
              <a:t>：</a:t>
            </a:r>
            <a:r>
              <a:rPr lang="en-US" altLang="zh-CN" dirty="0"/>
              <a:t>	IP</a:t>
            </a:r>
            <a:r>
              <a:rPr lang="zh-CN" altLang="en-US" dirty="0"/>
              <a:t>地址：</a:t>
            </a:r>
            <a:r>
              <a:rPr lang="en-US" altLang="zh-CN" dirty="0"/>
              <a:t>	192.168.0.1</a:t>
            </a:r>
          </a:p>
          <a:p>
            <a:r>
              <a:rPr lang="en-US" altLang="zh-CN" dirty="0"/>
              <a:t>	</a:t>
            </a:r>
            <a:r>
              <a:rPr lang="zh-CN" altLang="en-US" dirty="0"/>
              <a:t>子网掩码：</a:t>
            </a:r>
            <a:r>
              <a:rPr lang="en-US" altLang="zh-CN" dirty="0"/>
              <a:t>	255.255.255.0</a:t>
            </a:r>
          </a:p>
          <a:p>
            <a:r>
              <a:rPr lang="zh-CN" altLang="en-US" dirty="0"/>
              <a:t>主机</a:t>
            </a:r>
            <a:r>
              <a:rPr lang="en-US" altLang="zh-CN" dirty="0"/>
              <a:t>1</a:t>
            </a:r>
            <a:r>
              <a:rPr lang="zh-CN" altLang="en-US" dirty="0"/>
              <a:t>：</a:t>
            </a:r>
            <a:r>
              <a:rPr lang="en-US" altLang="zh-CN" dirty="0"/>
              <a:t>	IP</a:t>
            </a:r>
            <a:r>
              <a:rPr lang="zh-CN" altLang="en-US" dirty="0"/>
              <a:t>地址：</a:t>
            </a:r>
            <a:r>
              <a:rPr lang="en-US" altLang="zh-CN" dirty="0"/>
              <a:t>	192.168.0.2</a:t>
            </a:r>
          </a:p>
          <a:p>
            <a:r>
              <a:rPr lang="en-US" altLang="zh-CN" dirty="0"/>
              <a:t>	</a:t>
            </a:r>
            <a:r>
              <a:rPr lang="zh-CN" altLang="en-US" dirty="0"/>
              <a:t>子网掩码：</a:t>
            </a:r>
            <a:r>
              <a:rPr lang="en-US" altLang="zh-CN" dirty="0"/>
              <a:t>	255.255.255.0</a:t>
            </a:r>
          </a:p>
          <a:p>
            <a:r>
              <a:rPr lang="zh-CN" altLang="en-US" dirty="0"/>
              <a:t>主机</a:t>
            </a:r>
            <a:r>
              <a:rPr lang="en-US" altLang="zh-CN" dirty="0"/>
              <a:t>2</a:t>
            </a:r>
            <a:r>
              <a:rPr lang="zh-CN" altLang="en-US" dirty="0"/>
              <a:t>：</a:t>
            </a:r>
            <a:r>
              <a:rPr lang="en-US" altLang="zh-CN" dirty="0"/>
              <a:t>	IP</a:t>
            </a:r>
            <a:r>
              <a:rPr lang="zh-CN" altLang="en-US" dirty="0"/>
              <a:t>地址：</a:t>
            </a:r>
            <a:r>
              <a:rPr lang="en-US" altLang="zh-CN" dirty="0"/>
              <a:t>	192.168.0.65</a:t>
            </a:r>
          </a:p>
          <a:p>
            <a:r>
              <a:rPr lang="en-US" altLang="zh-CN" dirty="0"/>
              <a:t>	</a:t>
            </a:r>
            <a:r>
              <a:rPr lang="zh-CN" altLang="en-US" dirty="0"/>
              <a:t>子网掩码：</a:t>
            </a:r>
            <a:r>
              <a:rPr lang="en-US" altLang="zh-CN" dirty="0"/>
              <a:t>	255.255.255.0</a:t>
            </a:r>
          </a:p>
          <a:p>
            <a:r>
              <a:rPr lang="zh-CN" altLang="en-US" dirty="0"/>
              <a:t>主机</a:t>
            </a:r>
            <a:r>
              <a:rPr lang="en-US" altLang="zh-CN" dirty="0"/>
              <a:t>3</a:t>
            </a:r>
            <a:r>
              <a:rPr lang="zh-CN" altLang="en-US" dirty="0"/>
              <a:t>：</a:t>
            </a:r>
            <a:r>
              <a:rPr lang="en-US" altLang="zh-CN" dirty="0"/>
              <a:t>	IP</a:t>
            </a:r>
            <a:r>
              <a:rPr lang="zh-CN" altLang="en-US" dirty="0"/>
              <a:t>地址：</a:t>
            </a:r>
            <a:r>
              <a:rPr lang="en-US" altLang="zh-CN" dirty="0"/>
              <a:t>	192.168.0.66</a:t>
            </a:r>
          </a:p>
          <a:p>
            <a:r>
              <a:rPr lang="en-US" altLang="zh-CN" dirty="0"/>
              <a:t>	</a:t>
            </a:r>
            <a:r>
              <a:rPr lang="zh-CN" altLang="en-US" dirty="0"/>
              <a:t>子网掩码：</a:t>
            </a:r>
            <a:r>
              <a:rPr lang="en-US" altLang="zh-CN" dirty="0"/>
              <a:t>	255.255.255.0</a:t>
            </a:r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思路：分别求出各</a:t>
            </a:r>
            <a:r>
              <a:rPr lang="en-US" altLang="zh-CN" dirty="0"/>
              <a:t>IP</a:t>
            </a:r>
            <a:r>
              <a:rPr lang="zh-CN" altLang="en-US" dirty="0"/>
              <a:t>地址和掩码对应的网络地址，如果相同则可以通信；否则不可以。</a:t>
            </a:r>
            <a:endParaRPr lang="en-US" altLang="zh-CN" dirty="0"/>
          </a:p>
        </p:txBody>
      </p:sp>
      <p:sp>
        <p:nvSpPr>
          <p:cNvPr id="2" name="文本占位符 1">
            <a:extLst>
              <a:ext uri="{FF2B5EF4-FFF2-40B4-BE49-F238E27FC236}">
                <a16:creationId xmlns:a16="http://schemas.microsoft.com/office/drawing/2014/main" id="{0AED2920-7BE6-4AD9-B27E-BC9B57D90C0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/>
              <a:t>1. </a:t>
            </a:r>
            <a:r>
              <a:rPr lang="zh-CN" altLang="en-US" dirty="0"/>
              <a:t>同网络通信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96A2B95-1D30-4ED5-A570-47A1E5D372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2667" y="1955149"/>
            <a:ext cx="6191250" cy="2571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5853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F9146B8-E72E-428F-A125-8C9A52610CE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/>
              <a:t>如果子网掩码统一改为</a:t>
            </a:r>
            <a:r>
              <a:rPr lang="en-US" altLang="zh-CN" dirty="0"/>
              <a:t>255.255.255.192</a:t>
            </a:r>
            <a:r>
              <a:rPr lang="zh-CN" altLang="en-US" dirty="0"/>
              <a:t>，通信情况又如何？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主机</a:t>
            </a:r>
            <a:r>
              <a:rPr lang="en-US" altLang="zh-CN" dirty="0"/>
              <a:t>0</a:t>
            </a:r>
            <a:r>
              <a:rPr lang="zh-CN" altLang="en-US" dirty="0"/>
              <a:t>：</a:t>
            </a:r>
            <a:r>
              <a:rPr lang="en-US" altLang="zh-CN" dirty="0"/>
              <a:t>	IP</a:t>
            </a:r>
            <a:r>
              <a:rPr lang="zh-CN" altLang="en-US" dirty="0"/>
              <a:t>地址：</a:t>
            </a:r>
            <a:r>
              <a:rPr lang="en-US" altLang="zh-CN" dirty="0"/>
              <a:t>	192.168.0.1</a:t>
            </a:r>
          </a:p>
          <a:p>
            <a:r>
              <a:rPr lang="en-US" altLang="zh-CN" dirty="0"/>
              <a:t>	</a:t>
            </a:r>
            <a:r>
              <a:rPr lang="zh-CN" altLang="en-US" dirty="0"/>
              <a:t>子网掩码：</a:t>
            </a:r>
            <a:r>
              <a:rPr lang="en-US" altLang="zh-CN" dirty="0"/>
              <a:t>	255.255.255.192</a:t>
            </a:r>
          </a:p>
          <a:p>
            <a:r>
              <a:rPr lang="zh-CN" altLang="en-US" dirty="0"/>
              <a:t>主机</a:t>
            </a:r>
            <a:r>
              <a:rPr lang="en-US" altLang="zh-CN" dirty="0"/>
              <a:t>1</a:t>
            </a:r>
            <a:r>
              <a:rPr lang="zh-CN" altLang="en-US" dirty="0"/>
              <a:t>：</a:t>
            </a:r>
            <a:r>
              <a:rPr lang="en-US" altLang="zh-CN" dirty="0"/>
              <a:t>	IP</a:t>
            </a:r>
            <a:r>
              <a:rPr lang="zh-CN" altLang="en-US" dirty="0"/>
              <a:t>地址：</a:t>
            </a:r>
            <a:r>
              <a:rPr lang="en-US" altLang="zh-CN" dirty="0"/>
              <a:t>	192.168.0.2</a:t>
            </a:r>
          </a:p>
          <a:p>
            <a:r>
              <a:rPr lang="en-US" altLang="zh-CN" dirty="0"/>
              <a:t>	</a:t>
            </a:r>
            <a:r>
              <a:rPr lang="zh-CN" altLang="en-US" dirty="0"/>
              <a:t>子网掩码：</a:t>
            </a:r>
            <a:r>
              <a:rPr lang="en-US" altLang="zh-CN" dirty="0"/>
              <a:t>	255.255.255.192</a:t>
            </a:r>
          </a:p>
          <a:p>
            <a:r>
              <a:rPr lang="zh-CN" altLang="en-US" dirty="0"/>
              <a:t>主机</a:t>
            </a:r>
            <a:r>
              <a:rPr lang="en-US" altLang="zh-CN" dirty="0"/>
              <a:t>2</a:t>
            </a:r>
            <a:r>
              <a:rPr lang="zh-CN" altLang="en-US" dirty="0"/>
              <a:t>：</a:t>
            </a:r>
            <a:r>
              <a:rPr lang="en-US" altLang="zh-CN" dirty="0"/>
              <a:t>	IP</a:t>
            </a:r>
            <a:r>
              <a:rPr lang="zh-CN" altLang="en-US" dirty="0"/>
              <a:t>地址：</a:t>
            </a:r>
            <a:r>
              <a:rPr lang="en-US" altLang="zh-CN" dirty="0"/>
              <a:t>	192.168.0.65</a:t>
            </a:r>
          </a:p>
          <a:p>
            <a:r>
              <a:rPr lang="en-US" altLang="zh-CN" dirty="0"/>
              <a:t>	</a:t>
            </a:r>
            <a:r>
              <a:rPr lang="zh-CN" altLang="en-US" dirty="0"/>
              <a:t>子网掩码：</a:t>
            </a:r>
            <a:r>
              <a:rPr lang="en-US" altLang="zh-CN" dirty="0"/>
              <a:t>	255.255.255.192</a:t>
            </a:r>
          </a:p>
          <a:p>
            <a:r>
              <a:rPr lang="zh-CN" altLang="en-US" dirty="0"/>
              <a:t>主机</a:t>
            </a:r>
            <a:r>
              <a:rPr lang="en-US" altLang="zh-CN" dirty="0"/>
              <a:t>3</a:t>
            </a:r>
            <a:r>
              <a:rPr lang="zh-CN" altLang="en-US" dirty="0"/>
              <a:t>：</a:t>
            </a:r>
            <a:r>
              <a:rPr lang="en-US" altLang="zh-CN" dirty="0"/>
              <a:t>	IP</a:t>
            </a:r>
            <a:r>
              <a:rPr lang="zh-CN" altLang="en-US" dirty="0"/>
              <a:t>地址：</a:t>
            </a:r>
            <a:r>
              <a:rPr lang="en-US" altLang="zh-CN" dirty="0"/>
              <a:t>	192.168.0.66</a:t>
            </a:r>
          </a:p>
          <a:p>
            <a:r>
              <a:rPr lang="en-US" altLang="zh-CN" dirty="0"/>
              <a:t>	</a:t>
            </a:r>
            <a:r>
              <a:rPr lang="zh-CN" altLang="en-US" dirty="0"/>
              <a:t>子网掩码：</a:t>
            </a:r>
            <a:r>
              <a:rPr lang="en-US" altLang="zh-CN" dirty="0"/>
              <a:t>	255.255.255.192</a:t>
            </a:r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思路：分别求出各</a:t>
            </a:r>
            <a:r>
              <a:rPr lang="en-US" altLang="zh-CN" dirty="0"/>
              <a:t>IP</a:t>
            </a:r>
            <a:r>
              <a:rPr lang="zh-CN" altLang="en-US" dirty="0"/>
              <a:t>地址和掩码对应的网络地址，如果相同则可以通信；否则不可以。</a:t>
            </a:r>
            <a:endParaRPr lang="en-US" altLang="zh-CN" dirty="0"/>
          </a:p>
        </p:txBody>
      </p:sp>
      <p:sp>
        <p:nvSpPr>
          <p:cNvPr id="2" name="文本占位符 1">
            <a:extLst>
              <a:ext uri="{FF2B5EF4-FFF2-40B4-BE49-F238E27FC236}">
                <a16:creationId xmlns:a16="http://schemas.microsoft.com/office/drawing/2014/main" id="{0AED2920-7BE6-4AD9-B27E-BC9B57D90C0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/>
              <a:t>2. </a:t>
            </a:r>
            <a:r>
              <a:rPr lang="zh-CN" altLang="en-US" dirty="0"/>
              <a:t>同网络通信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B2E62D80-4D46-4D54-BA5D-7C4D4CBC4E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0186" y="2246528"/>
            <a:ext cx="6027942" cy="1988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63414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F9146B8-E72E-428F-A125-8C9A52610CE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/>
              <a:t>使用路由器互相两个不同的网络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提示：</a:t>
            </a:r>
            <a:endParaRPr lang="en-US" altLang="zh-CN" dirty="0"/>
          </a:p>
          <a:p>
            <a:r>
              <a:rPr lang="en-US" altLang="zh-CN" dirty="0"/>
              <a:t>1.</a:t>
            </a:r>
            <a:r>
              <a:rPr lang="zh-CN" altLang="en-US" dirty="0"/>
              <a:t>注意更改主机和路由器的默认掩码为</a:t>
            </a:r>
            <a:r>
              <a:rPr lang="en-US" altLang="zh-CN" dirty="0"/>
              <a:t>255.255.255.192</a:t>
            </a:r>
          </a:p>
          <a:p>
            <a:r>
              <a:rPr lang="en-US" altLang="zh-CN" dirty="0"/>
              <a:t>2.</a:t>
            </a:r>
            <a:r>
              <a:rPr lang="zh-CN" altLang="en-US" dirty="0"/>
              <a:t>主机的网关应和路由器的相应端口保持一致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思考：</a:t>
            </a:r>
            <a:endParaRPr lang="en-US" altLang="zh-CN" dirty="0"/>
          </a:p>
          <a:p>
            <a:r>
              <a:rPr lang="en-US" altLang="zh-CN" dirty="0"/>
              <a:t>1.</a:t>
            </a:r>
            <a:r>
              <a:rPr lang="zh-CN" altLang="en-US" dirty="0"/>
              <a:t>为什么首次通信会失败？</a:t>
            </a:r>
            <a:endParaRPr lang="en-US" altLang="zh-CN" dirty="0"/>
          </a:p>
        </p:txBody>
      </p:sp>
      <p:sp>
        <p:nvSpPr>
          <p:cNvPr id="2" name="文本占位符 1">
            <a:extLst>
              <a:ext uri="{FF2B5EF4-FFF2-40B4-BE49-F238E27FC236}">
                <a16:creationId xmlns:a16="http://schemas.microsoft.com/office/drawing/2014/main" id="{0AED2920-7BE6-4AD9-B27E-BC9B57D90C0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/>
              <a:t>3. </a:t>
            </a:r>
            <a:r>
              <a:rPr lang="zh-CN" altLang="en-US" dirty="0"/>
              <a:t>不同网络通信</a:t>
            </a:r>
          </a:p>
        </p:txBody>
      </p:sp>
    </p:spTree>
    <p:extLst>
      <p:ext uri="{BB962C8B-B14F-4D97-AF65-F5344CB8AC3E}">
        <p14:creationId xmlns:p14="http://schemas.microsoft.com/office/powerpoint/2010/main" val="36988288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>
            <a:extLst>
              <a:ext uri="{FF2B5EF4-FFF2-40B4-BE49-F238E27FC236}">
                <a16:creationId xmlns:a16="http://schemas.microsoft.com/office/drawing/2014/main" id="{CAFBE1A9-B215-47E0-9FC8-7322D6DDA2B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" name="文本占位符 1">
            <a:extLst>
              <a:ext uri="{FF2B5EF4-FFF2-40B4-BE49-F238E27FC236}">
                <a16:creationId xmlns:a16="http://schemas.microsoft.com/office/drawing/2014/main" id="{0AED2920-7BE6-4AD9-B27E-BC9B57D90C0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/>
              <a:t>4. </a:t>
            </a:r>
            <a:r>
              <a:rPr lang="zh-CN" altLang="en-US" dirty="0"/>
              <a:t>静态路由</a:t>
            </a:r>
          </a:p>
        </p:txBody>
      </p:sp>
    </p:spTree>
    <p:extLst>
      <p:ext uri="{BB962C8B-B14F-4D97-AF65-F5344CB8AC3E}">
        <p14:creationId xmlns:p14="http://schemas.microsoft.com/office/powerpoint/2010/main" val="33407715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2B79C57B-A17B-4AF2-85DE-FF8C13782D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47865" y="1394365"/>
            <a:ext cx="11205038" cy="1477328"/>
          </a:xfrm>
        </p:spPr>
        <p:txBody>
          <a:bodyPr>
            <a:spAutoFit/>
          </a:bodyPr>
          <a:lstStyle/>
          <a:p>
            <a:r>
              <a:rPr lang="en-US" altLang="zh-CN" dirty="0"/>
              <a:t>IP</a:t>
            </a:r>
            <a:r>
              <a:rPr lang="zh-CN" altLang="en-US" dirty="0"/>
              <a:t>地址为</a:t>
            </a:r>
            <a:r>
              <a:rPr lang="en-US" altLang="zh-CN" dirty="0"/>
              <a:t>140.111.0.0</a:t>
            </a:r>
            <a:r>
              <a:rPr lang="zh-CN" altLang="en-US" dirty="0"/>
              <a:t>的</a:t>
            </a:r>
            <a:r>
              <a:rPr lang="en-US" altLang="zh-CN" dirty="0"/>
              <a:t>B</a:t>
            </a:r>
            <a:r>
              <a:rPr lang="zh-CN" altLang="en-US" dirty="0"/>
              <a:t>类网络，划分为</a:t>
            </a:r>
            <a:r>
              <a:rPr lang="en-US" altLang="zh-CN" dirty="0"/>
              <a:t>9</a:t>
            </a:r>
            <a:r>
              <a:rPr lang="zh-CN" altLang="en-US" dirty="0"/>
              <a:t>个子网，则子网掩码为（）。</a:t>
            </a:r>
          </a:p>
          <a:p>
            <a:r>
              <a:rPr lang="en-US" altLang="zh-CN" dirty="0"/>
              <a:t>A:255.0.0.0</a:t>
            </a:r>
          </a:p>
          <a:p>
            <a:r>
              <a:rPr lang="en-US" altLang="zh-CN" dirty="0"/>
              <a:t>B:255.255.0.0</a:t>
            </a:r>
          </a:p>
          <a:p>
            <a:r>
              <a:rPr lang="en-US" altLang="zh-CN" dirty="0"/>
              <a:t>C:255.255.128.0</a:t>
            </a:r>
          </a:p>
          <a:p>
            <a:r>
              <a:rPr lang="en-US" altLang="zh-CN" dirty="0"/>
              <a:t>D:255.255.240.0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744643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4EC08D7C-10C6-490C-BACA-00CDB23F3DAA}"/>
              </a:ext>
            </a:extLst>
          </p:cNvPr>
          <p:cNvSpPr/>
          <p:nvPr/>
        </p:nvSpPr>
        <p:spPr>
          <a:xfrm>
            <a:off x="796002" y="3529781"/>
            <a:ext cx="10599996" cy="265470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B461951-DB78-4AEC-AFBA-0F0948E10144}"/>
              </a:ext>
            </a:extLst>
          </p:cNvPr>
          <p:cNvSpPr txBox="1"/>
          <p:nvPr/>
        </p:nvSpPr>
        <p:spPr>
          <a:xfrm>
            <a:off x="1006957" y="3979972"/>
            <a:ext cx="9411551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消除了传统的</a:t>
            </a:r>
            <a:r>
              <a:rPr lang="en-US" altLang="zh-CN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类、</a:t>
            </a:r>
            <a:r>
              <a:rPr lang="en-US" altLang="zh-CN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B</a:t>
            </a:r>
            <a:r>
              <a:rPr lang="zh-CN" altLang="en-US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类、</a:t>
            </a:r>
            <a:r>
              <a:rPr lang="en-US" altLang="zh-CN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C</a:t>
            </a:r>
            <a:r>
              <a:rPr lang="zh-CN" altLang="en-US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类的地址以及子网划分的概念。</a:t>
            </a:r>
            <a:endParaRPr lang="en-US" altLang="zh-CN" kern="100" dirty="0">
              <a:solidFill>
                <a:schemeClr val="bg1"/>
              </a:solidFill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algn="l"/>
            <a:r>
              <a:rPr lang="zh-CN" altLang="en-US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可以有效的分配</a:t>
            </a:r>
            <a:r>
              <a:rPr lang="en-US" altLang="zh-CN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IP v4</a:t>
            </a:r>
            <a:r>
              <a:rPr lang="zh-CN" altLang="en-US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地址。</a:t>
            </a:r>
            <a:endParaRPr lang="en-US" altLang="zh-CN" kern="100" dirty="0">
              <a:solidFill>
                <a:schemeClr val="bg1"/>
              </a:solidFill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algn="l"/>
            <a:endParaRPr lang="en-US" altLang="zh-CN" kern="100" dirty="0">
              <a:solidFill>
                <a:schemeClr val="bg1"/>
              </a:solidFill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algn="l"/>
            <a:r>
              <a:rPr lang="zh-CN" altLang="en-US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使用斜线记法：</a:t>
            </a:r>
            <a:r>
              <a:rPr lang="en-US" altLang="zh-CN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IP/</a:t>
            </a:r>
            <a:r>
              <a:rPr lang="zh-CN" altLang="en-US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网络前缀的比特数量</a:t>
            </a:r>
            <a:r>
              <a:rPr lang="en-US" altLang="zh-CN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;</a:t>
            </a:r>
            <a:r>
              <a:rPr lang="zh-CN" altLang="en-US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相应的，主机数量就是</a:t>
            </a:r>
            <a:r>
              <a:rPr lang="en-US" altLang="zh-CN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32-</a:t>
            </a:r>
            <a:r>
              <a:rPr lang="zh-CN" altLang="en-US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网络前缀</a:t>
            </a:r>
            <a:r>
              <a:rPr lang="en-US" altLang="zh-CN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bit</a:t>
            </a:r>
            <a:r>
              <a:rPr lang="zh-CN" altLang="en-US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的数量。</a:t>
            </a:r>
            <a:endParaRPr lang="en-US" altLang="zh-CN" kern="100" dirty="0">
              <a:solidFill>
                <a:schemeClr val="bg1"/>
              </a:solidFill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algn="l"/>
            <a:r>
              <a:rPr lang="zh-CN" altLang="en-US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如：</a:t>
            </a:r>
            <a:r>
              <a:rPr lang="en-US" altLang="zh-CN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128.14.35.7/20</a:t>
            </a:r>
          </a:p>
          <a:p>
            <a:pPr algn="l"/>
            <a:endParaRPr lang="en-US" altLang="zh-CN" kern="100" dirty="0">
              <a:solidFill>
                <a:schemeClr val="bg1"/>
              </a:solidFill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r>
              <a:rPr lang="zh-CN" altLang="en-US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路由聚合（构造超网）：把网络前缀都相同的连续的</a:t>
            </a:r>
            <a:r>
              <a:rPr lang="en-US" altLang="zh-CN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IP</a:t>
            </a:r>
            <a:r>
              <a:rPr lang="zh-CN" altLang="en-US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地址组成一个</a:t>
            </a:r>
            <a:r>
              <a:rPr lang="en-US" altLang="zh-CN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CIDR</a:t>
            </a:r>
            <a:r>
              <a:rPr lang="zh-CN" altLang="en-US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地址块。</a:t>
            </a:r>
            <a:endParaRPr lang="en-US" altLang="zh-CN" kern="100" dirty="0">
              <a:solidFill>
                <a:schemeClr val="bg1"/>
              </a:solidFill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84CD144-349B-4AFA-B9D0-355615590879}"/>
              </a:ext>
            </a:extLst>
          </p:cNvPr>
          <p:cNvSpPr txBox="1"/>
          <p:nvPr/>
        </p:nvSpPr>
        <p:spPr>
          <a:xfrm>
            <a:off x="796002" y="2159215"/>
            <a:ext cx="480131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0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Classless Inter-Domain Routing</a:t>
            </a:r>
          </a:p>
          <a:p>
            <a:pPr algn="l"/>
            <a:r>
              <a:rPr lang="zh-CN" altLang="en-US" sz="20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无分类域间路由</a:t>
            </a:r>
          </a:p>
        </p:txBody>
      </p:sp>
      <p:graphicFrame>
        <p:nvGraphicFramePr>
          <p:cNvPr id="6" name="表格 6">
            <a:extLst>
              <a:ext uri="{FF2B5EF4-FFF2-40B4-BE49-F238E27FC236}">
                <a16:creationId xmlns:a16="http://schemas.microsoft.com/office/drawing/2014/main" id="{782DA9E3-7D1A-4476-A6ED-0FCEFF8F5C3A}"/>
              </a:ext>
            </a:extLst>
          </p:cNvPr>
          <p:cNvGraphicFramePr>
            <a:graphicFrameLocks noGrp="1"/>
          </p:cNvGraphicFramePr>
          <p:nvPr/>
        </p:nvGraphicFramePr>
        <p:xfrm>
          <a:off x="6096000" y="951346"/>
          <a:ext cx="5299998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6666">
                  <a:extLst>
                    <a:ext uri="{9D8B030D-6E8A-4147-A177-3AD203B41FA5}">
                      <a16:colId xmlns:a16="http://schemas.microsoft.com/office/drawing/2014/main" val="2088523624"/>
                    </a:ext>
                  </a:extLst>
                </a:gridCol>
                <a:gridCol w="1766666">
                  <a:extLst>
                    <a:ext uri="{9D8B030D-6E8A-4147-A177-3AD203B41FA5}">
                      <a16:colId xmlns:a16="http://schemas.microsoft.com/office/drawing/2014/main" val="3706842671"/>
                    </a:ext>
                  </a:extLst>
                </a:gridCol>
                <a:gridCol w="1766666">
                  <a:extLst>
                    <a:ext uri="{9D8B030D-6E8A-4147-A177-3AD203B41FA5}">
                      <a16:colId xmlns:a16="http://schemas.microsoft.com/office/drawing/2014/main" val="12368706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网络号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主机号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83482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endParaRPr lang="zh-CN" altLang="en-US" sz="1600" b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CN" altLang="en-US" sz="1600" b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88123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网络号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子网号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主机号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25686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endParaRPr lang="zh-CN" altLang="en-US" sz="1600" b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CN" altLang="en-US" sz="1600" b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67092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网络前缀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主机号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CN" altLang="en-US" sz="1600" b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6823196"/>
                  </a:ext>
                </a:extLst>
              </a:tr>
            </a:tbl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id="{B74DEE9F-B31B-4C17-B12A-FADB73E29BCE}"/>
              </a:ext>
            </a:extLst>
          </p:cNvPr>
          <p:cNvSpPr txBox="1"/>
          <p:nvPr/>
        </p:nvSpPr>
        <p:spPr>
          <a:xfrm>
            <a:off x="796002" y="951346"/>
            <a:ext cx="80021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0" kern="1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C</a:t>
            </a:r>
            <a:endParaRPr lang="zh-CN" altLang="en-US" sz="8000" kern="100" dirty="0">
              <a:solidFill>
                <a:schemeClr val="accent2">
                  <a:lumMod val="75000"/>
                </a:schemeClr>
              </a:solidFill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29E1221-A93D-4AB0-867C-B9360654B145}"/>
              </a:ext>
            </a:extLst>
          </p:cNvPr>
          <p:cNvSpPr txBox="1"/>
          <p:nvPr/>
        </p:nvSpPr>
        <p:spPr>
          <a:xfrm>
            <a:off x="2129700" y="951346"/>
            <a:ext cx="80021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0" kern="1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I</a:t>
            </a:r>
            <a:endParaRPr lang="zh-CN" altLang="en-US" sz="8000" kern="100" dirty="0">
              <a:solidFill>
                <a:schemeClr val="accent2">
                  <a:lumMod val="75000"/>
                </a:schemeClr>
              </a:solidFill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D19F50A-A7F8-4F7C-B2B2-71A2D69C66E1}"/>
              </a:ext>
            </a:extLst>
          </p:cNvPr>
          <p:cNvSpPr txBox="1"/>
          <p:nvPr/>
        </p:nvSpPr>
        <p:spPr>
          <a:xfrm>
            <a:off x="3463398" y="951346"/>
            <a:ext cx="80021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0" kern="1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D</a:t>
            </a:r>
            <a:endParaRPr lang="zh-CN" altLang="en-US" sz="8000" kern="100" dirty="0">
              <a:solidFill>
                <a:schemeClr val="accent2">
                  <a:lumMod val="75000"/>
                </a:schemeClr>
              </a:solidFill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F20796A-89D9-4369-803A-460B866D7457}"/>
              </a:ext>
            </a:extLst>
          </p:cNvPr>
          <p:cNvSpPr txBox="1"/>
          <p:nvPr/>
        </p:nvSpPr>
        <p:spPr>
          <a:xfrm>
            <a:off x="4797097" y="951346"/>
            <a:ext cx="80021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0" kern="1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R</a:t>
            </a:r>
            <a:endParaRPr lang="zh-CN" altLang="en-US" sz="8000" kern="100" dirty="0">
              <a:solidFill>
                <a:schemeClr val="accent2">
                  <a:lumMod val="75000"/>
                </a:schemeClr>
              </a:solidFill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16629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FBB90099-C9DA-407D-ACF8-08CC26683D20}"/>
              </a:ext>
            </a:extLst>
          </p:cNvPr>
          <p:cNvSpPr/>
          <p:nvPr/>
        </p:nvSpPr>
        <p:spPr>
          <a:xfrm>
            <a:off x="796002" y="738965"/>
            <a:ext cx="4801314" cy="54455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B461951-DB78-4AEC-AFBA-0F0948E10144}"/>
              </a:ext>
            </a:extLst>
          </p:cNvPr>
          <p:cNvSpPr txBox="1"/>
          <p:nvPr/>
        </p:nvSpPr>
        <p:spPr>
          <a:xfrm>
            <a:off x="6455961" y="3391418"/>
            <a:ext cx="4940037" cy="2793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200000"/>
              </a:lnSpc>
              <a:tabLst>
                <a:tab pos="4752000" algn="r"/>
              </a:tabLst>
            </a:pPr>
            <a:r>
              <a:rPr lang="zh-CN" altLang="en-US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地址块的最小地址</a:t>
            </a:r>
            <a:r>
              <a:rPr lang="en-US" altLang="zh-CN" u="dotDotDashHeavy" kern="100" dirty="0">
                <a:uFill>
                  <a:solidFill>
                    <a:schemeClr val="accent2"/>
                  </a:solidFill>
                </a:u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	</a:t>
            </a:r>
            <a:r>
              <a:rPr lang="zh-CN" altLang="en-US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网络地址</a:t>
            </a:r>
          </a:p>
          <a:p>
            <a:pPr algn="l">
              <a:lnSpc>
                <a:spcPct val="200000"/>
              </a:lnSpc>
              <a:tabLst>
                <a:tab pos="4752000" algn="r"/>
              </a:tabLst>
            </a:pPr>
            <a:r>
              <a:rPr lang="zh-CN" altLang="en-US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地址块的最大地址</a:t>
            </a:r>
            <a:r>
              <a:rPr lang="en-US" altLang="zh-CN" u="dotDotDashHeavy" kern="100" dirty="0">
                <a:uFill>
                  <a:solidFill>
                    <a:schemeClr val="accent2"/>
                  </a:solidFill>
                </a:u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	</a:t>
            </a:r>
            <a:r>
              <a:rPr lang="zh-CN" altLang="en-US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广播地址</a:t>
            </a:r>
          </a:p>
          <a:p>
            <a:pPr algn="l">
              <a:lnSpc>
                <a:spcPct val="200000"/>
              </a:lnSpc>
              <a:tabLst>
                <a:tab pos="4752000" algn="r"/>
              </a:tabLst>
            </a:pPr>
            <a:r>
              <a:rPr lang="zh-CN" altLang="en-US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地址块的地址数量</a:t>
            </a:r>
            <a:r>
              <a:rPr lang="en-US" altLang="zh-CN" u="dotDotDashHeavy" kern="100" dirty="0">
                <a:uFill>
                  <a:solidFill>
                    <a:schemeClr val="accent2"/>
                  </a:solidFill>
                </a:u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	</a:t>
            </a:r>
            <a:r>
              <a:rPr lang="zh-CN" altLang="en-US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主机地址</a:t>
            </a:r>
          </a:p>
          <a:p>
            <a:pPr algn="l">
              <a:lnSpc>
                <a:spcPct val="200000"/>
              </a:lnSpc>
              <a:tabLst>
                <a:tab pos="4752000" algn="r"/>
              </a:tabLst>
            </a:pPr>
            <a:r>
              <a:rPr lang="zh-CN" altLang="en-US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地址掩码</a:t>
            </a:r>
            <a:r>
              <a:rPr lang="en-US" altLang="zh-CN" u="dotDotDashHeavy" kern="100" dirty="0">
                <a:uFill>
                  <a:solidFill>
                    <a:schemeClr val="accent2"/>
                  </a:solidFill>
                </a:u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	</a:t>
            </a:r>
            <a:r>
              <a:rPr lang="zh-CN" altLang="en-US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子网掩码</a:t>
            </a:r>
            <a:endParaRPr lang="en-US" altLang="zh-CN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  <a:tabLst>
                <a:tab pos="4752000" algn="r"/>
              </a:tabLst>
            </a:pPr>
            <a:r>
              <a:rPr lang="zh-CN" altLang="en-US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地址块聚合数量</a:t>
            </a:r>
            <a:r>
              <a:rPr lang="en-US" altLang="zh-CN" u="dotDotDashHeavy" kern="100" dirty="0">
                <a:uFill>
                  <a:solidFill>
                    <a:schemeClr val="accent2"/>
                  </a:solidFill>
                </a:u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	</a:t>
            </a:r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B</a:t>
            </a:r>
            <a:r>
              <a:rPr lang="zh-CN" altLang="en-US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C</a:t>
            </a:r>
            <a:r>
              <a:rPr lang="zh-CN" altLang="en-US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某类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E814EAB-BCEB-4E78-9220-5B533A9972C7}"/>
              </a:ext>
            </a:extLst>
          </p:cNvPr>
          <p:cNvSpPr txBox="1"/>
          <p:nvPr/>
        </p:nvSpPr>
        <p:spPr>
          <a:xfrm>
            <a:off x="1950164" y="2213169"/>
            <a:ext cx="249299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6000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地址块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AF0719E9-EF66-4ECA-AC3C-6E809CE8E94F}"/>
              </a:ext>
            </a:extLst>
          </p:cNvPr>
          <p:cNvSpPr txBox="1"/>
          <p:nvPr/>
        </p:nvSpPr>
        <p:spPr>
          <a:xfrm>
            <a:off x="796002" y="3920696"/>
            <a:ext cx="80021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0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C</a:t>
            </a:r>
            <a:endParaRPr lang="zh-CN" altLang="en-US" sz="8000" kern="100" dirty="0">
              <a:solidFill>
                <a:schemeClr val="bg1"/>
              </a:solidFill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FE82ACF0-B0B7-4A9A-8E8F-0513B9BD7668}"/>
              </a:ext>
            </a:extLst>
          </p:cNvPr>
          <p:cNvSpPr txBox="1"/>
          <p:nvPr/>
        </p:nvSpPr>
        <p:spPr>
          <a:xfrm>
            <a:off x="2129700" y="3920696"/>
            <a:ext cx="80021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0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I</a:t>
            </a:r>
            <a:endParaRPr lang="zh-CN" altLang="en-US" sz="8000" kern="100" dirty="0">
              <a:solidFill>
                <a:schemeClr val="bg1"/>
              </a:solidFill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099A7AE-1EB4-4F0C-BC7B-18D121335DED}"/>
              </a:ext>
            </a:extLst>
          </p:cNvPr>
          <p:cNvSpPr txBox="1"/>
          <p:nvPr/>
        </p:nvSpPr>
        <p:spPr>
          <a:xfrm>
            <a:off x="3463398" y="3920696"/>
            <a:ext cx="80021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0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D</a:t>
            </a:r>
            <a:endParaRPr lang="zh-CN" altLang="en-US" sz="8000" kern="100" dirty="0">
              <a:solidFill>
                <a:schemeClr val="bg1"/>
              </a:solidFill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3D0762D-2511-495C-854B-7B09328360BA}"/>
              </a:ext>
            </a:extLst>
          </p:cNvPr>
          <p:cNvSpPr txBox="1"/>
          <p:nvPr/>
        </p:nvSpPr>
        <p:spPr>
          <a:xfrm>
            <a:off x="4797097" y="3920696"/>
            <a:ext cx="80021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0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R</a:t>
            </a:r>
            <a:endParaRPr lang="zh-CN" altLang="en-US" sz="8000" kern="100" dirty="0">
              <a:solidFill>
                <a:schemeClr val="bg1"/>
              </a:solidFill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F82B82E-7DD9-4B25-B740-C94501DFCA9B}"/>
              </a:ext>
            </a:extLst>
          </p:cNvPr>
          <p:cNvSpPr txBox="1"/>
          <p:nvPr/>
        </p:nvSpPr>
        <p:spPr>
          <a:xfrm>
            <a:off x="6679210" y="738965"/>
            <a:ext cx="449353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4000" kern="1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128.14.35.7/20</a:t>
            </a:r>
            <a:endParaRPr lang="zh-CN" altLang="en-US" sz="4000" kern="100" dirty="0">
              <a:solidFill>
                <a:schemeClr val="accent2">
                  <a:lumMod val="75000"/>
                </a:schemeClr>
              </a:solidFill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07971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DD1E0703-A2C9-42C9-B940-DD6A9A659A16}"/>
              </a:ext>
            </a:extLst>
          </p:cNvPr>
          <p:cNvSpPr/>
          <p:nvPr/>
        </p:nvSpPr>
        <p:spPr>
          <a:xfrm>
            <a:off x="560513" y="512251"/>
            <a:ext cx="720000" cy="720000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4259B07-7AE1-4818-9DB6-CF44972F48B6}"/>
              </a:ext>
            </a:extLst>
          </p:cNvPr>
          <p:cNvSpPr/>
          <p:nvPr/>
        </p:nvSpPr>
        <p:spPr>
          <a:xfrm>
            <a:off x="796002" y="736710"/>
            <a:ext cx="10599996" cy="144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1249901-07C6-4C0E-AC5D-E447C76FAB9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无分类域间路由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DCB4286-B7BD-441D-B51A-3826DA9A080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860000" y="6275890"/>
            <a:ext cx="2472000" cy="263149"/>
          </a:xfrm>
        </p:spPr>
        <p:txBody>
          <a:bodyPr/>
          <a:lstStyle/>
          <a:p>
            <a:r>
              <a:rPr lang="en-US" altLang="zh-CN" dirty="0"/>
              <a:t>CIDR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B461951-DB78-4AEC-AFBA-0F0948E10144}"/>
              </a:ext>
            </a:extLst>
          </p:cNvPr>
          <p:cNvSpPr txBox="1"/>
          <p:nvPr/>
        </p:nvSpPr>
        <p:spPr>
          <a:xfrm>
            <a:off x="1045024" y="948879"/>
            <a:ext cx="762260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tabLst>
                <a:tab pos="5040000" algn="l"/>
              </a:tabLst>
            </a:pPr>
            <a:r>
              <a:rPr lang="zh-CN" altLang="en-US" sz="2000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已知</a:t>
            </a:r>
            <a:r>
              <a:rPr lang="en-US" altLang="zh-CN" sz="2000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IP</a:t>
            </a:r>
            <a:r>
              <a:rPr lang="zh-CN" altLang="en-US" sz="2000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地址</a:t>
            </a:r>
            <a:r>
              <a:rPr lang="en-US" altLang="zh-CN" sz="2000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128.14.35.7/20</a:t>
            </a:r>
            <a:r>
              <a:rPr lang="zh-CN" altLang="en-US" sz="2000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是</a:t>
            </a:r>
            <a:r>
              <a:rPr lang="en-US" altLang="zh-CN" sz="2000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CIDR</a:t>
            </a:r>
            <a:r>
              <a:rPr lang="zh-CN" altLang="en-US" sz="2000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地址块中的某个地址，求：</a:t>
            </a:r>
            <a:endParaRPr lang="en-US" altLang="zh-CN" sz="2000" kern="100" dirty="0">
              <a:solidFill>
                <a:schemeClr val="bg1"/>
              </a:solidFill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indent="457200">
              <a:tabLst>
                <a:tab pos="5040000" algn="l"/>
              </a:tabLst>
            </a:pPr>
            <a:r>
              <a:rPr lang="en-US" altLang="zh-CN" sz="2000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1.</a:t>
            </a:r>
            <a:r>
              <a:rPr lang="zh-CN" altLang="en-US" sz="2000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地址掩码、地址块数量、聚合</a:t>
            </a:r>
            <a:r>
              <a:rPr lang="en-US" altLang="zh-CN" sz="2000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C</a:t>
            </a:r>
            <a:r>
              <a:rPr lang="zh-CN" altLang="en-US" sz="2000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类网络的数量</a:t>
            </a:r>
            <a:endParaRPr lang="en-US" altLang="zh-CN" sz="2000" kern="100" dirty="0">
              <a:solidFill>
                <a:schemeClr val="bg1"/>
              </a:solidFill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indent="457200" algn="l">
              <a:tabLst>
                <a:tab pos="5040000" algn="l"/>
              </a:tabLst>
            </a:pPr>
            <a:r>
              <a:rPr lang="en-US" altLang="zh-CN" sz="2000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2.</a:t>
            </a:r>
            <a:r>
              <a:rPr lang="zh-CN" altLang="en-US" sz="2000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网络地址、最小主机地址、最大主机地址、广播地址</a:t>
            </a:r>
            <a:endParaRPr lang="en-US" altLang="zh-CN" sz="2000" kern="100" dirty="0">
              <a:solidFill>
                <a:schemeClr val="bg1"/>
              </a:solidFill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155A2A2-BC52-4271-9078-8CE41F2DAE51}"/>
              </a:ext>
            </a:extLst>
          </p:cNvPr>
          <p:cNvSpPr txBox="1"/>
          <p:nvPr/>
        </p:nvSpPr>
        <p:spPr>
          <a:xfrm>
            <a:off x="796002" y="2481356"/>
            <a:ext cx="105999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tabLst>
                <a:tab pos="5040000" algn="l"/>
              </a:tabLst>
            </a:pPr>
            <a:r>
              <a:rPr lang="zh-CN" altLang="en-US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网络前缀长度	</a:t>
            </a:r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20</a:t>
            </a:r>
          </a:p>
          <a:p>
            <a:pPr>
              <a:tabLst>
                <a:tab pos="5040000" algn="l"/>
              </a:tabLst>
            </a:pPr>
            <a:r>
              <a:rPr lang="zh-CN" altLang="en-US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地址数量	</a:t>
            </a:r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kern="100" baseline="300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32-20</a:t>
            </a:r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=2</a:t>
            </a:r>
            <a:r>
              <a:rPr lang="en-US" altLang="zh-CN" kern="100" baseline="300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12</a:t>
            </a:r>
          </a:p>
          <a:p>
            <a:pPr>
              <a:tabLst>
                <a:tab pos="5040000" algn="l"/>
              </a:tabLst>
            </a:pPr>
            <a:r>
              <a:rPr lang="zh-CN" altLang="en-US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聚合</a:t>
            </a:r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C</a:t>
            </a:r>
            <a:r>
              <a:rPr lang="zh-CN" altLang="en-US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类网络数量	</a:t>
            </a:r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kern="100" baseline="300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32-20</a:t>
            </a:r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÷2</a:t>
            </a:r>
            <a:r>
              <a:rPr lang="en-US" altLang="zh-CN" kern="100" baseline="300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8</a:t>
            </a:r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=2</a:t>
            </a:r>
            <a:r>
              <a:rPr lang="en-US" altLang="zh-CN" kern="100" baseline="300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4</a:t>
            </a:r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=16</a:t>
            </a:r>
            <a:r>
              <a:rPr lang="zh-CN" altLang="en-US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个</a:t>
            </a:r>
            <a:endParaRPr lang="en-US" altLang="zh-CN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0" name="表格 10">
            <a:extLst>
              <a:ext uri="{FF2B5EF4-FFF2-40B4-BE49-F238E27FC236}">
                <a16:creationId xmlns:a16="http://schemas.microsoft.com/office/drawing/2014/main" id="{11B1146E-7D09-41CD-B2F6-999450B21138}"/>
              </a:ext>
            </a:extLst>
          </p:cNvPr>
          <p:cNvGraphicFramePr>
            <a:graphicFrameLocks noGrp="1"/>
          </p:cNvGraphicFramePr>
          <p:nvPr/>
        </p:nvGraphicFramePr>
        <p:xfrm>
          <a:off x="796001" y="3642033"/>
          <a:ext cx="10599995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9999">
                  <a:extLst>
                    <a:ext uri="{9D8B030D-6E8A-4147-A177-3AD203B41FA5}">
                      <a16:colId xmlns:a16="http://schemas.microsoft.com/office/drawing/2014/main" val="1314386756"/>
                    </a:ext>
                  </a:extLst>
                </a:gridCol>
                <a:gridCol w="2119999">
                  <a:extLst>
                    <a:ext uri="{9D8B030D-6E8A-4147-A177-3AD203B41FA5}">
                      <a16:colId xmlns:a16="http://schemas.microsoft.com/office/drawing/2014/main" val="1979083125"/>
                    </a:ext>
                  </a:extLst>
                </a:gridCol>
                <a:gridCol w="2119999">
                  <a:extLst>
                    <a:ext uri="{9D8B030D-6E8A-4147-A177-3AD203B41FA5}">
                      <a16:colId xmlns:a16="http://schemas.microsoft.com/office/drawing/2014/main" val="3735742826"/>
                    </a:ext>
                  </a:extLst>
                </a:gridCol>
                <a:gridCol w="2119999">
                  <a:extLst>
                    <a:ext uri="{9D8B030D-6E8A-4147-A177-3AD203B41FA5}">
                      <a16:colId xmlns:a16="http://schemas.microsoft.com/office/drawing/2014/main" val="1470084288"/>
                    </a:ext>
                  </a:extLst>
                </a:gridCol>
                <a:gridCol w="2119999">
                  <a:extLst>
                    <a:ext uri="{9D8B030D-6E8A-4147-A177-3AD203B41FA5}">
                      <a16:colId xmlns:a16="http://schemas.microsoft.com/office/drawing/2014/main" val="37907216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1111 1111</a:t>
                      </a:r>
                      <a:endParaRPr lang="zh-CN" altLang="en-US" sz="1600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1111 1111</a:t>
                      </a:r>
                      <a:endParaRPr lang="zh-CN" altLang="en-US" sz="1600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1" kern="1200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+mn-cs"/>
                        </a:rPr>
                        <a:t>1111</a:t>
                      </a:r>
                      <a:r>
                        <a:rPr lang="en-US" altLang="zh-CN" sz="1600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 0000</a:t>
                      </a:r>
                      <a:endParaRPr lang="zh-CN" altLang="en-US" sz="1600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0000 0000</a:t>
                      </a:r>
                      <a:endParaRPr lang="zh-CN" altLang="en-US" sz="1600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255.255.240.0</a:t>
                      </a:r>
                      <a:endParaRPr lang="zh-CN" altLang="en-US" sz="1600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30175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128</a:t>
                      </a:r>
                      <a:endParaRPr lang="zh-CN" altLang="en-US" sz="1600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14</a:t>
                      </a:r>
                      <a:endParaRPr lang="zh-CN" altLang="en-US" sz="1600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1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0010</a:t>
                      </a:r>
                      <a:r>
                        <a:rPr lang="en-US" altLang="zh-CN" sz="1600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 0011</a:t>
                      </a:r>
                      <a:endParaRPr lang="zh-CN" altLang="en-US" sz="1600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0000 0111</a:t>
                      </a:r>
                      <a:endParaRPr lang="zh-CN" altLang="en-US" sz="1600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128.14.35.7</a:t>
                      </a:r>
                      <a:endParaRPr lang="zh-CN" altLang="en-US" sz="1600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42924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aseline="0" dirty="0"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128</a:t>
                      </a:r>
                      <a:endParaRPr lang="zh-CN" altLang="en-US" sz="1600" baseline="0" dirty="0"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aseline="0" dirty="0"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14</a:t>
                      </a:r>
                      <a:endParaRPr lang="zh-CN" altLang="en-US" sz="1600" baseline="0" dirty="0"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1" kern="1200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+mn-cs"/>
                        </a:rPr>
                        <a:t>0010</a:t>
                      </a:r>
                      <a:r>
                        <a:rPr lang="en-US" altLang="zh-CN" sz="1600" baseline="0" dirty="0"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 0000</a:t>
                      </a:r>
                      <a:endParaRPr lang="zh-CN" altLang="en-US" sz="1600" baseline="0" dirty="0"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aseline="0" dirty="0"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0000 0000</a:t>
                      </a:r>
                      <a:endParaRPr lang="zh-CN" altLang="en-US" sz="1600" baseline="0" dirty="0"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aseline="0" dirty="0"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128.14.32.0</a:t>
                      </a:r>
                      <a:endParaRPr lang="zh-CN" altLang="en-US" sz="1600" baseline="0" dirty="0"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89794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aseline="0" dirty="0"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128</a:t>
                      </a:r>
                      <a:endParaRPr lang="zh-CN" altLang="en-US" sz="1600" baseline="0" dirty="0"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aseline="0" dirty="0"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14</a:t>
                      </a:r>
                      <a:endParaRPr lang="zh-CN" altLang="en-US" sz="1600" baseline="0" dirty="0"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1" kern="1200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+mn-cs"/>
                        </a:rPr>
                        <a:t>0010</a:t>
                      </a:r>
                      <a:r>
                        <a:rPr lang="en-US" altLang="zh-CN" sz="1600" baseline="0" dirty="0"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 0000</a:t>
                      </a:r>
                      <a:endParaRPr lang="zh-CN" altLang="en-US" sz="1600" baseline="0" dirty="0"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aseline="0" dirty="0"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0000 0001</a:t>
                      </a:r>
                      <a:endParaRPr lang="zh-CN" altLang="en-US" sz="1600" baseline="0" dirty="0"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aseline="0" dirty="0"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128.14.32.1</a:t>
                      </a:r>
                      <a:endParaRPr lang="zh-CN" altLang="en-US" sz="1600" baseline="0" dirty="0"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30362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aseline="0" dirty="0"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128</a:t>
                      </a:r>
                      <a:endParaRPr lang="zh-CN" altLang="en-US" sz="1600" baseline="0" dirty="0"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aseline="0" dirty="0"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14</a:t>
                      </a:r>
                      <a:endParaRPr lang="zh-CN" altLang="en-US" sz="1600" baseline="0" dirty="0"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1" kern="1200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+mn-cs"/>
                        </a:rPr>
                        <a:t>0010</a:t>
                      </a:r>
                      <a:r>
                        <a:rPr lang="en-US" altLang="zh-CN" sz="1600" baseline="0" dirty="0"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 1111</a:t>
                      </a:r>
                      <a:endParaRPr lang="zh-CN" altLang="en-US" sz="1600" baseline="0" dirty="0"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aseline="0" dirty="0"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1111 1110</a:t>
                      </a:r>
                      <a:endParaRPr lang="zh-CN" altLang="en-US" sz="1600" baseline="0" dirty="0"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aseline="0" dirty="0"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128.14.47.254</a:t>
                      </a:r>
                      <a:endParaRPr lang="zh-CN" altLang="en-US" sz="1600" baseline="0" dirty="0"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14204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128</a:t>
                      </a:r>
                      <a:endParaRPr lang="zh-CN" altLang="en-US" sz="1600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14</a:t>
                      </a:r>
                      <a:endParaRPr lang="zh-CN" altLang="en-US" sz="1600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1" kern="1200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+mn-cs"/>
                        </a:rPr>
                        <a:t>0010</a:t>
                      </a:r>
                      <a:r>
                        <a:rPr lang="en-US" altLang="zh-CN" sz="1600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 1111</a:t>
                      </a:r>
                      <a:endParaRPr lang="zh-CN" altLang="en-US" sz="1600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1111 1111</a:t>
                      </a:r>
                      <a:endParaRPr lang="zh-CN" altLang="en-US" sz="1600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128.14.47.255</a:t>
                      </a:r>
                      <a:endParaRPr lang="zh-CN" altLang="en-US" sz="1600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62925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80682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DD1E0703-A2C9-42C9-B940-DD6A9A659A16}"/>
              </a:ext>
            </a:extLst>
          </p:cNvPr>
          <p:cNvSpPr/>
          <p:nvPr/>
        </p:nvSpPr>
        <p:spPr>
          <a:xfrm>
            <a:off x="560513" y="512251"/>
            <a:ext cx="720000" cy="720000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4259B07-7AE1-4818-9DB6-CF44972F48B6}"/>
              </a:ext>
            </a:extLst>
          </p:cNvPr>
          <p:cNvSpPr/>
          <p:nvPr/>
        </p:nvSpPr>
        <p:spPr>
          <a:xfrm>
            <a:off x="796002" y="736710"/>
            <a:ext cx="10599996" cy="144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1249901-07C6-4C0E-AC5D-E447C76FAB9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无分类域间路由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DCB4286-B7BD-441D-B51A-3826DA9A080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860000" y="6275890"/>
            <a:ext cx="2472000" cy="263149"/>
          </a:xfrm>
        </p:spPr>
        <p:txBody>
          <a:bodyPr/>
          <a:lstStyle/>
          <a:p>
            <a:r>
              <a:rPr lang="en-US" altLang="zh-CN" dirty="0"/>
              <a:t>CIDR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B461951-DB78-4AEC-AFBA-0F0948E10144}"/>
              </a:ext>
            </a:extLst>
          </p:cNvPr>
          <p:cNvSpPr txBox="1"/>
          <p:nvPr/>
        </p:nvSpPr>
        <p:spPr>
          <a:xfrm>
            <a:off x="1045024" y="948879"/>
            <a:ext cx="746871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tabLst>
                <a:tab pos="5040000" algn="l"/>
              </a:tabLst>
            </a:pPr>
            <a:r>
              <a:rPr lang="zh-CN" altLang="en-US" sz="2000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已知</a:t>
            </a:r>
            <a:r>
              <a:rPr lang="en-US" altLang="zh-CN" sz="2000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IP</a:t>
            </a:r>
            <a:r>
              <a:rPr lang="zh-CN" altLang="en-US" sz="2000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地址</a:t>
            </a:r>
            <a:r>
              <a:rPr lang="en-US" altLang="zh-CN" sz="2000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206.0.64.8/18</a:t>
            </a:r>
            <a:r>
              <a:rPr lang="zh-CN" altLang="en-US" sz="2000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是</a:t>
            </a:r>
            <a:r>
              <a:rPr lang="en-US" altLang="zh-CN" sz="2000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CIDR</a:t>
            </a:r>
            <a:r>
              <a:rPr lang="zh-CN" altLang="en-US" sz="2000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地址块中的某个地址，求：</a:t>
            </a:r>
            <a:endParaRPr lang="en-US" altLang="zh-CN" sz="2000" kern="100" dirty="0">
              <a:solidFill>
                <a:schemeClr val="bg1"/>
              </a:solidFill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indent="457200">
              <a:tabLst>
                <a:tab pos="5040000" algn="l"/>
              </a:tabLst>
            </a:pPr>
            <a:r>
              <a:rPr lang="en-US" altLang="zh-CN" sz="2000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1.</a:t>
            </a:r>
            <a:r>
              <a:rPr lang="zh-CN" altLang="en-US" sz="2000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地址掩码、地址块数量、聚合</a:t>
            </a:r>
            <a:r>
              <a:rPr lang="en-US" altLang="zh-CN" sz="2000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C</a:t>
            </a:r>
            <a:r>
              <a:rPr lang="zh-CN" altLang="en-US" sz="2000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类网络的数量</a:t>
            </a:r>
            <a:endParaRPr lang="en-US" altLang="zh-CN" sz="2000" kern="100" dirty="0">
              <a:solidFill>
                <a:schemeClr val="bg1"/>
              </a:solidFill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indent="457200" algn="l">
              <a:tabLst>
                <a:tab pos="5040000" algn="l"/>
              </a:tabLst>
            </a:pPr>
            <a:r>
              <a:rPr lang="en-US" altLang="zh-CN" sz="2000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2.</a:t>
            </a:r>
            <a:r>
              <a:rPr lang="zh-CN" altLang="en-US" sz="2000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网络地址、最小主机地址、最大主机地址、广播地址</a:t>
            </a:r>
            <a:endParaRPr lang="en-US" altLang="zh-CN" sz="2000" kern="100" dirty="0">
              <a:solidFill>
                <a:schemeClr val="bg1"/>
              </a:solidFill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155A2A2-BC52-4271-9078-8CE41F2DAE51}"/>
              </a:ext>
            </a:extLst>
          </p:cNvPr>
          <p:cNvSpPr txBox="1"/>
          <p:nvPr/>
        </p:nvSpPr>
        <p:spPr>
          <a:xfrm>
            <a:off x="796002" y="2481356"/>
            <a:ext cx="105999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tabLst>
                <a:tab pos="5040000" algn="l"/>
              </a:tabLst>
            </a:pPr>
            <a:r>
              <a:rPr lang="zh-CN" altLang="en-US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网络前缀长度	</a:t>
            </a:r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18</a:t>
            </a:r>
          </a:p>
          <a:p>
            <a:pPr>
              <a:tabLst>
                <a:tab pos="5040000" algn="l"/>
              </a:tabLst>
            </a:pPr>
            <a:r>
              <a:rPr lang="zh-CN" altLang="en-US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地址数量	</a:t>
            </a:r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kern="100" baseline="300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32-18</a:t>
            </a:r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=2</a:t>
            </a:r>
            <a:r>
              <a:rPr lang="en-US" altLang="zh-CN" kern="100" baseline="300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14</a:t>
            </a:r>
          </a:p>
          <a:p>
            <a:pPr>
              <a:tabLst>
                <a:tab pos="5040000" algn="l"/>
              </a:tabLst>
            </a:pPr>
            <a:r>
              <a:rPr lang="zh-CN" altLang="en-US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聚合</a:t>
            </a:r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C</a:t>
            </a:r>
            <a:r>
              <a:rPr lang="zh-CN" altLang="en-US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类网络数量	</a:t>
            </a:r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kern="100" baseline="300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32-20</a:t>
            </a:r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÷2</a:t>
            </a:r>
            <a:r>
              <a:rPr lang="en-US" altLang="zh-CN" kern="100" baseline="300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8</a:t>
            </a:r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=2</a:t>
            </a:r>
            <a:r>
              <a:rPr lang="en-US" altLang="zh-CN" kern="100" baseline="300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6</a:t>
            </a:r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=64</a:t>
            </a:r>
            <a:r>
              <a:rPr lang="zh-CN" altLang="en-US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个</a:t>
            </a:r>
            <a:endParaRPr lang="en-US" altLang="zh-CN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0" name="表格 10">
            <a:extLst>
              <a:ext uri="{FF2B5EF4-FFF2-40B4-BE49-F238E27FC236}">
                <a16:creationId xmlns:a16="http://schemas.microsoft.com/office/drawing/2014/main" id="{11B1146E-7D09-41CD-B2F6-999450B211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500463"/>
              </p:ext>
            </p:extLst>
          </p:nvPr>
        </p:nvGraphicFramePr>
        <p:xfrm>
          <a:off x="796001" y="3642033"/>
          <a:ext cx="10599995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9999">
                  <a:extLst>
                    <a:ext uri="{9D8B030D-6E8A-4147-A177-3AD203B41FA5}">
                      <a16:colId xmlns:a16="http://schemas.microsoft.com/office/drawing/2014/main" val="1314386756"/>
                    </a:ext>
                  </a:extLst>
                </a:gridCol>
                <a:gridCol w="2119999">
                  <a:extLst>
                    <a:ext uri="{9D8B030D-6E8A-4147-A177-3AD203B41FA5}">
                      <a16:colId xmlns:a16="http://schemas.microsoft.com/office/drawing/2014/main" val="1979083125"/>
                    </a:ext>
                  </a:extLst>
                </a:gridCol>
                <a:gridCol w="2119999">
                  <a:extLst>
                    <a:ext uri="{9D8B030D-6E8A-4147-A177-3AD203B41FA5}">
                      <a16:colId xmlns:a16="http://schemas.microsoft.com/office/drawing/2014/main" val="3735742826"/>
                    </a:ext>
                  </a:extLst>
                </a:gridCol>
                <a:gridCol w="2119999">
                  <a:extLst>
                    <a:ext uri="{9D8B030D-6E8A-4147-A177-3AD203B41FA5}">
                      <a16:colId xmlns:a16="http://schemas.microsoft.com/office/drawing/2014/main" val="1470084288"/>
                    </a:ext>
                  </a:extLst>
                </a:gridCol>
                <a:gridCol w="2119999">
                  <a:extLst>
                    <a:ext uri="{9D8B030D-6E8A-4147-A177-3AD203B41FA5}">
                      <a16:colId xmlns:a16="http://schemas.microsoft.com/office/drawing/2014/main" val="37907216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1111 1111</a:t>
                      </a:r>
                      <a:endParaRPr lang="zh-CN" altLang="en-US" sz="1600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1111 1111</a:t>
                      </a:r>
                      <a:endParaRPr lang="zh-CN" altLang="en-US" sz="1600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1" kern="1200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+mn-cs"/>
                        </a:rPr>
                        <a:t>11</a:t>
                      </a:r>
                      <a:r>
                        <a:rPr lang="en-US" altLang="zh-CN" sz="1600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00 0000</a:t>
                      </a:r>
                      <a:endParaRPr lang="zh-CN" altLang="en-US" sz="1600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0000 0000</a:t>
                      </a:r>
                      <a:endParaRPr lang="zh-CN" altLang="en-US" sz="1600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255.255.192.0</a:t>
                      </a:r>
                      <a:endParaRPr lang="zh-CN" altLang="en-US" sz="1600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30175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206</a:t>
                      </a:r>
                      <a:endParaRPr lang="zh-CN" altLang="en-US" sz="1600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0</a:t>
                      </a:r>
                      <a:endParaRPr lang="zh-CN" altLang="en-US" sz="1600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1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01</a:t>
                      </a:r>
                      <a:r>
                        <a:rPr lang="en-US" altLang="zh-CN" sz="1600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00 0000</a:t>
                      </a:r>
                      <a:endParaRPr lang="zh-CN" altLang="en-US" sz="1600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0000 1000</a:t>
                      </a:r>
                      <a:endParaRPr lang="zh-CN" altLang="en-US" sz="1600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206.0.64.8</a:t>
                      </a:r>
                      <a:endParaRPr lang="zh-CN" altLang="en-US" sz="1600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42924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aseline="0" dirty="0"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206</a:t>
                      </a:r>
                      <a:endParaRPr lang="zh-CN" altLang="en-US" sz="1600" baseline="0" dirty="0"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aseline="0" dirty="0"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0</a:t>
                      </a:r>
                      <a:endParaRPr lang="zh-CN" altLang="en-US" sz="1600" baseline="0" dirty="0"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1" kern="1200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+mn-cs"/>
                        </a:rPr>
                        <a:t>01</a:t>
                      </a:r>
                      <a:r>
                        <a:rPr lang="en-US" altLang="zh-CN" sz="1600" baseline="0" dirty="0"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00 0000</a:t>
                      </a:r>
                      <a:endParaRPr lang="zh-CN" altLang="en-US" sz="1600" baseline="0" dirty="0"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aseline="0" dirty="0"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0000 0000</a:t>
                      </a:r>
                      <a:endParaRPr lang="zh-CN" altLang="en-US" sz="1600" baseline="0" dirty="0"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aseline="0" dirty="0"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206.0.64.0</a:t>
                      </a:r>
                      <a:endParaRPr lang="zh-CN" altLang="en-US" sz="1600" baseline="0" dirty="0"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89794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aseline="0" dirty="0"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206</a:t>
                      </a:r>
                      <a:endParaRPr lang="zh-CN" altLang="en-US" sz="1600" baseline="0" dirty="0"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aseline="0" dirty="0"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0</a:t>
                      </a:r>
                      <a:endParaRPr lang="zh-CN" altLang="en-US" sz="1600" baseline="0" dirty="0"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1" kern="1200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+mn-cs"/>
                        </a:rPr>
                        <a:t>01</a:t>
                      </a:r>
                      <a:r>
                        <a:rPr lang="en-US" altLang="zh-CN" sz="1600" baseline="0" dirty="0"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00 0000</a:t>
                      </a:r>
                      <a:endParaRPr lang="zh-CN" altLang="en-US" sz="1600" baseline="0" dirty="0"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aseline="0" dirty="0"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0000 0001</a:t>
                      </a:r>
                      <a:endParaRPr lang="zh-CN" altLang="en-US" sz="1600" baseline="0" dirty="0"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aseline="0" dirty="0"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206.0.64.1</a:t>
                      </a:r>
                      <a:endParaRPr lang="zh-CN" altLang="en-US" sz="1600" baseline="0" dirty="0"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30362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aseline="0" dirty="0"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206</a:t>
                      </a:r>
                      <a:endParaRPr lang="zh-CN" altLang="en-US" sz="1600" baseline="0" dirty="0"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aseline="0" dirty="0"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0</a:t>
                      </a:r>
                      <a:endParaRPr lang="zh-CN" altLang="en-US" sz="1600" baseline="0" dirty="0"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1" kern="1200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+mn-cs"/>
                        </a:rPr>
                        <a:t>01</a:t>
                      </a:r>
                      <a:r>
                        <a:rPr lang="en-US" altLang="zh-CN" sz="1600" baseline="0" dirty="0"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11 1111</a:t>
                      </a:r>
                      <a:endParaRPr lang="zh-CN" altLang="en-US" sz="1600" baseline="0" dirty="0"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aseline="0" dirty="0"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1111 1110</a:t>
                      </a:r>
                      <a:endParaRPr lang="zh-CN" altLang="en-US" sz="1600" baseline="0" dirty="0"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aseline="0" dirty="0"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206.0.127.254</a:t>
                      </a:r>
                      <a:endParaRPr lang="zh-CN" altLang="en-US" sz="1600" baseline="0" dirty="0"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14204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206</a:t>
                      </a:r>
                      <a:endParaRPr lang="zh-CN" altLang="en-US" sz="1600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0</a:t>
                      </a:r>
                      <a:endParaRPr lang="zh-CN" altLang="en-US" sz="1600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1" kern="1200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+mn-cs"/>
                        </a:rPr>
                        <a:t>01</a:t>
                      </a:r>
                      <a:r>
                        <a:rPr lang="en-US" altLang="zh-CN" sz="1600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11 1111</a:t>
                      </a:r>
                      <a:endParaRPr lang="zh-CN" altLang="en-US" sz="1600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1111 1111</a:t>
                      </a:r>
                      <a:endParaRPr lang="zh-CN" altLang="en-US" sz="1600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206.0.127.255</a:t>
                      </a:r>
                      <a:endParaRPr lang="zh-CN" altLang="en-US" sz="1600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62925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89254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表格 20">
            <a:extLst>
              <a:ext uri="{FF2B5EF4-FFF2-40B4-BE49-F238E27FC236}">
                <a16:creationId xmlns:a16="http://schemas.microsoft.com/office/drawing/2014/main" id="{35A5F934-D7AF-4F84-9C20-16E7D7995B2D}"/>
              </a:ext>
            </a:extLst>
          </p:cNvPr>
          <p:cNvGraphicFramePr>
            <a:graphicFrameLocks noGrp="1"/>
          </p:cNvGraphicFramePr>
          <p:nvPr/>
        </p:nvGraphicFramePr>
        <p:xfrm>
          <a:off x="6096001" y="793245"/>
          <a:ext cx="5299995" cy="3229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99995">
                  <a:extLst>
                    <a:ext uri="{9D8B030D-6E8A-4147-A177-3AD203B41FA5}">
                      <a16:colId xmlns:a16="http://schemas.microsoft.com/office/drawing/2014/main" val="3018378645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r>
                        <a:rPr lang="zh-CN" altLang="en-US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含义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96481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kern="100" dirty="0"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将多个连续的</a:t>
                      </a:r>
                      <a:r>
                        <a:rPr lang="en-US" altLang="zh-CN" kern="100" dirty="0"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zh-CN" altLang="en-US" kern="100" dirty="0"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类的网络地址聚合起来映射到一个物理网络上</a:t>
                      </a:r>
                      <a:r>
                        <a:rPr lang="en-US" altLang="zh-CN" kern="100" dirty="0"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zh-CN" altLang="en-US" kern="100" dirty="0"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以这个聚合起来的</a:t>
                      </a:r>
                      <a:r>
                        <a:rPr lang="en-US" altLang="zh-CN" kern="100" dirty="0"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zh-CN" altLang="en-US" kern="100" dirty="0"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类地址的共同网络地址作为其网络号，可有效解决路由表内容冗余的问题。</a:t>
                      </a:r>
                      <a:endParaRPr lang="zh-CN" altLang="en-US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marT="144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2073940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方法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034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kern="100" dirty="0"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找出各地址的共同前缀，设置为</a:t>
                      </a:r>
                      <a:r>
                        <a:rPr lang="en-US" altLang="zh-CN" kern="100" dirty="0"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zh-CN" altLang="en-US" kern="100" dirty="0"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；</a:t>
                      </a:r>
                      <a:endParaRPr lang="en-US" altLang="zh-CN" kern="100" dirty="0"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kern="100" dirty="0"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其余部分，全部置</a:t>
                      </a:r>
                      <a:r>
                        <a:rPr lang="en-US" altLang="zh-CN" kern="100" dirty="0"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zh-CN" altLang="en-US" kern="100" dirty="0"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；</a:t>
                      </a:r>
                      <a:endParaRPr lang="zh-CN" altLang="en-US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marT="144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1663328"/>
                  </a:ext>
                </a:extLst>
              </a:tr>
            </a:tbl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8F1069D5-4B24-46FE-B2A6-9D80E2FDF5E8}"/>
              </a:ext>
            </a:extLst>
          </p:cNvPr>
          <p:cNvSpPr/>
          <p:nvPr/>
        </p:nvSpPr>
        <p:spPr>
          <a:xfrm>
            <a:off x="796002" y="738965"/>
            <a:ext cx="4801314" cy="54455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1CDD281-F7D4-4086-BEE7-58D117085BF5}"/>
              </a:ext>
            </a:extLst>
          </p:cNvPr>
          <p:cNvSpPr txBox="1"/>
          <p:nvPr/>
        </p:nvSpPr>
        <p:spPr>
          <a:xfrm>
            <a:off x="1565443" y="2213169"/>
            <a:ext cx="326243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6000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路由聚合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A82F9B5-1241-4429-92E0-681A8F969E08}"/>
              </a:ext>
            </a:extLst>
          </p:cNvPr>
          <p:cNvSpPr txBox="1"/>
          <p:nvPr/>
        </p:nvSpPr>
        <p:spPr>
          <a:xfrm>
            <a:off x="899101" y="4349093"/>
            <a:ext cx="460895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4800" kern="100" dirty="0" err="1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SuperNetting</a:t>
            </a:r>
            <a:endParaRPr lang="zh-CN" altLang="en-US" sz="4800" kern="100" dirty="0">
              <a:solidFill>
                <a:schemeClr val="bg1"/>
              </a:solidFill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94947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表格 10">
            <a:extLst>
              <a:ext uri="{FF2B5EF4-FFF2-40B4-BE49-F238E27FC236}">
                <a16:creationId xmlns:a16="http://schemas.microsoft.com/office/drawing/2014/main" id="{73403954-1E93-45A2-88DA-35B7A83A035F}"/>
              </a:ext>
            </a:extLst>
          </p:cNvPr>
          <p:cNvGraphicFramePr>
            <a:graphicFrameLocks noGrp="1"/>
          </p:cNvGraphicFramePr>
          <p:nvPr/>
        </p:nvGraphicFramePr>
        <p:xfrm>
          <a:off x="796001" y="2846930"/>
          <a:ext cx="10599995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9999">
                  <a:extLst>
                    <a:ext uri="{9D8B030D-6E8A-4147-A177-3AD203B41FA5}">
                      <a16:colId xmlns:a16="http://schemas.microsoft.com/office/drawing/2014/main" val="1314386756"/>
                    </a:ext>
                  </a:extLst>
                </a:gridCol>
                <a:gridCol w="2119999">
                  <a:extLst>
                    <a:ext uri="{9D8B030D-6E8A-4147-A177-3AD203B41FA5}">
                      <a16:colId xmlns:a16="http://schemas.microsoft.com/office/drawing/2014/main" val="1979083125"/>
                    </a:ext>
                  </a:extLst>
                </a:gridCol>
                <a:gridCol w="2119999">
                  <a:extLst>
                    <a:ext uri="{9D8B030D-6E8A-4147-A177-3AD203B41FA5}">
                      <a16:colId xmlns:a16="http://schemas.microsoft.com/office/drawing/2014/main" val="3735742826"/>
                    </a:ext>
                  </a:extLst>
                </a:gridCol>
                <a:gridCol w="2119999">
                  <a:extLst>
                    <a:ext uri="{9D8B030D-6E8A-4147-A177-3AD203B41FA5}">
                      <a16:colId xmlns:a16="http://schemas.microsoft.com/office/drawing/2014/main" val="1470084288"/>
                    </a:ext>
                  </a:extLst>
                </a:gridCol>
                <a:gridCol w="2119999">
                  <a:extLst>
                    <a:ext uri="{9D8B030D-6E8A-4147-A177-3AD203B41FA5}">
                      <a16:colId xmlns:a16="http://schemas.microsoft.com/office/drawing/2014/main" val="37907216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172.1.4.128/25</a:t>
                      </a:r>
                      <a:endParaRPr lang="zh-CN" altLang="en-US" sz="1600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1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127</a:t>
                      </a:r>
                      <a:endParaRPr lang="zh-CN" altLang="en-US" sz="1600" b="1" baseline="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1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1</a:t>
                      </a:r>
                      <a:endParaRPr lang="zh-CN" altLang="en-US" sz="1600" b="1" baseline="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1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0000 0100</a:t>
                      </a:r>
                      <a:endParaRPr lang="zh-CN" altLang="en-US" sz="1600" b="1" baseline="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1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1</a:t>
                      </a:r>
                      <a:r>
                        <a:rPr lang="en-US" altLang="zh-CN" sz="1600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000 0000</a:t>
                      </a:r>
                      <a:endParaRPr lang="zh-CN" altLang="en-US" sz="1600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30175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172.1.4.0/25</a:t>
                      </a:r>
                      <a:endParaRPr lang="zh-CN" altLang="en-US" sz="1600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1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127</a:t>
                      </a:r>
                      <a:endParaRPr lang="zh-CN" altLang="en-US" sz="1600" b="1" baseline="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1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1</a:t>
                      </a:r>
                      <a:endParaRPr lang="zh-CN" altLang="en-US" sz="1600" b="1" baseline="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1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0000 0100</a:t>
                      </a:r>
                      <a:endParaRPr lang="zh-CN" altLang="en-US" sz="1600" b="1" baseline="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1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0</a:t>
                      </a:r>
                      <a:r>
                        <a:rPr lang="en-US" altLang="zh-CN" sz="1600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000 0000</a:t>
                      </a:r>
                      <a:endParaRPr lang="zh-CN" altLang="en-US" sz="1600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42924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aseline="0" dirty="0"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172.1.5.0/24</a:t>
                      </a:r>
                      <a:endParaRPr lang="zh-CN" altLang="en-US" sz="1600" baseline="0" dirty="0"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1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172</a:t>
                      </a:r>
                      <a:endParaRPr lang="zh-CN" altLang="en-US" sz="1600" b="1" baseline="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1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1</a:t>
                      </a:r>
                      <a:endParaRPr lang="zh-CN" altLang="en-US" sz="1600" b="1" baseline="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1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0000 0101</a:t>
                      </a:r>
                      <a:endParaRPr lang="zh-CN" altLang="en-US" sz="1600" b="1" baseline="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aseline="0" dirty="0"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0000 0000</a:t>
                      </a:r>
                      <a:endParaRPr lang="zh-CN" altLang="en-US" sz="1600" baseline="0" dirty="0"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89794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aseline="0" dirty="0"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172.1.6.0/24</a:t>
                      </a:r>
                      <a:endParaRPr lang="zh-CN" altLang="en-US" sz="1600" baseline="0" dirty="0"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1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172</a:t>
                      </a:r>
                      <a:endParaRPr lang="zh-CN" altLang="en-US" sz="1600" b="1" baseline="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1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1</a:t>
                      </a:r>
                      <a:endParaRPr lang="zh-CN" altLang="en-US" sz="1600" b="1" baseline="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1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0000 0110</a:t>
                      </a:r>
                      <a:endParaRPr lang="zh-CN" altLang="en-US" sz="1600" b="1" baseline="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aseline="0" dirty="0"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0000 0000</a:t>
                      </a:r>
                      <a:endParaRPr lang="zh-CN" altLang="en-US" sz="1600" baseline="0" dirty="0"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30362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aseline="0" dirty="0"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172.1.7.0/24</a:t>
                      </a:r>
                      <a:endParaRPr lang="zh-CN" altLang="en-US" sz="1600" baseline="0" dirty="0"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1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172</a:t>
                      </a:r>
                      <a:endParaRPr lang="zh-CN" altLang="en-US" sz="1600" b="1" baseline="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1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1</a:t>
                      </a:r>
                      <a:endParaRPr lang="zh-CN" altLang="en-US" sz="1600" b="1" baseline="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1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0000 0111</a:t>
                      </a:r>
                      <a:endParaRPr lang="zh-CN" altLang="en-US" sz="1600" b="1" baseline="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aseline="0" dirty="0"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0000 0000</a:t>
                      </a:r>
                      <a:endParaRPr lang="zh-CN" altLang="en-US" sz="1600" baseline="0" dirty="0"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14204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endParaRPr lang="zh-CN" altLang="en-US" sz="1600" baseline="0" dirty="0"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CN" altLang="en-US" sz="1600" b="1" baseline="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CN" altLang="en-US" sz="1600" b="1" baseline="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CN" altLang="en-US" sz="1600" b="1" baseline="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CN" altLang="en-US" sz="1600" baseline="0" dirty="0"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58507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共同前缀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1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172</a:t>
                      </a:r>
                      <a:endParaRPr lang="zh-CN" altLang="en-US" sz="1600" b="1" baseline="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1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1</a:t>
                      </a:r>
                      <a:endParaRPr lang="zh-CN" altLang="en-US" sz="1600" b="1" baseline="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1" kern="1200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+mn-cs"/>
                        </a:rPr>
                        <a:t>0000 01</a:t>
                      </a:r>
                      <a:r>
                        <a:rPr lang="en-US" altLang="zh-CN" sz="1600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00</a:t>
                      </a:r>
                      <a:endParaRPr lang="zh-CN" altLang="en-US" sz="1600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0000 0000</a:t>
                      </a:r>
                      <a:endParaRPr lang="zh-CN" altLang="en-US" sz="1600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6292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聚合网络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172</a:t>
                      </a:r>
                      <a:endParaRPr lang="zh-CN" altLang="en-US" sz="1600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1</a:t>
                      </a:r>
                      <a:endParaRPr lang="zh-CN" altLang="en-US" sz="1600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4</a:t>
                      </a:r>
                      <a:endParaRPr lang="zh-CN" altLang="en-US" sz="1600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0</a:t>
                      </a:r>
                      <a:endParaRPr lang="zh-CN" altLang="en-US" sz="1600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337938"/>
                  </a:ext>
                </a:extLst>
              </a:tr>
              <a:tr h="370840">
                <a:tc gridSpan="5">
                  <a:txBody>
                    <a:bodyPr/>
                    <a:lstStyle/>
                    <a:p>
                      <a:pPr algn="ctr"/>
                      <a:r>
                        <a:rPr lang="en-US" altLang="zh-CN" sz="1600" b="1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172.1.4.0/22</a:t>
                      </a:r>
                      <a:endParaRPr lang="zh-CN" altLang="en-US" sz="1600" b="1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zh-CN" altLang="en-US" sz="1600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zh-CN" altLang="en-US" sz="1600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zh-CN" altLang="en-US" sz="1600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zh-CN" altLang="en-US" sz="1600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0424755"/>
                  </a:ext>
                </a:extLst>
              </a:tr>
            </a:tbl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E0349F97-87AA-495C-825D-01C7E2B971B5}"/>
              </a:ext>
            </a:extLst>
          </p:cNvPr>
          <p:cNvSpPr/>
          <p:nvPr/>
        </p:nvSpPr>
        <p:spPr>
          <a:xfrm>
            <a:off x="796002" y="540070"/>
            <a:ext cx="10599996" cy="144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B461951-DB78-4AEC-AFBA-0F0948E10144}"/>
              </a:ext>
            </a:extLst>
          </p:cNvPr>
          <p:cNvSpPr txBox="1"/>
          <p:nvPr/>
        </p:nvSpPr>
        <p:spPr>
          <a:xfrm>
            <a:off x="1268397" y="936905"/>
            <a:ext cx="96552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tabLst>
                <a:tab pos="5040000" algn="l"/>
              </a:tabLst>
            </a:pPr>
            <a:r>
              <a:rPr lang="zh-CN" altLang="en-US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已知</a:t>
            </a:r>
            <a:r>
              <a:rPr lang="en-US" altLang="zh-CN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5</a:t>
            </a:r>
            <a:r>
              <a:rPr lang="zh-CN" altLang="en-US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个</a:t>
            </a:r>
            <a:r>
              <a:rPr lang="en-US" altLang="zh-CN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CIDR</a:t>
            </a:r>
            <a:r>
              <a:rPr lang="zh-CN" altLang="en-US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地址块分别如下，求聚合网络。</a:t>
            </a:r>
            <a:endParaRPr lang="en-US" altLang="zh-CN" kern="100" dirty="0">
              <a:solidFill>
                <a:schemeClr val="bg1"/>
              </a:solidFill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algn="l">
              <a:tabLst>
                <a:tab pos="2880000" algn="l"/>
                <a:tab pos="5040000" algn="l"/>
                <a:tab pos="6480000" algn="l"/>
              </a:tabLst>
            </a:pPr>
            <a:r>
              <a:rPr lang="en-US" altLang="zh-CN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172.1.4.128/25</a:t>
            </a:r>
            <a:r>
              <a:rPr lang="zh-CN" altLang="en-US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172.1.4.0/25</a:t>
            </a:r>
            <a:r>
              <a:rPr lang="zh-CN" altLang="en-US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172.1.5.0/24</a:t>
            </a:r>
            <a:r>
              <a:rPr lang="zh-CN" altLang="en-US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172.1.6.0/24</a:t>
            </a:r>
            <a:r>
              <a:rPr lang="zh-CN" altLang="en-US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172.1.7.0/24</a:t>
            </a:r>
            <a:endParaRPr lang="zh-CN" altLang="en-US" kern="100" dirty="0">
              <a:solidFill>
                <a:schemeClr val="bg1"/>
              </a:solidFill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19211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E0349F97-87AA-495C-825D-01C7E2B971B5}"/>
              </a:ext>
            </a:extLst>
          </p:cNvPr>
          <p:cNvSpPr/>
          <p:nvPr/>
        </p:nvSpPr>
        <p:spPr>
          <a:xfrm>
            <a:off x="796002" y="540070"/>
            <a:ext cx="10599996" cy="144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B461951-DB78-4AEC-AFBA-0F0948E10144}"/>
              </a:ext>
            </a:extLst>
          </p:cNvPr>
          <p:cNvSpPr txBox="1"/>
          <p:nvPr/>
        </p:nvSpPr>
        <p:spPr>
          <a:xfrm>
            <a:off x="992680" y="936905"/>
            <a:ext cx="102066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tabLst>
                <a:tab pos="5040000" algn="l"/>
              </a:tabLst>
            </a:pPr>
            <a:r>
              <a:rPr lang="zh-CN" altLang="en-US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已知</a:t>
            </a:r>
            <a:r>
              <a:rPr lang="en-US" altLang="zh-CN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4</a:t>
            </a:r>
            <a:r>
              <a:rPr lang="zh-CN" altLang="en-US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个</a:t>
            </a:r>
            <a:r>
              <a:rPr lang="en-US" altLang="zh-CN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CIDR</a:t>
            </a:r>
            <a:r>
              <a:rPr lang="zh-CN" altLang="en-US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地址块分别如下，求聚合网络。</a:t>
            </a:r>
            <a:endParaRPr lang="en-US" altLang="zh-CN" kern="100" dirty="0">
              <a:solidFill>
                <a:schemeClr val="bg1"/>
              </a:solidFill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algn="l">
              <a:tabLst>
                <a:tab pos="2880000" algn="l"/>
                <a:tab pos="5040000" algn="l"/>
                <a:tab pos="6480000" algn="l"/>
              </a:tabLst>
            </a:pPr>
            <a:r>
              <a:rPr lang="en-US" altLang="zh-CN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206.0.68.0/23</a:t>
            </a:r>
            <a:r>
              <a:rPr lang="zh-CN" altLang="en-US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206.0.70.0/24</a:t>
            </a:r>
            <a:r>
              <a:rPr lang="zh-CN" altLang="en-US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206.0.71.0/24</a:t>
            </a:r>
            <a:r>
              <a:rPr lang="zh-CN" altLang="en-US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206.0.71.128/24</a:t>
            </a:r>
            <a:r>
              <a:rPr lang="zh-CN" altLang="en-US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172.1.7.0/24</a:t>
            </a:r>
            <a:endParaRPr lang="zh-CN" altLang="en-US" kern="100" dirty="0">
              <a:solidFill>
                <a:schemeClr val="bg1"/>
              </a:solidFill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8" name="表格 10">
            <a:extLst>
              <a:ext uri="{FF2B5EF4-FFF2-40B4-BE49-F238E27FC236}">
                <a16:creationId xmlns:a16="http://schemas.microsoft.com/office/drawing/2014/main" id="{73403954-1E93-45A2-88DA-35B7A83A035F}"/>
              </a:ext>
            </a:extLst>
          </p:cNvPr>
          <p:cNvGraphicFramePr>
            <a:graphicFrameLocks noGrp="1"/>
          </p:cNvGraphicFramePr>
          <p:nvPr/>
        </p:nvGraphicFramePr>
        <p:xfrm>
          <a:off x="796001" y="3217770"/>
          <a:ext cx="10599995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9999">
                  <a:extLst>
                    <a:ext uri="{9D8B030D-6E8A-4147-A177-3AD203B41FA5}">
                      <a16:colId xmlns:a16="http://schemas.microsoft.com/office/drawing/2014/main" val="1314386756"/>
                    </a:ext>
                  </a:extLst>
                </a:gridCol>
                <a:gridCol w="2119999">
                  <a:extLst>
                    <a:ext uri="{9D8B030D-6E8A-4147-A177-3AD203B41FA5}">
                      <a16:colId xmlns:a16="http://schemas.microsoft.com/office/drawing/2014/main" val="1979083125"/>
                    </a:ext>
                  </a:extLst>
                </a:gridCol>
                <a:gridCol w="2119999">
                  <a:extLst>
                    <a:ext uri="{9D8B030D-6E8A-4147-A177-3AD203B41FA5}">
                      <a16:colId xmlns:a16="http://schemas.microsoft.com/office/drawing/2014/main" val="3735742826"/>
                    </a:ext>
                  </a:extLst>
                </a:gridCol>
                <a:gridCol w="2119999">
                  <a:extLst>
                    <a:ext uri="{9D8B030D-6E8A-4147-A177-3AD203B41FA5}">
                      <a16:colId xmlns:a16="http://schemas.microsoft.com/office/drawing/2014/main" val="1470084288"/>
                    </a:ext>
                  </a:extLst>
                </a:gridCol>
                <a:gridCol w="2119999">
                  <a:extLst>
                    <a:ext uri="{9D8B030D-6E8A-4147-A177-3AD203B41FA5}">
                      <a16:colId xmlns:a16="http://schemas.microsoft.com/office/drawing/2014/main" val="37907216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206.0.68.0/23</a:t>
                      </a:r>
                      <a:endParaRPr lang="zh-CN" altLang="en-US" sz="1600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1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206</a:t>
                      </a:r>
                      <a:endParaRPr lang="zh-CN" altLang="en-US" sz="1600" b="1" baseline="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1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0</a:t>
                      </a:r>
                      <a:endParaRPr lang="zh-CN" altLang="en-US" sz="1600" b="1" baseline="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1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0100 010</a:t>
                      </a:r>
                      <a:r>
                        <a:rPr lang="en-US" altLang="zh-CN" sz="1600" b="0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+mn-cs"/>
                        </a:rPr>
                        <a:t>0</a:t>
                      </a:r>
                      <a:endParaRPr lang="zh-CN" altLang="en-US" sz="1600" b="0" kern="120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0000 0000</a:t>
                      </a:r>
                      <a:endParaRPr lang="zh-CN" altLang="en-US" sz="1600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30175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206.0.70.0/24</a:t>
                      </a:r>
                      <a:endParaRPr lang="zh-CN" altLang="en-US" sz="1600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1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206</a:t>
                      </a:r>
                      <a:endParaRPr lang="zh-CN" altLang="en-US" sz="1600" b="1" baseline="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1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0</a:t>
                      </a:r>
                      <a:endParaRPr lang="zh-CN" altLang="en-US" sz="1600" b="1" baseline="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1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0100 0110</a:t>
                      </a:r>
                      <a:endParaRPr lang="zh-CN" altLang="en-US" sz="1600" b="1" baseline="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0000 0000</a:t>
                      </a:r>
                      <a:endParaRPr lang="zh-CN" altLang="en-US" sz="1600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42924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aseline="0" dirty="0"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206.0.71.0/25</a:t>
                      </a:r>
                      <a:endParaRPr lang="zh-CN" altLang="en-US" sz="1600" baseline="0" dirty="0"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1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206</a:t>
                      </a:r>
                      <a:endParaRPr lang="zh-CN" altLang="en-US" sz="1600" b="1" baseline="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1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0</a:t>
                      </a:r>
                      <a:endParaRPr lang="zh-CN" altLang="en-US" sz="1600" b="1" baseline="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1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0100 0111</a:t>
                      </a:r>
                      <a:endParaRPr lang="zh-CN" altLang="en-US" sz="1600" b="1" baseline="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1" kern="1200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+mn-cs"/>
                        </a:rPr>
                        <a:t>0</a:t>
                      </a:r>
                      <a:r>
                        <a:rPr lang="en-US" altLang="zh-CN" sz="1600" baseline="0" dirty="0"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000 0000</a:t>
                      </a:r>
                      <a:endParaRPr lang="zh-CN" altLang="en-US" sz="1600" baseline="0" dirty="0"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89794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aseline="0" dirty="0"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206.0.71.128/25</a:t>
                      </a:r>
                      <a:endParaRPr lang="zh-CN" altLang="en-US" sz="1600" baseline="0" dirty="0"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1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206</a:t>
                      </a:r>
                      <a:endParaRPr lang="zh-CN" altLang="en-US" sz="1600" b="1" baseline="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1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0</a:t>
                      </a:r>
                      <a:endParaRPr lang="zh-CN" altLang="en-US" sz="1600" b="1" baseline="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1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0100 0111</a:t>
                      </a:r>
                      <a:endParaRPr lang="zh-CN" altLang="en-US" sz="1600" b="1" baseline="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1" kern="1200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+mn-cs"/>
                        </a:rPr>
                        <a:t>1</a:t>
                      </a:r>
                      <a:r>
                        <a:rPr lang="en-US" altLang="zh-CN" sz="1600" baseline="0" dirty="0"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000 0000</a:t>
                      </a:r>
                      <a:endParaRPr lang="zh-CN" altLang="en-US" sz="1600" baseline="0" dirty="0"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30362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endParaRPr lang="zh-CN" altLang="en-US" sz="1600" baseline="0" dirty="0"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CN" altLang="en-US" sz="1600" b="1" baseline="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CN" altLang="en-US" sz="1600" b="1" baseline="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CN" altLang="en-US" sz="1600" b="1" baseline="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CN" altLang="en-US" sz="1600" baseline="0" dirty="0"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58507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共同前缀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1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206</a:t>
                      </a:r>
                      <a:endParaRPr lang="zh-CN" altLang="en-US" sz="1600" b="1" baseline="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1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0</a:t>
                      </a:r>
                      <a:endParaRPr lang="zh-CN" altLang="en-US" sz="1600" b="1" baseline="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1" kern="1200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+mn-cs"/>
                        </a:rPr>
                        <a:t>0100 01</a:t>
                      </a:r>
                      <a:r>
                        <a:rPr lang="en-US" altLang="zh-CN" sz="1600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00</a:t>
                      </a:r>
                      <a:endParaRPr lang="zh-CN" altLang="en-US" sz="1600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0000 0000</a:t>
                      </a:r>
                      <a:endParaRPr lang="zh-CN" altLang="en-US" sz="1600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6292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聚合网络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206</a:t>
                      </a:r>
                      <a:endParaRPr lang="zh-CN" altLang="en-US" sz="1600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0</a:t>
                      </a:r>
                      <a:endParaRPr lang="zh-CN" altLang="en-US" sz="1600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64</a:t>
                      </a:r>
                      <a:endParaRPr lang="zh-CN" altLang="en-US" sz="1600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0</a:t>
                      </a:r>
                      <a:endParaRPr lang="zh-CN" altLang="en-US" sz="1600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337938"/>
                  </a:ext>
                </a:extLst>
              </a:tr>
              <a:tr h="370840">
                <a:tc gridSpan="5">
                  <a:txBody>
                    <a:bodyPr/>
                    <a:lstStyle/>
                    <a:p>
                      <a:pPr algn="ctr"/>
                      <a:r>
                        <a:rPr lang="en-US" altLang="zh-CN" sz="1600" b="1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206.0.64.0/22</a:t>
                      </a:r>
                      <a:endParaRPr lang="zh-CN" altLang="en-US" sz="1600" b="1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zh-CN" altLang="en-US" sz="1600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zh-CN" altLang="en-US" sz="1600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zh-CN" altLang="en-US" sz="1600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zh-CN" altLang="en-US" sz="1600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04247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835548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E0349F97-87AA-495C-825D-01C7E2B971B5}"/>
              </a:ext>
            </a:extLst>
          </p:cNvPr>
          <p:cNvSpPr/>
          <p:nvPr/>
        </p:nvSpPr>
        <p:spPr>
          <a:xfrm>
            <a:off x="796002" y="540070"/>
            <a:ext cx="10599996" cy="144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B461951-DB78-4AEC-AFBA-0F0948E10144}"/>
              </a:ext>
            </a:extLst>
          </p:cNvPr>
          <p:cNvSpPr txBox="1"/>
          <p:nvPr/>
        </p:nvSpPr>
        <p:spPr>
          <a:xfrm>
            <a:off x="1268397" y="659906"/>
            <a:ext cx="724749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tabLst>
                <a:tab pos="5040000" algn="l"/>
              </a:tabLst>
            </a:pPr>
            <a:r>
              <a:rPr lang="zh-CN" altLang="en-US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已知路由器中的</a:t>
            </a:r>
            <a:r>
              <a:rPr lang="en-US" altLang="zh-CN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条路由分别如下。请问是否可以聚合成为一条路由？</a:t>
            </a:r>
          </a:p>
          <a:p>
            <a:pPr algn="l">
              <a:tabLst>
                <a:tab pos="5040000" algn="l"/>
              </a:tabLst>
            </a:pPr>
            <a:r>
              <a:rPr lang="zh-CN" altLang="en-US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如果可以，请写出聚合后的路由；如果不可以，请说明原因。</a:t>
            </a:r>
          </a:p>
          <a:p>
            <a:pPr algn="l">
              <a:tabLst>
                <a:tab pos="5040000" algn="l"/>
              </a:tabLst>
            </a:pPr>
            <a:r>
              <a:rPr lang="en-US" altLang="zh-CN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192.168.16.0/25	192.168.16.193</a:t>
            </a:r>
          </a:p>
          <a:p>
            <a:pPr algn="l">
              <a:tabLst>
                <a:tab pos="5040000" algn="l"/>
              </a:tabLst>
            </a:pPr>
            <a:r>
              <a:rPr lang="en-US" altLang="zh-CN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192.168.16.128/26	192.168.16.193</a:t>
            </a:r>
          </a:p>
        </p:txBody>
      </p:sp>
      <p:graphicFrame>
        <p:nvGraphicFramePr>
          <p:cNvPr id="8" name="表格 10">
            <a:extLst>
              <a:ext uri="{FF2B5EF4-FFF2-40B4-BE49-F238E27FC236}">
                <a16:creationId xmlns:a16="http://schemas.microsoft.com/office/drawing/2014/main" id="{73403954-1E93-45A2-88DA-35B7A83A035F}"/>
              </a:ext>
            </a:extLst>
          </p:cNvPr>
          <p:cNvGraphicFramePr>
            <a:graphicFrameLocks noGrp="1"/>
          </p:cNvGraphicFramePr>
          <p:nvPr/>
        </p:nvGraphicFramePr>
        <p:xfrm>
          <a:off x="796001" y="3959450"/>
          <a:ext cx="10599995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0657">
                  <a:extLst>
                    <a:ext uri="{9D8B030D-6E8A-4147-A177-3AD203B41FA5}">
                      <a16:colId xmlns:a16="http://schemas.microsoft.com/office/drawing/2014/main" val="1314386756"/>
                    </a:ext>
                  </a:extLst>
                </a:gridCol>
                <a:gridCol w="1909341">
                  <a:extLst>
                    <a:ext uri="{9D8B030D-6E8A-4147-A177-3AD203B41FA5}">
                      <a16:colId xmlns:a16="http://schemas.microsoft.com/office/drawing/2014/main" val="1979083125"/>
                    </a:ext>
                  </a:extLst>
                </a:gridCol>
                <a:gridCol w="2119999">
                  <a:extLst>
                    <a:ext uri="{9D8B030D-6E8A-4147-A177-3AD203B41FA5}">
                      <a16:colId xmlns:a16="http://schemas.microsoft.com/office/drawing/2014/main" val="3735742826"/>
                    </a:ext>
                  </a:extLst>
                </a:gridCol>
                <a:gridCol w="2119999">
                  <a:extLst>
                    <a:ext uri="{9D8B030D-6E8A-4147-A177-3AD203B41FA5}">
                      <a16:colId xmlns:a16="http://schemas.microsoft.com/office/drawing/2014/main" val="1470084288"/>
                    </a:ext>
                  </a:extLst>
                </a:gridCol>
                <a:gridCol w="2119999">
                  <a:extLst>
                    <a:ext uri="{9D8B030D-6E8A-4147-A177-3AD203B41FA5}">
                      <a16:colId xmlns:a16="http://schemas.microsoft.com/office/drawing/2014/main" val="37907216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192.168.16.0/25</a:t>
                      </a:r>
                      <a:endParaRPr lang="zh-CN" altLang="en-US" sz="1600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1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192</a:t>
                      </a:r>
                      <a:endParaRPr lang="zh-CN" altLang="en-US" sz="1600" b="1" baseline="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1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168</a:t>
                      </a:r>
                      <a:endParaRPr lang="zh-CN" altLang="en-US" sz="1600" b="1" baseline="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1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16</a:t>
                      </a:r>
                      <a:endParaRPr lang="zh-CN" altLang="en-US" sz="1600" b="0" kern="120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1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0</a:t>
                      </a:r>
                      <a:r>
                        <a:rPr lang="en-US" altLang="zh-CN" sz="1600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000 0000</a:t>
                      </a:r>
                      <a:endParaRPr lang="zh-CN" altLang="en-US" sz="1600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30175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192.168.16.128/26</a:t>
                      </a:r>
                      <a:endParaRPr lang="zh-CN" altLang="en-US" sz="1600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1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192</a:t>
                      </a:r>
                      <a:endParaRPr lang="zh-CN" altLang="en-US" sz="1600" b="1" baseline="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1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168</a:t>
                      </a:r>
                      <a:endParaRPr lang="zh-CN" altLang="en-US" sz="1600" b="1" baseline="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1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16</a:t>
                      </a:r>
                      <a:endParaRPr lang="zh-CN" altLang="en-US" sz="1600" b="1" baseline="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1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1</a:t>
                      </a:r>
                      <a:r>
                        <a:rPr lang="en-US" altLang="zh-CN" sz="1600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000 0000</a:t>
                      </a:r>
                      <a:endParaRPr lang="zh-CN" altLang="en-US" sz="1600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42924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endParaRPr lang="zh-CN" altLang="en-US" sz="1600" baseline="0" dirty="0"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CN" altLang="en-US" sz="1600" b="1" baseline="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CN" altLang="en-US" sz="1600" b="1" baseline="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CN" altLang="en-US" sz="1600" b="1" baseline="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CN" altLang="en-US" sz="1600" baseline="0" dirty="0"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58507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共同前缀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1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192</a:t>
                      </a:r>
                      <a:endParaRPr lang="zh-CN" altLang="en-US" sz="1600" b="1" baseline="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1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168</a:t>
                      </a:r>
                      <a:endParaRPr lang="zh-CN" altLang="en-US" sz="1600" b="1" baseline="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1" kern="1200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+mn-cs"/>
                        </a:rPr>
                        <a:t>16</a:t>
                      </a:r>
                      <a:endParaRPr lang="zh-CN" altLang="en-US" sz="1600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0000 0000</a:t>
                      </a:r>
                      <a:endParaRPr lang="zh-CN" altLang="en-US" sz="1600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6292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聚合网络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192</a:t>
                      </a:r>
                      <a:endParaRPr lang="zh-CN" altLang="en-US" sz="1600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168</a:t>
                      </a:r>
                      <a:endParaRPr lang="zh-CN" altLang="en-US" sz="1600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16</a:t>
                      </a:r>
                      <a:endParaRPr lang="zh-CN" altLang="en-US" sz="1600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0</a:t>
                      </a:r>
                      <a:endParaRPr lang="zh-CN" altLang="en-US" sz="1600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337938"/>
                  </a:ext>
                </a:extLst>
              </a:tr>
              <a:tr h="370840">
                <a:tc gridSpan="5">
                  <a:txBody>
                    <a:bodyPr/>
                    <a:lstStyle/>
                    <a:p>
                      <a:pPr algn="ctr"/>
                      <a:r>
                        <a:rPr lang="en-US" altLang="zh-CN" sz="1600" b="1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192.168.16.0/24 192.168.16.193</a:t>
                      </a:r>
                      <a:endParaRPr lang="zh-CN" altLang="en-US" sz="1600" b="1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zh-CN" altLang="en-US" sz="1600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zh-CN" altLang="en-US" sz="1600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zh-CN" altLang="en-US" sz="1600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zh-CN" altLang="en-US" sz="1600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04247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348908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E0349F97-87AA-495C-825D-01C7E2B971B5}"/>
              </a:ext>
            </a:extLst>
          </p:cNvPr>
          <p:cNvSpPr/>
          <p:nvPr/>
        </p:nvSpPr>
        <p:spPr>
          <a:xfrm>
            <a:off x="796002" y="856546"/>
            <a:ext cx="1012016" cy="54622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19ACC46-1FB4-4F66-8A64-EFD7E6A38DAF}"/>
              </a:ext>
            </a:extLst>
          </p:cNvPr>
          <p:cNvSpPr/>
          <p:nvPr/>
        </p:nvSpPr>
        <p:spPr>
          <a:xfrm>
            <a:off x="796001" y="2482028"/>
            <a:ext cx="1012016" cy="54622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B461951-DB78-4AEC-AFBA-0F0948E10144}"/>
              </a:ext>
            </a:extLst>
          </p:cNvPr>
          <p:cNvSpPr txBox="1"/>
          <p:nvPr/>
        </p:nvSpPr>
        <p:spPr>
          <a:xfrm>
            <a:off x="796002" y="856546"/>
            <a:ext cx="10599997" cy="37971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tabLst>
                <a:tab pos="5040000" algn="l"/>
              </a:tabLst>
            </a:pPr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真题</a:t>
            </a:r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】</a:t>
            </a:r>
            <a:r>
              <a:rPr lang="zh-CN" altLang="en-US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子网</a:t>
            </a:r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192.168.4.0/30</a:t>
            </a:r>
            <a:r>
              <a:rPr lang="zh-CN" altLang="en-US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中，能接收目的地址为</a:t>
            </a:r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192.168.4.3</a:t>
            </a:r>
            <a:r>
              <a:rPr lang="zh-CN" altLang="en-US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的</a:t>
            </a:r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IP</a:t>
            </a:r>
            <a:r>
              <a:rPr lang="zh-CN" altLang="en-US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分组的最大主机数是（）。</a:t>
            </a:r>
            <a:endParaRPr lang="en-US" altLang="zh-CN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  <a:tabLst>
                <a:tab pos="720000" algn="l"/>
                <a:tab pos="2160000" algn="l"/>
                <a:tab pos="3600000" algn="l"/>
                <a:tab pos="5040000" algn="l"/>
              </a:tabLst>
            </a:pPr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	A:0	B:1	C:2	D:4</a:t>
            </a:r>
          </a:p>
          <a:p>
            <a:pPr algn="l">
              <a:lnSpc>
                <a:spcPct val="150000"/>
              </a:lnSpc>
              <a:tabLst>
                <a:tab pos="720000" algn="l"/>
                <a:tab pos="2160000" algn="l"/>
                <a:tab pos="3600000" algn="l"/>
                <a:tab pos="5040000" algn="l"/>
              </a:tabLst>
            </a:pPr>
            <a:endParaRPr lang="en-US" altLang="zh-CN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  <a:tabLst>
                <a:tab pos="720000" algn="l"/>
                <a:tab pos="2160000" algn="l"/>
                <a:tab pos="3600000" algn="l"/>
                <a:tab pos="5040000" algn="l"/>
              </a:tabLst>
            </a:pPr>
            <a:endParaRPr lang="en-US" altLang="zh-CN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  <a:tabLst>
                <a:tab pos="720000" algn="l"/>
                <a:tab pos="2160000" algn="l"/>
                <a:tab pos="3600000" algn="l"/>
                <a:tab pos="5040000" algn="l"/>
              </a:tabLst>
            </a:pPr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真题</a:t>
            </a:r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】</a:t>
            </a:r>
            <a:r>
              <a:rPr lang="zh-CN" altLang="en-US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某路由表中有，其目的网络地址分别为：</a:t>
            </a:r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35.230.32.0/21</a:t>
            </a:r>
            <a:r>
              <a:rPr lang="zh-CN" altLang="en-US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35.230.40</a:t>
            </a:r>
            <a:r>
              <a:rPr lang="zh-CN" altLang="en-US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0/21</a:t>
            </a:r>
            <a:r>
              <a:rPr lang="zh-CN" altLang="en-US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35.230.48.0/21</a:t>
            </a:r>
            <a:r>
              <a:rPr lang="zh-CN" altLang="en-US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35.230.56.0/21</a:t>
            </a:r>
            <a:r>
              <a:rPr lang="zh-CN" altLang="en-US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，将这</a:t>
            </a:r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4</a:t>
            </a:r>
            <a:r>
              <a:rPr lang="zh-CN" altLang="en-US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条路由聚合后的目的网络地址是（）。</a:t>
            </a:r>
          </a:p>
          <a:p>
            <a:pPr algn="l">
              <a:lnSpc>
                <a:spcPct val="150000"/>
              </a:lnSpc>
              <a:tabLst>
                <a:tab pos="720000" algn="l"/>
                <a:tab pos="2160000" algn="l"/>
                <a:tab pos="3600000" algn="l"/>
                <a:tab pos="5040000" algn="l"/>
              </a:tabLst>
            </a:pPr>
            <a:r>
              <a:rPr lang="zh-CN" altLang="en-US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	</a:t>
            </a:r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A:35.230.0.0/19	B:35.230.0.0/20</a:t>
            </a:r>
          </a:p>
          <a:p>
            <a:pPr algn="l">
              <a:lnSpc>
                <a:spcPct val="150000"/>
              </a:lnSpc>
              <a:tabLst>
                <a:tab pos="720000" algn="l"/>
                <a:tab pos="2160000" algn="l"/>
                <a:tab pos="3600000" algn="l"/>
                <a:tab pos="5040000" algn="l"/>
              </a:tabLst>
            </a:pPr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	C:35.230.32.0/19	D:35.230.32.0/20</a:t>
            </a:r>
          </a:p>
          <a:p>
            <a:pPr algn="l">
              <a:lnSpc>
                <a:spcPct val="150000"/>
              </a:lnSpc>
              <a:tabLst>
                <a:tab pos="720000" algn="l"/>
                <a:tab pos="2160000" algn="l"/>
                <a:tab pos="3600000" algn="l"/>
                <a:tab pos="5040000" algn="l"/>
              </a:tabLst>
            </a:pPr>
            <a:endParaRPr lang="en-US" altLang="zh-CN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49917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3879F57-6618-4C79-8E65-02F4C56A0F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15509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表格 20">
            <a:extLst>
              <a:ext uri="{FF2B5EF4-FFF2-40B4-BE49-F238E27FC236}">
                <a16:creationId xmlns:a16="http://schemas.microsoft.com/office/drawing/2014/main" id="{3B4AB4DA-BB89-4C5F-A542-5BCB67C583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5375549"/>
              </p:ext>
            </p:extLst>
          </p:nvPr>
        </p:nvGraphicFramePr>
        <p:xfrm>
          <a:off x="6096001" y="998247"/>
          <a:ext cx="5299995" cy="46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99995">
                  <a:extLst>
                    <a:ext uri="{9D8B030D-6E8A-4147-A177-3AD203B41FA5}">
                      <a16:colId xmlns:a16="http://schemas.microsoft.com/office/drawing/2014/main" val="3018378645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r>
                        <a:rPr lang="zh-CN" altLang="en-US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含义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96481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使用不同的子网掩码划分子网</a:t>
                      </a:r>
                      <a:endParaRPr lang="en-US" altLang="zh-CN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不会造成</a:t>
                      </a:r>
                      <a:r>
                        <a:rPr lang="en-US" altLang="zh-CN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IP</a:t>
                      </a:r>
                      <a:r>
                        <a:rPr lang="zh-CN" altLang="en-US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地址的浪费</a:t>
                      </a:r>
                    </a:p>
                  </a:txBody>
                  <a:tcPr marT="144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2073940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8924729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2178995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8949744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4155897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含义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034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kern="100" dirty="0"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使用相同的子网掩码划分子网</a:t>
                      </a:r>
                      <a:endParaRPr lang="en-US" altLang="zh-CN" kern="100" dirty="0"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kern="100" dirty="0"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每个子网的</a:t>
                      </a:r>
                      <a:r>
                        <a:rPr lang="en-US" altLang="zh-CN" kern="100" dirty="0"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IP</a:t>
                      </a:r>
                      <a:r>
                        <a:rPr lang="zh-CN" altLang="en-US" kern="100" dirty="0"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地址数量相同，容易造成浪费</a:t>
                      </a:r>
                      <a:endParaRPr lang="en-US" altLang="zh-CN" kern="100" dirty="0"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144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1663328"/>
                  </a:ext>
                </a:extLst>
              </a:tr>
            </a:tbl>
          </a:graphicData>
        </a:graphic>
      </p:graphicFrame>
      <p:sp>
        <p:nvSpPr>
          <p:cNvPr id="15" name="矩形 14">
            <a:extLst>
              <a:ext uri="{FF2B5EF4-FFF2-40B4-BE49-F238E27FC236}">
                <a16:creationId xmlns:a16="http://schemas.microsoft.com/office/drawing/2014/main" id="{D2346977-1D27-4356-933F-E804D19E1FBC}"/>
              </a:ext>
            </a:extLst>
          </p:cNvPr>
          <p:cNvSpPr/>
          <p:nvPr/>
        </p:nvSpPr>
        <p:spPr>
          <a:xfrm>
            <a:off x="796002" y="738965"/>
            <a:ext cx="4801314" cy="54455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E977B2F6-FF92-42F6-8631-B24E5B718259}"/>
              </a:ext>
            </a:extLst>
          </p:cNvPr>
          <p:cNvGrpSpPr/>
          <p:nvPr/>
        </p:nvGrpSpPr>
        <p:grpSpPr>
          <a:xfrm>
            <a:off x="796005" y="4108012"/>
            <a:ext cx="4801314" cy="2014923"/>
            <a:chOff x="796005" y="3461867"/>
            <a:chExt cx="4801314" cy="2014923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8889A50E-C7EA-4440-BABC-75AAEABF7092}"/>
                </a:ext>
              </a:extLst>
            </p:cNvPr>
            <p:cNvSpPr txBox="1"/>
            <p:nvPr/>
          </p:nvSpPr>
          <p:spPr>
            <a:xfrm>
              <a:off x="796005" y="3461867"/>
              <a:ext cx="4801314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6000" kern="1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定长子网掩码</a:t>
              </a: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5358BECF-3C74-4FCC-9C38-28C2CC55ECB2}"/>
                </a:ext>
              </a:extLst>
            </p:cNvPr>
            <p:cNvSpPr txBox="1"/>
            <p:nvPr/>
          </p:nvSpPr>
          <p:spPr>
            <a:xfrm>
              <a:off x="2373863" y="4349093"/>
              <a:ext cx="1659430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4800" kern="100" dirty="0">
                  <a:solidFill>
                    <a:schemeClr val="bg1"/>
                  </a:solidFill>
                  <a:latin typeface="Courier New" panose="02070309020205020404" pitchFamily="49" charset="0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FLSM</a:t>
              </a:r>
              <a:endParaRPr lang="zh-CN" altLang="en-US" sz="4800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BA6118E1-8365-44EA-BC21-CA2C5C59D5B8}"/>
                </a:ext>
              </a:extLst>
            </p:cNvPr>
            <p:cNvSpPr txBox="1"/>
            <p:nvPr/>
          </p:nvSpPr>
          <p:spPr>
            <a:xfrm>
              <a:off x="1264587" y="5076680"/>
              <a:ext cx="387798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2000" kern="100" dirty="0">
                  <a:solidFill>
                    <a:schemeClr val="bg1"/>
                  </a:solidFill>
                  <a:latin typeface="Courier New" panose="02070309020205020404" pitchFamily="49" charset="0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Fixed Length Subnet Mask</a:t>
              </a:r>
              <a:endParaRPr lang="zh-CN" altLang="en-US" sz="2000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70F02BD2-3CE3-49D4-9E77-4DB1A42E1EB6}"/>
              </a:ext>
            </a:extLst>
          </p:cNvPr>
          <p:cNvGrpSpPr/>
          <p:nvPr/>
        </p:nvGrpSpPr>
        <p:grpSpPr>
          <a:xfrm>
            <a:off x="796003" y="738965"/>
            <a:ext cx="4801314" cy="2014923"/>
            <a:chOff x="796006" y="3461867"/>
            <a:chExt cx="4801314" cy="2014923"/>
          </a:xfrm>
        </p:grpSpPr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443A4581-6A04-4A26-BBE2-0B172F2FE564}"/>
                </a:ext>
              </a:extLst>
            </p:cNvPr>
            <p:cNvSpPr txBox="1"/>
            <p:nvPr/>
          </p:nvSpPr>
          <p:spPr>
            <a:xfrm>
              <a:off x="796006" y="3461867"/>
              <a:ext cx="4801314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6000" kern="1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变长子网掩码</a:t>
              </a: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41FFB41A-1A71-4A47-9636-B244B3ACD857}"/>
                </a:ext>
              </a:extLst>
            </p:cNvPr>
            <p:cNvSpPr txBox="1"/>
            <p:nvPr/>
          </p:nvSpPr>
          <p:spPr>
            <a:xfrm>
              <a:off x="2373863" y="4349093"/>
              <a:ext cx="1659430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4800" kern="100" dirty="0">
                  <a:solidFill>
                    <a:schemeClr val="bg1"/>
                  </a:solidFill>
                  <a:latin typeface="Courier New" panose="02070309020205020404" pitchFamily="49" charset="0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VLSM</a:t>
              </a:r>
              <a:endParaRPr lang="zh-CN" altLang="en-US" sz="4800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036CB985-DF3E-4382-A048-CDD5BAE6D8D5}"/>
                </a:ext>
              </a:extLst>
            </p:cNvPr>
            <p:cNvSpPr txBox="1"/>
            <p:nvPr/>
          </p:nvSpPr>
          <p:spPr>
            <a:xfrm>
              <a:off x="1033756" y="5076680"/>
              <a:ext cx="433965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2000" kern="100" dirty="0">
                  <a:solidFill>
                    <a:schemeClr val="bg1"/>
                  </a:solidFill>
                  <a:latin typeface="Courier New" panose="02070309020205020404" pitchFamily="49" charset="0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Variable Length Subnet Mask</a:t>
              </a:r>
              <a:endParaRPr lang="zh-CN" altLang="en-US" sz="2000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893907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1E4BF45E-6144-4F18-9F05-4CAF2909E0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5487" y="1899933"/>
            <a:ext cx="8201025" cy="4257675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A1F68527-8488-4FF5-A7F4-526A740C1CBD}"/>
              </a:ext>
            </a:extLst>
          </p:cNvPr>
          <p:cNvSpPr/>
          <p:nvPr/>
        </p:nvSpPr>
        <p:spPr>
          <a:xfrm>
            <a:off x="796002" y="540070"/>
            <a:ext cx="10599996" cy="864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9C4B8E2-7278-4520-9C2B-E338DF078274}"/>
              </a:ext>
            </a:extLst>
          </p:cNvPr>
          <p:cNvSpPr txBox="1"/>
          <p:nvPr/>
        </p:nvSpPr>
        <p:spPr>
          <a:xfrm>
            <a:off x="927819" y="613739"/>
            <a:ext cx="103363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5040000" algn="l"/>
              </a:tabLst>
            </a:pPr>
            <a:r>
              <a:rPr lang="zh-CN" altLang="en-US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已知分配到的</a:t>
            </a:r>
            <a:r>
              <a:rPr lang="en-US" altLang="zh-CN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C</a:t>
            </a:r>
            <a:r>
              <a:rPr lang="zh-CN" altLang="en-US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类网络为</a:t>
            </a:r>
            <a:r>
              <a:rPr lang="en-US" altLang="zh-CN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218.75.230.0</a:t>
            </a:r>
            <a:r>
              <a:rPr lang="zh-CN" altLang="en-US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，按下图需求采用定长子网掩码划分子网，请给出子网掩码、各子网的</a:t>
            </a:r>
            <a:r>
              <a:rPr lang="en-US" altLang="zh-CN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IP</a:t>
            </a:r>
            <a:r>
              <a:rPr lang="zh-CN" altLang="en-US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地址、各主机的</a:t>
            </a:r>
            <a:r>
              <a:rPr lang="en-US" altLang="zh-CN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IP</a:t>
            </a:r>
            <a:r>
              <a:rPr lang="zh-CN" altLang="en-US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地址以及路由器每个接口的</a:t>
            </a:r>
            <a:r>
              <a:rPr lang="en-US" altLang="zh-CN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IP</a:t>
            </a:r>
            <a:r>
              <a:rPr lang="zh-CN" altLang="en-US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地址。</a:t>
            </a:r>
            <a:endParaRPr lang="en-US" altLang="zh-CN" kern="100" dirty="0">
              <a:solidFill>
                <a:schemeClr val="bg1"/>
              </a:solidFill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B4E6AA05-D187-422B-AEA4-96BAD4F2678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定长子网掩码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E90726EE-5AD6-4A9E-9B17-71DE58B0598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860000" y="6275890"/>
            <a:ext cx="2472000" cy="263149"/>
          </a:xfrm>
        </p:spPr>
        <p:txBody>
          <a:bodyPr/>
          <a:lstStyle/>
          <a:p>
            <a:r>
              <a:rPr lang="en-US" altLang="zh-CN" dirty="0"/>
              <a:t>FLSM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080974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1E4BF45E-6144-4F18-9F05-4CAF2909E0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5488" y="1899933"/>
            <a:ext cx="8201025" cy="4257675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A1F68527-8488-4FF5-A7F4-526A740C1CBD}"/>
              </a:ext>
            </a:extLst>
          </p:cNvPr>
          <p:cNvSpPr/>
          <p:nvPr/>
        </p:nvSpPr>
        <p:spPr>
          <a:xfrm>
            <a:off x="796002" y="540070"/>
            <a:ext cx="10599996" cy="864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9C4B8E2-7278-4520-9C2B-E338DF078274}"/>
              </a:ext>
            </a:extLst>
          </p:cNvPr>
          <p:cNvSpPr txBox="1"/>
          <p:nvPr/>
        </p:nvSpPr>
        <p:spPr>
          <a:xfrm>
            <a:off x="927819" y="613739"/>
            <a:ext cx="103363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5040000" algn="l"/>
              </a:tabLst>
            </a:pPr>
            <a:r>
              <a:rPr lang="zh-CN" altLang="en-US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已知分配到的地址块为</a:t>
            </a:r>
            <a:r>
              <a:rPr lang="en-US" altLang="zh-CN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218.75.230.0/24</a:t>
            </a:r>
            <a:r>
              <a:rPr lang="zh-CN" altLang="en-US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，按下图需求给出各网络分配的地址块。</a:t>
            </a:r>
            <a:endParaRPr lang="en-US" altLang="zh-CN" kern="100" dirty="0">
              <a:solidFill>
                <a:schemeClr val="bg1"/>
              </a:solidFill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B4E6AA05-D187-422B-AEA4-96BAD4F2678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变长子网掩码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E90726EE-5AD6-4A9E-9B17-71DE58B0598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860000" y="6275890"/>
            <a:ext cx="2472000" cy="263149"/>
          </a:xfrm>
        </p:spPr>
        <p:txBody>
          <a:bodyPr/>
          <a:lstStyle/>
          <a:p>
            <a:r>
              <a:rPr lang="en-US" altLang="zh-CN" dirty="0"/>
              <a:t>FLSM</a:t>
            </a:r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5492CD1-B6B4-44FC-A68A-827EC7FE609F}"/>
              </a:ext>
            </a:extLst>
          </p:cNvPr>
          <p:cNvSpPr txBox="1"/>
          <p:nvPr/>
        </p:nvSpPr>
        <p:spPr>
          <a:xfrm>
            <a:off x="267129" y="1789469"/>
            <a:ext cx="2357377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tabLst>
                <a:tab pos="1620000" algn="l"/>
              </a:tabLst>
            </a:pP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主机</a:t>
            </a:r>
            <a:r>
              <a:rPr lang="en-US" altLang="zh-CN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	6</a:t>
            </a: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个</a:t>
            </a:r>
            <a:endParaRPr lang="en-US" altLang="zh-CN" sz="1400" b="1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algn="l">
              <a:tabLst>
                <a:tab pos="1620000" algn="l"/>
              </a:tabLst>
            </a:pP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网络地址</a:t>
            </a:r>
            <a:r>
              <a:rPr lang="en-US" altLang="zh-CN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	1</a:t>
            </a: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个</a:t>
            </a:r>
            <a:endParaRPr lang="en-US" altLang="zh-CN" sz="1400" b="1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algn="l">
              <a:tabLst>
                <a:tab pos="1620000" algn="l"/>
              </a:tabLst>
            </a:pP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广播地址</a:t>
            </a:r>
            <a:r>
              <a:rPr lang="en-US" altLang="zh-CN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	1</a:t>
            </a: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个</a:t>
            </a:r>
            <a:endParaRPr lang="en-US" altLang="zh-CN" sz="1400" b="1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algn="l">
              <a:tabLst>
                <a:tab pos="1620000" algn="l"/>
              </a:tabLst>
            </a:pP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路由器接口地址</a:t>
            </a:r>
            <a:r>
              <a:rPr lang="en-US" altLang="zh-CN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	1</a:t>
            </a: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个</a:t>
            </a:r>
            <a:endParaRPr lang="en-US" altLang="zh-CN" sz="1400" b="1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algn="l">
              <a:tabLst>
                <a:tab pos="1620000" algn="l"/>
              </a:tabLst>
            </a:pP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合计</a:t>
            </a:r>
            <a:r>
              <a:rPr lang="en-US" altLang="zh-CN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	9</a:t>
            </a: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个</a:t>
            </a:r>
            <a:endParaRPr lang="en-US" altLang="zh-CN" sz="1400" b="1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algn="l">
              <a:tabLst>
                <a:tab pos="1620000" algn="l"/>
              </a:tabLst>
            </a:pP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主机号数量</a:t>
            </a:r>
            <a:r>
              <a:rPr lang="en-US" altLang="zh-CN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	</a:t>
            </a:r>
            <a:r>
              <a:rPr lang="en-US" altLang="zh-CN" sz="1400" b="1" kern="100" dirty="0">
                <a:solidFill>
                  <a:srgbClr val="C00000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4bit</a:t>
            </a:r>
          </a:p>
          <a:p>
            <a:pPr>
              <a:tabLst>
                <a:tab pos="1620000" algn="l"/>
              </a:tabLst>
            </a:pP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块大小</a:t>
            </a:r>
            <a:r>
              <a:rPr lang="en-US" altLang="zh-CN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	</a:t>
            </a:r>
            <a:r>
              <a:rPr lang="en-US" altLang="zh-CN" sz="1400" b="1" kern="100" dirty="0">
                <a:solidFill>
                  <a:srgbClr val="C00000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16</a:t>
            </a:r>
          </a:p>
          <a:p>
            <a:pPr algn="l">
              <a:tabLst>
                <a:tab pos="1620000" algn="l"/>
              </a:tabLst>
            </a:pP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地址前缀</a:t>
            </a:r>
            <a:r>
              <a:rPr lang="en-US" altLang="zh-CN" sz="1400" b="1" kern="100" dirty="0">
                <a:solidFill>
                  <a:srgbClr val="C00000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	28bit</a:t>
            </a:r>
            <a:endParaRPr lang="zh-CN" altLang="en-US" sz="1400" b="1" kern="100" dirty="0">
              <a:solidFill>
                <a:srgbClr val="C00000"/>
              </a:solidFill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A989CF4-9D91-4014-A1D2-FCF895EAA2FF}"/>
              </a:ext>
            </a:extLst>
          </p:cNvPr>
          <p:cNvSpPr txBox="1"/>
          <p:nvPr/>
        </p:nvSpPr>
        <p:spPr>
          <a:xfrm>
            <a:off x="267129" y="4344436"/>
            <a:ext cx="2357377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tabLst>
                <a:tab pos="1620000" algn="l"/>
              </a:tabLst>
            </a:pP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主机</a:t>
            </a:r>
            <a:r>
              <a:rPr lang="en-US" altLang="zh-CN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	25</a:t>
            </a: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个</a:t>
            </a:r>
            <a:endParaRPr lang="en-US" altLang="zh-CN" sz="1400" b="1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algn="l">
              <a:tabLst>
                <a:tab pos="1620000" algn="l"/>
              </a:tabLst>
            </a:pP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网络地址</a:t>
            </a:r>
            <a:r>
              <a:rPr lang="en-US" altLang="zh-CN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	1</a:t>
            </a: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个</a:t>
            </a:r>
            <a:endParaRPr lang="en-US" altLang="zh-CN" sz="1400" b="1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algn="l">
              <a:tabLst>
                <a:tab pos="1620000" algn="l"/>
              </a:tabLst>
            </a:pP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广播地址</a:t>
            </a:r>
            <a:r>
              <a:rPr lang="en-US" altLang="zh-CN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	1</a:t>
            </a: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个</a:t>
            </a:r>
            <a:endParaRPr lang="en-US" altLang="zh-CN" sz="1400" b="1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algn="l">
              <a:tabLst>
                <a:tab pos="1620000" algn="l"/>
              </a:tabLst>
            </a:pP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路由器接口地址</a:t>
            </a:r>
            <a:r>
              <a:rPr lang="en-US" altLang="zh-CN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	1</a:t>
            </a: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个</a:t>
            </a:r>
            <a:endParaRPr lang="en-US" altLang="zh-CN" sz="1400" b="1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algn="l">
              <a:tabLst>
                <a:tab pos="1620000" algn="l"/>
              </a:tabLst>
            </a:pP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合计</a:t>
            </a:r>
            <a:r>
              <a:rPr lang="en-US" altLang="zh-CN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	28</a:t>
            </a: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个</a:t>
            </a:r>
            <a:endParaRPr lang="en-US" altLang="zh-CN" sz="1400" b="1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algn="l">
              <a:tabLst>
                <a:tab pos="1620000" algn="l"/>
              </a:tabLst>
            </a:pP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主机号数量应为</a:t>
            </a:r>
            <a:r>
              <a:rPr lang="en-US" altLang="zh-CN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	</a:t>
            </a:r>
            <a:r>
              <a:rPr lang="en-US" altLang="zh-CN" sz="1400" b="1" kern="100" dirty="0">
                <a:solidFill>
                  <a:srgbClr val="C00000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5bit</a:t>
            </a:r>
          </a:p>
          <a:p>
            <a:pPr>
              <a:tabLst>
                <a:tab pos="1620000" algn="l"/>
              </a:tabLst>
            </a:pP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块大小</a:t>
            </a:r>
            <a:r>
              <a:rPr lang="en-US" altLang="zh-CN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	</a:t>
            </a:r>
            <a:r>
              <a:rPr lang="en-US" altLang="zh-CN" sz="1400" b="1" kern="100" dirty="0">
                <a:solidFill>
                  <a:srgbClr val="C00000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32</a:t>
            </a:r>
          </a:p>
          <a:p>
            <a:pPr>
              <a:tabLst>
                <a:tab pos="1620000" algn="l"/>
              </a:tabLst>
            </a:pP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地址前缀</a:t>
            </a:r>
            <a:r>
              <a:rPr lang="en-US" altLang="zh-CN" sz="1400" b="1" kern="100" dirty="0">
                <a:solidFill>
                  <a:srgbClr val="C00000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	27bit</a:t>
            </a:r>
            <a:endParaRPr lang="zh-CN" altLang="en-US" sz="1400" b="1" kern="100" dirty="0">
              <a:solidFill>
                <a:srgbClr val="C00000"/>
              </a:solidFill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718A2F5-333F-42E2-A565-2AD87BD49CB1}"/>
              </a:ext>
            </a:extLst>
          </p:cNvPr>
          <p:cNvSpPr txBox="1"/>
          <p:nvPr/>
        </p:nvSpPr>
        <p:spPr>
          <a:xfrm>
            <a:off x="9801485" y="1789468"/>
            <a:ext cx="2357377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tabLst>
                <a:tab pos="1620000" algn="l"/>
              </a:tabLst>
            </a:pP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主机</a:t>
            </a:r>
            <a:r>
              <a:rPr lang="en-US" altLang="zh-CN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	10</a:t>
            </a: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个</a:t>
            </a:r>
            <a:endParaRPr lang="en-US" altLang="zh-CN" sz="1400" b="1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algn="l">
              <a:tabLst>
                <a:tab pos="1620000" algn="l"/>
              </a:tabLst>
            </a:pP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网络地址</a:t>
            </a:r>
            <a:r>
              <a:rPr lang="en-US" altLang="zh-CN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	1</a:t>
            </a: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个</a:t>
            </a:r>
            <a:endParaRPr lang="en-US" altLang="zh-CN" sz="1400" b="1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algn="l">
              <a:tabLst>
                <a:tab pos="1620000" algn="l"/>
              </a:tabLst>
            </a:pP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广播地址</a:t>
            </a:r>
            <a:r>
              <a:rPr lang="en-US" altLang="zh-CN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	1</a:t>
            </a: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个</a:t>
            </a:r>
            <a:endParaRPr lang="en-US" altLang="zh-CN" sz="1400" b="1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algn="l">
              <a:tabLst>
                <a:tab pos="1620000" algn="l"/>
              </a:tabLst>
            </a:pP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路由器接口地址</a:t>
            </a:r>
            <a:r>
              <a:rPr lang="en-US" altLang="zh-CN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	1</a:t>
            </a: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个</a:t>
            </a:r>
            <a:endParaRPr lang="en-US" altLang="zh-CN" sz="1400" b="1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algn="l">
              <a:tabLst>
                <a:tab pos="1620000" algn="l"/>
              </a:tabLst>
            </a:pP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合计</a:t>
            </a:r>
            <a:r>
              <a:rPr lang="en-US" altLang="zh-CN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	13</a:t>
            </a: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个</a:t>
            </a:r>
            <a:endParaRPr lang="en-US" altLang="zh-CN" sz="1400" b="1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algn="l">
              <a:tabLst>
                <a:tab pos="1620000" algn="l"/>
              </a:tabLst>
            </a:pP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主机号数量应为</a:t>
            </a:r>
            <a:r>
              <a:rPr lang="en-US" altLang="zh-CN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	</a:t>
            </a:r>
            <a:r>
              <a:rPr lang="en-US" altLang="zh-CN" sz="1400" b="1" kern="100" dirty="0">
                <a:solidFill>
                  <a:srgbClr val="C00000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4bit</a:t>
            </a:r>
          </a:p>
          <a:p>
            <a:pPr>
              <a:tabLst>
                <a:tab pos="1620000" algn="l"/>
              </a:tabLst>
            </a:pP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块大小</a:t>
            </a:r>
            <a:r>
              <a:rPr lang="en-US" altLang="zh-CN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	</a:t>
            </a:r>
            <a:r>
              <a:rPr lang="en-US" altLang="zh-CN" sz="1400" b="1" kern="100" dirty="0">
                <a:solidFill>
                  <a:srgbClr val="C00000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16</a:t>
            </a:r>
          </a:p>
          <a:p>
            <a:pPr>
              <a:tabLst>
                <a:tab pos="1620000" algn="l"/>
              </a:tabLst>
            </a:pP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地址前缀</a:t>
            </a:r>
            <a:r>
              <a:rPr lang="en-US" altLang="zh-CN" sz="1400" b="1" kern="100" dirty="0">
                <a:solidFill>
                  <a:srgbClr val="C00000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	28bit</a:t>
            </a:r>
            <a:endParaRPr lang="zh-CN" altLang="en-US" sz="1400" b="1" kern="100" dirty="0">
              <a:solidFill>
                <a:srgbClr val="C00000"/>
              </a:solidFill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D503533-826C-4A1E-B5B1-1C3E77F2984E}"/>
              </a:ext>
            </a:extLst>
          </p:cNvPr>
          <p:cNvSpPr txBox="1"/>
          <p:nvPr/>
        </p:nvSpPr>
        <p:spPr>
          <a:xfrm>
            <a:off x="9801484" y="4344435"/>
            <a:ext cx="2357377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tabLst>
                <a:tab pos="1620000" algn="l"/>
              </a:tabLst>
            </a:pP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主机</a:t>
            </a:r>
            <a:r>
              <a:rPr lang="en-US" altLang="zh-CN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	12</a:t>
            </a: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个</a:t>
            </a:r>
            <a:endParaRPr lang="en-US" altLang="zh-CN" sz="1400" b="1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algn="l">
              <a:tabLst>
                <a:tab pos="1620000" algn="l"/>
              </a:tabLst>
            </a:pP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网络地址</a:t>
            </a:r>
            <a:r>
              <a:rPr lang="en-US" altLang="zh-CN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	1</a:t>
            </a: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个</a:t>
            </a:r>
            <a:endParaRPr lang="en-US" altLang="zh-CN" sz="1400" b="1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algn="l">
              <a:tabLst>
                <a:tab pos="1620000" algn="l"/>
              </a:tabLst>
            </a:pP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广播地址</a:t>
            </a:r>
            <a:r>
              <a:rPr lang="en-US" altLang="zh-CN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	1</a:t>
            </a: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个</a:t>
            </a:r>
            <a:endParaRPr lang="en-US" altLang="zh-CN" sz="1400" b="1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algn="l">
              <a:tabLst>
                <a:tab pos="1620000" algn="l"/>
              </a:tabLst>
            </a:pP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路由器接口地址</a:t>
            </a:r>
            <a:r>
              <a:rPr lang="en-US" altLang="zh-CN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	1</a:t>
            </a: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个</a:t>
            </a:r>
            <a:endParaRPr lang="en-US" altLang="zh-CN" sz="1400" b="1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algn="l">
              <a:tabLst>
                <a:tab pos="1620000" algn="l"/>
              </a:tabLst>
            </a:pP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合计</a:t>
            </a:r>
            <a:r>
              <a:rPr lang="en-US" altLang="zh-CN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	15</a:t>
            </a: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个</a:t>
            </a:r>
            <a:endParaRPr lang="en-US" altLang="zh-CN" sz="1400" b="1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algn="l">
              <a:tabLst>
                <a:tab pos="1620000" algn="l"/>
              </a:tabLst>
            </a:pP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主机号数量应为</a:t>
            </a:r>
            <a:r>
              <a:rPr lang="en-US" altLang="zh-CN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	</a:t>
            </a:r>
            <a:r>
              <a:rPr lang="en-US" altLang="zh-CN" sz="1400" b="1" kern="100" dirty="0">
                <a:solidFill>
                  <a:srgbClr val="C00000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4bit</a:t>
            </a:r>
          </a:p>
          <a:p>
            <a:pPr>
              <a:tabLst>
                <a:tab pos="1620000" algn="l"/>
              </a:tabLst>
            </a:pP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块大小</a:t>
            </a:r>
            <a:r>
              <a:rPr lang="en-US" altLang="zh-CN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	</a:t>
            </a:r>
            <a:r>
              <a:rPr lang="en-US" altLang="zh-CN" sz="1400" b="1" kern="100" dirty="0">
                <a:solidFill>
                  <a:srgbClr val="C00000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16</a:t>
            </a:r>
          </a:p>
          <a:p>
            <a:pPr>
              <a:tabLst>
                <a:tab pos="1620000" algn="l"/>
              </a:tabLst>
            </a:pP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地址前缀</a:t>
            </a:r>
            <a:r>
              <a:rPr lang="en-US" altLang="zh-CN" sz="1400" b="1" kern="100" dirty="0">
                <a:solidFill>
                  <a:srgbClr val="C00000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	28bit</a:t>
            </a:r>
            <a:endParaRPr lang="zh-CN" altLang="en-US" sz="1400" b="1" kern="100" dirty="0">
              <a:solidFill>
                <a:srgbClr val="C00000"/>
              </a:solidFill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FFA3625-97FF-4B0A-83B0-1E96D54D9C86}"/>
              </a:ext>
            </a:extLst>
          </p:cNvPr>
          <p:cNvSpPr txBox="1"/>
          <p:nvPr/>
        </p:nvSpPr>
        <p:spPr>
          <a:xfrm>
            <a:off x="4971814" y="1620352"/>
            <a:ext cx="2248372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tabLst>
                <a:tab pos="1512000" algn="l"/>
              </a:tabLst>
            </a:pP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主机</a:t>
            </a:r>
            <a:r>
              <a:rPr lang="en-US" altLang="zh-CN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	0</a:t>
            </a: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个</a:t>
            </a:r>
            <a:endParaRPr lang="en-US" altLang="zh-CN" sz="1400" b="1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algn="l">
              <a:tabLst>
                <a:tab pos="1512000" algn="l"/>
              </a:tabLst>
            </a:pP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网络地址</a:t>
            </a:r>
            <a:r>
              <a:rPr lang="en-US" altLang="zh-CN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	1</a:t>
            </a: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个</a:t>
            </a:r>
            <a:endParaRPr lang="en-US" altLang="zh-CN" sz="1400" b="1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algn="l">
              <a:tabLst>
                <a:tab pos="1512000" algn="l"/>
              </a:tabLst>
            </a:pP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广播地址</a:t>
            </a:r>
            <a:r>
              <a:rPr lang="en-US" altLang="zh-CN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	1</a:t>
            </a: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个</a:t>
            </a:r>
            <a:endParaRPr lang="en-US" altLang="zh-CN" sz="1400" b="1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algn="l">
              <a:tabLst>
                <a:tab pos="1512000" algn="l"/>
              </a:tabLst>
            </a:pP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路由器接口地址</a:t>
            </a:r>
            <a:r>
              <a:rPr lang="en-US" altLang="zh-CN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	2</a:t>
            </a: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个</a:t>
            </a:r>
            <a:endParaRPr lang="en-US" altLang="zh-CN" sz="1400" b="1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algn="l">
              <a:tabLst>
                <a:tab pos="1512000" algn="l"/>
              </a:tabLst>
            </a:pP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合计</a:t>
            </a:r>
            <a:r>
              <a:rPr lang="en-US" altLang="zh-CN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	4</a:t>
            </a: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个</a:t>
            </a:r>
            <a:endParaRPr lang="en-US" altLang="zh-CN" sz="1400" b="1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>
              <a:tabLst>
                <a:tab pos="1512000" algn="l"/>
              </a:tabLst>
            </a:pP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主机号数量</a:t>
            </a:r>
            <a:r>
              <a:rPr lang="en-US" altLang="zh-CN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	</a:t>
            </a:r>
            <a:r>
              <a:rPr lang="en-US" altLang="zh-CN" sz="1400" b="1" kern="100" dirty="0">
                <a:solidFill>
                  <a:srgbClr val="C00000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2bit</a:t>
            </a:r>
            <a:endParaRPr lang="en-US" altLang="zh-CN" sz="1400" b="1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>
              <a:tabLst>
                <a:tab pos="1512000" algn="l"/>
              </a:tabLst>
            </a:pP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块大小</a:t>
            </a:r>
            <a:r>
              <a:rPr lang="en-US" altLang="zh-CN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	</a:t>
            </a:r>
            <a:r>
              <a:rPr lang="en-US" altLang="zh-CN" sz="1400" b="1" kern="100" dirty="0">
                <a:solidFill>
                  <a:srgbClr val="C00000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4</a:t>
            </a:r>
          </a:p>
          <a:p>
            <a:pPr>
              <a:tabLst>
                <a:tab pos="1512000" algn="l"/>
              </a:tabLst>
            </a:pP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地址前缀</a:t>
            </a:r>
            <a:r>
              <a:rPr lang="en-US" altLang="zh-CN" sz="1400" b="1" kern="100" dirty="0">
                <a:solidFill>
                  <a:srgbClr val="C00000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	30bit</a:t>
            </a:r>
            <a:endParaRPr lang="zh-CN" altLang="en-US" sz="1400" b="1" kern="100" dirty="0">
              <a:solidFill>
                <a:srgbClr val="C00000"/>
              </a:solidFill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13830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/>
      <p:bldP spid="10" grpId="0"/>
      <p:bldP spid="11" grpId="0"/>
      <p:bldP spid="12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表格 13">
            <a:extLst>
              <a:ext uri="{FF2B5EF4-FFF2-40B4-BE49-F238E27FC236}">
                <a16:creationId xmlns:a16="http://schemas.microsoft.com/office/drawing/2014/main" id="{D6F62C3D-AF36-4150-9555-5AF86F348F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2440156"/>
              </p:ext>
            </p:extLst>
          </p:nvPr>
        </p:nvGraphicFramePr>
        <p:xfrm>
          <a:off x="2989004" y="91440"/>
          <a:ext cx="9202996" cy="6675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0749">
                  <a:extLst>
                    <a:ext uri="{9D8B030D-6E8A-4147-A177-3AD203B41FA5}">
                      <a16:colId xmlns:a16="http://schemas.microsoft.com/office/drawing/2014/main" val="320337164"/>
                    </a:ext>
                  </a:extLst>
                </a:gridCol>
                <a:gridCol w="2300749">
                  <a:extLst>
                    <a:ext uri="{9D8B030D-6E8A-4147-A177-3AD203B41FA5}">
                      <a16:colId xmlns:a16="http://schemas.microsoft.com/office/drawing/2014/main" val="1106059369"/>
                    </a:ext>
                  </a:extLst>
                </a:gridCol>
                <a:gridCol w="2300749">
                  <a:extLst>
                    <a:ext uri="{9D8B030D-6E8A-4147-A177-3AD203B41FA5}">
                      <a16:colId xmlns:a16="http://schemas.microsoft.com/office/drawing/2014/main" val="5817546"/>
                    </a:ext>
                  </a:extLst>
                </a:gridCol>
                <a:gridCol w="2300749">
                  <a:extLst>
                    <a:ext uri="{9D8B030D-6E8A-4147-A177-3AD203B41FA5}">
                      <a16:colId xmlns:a16="http://schemas.microsoft.com/office/drawing/2014/main" val="33867348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218.75.230.0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r>
                        <a:rPr lang="zh-CN" altLang="en-US" sz="1600" b="0" dirty="0">
                          <a:solidFill>
                            <a:schemeClr val="tx1"/>
                          </a:solidFill>
                        </a:rPr>
                        <a:t>网络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zh-CN" altLang="en-US" sz="1600" b="0" dirty="0">
                          <a:solidFill>
                            <a:schemeClr val="tx1"/>
                          </a:solidFill>
                        </a:rPr>
                        <a:t>：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32</a:t>
                      </a:r>
                      <a:r>
                        <a:rPr lang="zh-CN" altLang="en-US" sz="1600" b="0" dirty="0">
                          <a:solidFill>
                            <a:schemeClr val="tx1"/>
                          </a:solidFill>
                        </a:rPr>
                        <a:t>个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218.75.230.0000 0000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255.255.255.1110 0000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24442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93458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218.75.230.31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218.75.230.0001 1111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6469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218.75.230.32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r>
                        <a:rPr lang="zh-CN" altLang="en-US" sz="1600" b="0" dirty="0">
                          <a:solidFill>
                            <a:schemeClr val="tx1"/>
                          </a:solidFill>
                        </a:rPr>
                        <a:t>网络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zh-CN" altLang="en-US" sz="1600" b="0" dirty="0">
                          <a:solidFill>
                            <a:schemeClr val="tx1"/>
                          </a:solidFill>
                        </a:rPr>
                        <a:t>：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16</a:t>
                      </a:r>
                      <a:r>
                        <a:rPr lang="zh-CN" altLang="en-US" sz="1600" b="0" dirty="0">
                          <a:solidFill>
                            <a:schemeClr val="tx1"/>
                          </a:solidFill>
                        </a:rPr>
                        <a:t>个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218.75.230.0010 0000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255.255.255.1111 0000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12655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42451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218.75.230.47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218.75.230.0010 1111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22208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218.75.230.48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r>
                        <a:rPr lang="zh-CN" altLang="en-US" sz="1600" b="0" dirty="0">
                          <a:solidFill>
                            <a:schemeClr val="tx1"/>
                          </a:solidFill>
                        </a:rPr>
                        <a:t>网络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zh-CN" altLang="en-US" sz="1600" b="0" dirty="0">
                          <a:solidFill>
                            <a:schemeClr val="tx1"/>
                          </a:solidFill>
                        </a:rPr>
                        <a:t>：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16</a:t>
                      </a:r>
                      <a:r>
                        <a:rPr lang="zh-CN" altLang="en-US" sz="1600" b="0" dirty="0">
                          <a:solidFill>
                            <a:schemeClr val="tx1"/>
                          </a:solidFill>
                        </a:rPr>
                        <a:t>个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218.75.230.0011 0000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255.255.255.1111 0000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11725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6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15690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218.75.230.63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218.75.230.0011 1111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3679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218.75.230.64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r>
                        <a:rPr lang="zh-CN" altLang="en-US" sz="1600" b="0" dirty="0">
                          <a:solidFill>
                            <a:schemeClr val="tx1"/>
                          </a:solidFill>
                        </a:rPr>
                        <a:t>网络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4</a:t>
                      </a:r>
                      <a:r>
                        <a:rPr lang="zh-CN" altLang="en-US" sz="1600" b="0" dirty="0">
                          <a:solidFill>
                            <a:schemeClr val="tx1"/>
                          </a:solidFill>
                        </a:rPr>
                        <a:t>：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16</a:t>
                      </a:r>
                      <a:r>
                        <a:rPr lang="zh-CN" altLang="en-US" sz="1600" b="0" dirty="0">
                          <a:solidFill>
                            <a:schemeClr val="tx1"/>
                          </a:solidFill>
                        </a:rPr>
                        <a:t>个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218.75.230.0100 0000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255.255.255.1111 0000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83433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6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95932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218.75.230.79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218.75.230.0100 1111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7502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218.75.230.80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r>
                        <a:rPr lang="zh-CN" altLang="en-US" sz="1600" b="0" dirty="0">
                          <a:solidFill>
                            <a:schemeClr val="tx1"/>
                          </a:solidFill>
                        </a:rPr>
                        <a:t>网络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5</a:t>
                      </a:r>
                      <a:r>
                        <a:rPr lang="zh-CN" altLang="en-US" sz="1600" b="0" dirty="0">
                          <a:solidFill>
                            <a:schemeClr val="tx1"/>
                          </a:solidFill>
                        </a:rPr>
                        <a:t>：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4</a:t>
                      </a:r>
                      <a:r>
                        <a:rPr lang="zh-CN" altLang="en-US" sz="1600" b="0" dirty="0">
                          <a:solidFill>
                            <a:schemeClr val="tx1"/>
                          </a:solidFill>
                        </a:rPr>
                        <a:t>个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218.75.230.0101 0000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255.255.255.1111 1100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13689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6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24186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218.75.230.83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218.75.230.0101 0011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08985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218.75.230.84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 gridSpan="3">
                  <a:txBody>
                    <a:bodyPr/>
                    <a:lstStyle/>
                    <a:p>
                      <a:r>
                        <a:rPr lang="zh-CN" altLang="en-US" sz="1600" b="0" dirty="0">
                          <a:solidFill>
                            <a:schemeClr val="tx1"/>
                          </a:solidFill>
                        </a:rPr>
                        <a:t>可再分配作它用的地址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 hMerge="1">
                  <a:txBody>
                    <a:bodyPr/>
                    <a:lstStyle/>
                    <a:p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 hMerge="1">
                  <a:txBody>
                    <a:bodyPr/>
                    <a:lstStyle/>
                    <a:p>
                      <a:endParaRPr lang="zh-CN" altLang="en-US" sz="16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83098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 vMerge="1">
                  <a:txBody>
                    <a:bodyPr/>
                    <a:lstStyle/>
                    <a:p>
                      <a:endParaRPr lang="zh-CN" altLang="en-US" sz="16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26764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218.75.230.255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 vMerge="1">
                  <a:txBody>
                    <a:bodyPr/>
                    <a:lstStyle/>
                    <a:p>
                      <a:endParaRPr lang="zh-CN" altLang="en-US" sz="16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 lang="zh-CN" altLang="en-US" sz="16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3830477"/>
                  </a:ext>
                </a:extLst>
              </a:tr>
            </a:tbl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E5492CD1-B6B4-44FC-A68A-827EC7FE609F}"/>
              </a:ext>
            </a:extLst>
          </p:cNvPr>
          <p:cNvSpPr txBox="1"/>
          <p:nvPr/>
        </p:nvSpPr>
        <p:spPr>
          <a:xfrm>
            <a:off x="796002" y="1615113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tabLst>
                <a:tab pos="1620000" algn="l"/>
              </a:tabLst>
            </a:pPr>
            <a:endParaRPr lang="en-US" altLang="zh-CN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algn="l">
              <a:tabLst>
                <a:tab pos="1620000" algn="l"/>
              </a:tabLst>
            </a:pPr>
            <a:endParaRPr lang="zh-CN" altLang="en-US" kern="100" dirty="0">
              <a:solidFill>
                <a:srgbClr val="C00000"/>
              </a:solidFill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245CDB3-7AE9-4AE2-ACD0-5DFE0C1D3566}"/>
              </a:ext>
            </a:extLst>
          </p:cNvPr>
          <p:cNvSpPr txBox="1"/>
          <p:nvPr/>
        </p:nvSpPr>
        <p:spPr>
          <a:xfrm>
            <a:off x="109561" y="521109"/>
            <a:ext cx="2712295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4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基本原则：</a:t>
            </a:r>
            <a:endParaRPr lang="en-US" altLang="zh-CN" sz="2400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zh-CN" altLang="en-US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先给哪个网划分地址块都可以。通常先分配地址块数量多的网络；</a:t>
            </a:r>
            <a:endParaRPr lang="en-US" altLang="zh-CN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zh-CN" altLang="en-US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起始地址必须是当前地址块地址数量的整数倍；</a:t>
            </a:r>
          </a:p>
        </p:txBody>
      </p:sp>
    </p:spTree>
    <p:extLst>
      <p:ext uri="{BB962C8B-B14F-4D97-AF65-F5344CB8AC3E}">
        <p14:creationId xmlns:p14="http://schemas.microsoft.com/office/powerpoint/2010/main" val="7005477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25">
            <a:extLst>
              <a:ext uri="{FF2B5EF4-FFF2-40B4-BE49-F238E27FC236}">
                <a16:creationId xmlns:a16="http://schemas.microsoft.com/office/drawing/2014/main" id="{C90178D7-6B56-443D-A507-3814D26CA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IP</a:t>
            </a:r>
            <a:r>
              <a:rPr lang="zh-CN" altLang="en-US" dirty="0"/>
              <a:t>数据报</a:t>
            </a:r>
          </a:p>
        </p:txBody>
      </p:sp>
      <p:sp>
        <p:nvSpPr>
          <p:cNvPr id="27" name="文本占位符 26">
            <a:extLst>
              <a:ext uri="{FF2B5EF4-FFF2-40B4-BE49-F238E27FC236}">
                <a16:creationId xmlns:a16="http://schemas.microsoft.com/office/drawing/2014/main" id="{5CC5803D-0856-4A30-A1C2-1FD40116FC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Ip packet</a:t>
            </a:r>
            <a:endParaRPr lang="zh-CN" altLang="en-US" dirty="0"/>
          </a:p>
        </p:txBody>
      </p:sp>
      <p:pic>
        <p:nvPicPr>
          <p:cNvPr id="30" name="图片占位符 29">
            <a:extLst>
              <a:ext uri="{FF2B5EF4-FFF2-40B4-BE49-F238E27FC236}">
                <a16:creationId xmlns:a16="http://schemas.microsoft.com/office/drawing/2014/main" id="{E396EBEE-906E-42F5-8924-767E9573001C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22" r="8022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7644074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813CDB7C-C992-459E-8771-C04838411F8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IP</a:t>
            </a:r>
            <a:r>
              <a:rPr lang="zh-CN" altLang="en-US" dirty="0"/>
              <a:t>数据报格式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03E0DAC-A33F-4CEE-BEA2-171182F1722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IP packet</a:t>
            </a:r>
            <a:endParaRPr lang="zh-CN" altLang="en-US" dirty="0"/>
          </a:p>
        </p:txBody>
      </p: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6E67B195-A1CF-4A97-966C-B17270B46B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1075364"/>
              </p:ext>
            </p:extLst>
          </p:nvPr>
        </p:nvGraphicFramePr>
        <p:xfrm>
          <a:off x="508000" y="454195"/>
          <a:ext cx="111760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8500">
                  <a:extLst>
                    <a:ext uri="{9D8B030D-6E8A-4147-A177-3AD203B41FA5}">
                      <a16:colId xmlns:a16="http://schemas.microsoft.com/office/drawing/2014/main" val="2565476394"/>
                    </a:ext>
                  </a:extLst>
                </a:gridCol>
                <a:gridCol w="698500">
                  <a:extLst>
                    <a:ext uri="{9D8B030D-6E8A-4147-A177-3AD203B41FA5}">
                      <a16:colId xmlns:a16="http://schemas.microsoft.com/office/drawing/2014/main" val="1309597321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527598331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733064795"/>
                    </a:ext>
                  </a:extLst>
                </a:gridCol>
                <a:gridCol w="698500">
                  <a:extLst>
                    <a:ext uri="{9D8B030D-6E8A-4147-A177-3AD203B41FA5}">
                      <a16:colId xmlns:a16="http://schemas.microsoft.com/office/drawing/2014/main" val="2965694495"/>
                    </a:ext>
                  </a:extLst>
                </a:gridCol>
                <a:gridCol w="4889500">
                  <a:extLst>
                    <a:ext uri="{9D8B030D-6E8A-4147-A177-3AD203B41FA5}">
                      <a16:colId xmlns:a16="http://schemas.microsoft.com/office/drawing/2014/main" val="28141564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4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8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16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18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31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5807517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版本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VER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首部长度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THL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区分服务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DSCP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总长度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TL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993888"/>
                  </a:ext>
                </a:extLst>
              </a:tr>
              <a:tr h="370840">
                <a:tc gridSpan="4"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标识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ID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标志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FLAG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片偏移 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FRAG OFFSET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3088682"/>
                  </a:ext>
                </a:extLst>
              </a:tr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生存时间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TTL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协议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PRO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首部校验和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CHKSUM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418545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源地址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SRC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12916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目的地址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DST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8850077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可选字段，长度可变（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40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字节）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DATA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8425230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BF8EFB54-D364-426A-8306-2FA6BA4E95C2}"/>
              </a:ext>
            </a:extLst>
          </p:cNvPr>
          <p:cNvSpPr txBox="1"/>
          <p:nvPr/>
        </p:nvSpPr>
        <p:spPr>
          <a:xfrm>
            <a:off x="508000" y="3309308"/>
            <a:ext cx="111760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tabLst>
                <a:tab pos="1800000" algn="l"/>
              </a:tabLst>
            </a:pPr>
            <a:r>
              <a:rPr lang="zh-CN" altLang="en-US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版本</a:t>
            </a:r>
            <a:r>
              <a:rPr lang="en-US" altLang="zh-CN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VER</a:t>
            </a:r>
            <a:r>
              <a:rPr lang="zh-CN" altLang="en-US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	0x0100</a:t>
            </a:r>
            <a:r>
              <a:rPr lang="zh-CN" altLang="en-US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IP v4</a:t>
            </a:r>
          </a:p>
          <a:p>
            <a:pPr>
              <a:tabLst>
                <a:tab pos="1800000" algn="l"/>
              </a:tabLst>
            </a:pPr>
            <a:r>
              <a:rPr lang="zh-CN" altLang="en-US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首部长度</a:t>
            </a:r>
            <a:r>
              <a:rPr lang="en-US" altLang="zh-CN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THL</a:t>
            </a:r>
            <a:r>
              <a:rPr lang="zh-CN" altLang="en-US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	</a:t>
            </a:r>
            <a:r>
              <a:rPr lang="zh-CN" altLang="en-US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以</a:t>
            </a:r>
            <a:r>
              <a:rPr lang="en-US" altLang="zh-CN" sz="16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4</a:t>
            </a:r>
            <a:r>
              <a:rPr lang="zh-CN" altLang="en-US" sz="16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字节</a:t>
            </a:r>
            <a:r>
              <a:rPr lang="zh-CN" altLang="en-US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为单位，</a:t>
            </a:r>
            <a:endParaRPr lang="en-US" altLang="zh-CN" sz="1600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>
              <a:tabLst>
                <a:tab pos="1800000" algn="l"/>
              </a:tabLst>
            </a:pPr>
            <a:r>
              <a:rPr lang="en-US" altLang="zh-CN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	</a:t>
            </a:r>
            <a:r>
              <a:rPr lang="zh-CN" altLang="en-US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最小值为</a:t>
            </a:r>
            <a:r>
              <a:rPr lang="en-US" altLang="zh-CN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0101</a:t>
            </a:r>
            <a:r>
              <a:rPr lang="zh-CN" altLang="en-US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，所以最短首部长度为：</a:t>
            </a:r>
            <a:r>
              <a:rPr lang="en-US" altLang="zh-CN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5</a:t>
            </a:r>
            <a:r>
              <a:rPr lang="zh-CN" altLang="en-US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*</a:t>
            </a:r>
            <a:r>
              <a:rPr lang="en-US" altLang="zh-CN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4=20</a:t>
            </a:r>
            <a:r>
              <a:rPr lang="zh-CN" altLang="en-US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字节；</a:t>
            </a:r>
            <a:endParaRPr lang="en-US" altLang="zh-CN" sz="1600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>
              <a:tabLst>
                <a:tab pos="1800000" algn="l"/>
              </a:tabLst>
            </a:pPr>
            <a:r>
              <a:rPr lang="en-US" altLang="zh-CN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	</a:t>
            </a:r>
            <a:r>
              <a:rPr lang="zh-CN" altLang="en-US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最大值为</a:t>
            </a:r>
            <a:r>
              <a:rPr lang="en-US" altLang="zh-CN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1111</a:t>
            </a:r>
            <a:r>
              <a:rPr lang="zh-CN" altLang="en-US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，所以最大首部长度为：</a:t>
            </a:r>
            <a:r>
              <a:rPr lang="en-US" altLang="zh-CN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(2</a:t>
            </a:r>
            <a:r>
              <a:rPr lang="en-US" altLang="zh-CN" sz="1600" kern="100" baseline="300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4</a:t>
            </a:r>
            <a:r>
              <a:rPr lang="en-US" altLang="zh-CN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-1)*4=15*4=60</a:t>
            </a:r>
            <a:r>
              <a:rPr lang="zh-CN" altLang="en-US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字节；</a:t>
            </a:r>
            <a:endParaRPr lang="en-US" altLang="zh-CN" sz="1600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>
              <a:tabLst>
                <a:tab pos="1800000" algn="l"/>
              </a:tabLst>
            </a:pPr>
            <a:r>
              <a:rPr lang="zh-CN" altLang="en-US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总长度</a:t>
            </a:r>
            <a:r>
              <a:rPr lang="en-US" altLang="zh-CN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TL</a:t>
            </a:r>
            <a:r>
              <a:rPr lang="zh-CN" altLang="en-US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	</a:t>
            </a:r>
            <a:r>
              <a:rPr lang="zh-CN" altLang="en-US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首部和数据部分总和；最大数值为</a:t>
            </a:r>
            <a:r>
              <a:rPr lang="en-US" altLang="zh-CN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1111 1111 1111 1111</a:t>
            </a:r>
            <a:r>
              <a:rPr lang="zh-CN" altLang="en-US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，所以最大长度为</a:t>
            </a:r>
            <a:r>
              <a:rPr lang="en-US" altLang="zh-CN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sz="1600" kern="100" baseline="300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16</a:t>
            </a:r>
            <a:r>
              <a:rPr lang="en-US" altLang="zh-CN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-1=65535</a:t>
            </a:r>
            <a:r>
              <a:rPr lang="zh-CN" altLang="en-US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字节</a:t>
            </a:r>
            <a:endParaRPr lang="en-US" altLang="zh-CN" sz="1600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>
              <a:tabLst>
                <a:tab pos="1800000" algn="l"/>
              </a:tabLst>
            </a:pPr>
            <a:r>
              <a:rPr lang="zh-CN" altLang="en-US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片偏移部分：</a:t>
            </a:r>
            <a:r>
              <a:rPr lang="en-US" altLang="zh-CN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	</a:t>
            </a:r>
            <a:r>
              <a:rPr lang="zh-CN" altLang="en-US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标识</a:t>
            </a:r>
            <a:r>
              <a:rPr lang="en-US" altLang="zh-CN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ID</a:t>
            </a:r>
            <a:r>
              <a:rPr lang="zh-CN" altLang="en-US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，每产生一个数据报，就加</a:t>
            </a:r>
            <a:r>
              <a:rPr lang="en-US" altLang="zh-CN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，充当计算器的功能</a:t>
            </a:r>
            <a:endParaRPr lang="en-US" altLang="zh-CN" sz="1600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>
              <a:tabLst>
                <a:tab pos="1800000" algn="l"/>
              </a:tabLst>
            </a:pPr>
            <a:r>
              <a:rPr lang="en-US" altLang="zh-CN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	FLAGS</a:t>
            </a:r>
            <a:r>
              <a:rPr lang="zh-CN" altLang="en-US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3bit</a:t>
            </a:r>
            <a:r>
              <a:rPr lang="zh-CN" altLang="en-US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，包括：</a:t>
            </a:r>
            <a:r>
              <a:rPr lang="en-US" altLang="zh-CN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MF+DF+</a:t>
            </a:r>
            <a:r>
              <a:rPr lang="zh-CN" altLang="en-US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保留位</a:t>
            </a:r>
            <a:r>
              <a:rPr lang="en-US" altLang="zh-CN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0</a:t>
            </a:r>
            <a:r>
              <a:rPr lang="zh-CN" altLang="en-US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；</a:t>
            </a:r>
            <a:r>
              <a:rPr lang="en-US" altLang="zh-CN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MF</a:t>
            </a:r>
            <a:r>
              <a:rPr lang="zh-CN" altLang="en-US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more fragment</a:t>
            </a:r>
            <a:r>
              <a:rPr lang="zh-CN" altLang="en-US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；</a:t>
            </a:r>
            <a:r>
              <a:rPr lang="en-US" altLang="zh-CN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DF</a:t>
            </a:r>
            <a:r>
              <a:rPr lang="zh-CN" altLang="en-US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don’t fragment</a:t>
            </a:r>
            <a:r>
              <a:rPr lang="zh-CN" altLang="en-US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；</a:t>
            </a:r>
            <a:endParaRPr lang="en-US" altLang="zh-CN" sz="1600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>
              <a:tabLst>
                <a:tab pos="1800000" algn="l"/>
              </a:tabLst>
            </a:pPr>
            <a:r>
              <a:rPr lang="en-US" altLang="zh-CN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	</a:t>
            </a:r>
            <a:r>
              <a:rPr lang="zh-CN" altLang="en-US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片偏移以</a:t>
            </a:r>
            <a:r>
              <a:rPr lang="en-US" altLang="zh-CN" sz="16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8</a:t>
            </a:r>
            <a:r>
              <a:rPr lang="zh-CN" altLang="en-US" sz="16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字节</a:t>
            </a:r>
            <a:r>
              <a:rPr lang="zh-CN" altLang="en-US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为单位，共</a:t>
            </a:r>
            <a:r>
              <a:rPr lang="en-US" altLang="zh-CN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13bit</a:t>
            </a:r>
            <a:r>
              <a:rPr lang="zh-CN" altLang="en-US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。</a:t>
            </a:r>
            <a:endParaRPr lang="en-US" altLang="zh-CN" sz="1600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>
              <a:tabLst>
                <a:tab pos="1800000" algn="l"/>
              </a:tabLst>
            </a:pPr>
            <a:r>
              <a:rPr lang="zh-CN" altLang="en-US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生存时间</a:t>
            </a:r>
            <a:r>
              <a:rPr lang="en-US" altLang="zh-CN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TTL</a:t>
            </a:r>
            <a:r>
              <a:rPr lang="zh-CN" altLang="en-US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	</a:t>
            </a:r>
            <a:r>
              <a:rPr lang="zh-CN" altLang="en-US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早期为时间；现在为可通过的路由数</a:t>
            </a:r>
            <a:endParaRPr lang="en-US" altLang="zh-CN" sz="1600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>
              <a:tabLst>
                <a:tab pos="1800000" algn="l"/>
              </a:tabLst>
            </a:pPr>
            <a:r>
              <a:rPr lang="zh-CN" altLang="en-US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协议</a:t>
            </a:r>
            <a:r>
              <a:rPr lang="en-US" altLang="zh-CN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PRO</a:t>
            </a:r>
            <a:r>
              <a:rPr lang="zh-CN" altLang="en-US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	</a:t>
            </a:r>
            <a:r>
              <a:rPr lang="zh-CN" altLang="en-US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数据部分是何种协议，如</a:t>
            </a:r>
            <a:r>
              <a:rPr lang="en-US" altLang="zh-CN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ICMP</a:t>
            </a:r>
            <a:r>
              <a:rPr lang="zh-CN" altLang="en-US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TCP</a:t>
            </a:r>
            <a:r>
              <a:rPr lang="zh-CN" altLang="en-US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UDP</a:t>
            </a:r>
            <a:r>
              <a:rPr lang="zh-CN" altLang="en-US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OSPF</a:t>
            </a:r>
            <a:r>
              <a:rPr lang="zh-CN" altLang="en-US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等</a:t>
            </a:r>
            <a:endParaRPr lang="en-US" altLang="zh-CN" sz="1600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97692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B24D107-3144-48E1-BD91-BE6A8297A4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93481" y="1394365"/>
            <a:ext cx="11205038" cy="2585323"/>
          </a:xfrm>
        </p:spPr>
        <p:txBody>
          <a:bodyPr>
            <a:spAutoFit/>
          </a:bodyPr>
          <a:lstStyle/>
          <a:p>
            <a:r>
              <a:rPr lang="zh-CN" altLang="en-US" dirty="0"/>
              <a:t>已经某</a:t>
            </a:r>
            <a:r>
              <a:rPr lang="en-US" altLang="zh-CN" dirty="0"/>
              <a:t>IP</a:t>
            </a:r>
            <a:r>
              <a:rPr lang="zh-CN" altLang="en-US" dirty="0"/>
              <a:t>报首部字段</a:t>
            </a:r>
            <a:r>
              <a:rPr lang="en-US" altLang="zh-CN" dirty="0"/>
              <a:t>THL</a:t>
            </a:r>
            <a:r>
              <a:rPr lang="zh-CN" altLang="en-US" dirty="0"/>
              <a:t>为</a:t>
            </a:r>
            <a:r>
              <a:rPr lang="en-US" altLang="zh-CN" dirty="0"/>
              <a:t>0101</a:t>
            </a:r>
            <a:r>
              <a:rPr lang="zh-CN" altLang="en-US" dirty="0"/>
              <a:t>，总长度字段</a:t>
            </a:r>
            <a:r>
              <a:rPr lang="en-US" altLang="zh-CN" dirty="0"/>
              <a:t>TL</a:t>
            </a:r>
            <a:r>
              <a:rPr lang="zh-CN" altLang="en-US" dirty="0"/>
              <a:t>为</a:t>
            </a:r>
            <a:r>
              <a:rPr lang="en-US" altLang="zh-CN" dirty="0"/>
              <a:t>0000 0011 1111 1100</a:t>
            </a:r>
            <a:r>
              <a:rPr lang="zh-CN" altLang="en-US" dirty="0"/>
              <a:t>，求数据部分字段</a:t>
            </a:r>
            <a:r>
              <a:rPr lang="en-US" altLang="zh-CN" dirty="0"/>
              <a:t>DATA</a:t>
            </a:r>
            <a:r>
              <a:rPr lang="zh-CN" altLang="en-US" dirty="0"/>
              <a:t>长度。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解：</a:t>
            </a:r>
          </a:p>
          <a:p>
            <a:pPr indent="457200"/>
            <a:r>
              <a:rPr lang="zh-CN" altLang="en-US" dirty="0"/>
              <a:t>首部长度为</a:t>
            </a:r>
            <a:r>
              <a:rPr lang="en-US" altLang="zh-CN" dirty="0"/>
              <a:t>(0101)</a:t>
            </a:r>
            <a:r>
              <a:rPr lang="en-US" altLang="zh-CN" baseline="-25000" dirty="0"/>
              <a:t>2</a:t>
            </a:r>
            <a:r>
              <a:rPr lang="en-US" altLang="zh-CN" dirty="0"/>
              <a:t>*4=5*4=20</a:t>
            </a:r>
            <a:r>
              <a:rPr lang="zh-CN" altLang="en-US" dirty="0"/>
              <a:t>字节</a:t>
            </a:r>
          </a:p>
          <a:p>
            <a:pPr indent="457200"/>
            <a:r>
              <a:rPr lang="zh-CN" altLang="en-US" dirty="0"/>
              <a:t>总长度为</a:t>
            </a:r>
            <a:r>
              <a:rPr lang="en-US" altLang="zh-CN" dirty="0"/>
              <a:t>1020</a:t>
            </a:r>
            <a:r>
              <a:rPr lang="zh-CN" altLang="en-US" dirty="0"/>
              <a:t>字节</a:t>
            </a:r>
          </a:p>
          <a:p>
            <a:r>
              <a:rPr lang="zh-CN" altLang="en-US" dirty="0"/>
              <a:t>故：</a:t>
            </a:r>
          </a:p>
          <a:p>
            <a:pPr indent="457200"/>
            <a:r>
              <a:rPr lang="zh-CN" altLang="en-US" dirty="0"/>
              <a:t>数据部分长度为</a:t>
            </a:r>
            <a:r>
              <a:rPr lang="en-US" altLang="zh-CN" dirty="0"/>
              <a:t>(001111111100)</a:t>
            </a:r>
            <a:r>
              <a:rPr lang="en-US" altLang="zh-CN" baseline="-25000" dirty="0"/>
              <a:t>2</a:t>
            </a:r>
            <a:r>
              <a:rPr lang="en-US" altLang="zh-CN" dirty="0"/>
              <a:t>-20=1020-20=1000</a:t>
            </a:r>
            <a:r>
              <a:rPr lang="zh-CN" altLang="en-US" dirty="0"/>
              <a:t>字节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609981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84BE6762-6936-4E11-85BF-7EED8BC761E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93481" y="1394365"/>
            <a:ext cx="11205038" cy="4436163"/>
          </a:xfrm>
        </p:spPr>
        <p:txBody>
          <a:bodyPr>
            <a:spAutoFit/>
          </a:bodyPr>
          <a:lstStyle/>
          <a:p>
            <a:r>
              <a:rPr lang="zh-CN" altLang="en-US" dirty="0"/>
              <a:t>已知采用固定长度首部的数据报，数据部分位</a:t>
            </a:r>
            <a:r>
              <a:rPr lang="en-US" altLang="zh-CN" dirty="0"/>
              <a:t>3800</a:t>
            </a:r>
            <a:r>
              <a:rPr lang="zh-CN" altLang="en-US" dirty="0"/>
              <a:t>字节，如何分片？（分片不超过</a:t>
            </a:r>
            <a:r>
              <a:rPr lang="en-US" altLang="zh-CN" dirty="0"/>
              <a:t>1420</a:t>
            </a:r>
            <a:r>
              <a:rPr lang="zh-CN" altLang="en-US" dirty="0"/>
              <a:t>字节）</a:t>
            </a:r>
            <a:endParaRPr lang="en-US" altLang="zh-CN" dirty="0"/>
          </a:p>
        </p:txBody>
      </p: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E0B634ED-CE50-4512-8B5F-DC2B887DAC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8730772"/>
              </p:ext>
            </p:extLst>
          </p:nvPr>
        </p:nvGraphicFramePr>
        <p:xfrm>
          <a:off x="493482" y="3659518"/>
          <a:ext cx="11205036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7506">
                  <a:extLst>
                    <a:ext uri="{9D8B030D-6E8A-4147-A177-3AD203B41FA5}">
                      <a16:colId xmlns:a16="http://schemas.microsoft.com/office/drawing/2014/main" val="4244565251"/>
                    </a:ext>
                  </a:extLst>
                </a:gridCol>
                <a:gridCol w="1867506">
                  <a:extLst>
                    <a:ext uri="{9D8B030D-6E8A-4147-A177-3AD203B41FA5}">
                      <a16:colId xmlns:a16="http://schemas.microsoft.com/office/drawing/2014/main" val="3415697127"/>
                    </a:ext>
                  </a:extLst>
                </a:gridCol>
                <a:gridCol w="1867506">
                  <a:extLst>
                    <a:ext uri="{9D8B030D-6E8A-4147-A177-3AD203B41FA5}">
                      <a16:colId xmlns:a16="http://schemas.microsoft.com/office/drawing/2014/main" val="1370464249"/>
                    </a:ext>
                  </a:extLst>
                </a:gridCol>
                <a:gridCol w="1867506">
                  <a:extLst>
                    <a:ext uri="{9D8B030D-6E8A-4147-A177-3AD203B41FA5}">
                      <a16:colId xmlns:a16="http://schemas.microsoft.com/office/drawing/2014/main" val="1101440198"/>
                    </a:ext>
                  </a:extLst>
                </a:gridCol>
                <a:gridCol w="1867506">
                  <a:extLst>
                    <a:ext uri="{9D8B030D-6E8A-4147-A177-3AD203B41FA5}">
                      <a16:colId xmlns:a16="http://schemas.microsoft.com/office/drawing/2014/main" val="2533963449"/>
                    </a:ext>
                  </a:extLst>
                </a:gridCol>
                <a:gridCol w="1867506">
                  <a:extLst>
                    <a:ext uri="{9D8B030D-6E8A-4147-A177-3AD203B41FA5}">
                      <a16:colId xmlns:a16="http://schemas.microsoft.com/office/drawing/2014/main" val="21679335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总长度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TL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标识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ID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MF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DF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FRAG OFFSET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01898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原始数据报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20+3800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12345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2292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分片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20+1400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1234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44594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分片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20+1400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1234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1400/8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38847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分片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3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20+1000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1234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2800/8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2545726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1719AEF6-707A-40FD-AED3-315099967A5B}"/>
              </a:ext>
            </a:extLst>
          </p:cNvPr>
          <p:cNvSpPr/>
          <p:nvPr/>
        </p:nvSpPr>
        <p:spPr>
          <a:xfrm>
            <a:off x="493482" y="1729283"/>
            <a:ext cx="7793788" cy="41595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IP v4</a:t>
            </a:r>
            <a:r>
              <a:rPr lang="zh-CN" altLang="en-US" dirty="0">
                <a:solidFill>
                  <a:schemeClr val="tx1"/>
                </a:solidFill>
              </a:rPr>
              <a:t>数据报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A65EEBA-8207-4AC8-8CB8-A3F0EF5A13F4}"/>
              </a:ext>
            </a:extLst>
          </p:cNvPr>
          <p:cNvSpPr/>
          <p:nvPr/>
        </p:nvSpPr>
        <p:spPr>
          <a:xfrm>
            <a:off x="493482" y="2184564"/>
            <a:ext cx="1254795" cy="41595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bg1"/>
                </a:solidFill>
              </a:rPr>
              <a:t>首部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E103EB3-DD57-4232-976C-456A55CC3834}"/>
              </a:ext>
            </a:extLst>
          </p:cNvPr>
          <p:cNvSpPr/>
          <p:nvPr/>
        </p:nvSpPr>
        <p:spPr>
          <a:xfrm>
            <a:off x="1807270" y="2184563"/>
            <a:ext cx="6480000" cy="415953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3800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B4F48A9-152C-4D50-AF30-663762B5AB2E}"/>
              </a:ext>
            </a:extLst>
          </p:cNvPr>
          <p:cNvSpPr/>
          <p:nvPr/>
        </p:nvSpPr>
        <p:spPr>
          <a:xfrm>
            <a:off x="493482" y="2639844"/>
            <a:ext cx="1254795" cy="41595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bg1"/>
                </a:solidFill>
              </a:rPr>
              <a:t>首部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A6F7A59-D58B-4534-95AB-30B3ECD18B43}"/>
              </a:ext>
            </a:extLst>
          </p:cNvPr>
          <p:cNvSpPr/>
          <p:nvPr/>
        </p:nvSpPr>
        <p:spPr>
          <a:xfrm>
            <a:off x="1807270" y="2639844"/>
            <a:ext cx="2160000" cy="41595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0-1399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59BEB5C-131F-409C-83F9-E509A6B40645}"/>
              </a:ext>
            </a:extLst>
          </p:cNvPr>
          <p:cNvSpPr/>
          <p:nvPr/>
        </p:nvSpPr>
        <p:spPr>
          <a:xfrm>
            <a:off x="3967270" y="2639844"/>
            <a:ext cx="2160000" cy="41595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1400-2799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1FBACE7-90E1-468D-A0F9-D2E8DB0C60AE}"/>
              </a:ext>
            </a:extLst>
          </p:cNvPr>
          <p:cNvSpPr/>
          <p:nvPr/>
        </p:nvSpPr>
        <p:spPr>
          <a:xfrm>
            <a:off x="6127270" y="2639844"/>
            <a:ext cx="2160000" cy="41595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2800-3799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7B30185-F67C-41E1-8806-0D5F973995FD}"/>
              </a:ext>
            </a:extLst>
          </p:cNvPr>
          <p:cNvSpPr/>
          <p:nvPr/>
        </p:nvSpPr>
        <p:spPr>
          <a:xfrm>
            <a:off x="493482" y="3097580"/>
            <a:ext cx="1254795" cy="41595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bg1"/>
                </a:solidFill>
              </a:rPr>
              <a:t>首部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3B23621-B79E-4A6C-AA00-EFBAF7928A0A}"/>
              </a:ext>
            </a:extLst>
          </p:cNvPr>
          <p:cNvSpPr/>
          <p:nvPr/>
        </p:nvSpPr>
        <p:spPr>
          <a:xfrm>
            <a:off x="1807270" y="3097580"/>
            <a:ext cx="2160000" cy="41595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0-1399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9322DBB-8F69-46A4-BD07-BD941756BC93}"/>
              </a:ext>
            </a:extLst>
          </p:cNvPr>
          <p:cNvSpPr/>
          <p:nvPr/>
        </p:nvSpPr>
        <p:spPr>
          <a:xfrm>
            <a:off x="5222065" y="3097580"/>
            <a:ext cx="2160000" cy="41595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1400-2799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7D8E9F9-ED70-4029-A09C-5125CAC2F536}"/>
              </a:ext>
            </a:extLst>
          </p:cNvPr>
          <p:cNvSpPr/>
          <p:nvPr/>
        </p:nvSpPr>
        <p:spPr>
          <a:xfrm>
            <a:off x="8636860" y="3097580"/>
            <a:ext cx="2160000" cy="41595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2800-3799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956A688-B5F6-4A87-AD32-C4121D6EE405}"/>
              </a:ext>
            </a:extLst>
          </p:cNvPr>
          <p:cNvSpPr/>
          <p:nvPr/>
        </p:nvSpPr>
        <p:spPr>
          <a:xfrm>
            <a:off x="3967270" y="3097580"/>
            <a:ext cx="1254795" cy="41595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bg1"/>
                </a:solidFill>
              </a:rPr>
              <a:t>首部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FC6C2EB-0CCB-4413-A333-9314C76A4D2C}"/>
              </a:ext>
            </a:extLst>
          </p:cNvPr>
          <p:cNvSpPr/>
          <p:nvPr/>
        </p:nvSpPr>
        <p:spPr>
          <a:xfrm>
            <a:off x="7382065" y="3097580"/>
            <a:ext cx="1254795" cy="41595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bg1"/>
                </a:solidFill>
              </a:rPr>
              <a:t>首部</a:t>
            </a:r>
          </a:p>
        </p:txBody>
      </p:sp>
    </p:spTree>
    <p:extLst>
      <p:ext uri="{BB962C8B-B14F-4D97-AF65-F5344CB8AC3E}">
        <p14:creationId xmlns:p14="http://schemas.microsoft.com/office/powerpoint/2010/main" val="5682698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05D6D69-F2FF-4BE2-9E69-86A44929389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93481" y="1394365"/>
            <a:ext cx="5602519" cy="646331"/>
          </a:xfrm>
        </p:spPr>
        <p:txBody>
          <a:bodyPr wrap="square">
            <a:spAutoFit/>
          </a:bodyPr>
          <a:lstStyle/>
          <a:p>
            <a:r>
              <a:rPr lang="en-US" altLang="zh-CN" dirty="0"/>
              <a:t>PT</a:t>
            </a:r>
            <a:r>
              <a:rPr lang="zh-CN" altLang="en-US" dirty="0"/>
              <a:t>：测试数据为</a:t>
            </a:r>
            <a:r>
              <a:rPr lang="en-US" altLang="zh-CN" dirty="0"/>
              <a:t>3000</a:t>
            </a:r>
            <a:r>
              <a:rPr lang="zh-CN" altLang="en-US" dirty="0"/>
              <a:t>，观察数据报的分片情况</a:t>
            </a:r>
          </a:p>
          <a:p>
            <a:r>
              <a:rPr lang="zh-CN" altLang="en-US" dirty="0"/>
              <a:t>注意：高层的协议的封帧并不体现在每片中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0996054-7F1D-4691-B2CC-BFB90BA2B16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CN" altLang="en-US" dirty="0"/>
              <a:t>数据报分片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2B5304EB-0D0E-4AED-AA51-F13EE2BE0F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5465" y="2496916"/>
            <a:ext cx="5963788" cy="1590897"/>
          </a:xfrm>
          <a:prstGeom prst="rect">
            <a:avLst/>
          </a:prstGeom>
        </p:spPr>
      </p:pic>
      <p:sp>
        <p:nvSpPr>
          <p:cNvPr id="8" name="文本占位符 2">
            <a:extLst>
              <a:ext uri="{FF2B5EF4-FFF2-40B4-BE49-F238E27FC236}">
                <a16:creationId xmlns:a16="http://schemas.microsoft.com/office/drawing/2014/main" id="{89925D93-242F-469C-9644-DC9E98AA002C}"/>
              </a:ext>
            </a:extLst>
          </p:cNvPr>
          <p:cNvSpPr txBox="1">
            <a:spLocks/>
          </p:cNvSpPr>
          <p:nvPr/>
        </p:nvSpPr>
        <p:spPr>
          <a:xfrm>
            <a:off x="6096000" y="1394365"/>
            <a:ext cx="5602520" cy="369332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 baseline="0">
                <a:solidFill>
                  <a:schemeClr val="tx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WS</a:t>
            </a:r>
            <a:r>
              <a:rPr lang="zh-CN" altLang="en-US" dirty="0"/>
              <a:t>：测试数据为</a:t>
            </a:r>
            <a:r>
              <a:rPr lang="en-US" altLang="zh-CN" dirty="0"/>
              <a:t>3000</a:t>
            </a:r>
            <a:r>
              <a:rPr lang="zh-CN" altLang="en-US" dirty="0"/>
              <a:t>，观察数据报的分片情况</a:t>
            </a:r>
            <a:endParaRPr lang="en-US" altLang="zh-CN" dirty="0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E4568B38-0F85-435B-A11C-BBD76598DA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45" y="2352368"/>
            <a:ext cx="5695950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32948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64493CF0-1A29-4463-9EA3-981067659E1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93481" y="1394365"/>
            <a:ext cx="11205038" cy="369332"/>
          </a:xfrm>
        </p:spPr>
        <p:txBody>
          <a:bodyPr>
            <a:spAutoFit/>
          </a:bodyPr>
          <a:lstStyle/>
          <a:p>
            <a:r>
              <a:rPr lang="zh-CN" altLang="en-US" dirty="0"/>
              <a:t>已知某</a:t>
            </a:r>
            <a:r>
              <a:rPr lang="en-US" altLang="zh-CN" dirty="0"/>
              <a:t>IP</a:t>
            </a:r>
            <a:r>
              <a:rPr lang="zh-CN" altLang="en-US" dirty="0"/>
              <a:t>首部如下，求首部校验和。</a:t>
            </a:r>
          </a:p>
        </p:txBody>
      </p: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F45BB19C-C8A1-44A6-8B68-2CFAC3A7BE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3777743"/>
              </p:ext>
            </p:extLst>
          </p:nvPr>
        </p:nvGraphicFramePr>
        <p:xfrm>
          <a:off x="508000" y="1839652"/>
          <a:ext cx="1117600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8500">
                  <a:extLst>
                    <a:ext uri="{9D8B030D-6E8A-4147-A177-3AD203B41FA5}">
                      <a16:colId xmlns:a16="http://schemas.microsoft.com/office/drawing/2014/main" val="2565476394"/>
                    </a:ext>
                  </a:extLst>
                </a:gridCol>
                <a:gridCol w="698500">
                  <a:extLst>
                    <a:ext uri="{9D8B030D-6E8A-4147-A177-3AD203B41FA5}">
                      <a16:colId xmlns:a16="http://schemas.microsoft.com/office/drawing/2014/main" val="1309597321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527598331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733064795"/>
                    </a:ext>
                  </a:extLst>
                </a:gridCol>
                <a:gridCol w="698500">
                  <a:extLst>
                    <a:ext uri="{9D8B030D-6E8A-4147-A177-3AD203B41FA5}">
                      <a16:colId xmlns:a16="http://schemas.microsoft.com/office/drawing/2014/main" val="2965694495"/>
                    </a:ext>
                  </a:extLst>
                </a:gridCol>
                <a:gridCol w="4889500">
                  <a:extLst>
                    <a:ext uri="{9D8B030D-6E8A-4147-A177-3AD203B41FA5}">
                      <a16:colId xmlns:a16="http://schemas.microsoft.com/office/drawing/2014/main" val="28141564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4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8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16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18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31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5807517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4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5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28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993888"/>
                  </a:ext>
                </a:extLst>
              </a:tr>
              <a:tr h="370840"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3088682"/>
                  </a:ext>
                </a:extLst>
              </a:tr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生存时间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TTL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协议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PRO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首部校验和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CHKSUM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418545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源地址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SRC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12916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目的地址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DST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8850077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可选字段，长度可变（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40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字节）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DATA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84252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026655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7533BAB-381F-4E28-AB17-407E4DDB9EF1}"/>
              </a:ext>
            </a:extLst>
          </p:cNvPr>
          <p:cNvSpPr txBox="1"/>
          <p:nvPr/>
        </p:nvSpPr>
        <p:spPr>
          <a:xfrm>
            <a:off x="697953" y="4430374"/>
            <a:ext cx="1079609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spcAft>
                <a:spcPts val="1200"/>
              </a:spcAft>
              <a:defRPr kern="10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defRPr>
            </a:lvl1pPr>
          </a:lstStyle>
          <a:p>
            <a:pPr algn="just"/>
            <a:r>
              <a:rPr lang="en-US" altLang="zh-CN" sz="1600" dirty="0"/>
              <a:t>1.</a:t>
            </a:r>
            <a:r>
              <a:rPr lang="zh-CN" altLang="en-US" sz="1600" dirty="0"/>
              <a:t>将目的</a:t>
            </a:r>
            <a:r>
              <a:rPr lang="en-US" altLang="zh-CN" sz="1600" dirty="0"/>
              <a:t>IP</a:t>
            </a:r>
            <a:r>
              <a:rPr lang="zh-CN" altLang="en-US" sz="1600" dirty="0"/>
              <a:t>地址和源网络的地址掩码相与，如果相等</a:t>
            </a:r>
            <a:r>
              <a:rPr lang="en-US" altLang="zh-CN" sz="1600" dirty="0"/>
              <a:t>,</a:t>
            </a:r>
            <a:r>
              <a:rPr lang="zh-CN" altLang="en-US" sz="1600" dirty="0"/>
              <a:t>应直接交付给主机</a:t>
            </a:r>
            <a:r>
              <a:rPr lang="en-US" altLang="zh-CN" sz="1600" dirty="0"/>
              <a:t>;</a:t>
            </a:r>
            <a:r>
              <a:rPr lang="zh-CN" altLang="en-US" sz="1600" dirty="0"/>
              <a:t>否则，应间接交付给默认网关；</a:t>
            </a:r>
          </a:p>
          <a:p>
            <a:pPr algn="just"/>
            <a:r>
              <a:rPr lang="en-US" altLang="zh-CN" sz="1600" dirty="0"/>
              <a:t>2.</a:t>
            </a:r>
            <a:r>
              <a:rPr lang="zh-CN" altLang="en-US" sz="1600" dirty="0"/>
              <a:t>直接交付：主机在</a:t>
            </a:r>
            <a:r>
              <a:rPr lang="en-US" altLang="zh-CN" sz="1600" dirty="0"/>
              <a:t>ARP</a:t>
            </a:r>
            <a:r>
              <a:rPr lang="zh-CN" altLang="en-US" sz="1600" dirty="0"/>
              <a:t>高速缓存表中查找目的</a:t>
            </a:r>
            <a:r>
              <a:rPr lang="en-US" altLang="zh-CN" sz="1600" dirty="0"/>
              <a:t>IP</a:t>
            </a:r>
            <a:r>
              <a:rPr lang="zh-CN" altLang="en-US" sz="1600" dirty="0"/>
              <a:t>地址对应的</a:t>
            </a:r>
            <a:r>
              <a:rPr lang="en-US" altLang="zh-CN" sz="1600" dirty="0"/>
              <a:t>MAC</a:t>
            </a:r>
            <a:r>
              <a:rPr lang="zh-CN" altLang="en-US" sz="1600" dirty="0"/>
              <a:t>地址。如果有，封装</a:t>
            </a:r>
            <a:r>
              <a:rPr lang="en-US" altLang="zh-CN" sz="1600" dirty="0"/>
              <a:t>IP</a:t>
            </a:r>
            <a:r>
              <a:rPr lang="zh-CN" altLang="en-US" sz="1600" dirty="0"/>
              <a:t>数据报成帧，并发送给目的主机；否则，发起对目的</a:t>
            </a:r>
            <a:r>
              <a:rPr lang="en-US" altLang="zh-CN" sz="1600" dirty="0"/>
              <a:t>IP</a:t>
            </a:r>
            <a:r>
              <a:rPr lang="zh-CN" altLang="en-US" sz="1600" dirty="0"/>
              <a:t>地址的</a:t>
            </a:r>
            <a:r>
              <a:rPr lang="en-US" altLang="zh-CN" sz="1600" dirty="0"/>
              <a:t>ARP</a:t>
            </a:r>
            <a:r>
              <a:rPr lang="zh-CN" altLang="en-US" sz="1600" dirty="0"/>
              <a:t>请求；</a:t>
            </a:r>
            <a:endParaRPr lang="en-US" altLang="zh-CN" sz="1600" dirty="0"/>
          </a:p>
          <a:p>
            <a:pPr algn="just"/>
            <a:r>
              <a:rPr lang="en-US" altLang="zh-CN" sz="1600" dirty="0"/>
              <a:t>3.</a:t>
            </a:r>
            <a:r>
              <a:rPr lang="zh-CN" altLang="en-US" sz="1600" dirty="0"/>
              <a:t>间接交付：主机</a:t>
            </a:r>
            <a:r>
              <a:rPr lang="zh-CN" altLang="en-US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在</a:t>
            </a:r>
            <a:r>
              <a:rPr lang="en-US" altLang="zh-CN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ARP</a:t>
            </a:r>
            <a:r>
              <a:rPr lang="zh-CN" altLang="en-US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高速缓存表中查找默认网关对应的</a:t>
            </a:r>
            <a:r>
              <a:rPr lang="en-US" altLang="zh-CN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MAC</a:t>
            </a:r>
            <a:r>
              <a:rPr lang="zh-CN" altLang="en-US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地址。如果有，则封帧交付给默认网关；如果没有，则发起对默认网关的</a:t>
            </a:r>
            <a:r>
              <a:rPr lang="en-US" altLang="zh-CN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ARP</a:t>
            </a:r>
            <a:r>
              <a:rPr lang="zh-CN" altLang="en-US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请求</a:t>
            </a:r>
            <a:endParaRPr lang="zh-CN" altLang="en-US" sz="1600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4F0A75E-F235-47BB-AC37-072986BFCB7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数据报的转发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B6FB210-97EB-49B7-A0A2-EAD4A8E7A47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forwarding</a:t>
            </a:r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71365E8-6913-4849-9282-D7336F80953A}"/>
              </a:ext>
            </a:extLst>
          </p:cNvPr>
          <p:cNvSpPr/>
          <p:nvPr/>
        </p:nvSpPr>
        <p:spPr>
          <a:xfrm>
            <a:off x="697953" y="3822594"/>
            <a:ext cx="10796094" cy="54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路由器转发数据报的过程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2CA714CE-3071-4F80-8A27-F59F32B87E03}"/>
              </a:ext>
            </a:extLst>
          </p:cNvPr>
          <p:cNvSpPr txBox="1"/>
          <p:nvPr/>
        </p:nvSpPr>
        <p:spPr>
          <a:xfrm>
            <a:off x="697953" y="1033321"/>
            <a:ext cx="1079609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spcAft>
                <a:spcPts val="1200"/>
              </a:spcAft>
              <a:defRPr kern="10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defRPr>
            </a:lvl1pPr>
          </a:lstStyle>
          <a:p>
            <a:pPr algn="just"/>
            <a:r>
              <a:rPr lang="en-US" altLang="zh-CN" sz="1600" dirty="0"/>
              <a:t>1.</a:t>
            </a:r>
            <a:r>
              <a:rPr lang="zh-CN" altLang="en-US" sz="1600" dirty="0"/>
              <a:t>将目的</a:t>
            </a:r>
            <a:r>
              <a:rPr lang="en-US" altLang="zh-CN" sz="1600" dirty="0"/>
              <a:t>IP</a:t>
            </a:r>
            <a:r>
              <a:rPr lang="zh-CN" altLang="en-US" sz="1600" dirty="0"/>
              <a:t>地址和源网络的地址掩码相与，如果相等</a:t>
            </a:r>
            <a:r>
              <a:rPr lang="en-US" altLang="zh-CN" sz="1600" dirty="0"/>
              <a:t>,</a:t>
            </a:r>
            <a:r>
              <a:rPr lang="zh-CN" altLang="en-US" sz="1600" dirty="0"/>
              <a:t>应直接交付给主机</a:t>
            </a:r>
            <a:r>
              <a:rPr lang="en-US" altLang="zh-CN" sz="1600" dirty="0"/>
              <a:t>;</a:t>
            </a:r>
            <a:r>
              <a:rPr lang="zh-CN" altLang="en-US" sz="1600" dirty="0"/>
              <a:t>否则，应间接交付给默认网关；</a:t>
            </a:r>
          </a:p>
          <a:p>
            <a:pPr algn="just"/>
            <a:r>
              <a:rPr lang="en-US" altLang="zh-CN" sz="1600" dirty="0"/>
              <a:t>2.</a:t>
            </a:r>
            <a:r>
              <a:rPr lang="zh-CN" altLang="en-US" sz="1600" dirty="0"/>
              <a:t>直接交付：主机在</a:t>
            </a:r>
            <a:r>
              <a:rPr lang="en-US" altLang="zh-CN" sz="1600" dirty="0"/>
              <a:t>ARP</a:t>
            </a:r>
            <a:r>
              <a:rPr lang="zh-CN" altLang="en-US" sz="1600" dirty="0"/>
              <a:t>高速缓存表中查找目的</a:t>
            </a:r>
            <a:r>
              <a:rPr lang="en-US" altLang="zh-CN" sz="1600" dirty="0"/>
              <a:t>IP</a:t>
            </a:r>
            <a:r>
              <a:rPr lang="zh-CN" altLang="en-US" sz="1600" dirty="0"/>
              <a:t>地址对应的</a:t>
            </a:r>
            <a:r>
              <a:rPr lang="en-US" altLang="zh-CN" sz="1600" dirty="0"/>
              <a:t>MAC</a:t>
            </a:r>
            <a:r>
              <a:rPr lang="zh-CN" altLang="en-US" sz="1600" dirty="0"/>
              <a:t>地址。如果有，封装</a:t>
            </a:r>
            <a:r>
              <a:rPr lang="en-US" altLang="zh-CN" sz="1600" dirty="0"/>
              <a:t>IP</a:t>
            </a:r>
            <a:r>
              <a:rPr lang="zh-CN" altLang="en-US" sz="1600" dirty="0"/>
              <a:t>数据报成帧，并发送给目的主机；否则，发起对目的</a:t>
            </a:r>
            <a:r>
              <a:rPr lang="en-US" altLang="zh-CN" sz="1600" dirty="0"/>
              <a:t>IP</a:t>
            </a:r>
            <a:r>
              <a:rPr lang="zh-CN" altLang="en-US" sz="1600" dirty="0"/>
              <a:t>地址的</a:t>
            </a:r>
            <a:r>
              <a:rPr lang="en-US" altLang="zh-CN" sz="1600" dirty="0"/>
              <a:t>ARP</a:t>
            </a:r>
            <a:r>
              <a:rPr lang="zh-CN" altLang="en-US" sz="1600" dirty="0"/>
              <a:t>请求；</a:t>
            </a:r>
            <a:endParaRPr lang="en-US" altLang="zh-CN" sz="1600" dirty="0"/>
          </a:p>
          <a:p>
            <a:pPr algn="just"/>
            <a:r>
              <a:rPr lang="en-US" altLang="zh-CN" sz="1600" dirty="0"/>
              <a:t>3.</a:t>
            </a:r>
            <a:r>
              <a:rPr lang="zh-CN" altLang="en-US" sz="1600" dirty="0"/>
              <a:t>间接交付：主机</a:t>
            </a:r>
            <a:r>
              <a:rPr lang="zh-CN" altLang="en-US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在</a:t>
            </a:r>
            <a:r>
              <a:rPr lang="en-US" altLang="zh-CN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ARP</a:t>
            </a:r>
            <a:r>
              <a:rPr lang="zh-CN" altLang="en-US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高速缓存表中查找默认网关对应的</a:t>
            </a:r>
            <a:r>
              <a:rPr lang="en-US" altLang="zh-CN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MAC</a:t>
            </a:r>
            <a:r>
              <a:rPr lang="zh-CN" altLang="en-US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地址。如果有，则封帧交付给默认网关；如果没有，则发起对默认网关的</a:t>
            </a:r>
            <a:r>
              <a:rPr lang="en-US" altLang="zh-CN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ARP</a:t>
            </a:r>
            <a:r>
              <a:rPr lang="zh-CN" altLang="en-US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请求</a:t>
            </a:r>
            <a:endParaRPr lang="zh-CN" altLang="en-US" sz="1600" dirty="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61FC7B8-7157-4991-BC27-9026CEEA1470}"/>
              </a:ext>
            </a:extLst>
          </p:cNvPr>
          <p:cNvSpPr/>
          <p:nvPr/>
        </p:nvSpPr>
        <p:spPr>
          <a:xfrm>
            <a:off x="697953" y="425541"/>
            <a:ext cx="10796094" cy="54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主机发送数据报的过程</a:t>
            </a:r>
          </a:p>
        </p:txBody>
      </p:sp>
    </p:spTree>
    <p:extLst>
      <p:ext uri="{BB962C8B-B14F-4D97-AF65-F5344CB8AC3E}">
        <p14:creationId xmlns:p14="http://schemas.microsoft.com/office/powerpoint/2010/main" val="38411661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E8831CD3-A90B-4275-AB93-264AF5D410B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IP</a:t>
            </a:r>
            <a:r>
              <a:rPr lang="zh-CN" altLang="en-US" dirty="0"/>
              <a:t>数据报的传送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786C034-9A29-445A-96DF-BDAC570F166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Packet Delivery</a:t>
            </a:r>
            <a:endParaRPr lang="zh-CN" altLang="en-US" dirty="0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EDF4E2DE-2267-465D-B676-3AA19DB489AD}"/>
              </a:ext>
            </a:extLst>
          </p:cNvPr>
          <p:cNvGrpSpPr/>
          <p:nvPr/>
        </p:nvGrpSpPr>
        <p:grpSpPr>
          <a:xfrm>
            <a:off x="10993470" y="2675663"/>
            <a:ext cx="461986" cy="767539"/>
            <a:chOff x="7285530" y="1882507"/>
            <a:chExt cx="461986" cy="767539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23AB78C8-336A-4AFA-AFE9-18CAD9ECC0A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90316" y="2192846"/>
              <a:ext cx="457200" cy="457200"/>
            </a:xfrm>
            <a:prstGeom prst="rect">
              <a:avLst/>
            </a:prstGeom>
          </p:spPr>
        </p:pic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5C57D347-4A37-4517-83F4-27C69E5AAA37}"/>
                </a:ext>
              </a:extLst>
            </p:cNvPr>
            <p:cNvSpPr txBox="1"/>
            <p:nvPr/>
          </p:nvSpPr>
          <p:spPr>
            <a:xfrm>
              <a:off x="7285530" y="1882507"/>
              <a:ext cx="4010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en-US" altLang="zh-CN" sz="1800" kern="100" dirty="0">
                  <a:effectLst/>
                  <a:latin typeface="Poppins Light" panose="00000400000000000000" pitchFamily="2" charset="0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r2</a:t>
              </a:r>
              <a:endParaRPr lang="zh-CN" altLang="en-US" sz="1800" kern="100" dirty="0">
                <a:effectLst/>
                <a:latin typeface="Poppins Light" panose="00000400000000000000" pitchFamily="2" charset="0"/>
                <a:ea typeface="微软雅黑 Light" panose="020B0502040204020203" pitchFamily="34" charset="-122"/>
                <a:cs typeface="Times New Roman" panose="02020603050405020304" pitchFamily="18" charset="0"/>
              </a:endParaRPr>
            </a:p>
          </p:txBody>
        </p:sp>
      </p:grp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70CBC27B-C99A-4BB9-B132-727D4ED5E574}"/>
              </a:ext>
            </a:extLst>
          </p:cNvPr>
          <p:cNvCxnSpPr>
            <a:cxnSpLocks/>
          </p:cNvCxnSpPr>
          <p:nvPr/>
        </p:nvCxnSpPr>
        <p:spPr>
          <a:xfrm>
            <a:off x="792263" y="3762599"/>
            <a:ext cx="2880000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组合 7">
            <a:extLst>
              <a:ext uri="{FF2B5EF4-FFF2-40B4-BE49-F238E27FC236}">
                <a16:creationId xmlns:a16="http://schemas.microsoft.com/office/drawing/2014/main" id="{2CBAE15F-FC97-4045-AA3F-86A8834AFD5C}"/>
              </a:ext>
            </a:extLst>
          </p:cNvPr>
          <p:cNvGrpSpPr/>
          <p:nvPr/>
        </p:nvGrpSpPr>
        <p:grpSpPr>
          <a:xfrm>
            <a:off x="2096961" y="2675663"/>
            <a:ext cx="457200" cy="1086936"/>
            <a:chOff x="1598650" y="1882507"/>
            <a:chExt cx="457200" cy="1086936"/>
          </a:xfrm>
        </p:grpSpPr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E6AEB822-1064-4BC9-920A-B29831845C9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98650" y="2192846"/>
              <a:ext cx="457200" cy="457200"/>
            </a:xfrm>
            <a:prstGeom prst="rect">
              <a:avLst/>
            </a:prstGeom>
          </p:spPr>
        </p:pic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D1267872-C254-4E81-AF7A-D455B7EBCFF1}"/>
                </a:ext>
              </a:extLst>
            </p:cNvPr>
            <p:cNvSpPr txBox="1"/>
            <p:nvPr/>
          </p:nvSpPr>
          <p:spPr>
            <a:xfrm>
              <a:off x="1630722" y="1882507"/>
              <a:ext cx="39305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en-US" altLang="zh-CN" sz="1800" kern="100" dirty="0">
                  <a:effectLst/>
                  <a:latin typeface="Poppins Light" panose="00000400000000000000" pitchFamily="2" charset="0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h1</a:t>
              </a:r>
              <a:endParaRPr lang="zh-CN" altLang="en-US" sz="1800" kern="100" dirty="0">
                <a:effectLst/>
                <a:latin typeface="Poppins Light" panose="00000400000000000000" pitchFamily="2" charset="0"/>
                <a:ea typeface="微软雅黑 Light" panose="020B0502040204020203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FB89CC1A-2E00-4646-B432-3382B44C9233}"/>
                </a:ext>
              </a:extLst>
            </p:cNvPr>
            <p:cNvCxnSpPr>
              <a:cxnSpLocks/>
            </p:cNvCxnSpPr>
            <p:nvPr/>
          </p:nvCxnSpPr>
          <p:spPr>
            <a:xfrm>
              <a:off x="1827250" y="2650046"/>
              <a:ext cx="1550" cy="319397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A0F2461A-C454-4411-8B1A-0DEFC86B371D}"/>
              </a:ext>
            </a:extLst>
          </p:cNvPr>
          <p:cNvGrpSpPr/>
          <p:nvPr/>
        </p:nvGrpSpPr>
        <p:grpSpPr>
          <a:xfrm>
            <a:off x="3225408" y="2675663"/>
            <a:ext cx="484294" cy="1077878"/>
            <a:chOff x="4444483" y="1882507"/>
            <a:chExt cx="484294" cy="1077878"/>
          </a:xfrm>
        </p:grpSpPr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2CB833C9-CBF0-4E9B-9706-E6D8197136B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44483" y="2192846"/>
              <a:ext cx="457200" cy="457200"/>
            </a:xfrm>
            <a:prstGeom prst="rect">
              <a:avLst/>
            </a:prstGeom>
          </p:spPr>
        </p:pic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7E18D3C3-D8BB-4CD6-AC3B-73D8FE593908}"/>
                </a:ext>
              </a:extLst>
            </p:cNvPr>
            <p:cNvSpPr txBox="1"/>
            <p:nvPr/>
          </p:nvSpPr>
          <p:spPr>
            <a:xfrm>
              <a:off x="4466791" y="1882507"/>
              <a:ext cx="46198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en-US" altLang="zh-CN" sz="1800" kern="100" dirty="0">
                  <a:effectLst/>
                  <a:latin typeface="Poppins Light" panose="00000400000000000000" pitchFamily="2" charset="0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r2</a:t>
              </a:r>
              <a:endParaRPr lang="zh-CN" altLang="en-US" sz="1800" kern="100" dirty="0">
                <a:effectLst/>
                <a:latin typeface="Poppins Light" panose="00000400000000000000" pitchFamily="2" charset="0"/>
                <a:ea typeface="微软雅黑 Light" panose="020B0502040204020203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66FA4683-6F38-4895-9C18-8464AD531743}"/>
                </a:ext>
              </a:extLst>
            </p:cNvPr>
            <p:cNvCxnSpPr>
              <a:cxnSpLocks/>
            </p:cNvCxnSpPr>
            <p:nvPr/>
          </p:nvCxnSpPr>
          <p:spPr>
            <a:xfrm>
              <a:off x="4672308" y="2640988"/>
              <a:ext cx="1550" cy="319397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B0270CBD-FF97-472C-A73D-4E525BDD89B5}"/>
              </a:ext>
            </a:extLst>
          </p:cNvPr>
          <p:cNvGrpSpPr/>
          <p:nvPr/>
        </p:nvGrpSpPr>
        <p:grpSpPr>
          <a:xfrm>
            <a:off x="820246" y="3762599"/>
            <a:ext cx="461986" cy="1206325"/>
            <a:chOff x="1596257" y="2969443"/>
            <a:chExt cx="461986" cy="1206325"/>
          </a:xfrm>
        </p:grpSpPr>
        <p:pic>
          <p:nvPicPr>
            <p:cNvPr id="17" name="图片 16">
              <a:extLst>
                <a:ext uri="{FF2B5EF4-FFF2-40B4-BE49-F238E27FC236}">
                  <a16:creationId xmlns:a16="http://schemas.microsoft.com/office/drawing/2014/main" id="{06F1469C-3B1C-473D-9A20-8D08C325171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98650" y="3375161"/>
              <a:ext cx="457200" cy="457200"/>
            </a:xfrm>
            <a:prstGeom prst="rect">
              <a:avLst/>
            </a:prstGeom>
          </p:spPr>
        </p:pic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839978C4-8567-4828-90E3-9BD7A6684156}"/>
                </a:ext>
              </a:extLst>
            </p:cNvPr>
            <p:cNvSpPr txBox="1"/>
            <p:nvPr/>
          </p:nvSpPr>
          <p:spPr>
            <a:xfrm>
              <a:off x="1596257" y="3806436"/>
              <a:ext cx="4619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en-US" altLang="zh-CN" sz="1800" kern="100" dirty="0">
                  <a:effectLst/>
                  <a:latin typeface="Poppins Light" panose="00000400000000000000" pitchFamily="2" charset="0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h2</a:t>
              </a:r>
              <a:endParaRPr lang="zh-CN" altLang="en-US" sz="1800" kern="100" dirty="0">
                <a:effectLst/>
                <a:latin typeface="Poppins Light" panose="00000400000000000000" pitchFamily="2" charset="0"/>
                <a:ea typeface="微软雅黑 Light" panose="020B0502040204020203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3431D58A-84A3-4DB1-8063-0B70F6E258F7}"/>
                </a:ext>
              </a:extLst>
            </p:cNvPr>
            <p:cNvCxnSpPr>
              <a:cxnSpLocks/>
            </p:cNvCxnSpPr>
            <p:nvPr/>
          </p:nvCxnSpPr>
          <p:spPr>
            <a:xfrm>
              <a:off x="1824150" y="2969443"/>
              <a:ext cx="1550" cy="319397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259F1DC8-C25A-4D8C-BA31-332961C5A88F}"/>
              </a:ext>
            </a:extLst>
          </p:cNvPr>
          <p:cNvGrpSpPr/>
          <p:nvPr/>
        </p:nvGrpSpPr>
        <p:grpSpPr>
          <a:xfrm>
            <a:off x="1667656" y="3762599"/>
            <a:ext cx="465192" cy="1206325"/>
            <a:chOff x="1594654" y="2969443"/>
            <a:chExt cx="465192" cy="1206325"/>
          </a:xfrm>
        </p:grpSpPr>
        <p:pic>
          <p:nvPicPr>
            <p:cNvPr id="21" name="图片 20">
              <a:extLst>
                <a:ext uri="{FF2B5EF4-FFF2-40B4-BE49-F238E27FC236}">
                  <a16:creationId xmlns:a16="http://schemas.microsoft.com/office/drawing/2014/main" id="{90F66AF3-1299-41BD-BA6B-BE8B5B86E09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98650" y="3375161"/>
              <a:ext cx="457200" cy="457200"/>
            </a:xfrm>
            <a:prstGeom prst="rect">
              <a:avLst/>
            </a:prstGeom>
          </p:spPr>
        </p:pic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F5BB3D65-2091-4592-9961-111890C0718A}"/>
                </a:ext>
              </a:extLst>
            </p:cNvPr>
            <p:cNvSpPr txBox="1"/>
            <p:nvPr/>
          </p:nvSpPr>
          <p:spPr>
            <a:xfrm>
              <a:off x="1594654" y="3806436"/>
              <a:ext cx="4651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en-US" altLang="zh-CN" sz="1800" kern="100" dirty="0">
                  <a:effectLst/>
                  <a:latin typeface="Poppins Light" panose="00000400000000000000" pitchFamily="2" charset="0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h3</a:t>
              </a:r>
              <a:endParaRPr lang="zh-CN" altLang="en-US" sz="1800" kern="100" dirty="0">
                <a:effectLst/>
                <a:latin typeface="Poppins Light" panose="00000400000000000000" pitchFamily="2" charset="0"/>
                <a:ea typeface="微软雅黑 Light" panose="020B0502040204020203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0C72B260-0E0F-4039-AECC-06FCEDEC3D7F}"/>
                </a:ext>
              </a:extLst>
            </p:cNvPr>
            <p:cNvCxnSpPr>
              <a:cxnSpLocks/>
            </p:cNvCxnSpPr>
            <p:nvPr/>
          </p:nvCxnSpPr>
          <p:spPr>
            <a:xfrm>
              <a:off x="1824150" y="2969443"/>
              <a:ext cx="1550" cy="319397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云形 23">
            <a:extLst>
              <a:ext uri="{FF2B5EF4-FFF2-40B4-BE49-F238E27FC236}">
                <a16:creationId xmlns:a16="http://schemas.microsoft.com/office/drawing/2014/main" id="{A4DC435F-3759-4B96-85C8-961E9A52B1E9}"/>
              </a:ext>
            </a:extLst>
          </p:cNvPr>
          <p:cNvSpPr/>
          <p:nvPr/>
        </p:nvSpPr>
        <p:spPr>
          <a:xfrm>
            <a:off x="5926850" y="2838056"/>
            <a:ext cx="1739435" cy="753092"/>
          </a:xfrm>
          <a:prstGeom prst="cloud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互联网</a:t>
            </a:r>
          </a:p>
        </p:txBody>
      </p: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F448E4A3-929F-49D9-99A8-8AFFBC1CB2AC}"/>
              </a:ext>
            </a:extLst>
          </p:cNvPr>
          <p:cNvCxnSpPr>
            <a:cxnSpLocks/>
            <a:stCxn id="13" idx="3"/>
            <a:endCxn id="24" idx="2"/>
          </p:cNvCxnSpPr>
          <p:nvPr/>
        </p:nvCxnSpPr>
        <p:spPr>
          <a:xfrm>
            <a:off x="3682608" y="3214602"/>
            <a:ext cx="2249637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00AA22FD-E3A2-4E97-B990-D8D03FAE1537}"/>
              </a:ext>
            </a:extLst>
          </p:cNvPr>
          <p:cNvCxnSpPr>
            <a:stCxn id="24" idx="0"/>
            <a:endCxn id="5" idx="1"/>
          </p:cNvCxnSpPr>
          <p:nvPr/>
        </p:nvCxnSpPr>
        <p:spPr>
          <a:xfrm>
            <a:off x="7664835" y="3214602"/>
            <a:ext cx="3333421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D4B7365D-9409-4A11-8A6E-9606D0653988}"/>
              </a:ext>
            </a:extLst>
          </p:cNvPr>
          <p:cNvGrpSpPr/>
          <p:nvPr/>
        </p:nvGrpSpPr>
        <p:grpSpPr>
          <a:xfrm>
            <a:off x="588543" y="1619158"/>
            <a:ext cx="1440000" cy="1767603"/>
            <a:chOff x="1134908" y="3401901"/>
            <a:chExt cx="1800000" cy="1767603"/>
          </a:xfrm>
          <a:solidFill>
            <a:schemeClr val="accent2"/>
          </a:solidFill>
        </p:grpSpPr>
        <p:sp>
          <p:nvSpPr>
            <p:cNvPr id="28" name="立方体 27">
              <a:extLst>
                <a:ext uri="{FF2B5EF4-FFF2-40B4-BE49-F238E27FC236}">
                  <a16:creationId xmlns:a16="http://schemas.microsoft.com/office/drawing/2014/main" id="{45CEE08F-F506-4132-AA43-DF70FEFB0CCD}"/>
                </a:ext>
              </a:extLst>
            </p:cNvPr>
            <p:cNvSpPr/>
            <p:nvPr/>
          </p:nvSpPr>
          <p:spPr>
            <a:xfrm>
              <a:off x="1134908" y="4737504"/>
              <a:ext cx="1800000" cy="432000"/>
            </a:xfrm>
            <a:prstGeom prst="cube">
              <a:avLst/>
            </a:prstGeom>
            <a:ln/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solidFill>
                    <a:schemeClr val="bg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物理层</a:t>
              </a:r>
            </a:p>
          </p:txBody>
        </p:sp>
        <p:sp>
          <p:nvSpPr>
            <p:cNvPr id="29" name="立方体 28">
              <a:extLst>
                <a:ext uri="{FF2B5EF4-FFF2-40B4-BE49-F238E27FC236}">
                  <a16:creationId xmlns:a16="http://schemas.microsoft.com/office/drawing/2014/main" id="{44FB6BF9-20B9-4446-BCAF-5EF267E57782}"/>
                </a:ext>
              </a:extLst>
            </p:cNvPr>
            <p:cNvSpPr/>
            <p:nvPr/>
          </p:nvSpPr>
          <p:spPr>
            <a:xfrm>
              <a:off x="1134908" y="4403604"/>
              <a:ext cx="1800000" cy="432000"/>
            </a:xfrm>
            <a:prstGeom prst="cube">
              <a:avLst/>
            </a:prstGeom>
            <a:ln/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solidFill>
                    <a:schemeClr val="bg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数据链路层</a:t>
              </a:r>
            </a:p>
          </p:txBody>
        </p:sp>
        <p:sp>
          <p:nvSpPr>
            <p:cNvPr id="30" name="立方体 29">
              <a:extLst>
                <a:ext uri="{FF2B5EF4-FFF2-40B4-BE49-F238E27FC236}">
                  <a16:creationId xmlns:a16="http://schemas.microsoft.com/office/drawing/2014/main" id="{B0D3F87C-A746-429D-89CA-F74279845FFF}"/>
                </a:ext>
              </a:extLst>
            </p:cNvPr>
            <p:cNvSpPr/>
            <p:nvPr/>
          </p:nvSpPr>
          <p:spPr>
            <a:xfrm>
              <a:off x="1134908" y="4069703"/>
              <a:ext cx="1800000" cy="432000"/>
            </a:xfrm>
            <a:prstGeom prst="cube">
              <a:avLst/>
            </a:prstGeom>
            <a:ln/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solidFill>
                    <a:schemeClr val="bg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网络层</a:t>
              </a:r>
            </a:p>
          </p:txBody>
        </p:sp>
        <p:sp>
          <p:nvSpPr>
            <p:cNvPr id="31" name="立方体 30">
              <a:extLst>
                <a:ext uri="{FF2B5EF4-FFF2-40B4-BE49-F238E27FC236}">
                  <a16:creationId xmlns:a16="http://schemas.microsoft.com/office/drawing/2014/main" id="{976F88A1-BEA5-4CEA-AEDE-24E64ECB4EAA}"/>
                </a:ext>
              </a:extLst>
            </p:cNvPr>
            <p:cNvSpPr/>
            <p:nvPr/>
          </p:nvSpPr>
          <p:spPr>
            <a:xfrm>
              <a:off x="1134908" y="3735802"/>
              <a:ext cx="1800000" cy="432000"/>
            </a:xfrm>
            <a:prstGeom prst="cube">
              <a:avLst/>
            </a:prstGeom>
            <a:ln/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solidFill>
                    <a:schemeClr val="bg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运输层</a:t>
              </a:r>
            </a:p>
          </p:txBody>
        </p:sp>
        <p:sp>
          <p:nvSpPr>
            <p:cNvPr id="32" name="立方体 31">
              <a:extLst>
                <a:ext uri="{FF2B5EF4-FFF2-40B4-BE49-F238E27FC236}">
                  <a16:creationId xmlns:a16="http://schemas.microsoft.com/office/drawing/2014/main" id="{FED4661C-79DB-4846-8145-CEAE2DEC18D3}"/>
                </a:ext>
              </a:extLst>
            </p:cNvPr>
            <p:cNvSpPr/>
            <p:nvPr/>
          </p:nvSpPr>
          <p:spPr>
            <a:xfrm>
              <a:off x="1134908" y="3401901"/>
              <a:ext cx="1800000" cy="432000"/>
            </a:xfrm>
            <a:prstGeom prst="cube">
              <a:avLst/>
            </a:prstGeom>
            <a:grpFill/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solidFill>
                    <a:schemeClr val="bg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应用层</a:t>
              </a: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EA721C4A-4DCB-427C-8EC5-842E0AEB6858}"/>
              </a:ext>
            </a:extLst>
          </p:cNvPr>
          <p:cNvGrpSpPr/>
          <p:nvPr/>
        </p:nvGrpSpPr>
        <p:grpSpPr>
          <a:xfrm>
            <a:off x="3839465" y="2029997"/>
            <a:ext cx="1440000" cy="1099801"/>
            <a:chOff x="1134908" y="4069703"/>
            <a:chExt cx="1800000" cy="1099801"/>
          </a:xfrm>
          <a:solidFill>
            <a:schemeClr val="accent2"/>
          </a:solidFill>
        </p:grpSpPr>
        <p:sp>
          <p:nvSpPr>
            <p:cNvPr id="34" name="立方体 33">
              <a:extLst>
                <a:ext uri="{FF2B5EF4-FFF2-40B4-BE49-F238E27FC236}">
                  <a16:creationId xmlns:a16="http://schemas.microsoft.com/office/drawing/2014/main" id="{5EE0B429-FA9D-4B47-A29D-038CEE3B2237}"/>
                </a:ext>
              </a:extLst>
            </p:cNvPr>
            <p:cNvSpPr/>
            <p:nvPr/>
          </p:nvSpPr>
          <p:spPr>
            <a:xfrm>
              <a:off x="1134908" y="4737504"/>
              <a:ext cx="1800000" cy="432000"/>
            </a:xfrm>
            <a:prstGeom prst="cube">
              <a:avLst/>
            </a:prstGeom>
            <a:ln/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solidFill>
                    <a:schemeClr val="bg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物理层</a:t>
              </a:r>
            </a:p>
          </p:txBody>
        </p:sp>
        <p:sp>
          <p:nvSpPr>
            <p:cNvPr id="35" name="立方体 34">
              <a:extLst>
                <a:ext uri="{FF2B5EF4-FFF2-40B4-BE49-F238E27FC236}">
                  <a16:creationId xmlns:a16="http://schemas.microsoft.com/office/drawing/2014/main" id="{673C2CB7-BB32-44E6-9B44-F5FEDF285A4E}"/>
                </a:ext>
              </a:extLst>
            </p:cNvPr>
            <p:cNvSpPr/>
            <p:nvPr/>
          </p:nvSpPr>
          <p:spPr>
            <a:xfrm>
              <a:off x="1134908" y="4403604"/>
              <a:ext cx="1800000" cy="432000"/>
            </a:xfrm>
            <a:prstGeom prst="cube">
              <a:avLst/>
            </a:prstGeom>
            <a:ln/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solidFill>
                    <a:schemeClr val="bg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数据链路层</a:t>
              </a:r>
            </a:p>
          </p:txBody>
        </p:sp>
        <p:sp>
          <p:nvSpPr>
            <p:cNvPr id="36" name="立方体 35">
              <a:extLst>
                <a:ext uri="{FF2B5EF4-FFF2-40B4-BE49-F238E27FC236}">
                  <a16:creationId xmlns:a16="http://schemas.microsoft.com/office/drawing/2014/main" id="{C33AB3F3-2F26-4EC9-A36F-E1C24666FBDE}"/>
                </a:ext>
              </a:extLst>
            </p:cNvPr>
            <p:cNvSpPr/>
            <p:nvPr/>
          </p:nvSpPr>
          <p:spPr>
            <a:xfrm>
              <a:off x="1134908" y="4069703"/>
              <a:ext cx="1800000" cy="432000"/>
            </a:xfrm>
            <a:prstGeom prst="cube">
              <a:avLst/>
            </a:prstGeom>
            <a:ln/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solidFill>
                    <a:schemeClr val="bg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网络层</a:t>
              </a:r>
            </a:p>
          </p:txBody>
        </p:sp>
      </p:grp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3D7BBC0D-97A2-44E1-9087-DCEA61F37B9F}"/>
              </a:ext>
            </a:extLst>
          </p:cNvPr>
          <p:cNvCxnSpPr>
            <a:cxnSpLocks/>
          </p:cNvCxnSpPr>
          <p:nvPr/>
        </p:nvCxnSpPr>
        <p:spPr>
          <a:xfrm>
            <a:off x="8132048" y="1805545"/>
            <a:ext cx="3600000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C16AEB52-F108-4A3F-886B-498EC772D8DA}"/>
              </a:ext>
            </a:extLst>
          </p:cNvPr>
          <p:cNvGrpSpPr/>
          <p:nvPr/>
        </p:nvGrpSpPr>
        <p:grpSpPr>
          <a:xfrm>
            <a:off x="8541570" y="705582"/>
            <a:ext cx="470000" cy="1086936"/>
            <a:chOff x="1592251" y="1882507"/>
            <a:chExt cx="470000" cy="1086936"/>
          </a:xfrm>
        </p:grpSpPr>
        <p:pic>
          <p:nvPicPr>
            <p:cNvPr id="39" name="图片 38">
              <a:extLst>
                <a:ext uri="{FF2B5EF4-FFF2-40B4-BE49-F238E27FC236}">
                  <a16:creationId xmlns:a16="http://schemas.microsoft.com/office/drawing/2014/main" id="{AA21C7B5-1A0B-4CFA-8271-C10FDEB981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98650" y="2192846"/>
              <a:ext cx="457200" cy="457200"/>
            </a:xfrm>
            <a:prstGeom prst="rect">
              <a:avLst/>
            </a:prstGeom>
          </p:spPr>
        </p:pic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403697D2-974E-438C-B970-057E40A878ED}"/>
                </a:ext>
              </a:extLst>
            </p:cNvPr>
            <p:cNvSpPr txBox="1"/>
            <p:nvPr/>
          </p:nvSpPr>
          <p:spPr>
            <a:xfrm>
              <a:off x="1592251" y="1882507"/>
              <a:ext cx="4700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en-US" altLang="zh-CN" sz="1800" kern="100" dirty="0">
                  <a:effectLst/>
                  <a:latin typeface="Poppins Light" panose="00000400000000000000" pitchFamily="2" charset="0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h4</a:t>
              </a:r>
              <a:endParaRPr lang="zh-CN" altLang="en-US" sz="1800" kern="100" dirty="0">
                <a:effectLst/>
                <a:latin typeface="Poppins Light" panose="00000400000000000000" pitchFamily="2" charset="0"/>
                <a:ea typeface="微软雅黑 Light" panose="020B0502040204020203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CA83E0FD-CC52-480F-A899-3C6F68C1B9F2}"/>
                </a:ext>
              </a:extLst>
            </p:cNvPr>
            <p:cNvCxnSpPr>
              <a:cxnSpLocks/>
            </p:cNvCxnSpPr>
            <p:nvPr/>
          </p:nvCxnSpPr>
          <p:spPr>
            <a:xfrm>
              <a:off x="1827250" y="2650046"/>
              <a:ext cx="1550" cy="319397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0066BF18-AACA-49B7-8D1E-365765A330CD}"/>
              </a:ext>
            </a:extLst>
          </p:cNvPr>
          <p:cNvGrpSpPr/>
          <p:nvPr/>
        </p:nvGrpSpPr>
        <p:grpSpPr>
          <a:xfrm>
            <a:off x="9123872" y="1818573"/>
            <a:ext cx="471604" cy="1206325"/>
            <a:chOff x="1591448" y="2969443"/>
            <a:chExt cx="471604" cy="1206325"/>
          </a:xfrm>
        </p:grpSpPr>
        <p:pic>
          <p:nvPicPr>
            <p:cNvPr id="43" name="图片 42">
              <a:extLst>
                <a:ext uri="{FF2B5EF4-FFF2-40B4-BE49-F238E27FC236}">
                  <a16:creationId xmlns:a16="http://schemas.microsoft.com/office/drawing/2014/main" id="{A2213208-EADD-48C3-BD90-BF84D27DC7F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98650" y="3375161"/>
              <a:ext cx="457200" cy="457200"/>
            </a:xfrm>
            <a:prstGeom prst="rect">
              <a:avLst/>
            </a:prstGeom>
          </p:spPr>
        </p:pic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892664D6-9A3A-4C68-B9C2-CC4D14F704D6}"/>
                </a:ext>
              </a:extLst>
            </p:cNvPr>
            <p:cNvSpPr txBox="1"/>
            <p:nvPr/>
          </p:nvSpPr>
          <p:spPr>
            <a:xfrm>
              <a:off x="1591448" y="3806436"/>
              <a:ext cx="4716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en-US" altLang="zh-CN" sz="1800" kern="100" dirty="0">
                  <a:effectLst/>
                  <a:latin typeface="Poppins Light" panose="00000400000000000000" pitchFamily="2" charset="0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h5</a:t>
              </a:r>
              <a:endParaRPr lang="zh-CN" altLang="en-US" sz="1800" kern="100" dirty="0">
                <a:effectLst/>
                <a:latin typeface="Poppins Light" panose="00000400000000000000" pitchFamily="2" charset="0"/>
                <a:ea typeface="微软雅黑 Light" panose="020B0502040204020203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A2BA898F-7F19-489A-89F8-AC81BDA2FFAD}"/>
                </a:ext>
              </a:extLst>
            </p:cNvPr>
            <p:cNvCxnSpPr>
              <a:cxnSpLocks/>
            </p:cNvCxnSpPr>
            <p:nvPr/>
          </p:nvCxnSpPr>
          <p:spPr>
            <a:xfrm>
              <a:off x="1824150" y="2969443"/>
              <a:ext cx="1550" cy="319397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69855464-83AF-450C-B0FA-4C3CE201A028}"/>
              </a:ext>
            </a:extLst>
          </p:cNvPr>
          <p:cNvGrpSpPr/>
          <p:nvPr/>
        </p:nvGrpSpPr>
        <p:grpSpPr>
          <a:xfrm>
            <a:off x="9976091" y="1818573"/>
            <a:ext cx="473207" cy="1206325"/>
            <a:chOff x="1590646" y="2969443"/>
            <a:chExt cx="473207" cy="1206325"/>
          </a:xfrm>
        </p:grpSpPr>
        <p:pic>
          <p:nvPicPr>
            <p:cNvPr id="47" name="图片 46">
              <a:extLst>
                <a:ext uri="{FF2B5EF4-FFF2-40B4-BE49-F238E27FC236}">
                  <a16:creationId xmlns:a16="http://schemas.microsoft.com/office/drawing/2014/main" id="{1DC47245-7352-4A23-9397-22AB05CE2C9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98650" y="3375161"/>
              <a:ext cx="457200" cy="457200"/>
            </a:xfrm>
            <a:prstGeom prst="rect">
              <a:avLst/>
            </a:prstGeom>
          </p:spPr>
        </p:pic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C1A258BE-3137-4B96-85F6-960A1195253D}"/>
                </a:ext>
              </a:extLst>
            </p:cNvPr>
            <p:cNvSpPr txBox="1"/>
            <p:nvPr/>
          </p:nvSpPr>
          <p:spPr>
            <a:xfrm>
              <a:off x="1590646" y="3806436"/>
              <a:ext cx="4732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en-US" altLang="zh-CN" sz="1800" kern="100" dirty="0">
                  <a:effectLst/>
                  <a:latin typeface="Poppins Light" panose="00000400000000000000" pitchFamily="2" charset="0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h6</a:t>
              </a:r>
              <a:endParaRPr lang="zh-CN" altLang="en-US" sz="1800" kern="100" dirty="0">
                <a:effectLst/>
                <a:latin typeface="Poppins Light" panose="00000400000000000000" pitchFamily="2" charset="0"/>
                <a:ea typeface="微软雅黑 Light" panose="020B0502040204020203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C1C725C4-9793-422F-B400-4F34C0EE582E}"/>
                </a:ext>
              </a:extLst>
            </p:cNvPr>
            <p:cNvCxnSpPr>
              <a:cxnSpLocks/>
            </p:cNvCxnSpPr>
            <p:nvPr/>
          </p:nvCxnSpPr>
          <p:spPr>
            <a:xfrm>
              <a:off x="1824150" y="2969443"/>
              <a:ext cx="1550" cy="319397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0" name="Picture 4">
            <a:extLst>
              <a:ext uri="{FF2B5EF4-FFF2-40B4-BE49-F238E27FC236}">
                <a16:creationId xmlns:a16="http://schemas.microsoft.com/office/drawing/2014/main" id="{E138127A-AC4C-4070-8308-C133B76640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5317" y="3744521"/>
            <a:ext cx="1440000" cy="14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1" name="组合 50">
            <a:extLst>
              <a:ext uri="{FF2B5EF4-FFF2-40B4-BE49-F238E27FC236}">
                <a16:creationId xmlns:a16="http://schemas.microsoft.com/office/drawing/2014/main" id="{E503A527-B70B-4668-A3B4-A704CAF28A6F}"/>
              </a:ext>
            </a:extLst>
          </p:cNvPr>
          <p:cNvGrpSpPr/>
          <p:nvPr/>
        </p:nvGrpSpPr>
        <p:grpSpPr>
          <a:xfrm>
            <a:off x="9094205" y="4861554"/>
            <a:ext cx="463589" cy="767539"/>
            <a:chOff x="7283927" y="1882507"/>
            <a:chExt cx="463589" cy="767539"/>
          </a:xfrm>
        </p:grpSpPr>
        <p:pic>
          <p:nvPicPr>
            <p:cNvPr id="52" name="图片 51">
              <a:extLst>
                <a:ext uri="{FF2B5EF4-FFF2-40B4-BE49-F238E27FC236}">
                  <a16:creationId xmlns:a16="http://schemas.microsoft.com/office/drawing/2014/main" id="{3378F7A0-29B5-4509-966F-5878EE9B887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90316" y="2192846"/>
              <a:ext cx="457200" cy="457200"/>
            </a:xfrm>
            <a:prstGeom prst="rect">
              <a:avLst/>
            </a:prstGeom>
          </p:spPr>
        </p:pic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92CF4B1B-0585-430F-A0E8-914B5F4030D9}"/>
                </a:ext>
              </a:extLst>
            </p:cNvPr>
            <p:cNvSpPr txBox="1"/>
            <p:nvPr/>
          </p:nvSpPr>
          <p:spPr>
            <a:xfrm>
              <a:off x="7283927" y="1882507"/>
              <a:ext cx="4042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en-US" altLang="zh-CN" sz="1800" kern="100" dirty="0">
                  <a:effectLst/>
                  <a:latin typeface="Poppins Light" panose="00000400000000000000" pitchFamily="2" charset="0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r3</a:t>
              </a:r>
              <a:endParaRPr lang="zh-CN" altLang="en-US" sz="1800" kern="100" dirty="0">
                <a:effectLst/>
                <a:latin typeface="Poppins Light" panose="00000400000000000000" pitchFamily="2" charset="0"/>
                <a:ea typeface="微软雅黑 Light" panose="020B0502040204020203" pitchFamily="34" charset="-122"/>
                <a:cs typeface="Times New Roman" panose="02020603050405020304" pitchFamily="18" charset="0"/>
              </a:endParaRPr>
            </a:p>
          </p:txBody>
        </p:sp>
      </p:grpSp>
      <p:cxnSp>
        <p:nvCxnSpPr>
          <p:cNvPr id="54" name="直接连接符 53">
            <a:extLst>
              <a:ext uri="{FF2B5EF4-FFF2-40B4-BE49-F238E27FC236}">
                <a16:creationId xmlns:a16="http://schemas.microsoft.com/office/drawing/2014/main" id="{33D2FBD8-3DAC-4764-82AC-1695C1181FE1}"/>
              </a:ext>
            </a:extLst>
          </p:cNvPr>
          <p:cNvCxnSpPr>
            <a:cxnSpLocks/>
          </p:cNvCxnSpPr>
          <p:nvPr/>
        </p:nvCxnSpPr>
        <p:spPr>
          <a:xfrm>
            <a:off x="5717345" y="5406856"/>
            <a:ext cx="1440000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54">
            <a:extLst>
              <a:ext uri="{FF2B5EF4-FFF2-40B4-BE49-F238E27FC236}">
                <a16:creationId xmlns:a16="http://schemas.microsoft.com/office/drawing/2014/main" id="{2134476B-6958-4452-9864-8F3E18B1982D}"/>
              </a:ext>
            </a:extLst>
          </p:cNvPr>
          <p:cNvCxnSpPr>
            <a:cxnSpLocks/>
            <a:endCxn id="52" idx="1"/>
          </p:cNvCxnSpPr>
          <p:nvPr/>
        </p:nvCxnSpPr>
        <p:spPr>
          <a:xfrm>
            <a:off x="7157345" y="5396708"/>
            <a:ext cx="1943249" cy="378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4D3D6F25-22BD-4102-BA10-06C40F8E0265}"/>
              </a:ext>
            </a:extLst>
          </p:cNvPr>
          <p:cNvGrpSpPr/>
          <p:nvPr/>
        </p:nvGrpSpPr>
        <p:grpSpPr>
          <a:xfrm>
            <a:off x="9541287" y="4019012"/>
            <a:ext cx="1377696" cy="1377696"/>
            <a:chOff x="4632960" y="3095530"/>
            <a:chExt cx="1377696" cy="1377696"/>
          </a:xfrm>
        </p:grpSpPr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B4E6B95B-6CC0-4E18-80C6-288BFC7CC162}"/>
                </a:ext>
              </a:extLst>
            </p:cNvPr>
            <p:cNvSpPr/>
            <p:nvPr/>
          </p:nvSpPr>
          <p:spPr>
            <a:xfrm>
              <a:off x="4632960" y="3095530"/>
              <a:ext cx="1377696" cy="1377696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任意多边形: 形状 57">
              <a:extLst>
                <a:ext uri="{FF2B5EF4-FFF2-40B4-BE49-F238E27FC236}">
                  <a16:creationId xmlns:a16="http://schemas.microsoft.com/office/drawing/2014/main" id="{586946FF-3A61-4206-86A4-CEBAB34269B0}"/>
                </a:ext>
              </a:extLst>
            </p:cNvPr>
            <p:cNvSpPr/>
            <p:nvPr/>
          </p:nvSpPr>
          <p:spPr>
            <a:xfrm>
              <a:off x="4632960" y="3773424"/>
              <a:ext cx="670848" cy="699802"/>
            </a:xfrm>
            <a:custGeom>
              <a:avLst/>
              <a:gdLst>
                <a:gd name="connsiteX0" fmla="*/ 1287 w 670848"/>
                <a:gd name="connsiteY0" fmla="*/ 0 h 699802"/>
                <a:gd name="connsiteX1" fmla="*/ 670848 w 670848"/>
                <a:gd name="connsiteY1" fmla="*/ 0 h 699802"/>
                <a:gd name="connsiteX2" fmla="*/ 670848 w 670848"/>
                <a:gd name="connsiteY2" fmla="*/ 699802 h 699802"/>
                <a:gd name="connsiteX3" fmla="*/ 550021 w 670848"/>
                <a:gd name="connsiteY3" fmla="*/ 687621 h 699802"/>
                <a:gd name="connsiteX4" fmla="*/ 0 w 670848"/>
                <a:gd name="connsiteY4" fmla="*/ 12768 h 699802"/>
                <a:gd name="connsiteX5" fmla="*/ 1287 w 670848"/>
                <a:gd name="connsiteY5" fmla="*/ 0 h 699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70848" h="699802">
                  <a:moveTo>
                    <a:pt x="1287" y="0"/>
                  </a:moveTo>
                  <a:lnTo>
                    <a:pt x="670848" y="0"/>
                  </a:lnTo>
                  <a:lnTo>
                    <a:pt x="670848" y="699802"/>
                  </a:lnTo>
                  <a:lnTo>
                    <a:pt x="550021" y="687621"/>
                  </a:lnTo>
                  <a:cubicBezTo>
                    <a:pt x="236125" y="623389"/>
                    <a:pt x="0" y="345653"/>
                    <a:pt x="0" y="12768"/>
                  </a:cubicBezTo>
                  <a:lnTo>
                    <a:pt x="1287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D30BF5C4-A4C4-48E3-8715-E7291300B9CA}"/>
              </a:ext>
            </a:extLst>
          </p:cNvPr>
          <p:cNvGrpSpPr/>
          <p:nvPr/>
        </p:nvGrpSpPr>
        <p:grpSpPr>
          <a:xfrm>
            <a:off x="9541287" y="4019012"/>
            <a:ext cx="1377696" cy="1377696"/>
            <a:chOff x="4632960" y="3095530"/>
            <a:chExt cx="1377696" cy="1377696"/>
          </a:xfrm>
        </p:grpSpPr>
        <p:sp>
          <p:nvSpPr>
            <p:cNvPr id="60" name="椭圆 59">
              <a:extLst>
                <a:ext uri="{FF2B5EF4-FFF2-40B4-BE49-F238E27FC236}">
                  <a16:creationId xmlns:a16="http://schemas.microsoft.com/office/drawing/2014/main" id="{34483054-F8F7-44D2-8C89-70D4AEC542F1}"/>
                </a:ext>
              </a:extLst>
            </p:cNvPr>
            <p:cNvSpPr/>
            <p:nvPr/>
          </p:nvSpPr>
          <p:spPr>
            <a:xfrm>
              <a:off x="4632960" y="3095530"/>
              <a:ext cx="1377696" cy="1377696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任意多边形: 形状 60">
              <a:extLst>
                <a:ext uri="{FF2B5EF4-FFF2-40B4-BE49-F238E27FC236}">
                  <a16:creationId xmlns:a16="http://schemas.microsoft.com/office/drawing/2014/main" id="{D24DE632-BAA0-4D32-8BAF-CFF4F6349625}"/>
                </a:ext>
              </a:extLst>
            </p:cNvPr>
            <p:cNvSpPr/>
            <p:nvPr/>
          </p:nvSpPr>
          <p:spPr>
            <a:xfrm>
              <a:off x="4632960" y="3773424"/>
              <a:ext cx="670848" cy="699802"/>
            </a:xfrm>
            <a:custGeom>
              <a:avLst/>
              <a:gdLst>
                <a:gd name="connsiteX0" fmla="*/ 1287 w 670848"/>
                <a:gd name="connsiteY0" fmla="*/ 0 h 699802"/>
                <a:gd name="connsiteX1" fmla="*/ 670848 w 670848"/>
                <a:gd name="connsiteY1" fmla="*/ 0 h 699802"/>
                <a:gd name="connsiteX2" fmla="*/ 670848 w 670848"/>
                <a:gd name="connsiteY2" fmla="*/ 699802 h 699802"/>
                <a:gd name="connsiteX3" fmla="*/ 550021 w 670848"/>
                <a:gd name="connsiteY3" fmla="*/ 687621 h 699802"/>
                <a:gd name="connsiteX4" fmla="*/ 0 w 670848"/>
                <a:gd name="connsiteY4" fmla="*/ 12768 h 699802"/>
                <a:gd name="connsiteX5" fmla="*/ 1287 w 670848"/>
                <a:gd name="connsiteY5" fmla="*/ 0 h 699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70848" h="699802">
                  <a:moveTo>
                    <a:pt x="1287" y="0"/>
                  </a:moveTo>
                  <a:lnTo>
                    <a:pt x="670848" y="0"/>
                  </a:lnTo>
                  <a:lnTo>
                    <a:pt x="670848" y="699802"/>
                  </a:lnTo>
                  <a:lnTo>
                    <a:pt x="550021" y="687621"/>
                  </a:lnTo>
                  <a:cubicBezTo>
                    <a:pt x="236125" y="623389"/>
                    <a:pt x="0" y="345653"/>
                    <a:pt x="0" y="12768"/>
                  </a:cubicBezTo>
                  <a:lnTo>
                    <a:pt x="1287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62" name="组合 61">
            <a:extLst>
              <a:ext uri="{FF2B5EF4-FFF2-40B4-BE49-F238E27FC236}">
                <a16:creationId xmlns:a16="http://schemas.microsoft.com/office/drawing/2014/main" id="{2EF12235-5123-4446-81AE-C6E84CF329F8}"/>
              </a:ext>
            </a:extLst>
          </p:cNvPr>
          <p:cNvGrpSpPr/>
          <p:nvPr/>
        </p:nvGrpSpPr>
        <p:grpSpPr>
          <a:xfrm>
            <a:off x="9541287" y="4019012"/>
            <a:ext cx="1377696" cy="1377696"/>
            <a:chOff x="4632960" y="3095530"/>
            <a:chExt cx="1377696" cy="1377696"/>
          </a:xfrm>
        </p:grpSpPr>
        <p:sp>
          <p:nvSpPr>
            <p:cNvPr id="63" name="椭圆 62">
              <a:extLst>
                <a:ext uri="{FF2B5EF4-FFF2-40B4-BE49-F238E27FC236}">
                  <a16:creationId xmlns:a16="http://schemas.microsoft.com/office/drawing/2014/main" id="{1209F581-6E17-4CC2-81D0-1061116F77F8}"/>
                </a:ext>
              </a:extLst>
            </p:cNvPr>
            <p:cNvSpPr/>
            <p:nvPr/>
          </p:nvSpPr>
          <p:spPr>
            <a:xfrm>
              <a:off x="4632960" y="3095530"/>
              <a:ext cx="1377696" cy="1377696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" name="任意多边形: 形状 63">
              <a:extLst>
                <a:ext uri="{FF2B5EF4-FFF2-40B4-BE49-F238E27FC236}">
                  <a16:creationId xmlns:a16="http://schemas.microsoft.com/office/drawing/2014/main" id="{19359CBA-4E7B-4EAB-B908-E4089176F37E}"/>
                </a:ext>
              </a:extLst>
            </p:cNvPr>
            <p:cNvSpPr/>
            <p:nvPr/>
          </p:nvSpPr>
          <p:spPr>
            <a:xfrm>
              <a:off x="4632960" y="3773424"/>
              <a:ext cx="670848" cy="699802"/>
            </a:xfrm>
            <a:custGeom>
              <a:avLst/>
              <a:gdLst>
                <a:gd name="connsiteX0" fmla="*/ 1287 w 670848"/>
                <a:gd name="connsiteY0" fmla="*/ 0 h 699802"/>
                <a:gd name="connsiteX1" fmla="*/ 670848 w 670848"/>
                <a:gd name="connsiteY1" fmla="*/ 0 h 699802"/>
                <a:gd name="connsiteX2" fmla="*/ 670848 w 670848"/>
                <a:gd name="connsiteY2" fmla="*/ 699802 h 699802"/>
                <a:gd name="connsiteX3" fmla="*/ 550021 w 670848"/>
                <a:gd name="connsiteY3" fmla="*/ 687621 h 699802"/>
                <a:gd name="connsiteX4" fmla="*/ 0 w 670848"/>
                <a:gd name="connsiteY4" fmla="*/ 12768 h 699802"/>
                <a:gd name="connsiteX5" fmla="*/ 1287 w 670848"/>
                <a:gd name="connsiteY5" fmla="*/ 0 h 699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70848" h="699802">
                  <a:moveTo>
                    <a:pt x="1287" y="0"/>
                  </a:moveTo>
                  <a:lnTo>
                    <a:pt x="670848" y="0"/>
                  </a:lnTo>
                  <a:lnTo>
                    <a:pt x="670848" y="699802"/>
                  </a:lnTo>
                  <a:lnTo>
                    <a:pt x="550021" y="687621"/>
                  </a:lnTo>
                  <a:cubicBezTo>
                    <a:pt x="236125" y="623389"/>
                    <a:pt x="0" y="345653"/>
                    <a:pt x="0" y="12768"/>
                  </a:cubicBezTo>
                  <a:lnTo>
                    <a:pt x="1287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65" name="组合 64">
            <a:extLst>
              <a:ext uri="{FF2B5EF4-FFF2-40B4-BE49-F238E27FC236}">
                <a16:creationId xmlns:a16="http://schemas.microsoft.com/office/drawing/2014/main" id="{F9855D23-7053-4B90-B65E-BCAB89F01C90}"/>
              </a:ext>
            </a:extLst>
          </p:cNvPr>
          <p:cNvGrpSpPr/>
          <p:nvPr/>
        </p:nvGrpSpPr>
        <p:grpSpPr>
          <a:xfrm>
            <a:off x="9541287" y="4019012"/>
            <a:ext cx="1377696" cy="1377696"/>
            <a:chOff x="4632960" y="3095530"/>
            <a:chExt cx="1377696" cy="1377696"/>
          </a:xfrm>
        </p:grpSpPr>
        <p:sp>
          <p:nvSpPr>
            <p:cNvPr id="66" name="椭圆 65">
              <a:extLst>
                <a:ext uri="{FF2B5EF4-FFF2-40B4-BE49-F238E27FC236}">
                  <a16:creationId xmlns:a16="http://schemas.microsoft.com/office/drawing/2014/main" id="{F14B0244-95A7-43E6-8E09-B7BA77C8C704}"/>
                </a:ext>
              </a:extLst>
            </p:cNvPr>
            <p:cNvSpPr/>
            <p:nvPr/>
          </p:nvSpPr>
          <p:spPr>
            <a:xfrm>
              <a:off x="4632960" y="3095530"/>
              <a:ext cx="1377696" cy="1377696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" name="任意多边形: 形状 66">
              <a:extLst>
                <a:ext uri="{FF2B5EF4-FFF2-40B4-BE49-F238E27FC236}">
                  <a16:creationId xmlns:a16="http://schemas.microsoft.com/office/drawing/2014/main" id="{DE31F3CA-3247-4B72-898D-BC15A1996228}"/>
                </a:ext>
              </a:extLst>
            </p:cNvPr>
            <p:cNvSpPr/>
            <p:nvPr/>
          </p:nvSpPr>
          <p:spPr>
            <a:xfrm>
              <a:off x="4632960" y="3773424"/>
              <a:ext cx="670848" cy="699802"/>
            </a:xfrm>
            <a:custGeom>
              <a:avLst/>
              <a:gdLst>
                <a:gd name="connsiteX0" fmla="*/ 1287 w 670848"/>
                <a:gd name="connsiteY0" fmla="*/ 0 h 699802"/>
                <a:gd name="connsiteX1" fmla="*/ 670848 w 670848"/>
                <a:gd name="connsiteY1" fmla="*/ 0 h 699802"/>
                <a:gd name="connsiteX2" fmla="*/ 670848 w 670848"/>
                <a:gd name="connsiteY2" fmla="*/ 699802 h 699802"/>
                <a:gd name="connsiteX3" fmla="*/ 550021 w 670848"/>
                <a:gd name="connsiteY3" fmla="*/ 687621 h 699802"/>
                <a:gd name="connsiteX4" fmla="*/ 0 w 670848"/>
                <a:gd name="connsiteY4" fmla="*/ 12768 h 699802"/>
                <a:gd name="connsiteX5" fmla="*/ 1287 w 670848"/>
                <a:gd name="connsiteY5" fmla="*/ 0 h 699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70848" h="699802">
                  <a:moveTo>
                    <a:pt x="1287" y="0"/>
                  </a:moveTo>
                  <a:lnTo>
                    <a:pt x="670848" y="0"/>
                  </a:lnTo>
                  <a:lnTo>
                    <a:pt x="670848" y="699802"/>
                  </a:lnTo>
                  <a:lnTo>
                    <a:pt x="550021" y="687621"/>
                  </a:lnTo>
                  <a:cubicBezTo>
                    <a:pt x="236125" y="623389"/>
                    <a:pt x="0" y="345653"/>
                    <a:pt x="0" y="12768"/>
                  </a:cubicBezTo>
                  <a:lnTo>
                    <a:pt x="1287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cxnSp>
        <p:nvCxnSpPr>
          <p:cNvPr id="68" name="直接连接符 67">
            <a:extLst>
              <a:ext uri="{FF2B5EF4-FFF2-40B4-BE49-F238E27FC236}">
                <a16:creationId xmlns:a16="http://schemas.microsoft.com/office/drawing/2014/main" id="{08B9D6A7-EC87-4E09-9051-0750DE8FB1DA}"/>
              </a:ext>
            </a:extLst>
          </p:cNvPr>
          <p:cNvCxnSpPr>
            <a:stCxn id="5" idx="0"/>
          </p:cNvCxnSpPr>
          <p:nvPr/>
        </p:nvCxnSpPr>
        <p:spPr>
          <a:xfrm flipV="1">
            <a:off x="11226856" y="1805545"/>
            <a:ext cx="0" cy="118045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9" name="组合 68">
            <a:extLst>
              <a:ext uri="{FF2B5EF4-FFF2-40B4-BE49-F238E27FC236}">
                <a16:creationId xmlns:a16="http://schemas.microsoft.com/office/drawing/2014/main" id="{93F247B3-7718-4639-9991-D773EB7EB370}"/>
              </a:ext>
            </a:extLst>
          </p:cNvPr>
          <p:cNvGrpSpPr/>
          <p:nvPr/>
        </p:nvGrpSpPr>
        <p:grpSpPr>
          <a:xfrm>
            <a:off x="5690247" y="4307067"/>
            <a:ext cx="473207" cy="1086936"/>
            <a:chOff x="1590647" y="1882507"/>
            <a:chExt cx="473207" cy="1086936"/>
          </a:xfrm>
        </p:grpSpPr>
        <p:pic>
          <p:nvPicPr>
            <p:cNvPr id="70" name="图片 69">
              <a:extLst>
                <a:ext uri="{FF2B5EF4-FFF2-40B4-BE49-F238E27FC236}">
                  <a16:creationId xmlns:a16="http://schemas.microsoft.com/office/drawing/2014/main" id="{F58A81BD-BBD5-4653-BF31-86DA64346C6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98650" y="2192846"/>
              <a:ext cx="457200" cy="457200"/>
            </a:xfrm>
            <a:prstGeom prst="rect">
              <a:avLst/>
            </a:prstGeom>
          </p:spPr>
        </p:pic>
        <p:sp>
          <p:nvSpPr>
            <p:cNvPr id="71" name="文本框 70">
              <a:extLst>
                <a:ext uri="{FF2B5EF4-FFF2-40B4-BE49-F238E27FC236}">
                  <a16:creationId xmlns:a16="http://schemas.microsoft.com/office/drawing/2014/main" id="{DDC28A01-5D03-4618-B56A-62AECF2CBE66}"/>
                </a:ext>
              </a:extLst>
            </p:cNvPr>
            <p:cNvSpPr txBox="1"/>
            <p:nvPr/>
          </p:nvSpPr>
          <p:spPr>
            <a:xfrm>
              <a:off x="1590647" y="1882507"/>
              <a:ext cx="4732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en-US" altLang="zh-CN" sz="1800" kern="100" dirty="0">
                  <a:effectLst/>
                  <a:latin typeface="Poppins Light" panose="00000400000000000000" pitchFamily="2" charset="0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h8</a:t>
              </a:r>
              <a:endParaRPr lang="zh-CN" altLang="en-US" sz="1800" kern="100" dirty="0">
                <a:effectLst/>
                <a:latin typeface="Poppins Light" panose="00000400000000000000" pitchFamily="2" charset="0"/>
                <a:ea typeface="微软雅黑 Light" panose="020B0502040204020203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72" name="直接连接符 71">
              <a:extLst>
                <a:ext uri="{FF2B5EF4-FFF2-40B4-BE49-F238E27FC236}">
                  <a16:creationId xmlns:a16="http://schemas.microsoft.com/office/drawing/2014/main" id="{9CB20FC1-362C-4CCC-999D-B68DC92CEF1C}"/>
                </a:ext>
              </a:extLst>
            </p:cNvPr>
            <p:cNvCxnSpPr>
              <a:cxnSpLocks/>
            </p:cNvCxnSpPr>
            <p:nvPr/>
          </p:nvCxnSpPr>
          <p:spPr>
            <a:xfrm>
              <a:off x="1827250" y="2650046"/>
              <a:ext cx="1550" cy="319397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3" name="组合 72">
            <a:extLst>
              <a:ext uri="{FF2B5EF4-FFF2-40B4-BE49-F238E27FC236}">
                <a16:creationId xmlns:a16="http://schemas.microsoft.com/office/drawing/2014/main" id="{A5894C93-5A03-43A0-A5D8-E25DE303042B}"/>
              </a:ext>
            </a:extLst>
          </p:cNvPr>
          <p:cNvGrpSpPr/>
          <p:nvPr/>
        </p:nvGrpSpPr>
        <p:grpSpPr>
          <a:xfrm>
            <a:off x="6631942" y="4319920"/>
            <a:ext cx="457200" cy="1086936"/>
            <a:chOff x="1598650" y="1882507"/>
            <a:chExt cx="457200" cy="1086936"/>
          </a:xfrm>
        </p:grpSpPr>
        <p:pic>
          <p:nvPicPr>
            <p:cNvPr id="74" name="图片 73">
              <a:extLst>
                <a:ext uri="{FF2B5EF4-FFF2-40B4-BE49-F238E27FC236}">
                  <a16:creationId xmlns:a16="http://schemas.microsoft.com/office/drawing/2014/main" id="{0AF97094-8EEC-48E0-AA14-B04155DAE08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98650" y="2192846"/>
              <a:ext cx="457200" cy="457200"/>
            </a:xfrm>
            <a:prstGeom prst="rect">
              <a:avLst/>
            </a:prstGeom>
          </p:spPr>
        </p:pic>
        <p:sp>
          <p:nvSpPr>
            <p:cNvPr id="75" name="文本框 74">
              <a:extLst>
                <a:ext uri="{FF2B5EF4-FFF2-40B4-BE49-F238E27FC236}">
                  <a16:creationId xmlns:a16="http://schemas.microsoft.com/office/drawing/2014/main" id="{04AD5F53-C4F8-4C0C-88D5-D83F6F560897}"/>
                </a:ext>
              </a:extLst>
            </p:cNvPr>
            <p:cNvSpPr txBox="1"/>
            <p:nvPr/>
          </p:nvSpPr>
          <p:spPr>
            <a:xfrm>
              <a:off x="1603471" y="1882507"/>
              <a:ext cx="44755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en-US" altLang="zh-CN" sz="1800" kern="100" dirty="0">
                  <a:effectLst/>
                  <a:latin typeface="Poppins Light" panose="00000400000000000000" pitchFamily="2" charset="0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h7</a:t>
              </a:r>
              <a:endParaRPr lang="zh-CN" altLang="en-US" sz="1800" kern="100" dirty="0">
                <a:effectLst/>
                <a:latin typeface="Poppins Light" panose="00000400000000000000" pitchFamily="2" charset="0"/>
                <a:ea typeface="微软雅黑 Light" panose="020B0502040204020203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76" name="直接连接符 75">
              <a:extLst>
                <a:ext uri="{FF2B5EF4-FFF2-40B4-BE49-F238E27FC236}">
                  <a16:creationId xmlns:a16="http://schemas.microsoft.com/office/drawing/2014/main" id="{2E12EF75-F19C-40E6-B902-2CF41FEED8E6}"/>
                </a:ext>
              </a:extLst>
            </p:cNvPr>
            <p:cNvCxnSpPr>
              <a:cxnSpLocks/>
            </p:cNvCxnSpPr>
            <p:nvPr/>
          </p:nvCxnSpPr>
          <p:spPr>
            <a:xfrm>
              <a:off x="1827250" y="2650046"/>
              <a:ext cx="1550" cy="319397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7" name="组合 76">
            <a:extLst>
              <a:ext uri="{FF2B5EF4-FFF2-40B4-BE49-F238E27FC236}">
                <a16:creationId xmlns:a16="http://schemas.microsoft.com/office/drawing/2014/main" id="{8049A77C-5126-42F9-A541-BA40F44754AD}"/>
              </a:ext>
            </a:extLst>
          </p:cNvPr>
          <p:cNvGrpSpPr/>
          <p:nvPr/>
        </p:nvGrpSpPr>
        <p:grpSpPr>
          <a:xfrm rot="20271045">
            <a:off x="10495384" y="2742106"/>
            <a:ext cx="1377696" cy="1377696"/>
            <a:chOff x="4632960" y="3095530"/>
            <a:chExt cx="1377696" cy="1377696"/>
          </a:xfrm>
        </p:grpSpPr>
        <p:sp>
          <p:nvSpPr>
            <p:cNvPr id="78" name="椭圆 77">
              <a:extLst>
                <a:ext uri="{FF2B5EF4-FFF2-40B4-BE49-F238E27FC236}">
                  <a16:creationId xmlns:a16="http://schemas.microsoft.com/office/drawing/2014/main" id="{D0B8D6F3-F1AA-485D-9EBF-10A159564DB8}"/>
                </a:ext>
              </a:extLst>
            </p:cNvPr>
            <p:cNvSpPr/>
            <p:nvPr/>
          </p:nvSpPr>
          <p:spPr>
            <a:xfrm>
              <a:off x="4632960" y="3095530"/>
              <a:ext cx="1377696" cy="1377696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9" name="任意多边形: 形状 78">
              <a:extLst>
                <a:ext uri="{FF2B5EF4-FFF2-40B4-BE49-F238E27FC236}">
                  <a16:creationId xmlns:a16="http://schemas.microsoft.com/office/drawing/2014/main" id="{0CF4FDB9-0763-4E9A-ADAF-AA76D65C1544}"/>
                </a:ext>
              </a:extLst>
            </p:cNvPr>
            <p:cNvSpPr/>
            <p:nvPr/>
          </p:nvSpPr>
          <p:spPr>
            <a:xfrm>
              <a:off x="4632960" y="3773424"/>
              <a:ext cx="670848" cy="699802"/>
            </a:xfrm>
            <a:custGeom>
              <a:avLst/>
              <a:gdLst>
                <a:gd name="connsiteX0" fmla="*/ 1287 w 670848"/>
                <a:gd name="connsiteY0" fmla="*/ 0 h 699802"/>
                <a:gd name="connsiteX1" fmla="*/ 670848 w 670848"/>
                <a:gd name="connsiteY1" fmla="*/ 0 h 699802"/>
                <a:gd name="connsiteX2" fmla="*/ 670848 w 670848"/>
                <a:gd name="connsiteY2" fmla="*/ 699802 h 699802"/>
                <a:gd name="connsiteX3" fmla="*/ 550021 w 670848"/>
                <a:gd name="connsiteY3" fmla="*/ 687621 h 699802"/>
                <a:gd name="connsiteX4" fmla="*/ 0 w 670848"/>
                <a:gd name="connsiteY4" fmla="*/ 12768 h 699802"/>
                <a:gd name="connsiteX5" fmla="*/ 1287 w 670848"/>
                <a:gd name="connsiteY5" fmla="*/ 0 h 699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70848" h="699802">
                  <a:moveTo>
                    <a:pt x="1287" y="0"/>
                  </a:moveTo>
                  <a:lnTo>
                    <a:pt x="670848" y="0"/>
                  </a:lnTo>
                  <a:lnTo>
                    <a:pt x="670848" y="699802"/>
                  </a:lnTo>
                  <a:lnTo>
                    <a:pt x="550021" y="687621"/>
                  </a:lnTo>
                  <a:cubicBezTo>
                    <a:pt x="236125" y="623389"/>
                    <a:pt x="0" y="345653"/>
                    <a:pt x="0" y="12768"/>
                  </a:cubicBezTo>
                  <a:lnTo>
                    <a:pt x="1287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80" name="组合 79">
            <a:extLst>
              <a:ext uri="{FF2B5EF4-FFF2-40B4-BE49-F238E27FC236}">
                <a16:creationId xmlns:a16="http://schemas.microsoft.com/office/drawing/2014/main" id="{8D557E86-F96C-496B-922A-5951CFEBFF67}"/>
              </a:ext>
            </a:extLst>
          </p:cNvPr>
          <p:cNvGrpSpPr/>
          <p:nvPr/>
        </p:nvGrpSpPr>
        <p:grpSpPr>
          <a:xfrm rot="20271045">
            <a:off x="10495384" y="2742106"/>
            <a:ext cx="1377696" cy="1377696"/>
            <a:chOff x="4632960" y="3095530"/>
            <a:chExt cx="1377696" cy="1377696"/>
          </a:xfrm>
        </p:grpSpPr>
        <p:sp>
          <p:nvSpPr>
            <p:cNvPr id="81" name="椭圆 80">
              <a:extLst>
                <a:ext uri="{FF2B5EF4-FFF2-40B4-BE49-F238E27FC236}">
                  <a16:creationId xmlns:a16="http://schemas.microsoft.com/office/drawing/2014/main" id="{D3C0A940-A85B-40C8-91C7-2451C93000F2}"/>
                </a:ext>
              </a:extLst>
            </p:cNvPr>
            <p:cNvSpPr/>
            <p:nvPr/>
          </p:nvSpPr>
          <p:spPr>
            <a:xfrm>
              <a:off x="4632960" y="3095530"/>
              <a:ext cx="1377696" cy="1377696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任意多边形: 形状 81">
              <a:extLst>
                <a:ext uri="{FF2B5EF4-FFF2-40B4-BE49-F238E27FC236}">
                  <a16:creationId xmlns:a16="http://schemas.microsoft.com/office/drawing/2014/main" id="{91ECBF67-FE8E-49F4-95B4-0D25C5895D3A}"/>
                </a:ext>
              </a:extLst>
            </p:cNvPr>
            <p:cNvSpPr/>
            <p:nvPr/>
          </p:nvSpPr>
          <p:spPr>
            <a:xfrm>
              <a:off x="4632960" y="3773424"/>
              <a:ext cx="670848" cy="699802"/>
            </a:xfrm>
            <a:custGeom>
              <a:avLst/>
              <a:gdLst>
                <a:gd name="connsiteX0" fmla="*/ 1287 w 670848"/>
                <a:gd name="connsiteY0" fmla="*/ 0 h 699802"/>
                <a:gd name="connsiteX1" fmla="*/ 670848 w 670848"/>
                <a:gd name="connsiteY1" fmla="*/ 0 h 699802"/>
                <a:gd name="connsiteX2" fmla="*/ 670848 w 670848"/>
                <a:gd name="connsiteY2" fmla="*/ 699802 h 699802"/>
                <a:gd name="connsiteX3" fmla="*/ 550021 w 670848"/>
                <a:gd name="connsiteY3" fmla="*/ 687621 h 699802"/>
                <a:gd name="connsiteX4" fmla="*/ 0 w 670848"/>
                <a:gd name="connsiteY4" fmla="*/ 12768 h 699802"/>
                <a:gd name="connsiteX5" fmla="*/ 1287 w 670848"/>
                <a:gd name="connsiteY5" fmla="*/ 0 h 699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70848" h="699802">
                  <a:moveTo>
                    <a:pt x="1287" y="0"/>
                  </a:moveTo>
                  <a:lnTo>
                    <a:pt x="670848" y="0"/>
                  </a:lnTo>
                  <a:lnTo>
                    <a:pt x="670848" y="699802"/>
                  </a:lnTo>
                  <a:lnTo>
                    <a:pt x="550021" y="687621"/>
                  </a:lnTo>
                  <a:cubicBezTo>
                    <a:pt x="236125" y="623389"/>
                    <a:pt x="0" y="345653"/>
                    <a:pt x="0" y="12768"/>
                  </a:cubicBezTo>
                  <a:lnTo>
                    <a:pt x="1287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83" name="组合 82">
            <a:extLst>
              <a:ext uri="{FF2B5EF4-FFF2-40B4-BE49-F238E27FC236}">
                <a16:creationId xmlns:a16="http://schemas.microsoft.com/office/drawing/2014/main" id="{E53F4BAD-768F-4094-8814-08F20C945998}"/>
              </a:ext>
            </a:extLst>
          </p:cNvPr>
          <p:cNvGrpSpPr/>
          <p:nvPr/>
        </p:nvGrpSpPr>
        <p:grpSpPr>
          <a:xfrm rot="20271045">
            <a:off x="10495384" y="2742106"/>
            <a:ext cx="1377696" cy="1377696"/>
            <a:chOff x="4632960" y="3095530"/>
            <a:chExt cx="1377696" cy="1377696"/>
          </a:xfrm>
        </p:grpSpPr>
        <p:sp>
          <p:nvSpPr>
            <p:cNvPr id="84" name="椭圆 83">
              <a:extLst>
                <a:ext uri="{FF2B5EF4-FFF2-40B4-BE49-F238E27FC236}">
                  <a16:creationId xmlns:a16="http://schemas.microsoft.com/office/drawing/2014/main" id="{5D428B9C-0B93-4540-98BC-F2F0476E7267}"/>
                </a:ext>
              </a:extLst>
            </p:cNvPr>
            <p:cNvSpPr/>
            <p:nvPr/>
          </p:nvSpPr>
          <p:spPr>
            <a:xfrm>
              <a:off x="4632960" y="3095530"/>
              <a:ext cx="1377696" cy="1377696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5" name="任意多边形: 形状 84">
              <a:extLst>
                <a:ext uri="{FF2B5EF4-FFF2-40B4-BE49-F238E27FC236}">
                  <a16:creationId xmlns:a16="http://schemas.microsoft.com/office/drawing/2014/main" id="{E6285DB6-D7B3-4040-9FA1-E8F0AC772A87}"/>
                </a:ext>
              </a:extLst>
            </p:cNvPr>
            <p:cNvSpPr/>
            <p:nvPr/>
          </p:nvSpPr>
          <p:spPr>
            <a:xfrm>
              <a:off x="4632960" y="3773424"/>
              <a:ext cx="670848" cy="699802"/>
            </a:xfrm>
            <a:custGeom>
              <a:avLst/>
              <a:gdLst>
                <a:gd name="connsiteX0" fmla="*/ 1287 w 670848"/>
                <a:gd name="connsiteY0" fmla="*/ 0 h 699802"/>
                <a:gd name="connsiteX1" fmla="*/ 670848 w 670848"/>
                <a:gd name="connsiteY1" fmla="*/ 0 h 699802"/>
                <a:gd name="connsiteX2" fmla="*/ 670848 w 670848"/>
                <a:gd name="connsiteY2" fmla="*/ 699802 h 699802"/>
                <a:gd name="connsiteX3" fmla="*/ 550021 w 670848"/>
                <a:gd name="connsiteY3" fmla="*/ 687621 h 699802"/>
                <a:gd name="connsiteX4" fmla="*/ 0 w 670848"/>
                <a:gd name="connsiteY4" fmla="*/ 12768 h 699802"/>
                <a:gd name="connsiteX5" fmla="*/ 1287 w 670848"/>
                <a:gd name="connsiteY5" fmla="*/ 0 h 699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70848" h="699802">
                  <a:moveTo>
                    <a:pt x="1287" y="0"/>
                  </a:moveTo>
                  <a:lnTo>
                    <a:pt x="670848" y="0"/>
                  </a:lnTo>
                  <a:lnTo>
                    <a:pt x="670848" y="699802"/>
                  </a:lnTo>
                  <a:lnTo>
                    <a:pt x="550021" y="687621"/>
                  </a:lnTo>
                  <a:cubicBezTo>
                    <a:pt x="236125" y="623389"/>
                    <a:pt x="0" y="345653"/>
                    <a:pt x="0" y="12768"/>
                  </a:cubicBezTo>
                  <a:lnTo>
                    <a:pt x="1287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86" name="组合 85">
            <a:extLst>
              <a:ext uri="{FF2B5EF4-FFF2-40B4-BE49-F238E27FC236}">
                <a16:creationId xmlns:a16="http://schemas.microsoft.com/office/drawing/2014/main" id="{25EFAA5C-727F-4F52-9B39-DAE6F5CC8A52}"/>
              </a:ext>
            </a:extLst>
          </p:cNvPr>
          <p:cNvGrpSpPr/>
          <p:nvPr/>
        </p:nvGrpSpPr>
        <p:grpSpPr>
          <a:xfrm rot="20271045">
            <a:off x="10495384" y="2742106"/>
            <a:ext cx="1377696" cy="1377696"/>
            <a:chOff x="4632960" y="3095530"/>
            <a:chExt cx="1377696" cy="1377696"/>
          </a:xfrm>
        </p:grpSpPr>
        <p:sp>
          <p:nvSpPr>
            <p:cNvPr id="87" name="椭圆 86">
              <a:extLst>
                <a:ext uri="{FF2B5EF4-FFF2-40B4-BE49-F238E27FC236}">
                  <a16:creationId xmlns:a16="http://schemas.microsoft.com/office/drawing/2014/main" id="{5C7D46D6-4E92-4434-8848-81F7312F9EB3}"/>
                </a:ext>
              </a:extLst>
            </p:cNvPr>
            <p:cNvSpPr/>
            <p:nvPr/>
          </p:nvSpPr>
          <p:spPr>
            <a:xfrm>
              <a:off x="4632960" y="3095530"/>
              <a:ext cx="1377696" cy="1377696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8" name="任意多边形: 形状 87">
              <a:extLst>
                <a:ext uri="{FF2B5EF4-FFF2-40B4-BE49-F238E27FC236}">
                  <a16:creationId xmlns:a16="http://schemas.microsoft.com/office/drawing/2014/main" id="{FA152B7F-A50B-4311-B5C6-9BAD413CEE55}"/>
                </a:ext>
              </a:extLst>
            </p:cNvPr>
            <p:cNvSpPr/>
            <p:nvPr/>
          </p:nvSpPr>
          <p:spPr>
            <a:xfrm>
              <a:off x="4632960" y="3773424"/>
              <a:ext cx="670848" cy="699802"/>
            </a:xfrm>
            <a:custGeom>
              <a:avLst/>
              <a:gdLst>
                <a:gd name="connsiteX0" fmla="*/ 1287 w 670848"/>
                <a:gd name="connsiteY0" fmla="*/ 0 h 699802"/>
                <a:gd name="connsiteX1" fmla="*/ 670848 w 670848"/>
                <a:gd name="connsiteY1" fmla="*/ 0 h 699802"/>
                <a:gd name="connsiteX2" fmla="*/ 670848 w 670848"/>
                <a:gd name="connsiteY2" fmla="*/ 699802 h 699802"/>
                <a:gd name="connsiteX3" fmla="*/ 550021 w 670848"/>
                <a:gd name="connsiteY3" fmla="*/ 687621 h 699802"/>
                <a:gd name="connsiteX4" fmla="*/ 0 w 670848"/>
                <a:gd name="connsiteY4" fmla="*/ 12768 h 699802"/>
                <a:gd name="connsiteX5" fmla="*/ 1287 w 670848"/>
                <a:gd name="connsiteY5" fmla="*/ 0 h 699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70848" h="699802">
                  <a:moveTo>
                    <a:pt x="1287" y="0"/>
                  </a:moveTo>
                  <a:lnTo>
                    <a:pt x="670848" y="0"/>
                  </a:lnTo>
                  <a:lnTo>
                    <a:pt x="670848" y="699802"/>
                  </a:lnTo>
                  <a:lnTo>
                    <a:pt x="550021" y="687621"/>
                  </a:lnTo>
                  <a:cubicBezTo>
                    <a:pt x="236125" y="623389"/>
                    <a:pt x="0" y="345653"/>
                    <a:pt x="0" y="12768"/>
                  </a:cubicBezTo>
                  <a:lnTo>
                    <a:pt x="1287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1039670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xit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2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23" presetClass="entr" presetSubtype="16" repeatCount="indefinite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xit" presetSubtype="0" repeatCount="indefinite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2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23" presetClass="entr" presetSubtype="16" repeatCount="indefinite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2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xit" presetSubtype="0" repeatCount="indefinite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2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23" presetClass="entr" presetSubtype="16" repeatCount="indefinite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2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2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10" presetClass="exit" presetSubtype="0" repeatCount="indefinite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2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23" presetClass="entr" presetSubtype="16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2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2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xit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2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23" presetClass="entr" presetSubtype="16" repeatCount="indefinite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2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2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10" presetClass="exit" presetSubtype="0" repeatCount="indefinite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2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23" presetClass="entr" presetSubtype="16" repeatCount="indefinite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2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2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10" presetClass="exit" presetSubtype="0" repeatCount="indefinite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2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23" presetClass="entr" presetSubtype="16" repeatCount="indefinite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2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2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10" presetClass="exit" presetSubtype="0" repeatCount="indefinite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2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A52AFAD-730C-4E15-8007-DA6E2EAB670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381B6971-875D-4FD8-8D21-03977650E5F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1ABAA3E-28C7-4A39-A258-D2DED85EF4E7}"/>
              </a:ext>
            </a:extLst>
          </p:cNvPr>
          <p:cNvSpPr txBox="1"/>
          <p:nvPr/>
        </p:nvSpPr>
        <p:spPr>
          <a:xfrm>
            <a:off x="1068747" y="1071418"/>
            <a:ext cx="5674630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tabLst>
                <a:tab pos="2160000" algn="l"/>
              </a:tabLst>
            </a:pPr>
            <a:r>
              <a:rPr lang="zh-CN" altLang="en-US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创建拓扑</a:t>
            </a:r>
          </a:p>
          <a:p>
            <a:pPr algn="l">
              <a:tabLst>
                <a:tab pos="2160000" algn="l"/>
              </a:tabLst>
            </a:pPr>
            <a:endParaRPr lang="zh-CN" altLang="en-US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algn="l">
              <a:tabLst>
                <a:tab pos="2160000" algn="l"/>
              </a:tabLst>
            </a:pPr>
            <a:r>
              <a:rPr lang="zh-CN" altLang="en-US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注意路由器配置完毕后把端口打开（</a:t>
            </a:r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on</a:t>
            </a:r>
            <a:r>
              <a:rPr lang="zh-CN" altLang="en-US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）</a:t>
            </a:r>
          </a:p>
          <a:p>
            <a:pPr algn="l">
              <a:tabLst>
                <a:tab pos="2160000" algn="l"/>
              </a:tabLst>
            </a:pPr>
            <a:endParaRPr lang="zh-CN" altLang="en-US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algn="l">
              <a:tabLst>
                <a:tab pos="2160000" algn="l"/>
              </a:tabLst>
            </a:pPr>
            <a:endParaRPr lang="zh-CN" altLang="en-US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algn="l">
              <a:tabLst>
                <a:tab pos="2160000" algn="l"/>
              </a:tabLst>
            </a:pPr>
            <a:r>
              <a:rPr lang="zh-CN" altLang="en-US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相关命令：</a:t>
            </a:r>
          </a:p>
          <a:p>
            <a:pPr algn="l">
              <a:tabLst>
                <a:tab pos="2160000" algn="l"/>
              </a:tabLst>
            </a:pPr>
            <a:r>
              <a:rPr lang="zh-CN" altLang="en-US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主机清</a:t>
            </a:r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ARP</a:t>
            </a:r>
            <a:r>
              <a:rPr lang="zh-CN" altLang="en-US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缓存：	</a:t>
            </a:r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arp –d</a:t>
            </a:r>
          </a:p>
          <a:p>
            <a:pPr algn="l">
              <a:tabLst>
                <a:tab pos="2160000" algn="l"/>
              </a:tabLst>
            </a:pPr>
            <a:r>
              <a:rPr lang="zh-CN" altLang="en-US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交换机清转发表：	</a:t>
            </a:r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#clear mac-address-table</a:t>
            </a:r>
          </a:p>
          <a:p>
            <a:pPr algn="l">
              <a:tabLst>
                <a:tab pos="2160000" algn="l"/>
              </a:tabLst>
            </a:pPr>
            <a:r>
              <a:rPr lang="zh-CN" altLang="en-US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路由器清</a:t>
            </a:r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ARP</a:t>
            </a:r>
            <a:r>
              <a:rPr lang="zh-CN" altLang="en-US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：	</a:t>
            </a:r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#clear arp</a:t>
            </a:r>
          </a:p>
          <a:p>
            <a:pPr algn="l">
              <a:tabLst>
                <a:tab pos="2160000" algn="l"/>
              </a:tabLst>
            </a:pPr>
            <a:r>
              <a:rPr lang="zh-CN" altLang="en-US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路由器查看</a:t>
            </a:r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ARP</a:t>
            </a:r>
            <a:r>
              <a:rPr lang="zh-CN" altLang="en-US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：	</a:t>
            </a:r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#show arp</a:t>
            </a:r>
          </a:p>
          <a:p>
            <a:pPr algn="l">
              <a:tabLst>
                <a:tab pos="2160000" algn="l"/>
              </a:tabLst>
            </a:pPr>
            <a:endParaRPr lang="en-US" altLang="zh-CN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algn="l">
              <a:tabLst>
                <a:tab pos="2160000" algn="l"/>
              </a:tabLst>
            </a:pPr>
            <a:endParaRPr lang="en-US" altLang="zh-CN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algn="l">
              <a:tabLst>
                <a:tab pos="2160000" algn="l"/>
              </a:tabLst>
            </a:pPr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ARP</a:t>
            </a:r>
            <a:r>
              <a:rPr lang="zh-CN" altLang="en-US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清除不成功处置：保存项目，重新启动</a:t>
            </a:r>
          </a:p>
          <a:p>
            <a:pPr algn="l"/>
            <a:endParaRPr lang="zh-CN" altLang="en-US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07761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413D8F79-7BF2-4FDC-A486-19A703176C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ICMP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94F5C3B-0941-4A8A-954C-F62E2F2C2C6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7DBDF9D-85B4-4D14-B765-B032F1D5B361}"/>
              </a:ext>
            </a:extLst>
          </p:cNvPr>
          <p:cNvSpPr txBox="1"/>
          <p:nvPr/>
        </p:nvSpPr>
        <p:spPr>
          <a:xfrm>
            <a:off x="1252625" y="669584"/>
            <a:ext cx="318548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ICMP</a:t>
            </a:r>
            <a:r>
              <a:rPr lang="zh-CN" altLang="en-US" dirty="0"/>
              <a:t>：</a:t>
            </a:r>
            <a:endParaRPr lang="en-US" altLang="zh-CN" dirty="0"/>
          </a:p>
          <a:p>
            <a:r>
              <a:rPr lang="zh-CN" altLang="en-US" dirty="0"/>
              <a:t>是网络层协议，不是高层协议</a:t>
            </a:r>
            <a:endParaRPr lang="en-US" altLang="zh-CN" dirty="0"/>
          </a:p>
          <a:p>
            <a:r>
              <a:rPr lang="zh-CN" altLang="en-US" dirty="0"/>
              <a:t>封装在</a:t>
            </a:r>
            <a:r>
              <a:rPr lang="en-US" altLang="zh-CN" dirty="0"/>
              <a:t>IP</a:t>
            </a:r>
            <a:r>
              <a:rPr lang="zh-CN" altLang="en-US" dirty="0"/>
              <a:t>数据报中发送</a:t>
            </a:r>
            <a:endParaRPr lang="en-US" altLang="zh-CN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820268D-FC62-43F2-BFE9-08BCCF3BA2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5950" y="1596000"/>
            <a:ext cx="528750" cy="36000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21158634-209C-4B5C-8E7F-F678D43BF9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8200" y="1511400"/>
            <a:ext cx="529200" cy="529200"/>
          </a:xfrm>
          <a:prstGeom prst="rect">
            <a:avLst/>
          </a:prstGeom>
        </p:spPr>
      </p:pic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0BE3D22B-9AD3-42A2-A697-5820DE5C3A9A}"/>
              </a:ext>
            </a:extLst>
          </p:cNvPr>
          <p:cNvCxnSpPr>
            <a:stCxn id="6" idx="3"/>
            <a:endCxn id="5" idx="1"/>
          </p:cNvCxnSpPr>
          <p:nvPr/>
        </p:nvCxnSpPr>
        <p:spPr>
          <a:xfrm>
            <a:off x="3707400" y="1776000"/>
            <a:ext cx="47785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2071B30F-3E78-4097-BC04-3859BC2DC9CB}"/>
              </a:ext>
            </a:extLst>
          </p:cNvPr>
          <p:cNvSpPr txBox="1"/>
          <p:nvPr/>
        </p:nvSpPr>
        <p:spPr>
          <a:xfrm>
            <a:off x="5593974" y="1428750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6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询问报文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4E39CB81-21B0-4193-9B75-1EE34DBA9C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8650" y="4631100"/>
            <a:ext cx="528750" cy="36000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F075EF46-6FE5-4F92-8C69-8CCCC7B630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5500" y="4546500"/>
            <a:ext cx="529200" cy="529200"/>
          </a:xfrm>
          <a:prstGeom prst="rect">
            <a:avLst/>
          </a:prstGeom>
        </p:spPr>
      </p:pic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761221BB-4162-41D1-8D3C-59CA875E0815}"/>
              </a:ext>
            </a:extLst>
          </p:cNvPr>
          <p:cNvCxnSpPr>
            <a:stCxn id="9" idx="3"/>
            <a:endCxn id="10" idx="1"/>
          </p:cNvCxnSpPr>
          <p:nvPr/>
        </p:nvCxnSpPr>
        <p:spPr>
          <a:xfrm>
            <a:off x="3707400" y="4811100"/>
            <a:ext cx="47781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55A5919B-0827-405F-ACD3-EEAE3CDB1C61}"/>
              </a:ext>
            </a:extLst>
          </p:cNvPr>
          <p:cNvSpPr txBox="1"/>
          <p:nvPr/>
        </p:nvSpPr>
        <p:spPr>
          <a:xfrm>
            <a:off x="4883043" y="4461823"/>
            <a:ext cx="24272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6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无法转发</a:t>
            </a:r>
            <a:r>
              <a:rPr lang="en-US" altLang="zh-CN" sz="16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→</a:t>
            </a:r>
            <a:r>
              <a:rPr lang="zh-CN" altLang="en-US" sz="16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差错报告报文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20AA467A-B7C8-43DF-B62E-157B20F574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8200" y="2283900"/>
            <a:ext cx="528750" cy="360000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D2699EBE-2892-45A8-8724-CFB5264C93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5050" y="2199300"/>
            <a:ext cx="529200" cy="529200"/>
          </a:xfrm>
          <a:prstGeom prst="rect">
            <a:avLst/>
          </a:prstGeom>
        </p:spPr>
      </p:pic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B0117B63-B1CA-4D4B-A398-15198461D172}"/>
              </a:ext>
            </a:extLst>
          </p:cNvPr>
          <p:cNvCxnSpPr>
            <a:stCxn id="13" idx="3"/>
            <a:endCxn id="14" idx="1"/>
          </p:cNvCxnSpPr>
          <p:nvPr/>
        </p:nvCxnSpPr>
        <p:spPr>
          <a:xfrm>
            <a:off x="3706950" y="2463900"/>
            <a:ext cx="47781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F2074873-6D86-4A41-A743-CE7859C342DD}"/>
              </a:ext>
            </a:extLst>
          </p:cNvPr>
          <p:cNvSpPr txBox="1"/>
          <p:nvPr/>
        </p:nvSpPr>
        <p:spPr>
          <a:xfrm>
            <a:off x="5593524" y="2114623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6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询问报文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4CE087AE-A52A-498A-932B-FCC84887FB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7300" y="5331449"/>
            <a:ext cx="529200" cy="529200"/>
          </a:xfrm>
          <a:prstGeom prst="rect">
            <a:avLst/>
          </a:prstGeom>
        </p:spPr>
      </p:pic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41B20969-A06A-4674-8670-352D03C24F0F}"/>
              </a:ext>
            </a:extLst>
          </p:cNvPr>
          <p:cNvCxnSpPr>
            <a:cxnSpLocks/>
            <a:stCxn id="17" idx="3"/>
            <a:endCxn id="20" idx="1"/>
          </p:cNvCxnSpPr>
          <p:nvPr/>
        </p:nvCxnSpPr>
        <p:spPr>
          <a:xfrm>
            <a:off x="3706500" y="5596049"/>
            <a:ext cx="47785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35B5C83F-527B-4C78-867D-716F9A6D8584}"/>
              </a:ext>
            </a:extLst>
          </p:cNvPr>
          <p:cNvSpPr txBox="1"/>
          <p:nvPr/>
        </p:nvSpPr>
        <p:spPr>
          <a:xfrm>
            <a:off x="4874929" y="5248799"/>
            <a:ext cx="24416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6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无法交付</a:t>
            </a:r>
            <a:r>
              <a:rPr lang="zh-CN" altLang="en-US" sz="1600" dirty="0">
                <a:latin typeface="等线" panose="02010600030101010101" pitchFamily="2" charset="-122"/>
                <a:ea typeface="等线" panose="02010600030101010101" pitchFamily="2" charset="-122"/>
              </a:rPr>
              <a:t>→</a:t>
            </a:r>
            <a:r>
              <a:rPr lang="zh-CN" altLang="en-US" sz="16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差错报告报文</a:t>
            </a: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A9D05152-9BAA-4F4F-AD69-C94A8D557A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5050" y="5331449"/>
            <a:ext cx="529200" cy="529200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FCAA50AE-69C6-4956-8D1F-C8A4371D5F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7300" y="2940676"/>
            <a:ext cx="529200" cy="529200"/>
          </a:xfrm>
          <a:prstGeom prst="rect">
            <a:avLst/>
          </a:prstGeom>
        </p:spPr>
      </p:pic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C6199C41-5698-437F-864F-8DD85DEAD83E}"/>
              </a:ext>
            </a:extLst>
          </p:cNvPr>
          <p:cNvCxnSpPr>
            <a:cxnSpLocks/>
            <a:stCxn id="21" idx="3"/>
            <a:endCxn id="24" idx="1"/>
          </p:cNvCxnSpPr>
          <p:nvPr/>
        </p:nvCxnSpPr>
        <p:spPr>
          <a:xfrm>
            <a:off x="3706500" y="3205276"/>
            <a:ext cx="47785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6962CEED-21AA-46B9-90BC-54D40C65952A}"/>
              </a:ext>
            </a:extLst>
          </p:cNvPr>
          <p:cNvSpPr txBox="1"/>
          <p:nvPr/>
        </p:nvSpPr>
        <p:spPr>
          <a:xfrm>
            <a:off x="5593074" y="2858026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6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询问报文</a:t>
            </a:r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94194C8E-87D4-4CD0-A001-49DD107C4E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5050" y="2940676"/>
            <a:ext cx="529200" cy="5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10782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文本占位符 25">
            <a:extLst>
              <a:ext uri="{FF2B5EF4-FFF2-40B4-BE49-F238E27FC236}">
                <a16:creationId xmlns:a16="http://schemas.microsoft.com/office/drawing/2014/main" id="{464C2BA2-C994-4763-91D8-1640914B517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733E629-826D-4BA0-A218-9A8A14BFB55A}"/>
              </a:ext>
            </a:extLst>
          </p:cNvPr>
          <p:cNvSpPr txBox="1"/>
          <p:nvPr/>
        </p:nvSpPr>
        <p:spPr>
          <a:xfrm>
            <a:off x="2169459" y="1362635"/>
            <a:ext cx="863249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&gt;</a:t>
            </a:r>
            <a:r>
              <a:rPr lang="en-US" altLang="zh-CN" dirty="0" err="1"/>
              <a:t>tracert</a:t>
            </a:r>
            <a:r>
              <a:rPr lang="en-US" altLang="zh-CN" dirty="0"/>
              <a:t> url / ip</a:t>
            </a:r>
          </a:p>
          <a:p>
            <a:pPr lvl="1"/>
            <a:r>
              <a:rPr lang="zh-CN" altLang="en-US" dirty="0"/>
              <a:t>如果只有一跳那就说明是有公网</a:t>
            </a:r>
            <a:r>
              <a:rPr lang="en-US" altLang="zh-CN" dirty="0"/>
              <a:t>IP</a:t>
            </a:r>
            <a:r>
              <a:rPr lang="zh-CN" altLang="en-US" dirty="0"/>
              <a:t>地址的，如果超过一跳那就肯定是内网</a:t>
            </a:r>
            <a:r>
              <a:rPr lang="en-US" altLang="zh-CN" dirty="0"/>
              <a:t>IP</a:t>
            </a:r>
            <a:r>
              <a:rPr lang="zh-CN" altLang="en-US" dirty="0"/>
              <a:t>地址</a:t>
            </a:r>
            <a:endParaRPr lang="en-US" altLang="zh-CN" dirty="0"/>
          </a:p>
          <a:p>
            <a:pPr lvl="1"/>
            <a:r>
              <a:rPr lang="zh-CN" altLang="en-US" dirty="0"/>
              <a:t>查看自己的</a:t>
            </a:r>
            <a:r>
              <a:rPr lang="en-US" altLang="zh-CN" dirty="0"/>
              <a:t>IP</a:t>
            </a:r>
          </a:p>
          <a:p>
            <a:endParaRPr lang="zh-CN" altLang="en-US" dirty="0"/>
          </a:p>
          <a:p>
            <a:pPr algn="l"/>
            <a:endParaRPr lang="zh-CN" altLang="en-US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8" name="表格 5">
            <a:extLst>
              <a:ext uri="{FF2B5EF4-FFF2-40B4-BE49-F238E27FC236}">
                <a16:creationId xmlns:a16="http://schemas.microsoft.com/office/drawing/2014/main" id="{6CCEC282-3F28-457D-8FA7-AAF7380305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9933229"/>
              </p:ext>
            </p:extLst>
          </p:nvPr>
        </p:nvGraphicFramePr>
        <p:xfrm>
          <a:off x="3216000" y="2458251"/>
          <a:ext cx="5760000" cy="14833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760000">
                  <a:extLst>
                    <a:ext uri="{9D8B030D-6E8A-4147-A177-3AD203B41FA5}">
                      <a16:colId xmlns:a16="http://schemas.microsoft.com/office/drawing/2014/main" val="32975597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aseline="0" dirty="0">
                          <a:latin typeface="Cuprum" panose="00000500000000000000" pitchFamily="2" charset="0"/>
                          <a:ea typeface="微软雅黑 Light" panose="020B0502040204020203" pitchFamily="34" charset="-122"/>
                        </a:rPr>
                        <a:t>Command</a:t>
                      </a:r>
                      <a:endParaRPr lang="zh-CN" altLang="en-US" sz="1600" baseline="0" dirty="0">
                        <a:latin typeface="Cuprum" panose="00000500000000000000" pitchFamily="2" charset="0"/>
                        <a:ea typeface="微软雅黑 Light" panose="020B0502040204020203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37154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aseline="0" dirty="0">
                          <a:solidFill>
                            <a:schemeClr val="tx1"/>
                          </a:solidFill>
                          <a:latin typeface="Cuprum" panose="00000500000000000000" pitchFamily="2" charset="0"/>
                          <a:ea typeface="微软雅黑 Light" panose="020B0502040204020203" pitchFamily="34" charset="-122"/>
                        </a:rPr>
                        <a:t>&gt;route print</a:t>
                      </a:r>
                      <a:endParaRPr lang="zh-CN" altLang="en-US" sz="1600" baseline="0" dirty="0">
                        <a:latin typeface="Cuprum" panose="00000500000000000000" pitchFamily="2" charset="0"/>
                        <a:ea typeface="微软雅黑 Light" panose="020B0502040204020203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476814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aseline="0" dirty="0">
                          <a:solidFill>
                            <a:schemeClr val="tx1"/>
                          </a:solidFill>
                          <a:latin typeface="Cuprum" panose="00000500000000000000" pitchFamily="2" charset="0"/>
                          <a:ea typeface="微软雅黑 Light" panose="020B0502040204020203" pitchFamily="34" charset="-122"/>
                        </a:rPr>
                        <a:t>&gt;</a:t>
                      </a:r>
                      <a:r>
                        <a:rPr lang="en-US" altLang="zh-CN" sz="1600" baseline="0" dirty="0" err="1">
                          <a:solidFill>
                            <a:schemeClr val="tx1"/>
                          </a:solidFill>
                          <a:latin typeface="Cuprum" panose="00000500000000000000" pitchFamily="2" charset="0"/>
                          <a:ea typeface="微软雅黑 Light" panose="020B0502040204020203" pitchFamily="34" charset="-122"/>
                        </a:rPr>
                        <a:t>tracert</a:t>
                      </a:r>
                      <a:r>
                        <a:rPr lang="en-US" altLang="zh-CN" sz="1600" baseline="0" dirty="0">
                          <a:solidFill>
                            <a:schemeClr val="tx1"/>
                          </a:solidFill>
                          <a:latin typeface="Cuprum" panose="00000500000000000000" pitchFamily="2" charset="0"/>
                          <a:ea typeface="微软雅黑 Light" panose="020B0502040204020203" pitchFamily="34" charset="-122"/>
                        </a:rPr>
                        <a:t> URL / IP</a:t>
                      </a:r>
                      <a:endParaRPr lang="zh-CN" altLang="en-US" sz="1600" baseline="0" dirty="0">
                        <a:latin typeface="Cuprum" panose="00000500000000000000" pitchFamily="2" charset="0"/>
                        <a:ea typeface="微软雅黑 Light" panose="020B0502040204020203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08444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aseline="0" dirty="0">
                          <a:solidFill>
                            <a:schemeClr val="tx1"/>
                          </a:solidFill>
                          <a:latin typeface="Cuprum" panose="00000500000000000000" pitchFamily="2" charset="0"/>
                          <a:ea typeface="微软雅黑 Light" panose="020B0502040204020203" pitchFamily="34" charset="-122"/>
                        </a:rPr>
                        <a:t>&gt;</a:t>
                      </a:r>
                      <a:endParaRPr lang="zh-CN" altLang="en-US" sz="1600" baseline="0" dirty="0">
                        <a:latin typeface="Cuprum" panose="00000500000000000000" pitchFamily="2" charset="0"/>
                        <a:ea typeface="微软雅黑 Light" panose="020B0502040204020203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091084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60466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solidFill>
            <a:schemeClr val="bg1">
              <a:lumMod val="50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kern="100" dirty="0" smtClean="0">
            <a:latin typeface="Courier New" panose="02070309020205020404" pitchFamily="49" charset="0"/>
            <a:ea typeface="微软雅黑 Light" panose="020B0502040204020203" pitchFamily="34" charset="-122"/>
            <a:cs typeface="Times New Roman" panose="02020603050405020304" pitchFamily="18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3279</TotalTime>
  <Words>4963</Words>
  <Application>Microsoft Office PowerPoint</Application>
  <PresentationFormat>宽屏</PresentationFormat>
  <Paragraphs>1455</Paragraphs>
  <Slides>74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74</vt:i4>
      </vt:variant>
    </vt:vector>
  </HeadingPairs>
  <TitlesOfParts>
    <vt:vector size="84" baseType="lpstr">
      <vt:lpstr>Cuprum</vt:lpstr>
      <vt:lpstr>等线</vt:lpstr>
      <vt:lpstr>等线 Light</vt:lpstr>
      <vt:lpstr>方正大黑简体</vt:lpstr>
      <vt:lpstr>微软雅黑</vt:lpstr>
      <vt:lpstr>微软雅黑 Light</vt:lpstr>
      <vt:lpstr>Arial</vt:lpstr>
      <vt:lpstr>Courier New</vt:lpstr>
      <vt:lpstr>Poppins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子网划分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IP数据报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冷 军</dc:creator>
  <cp:lastModifiedBy>cn plaman</cp:lastModifiedBy>
  <cp:revision>1187</cp:revision>
  <dcterms:created xsi:type="dcterms:W3CDTF">2021-05-10T03:08:00Z</dcterms:created>
  <dcterms:modified xsi:type="dcterms:W3CDTF">2025-11-10T07:14:22Z</dcterms:modified>
</cp:coreProperties>
</file>
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8"/>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760" r:id="rId215"/>
    <p:sldId id="761" r:id="rId216"/>
    <p:sldId id="762" r:id="rId217"/>
    <p:sldId id="764" r:id="rId218"/>
    <p:sldId id="763" r:id="rId219"/>
    <p:sldId id="766" r:id="rId220"/>
    <p:sldId id="765" r:id="rId221"/>
    <p:sldId id="769" r:id="rId222"/>
    <p:sldId id="770" r:id="rId223"/>
    <p:sldId id="771" r:id="rId224"/>
    <p:sldId id="467" r:id="rId225"/>
    <p:sldId id="469" r:id="rId226"/>
    <p:sldId id="773" r:id="rId227"/>
    <p:sldId id="774" r:id="rId228"/>
    <p:sldId id="859" r:id="rId229"/>
    <p:sldId id="776" r:id="rId230"/>
    <p:sldId id="777" r:id="rId231"/>
    <p:sldId id="858" r:id="rId232"/>
    <p:sldId id="778" r:id="rId233"/>
    <p:sldId id="860" r:id="rId234"/>
    <p:sldId id="474" r:id="rId235"/>
    <p:sldId id="475" r:id="rId236"/>
    <p:sldId id="476" r:id="rId237"/>
    <p:sldId id="781" r:id="rId238"/>
    <p:sldId id="782" r:id="rId239"/>
    <p:sldId id="483" r:id="rId240"/>
    <p:sldId id="485" r:id="rId241"/>
    <p:sldId id="487" r:id="rId242"/>
    <p:sldId id="488" r:id="rId243"/>
    <p:sldId id="784" r:id="rId244"/>
    <p:sldId id="785" r:id="rId245"/>
    <p:sldId id="864" r:id="rId246"/>
    <p:sldId id="527" r:id="rId247"/>
    <p:sldId id="528" r:id="rId248"/>
    <p:sldId id="529" r:id="rId249"/>
    <p:sldId id="530" r:id="rId250"/>
    <p:sldId id="531" r:id="rId251"/>
    <p:sldId id="532" r:id="rId252"/>
    <p:sldId id="533" r:id="rId253"/>
    <p:sldId id="534" r:id="rId254"/>
    <p:sldId id="786" r:id="rId255"/>
    <p:sldId id="537" r:id="rId256"/>
    <p:sldId id="539" r:id="rId257"/>
    <p:sldId id="540" r:id="rId258"/>
    <p:sldId id="541" r:id="rId259"/>
    <p:sldId id="542" r:id="rId260"/>
    <p:sldId id="789" r:id="rId261"/>
    <p:sldId id="790" r:id="rId262"/>
    <p:sldId id="791" r:id="rId263"/>
    <p:sldId id="792" r:id="rId264"/>
    <p:sldId id="545" r:id="rId265"/>
    <p:sldId id="794" r:id="rId266"/>
    <p:sldId id="548" r:id="rId267"/>
    <p:sldId id="549" r:id="rId268"/>
    <p:sldId id="550" r:id="rId269"/>
    <p:sldId id="797" r:id="rId270"/>
    <p:sldId id="796" r:id="rId271"/>
    <p:sldId id="552" r:id="rId272"/>
    <p:sldId id="553" r:id="rId273"/>
    <p:sldId id="554" r:id="rId274"/>
    <p:sldId id="800" r:id="rId275"/>
    <p:sldId id="555" r:id="rId276"/>
    <p:sldId id="865" r:id="rId277"/>
    <p:sldId id="557" r:id="rId278"/>
    <p:sldId id="558" r:id="rId279"/>
    <p:sldId id="560" r:id="rId280"/>
    <p:sldId id="561" r:id="rId281"/>
    <p:sldId id="562" r:id="rId282"/>
    <p:sldId id="563" r:id="rId283"/>
    <p:sldId id="564" r:id="rId284"/>
    <p:sldId id="565" r:id="rId285"/>
    <p:sldId id="566" r:id="rId286"/>
    <p:sldId id="868" r:id="rId287"/>
    <p:sldId id="568" r:id="rId288"/>
    <p:sldId id="569" r:id="rId289"/>
    <p:sldId id="570" r:id="rId290"/>
    <p:sldId id="572" r:id="rId291"/>
    <p:sldId id="573" r:id="rId292"/>
    <p:sldId id="574" r:id="rId293"/>
    <p:sldId id="575" r:id="rId294"/>
    <p:sldId id="866" r:id="rId295"/>
    <p:sldId id="578" r:id="rId296"/>
    <p:sldId id="579" r:id="rId297"/>
    <p:sldId id="581" r:id="rId298"/>
    <p:sldId id="582" r:id="rId299"/>
    <p:sldId id="584" r:id="rId300"/>
    <p:sldId id="583" r:id="rId301"/>
    <p:sldId id="585" r:id="rId302"/>
    <p:sldId id="805" r:id="rId303"/>
    <p:sldId id="806" r:id="rId304"/>
    <p:sldId id="588" r:id="rId305"/>
    <p:sldId id="808" r:id="rId306"/>
    <p:sldId id="809" r:id="rId307"/>
    <p:sldId id="590" r:id="rId308"/>
    <p:sldId id="592" r:id="rId309"/>
    <p:sldId id="593" r:id="rId310"/>
    <p:sldId id="810" r:id="rId311"/>
    <p:sldId id="811" r:id="rId312"/>
    <p:sldId id="812" r:id="rId313"/>
    <p:sldId id="813" r:id="rId314"/>
    <p:sldId id="814" r:id="rId315"/>
    <p:sldId id="815" r:id="rId316"/>
    <p:sldId id="816" r:id="rId317"/>
    <p:sldId id="867" r:id="rId318"/>
    <p:sldId id="817" r:id="rId319"/>
    <p:sldId id="821" r:id="rId320"/>
    <p:sldId id="820" r:id="rId321"/>
    <p:sldId id="822" r:id="rId322"/>
    <p:sldId id="823" r:id="rId323"/>
    <p:sldId id="824" r:id="rId324"/>
    <p:sldId id="826" r:id="rId325"/>
    <p:sldId id="827" r:id="rId326"/>
    <p:sldId id="828" r:id="rId327"/>
    <p:sldId id="825" r:id="rId328"/>
    <p:sldId id="829" r:id="rId329"/>
    <p:sldId id="830" r:id="rId330"/>
    <p:sldId id="831" r:id="rId331"/>
    <p:sldId id="835" r:id="rId332"/>
    <p:sldId id="833" r:id="rId333"/>
    <p:sldId id="836" r:id="rId334"/>
    <p:sldId id="834" r:id="rId335"/>
    <p:sldId id="838" r:id="rId336"/>
    <p:sldId id="839" r:id="rId337"/>
  </p:sldIdLst>
  <p:sldSz cx="9144000" cy="5143500" type="screen16x9"/>
  <p:notesSz cx="6858000" cy="9144000"/>
  <p:embeddedFontLst>
    <p:embeddedFont>
      <p:font typeface="Montserrat" panose="00000500000000000000" pitchFamily="2" charset="0"/>
      <p:regular r:id="rId339"/>
    </p:embeddedFont>
    <p:embeddedFont>
      <p:font typeface="Tahoma" panose="020B0604030504040204" pitchFamily="34" charset="0"/>
      <p:regular r:id="rId340"/>
      <p:bold r:id="rId341"/>
    </p:embeddedFont>
    <p:embeddedFont>
      <p:font typeface="黑体" panose="02010609060101010101" pitchFamily="49" charset="-122"/>
      <p:regular r:id="rId342"/>
    </p:embeddedFont>
    <p:embeddedFont>
      <p:font typeface="微软雅黑" panose="020B0503020204020204" pitchFamily="34" charset="-122"/>
      <p:regular r:id="rId343"/>
      <p:bold r:id="rId344"/>
    </p:embeddedFont>
    <p:embeddedFont>
      <p:font typeface="微软雅黑" panose="020B0503020204020204" pitchFamily="34" charset="-122"/>
      <p:regular r:id="rId343"/>
      <p:bold r:id="rId344"/>
    </p:embeddedFont>
    <p:embeddedFont>
      <p:font typeface="微软雅黑 Light" panose="020B0502040204020203" pitchFamily="34" charset="-122"/>
      <p:regular r:id="rId34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0F0"/>
    <a:srgbClr val="CC0099"/>
    <a:srgbClr val="0000FF"/>
    <a:srgbClr val="0000CC"/>
    <a:srgbClr val="FFFF99"/>
    <a:srgbClr val="1FA3E5"/>
    <a:srgbClr val="FFFF00"/>
    <a:srgbClr val="FF99FF"/>
    <a:srgbClr val="C3E3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varScale="1">
        <p:scale>
          <a:sx n="141" d="100"/>
          <a:sy n="141" d="100"/>
        </p:scale>
        <p:origin x="120" y="25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heme" Target="theme/theme1.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1.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2.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3.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4.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7.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viewProps" Target="view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notesMaster" Target="notesMasters/notesMaster1.xml"/></Relationships>
</file>

<file path=ppt/diagrams/_rels/data12.xml.rels><?xml version="1.0" encoding="UTF-8" standalone="yes"?>
<Relationships xmlns="http://schemas.openxmlformats.org/package/2006/relationships"><Relationship Id="rId1" Type="http://schemas.openxmlformats.org/officeDocument/2006/relationships/image" Target="../media/image44.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4.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zh-CN" sz="1400" b="0" i="0" kern="1200" baseline="0" dirty="0">
              <a:latin typeface="Montserrat" panose="00000500000000000000" pitchFamily="2" charset="0"/>
              <a:ea typeface="微软雅黑 Light" panose="020B0502040204020203" pitchFamily="34" charset="-122"/>
            </a:rPr>
            <a:t>数据层面</a:t>
          </a:r>
          <a:endParaRPr lang="zh-CN" altLang="en-US" sz="1400" b="0" i="0" kern="1200" baseline="0" dirty="0">
            <a:latin typeface="Montserrat" panose="00000500000000000000" pitchFamily="2" charset="0"/>
            <a:ea typeface="微软雅黑 Light" panose="020B0502040204020203" pitchFamily="34" charset="-122"/>
          </a:endParaRP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zh-CN" sz="1400" b="0" i="0" kern="1200" baseline="0" dirty="0">
              <a:latin typeface="Montserrat" panose="00000500000000000000" pitchFamily="2" charset="0"/>
              <a:ea typeface="微软雅黑 Light" panose="020B0502040204020203" pitchFamily="34" charset="-122"/>
            </a:rPr>
            <a:t>路由器根据本路由器生成的</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zh-CN" sz="1400" b="0" i="0" kern="1200" baseline="0" dirty="0">
              <a:latin typeface="Montserrat" panose="00000500000000000000" pitchFamily="2" charset="0"/>
              <a:ea typeface="微软雅黑 Light" panose="020B0502040204020203" pitchFamily="34" charset="-122"/>
            </a:rPr>
            <a:t>出去。</a:t>
          </a:r>
          <a:endParaRPr lang="zh-CN" altLang="en-US" sz="1400" b="0" i="0" kern="1200" baseline="0" dirty="0">
            <a:latin typeface="Montserrat" panose="00000500000000000000" pitchFamily="2" charset="0"/>
            <a:ea typeface="微软雅黑 Light" panose="020B0502040204020203" pitchFamily="34" charset="-122"/>
          </a:endParaRP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2025/11/6</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285</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289</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316</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5.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8.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27.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3.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3.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image" Target="../media/image34.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2.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image" Target="../media/image34.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image" Target="../media/image34.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image" Target="../media/image36.wmf"/><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37.wmf"/></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9.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37.wmf"/></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5.wmf"/><Relationship Id="rId5" Type="http://schemas.openxmlformats.org/officeDocument/2006/relationships/image" Target="../media/image10.wmf"/><Relationship Id="rId4" Type="http://schemas.openxmlformats.org/officeDocument/2006/relationships/image" Target="../media/image37.wmf"/></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2" Type="http://schemas.openxmlformats.org/officeDocument/2006/relationships/image" Target="../media/image41.wmf"/><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3" Type="http://schemas.openxmlformats.org/officeDocument/2006/relationships/image" Target="../media/image41.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41.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41.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5.wmf"/><Relationship Id="rId1" Type="http://schemas.openxmlformats.org/officeDocument/2006/relationships/slideLayout" Target="../slideLayouts/slideLayout2.xml"/><Relationship Id="rId4" Type="http://schemas.openxmlformats.org/officeDocument/2006/relationships/image" Target="../media/image43.wmf"/></Relationships>
</file>

<file path=ppt/slides/_rels/slide3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5.wmf"/><Relationship Id="rId1" Type="http://schemas.openxmlformats.org/officeDocument/2006/relationships/slideLayout" Target="../slideLayouts/slideLayout2.xml"/><Relationship Id="rId4" Type="http://schemas.openxmlformats.org/officeDocument/2006/relationships/image" Target="../media/image43.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5.wmf"/><Relationship Id="rId1" Type="http://schemas.openxmlformats.org/officeDocument/2006/relationships/slideLayout" Target="../slideLayouts/slideLayout2.xml"/><Relationship Id="rId4" Type="http://schemas.openxmlformats.org/officeDocument/2006/relationships/image" Target="../media/image43.wmf"/></Relationships>
</file>

<file path=ppt/slides/_rels/slide3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5.wmf"/><Relationship Id="rId1" Type="http://schemas.openxmlformats.org/officeDocument/2006/relationships/slideLayout" Target="../slideLayouts/slideLayout2.xml"/><Relationship Id="rId4" Type="http://schemas.openxmlformats.org/officeDocument/2006/relationships/image" Target="../media/image43.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3.wmf"/></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Box 67"/>
          <p:cNvSpPr txBox="1">
            <a:spLocks noChangeArrowheads="1"/>
          </p:cNvSpPr>
          <p:nvPr/>
        </p:nvSpPr>
        <p:spPr bwMode="auto">
          <a:xfrm>
            <a:off x="3773887"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4816" y="1691988"/>
            <a:ext cx="430439" cy="602615"/>
          </a:xfrm>
          <a:prstGeom prst="rect">
            <a:avLst/>
          </a:prstGeom>
        </p:spPr>
      </p:pic>
      <p:sp>
        <p:nvSpPr>
          <p:cNvPr id="6" name="Line 77"/>
          <p:cNvSpPr>
            <a:spLocks noChangeShapeType="1"/>
          </p:cNvSpPr>
          <p:nvPr/>
        </p:nvSpPr>
        <p:spPr bwMode="auto">
          <a:xfrm>
            <a:off x="5044077" y="3911903"/>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8" name="Line 52"/>
          <p:cNvSpPr>
            <a:spLocks noChangeShapeType="1"/>
          </p:cNvSpPr>
          <p:nvPr/>
        </p:nvSpPr>
        <p:spPr bwMode="auto">
          <a:xfrm flipV="1">
            <a:off x="5092272" y="2516843"/>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9" name="Line 53"/>
          <p:cNvSpPr>
            <a:spLocks noChangeShapeType="1"/>
          </p:cNvSpPr>
          <p:nvPr/>
        </p:nvSpPr>
        <p:spPr bwMode="auto">
          <a:xfrm flipV="1">
            <a:off x="6111548" y="1993295"/>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0" name="Line 54"/>
          <p:cNvSpPr>
            <a:spLocks noChangeShapeType="1"/>
          </p:cNvSpPr>
          <p:nvPr/>
        </p:nvSpPr>
        <p:spPr bwMode="auto">
          <a:xfrm flipH="1" flipV="1">
            <a:off x="6111548" y="2516843"/>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1" name="Line 55"/>
          <p:cNvSpPr>
            <a:spLocks noChangeShapeType="1"/>
          </p:cNvSpPr>
          <p:nvPr/>
        </p:nvSpPr>
        <p:spPr bwMode="auto">
          <a:xfrm>
            <a:off x="7322962"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2" name="Line 56"/>
          <p:cNvSpPr>
            <a:spLocks noChangeShapeType="1"/>
          </p:cNvSpPr>
          <p:nvPr/>
        </p:nvSpPr>
        <p:spPr bwMode="auto">
          <a:xfrm flipV="1">
            <a:off x="6111548"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3" name="Line 57"/>
          <p:cNvSpPr>
            <a:spLocks noChangeShapeType="1"/>
          </p:cNvSpPr>
          <p:nvPr/>
        </p:nvSpPr>
        <p:spPr bwMode="auto">
          <a:xfrm>
            <a:off x="5029007"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4" name="Line 58"/>
          <p:cNvSpPr>
            <a:spLocks noChangeShapeType="1"/>
          </p:cNvSpPr>
          <p:nvPr/>
        </p:nvSpPr>
        <p:spPr bwMode="auto">
          <a:xfrm>
            <a:off x="6240421" y="2516843"/>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5" name="Text Box 59"/>
          <p:cNvSpPr txBox="1">
            <a:spLocks noChangeArrowheads="1"/>
          </p:cNvSpPr>
          <p:nvPr/>
        </p:nvSpPr>
        <p:spPr bwMode="auto">
          <a:xfrm>
            <a:off x="5139098" y="4524014"/>
            <a:ext cx="213712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个主机接收视频节目</a:t>
            </a:r>
          </a:p>
        </p:txBody>
      </p:sp>
      <p:sp>
        <p:nvSpPr>
          <p:cNvPr id="16" name="AutoShape 60"/>
          <p:cNvSpPr>
            <a:spLocks noChangeArrowheads="1"/>
          </p:cNvSpPr>
          <p:nvPr/>
        </p:nvSpPr>
        <p:spPr bwMode="auto">
          <a:xfrm rot="5400000">
            <a:off x="6042109"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7" name="AutoShape 61"/>
          <p:cNvSpPr>
            <a:spLocks noChangeArrowheads="1"/>
          </p:cNvSpPr>
          <p:nvPr/>
        </p:nvSpPr>
        <p:spPr bwMode="auto">
          <a:xfrm rot="8740270">
            <a:off x="5345334"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5665176" y="2082096"/>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R</a:t>
            </a:r>
            <a:r>
              <a:rPr kumimoji="1" lang="en-US" altLang="zh-CN" sz="1200" b="1" baseline="-25000" dirty="0">
                <a:latin typeface="微软雅黑 Light" panose="020B0502040204020203" pitchFamily="34" charset="-122"/>
                <a:ea typeface="微软雅黑 Light" panose="020B0502040204020203" pitchFamily="34" charset="-122"/>
              </a:rPr>
              <a:t>1</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0" name="Text Box 64"/>
          <p:cNvSpPr txBox="1">
            <a:spLocks noChangeArrowheads="1"/>
          </p:cNvSpPr>
          <p:nvPr/>
        </p:nvSpPr>
        <p:spPr bwMode="auto">
          <a:xfrm>
            <a:off x="5628857" y="286507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3</a:t>
            </a:r>
            <a:endParaRPr kumimoji="1" lang="en-US" altLang="zh-CN" sz="1200" b="1">
              <a:latin typeface="微软雅黑 Light" panose="020B0502040204020203" pitchFamily="34" charset="-122"/>
              <a:ea typeface="微软雅黑 Light" panose="020B0502040204020203" pitchFamily="34" charset="-122"/>
            </a:endParaRPr>
          </a:p>
        </p:txBody>
      </p:sp>
      <p:sp>
        <p:nvSpPr>
          <p:cNvPr id="21" name="Text Box 65"/>
          <p:cNvSpPr txBox="1">
            <a:spLocks noChangeArrowheads="1"/>
          </p:cNvSpPr>
          <p:nvPr/>
        </p:nvSpPr>
        <p:spPr bwMode="auto">
          <a:xfrm>
            <a:off x="6798093" y="2915900"/>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4</a:t>
            </a:r>
            <a:endParaRPr kumimoji="1" lang="en-US" altLang="zh-CN" sz="1200" b="1">
              <a:latin typeface="微软雅黑 Light" panose="020B0502040204020203" pitchFamily="34" charset="-122"/>
              <a:ea typeface="微软雅黑 Light" panose="020B0502040204020203" pitchFamily="34" charset="-122"/>
            </a:endParaRPr>
          </a:p>
        </p:txBody>
      </p:sp>
      <p:sp>
        <p:nvSpPr>
          <p:cNvPr id="22" name="Text Box 66"/>
          <p:cNvSpPr txBox="1">
            <a:spLocks noChangeArrowheads="1"/>
          </p:cNvSpPr>
          <p:nvPr/>
        </p:nvSpPr>
        <p:spPr bwMode="auto">
          <a:xfrm>
            <a:off x="4519371" y="288453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2</a:t>
            </a:r>
            <a:endParaRPr kumimoji="1" lang="en-US" altLang="zh-CN" sz="1200" b="1">
              <a:latin typeface="微软雅黑 Light" panose="020B0502040204020203" pitchFamily="34" charset="-122"/>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1995"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040"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6604783"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2" name="Line 76"/>
          <p:cNvSpPr>
            <a:spLocks noChangeShapeType="1"/>
          </p:cNvSpPr>
          <p:nvPr/>
        </p:nvSpPr>
        <p:spPr bwMode="auto">
          <a:xfrm flipH="1">
            <a:off x="4647071" y="3898587"/>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3" name="Line 78"/>
          <p:cNvSpPr>
            <a:spLocks noChangeShapeType="1"/>
          </p:cNvSpPr>
          <p:nvPr/>
        </p:nvSpPr>
        <p:spPr bwMode="auto">
          <a:xfrm flipH="1">
            <a:off x="5792877" y="3911903"/>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4" name="Line 79"/>
          <p:cNvSpPr>
            <a:spLocks noChangeShapeType="1"/>
          </p:cNvSpPr>
          <p:nvPr/>
        </p:nvSpPr>
        <p:spPr bwMode="auto">
          <a:xfrm>
            <a:off x="6183296" y="3911069"/>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5" name="Line 80"/>
          <p:cNvSpPr>
            <a:spLocks noChangeShapeType="1"/>
          </p:cNvSpPr>
          <p:nvPr/>
        </p:nvSpPr>
        <p:spPr bwMode="auto">
          <a:xfrm flipH="1">
            <a:off x="7004291" y="3898587"/>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6" name="Line 81"/>
          <p:cNvSpPr>
            <a:spLocks noChangeShapeType="1"/>
          </p:cNvSpPr>
          <p:nvPr/>
        </p:nvSpPr>
        <p:spPr bwMode="auto">
          <a:xfrm>
            <a:off x="7428635" y="3909263"/>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42" name="Text Box 88"/>
          <p:cNvSpPr txBox="1">
            <a:spLocks noChangeArrowheads="1"/>
          </p:cNvSpPr>
          <p:nvPr/>
        </p:nvSpPr>
        <p:spPr bwMode="auto">
          <a:xfrm>
            <a:off x="4792390"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a:t>
            </a:r>
          </a:p>
        </p:txBody>
      </p:sp>
      <p:sp>
        <p:nvSpPr>
          <p:cNvPr id="43" name="Text Box 89"/>
          <p:cNvSpPr txBox="1">
            <a:spLocks noChangeArrowheads="1"/>
          </p:cNvSpPr>
          <p:nvPr/>
        </p:nvSpPr>
        <p:spPr bwMode="auto">
          <a:xfrm>
            <a:off x="7202331"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4" name="Text Box 90"/>
          <p:cNvSpPr txBox="1">
            <a:spLocks noChangeArrowheads="1"/>
          </p:cNvSpPr>
          <p:nvPr/>
        </p:nvSpPr>
        <p:spPr bwMode="auto">
          <a:xfrm>
            <a:off x="5990917" y="4078950"/>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5" name="Text Box 91"/>
          <p:cNvSpPr txBox="1">
            <a:spLocks noChangeArrowheads="1"/>
          </p:cNvSpPr>
          <p:nvPr/>
        </p:nvSpPr>
        <p:spPr bwMode="auto">
          <a:xfrm>
            <a:off x="5273868" y="32911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6" name="Text Box 92"/>
          <p:cNvSpPr txBox="1">
            <a:spLocks noChangeArrowheads="1"/>
          </p:cNvSpPr>
          <p:nvPr/>
        </p:nvSpPr>
        <p:spPr bwMode="auto">
          <a:xfrm>
            <a:off x="6320090" y="3258724"/>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7" name="Text Box 93"/>
          <p:cNvSpPr txBox="1">
            <a:spLocks noChangeArrowheads="1"/>
          </p:cNvSpPr>
          <p:nvPr/>
        </p:nvSpPr>
        <p:spPr bwMode="auto">
          <a:xfrm>
            <a:off x="7559622" y="321005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8" name="Text Box 94"/>
          <p:cNvSpPr txBox="1">
            <a:spLocks noChangeArrowheads="1"/>
          </p:cNvSpPr>
          <p:nvPr/>
        </p:nvSpPr>
        <p:spPr bwMode="auto">
          <a:xfrm>
            <a:off x="6904706" y="237625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9" name="Text Box 95"/>
          <p:cNvSpPr txBox="1">
            <a:spLocks noChangeArrowheads="1"/>
          </p:cNvSpPr>
          <p:nvPr/>
        </p:nvSpPr>
        <p:spPr bwMode="auto">
          <a:xfrm>
            <a:off x="6345864" y="275151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Text Box 96"/>
          <p:cNvSpPr txBox="1">
            <a:spLocks noChangeArrowheads="1"/>
          </p:cNvSpPr>
          <p:nvPr/>
        </p:nvSpPr>
        <p:spPr bwMode="auto">
          <a:xfrm>
            <a:off x="4880834" y="2376255"/>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1" name="Text Box 97"/>
          <p:cNvSpPr txBox="1">
            <a:spLocks noChangeArrowheads="1"/>
          </p:cNvSpPr>
          <p:nvPr/>
        </p:nvSpPr>
        <p:spPr bwMode="auto">
          <a:xfrm>
            <a:off x="6390384" y="185498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90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2" name="AutoShape 99"/>
          <p:cNvSpPr>
            <a:spLocks noChangeArrowheads="1"/>
          </p:cNvSpPr>
          <p:nvPr/>
        </p:nvSpPr>
        <p:spPr bwMode="auto">
          <a:xfrm rot="5400000">
            <a:off x="6110016"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3" name="AutoShape 100"/>
          <p:cNvSpPr>
            <a:spLocks noChangeArrowheads="1"/>
          </p:cNvSpPr>
          <p:nvPr/>
        </p:nvSpPr>
        <p:spPr bwMode="auto">
          <a:xfrm rot="5400000">
            <a:off x="6177381"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4" name="AutoShape 101"/>
          <p:cNvSpPr>
            <a:spLocks noChangeArrowheads="1"/>
          </p:cNvSpPr>
          <p:nvPr/>
        </p:nvSpPr>
        <p:spPr bwMode="auto">
          <a:xfrm rot="1858546">
            <a:off x="6685622"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5" name="AutoShape 102"/>
          <p:cNvSpPr>
            <a:spLocks noChangeArrowheads="1"/>
          </p:cNvSpPr>
          <p:nvPr/>
        </p:nvSpPr>
        <p:spPr bwMode="auto">
          <a:xfrm rot="1858546">
            <a:off x="6765290"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56" name="Group 103"/>
          <p:cNvGrpSpPr>
            <a:grpSpLocks/>
          </p:cNvGrpSpPr>
          <p:nvPr/>
        </p:nvGrpSpPr>
        <p:grpSpPr bwMode="auto">
          <a:xfrm>
            <a:off x="7354595"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sp>
        <p:nvSpPr>
          <p:cNvPr id="57" name="AutoShape 107"/>
          <p:cNvSpPr>
            <a:spLocks noChangeArrowheads="1"/>
          </p:cNvSpPr>
          <p:nvPr/>
        </p:nvSpPr>
        <p:spPr bwMode="auto">
          <a:xfrm rot="5400000">
            <a:off x="6244747"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8" name="AutoShape 108"/>
          <p:cNvSpPr>
            <a:spLocks noChangeArrowheads="1"/>
          </p:cNvSpPr>
          <p:nvPr/>
        </p:nvSpPr>
        <p:spPr bwMode="auto">
          <a:xfrm rot="5400000">
            <a:off x="6312113"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9" name="AutoShape 109"/>
          <p:cNvSpPr>
            <a:spLocks noChangeArrowheads="1"/>
          </p:cNvSpPr>
          <p:nvPr/>
        </p:nvSpPr>
        <p:spPr bwMode="auto">
          <a:xfrm rot="5400000">
            <a:off x="6378307"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0" name="AutoShape 110"/>
          <p:cNvSpPr>
            <a:spLocks noChangeArrowheads="1"/>
          </p:cNvSpPr>
          <p:nvPr/>
        </p:nvSpPr>
        <p:spPr bwMode="auto">
          <a:xfrm rot="8740270">
            <a:off x="5283241"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1" name="AutoShape 111"/>
          <p:cNvSpPr>
            <a:spLocks noChangeArrowheads="1"/>
          </p:cNvSpPr>
          <p:nvPr/>
        </p:nvSpPr>
        <p:spPr bwMode="auto">
          <a:xfrm rot="8740270">
            <a:off x="5219975"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62" name="Group 112"/>
          <p:cNvGrpSpPr>
            <a:grpSpLocks/>
          </p:cNvGrpSpPr>
          <p:nvPr/>
        </p:nvGrpSpPr>
        <p:grpSpPr bwMode="auto">
          <a:xfrm>
            <a:off x="6111548"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3" name="Group 116"/>
          <p:cNvGrpSpPr>
            <a:grpSpLocks/>
          </p:cNvGrpSpPr>
          <p:nvPr/>
        </p:nvGrpSpPr>
        <p:grpSpPr bwMode="auto">
          <a:xfrm>
            <a:off x="5044239"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4" name="Group 120"/>
          <p:cNvGrpSpPr>
            <a:grpSpLocks/>
          </p:cNvGrpSpPr>
          <p:nvPr/>
        </p:nvGrpSpPr>
        <p:grpSpPr bwMode="auto">
          <a:xfrm>
            <a:off x="6111548"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67619"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6800"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237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821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3038"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360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5455255" y="1993295"/>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11066"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9772"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30867"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1076" y="1723963"/>
            <a:ext cx="430439" cy="602615"/>
          </a:xfrm>
          <a:prstGeom prst="rect">
            <a:avLst/>
          </a:prstGeom>
        </p:spPr>
      </p:pic>
      <p:sp>
        <p:nvSpPr>
          <p:cNvPr id="7" name="Line 52"/>
          <p:cNvSpPr>
            <a:spLocks noChangeShapeType="1"/>
          </p:cNvSpPr>
          <p:nvPr/>
        </p:nvSpPr>
        <p:spPr bwMode="auto">
          <a:xfrm flipV="1">
            <a:off x="5078532" y="2548818"/>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53"/>
          <p:cNvSpPr>
            <a:spLocks noChangeShapeType="1"/>
          </p:cNvSpPr>
          <p:nvPr/>
        </p:nvSpPr>
        <p:spPr bwMode="auto">
          <a:xfrm flipV="1">
            <a:off x="6097808" y="2025270"/>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Line 54"/>
          <p:cNvSpPr>
            <a:spLocks noChangeShapeType="1"/>
          </p:cNvSpPr>
          <p:nvPr/>
        </p:nvSpPr>
        <p:spPr bwMode="auto">
          <a:xfrm flipH="1" flipV="1">
            <a:off x="6097808" y="2548818"/>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Line 55"/>
          <p:cNvSpPr>
            <a:spLocks noChangeShapeType="1"/>
          </p:cNvSpPr>
          <p:nvPr/>
        </p:nvSpPr>
        <p:spPr bwMode="auto">
          <a:xfrm>
            <a:off x="7309222"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Line 56"/>
          <p:cNvSpPr>
            <a:spLocks noChangeShapeType="1"/>
          </p:cNvSpPr>
          <p:nvPr/>
        </p:nvSpPr>
        <p:spPr bwMode="auto">
          <a:xfrm flipV="1">
            <a:off x="6097808"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2" name="Line 57"/>
          <p:cNvSpPr>
            <a:spLocks noChangeShapeType="1"/>
          </p:cNvSpPr>
          <p:nvPr/>
        </p:nvSpPr>
        <p:spPr bwMode="auto">
          <a:xfrm>
            <a:off x="5015267"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3" name="Line 58"/>
          <p:cNvSpPr>
            <a:spLocks noChangeShapeType="1"/>
          </p:cNvSpPr>
          <p:nvPr/>
        </p:nvSpPr>
        <p:spPr bwMode="auto">
          <a:xfrm>
            <a:off x="6226681" y="2548818"/>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59"/>
          <p:cNvSpPr txBox="1">
            <a:spLocks noChangeArrowheads="1"/>
          </p:cNvSpPr>
          <p:nvPr/>
        </p:nvSpPr>
        <p:spPr bwMode="auto">
          <a:xfrm>
            <a:off x="5256160" y="4547207"/>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多播组成员共有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a:t>
            </a:r>
          </a:p>
        </p:txBody>
      </p:sp>
      <p:sp>
        <p:nvSpPr>
          <p:cNvPr id="15" name="AutoShape 60"/>
          <p:cNvSpPr>
            <a:spLocks noChangeArrowheads="1"/>
          </p:cNvSpPr>
          <p:nvPr/>
        </p:nvSpPr>
        <p:spPr bwMode="auto">
          <a:xfrm rot="5400000">
            <a:off x="6028369" y="2125292"/>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6" name="AutoShape 61"/>
          <p:cNvSpPr>
            <a:spLocks noChangeArrowheads="1"/>
          </p:cNvSpPr>
          <p:nvPr/>
        </p:nvSpPr>
        <p:spPr bwMode="auto">
          <a:xfrm rot="8740270">
            <a:off x="5331594" y="2705629"/>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241363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5651436" y="2114071"/>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1</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19" name="Text Box 64"/>
          <p:cNvSpPr txBox="1">
            <a:spLocks noChangeArrowheads="1"/>
          </p:cNvSpPr>
          <p:nvPr/>
        </p:nvSpPr>
        <p:spPr bwMode="auto">
          <a:xfrm>
            <a:off x="5615117" y="289704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3</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20" name="Text Box 65"/>
          <p:cNvSpPr txBox="1">
            <a:spLocks noChangeArrowheads="1"/>
          </p:cNvSpPr>
          <p:nvPr/>
        </p:nvSpPr>
        <p:spPr bwMode="auto">
          <a:xfrm>
            <a:off x="6784353" y="2947875"/>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4</a:t>
            </a:r>
            <a:endParaRPr kumimoji="1" lang="en-US" altLang="zh-CN" sz="1200">
              <a:latin typeface="微软雅黑 Light" panose="020B0502040204020203" pitchFamily="34" charset="-122"/>
              <a:ea typeface="微软雅黑 Light" panose="020B0502040204020203" pitchFamily="34" charset="-122"/>
            </a:endParaRPr>
          </a:p>
        </p:txBody>
      </p:sp>
      <p:sp>
        <p:nvSpPr>
          <p:cNvPr id="21" name="Text Box 66"/>
          <p:cNvSpPr txBox="1">
            <a:spLocks noChangeArrowheads="1"/>
          </p:cNvSpPr>
          <p:nvPr/>
        </p:nvSpPr>
        <p:spPr bwMode="auto">
          <a:xfrm>
            <a:off x="4505631" y="291651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2</a:t>
            </a:r>
            <a:endParaRPr kumimoji="1" lang="en-US" altLang="zh-CN" sz="1200">
              <a:latin typeface="微软雅黑 Light" panose="020B0502040204020203" pitchFamily="34" charset="-122"/>
              <a:ea typeface="微软雅黑 Light" panose="020B0502040204020203" pitchFamily="34" charset="-122"/>
            </a:endParaRPr>
          </a:p>
        </p:txBody>
      </p:sp>
      <p:sp>
        <p:nvSpPr>
          <p:cNvPr id="22" name="Text Box 67"/>
          <p:cNvSpPr txBox="1">
            <a:spLocks noChangeArrowheads="1"/>
          </p:cNvSpPr>
          <p:nvPr/>
        </p:nvSpPr>
        <p:spPr bwMode="auto">
          <a:xfrm>
            <a:off x="3760147" y="1889472"/>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8255" y="3070082"/>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3070082"/>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4300" y="3092792"/>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6591043" y="2672104"/>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38" name="Text Box 91"/>
          <p:cNvSpPr txBox="1">
            <a:spLocks noChangeArrowheads="1"/>
          </p:cNvSpPr>
          <p:nvPr/>
        </p:nvSpPr>
        <p:spPr bwMode="auto">
          <a:xfrm>
            <a:off x="5079264"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39" name="Text Box 92"/>
          <p:cNvSpPr txBox="1">
            <a:spLocks noChangeArrowheads="1"/>
          </p:cNvSpPr>
          <p:nvPr/>
        </p:nvSpPr>
        <p:spPr bwMode="auto">
          <a:xfrm>
            <a:off x="6195822"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0" name="Text Box 93"/>
          <p:cNvSpPr txBox="1">
            <a:spLocks noChangeArrowheads="1"/>
          </p:cNvSpPr>
          <p:nvPr/>
        </p:nvSpPr>
        <p:spPr bwMode="auto">
          <a:xfrm>
            <a:off x="7380090" y="3282587"/>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1" name="Text Box 94"/>
          <p:cNvSpPr txBox="1">
            <a:spLocks noChangeArrowheads="1"/>
          </p:cNvSpPr>
          <p:nvPr/>
        </p:nvSpPr>
        <p:spPr bwMode="auto">
          <a:xfrm>
            <a:off x="6634742" y="242330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2" name="Text Box 95"/>
          <p:cNvSpPr txBox="1">
            <a:spLocks noChangeArrowheads="1"/>
          </p:cNvSpPr>
          <p:nvPr/>
        </p:nvSpPr>
        <p:spPr bwMode="auto">
          <a:xfrm>
            <a:off x="6176380" y="2652870"/>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3" name="Text Box 96"/>
          <p:cNvSpPr txBox="1">
            <a:spLocks noChangeArrowheads="1"/>
          </p:cNvSpPr>
          <p:nvPr/>
        </p:nvSpPr>
        <p:spPr bwMode="auto">
          <a:xfrm>
            <a:off x="5211482" y="247354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4" name="Text Box 97"/>
          <p:cNvSpPr txBox="1">
            <a:spLocks noChangeArrowheads="1"/>
          </p:cNvSpPr>
          <p:nvPr/>
        </p:nvSpPr>
        <p:spPr bwMode="auto">
          <a:xfrm>
            <a:off x="6200804" y="1992468"/>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AutoShape 104"/>
          <p:cNvSpPr>
            <a:spLocks noChangeArrowheads="1"/>
          </p:cNvSpPr>
          <p:nvPr/>
        </p:nvSpPr>
        <p:spPr bwMode="auto">
          <a:xfrm rot="5400000">
            <a:off x="7242102" y="3399208"/>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59" name="AutoShape 113"/>
          <p:cNvSpPr>
            <a:spLocks noChangeArrowheads="1"/>
          </p:cNvSpPr>
          <p:nvPr/>
        </p:nvSpPr>
        <p:spPr bwMode="auto">
          <a:xfrm rot="5400000">
            <a:off x="6034518" y="3388112"/>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3" name="AutoShape 117"/>
          <p:cNvSpPr>
            <a:spLocks noChangeArrowheads="1"/>
          </p:cNvSpPr>
          <p:nvPr/>
        </p:nvSpPr>
        <p:spPr bwMode="auto">
          <a:xfrm rot="5400000">
            <a:off x="4932041" y="3435696"/>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7" name="AutoShape 121"/>
          <p:cNvSpPr>
            <a:spLocks noChangeArrowheads="1"/>
          </p:cNvSpPr>
          <p:nvPr/>
        </p:nvSpPr>
        <p:spPr bwMode="auto">
          <a:xfrm rot="5400000">
            <a:off x="6034518" y="2756540"/>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cxnSp>
        <p:nvCxnSpPr>
          <p:cNvPr id="78" name="直接连接符 77"/>
          <p:cNvCxnSpPr>
            <a:stCxn id="8" idx="1"/>
            <a:endCxn id="3" idx="3"/>
          </p:cNvCxnSpPr>
          <p:nvPr/>
        </p:nvCxnSpPr>
        <p:spPr>
          <a:xfrm flipH="1">
            <a:off x="5441515" y="2025270"/>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80" name="Text Box 64"/>
          <p:cNvSpPr txBox="1">
            <a:spLocks noChangeArrowheads="1"/>
          </p:cNvSpPr>
          <p:nvPr/>
        </p:nvSpPr>
        <p:spPr bwMode="auto">
          <a:xfrm>
            <a:off x="44397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1" name="Text Box 64"/>
          <p:cNvSpPr txBox="1">
            <a:spLocks noChangeArrowheads="1"/>
          </p:cNvSpPr>
          <p:nvPr/>
        </p:nvSpPr>
        <p:spPr bwMode="auto">
          <a:xfrm>
            <a:off x="5588552"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2" name="Text Box 64"/>
          <p:cNvSpPr txBox="1">
            <a:spLocks noChangeArrowheads="1"/>
          </p:cNvSpPr>
          <p:nvPr/>
        </p:nvSpPr>
        <p:spPr bwMode="auto">
          <a:xfrm>
            <a:off x="68009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62" name="Line 77"/>
          <p:cNvSpPr>
            <a:spLocks noChangeShapeType="1"/>
          </p:cNvSpPr>
          <p:nvPr/>
        </p:nvSpPr>
        <p:spPr bwMode="auto">
          <a:xfrm>
            <a:off x="5024475" y="3943878"/>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4" name="Line 76"/>
          <p:cNvSpPr>
            <a:spLocks noChangeShapeType="1"/>
          </p:cNvSpPr>
          <p:nvPr/>
        </p:nvSpPr>
        <p:spPr bwMode="auto">
          <a:xfrm flipH="1">
            <a:off x="4627469" y="3930562"/>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5" name="Line 78"/>
          <p:cNvSpPr>
            <a:spLocks noChangeShapeType="1"/>
          </p:cNvSpPr>
          <p:nvPr/>
        </p:nvSpPr>
        <p:spPr bwMode="auto">
          <a:xfrm flipH="1">
            <a:off x="5773275" y="3943878"/>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6" name="Line 79"/>
          <p:cNvSpPr>
            <a:spLocks noChangeShapeType="1"/>
          </p:cNvSpPr>
          <p:nvPr/>
        </p:nvSpPr>
        <p:spPr bwMode="auto">
          <a:xfrm>
            <a:off x="6163694" y="3943044"/>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8" name="Line 80"/>
          <p:cNvSpPr>
            <a:spLocks noChangeShapeType="1"/>
          </p:cNvSpPr>
          <p:nvPr/>
        </p:nvSpPr>
        <p:spPr bwMode="auto">
          <a:xfrm flipH="1">
            <a:off x="6984689" y="3930562"/>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9" name="Line 81"/>
          <p:cNvSpPr>
            <a:spLocks noChangeShapeType="1"/>
          </p:cNvSpPr>
          <p:nvPr/>
        </p:nvSpPr>
        <p:spPr bwMode="auto">
          <a:xfrm>
            <a:off x="7409033" y="3941238"/>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3" name="Text Box 88"/>
          <p:cNvSpPr txBox="1">
            <a:spLocks noChangeArrowheads="1"/>
          </p:cNvSpPr>
          <p:nvPr/>
        </p:nvSpPr>
        <p:spPr bwMode="auto">
          <a:xfrm>
            <a:off x="4772788"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a:t>
            </a:r>
          </a:p>
        </p:txBody>
      </p:sp>
      <p:sp>
        <p:nvSpPr>
          <p:cNvPr id="84" name="Text Box 89"/>
          <p:cNvSpPr txBox="1">
            <a:spLocks noChangeArrowheads="1"/>
          </p:cNvSpPr>
          <p:nvPr/>
        </p:nvSpPr>
        <p:spPr bwMode="auto">
          <a:xfrm>
            <a:off x="7182729"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a:t>
            </a:r>
          </a:p>
        </p:txBody>
      </p:sp>
      <p:sp>
        <p:nvSpPr>
          <p:cNvPr id="85" name="Text Box 90"/>
          <p:cNvSpPr txBox="1">
            <a:spLocks noChangeArrowheads="1"/>
          </p:cNvSpPr>
          <p:nvPr/>
        </p:nvSpPr>
        <p:spPr bwMode="auto">
          <a:xfrm>
            <a:off x="5971315" y="4110925"/>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a:latin typeface="微软雅黑 Light" panose="020B0502040204020203" pitchFamily="34" charset="-122"/>
                <a:ea typeface="微软雅黑 Light" panose="020B0502040204020203"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8017"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87198"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0277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9861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13436"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7400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791464"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00170"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1265"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grpSp>
        <p:nvGrpSpPr>
          <p:cNvPr id="17" name="组合 16"/>
          <p:cNvGrpSpPr/>
          <p:nvPr/>
        </p:nvGrpSpPr>
        <p:grpSpPr>
          <a:xfrm>
            <a:off x="803470" y="1803902"/>
            <a:ext cx="7176610" cy="2788875"/>
            <a:chOff x="887807" y="1148065"/>
            <a:chExt cx="7293847"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87" name="Text Box 7"/>
            <p:cNvSpPr txBox="1">
              <a:spLocks noChangeArrowheads="1"/>
            </p:cNvSpPr>
            <p:nvPr/>
          </p:nvSpPr>
          <p:spPr bwMode="auto">
            <a:xfrm>
              <a:off x="5292856" y="1366899"/>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多播组</a:t>
              </a:r>
            </a:p>
            <a:p>
              <a:pPr algn="ctr" eaLnBrk="1" hangingPunct="1"/>
              <a:r>
                <a:rPr lang="en-US" altLang="zh-CN" sz="1200" dirty="0">
                  <a:latin typeface="微软雅黑 Light" panose="020B0502040204020203" pitchFamily="34" charset="-122"/>
                  <a:ea typeface="微软雅黑 Light" panose="020B0502040204020203"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87807"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6" name="Text Box 7"/>
            <p:cNvSpPr txBox="1">
              <a:spLocks noChangeArrowheads="1"/>
            </p:cNvSpPr>
            <p:nvPr/>
          </p:nvSpPr>
          <p:spPr bwMode="auto">
            <a:xfrm>
              <a:off x="7071850"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未参加</a:t>
              </a:r>
              <a:endParaRPr lang="en-US" altLang="zh-CN" sz="1200" dirty="0">
                <a:latin typeface="微软雅黑 Light" panose="020B0502040204020203" pitchFamily="34" charset="-122"/>
                <a:ea typeface="微软雅黑 Light" panose="020B0502040204020203" pitchFamily="34" charset="-122"/>
              </a:endParaRPr>
            </a:p>
            <a:p>
              <a:pPr algn="ctr" eaLnBrk="1" hangingPunct="1"/>
              <a:r>
                <a:rPr lang="zh-CN" altLang="en-US" sz="1200" dirty="0">
                  <a:latin typeface="微软雅黑 Light" panose="020B0502040204020203" pitchFamily="34" charset="-122"/>
                  <a:ea typeface="微软雅黑 Light" panose="020B0502040204020203" pitchFamily="34" charset="-122"/>
                </a:rPr>
                <a:t>多播组</a:t>
              </a:r>
              <a:endParaRPr lang="en-US" altLang="zh-CN" sz="1200" dirty="0">
                <a:latin typeface="微软雅黑 Light" panose="020B0502040204020203" pitchFamily="34" charset="-122"/>
                <a:ea typeface="微软雅黑 Light" panose="020B0502040204020203" pitchFamily="34" charset="-122"/>
              </a:endParaRPr>
            </a:p>
          </p:txBody>
        </p:sp>
        <p:sp>
          <p:nvSpPr>
            <p:cNvPr id="150" name="Text Box 7"/>
            <p:cNvSpPr txBox="1">
              <a:spLocks noChangeArrowheads="1"/>
            </p:cNvSpPr>
            <p:nvPr/>
          </p:nvSpPr>
          <p:spPr bwMode="auto">
            <a:xfrm>
              <a:off x="7071849" y="3157682"/>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589919" y="3110129"/>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00171" y="3108262"/>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497352" y="2164101"/>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279366" y="2518628"/>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279366" y="3143716"/>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746697" y="3194095"/>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12186" y="3194095"/>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3953604" y="3194095"/>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19093" y="3194095"/>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4965807" y="3194095"/>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041848" y="3194095"/>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01634" y="2432795"/>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5192" y="294032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162"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29" y="3699763"/>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89277" y="3447862"/>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23788"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1295" y="3194095"/>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253451" y="3617663"/>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71818" y="3026161"/>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5223" y="217902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855888" y="2083866"/>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07910" y="2348829"/>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12444" y="3386192"/>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03397" y="3378823"/>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149997" y="3645651"/>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01479" y="3110129"/>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08802" y="2902542"/>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052556" y="3376956"/>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28119" y="2069526"/>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1992987" y="2647378"/>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2939711" y="2779203"/>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357472" y="2458918"/>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73167" y="306534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82371" y="3026161"/>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5476" y="2371220"/>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152681" y="2827811"/>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02756" y="2796652"/>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260029" y="2677233"/>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665960" y="2095062"/>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31449" y="2856362"/>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445963" y="2387899"/>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lumMod val="50000"/>
              <a:lumOff val="50000"/>
            </a:schemeClr>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6019</TotalTime>
  <Words>26900</Words>
  <Application>Microsoft Office PowerPoint</Application>
  <PresentationFormat>全屏显示(16:9)</PresentationFormat>
  <Paragraphs>5884</Paragraphs>
  <Slides>336</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336</vt:i4>
      </vt:variant>
    </vt:vector>
  </HeadingPairs>
  <TitlesOfParts>
    <vt:vector size="352" baseType="lpstr">
      <vt:lpstr>微软雅黑 Light</vt:lpstr>
      <vt:lpstr>微软雅黑</vt:lpstr>
      <vt:lpstr>Wingdings</vt:lpstr>
      <vt:lpstr>黑体</vt:lpstr>
      <vt:lpstr>Montserrat</vt:lpstr>
      <vt:lpstr>微软雅黑</vt:lpstr>
      <vt:lpstr>Tahoma</vt:lpstr>
      <vt:lpstr>宋体</vt:lpstr>
      <vt:lpstr>Times New Roman</vt:lpstr>
      <vt:lpstr>Symbol</vt:lpstr>
      <vt:lpstr>Courier New</vt:lpstr>
      <vt:lpstr>Arial</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401</cp:revision>
  <dcterms:modified xsi:type="dcterms:W3CDTF">2025-11-06T13:15:32Z</dcterms:modified>
</cp:coreProperties>
</file>
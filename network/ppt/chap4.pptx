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50"/>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877" r:id="rId219"/>
    <p:sldId id="464" r:id="rId220"/>
    <p:sldId id="879" r:id="rId221"/>
    <p:sldId id="759" r:id="rId222"/>
    <p:sldId id="760" r:id="rId223"/>
    <p:sldId id="761" r:id="rId224"/>
    <p:sldId id="762" r:id="rId225"/>
    <p:sldId id="764" r:id="rId226"/>
    <p:sldId id="763" r:id="rId227"/>
    <p:sldId id="766" r:id="rId228"/>
    <p:sldId id="880" r:id="rId229"/>
    <p:sldId id="765" r:id="rId230"/>
    <p:sldId id="769" r:id="rId231"/>
    <p:sldId id="770" r:id="rId232"/>
    <p:sldId id="771" r:id="rId233"/>
    <p:sldId id="467" r:id="rId234"/>
    <p:sldId id="469" r:id="rId235"/>
    <p:sldId id="773" r:id="rId236"/>
    <p:sldId id="774" r:id="rId237"/>
    <p:sldId id="859" r:id="rId238"/>
    <p:sldId id="776" r:id="rId239"/>
    <p:sldId id="777" r:id="rId240"/>
    <p:sldId id="858" r:id="rId241"/>
    <p:sldId id="778" r:id="rId242"/>
    <p:sldId id="860" r:id="rId243"/>
    <p:sldId id="474" r:id="rId244"/>
    <p:sldId id="475" r:id="rId245"/>
    <p:sldId id="476" r:id="rId246"/>
    <p:sldId id="781" r:id="rId247"/>
    <p:sldId id="782" r:id="rId248"/>
    <p:sldId id="483" r:id="rId249"/>
    <p:sldId id="485" r:id="rId250"/>
    <p:sldId id="487" r:id="rId251"/>
    <p:sldId id="488" r:id="rId252"/>
    <p:sldId id="784" r:id="rId253"/>
    <p:sldId id="785" r:id="rId254"/>
    <p:sldId id="864" r:id="rId255"/>
    <p:sldId id="527" r:id="rId256"/>
    <p:sldId id="528" r:id="rId257"/>
    <p:sldId id="529" r:id="rId258"/>
    <p:sldId id="530" r:id="rId259"/>
    <p:sldId id="531" r:id="rId260"/>
    <p:sldId id="532" r:id="rId261"/>
    <p:sldId id="533" r:id="rId262"/>
    <p:sldId id="534" r:id="rId263"/>
    <p:sldId id="786" r:id="rId264"/>
    <p:sldId id="537" r:id="rId265"/>
    <p:sldId id="539" r:id="rId266"/>
    <p:sldId id="540" r:id="rId267"/>
    <p:sldId id="541" r:id="rId268"/>
    <p:sldId id="542" r:id="rId269"/>
    <p:sldId id="789" r:id="rId270"/>
    <p:sldId id="790" r:id="rId271"/>
    <p:sldId id="791" r:id="rId272"/>
    <p:sldId id="792" r:id="rId273"/>
    <p:sldId id="545" r:id="rId274"/>
    <p:sldId id="794" r:id="rId275"/>
    <p:sldId id="548" r:id="rId276"/>
    <p:sldId id="549" r:id="rId277"/>
    <p:sldId id="550" r:id="rId278"/>
    <p:sldId id="797" r:id="rId279"/>
    <p:sldId id="796" r:id="rId280"/>
    <p:sldId id="552" r:id="rId281"/>
    <p:sldId id="553" r:id="rId282"/>
    <p:sldId id="554" r:id="rId283"/>
    <p:sldId id="800" r:id="rId284"/>
    <p:sldId id="555" r:id="rId285"/>
    <p:sldId id="865" r:id="rId286"/>
    <p:sldId id="557" r:id="rId287"/>
    <p:sldId id="558" r:id="rId288"/>
    <p:sldId id="560" r:id="rId289"/>
    <p:sldId id="561" r:id="rId290"/>
    <p:sldId id="562" r:id="rId291"/>
    <p:sldId id="563" r:id="rId292"/>
    <p:sldId id="564" r:id="rId293"/>
    <p:sldId id="565" r:id="rId294"/>
    <p:sldId id="566" r:id="rId295"/>
    <p:sldId id="868" r:id="rId296"/>
    <p:sldId id="568" r:id="rId297"/>
    <p:sldId id="569" r:id="rId298"/>
    <p:sldId id="570" r:id="rId299"/>
    <p:sldId id="878" r:id="rId300"/>
    <p:sldId id="572" r:id="rId301"/>
    <p:sldId id="573" r:id="rId302"/>
    <p:sldId id="574" r:id="rId303"/>
    <p:sldId id="575" r:id="rId304"/>
    <p:sldId id="866" r:id="rId305"/>
    <p:sldId id="578" r:id="rId306"/>
    <p:sldId id="579" r:id="rId307"/>
    <p:sldId id="581" r:id="rId308"/>
    <p:sldId id="582" r:id="rId309"/>
    <p:sldId id="584" r:id="rId310"/>
    <p:sldId id="583" r:id="rId311"/>
    <p:sldId id="585" r:id="rId312"/>
    <p:sldId id="805" r:id="rId313"/>
    <p:sldId id="806" r:id="rId314"/>
    <p:sldId id="588" r:id="rId315"/>
    <p:sldId id="808" r:id="rId316"/>
    <p:sldId id="809" r:id="rId317"/>
    <p:sldId id="590" r:id="rId318"/>
    <p:sldId id="592" r:id="rId319"/>
    <p:sldId id="593" r:id="rId320"/>
    <p:sldId id="810" r:id="rId321"/>
    <p:sldId id="811" r:id="rId322"/>
    <p:sldId id="812" r:id="rId323"/>
    <p:sldId id="813" r:id="rId324"/>
    <p:sldId id="814" r:id="rId325"/>
    <p:sldId id="815" r:id="rId326"/>
    <p:sldId id="816" r:id="rId327"/>
    <p:sldId id="867" r:id="rId328"/>
    <p:sldId id="817" r:id="rId329"/>
    <p:sldId id="821" r:id="rId330"/>
    <p:sldId id="820" r:id="rId331"/>
    <p:sldId id="822" r:id="rId332"/>
    <p:sldId id="823" r:id="rId333"/>
    <p:sldId id="824" r:id="rId334"/>
    <p:sldId id="826" r:id="rId335"/>
    <p:sldId id="827" r:id="rId336"/>
    <p:sldId id="828" r:id="rId337"/>
    <p:sldId id="825" r:id="rId338"/>
    <p:sldId id="829" r:id="rId339"/>
    <p:sldId id="870" r:id="rId340"/>
    <p:sldId id="830" r:id="rId341"/>
    <p:sldId id="871" r:id="rId342"/>
    <p:sldId id="831" r:id="rId343"/>
    <p:sldId id="835" r:id="rId344"/>
    <p:sldId id="833" r:id="rId345"/>
    <p:sldId id="836" r:id="rId346"/>
    <p:sldId id="834" r:id="rId347"/>
    <p:sldId id="838" r:id="rId348"/>
    <p:sldId id="839" r:id="rId349"/>
  </p:sldIdLst>
  <p:sldSz cx="9144000" cy="5143500" type="screen16x9"/>
  <p:notesSz cx="6858000" cy="9144000"/>
  <p:embeddedFontLst>
    <p:embeddedFont>
      <p:font typeface="Montserrat" panose="00000500000000000000" pitchFamily="2" charset="0"/>
      <p:regular r:id="rId351"/>
    </p:embeddedFont>
    <p:embeddedFont>
      <p:font typeface="Tahoma" panose="020B0604030504040204" pitchFamily="34" charset="0"/>
      <p:regular r:id="rId352"/>
      <p:bold r:id="rId353"/>
    </p:embeddedFont>
    <p:embeddedFont>
      <p:font typeface="黑体" panose="02010609060101010101" pitchFamily="49" charset="-122"/>
      <p:regular r:id="rId354"/>
    </p:embeddedFont>
    <p:embeddedFont>
      <p:font typeface="微软雅黑" panose="020B0503020204020204" pitchFamily="34" charset="-122"/>
      <p:regular r:id="rId355"/>
      <p:bold r:id="rId356"/>
    </p:embeddedFont>
    <p:embeddedFont>
      <p:font typeface="微软雅黑" panose="020B0503020204020204" pitchFamily="34" charset="-122"/>
      <p:regular r:id="rId355"/>
      <p:bold r:id="rId356"/>
    </p:embeddedFont>
    <p:embeddedFont>
      <p:font typeface="微软雅黑 Light" panose="020B0502040204020203" pitchFamily="34" charset="-122"/>
      <p:regular r:id="rId35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086"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font" Target="fonts/font7.fntdata"/><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viewProps" Target="viewProps.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theme" Target="theme/theme1.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notesMaster" Target="notesMasters/notesMaster1.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361" Type="http://schemas.openxmlformats.org/officeDocument/2006/relationships/tableStyles" Target="tableStyles.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1.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2.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3.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font" Target="fonts/font4.fntdata"/><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font" Target="fonts/font5.fntdata"/><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font" Target="fonts/font6.fntdata"/><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presProps" Target="presProps.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s>
</file>

<file path=ppt/diagrams/_rels/data12.xml.rels><?xml version="1.0" encoding="UTF-8" standalone="yes"?>
<Relationships xmlns="http://schemas.openxmlformats.org/package/2006/relationships"><Relationship Id="rId1" Type="http://schemas.openxmlformats.org/officeDocument/2006/relationships/image" Target="../media/image6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2025/11/20</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294</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7CEC1-BC0C-B826-74FC-E0B53FDA7D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836FB1-2FB7-4D0B-B32E-C2B8EE3DC5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4B1E97-91C9-0E1F-504A-60A4F561F07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275986-9ACA-291A-3A6F-7AD76CF971BA}"/>
              </a:ext>
            </a:extLst>
          </p:cNvPr>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38284536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326</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345</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346</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347</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348</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5.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image" Target="../media/image36.png"/><Relationship Id="rId1" Type="http://schemas.openxmlformats.org/officeDocument/2006/relationships/slideLayout" Target="../slideLayouts/slideLayout5.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8.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5.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4.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45.svg"/><Relationship Id="rId4" Type="http://schemas.openxmlformats.org/officeDocument/2006/relationships/image" Target="../media/image44.png"/></Relationships>
</file>

<file path=ppt/slides/_rels/slide26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2.wmf"/><Relationship Id="rId7" Type="http://schemas.openxmlformats.org/officeDocument/2006/relationships/image" Target="../media/image49.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 Id="rId9" Type="http://schemas.openxmlformats.org/officeDocument/2006/relationships/image" Target="../media/image51.sv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1.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2.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55.wmf"/></Relationships>
</file>

<file path=ppt/slides/_rels/slide29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7.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55.wmf"/></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29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Layout" Target="../slideLayouts/slideLayout1.xml"/></Relationships>
</file>

<file path=ppt/slides/_rels/slide305.x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9.wmf"/></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6.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32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3.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62.wmf"/></Relationships>
</file>

<file path=ppt/slides/_rels/slide3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4.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5.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4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任意多边形: 形状 49">
            <a:extLst>
              <a:ext uri="{FF2B5EF4-FFF2-40B4-BE49-F238E27FC236}">
                <a16:creationId xmlns:a16="http://schemas.microsoft.com/office/drawing/2014/main" id="{9EBA20C7-E0DC-0BDC-CCDA-1BED2F2B6178}"/>
              </a:ext>
            </a:extLst>
          </p:cNvPr>
          <p:cNvSpPr>
            <a:spLocks noChangeArrowheads="1"/>
          </p:cNvSpPr>
          <p:nvPr/>
        </p:nvSpPr>
        <p:spPr bwMode="auto">
          <a:xfrm>
            <a:off x="4572000" y="2833465"/>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49" name="任意多边形: 形状 48">
            <a:extLst>
              <a:ext uri="{FF2B5EF4-FFF2-40B4-BE49-F238E27FC236}">
                <a16:creationId xmlns:a16="http://schemas.microsoft.com/office/drawing/2014/main" id="{05D46528-41F4-4114-4F8A-D210A3B420A9}"/>
              </a:ext>
            </a:extLst>
          </p:cNvPr>
          <p:cNvSpPr>
            <a:spLocks noChangeArrowheads="1"/>
          </p:cNvSpPr>
          <p:nvPr/>
        </p:nvSpPr>
        <p:spPr bwMode="auto">
          <a:xfrm>
            <a:off x="3347735" y="863232"/>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25" name="任意多边形: 形状 24">
            <a:extLst>
              <a:ext uri="{FF2B5EF4-FFF2-40B4-BE49-F238E27FC236}">
                <a16:creationId xmlns:a16="http://schemas.microsoft.com/office/drawing/2014/main" id="{B3044251-D3A0-78C8-DB81-8A0D9125A7EB}"/>
              </a:ext>
            </a:extLst>
          </p:cNvPr>
          <p:cNvSpPr>
            <a:spLocks noChangeArrowheads="1"/>
          </p:cNvSpPr>
          <p:nvPr/>
        </p:nvSpPr>
        <p:spPr bwMode="auto">
          <a:xfrm>
            <a:off x="1502054" y="2441148"/>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pic>
        <p:nvPicPr>
          <p:cNvPr id="38" name="Picture 52">
            <a:extLst>
              <a:ext uri="{FF2B5EF4-FFF2-40B4-BE49-F238E27FC236}">
                <a16:creationId xmlns:a16="http://schemas.microsoft.com/office/drawing/2014/main" id="{4968B9E9-C5C0-727C-8BC5-7450D6BFAAE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1294" y="2806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AAED645-3511-8B8A-76AA-56F7F3318C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6264" y="313141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Text Box 173">
            <a:extLst>
              <a:ext uri="{FF2B5EF4-FFF2-40B4-BE49-F238E27FC236}">
                <a16:creationId xmlns:a16="http://schemas.microsoft.com/office/drawing/2014/main" id="{D300FE31-E9AA-C74C-3A41-D6ECA11D88D8}"/>
              </a:ext>
            </a:extLst>
          </p:cNvPr>
          <p:cNvSpPr txBox="1">
            <a:spLocks noChangeArrowheads="1"/>
          </p:cNvSpPr>
          <p:nvPr/>
        </p:nvSpPr>
        <p:spPr bwMode="auto">
          <a:xfrm rot="18559332">
            <a:off x="3013162" y="212968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44" name="直接箭头连接符 43">
            <a:extLst>
              <a:ext uri="{FF2B5EF4-FFF2-40B4-BE49-F238E27FC236}">
                <a16:creationId xmlns:a16="http://schemas.microsoft.com/office/drawing/2014/main" id="{053D04F7-F9E2-9FE0-5001-47AC8A48544B}"/>
              </a:ext>
            </a:extLst>
          </p:cNvPr>
          <p:cNvCxnSpPr>
            <a:cxnSpLocks/>
            <a:stCxn id="53" idx="2"/>
            <a:endCxn id="38" idx="0"/>
          </p:cNvCxnSpPr>
          <p:nvPr/>
        </p:nvCxnSpPr>
        <p:spPr>
          <a:xfrm flipH="1">
            <a:off x="3071294" y="1705287"/>
            <a:ext cx="880547" cy="1100774"/>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494205ED-B672-90AF-005C-050D466911E9}"/>
              </a:ext>
            </a:extLst>
          </p:cNvPr>
          <p:cNvCxnSpPr>
            <a:cxnSpLocks/>
            <a:stCxn id="52" idx="2"/>
            <a:endCxn id="54" idx="0"/>
          </p:cNvCxnSpPr>
          <p:nvPr/>
        </p:nvCxnSpPr>
        <p:spPr>
          <a:xfrm>
            <a:off x="4945373" y="1886039"/>
            <a:ext cx="708643" cy="1197021"/>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 Box 173">
            <a:extLst>
              <a:ext uri="{FF2B5EF4-FFF2-40B4-BE49-F238E27FC236}">
                <a16:creationId xmlns:a16="http://schemas.microsoft.com/office/drawing/2014/main" id="{8896AE24-37B8-6A14-92C1-12FA24FDE6A9}"/>
              </a:ext>
            </a:extLst>
          </p:cNvPr>
          <p:cNvSpPr txBox="1">
            <a:spLocks noChangeArrowheads="1"/>
          </p:cNvSpPr>
          <p:nvPr/>
        </p:nvSpPr>
        <p:spPr bwMode="auto">
          <a:xfrm rot="20185036">
            <a:off x="2152208" y="3110064"/>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000">
                <a:latin typeface="Montserrat" panose="00000500000000000000" pitchFamily="2" charset="0"/>
                <a:ea typeface="微软雅黑" panose="020B0503020204020204" pitchFamily="34" charset="-122"/>
                <a:cs typeface="Courier New" panose="02070309020205020404" pitchFamily="49" charset="0"/>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iBGP</a:t>
            </a:r>
          </a:p>
        </p:txBody>
      </p:sp>
      <p:cxnSp>
        <p:nvCxnSpPr>
          <p:cNvPr id="48" name="直接箭头连接符 47">
            <a:extLst>
              <a:ext uri="{FF2B5EF4-FFF2-40B4-BE49-F238E27FC236}">
                <a16:creationId xmlns:a16="http://schemas.microsoft.com/office/drawing/2014/main" id="{A6370146-3DA2-18FB-157D-C74DFC42C603}"/>
              </a:ext>
            </a:extLst>
          </p:cNvPr>
          <p:cNvCxnSpPr>
            <a:cxnSpLocks/>
            <a:stCxn id="55" idx="1"/>
            <a:endCxn id="38" idx="3"/>
          </p:cNvCxnSpPr>
          <p:nvPr/>
        </p:nvCxnSpPr>
        <p:spPr>
          <a:xfrm flipH="1" flipV="1">
            <a:off x="3251294" y="2914061"/>
            <a:ext cx="1472136" cy="697712"/>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51" name="Picture 52">
            <a:extLst>
              <a:ext uri="{FF2B5EF4-FFF2-40B4-BE49-F238E27FC236}">
                <a16:creationId xmlns:a16="http://schemas.microsoft.com/office/drawing/2014/main" id="{9E194938-09D2-E301-9088-DA7E9E474C8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8150" y="106578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2" name="Picture 52">
            <a:extLst>
              <a:ext uri="{FF2B5EF4-FFF2-40B4-BE49-F238E27FC236}">
                <a16:creationId xmlns:a16="http://schemas.microsoft.com/office/drawing/2014/main" id="{653DFF3D-F4F3-EF14-FE80-AAEF7F8E0F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5373" y="167003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4B6E582F-8540-E833-6141-7D0C4851863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1841" y="148928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4" name="Picture 52">
            <a:extLst>
              <a:ext uri="{FF2B5EF4-FFF2-40B4-BE49-F238E27FC236}">
                <a16:creationId xmlns:a16="http://schemas.microsoft.com/office/drawing/2014/main" id="{291D01FD-7DDF-CC7F-642B-F98E12A0CE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016" y="3083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a:extLst>
              <a:ext uri="{FF2B5EF4-FFF2-40B4-BE49-F238E27FC236}">
                <a16:creationId xmlns:a16="http://schemas.microsoft.com/office/drawing/2014/main" id="{B23F19B5-FBD8-B2DA-2BC8-3AE8550F0F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23430" y="35037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a:extLst>
              <a:ext uri="{FF2B5EF4-FFF2-40B4-BE49-F238E27FC236}">
                <a16:creationId xmlns:a16="http://schemas.microsoft.com/office/drawing/2014/main" id="{C2F07088-4A39-7C6E-9751-5D6CB111EC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3922" y="37302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a:extLst>
              <a:ext uri="{FF2B5EF4-FFF2-40B4-BE49-F238E27FC236}">
                <a16:creationId xmlns:a16="http://schemas.microsoft.com/office/drawing/2014/main" id="{3B8C52EB-0250-C6AF-E031-A13F05124D2C}"/>
              </a:ext>
            </a:extLst>
          </p:cNvPr>
          <p:cNvSpPr txBox="1">
            <a:spLocks noChangeArrowheads="1"/>
          </p:cNvSpPr>
          <p:nvPr/>
        </p:nvSpPr>
        <p:spPr bwMode="auto">
          <a:xfrm>
            <a:off x="4145564" y="1991188"/>
            <a:ext cx="4732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AS2</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3A9EB75D-903C-CB33-DB07-54AC0E40BB82}"/>
              </a:ext>
            </a:extLst>
          </p:cNvPr>
          <p:cNvSpPr txBox="1">
            <a:spLocks noChangeArrowheads="1"/>
          </p:cNvSpPr>
          <p:nvPr/>
        </p:nvSpPr>
        <p:spPr bwMode="auto">
          <a:xfrm>
            <a:off x="5393204" y="3410155"/>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AS3</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60" name="直接连接符 59">
            <a:extLst>
              <a:ext uri="{FF2B5EF4-FFF2-40B4-BE49-F238E27FC236}">
                <a16:creationId xmlns:a16="http://schemas.microsoft.com/office/drawing/2014/main" id="{B466AAE2-8EC7-9603-4283-80EA351E3687}"/>
              </a:ext>
            </a:extLst>
          </p:cNvPr>
          <p:cNvCxnSpPr>
            <a:stCxn id="53" idx="0"/>
            <a:endCxn id="51" idx="1"/>
          </p:cNvCxnSpPr>
          <p:nvPr/>
        </p:nvCxnSpPr>
        <p:spPr>
          <a:xfrm flipV="1">
            <a:off x="3951841" y="1173785"/>
            <a:ext cx="336309" cy="31550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8F82B34-EF00-BED4-A817-2CF5F9C11D7F}"/>
              </a:ext>
            </a:extLst>
          </p:cNvPr>
          <p:cNvCxnSpPr>
            <a:cxnSpLocks/>
            <a:stCxn id="52" idx="0"/>
            <a:endCxn id="51" idx="2"/>
          </p:cNvCxnSpPr>
          <p:nvPr/>
        </p:nvCxnSpPr>
        <p:spPr>
          <a:xfrm flipH="1" flipV="1">
            <a:off x="4468150" y="1281785"/>
            <a:ext cx="477223" cy="38825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E2C03ED-DCE5-F443-5878-8BE23745180E}"/>
              </a:ext>
            </a:extLst>
          </p:cNvPr>
          <p:cNvCxnSpPr>
            <a:stCxn id="53" idx="3"/>
            <a:endCxn id="52" idx="1"/>
          </p:cNvCxnSpPr>
          <p:nvPr/>
        </p:nvCxnSpPr>
        <p:spPr>
          <a:xfrm>
            <a:off x="4131841" y="1597287"/>
            <a:ext cx="633532" cy="18075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 Box 173">
            <a:extLst>
              <a:ext uri="{FF2B5EF4-FFF2-40B4-BE49-F238E27FC236}">
                <a16:creationId xmlns:a16="http://schemas.microsoft.com/office/drawing/2014/main" id="{ECC96BC9-168C-155A-C440-4E079AFE683E}"/>
              </a:ext>
            </a:extLst>
          </p:cNvPr>
          <p:cNvSpPr txBox="1">
            <a:spLocks noChangeArrowheads="1"/>
          </p:cNvSpPr>
          <p:nvPr/>
        </p:nvSpPr>
        <p:spPr bwMode="auto">
          <a:xfrm rot="18989096">
            <a:off x="3739952" y="11559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67" name="Text Box 173">
            <a:extLst>
              <a:ext uri="{FF2B5EF4-FFF2-40B4-BE49-F238E27FC236}">
                <a16:creationId xmlns:a16="http://schemas.microsoft.com/office/drawing/2014/main" id="{993EEF88-02BF-DECC-27A3-E3B4A67C9F52}"/>
              </a:ext>
            </a:extLst>
          </p:cNvPr>
          <p:cNvSpPr txBox="1">
            <a:spLocks noChangeArrowheads="1"/>
          </p:cNvSpPr>
          <p:nvPr/>
        </p:nvSpPr>
        <p:spPr bwMode="auto">
          <a:xfrm rot="2413121">
            <a:off x="4624463" y="1284378"/>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68" name="Text Box 173">
            <a:extLst>
              <a:ext uri="{FF2B5EF4-FFF2-40B4-BE49-F238E27FC236}">
                <a16:creationId xmlns:a16="http://schemas.microsoft.com/office/drawing/2014/main" id="{501BEF62-BDCB-28B6-E78A-8AF0501CF188}"/>
              </a:ext>
            </a:extLst>
          </p:cNvPr>
          <p:cNvSpPr txBox="1">
            <a:spLocks noChangeArrowheads="1"/>
          </p:cNvSpPr>
          <p:nvPr/>
        </p:nvSpPr>
        <p:spPr bwMode="auto">
          <a:xfrm rot="1194818">
            <a:off x="4078503" y="1652409"/>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70" name="直接连接符 69">
            <a:extLst>
              <a:ext uri="{FF2B5EF4-FFF2-40B4-BE49-F238E27FC236}">
                <a16:creationId xmlns:a16="http://schemas.microsoft.com/office/drawing/2014/main" id="{FCAF6F37-315F-B1C0-041E-43985903B4EB}"/>
              </a:ext>
            </a:extLst>
          </p:cNvPr>
          <p:cNvCxnSpPr>
            <a:stCxn id="54" idx="1"/>
            <a:endCxn id="55" idx="0"/>
          </p:cNvCxnSpPr>
          <p:nvPr/>
        </p:nvCxnSpPr>
        <p:spPr>
          <a:xfrm flipH="1">
            <a:off x="4903430" y="3191060"/>
            <a:ext cx="570586" cy="31271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C75CB168-D4B8-3C7C-FD5D-2DFE98F579AA}"/>
              </a:ext>
            </a:extLst>
          </p:cNvPr>
          <p:cNvCxnSpPr>
            <a:stCxn id="56" idx="1"/>
            <a:endCxn id="55" idx="3"/>
          </p:cNvCxnSpPr>
          <p:nvPr/>
        </p:nvCxnSpPr>
        <p:spPr>
          <a:xfrm flipH="1" flipV="1">
            <a:off x="5083430" y="3611773"/>
            <a:ext cx="820492" cy="2264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2045E390-DA4B-4284-2781-4455DF4125C1}"/>
              </a:ext>
            </a:extLst>
          </p:cNvPr>
          <p:cNvCxnSpPr>
            <a:stCxn id="54" idx="3"/>
            <a:endCxn id="56" idx="0"/>
          </p:cNvCxnSpPr>
          <p:nvPr/>
        </p:nvCxnSpPr>
        <p:spPr>
          <a:xfrm>
            <a:off x="5834016" y="3191060"/>
            <a:ext cx="249906" cy="53914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75" name="Text Box 173">
            <a:extLst>
              <a:ext uri="{FF2B5EF4-FFF2-40B4-BE49-F238E27FC236}">
                <a16:creationId xmlns:a16="http://schemas.microsoft.com/office/drawing/2014/main" id="{D14C9A24-E1FF-CEC4-6566-A46E06BBEA58}"/>
              </a:ext>
            </a:extLst>
          </p:cNvPr>
          <p:cNvSpPr txBox="1">
            <a:spLocks noChangeArrowheads="1"/>
          </p:cNvSpPr>
          <p:nvPr/>
        </p:nvSpPr>
        <p:spPr bwMode="auto">
          <a:xfrm rot="19801580">
            <a:off x="4918705" y="315459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6" name="Text Box 173">
            <a:extLst>
              <a:ext uri="{FF2B5EF4-FFF2-40B4-BE49-F238E27FC236}">
                <a16:creationId xmlns:a16="http://schemas.microsoft.com/office/drawing/2014/main" id="{E71C3B0E-6598-1F69-305C-748867D6ED7B}"/>
              </a:ext>
            </a:extLst>
          </p:cNvPr>
          <p:cNvSpPr txBox="1">
            <a:spLocks noChangeArrowheads="1"/>
          </p:cNvSpPr>
          <p:nvPr/>
        </p:nvSpPr>
        <p:spPr bwMode="auto">
          <a:xfrm rot="3776635">
            <a:off x="5907447" y="3337520"/>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7" name="Text Box 173">
            <a:extLst>
              <a:ext uri="{FF2B5EF4-FFF2-40B4-BE49-F238E27FC236}">
                <a16:creationId xmlns:a16="http://schemas.microsoft.com/office/drawing/2014/main" id="{F1E8FA4F-AC35-94E1-A613-2E7E7E3A9B1E}"/>
              </a:ext>
            </a:extLst>
          </p:cNvPr>
          <p:cNvSpPr txBox="1">
            <a:spLocks noChangeArrowheads="1"/>
          </p:cNvSpPr>
          <p:nvPr/>
        </p:nvSpPr>
        <p:spPr bwMode="auto">
          <a:xfrm rot="735613">
            <a:off x="5348610" y="37812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8" name="Text Box 173">
            <a:extLst>
              <a:ext uri="{FF2B5EF4-FFF2-40B4-BE49-F238E27FC236}">
                <a16:creationId xmlns:a16="http://schemas.microsoft.com/office/drawing/2014/main" id="{6D028EA6-F5FE-9634-9B13-84C5FE367B4F}"/>
              </a:ext>
            </a:extLst>
          </p:cNvPr>
          <p:cNvSpPr txBox="1">
            <a:spLocks noChangeArrowheads="1"/>
          </p:cNvSpPr>
          <p:nvPr/>
        </p:nvSpPr>
        <p:spPr bwMode="auto">
          <a:xfrm>
            <a:off x="2099003" y="2650166"/>
            <a:ext cx="4411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AS1</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80" name="直接连接符 79">
            <a:extLst>
              <a:ext uri="{FF2B5EF4-FFF2-40B4-BE49-F238E27FC236}">
                <a16:creationId xmlns:a16="http://schemas.microsoft.com/office/drawing/2014/main" id="{9158FED1-B6C3-0465-BDA1-109B7145691A}"/>
              </a:ext>
            </a:extLst>
          </p:cNvPr>
          <p:cNvCxnSpPr>
            <a:cxnSpLocks/>
            <a:stCxn id="40" idx="3"/>
            <a:endCxn id="38" idx="1"/>
          </p:cNvCxnSpPr>
          <p:nvPr/>
        </p:nvCxnSpPr>
        <p:spPr>
          <a:xfrm flipV="1">
            <a:off x="2086264" y="2914061"/>
            <a:ext cx="805030" cy="3253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 Box 173">
            <a:extLst>
              <a:ext uri="{FF2B5EF4-FFF2-40B4-BE49-F238E27FC236}">
                <a16:creationId xmlns:a16="http://schemas.microsoft.com/office/drawing/2014/main" id="{D504C42E-F026-E0E2-4B5E-AB8571E76FB4}"/>
              </a:ext>
            </a:extLst>
          </p:cNvPr>
          <p:cNvSpPr txBox="1">
            <a:spLocks noChangeArrowheads="1"/>
          </p:cNvSpPr>
          <p:nvPr/>
        </p:nvSpPr>
        <p:spPr bwMode="auto">
          <a:xfrm rot="1568321">
            <a:off x="3771815" y="299757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Text Box 173">
            <a:extLst>
              <a:ext uri="{FF2B5EF4-FFF2-40B4-BE49-F238E27FC236}">
                <a16:creationId xmlns:a16="http://schemas.microsoft.com/office/drawing/2014/main" id="{0C2DD281-0724-1D14-CF04-A7CB3451B984}"/>
              </a:ext>
            </a:extLst>
          </p:cNvPr>
          <p:cNvSpPr txBox="1">
            <a:spLocks noChangeArrowheads="1"/>
          </p:cNvSpPr>
          <p:nvPr/>
        </p:nvSpPr>
        <p:spPr bwMode="auto">
          <a:xfrm rot="3428695">
            <a:off x="4819400" y="2429605"/>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42349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155">
            <a:extLst>
              <a:ext uri="{FF2B5EF4-FFF2-40B4-BE49-F238E27FC236}">
                <a16:creationId xmlns:a16="http://schemas.microsoft.com/office/drawing/2014/main" id="{3EC9AA71-5FF0-003A-3F6A-3A2314B341CF}"/>
              </a:ext>
            </a:extLst>
          </p:cNvPr>
          <p:cNvSpPr>
            <a:spLocks noChangeShapeType="1"/>
          </p:cNvSpPr>
          <p:nvPr/>
        </p:nvSpPr>
        <p:spPr bwMode="auto">
          <a:xfrm>
            <a:off x="3705815" y="3163704"/>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 name="Group 206">
            <a:extLst>
              <a:ext uri="{FF2B5EF4-FFF2-40B4-BE49-F238E27FC236}">
                <a16:creationId xmlns:a16="http://schemas.microsoft.com/office/drawing/2014/main" id="{F0E484A7-2135-250F-F043-B9EC312E1048}"/>
              </a:ext>
            </a:extLst>
          </p:cNvPr>
          <p:cNvGrpSpPr>
            <a:grpSpLocks/>
          </p:cNvGrpSpPr>
          <p:nvPr/>
        </p:nvGrpSpPr>
        <p:grpSpPr bwMode="auto">
          <a:xfrm>
            <a:off x="5243380" y="2770359"/>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6" name="Oval 207">
              <a:extLst>
                <a:ext uri="{FF2B5EF4-FFF2-40B4-BE49-F238E27FC236}">
                  <a16:creationId xmlns:a16="http://schemas.microsoft.com/office/drawing/2014/main" id="{1331ED16-A164-A1F7-1562-A2AC691821A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 name="Oval 208">
              <a:extLst>
                <a:ext uri="{FF2B5EF4-FFF2-40B4-BE49-F238E27FC236}">
                  <a16:creationId xmlns:a16="http://schemas.microsoft.com/office/drawing/2014/main" id="{B85F8DC5-6FF7-2FD8-CA66-4D5667917D22}"/>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8" name="Oval 209">
              <a:extLst>
                <a:ext uri="{FF2B5EF4-FFF2-40B4-BE49-F238E27FC236}">
                  <a16:creationId xmlns:a16="http://schemas.microsoft.com/office/drawing/2014/main" id="{272645F6-F659-A5A9-BE2A-B690E48798F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9" name="Oval 210">
              <a:extLst>
                <a:ext uri="{FF2B5EF4-FFF2-40B4-BE49-F238E27FC236}">
                  <a16:creationId xmlns:a16="http://schemas.microsoft.com/office/drawing/2014/main" id="{536466C1-60D9-97B7-F40D-7E50C1997C44}"/>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0" name="Oval 211">
              <a:extLst>
                <a:ext uri="{FF2B5EF4-FFF2-40B4-BE49-F238E27FC236}">
                  <a16:creationId xmlns:a16="http://schemas.microsoft.com/office/drawing/2014/main" id="{1A0C184D-97B0-5677-9350-0CC721AEAEF3}"/>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1" name="Oval 212">
              <a:extLst>
                <a:ext uri="{FF2B5EF4-FFF2-40B4-BE49-F238E27FC236}">
                  <a16:creationId xmlns:a16="http://schemas.microsoft.com/office/drawing/2014/main" id="{7A15CB1E-CA59-58E6-E849-2DE3EF447992}"/>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2" name="Oval 213">
              <a:extLst>
                <a:ext uri="{FF2B5EF4-FFF2-40B4-BE49-F238E27FC236}">
                  <a16:creationId xmlns:a16="http://schemas.microsoft.com/office/drawing/2014/main" id="{FDD397DE-E835-B2FE-AFB4-1CD228469C0D}"/>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3" name="Oval 214">
              <a:extLst>
                <a:ext uri="{FF2B5EF4-FFF2-40B4-BE49-F238E27FC236}">
                  <a16:creationId xmlns:a16="http://schemas.microsoft.com/office/drawing/2014/main" id="{8C9417BE-1B8E-1210-1055-7F21EAF02DC6}"/>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4" name="Oval 215">
              <a:extLst>
                <a:ext uri="{FF2B5EF4-FFF2-40B4-BE49-F238E27FC236}">
                  <a16:creationId xmlns:a16="http://schemas.microsoft.com/office/drawing/2014/main" id="{C5941892-ADE1-FB6B-8D6B-58D6023FD9E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15" name="Group 216">
              <a:extLst>
                <a:ext uri="{FF2B5EF4-FFF2-40B4-BE49-F238E27FC236}">
                  <a16:creationId xmlns:a16="http://schemas.microsoft.com/office/drawing/2014/main" id="{35F634C8-8F78-E7C2-2AC5-5EC4800405CD}"/>
                </a:ext>
              </a:extLst>
            </p:cNvPr>
            <p:cNvGrpSpPr>
              <a:grpSpLocks/>
            </p:cNvGrpSpPr>
            <p:nvPr/>
          </p:nvGrpSpPr>
          <p:grpSpPr bwMode="auto">
            <a:xfrm>
              <a:off x="912" y="768"/>
              <a:ext cx="2386" cy="1553"/>
              <a:chOff x="912" y="768"/>
              <a:chExt cx="2386" cy="1553"/>
            </a:xfrm>
            <a:grpFill/>
          </p:grpSpPr>
          <p:sp>
            <p:nvSpPr>
              <p:cNvPr id="16" name="Oval 217">
                <a:extLst>
                  <a:ext uri="{FF2B5EF4-FFF2-40B4-BE49-F238E27FC236}">
                    <a16:creationId xmlns:a16="http://schemas.microsoft.com/office/drawing/2014/main" id="{6C4DECAD-DB37-3444-D19F-E534202AD100}"/>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7" name="Oval 218">
                <a:extLst>
                  <a:ext uri="{FF2B5EF4-FFF2-40B4-BE49-F238E27FC236}">
                    <a16:creationId xmlns:a16="http://schemas.microsoft.com/office/drawing/2014/main" id="{781F7398-D6D7-28D9-FE85-9B2F2F08147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8" name="Oval 219">
                <a:extLst>
                  <a:ext uri="{FF2B5EF4-FFF2-40B4-BE49-F238E27FC236}">
                    <a16:creationId xmlns:a16="http://schemas.microsoft.com/office/drawing/2014/main" id="{54AD4C8E-21E0-F15D-3390-E8107C565DD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9" name="Oval 220">
                <a:extLst>
                  <a:ext uri="{FF2B5EF4-FFF2-40B4-BE49-F238E27FC236}">
                    <a16:creationId xmlns:a16="http://schemas.microsoft.com/office/drawing/2014/main" id="{DAA31722-4D1B-1CA9-A704-AFDD46DA9561}"/>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0" name="Oval 221">
                <a:extLst>
                  <a:ext uri="{FF2B5EF4-FFF2-40B4-BE49-F238E27FC236}">
                    <a16:creationId xmlns:a16="http://schemas.microsoft.com/office/drawing/2014/main" id="{728C0F75-AC07-48BA-5473-3EAB3C136349}"/>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 name="Oval 222">
                <a:extLst>
                  <a:ext uri="{FF2B5EF4-FFF2-40B4-BE49-F238E27FC236}">
                    <a16:creationId xmlns:a16="http://schemas.microsoft.com/office/drawing/2014/main" id="{52D4866B-A3F2-8277-50FC-717FCB911FD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 name="Oval 223">
                <a:extLst>
                  <a:ext uri="{FF2B5EF4-FFF2-40B4-BE49-F238E27FC236}">
                    <a16:creationId xmlns:a16="http://schemas.microsoft.com/office/drawing/2014/main" id="{7E26DB11-44E1-84CE-44FD-54400E878CDD}"/>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 name="Oval 224">
                <a:extLst>
                  <a:ext uri="{FF2B5EF4-FFF2-40B4-BE49-F238E27FC236}">
                    <a16:creationId xmlns:a16="http://schemas.microsoft.com/office/drawing/2014/main" id="{C54485FF-BF0A-6CF0-7BEA-0BBC034BAC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 name="Oval 225">
                <a:extLst>
                  <a:ext uri="{FF2B5EF4-FFF2-40B4-BE49-F238E27FC236}">
                    <a16:creationId xmlns:a16="http://schemas.microsoft.com/office/drawing/2014/main" id="{EB1D5CE5-79B8-4BAE-0E73-CE2AC8DB42DD}"/>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 name="Text Box 175">
            <a:extLst>
              <a:ext uri="{FF2B5EF4-FFF2-40B4-BE49-F238E27FC236}">
                <a16:creationId xmlns:a16="http://schemas.microsoft.com/office/drawing/2014/main" id="{B6E97A49-1285-6406-9FD8-01DE4A755858}"/>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26" name="任意多边形: 形状 25">
            <a:extLst>
              <a:ext uri="{FF2B5EF4-FFF2-40B4-BE49-F238E27FC236}">
                <a16:creationId xmlns:a16="http://schemas.microsoft.com/office/drawing/2014/main" id="{6CA361E6-A480-5E10-D8E3-6E828202E983}"/>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7" name="Text Box 173">
            <a:extLst>
              <a:ext uri="{FF2B5EF4-FFF2-40B4-BE49-F238E27FC236}">
                <a16:creationId xmlns:a16="http://schemas.microsoft.com/office/drawing/2014/main" id="{DB06EEBA-5DF9-A427-C2F6-5C84EE3F36B6}"/>
              </a:ext>
            </a:extLst>
          </p:cNvPr>
          <p:cNvSpPr txBox="1">
            <a:spLocks noChangeArrowheads="1"/>
          </p:cNvSpPr>
          <p:nvPr/>
        </p:nvSpPr>
        <p:spPr bwMode="auto">
          <a:xfrm>
            <a:off x="2544671" y="4035299"/>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28" name="云形 27">
            <a:extLst>
              <a:ext uri="{FF2B5EF4-FFF2-40B4-BE49-F238E27FC236}">
                <a16:creationId xmlns:a16="http://schemas.microsoft.com/office/drawing/2014/main" id="{A74B7BE5-4BDF-7F5C-6C1A-5C8875813F2C}"/>
              </a:ext>
            </a:extLst>
          </p:cNvPr>
          <p:cNvSpPr/>
          <p:nvPr/>
        </p:nvSpPr>
        <p:spPr>
          <a:xfrm>
            <a:off x="6091271" y="3230286"/>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sp>
        <p:nvSpPr>
          <p:cNvPr id="29" name="Text Box 173">
            <a:extLst>
              <a:ext uri="{FF2B5EF4-FFF2-40B4-BE49-F238E27FC236}">
                <a16:creationId xmlns:a16="http://schemas.microsoft.com/office/drawing/2014/main" id="{B7E7B18F-872A-F8FE-DA48-DD28221C9628}"/>
              </a:ext>
            </a:extLst>
          </p:cNvPr>
          <p:cNvSpPr txBox="1">
            <a:spLocks noChangeArrowheads="1"/>
          </p:cNvSpPr>
          <p:nvPr/>
        </p:nvSpPr>
        <p:spPr bwMode="auto">
          <a:xfrm>
            <a:off x="2912101" y="4182450"/>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0" name="Text Box 173">
            <a:extLst>
              <a:ext uri="{FF2B5EF4-FFF2-40B4-BE49-F238E27FC236}">
                <a16:creationId xmlns:a16="http://schemas.microsoft.com/office/drawing/2014/main" id="{CA4A6E74-9A37-8176-BA1E-BAB38B52EE7A}"/>
              </a:ext>
            </a:extLst>
          </p:cNvPr>
          <p:cNvSpPr txBox="1">
            <a:spLocks noChangeArrowheads="1"/>
          </p:cNvSpPr>
          <p:nvPr/>
        </p:nvSpPr>
        <p:spPr bwMode="auto">
          <a:xfrm>
            <a:off x="3256504" y="2827532"/>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1" name="Text Box 173">
            <a:extLst>
              <a:ext uri="{FF2B5EF4-FFF2-40B4-BE49-F238E27FC236}">
                <a16:creationId xmlns:a16="http://schemas.microsoft.com/office/drawing/2014/main" id="{84BA8B33-059F-6B24-30A2-23780940BC5F}"/>
              </a:ext>
            </a:extLst>
          </p:cNvPr>
          <p:cNvSpPr txBox="1">
            <a:spLocks noChangeArrowheads="1"/>
          </p:cNvSpPr>
          <p:nvPr/>
        </p:nvSpPr>
        <p:spPr bwMode="auto">
          <a:xfrm>
            <a:off x="1849063" y="3600011"/>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2" name="Text Box 173">
            <a:extLst>
              <a:ext uri="{FF2B5EF4-FFF2-40B4-BE49-F238E27FC236}">
                <a16:creationId xmlns:a16="http://schemas.microsoft.com/office/drawing/2014/main" id="{E31F47ED-7E1A-8DF4-D63D-B12C99E497BF}"/>
              </a:ext>
            </a:extLst>
          </p:cNvPr>
          <p:cNvSpPr txBox="1">
            <a:spLocks noChangeArrowheads="1"/>
          </p:cNvSpPr>
          <p:nvPr/>
        </p:nvSpPr>
        <p:spPr bwMode="auto">
          <a:xfrm>
            <a:off x="2442342" y="2891596"/>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3" name="Line 154">
            <a:extLst>
              <a:ext uri="{FF2B5EF4-FFF2-40B4-BE49-F238E27FC236}">
                <a16:creationId xmlns:a16="http://schemas.microsoft.com/office/drawing/2014/main" id="{52510F3B-F7BA-20A8-7D4E-2FD9D6BBB014}"/>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4" name="Line 154">
            <a:extLst>
              <a:ext uri="{FF2B5EF4-FFF2-40B4-BE49-F238E27FC236}">
                <a16:creationId xmlns:a16="http://schemas.microsoft.com/office/drawing/2014/main" id="{F9CB1EEB-C594-C63C-8829-72DAA09D37F9}"/>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5" name="Line 154">
            <a:extLst>
              <a:ext uri="{FF2B5EF4-FFF2-40B4-BE49-F238E27FC236}">
                <a16:creationId xmlns:a16="http://schemas.microsoft.com/office/drawing/2014/main" id="{89374169-4A6B-3FCF-688B-B70FD9DCA034}"/>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36" name="Picture 52">
            <a:extLst>
              <a:ext uri="{FF2B5EF4-FFF2-40B4-BE49-F238E27FC236}">
                <a16:creationId xmlns:a16="http://schemas.microsoft.com/office/drawing/2014/main" id="{F7E1ECCA-62B3-4FCB-7499-57BB6DFAFB0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 name="Picture 46">
            <a:extLst>
              <a:ext uri="{FF2B5EF4-FFF2-40B4-BE49-F238E27FC236}">
                <a16:creationId xmlns:a16="http://schemas.microsoft.com/office/drawing/2014/main" id="{2586DBBC-E25A-1611-0473-779FF059727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317709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 name="Text Box 173">
            <a:extLst>
              <a:ext uri="{FF2B5EF4-FFF2-40B4-BE49-F238E27FC236}">
                <a16:creationId xmlns:a16="http://schemas.microsoft.com/office/drawing/2014/main" id="{28473EE8-B8E6-09F2-F807-3DC1B6BD6947}"/>
              </a:ext>
            </a:extLst>
          </p:cNvPr>
          <p:cNvSpPr txBox="1">
            <a:spLocks noChangeArrowheads="1"/>
          </p:cNvSpPr>
          <p:nvPr/>
        </p:nvSpPr>
        <p:spPr bwMode="auto">
          <a:xfrm>
            <a:off x="5360920" y="2923484"/>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39" name="Picture 52">
            <a:extLst>
              <a:ext uri="{FF2B5EF4-FFF2-40B4-BE49-F238E27FC236}">
                <a16:creationId xmlns:a16="http://schemas.microsoft.com/office/drawing/2014/main" id="{B58927A2-FF45-91F8-3788-20D8568CE7B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2A8A3F0-5B29-E954-0737-B6DC3288B59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 name="Picture 52">
            <a:extLst>
              <a:ext uri="{FF2B5EF4-FFF2-40B4-BE49-F238E27FC236}">
                <a16:creationId xmlns:a16="http://schemas.microsoft.com/office/drawing/2014/main" id="{A652A031-ABFA-B2B6-DE46-9D7F12FE8F7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箭头: 下 41">
            <a:extLst>
              <a:ext uri="{FF2B5EF4-FFF2-40B4-BE49-F238E27FC236}">
                <a16:creationId xmlns:a16="http://schemas.microsoft.com/office/drawing/2014/main" id="{8C05F32E-6E6C-9BC8-05F2-E26E52B98006}"/>
              </a:ext>
            </a:extLst>
          </p:cNvPr>
          <p:cNvSpPr/>
          <p:nvPr/>
        </p:nvSpPr>
        <p:spPr>
          <a:xfrm rot="5665007">
            <a:off x="4461901" y="284208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43" name="Text Box 173">
            <a:extLst>
              <a:ext uri="{FF2B5EF4-FFF2-40B4-BE49-F238E27FC236}">
                <a16:creationId xmlns:a16="http://schemas.microsoft.com/office/drawing/2014/main" id="{2FCD752B-25B1-9069-A13C-33885B6718CA}"/>
              </a:ext>
            </a:extLst>
          </p:cNvPr>
          <p:cNvSpPr txBox="1">
            <a:spLocks noChangeArrowheads="1"/>
          </p:cNvSpPr>
          <p:nvPr/>
        </p:nvSpPr>
        <p:spPr bwMode="auto">
          <a:xfrm rot="446638">
            <a:off x="4295460" y="2797668"/>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50" name="Line 155">
            <a:extLst>
              <a:ext uri="{FF2B5EF4-FFF2-40B4-BE49-F238E27FC236}">
                <a16:creationId xmlns:a16="http://schemas.microsoft.com/office/drawing/2014/main" id="{4C18F1E2-CC4E-8C71-4022-19C16990B14C}"/>
              </a:ext>
            </a:extLst>
          </p:cNvPr>
          <p:cNvSpPr>
            <a:spLocks noChangeShapeType="1"/>
          </p:cNvSpPr>
          <p:nvPr/>
        </p:nvSpPr>
        <p:spPr bwMode="auto">
          <a:xfrm>
            <a:off x="3705815" y="1020579"/>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1"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627234"/>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52"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3"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4"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5"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6"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7"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8"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9"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0"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61"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62"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3"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4"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5"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6"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7"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8"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9"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0"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71"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98634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72" name="任意多边形: 形状 71">
            <a:extLst>
              <a:ext uri="{FF2B5EF4-FFF2-40B4-BE49-F238E27FC236}">
                <a16:creationId xmlns:a16="http://schemas.microsoft.com/office/drawing/2014/main" id="{62B7A8A0-5C2F-A914-21E6-A66577337C61}"/>
              </a:ext>
            </a:extLst>
          </p:cNvPr>
          <p:cNvSpPr>
            <a:spLocks noChangeArrowheads="1"/>
          </p:cNvSpPr>
          <p:nvPr/>
        </p:nvSpPr>
        <p:spPr bwMode="auto">
          <a:xfrm>
            <a:off x="1911487" y="830286"/>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3"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1892174"/>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74" name="云形 73">
            <a:extLst>
              <a:ext uri="{FF2B5EF4-FFF2-40B4-BE49-F238E27FC236}">
                <a16:creationId xmlns:a16="http://schemas.microsoft.com/office/drawing/2014/main" id="{D9818E91-3D52-B35B-F267-A488D1C6DFA6}"/>
              </a:ext>
            </a:extLst>
          </p:cNvPr>
          <p:cNvSpPr/>
          <p:nvPr/>
        </p:nvSpPr>
        <p:spPr>
          <a:xfrm>
            <a:off x="6091271" y="1087161"/>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sp>
        <p:nvSpPr>
          <p:cNvPr id="75"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2039325"/>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6"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684407"/>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7"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145688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8"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748471"/>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1136796"/>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1840338"/>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1020580"/>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100660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103397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360920" y="780359"/>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79" name="Picture 52">
            <a:extLst>
              <a:ext uri="{FF2B5EF4-FFF2-40B4-BE49-F238E27FC236}">
                <a16:creationId xmlns:a16="http://schemas.microsoft.com/office/drawing/2014/main" id="{2DC7A4AD-77C6-7602-8517-82704181771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183628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0" name="Picture 52">
            <a:extLst>
              <a:ext uri="{FF2B5EF4-FFF2-40B4-BE49-F238E27FC236}">
                <a16:creationId xmlns:a16="http://schemas.microsoft.com/office/drawing/2014/main" id="{167CE67A-9568-26C9-6C72-5ED28690525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92079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171167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665007">
            <a:off x="4461901" y="698959"/>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446638">
            <a:off x="4295460" y="654543"/>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1149553"/>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1152603"/>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197833" y="1441699"/>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1309333"/>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2136" y="1530097"/>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1292906"/>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7680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70793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179883" y="1697935"/>
            <a:ext cx="1273513" cy="924379"/>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495908" y="1996757"/>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4954119"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64744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700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075279" y="2691373"/>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2400300" y="1570987"/>
            <a:ext cx="1449084" cy="1426990"/>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257952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788792" y="2831813"/>
            <a:ext cx="869504" cy="1881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217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6889216" y="2138543"/>
            <a:ext cx="326458" cy="382814"/>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0401" y="27085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3383434" y="2345341"/>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3114720" y="1590662"/>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rot="203476">
            <a:off x="3749786" y="2890756"/>
            <a:ext cx="9669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low speed</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rot="21443353">
            <a:off x="3701739" y="1474081"/>
            <a:ext cx="1050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high speed</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139936" y="184531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765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530584" y="232401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406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427802" y="1480740"/>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443660" y="1813268"/>
            <a:ext cx="94501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71139"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R8</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407434"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303498"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27349"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2298"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743144" y="2477412"/>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752451" y="1496030"/>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345010" y="2268509"/>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38289" y="1560094"/>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677649"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855615"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123618"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845"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5616"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R8</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R9</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2" name="Text Box 70"/>
              <p:cNvSpPr txBox="1">
                <a:spLocks noChangeArrowheads="1"/>
              </p:cNvSpPr>
              <p:nvPr/>
            </p:nvSpPr>
            <p:spPr bwMode="auto">
              <a:xfrm>
                <a:off x="5316" y="1729"/>
                <a:ext cx="27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0" name="Text Box 7"/>
              <p:cNvSpPr txBox="1">
                <a:spLocks noChangeArrowheads="1"/>
              </p:cNvSpPr>
              <p:nvPr/>
            </p:nvSpPr>
            <p:spPr bwMode="auto">
              <a:xfrm>
                <a:off x="25" y="1779"/>
                <a:ext cx="27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402044083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A</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55" name="Text Box 53"/>
          <p:cNvSpPr txBox="1">
            <a:spLocks noChangeArrowheads="1"/>
          </p:cNvSpPr>
          <p:nvPr/>
        </p:nvSpPr>
        <p:spPr bwMode="auto">
          <a:xfrm>
            <a:off x="3986072" y="2352892"/>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B</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7" name="Text Box 55"/>
          <p:cNvSpPr txBox="1">
            <a:spLocks noChangeArrowheads="1"/>
          </p:cNvSpPr>
          <p:nvPr/>
        </p:nvSpPr>
        <p:spPr bwMode="auto">
          <a:xfrm>
            <a:off x="3060072" y="2310507"/>
            <a:ext cx="3561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1</a:t>
            </a:r>
            <a:endParaRPr kumimoji="1" lang="en-US" altLang="zh-CN" sz="1400" b="1">
              <a:latin typeface="Montserrat" panose="00000500000000000000" pitchFamily="2" charset="0"/>
              <a:ea typeface="微软雅黑 Light" panose="020B0502040204020203" pitchFamily="34" charset="-122"/>
            </a:endParaRPr>
          </a:p>
        </p:txBody>
      </p:sp>
      <p:sp>
        <p:nvSpPr>
          <p:cNvPr id="58" name="Text Box 56"/>
          <p:cNvSpPr txBox="1">
            <a:spLocks noChangeArrowheads="1"/>
          </p:cNvSpPr>
          <p:nvPr/>
        </p:nvSpPr>
        <p:spPr bwMode="auto">
          <a:xfrm>
            <a:off x="5445977" y="2265129"/>
            <a:ext cx="3802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2</a:t>
            </a:r>
            <a:endParaRPr kumimoji="1" lang="en-US" altLang="zh-CN" sz="1400" b="1">
              <a:latin typeface="Montserrat" panose="00000500000000000000" pitchFamily="2" charset="0"/>
              <a:ea typeface="微软雅黑 Light" panose="020B0502040204020203" pitchFamily="34" charset="-122"/>
            </a:endParaRPr>
          </a:p>
        </p:txBody>
      </p:sp>
      <p:sp>
        <p:nvSpPr>
          <p:cNvPr id="59" name="Text Box 57"/>
          <p:cNvSpPr txBox="1">
            <a:spLocks noChangeArrowheads="1"/>
          </p:cNvSpPr>
          <p:nvPr/>
        </p:nvSpPr>
        <p:spPr bwMode="auto">
          <a:xfrm>
            <a:off x="3841000" y="2059081"/>
            <a:ext cx="11015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Light" panose="020B0502040204020203" pitchFamily="34" charset="-122"/>
              </a:rPr>
              <a:t>Tunneling</a:t>
            </a:r>
            <a:endParaRPr kumimoji="1"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nvGrpSpPr>
          <p:cNvPr id="62" name="Group 60"/>
          <p:cNvGrpSpPr>
            <a:grpSpLocks/>
          </p:cNvGrpSpPr>
          <p:nvPr/>
        </p:nvGrpSpPr>
        <p:grpSpPr bwMode="auto">
          <a:xfrm>
            <a:off x="2937953" y="1689456"/>
            <a:ext cx="3005330" cy="471940"/>
            <a:chOff x="1385" y="1348"/>
            <a:chExt cx="2751" cy="468"/>
          </a:xfrm>
        </p:grpSpPr>
        <p:sp>
          <p:nvSpPr>
            <p:cNvPr id="63" name="Text Box 61"/>
            <p:cNvSpPr txBox="1">
              <a:spLocks noChangeArrowheads="1"/>
            </p:cNvSpPr>
            <p:nvPr/>
          </p:nvSpPr>
          <p:spPr bwMode="auto">
            <a:xfrm>
              <a:off x="1385" y="1348"/>
              <a:ext cx="77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Light" panose="020B0502040204020203"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5" name="Text Box 63"/>
            <p:cNvSpPr txBox="1">
              <a:spLocks noChangeArrowheads="1"/>
            </p:cNvSpPr>
            <p:nvPr/>
          </p:nvSpPr>
          <p:spPr bwMode="auto">
            <a:xfrm>
              <a:off x="3293" y="1367"/>
              <a:ext cx="843"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Light" panose="020B0502040204020203"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Montserrat" panose="00000500000000000000" pitchFamily="2" charset="0"/>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247C-D535-E22C-96C8-C66321228FB5}"/>
            </a:ext>
          </a:extLst>
        </p:cNvPr>
        <p:cNvGrpSpPr/>
        <p:nvPr/>
      </p:nvGrpSpPr>
      <p:grpSpPr>
        <a:xfrm>
          <a:off x="0" y="0"/>
          <a:ext cx="0" cy="0"/>
          <a:chOff x="0" y="0"/>
          <a:chExt cx="0" cy="0"/>
        </a:xfrm>
      </p:grpSpPr>
      <p:sp>
        <p:nvSpPr>
          <p:cNvPr id="52" name="圆角矩形 51">
            <a:extLst>
              <a:ext uri="{FF2B5EF4-FFF2-40B4-BE49-F238E27FC236}">
                <a16:creationId xmlns:a16="http://schemas.microsoft.com/office/drawing/2014/main" id="{42740948-BCE1-1747-4BB7-35A647841745}"/>
              </a:ext>
            </a:extLst>
          </p:cNvPr>
          <p:cNvSpPr/>
          <p:nvPr/>
        </p:nvSpPr>
        <p:spPr>
          <a:xfrm>
            <a:off x="1083428" y="2003055"/>
            <a:ext cx="2426859" cy="1668015"/>
          </a:xfrm>
          <a:prstGeom prst="roundRect">
            <a:avLst>
              <a:gd name="adj" fmla="val 8491"/>
            </a:avLst>
          </a:prstGeom>
          <a:noFill/>
          <a:ln w="6350">
            <a:solidFill>
              <a:schemeClr val="tx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7" name="Line 74">
            <a:extLst>
              <a:ext uri="{FF2B5EF4-FFF2-40B4-BE49-F238E27FC236}">
                <a16:creationId xmlns:a16="http://schemas.microsoft.com/office/drawing/2014/main" id="{F4D392DD-90ED-A54B-6F9A-0608801F35F9}"/>
              </a:ext>
            </a:extLst>
          </p:cNvPr>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8" name="Line 73">
            <a:extLst>
              <a:ext uri="{FF2B5EF4-FFF2-40B4-BE49-F238E27FC236}">
                <a16:creationId xmlns:a16="http://schemas.microsoft.com/office/drawing/2014/main" id="{2B627C6D-ED5C-B42D-DBE5-A510F9684137}"/>
              </a:ext>
            </a:extLst>
          </p:cNvPr>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Line 72">
            <a:extLst>
              <a:ext uri="{FF2B5EF4-FFF2-40B4-BE49-F238E27FC236}">
                <a16:creationId xmlns:a16="http://schemas.microsoft.com/office/drawing/2014/main" id="{FA5A495E-AEE7-7863-9D6E-A34784DB4F02}"/>
              </a:ext>
            </a:extLst>
          </p:cNvPr>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0" name="Line 37">
            <a:extLst>
              <a:ext uri="{FF2B5EF4-FFF2-40B4-BE49-F238E27FC236}">
                <a16:creationId xmlns:a16="http://schemas.microsoft.com/office/drawing/2014/main" id="{A2BBAEBC-E996-78BA-17F6-22653A7E5C8D}"/>
              </a:ext>
            </a:extLst>
          </p:cNvPr>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34">
            <a:extLst>
              <a:ext uri="{FF2B5EF4-FFF2-40B4-BE49-F238E27FC236}">
                <a16:creationId xmlns:a16="http://schemas.microsoft.com/office/drawing/2014/main" id="{C60FCDD2-26FD-4134-8A43-A99082ECEB8B}"/>
              </a:ext>
            </a:extLst>
          </p:cNvPr>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62" name="Object 4">
            <a:extLst>
              <a:ext uri="{FF2B5EF4-FFF2-40B4-BE49-F238E27FC236}">
                <a16:creationId xmlns:a16="http://schemas.microsoft.com/office/drawing/2014/main" id="{96E0DCFA-CB43-F340-4BA6-8A80E5A2DA5E}"/>
              </a:ext>
            </a:extLst>
          </p:cNvPr>
          <p:cNvGraphicFramePr>
            <a:graphicFrameLocks noChangeAspect="1"/>
          </p:cNvGraphicFramePr>
          <p:nvPr>
            <p:extLst>
              <p:ext uri="{D42A27DB-BD31-4B8C-83A1-F6EECF244321}">
                <p14:modId xmlns:p14="http://schemas.microsoft.com/office/powerpoint/2010/main" val="3190318935"/>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6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a:extLst>
              <a:ext uri="{FF2B5EF4-FFF2-40B4-BE49-F238E27FC236}">
                <a16:creationId xmlns:a16="http://schemas.microsoft.com/office/drawing/2014/main" id="{11BEEA92-5E85-78BF-51F0-9C65E63F17CF}"/>
              </a:ext>
            </a:extLst>
          </p:cNvPr>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7794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a:extLst>
              <a:ext uri="{FF2B5EF4-FFF2-40B4-BE49-F238E27FC236}">
                <a16:creationId xmlns:a16="http://schemas.microsoft.com/office/drawing/2014/main" id="{E985E7D6-9161-BA72-68D5-47AAD4068741}"/>
              </a:ext>
            </a:extLst>
          </p:cNvPr>
          <p:cNvSpPr txBox="1">
            <a:spLocks noChangeArrowheads="1"/>
          </p:cNvSpPr>
          <p:nvPr/>
        </p:nvSpPr>
        <p:spPr bwMode="auto">
          <a:xfrm>
            <a:off x="3429617" y="2462630"/>
            <a:ext cx="1075937"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C00000"/>
                </a:solidFill>
                <a:latin typeface="Montserrat" panose="00000500000000000000" pitchFamily="2" charset="0"/>
                <a:ea typeface="微软雅黑 Light" panose="020B0502040204020203" pitchFamily="34" charset="-122"/>
              </a:rPr>
              <a:t>NAT Router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pic>
        <p:nvPicPr>
          <p:cNvPr id="65" name="Picture 30">
            <a:extLst>
              <a:ext uri="{FF2B5EF4-FFF2-40B4-BE49-F238E27FC236}">
                <a16:creationId xmlns:a16="http://schemas.microsoft.com/office/drawing/2014/main" id="{8DC487E3-C6CC-623B-0496-6CAA61236E79}"/>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a:extLst>
              <a:ext uri="{FF2B5EF4-FFF2-40B4-BE49-F238E27FC236}">
                <a16:creationId xmlns:a16="http://schemas.microsoft.com/office/drawing/2014/main" id="{280EA4F0-A31B-A510-7409-0988E297569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a:extLst>
              <a:ext uri="{FF2B5EF4-FFF2-40B4-BE49-F238E27FC236}">
                <a16:creationId xmlns:a16="http://schemas.microsoft.com/office/drawing/2014/main" id="{4211E933-28C6-AF4C-2681-D404D50A1845}"/>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a:extLst>
              <a:ext uri="{FF2B5EF4-FFF2-40B4-BE49-F238E27FC236}">
                <a16:creationId xmlns:a16="http://schemas.microsoft.com/office/drawing/2014/main" id="{5AE2AF77-1345-C04E-A699-635DC00E7911}"/>
              </a:ext>
            </a:extLst>
          </p:cNvPr>
          <p:cNvSpPr txBox="1">
            <a:spLocks noChangeArrowheads="1"/>
          </p:cNvSpPr>
          <p:nvPr/>
        </p:nvSpPr>
        <p:spPr bwMode="auto">
          <a:xfrm>
            <a:off x="1463576" y="3720025"/>
            <a:ext cx="16722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专用网 </a:t>
            </a:r>
            <a:r>
              <a:rPr kumimoji="1" lang="en-US" altLang="zh-CN" sz="1200" dirty="0">
                <a:latin typeface="Montserrat" panose="00000500000000000000" pitchFamily="2" charset="0"/>
                <a:ea typeface="微软雅黑 Light" panose="020B0502040204020203" pitchFamily="34" charset="-122"/>
              </a:rPr>
              <a:t>192.168.0.0/16</a:t>
            </a:r>
          </a:p>
        </p:txBody>
      </p:sp>
      <p:sp>
        <p:nvSpPr>
          <p:cNvPr id="69" name="Text Box 36">
            <a:extLst>
              <a:ext uri="{FF2B5EF4-FFF2-40B4-BE49-F238E27FC236}">
                <a16:creationId xmlns:a16="http://schemas.microsoft.com/office/drawing/2014/main" id="{2F2DA29F-8DEC-634C-F64F-996ADE96CA30}"/>
              </a:ext>
            </a:extLst>
          </p:cNvPr>
          <p:cNvSpPr txBox="1">
            <a:spLocks noChangeArrowheads="1"/>
          </p:cNvSpPr>
          <p:nvPr/>
        </p:nvSpPr>
        <p:spPr bwMode="auto">
          <a:xfrm>
            <a:off x="6273360" y="2650066"/>
            <a:ext cx="64633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互联网</a:t>
            </a:r>
          </a:p>
        </p:txBody>
      </p:sp>
      <p:sp>
        <p:nvSpPr>
          <p:cNvPr id="70" name="Line 38">
            <a:extLst>
              <a:ext uri="{FF2B5EF4-FFF2-40B4-BE49-F238E27FC236}">
                <a16:creationId xmlns:a16="http://schemas.microsoft.com/office/drawing/2014/main" id="{48F33F42-D16C-B576-0D01-805DD5600B63}"/>
              </a:ext>
            </a:extLst>
          </p:cNvPr>
          <p:cNvSpPr>
            <a:spLocks noChangeShapeType="1"/>
          </p:cNvSpPr>
          <p:nvPr/>
        </p:nvSpPr>
        <p:spPr bwMode="auto">
          <a:xfrm rot="5400000">
            <a:off x="1735526"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71" name="Picture 27">
            <a:extLst>
              <a:ext uri="{FF2B5EF4-FFF2-40B4-BE49-F238E27FC236}">
                <a16:creationId xmlns:a16="http://schemas.microsoft.com/office/drawing/2014/main" id="{6499468C-6E51-7AE3-477C-6C599C13B8F3}"/>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771259"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a:extLst>
              <a:ext uri="{FF2B5EF4-FFF2-40B4-BE49-F238E27FC236}">
                <a16:creationId xmlns:a16="http://schemas.microsoft.com/office/drawing/2014/main" id="{2DB58F82-0945-8D7E-614E-08BDBA4C6024}"/>
              </a:ext>
            </a:extLst>
          </p:cNvPr>
          <p:cNvSpPr txBox="1">
            <a:spLocks noChangeArrowheads="1"/>
          </p:cNvSpPr>
          <p:nvPr/>
        </p:nvSpPr>
        <p:spPr bwMode="auto">
          <a:xfrm>
            <a:off x="1142307" y="2194287"/>
            <a:ext cx="954108"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192.168.0.3</a:t>
            </a:r>
          </a:p>
        </p:txBody>
      </p:sp>
      <p:sp>
        <p:nvSpPr>
          <p:cNvPr id="80" name="Text Box 52">
            <a:extLst>
              <a:ext uri="{FF2B5EF4-FFF2-40B4-BE49-F238E27FC236}">
                <a16:creationId xmlns:a16="http://schemas.microsoft.com/office/drawing/2014/main" id="{293EA961-143E-312C-2128-6A503A539070}"/>
              </a:ext>
            </a:extLst>
          </p:cNvPr>
          <p:cNvSpPr txBox="1">
            <a:spLocks noChangeArrowheads="1"/>
          </p:cNvSpPr>
          <p:nvPr/>
        </p:nvSpPr>
        <p:spPr bwMode="auto">
          <a:xfrm>
            <a:off x="7248583" y="1930631"/>
            <a:ext cx="854722"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213.18.2.4</a:t>
            </a:r>
          </a:p>
        </p:txBody>
      </p:sp>
      <p:sp>
        <p:nvSpPr>
          <p:cNvPr id="86" name="Text Box 76">
            <a:extLst>
              <a:ext uri="{FF2B5EF4-FFF2-40B4-BE49-F238E27FC236}">
                <a16:creationId xmlns:a16="http://schemas.microsoft.com/office/drawing/2014/main" id="{665A83F4-14FA-CEB8-06DD-806199352B2C}"/>
              </a:ext>
            </a:extLst>
          </p:cNvPr>
          <p:cNvSpPr txBox="1">
            <a:spLocks noChangeArrowheads="1"/>
          </p:cNvSpPr>
          <p:nvPr/>
        </p:nvSpPr>
        <p:spPr bwMode="auto">
          <a:xfrm>
            <a:off x="3634022" y="2975742"/>
            <a:ext cx="84350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lgn="ctr">
              <a:lnSpc>
                <a:spcPct val="90000"/>
              </a:lnSpc>
              <a:defRPr kumimoji="1"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r>
              <a:rPr lang="en-US" altLang="zh-CN" dirty="0"/>
              <a:t>172.38.1.5</a:t>
            </a:r>
          </a:p>
        </p:txBody>
      </p:sp>
      <p:sp>
        <p:nvSpPr>
          <p:cNvPr id="100" name="Text Box 45">
            <a:extLst>
              <a:ext uri="{FF2B5EF4-FFF2-40B4-BE49-F238E27FC236}">
                <a16:creationId xmlns:a16="http://schemas.microsoft.com/office/drawing/2014/main" id="{FE3DA863-4A71-3413-9FEB-B06018ABC871}"/>
              </a:ext>
            </a:extLst>
          </p:cNvPr>
          <p:cNvSpPr txBox="1">
            <a:spLocks noChangeArrowheads="1"/>
          </p:cNvSpPr>
          <p:nvPr/>
        </p:nvSpPr>
        <p:spPr bwMode="auto">
          <a:xfrm>
            <a:off x="1467579" y="2408186"/>
            <a:ext cx="3385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solidFill>
                  <a:srgbClr val="0000FF"/>
                </a:solidFill>
                <a:latin typeface="Montserrat" panose="00000500000000000000" pitchFamily="2" charset="0"/>
                <a:ea typeface="微软雅黑 Light" panose="020B0502040204020203" pitchFamily="34" charset="-122"/>
              </a:rPr>
              <a:t> </a:t>
            </a:r>
            <a:r>
              <a:rPr kumimoji="1" lang="en-US" altLang="zh-CN" sz="1200" dirty="0">
                <a:solidFill>
                  <a:srgbClr val="0000FF"/>
                </a:solidFill>
                <a:latin typeface="Montserrat" panose="00000500000000000000" pitchFamily="2" charset="0"/>
                <a:ea typeface="微软雅黑 Light" panose="020B0502040204020203" pitchFamily="34" charset="-122"/>
              </a:rPr>
              <a:t>A</a:t>
            </a:r>
          </a:p>
        </p:txBody>
      </p:sp>
      <p:sp>
        <p:nvSpPr>
          <p:cNvPr id="102" name="Line 38">
            <a:extLst>
              <a:ext uri="{FF2B5EF4-FFF2-40B4-BE49-F238E27FC236}">
                <a16:creationId xmlns:a16="http://schemas.microsoft.com/office/drawing/2014/main" id="{99695DE8-93CC-5238-B3B4-B3B8AB46ED66}"/>
              </a:ext>
            </a:extLst>
          </p:cNvPr>
          <p:cNvSpPr>
            <a:spLocks noChangeShapeType="1"/>
          </p:cNvSpPr>
          <p:nvPr/>
        </p:nvSpPr>
        <p:spPr bwMode="auto">
          <a:xfrm rot="5400000">
            <a:off x="1609953"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03" name="Picture 27">
            <a:extLst>
              <a:ext uri="{FF2B5EF4-FFF2-40B4-BE49-F238E27FC236}">
                <a16:creationId xmlns:a16="http://schemas.microsoft.com/office/drawing/2014/main" id="{47718B7C-598A-66C0-6671-D326BBCBD0E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21586"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a:extLst>
              <a:ext uri="{FF2B5EF4-FFF2-40B4-BE49-F238E27FC236}">
                <a16:creationId xmlns:a16="http://schemas.microsoft.com/office/drawing/2014/main" id="{7DB7E063-90FE-4638-F6FD-83FA47F3E77C}"/>
              </a:ext>
            </a:extLst>
          </p:cNvPr>
          <p:cNvSpPr txBox="1">
            <a:spLocks noChangeArrowheads="1"/>
          </p:cNvSpPr>
          <p:nvPr/>
        </p:nvSpPr>
        <p:spPr bwMode="auto">
          <a:xfrm>
            <a:off x="1156979" y="3319111"/>
            <a:ext cx="968535"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latin typeface="Montserrat" panose="00000500000000000000" pitchFamily="2" charset="0"/>
                <a:ea typeface="微软雅黑 Light" panose="020B0502040204020203" pitchFamily="34" charset="-122"/>
              </a:rPr>
              <a:t>192.168.0.4</a:t>
            </a:r>
          </a:p>
        </p:txBody>
      </p:sp>
      <p:sp>
        <p:nvSpPr>
          <p:cNvPr id="83" name="Text Box 59">
            <a:extLst>
              <a:ext uri="{FF2B5EF4-FFF2-40B4-BE49-F238E27FC236}">
                <a16:creationId xmlns:a16="http://schemas.microsoft.com/office/drawing/2014/main" id="{094C64FF-D6E6-3981-AE11-28B6D0DC89B5}"/>
              </a:ext>
            </a:extLst>
          </p:cNvPr>
          <p:cNvSpPr txBox="1">
            <a:spLocks noChangeArrowheads="1"/>
          </p:cNvSpPr>
          <p:nvPr/>
        </p:nvSpPr>
        <p:spPr bwMode="auto">
          <a:xfrm>
            <a:off x="2288179" y="3121091"/>
            <a:ext cx="124906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192.168.0.3</a:t>
            </a:r>
          </a:p>
        </p:txBody>
      </p:sp>
      <p:grpSp>
        <p:nvGrpSpPr>
          <p:cNvPr id="87" name="Group 42">
            <a:extLst>
              <a:ext uri="{FF2B5EF4-FFF2-40B4-BE49-F238E27FC236}">
                <a16:creationId xmlns:a16="http://schemas.microsoft.com/office/drawing/2014/main" id="{0A50196E-6522-84E8-AC2F-4D4F4A0CE7A7}"/>
              </a:ext>
            </a:extLst>
          </p:cNvPr>
          <p:cNvGrpSpPr>
            <a:grpSpLocks/>
          </p:cNvGrpSpPr>
          <p:nvPr/>
        </p:nvGrpSpPr>
        <p:grpSpPr bwMode="auto">
          <a:xfrm flipH="1">
            <a:off x="2692124" y="2917290"/>
            <a:ext cx="632937" cy="98436"/>
            <a:chOff x="521" y="2478"/>
            <a:chExt cx="1044" cy="136"/>
          </a:xfrm>
        </p:grpSpPr>
        <p:sp>
          <p:nvSpPr>
            <p:cNvPr id="88" name="AutoShape 41">
              <a:extLst>
                <a:ext uri="{FF2B5EF4-FFF2-40B4-BE49-F238E27FC236}">
                  <a16:creationId xmlns:a16="http://schemas.microsoft.com/office/drawing/2014/main" id="{B23CBDE3-6AB7-D743-DF27-4570390ED31A}"/>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89" name="Rectangle 39">
              <a:extLst>
                <a:ext uri="{FF2B5EF4-FFF2-40B4-BE49-F238E27FC236}">
                  <a16:creationId xmlns:a16="http://schemas.microsoft.com/office/drawing/2014/main" id="{0686410B-0CE4-03C5-A622-5AB6D1BD62DB}"/>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0" name="Rectangle 40">
              <a:extLst>
                <a:ext uri="{FF2B5EF4-FFF2-40B4-BE49-F238E27FC236}">
                  <a16:creationId xmlns:a16="http://schemas.microsoft.com/office/drawing/2014/main" id="{306E99AC-BB79-2712-1696-AE25950270D6}"/>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6" name="Text Box 155">
            <a:extLst>
              <a:ext uri="{FF2B5EF4-FFF2-40B4-BE49-F238E27FC236}">
                <a16:creationId xmlns:a16="http://schemas.microsoft.com/office/drawing/2014/main" id="{4C7B6E53-65AD-9320-0B57-11B8CCEFAAA9}"/>
              </a:ext>
            </a:extLst>
          </p:cNvPr>
          <p:cNvSpPr txBox="1">
            <a:spLocks noChangeArrowheads="1"/>
          </p:cNvSpPr>
          <p:nvPr/>
        </p:nvSpPr>
        <p:spPr bwMode="auto">
          <a:xfrm flipH="1">
            <a:off x="2414343" y="2828009"/>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84" name="Text Box 69">
            <a:extLst>
              <a:ext uri="{FF2B5EF4-FFF2-40B4-BE49-F238E27FC236}">
                <a16:creationId xmlns:a16="http://schemas.microsoft.com/office/drawing/2014/main" id="{94B65918-5387-9BE3-69CC-84335D543B3F}"/>
              </a:ext>
            </a:extLst>
          </p:cNvPr>
          <p:cNvSpPr txBox="1">
            <a:spLocks noChangeArrowheads="1"/>
          </p:cNvSpPr>
          <p:nvPr/>
        </p:nvSpPr>
        <p:spPr bwMode="auto">
          <a:xfrm>
            <a:off x="4707038" y="3038553"/>
            <a:ext cx="1146468"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p:txBody>
      </p:sp>
      <p:grpSp>
        <p:nvGrpSpPr>
          <p:cNvPr id="91" name="Group 42">
            <a:extLst>
              <a:ext uri="{FF2B5EF4-FFF2-40B4-BE49-F238E27FC236}">
                <a16:creationId xmlns:a16="http://schemas.microsoft.com/office/drawing/2014/main" id="{7AB4D083-AE49-3C00-28B4-37E06A2DF5F4}"/>
              </a:ext>
            </a:extLst>
          </p:cNvPr>
          <p:cNvGrpSpPr>
            <a:grpSpLocks/>
          </p:cNvGrpSpPr>
          <p:nvPr/>
        </p:nvGrpSpPr>
        <p:grpSpPr bwMode="auto">
          <a:xfrm flipH="1">
            <a:off x="4837242" y="2907555"/>
            <a:ext cx="632936" cy="98437"/>
            <a:chOff x="521" y="2478"/>
            <a:chExt cx="1044" cy="136"/>
          </a:xfrm>
        </p:grpSpPr>
        <p:sp>
          <p:nvSpPr>
            <p:cNvPr id="92" name="AutoShape 41">
              <a:extLst>
                <a:ext uri="{FF2B5EF4-FFF2-40B4-BE49-F238E27FC236}">
                  <a16:creationId xmlns:a16="http://schemas.microsoft.com/office/drawing/2014/main" id="{710E3C2A-39A7-F60B-8D12-3EF62A5CB5AF}"/>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3" name="Rectangle 39">
              <a:extLst>
                <a:ext uri="{FF2B5EF4-FFF2-40B4-BE49-F238E27FC236}">
                  <a16:creationId xmlns:a16="http://schemas.microsoft.com/office/drawing/2014/main" id="{56D2D33C-6B64-79CF-B20C-313B5E407BAE}"/>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4" name="Rectangle 40">
              <a:extLst>
                <a:ext uri="{FF2B5EF4-FFF2-40B4-BE49-F238E27FC236}">
                  <a16:creationId xmlns:a16="http://schemas.microsoft.com/office/drawing/2014/main" id="{8BD6CC3F-B9BC-B519-D419-8F8F7898ACCB}"/>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8" name="Text Box 154">
            <a:extLst>
              <a:ext uri="{FF2B5EF4-FFF2-40B4-BE49-F238E27FC236}">
                <a16:creationId xmlns:a16="http://schemas.microsoft.com/office/drawing/2014/main" id="{A7350D2E-4D51-C1F1-7EF7-57151F3A7C4E}"/>
              </a:ext>
            </a:extLst>
          </p:cNvPr>
          <p:cNvSpPr txBox="1">
            <a:spLocks noChangeArrowheads="1"/>
          </p:cNvSpPr>
          <p:nvPr/>
        </p:nvSpPr>
        <p:spPr bwMode="auto">
          <a:xfrm flipH="1">
            <a:off x="4561998" y="281827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grpSp>
        <p:nvGrpSpPr>
          <p:cNvPr id="72" name="Group 42">
            <a:extLst>
              <a:ext uri="{FF2B5EF4-FFF2-40B4-BE49-F238E27FC236}">
                <a16:creationId xmlns:a16="http://schemas.microsoft.com/office/drawing/2014/main" id="{707B9A04-7B52-0C2B-9FC7-D828ED929D41}"/>
              </a:ext>
            </a:extLst>
          </p:cNvPr>
          <p:cNvGrpSpPr>
            <a:grpSpLocks/>
          </p:cNvGrpSpPr>
          <p:nvPr/>
        </p:nvGrpSpPr>
        <p:grpSpPr bwMode="auto">
          <a:xfrm>
            <a:off x="2357264" y="2636609"/>
            <a:ext cx="632937" cy="98437"/>
            <a:chOff x="521" y="2478"/>
            <a:chExt cx="1044" cy="136"/>
          </a:xfrm>
        </p:grpSpPr>
        <p:sp>
          <p:nvSpPr>
            <p:cNvPr id="73" name="AutoShape 41">
              <a:extLst>
                <a:ext uri="{FF2B5EF4-FFF2-40B4-BE49-F238E27FC236}">
                  <a16:creationId xmlns:a16="http://schemas.microsoft.com/office/drawing/2014/main" id="{08E9B3E2-8A27-4F47-C85A-BEC1BC9E5275}"/>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4" name="Rectangle 39">
              <a:extLst>
                <a:ext uri="{FF2B5EF4-FFF2-40B4-BE49-F238E27FC236}">
                  <a16:creationId xmlns:a16="http://schemas.microsoft.com/office/drawing/2014/main" id="{06137D2E-F397-E845-B1FB-15211A68F601}"/>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5" name="Rectangle 40">
              <a:extLst>
                <a:ext uri="{FF2B5EF4-FFF2-40B4-BE49-F238E27FC236}">
                  <a16:creationId xmlns:a16="http://schemas.microsoft.com/office/drawing/2014/main" id="{71A4F556-7C4D-D7F0-475F-8F6662541002}"/>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76" name="Text Box 44">
            <a:extLst>
              <a:ext uri="{FF2B5EF4-FFF2-40B4-BE49-F238E27FC236}">
                <a16:creationId xmlns:a16="http://schemas.microsoft.com/office/drawing/2014/main" id="{A1D127FA-7D2F-0284-3AB0-E1646D7D53A7}"/>
              </a:ext>
            </a:extLst>
          </p:cNvPr>
          <p:cNvSpPr txBox="1">
            <a:spLocks noChangeArrowheads="1"/>
          </p:cNvSpPr>
          <p:nvPr/>
        </p:nvSpPr>
        <p:spPr bwMode="auto">
          <a:xfrm>
            <a:off x="2263528" y="2092438"/>
            <a:ext cx="121700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192.168.0.3</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213.28.2.4</a:t>
            </a:r>
          </a:p>
        </p:txBody>
      </p:sp>
      <p:sp>
        <p:nvSpPr>
          <p:cNvPr id="109" name="Text Box 177">
            <a:extLst>
              <a:ext uri="{FF2B5EF4-FFF2-40B4-BE49-F238E27FC236}">
                <a16:creationId xmlns:a16="http://schemas.microsoft.com/office/drawing/2014/main" id="{0D68279F-D07D-8E3F-0233-9B0F720C6522}"/>
              </a:ext>
            </a:extLst>
          </p:cNvPr>
          <p:cNvSpPr txBox="1">
            <a:spLocks noChangeArrowheads="1"/>
          </p:cNvSpPr>
          <p:nvPr/>
        </p:nvSpPr>
        <p:spPr bwMode="auto">
          <a:xfrm flipH="1">
            <a:off x="2931854" y="2547328"/>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110" name="椭圆 109">
            <a:extLst>
              <a:ext uri="{FF2B5EF4-FFF2-40B4-BE49-F238E27FC236}">
                <a16:creationId xmlns:a16="http://schemas.microsoft.com/office/drawing/2014/main" id="{708CEC40-D4FA-7614-BF34-AF8B45638AD7}"/>
              </a:ext>
            </a:extLst>
          </p:cNvPr>
          <p:cNvSpPr/>
          <p:nvPr/>
        </p:nvSpPr>
        <p:spPr>
          <a:xfrm>
            <a:off x="4011798"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117" name="Text Box 52">
            <a:extLst>
              <a:ext uri="{FF2B5EF4-FFF2-40B4-BE49-F238E27FC236}">
                <a16:creationId xmlns:a16="http://schemas.microsoft.com/office/drawing/2014/main" id="{6976FB6D-25B4-92F7-58D7-3B72DB7F5384}"/>
              </a:ext>
            </a:extLst>
          </p:cNvPr>
          <p:cNvSpPr txBox="1">
            <a:spLocks noChangeArrowheads="1"/>
          </p:cNvSpPr>
          <p:nvPr/>
        </p:nvSpPr>
        <p:spPr bwMode="auto">
          <a:xfrm>
            <a:off x="7692066" y="2190875"/>
            <a:ext cx="300083"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a:solidFill>
                  <a:srgbClr val="0000FF"/>
                </a:solidFill>
                <a:latin typeface="Montserrat" panose="00000500000000000000" pitchFamily="2" charset="0"/>
                <a:ea typeface="微软雅黑 Light" panose="020B0502040204020203" pitchFamily="34" charset="-122"/>
              </a:rPr>
              <a:t>B</a:t>
            </a:r>
          </a:p>
        </p:txBody>
      </p:sp>
      <p:sp>
        <p:nvSpPr>
          <p:cNvPr id="107" name="Text Box 141">
            <a:extLst>
              <a:ext uri="{FF2B5EF4-FFF2-40B4-BE49-F238E27FC236}">
                <a16:creationId xmlns:a16="http://schemas.microsoft.com/office/drawing/2014/main" id="{67C6019F-C8DA-DD4E-3B13-8D32FC0BF526}"/>
              </a:ext>
            </a:extLst>
          </p:cNvPr>
          <p:cNvSpPr txBox="1">
            <a:spLocks noChangeArrowheads="1"/>
          </p:cNvSpPr>
          <p:nvPr/>
        </p:nvSpPr>
        <p:spPr bwMode="auto">
          <a:xfrm flipH="1">
            <a:off x="5198738" y="256543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78" name="Text Box 50">
            <a:extLst>
              <a:ext uri="{FF2B5EF4-FFF2-40B4-BE49-F238E27FC236}">
                <a16:creationId xmlns:a16="http://schemas.microsoft.com/office/drawing/2014/main" id="{24945860-3CDB-6A55-4855-8DA24C60CCBB}"/>
              </a:ext>
            </a:extLst>
          </p:cNvPr>
          <p:cNvSpPr txBox="1">
            <a:spLocks noChangeArrowheads="1"/>
          </p:cNvSpPr>
          <p:nvPr/>
        </p:nvSpPr>
        <p:spPr bwMode="auto">
          <a:xfrm>
            <a:off x="4490357" y="2219480"/>
            <a:ext cx="1151277"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213.18.2.4</a:t>
            </a:r>
          </a:p>
        </p:txBody>
      </p:sp>
      <p:grpSp>
        <p:nvGrpSpPr>
          <p:cNvPr id="95" name="Group 42">
            <a:extLst>
              <a:ext uri="{FF2B5EF4-FFF2-40B4-BE49-F238E27FC236}">
                <a16:creationId xmlns:a16="http://schemas.microsoft.com/office/drawing/2014/main" id="{D830F523-7D96-E72F-C79D-80CD10D0629D}"/>
              </a:ext>
            </a:extLst>
          </p:cNvPr>
          <p:cNvGrpSpPr>
            <a:grpSpLocks/>
          </p:cNvGrpSpPr>
          <p:nvPr/>
        </p:nvGrpSpPr>
        <p:grpSpPr bwMode="auto">
          <a:xfrm>
            <a:off x="4606392" y="2654715"/>
            <a:ext cx="631668" cy="98437"/>
            <a:chOff x="521" y="2478"/>
            <a:chExt cx="1044" cy="136"/>
          </a:xfrm>
        </p:grpSpPr>
        <p:sp>
          <p:nvSpPr>
            <p:cNvPr id="96" name="AutoShape 41">
              <a:extLst>
                <a:ext uri="{FF2B5EF4-FFF2-40B4-BE49-F238E27FC236}">
                  <a16:creationId xmlns:a16="http://schemas.microsoft.com/office/drawing/2014/main" id="{18017F71-E383-D240-7F28-954809B3EBF3}"/>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7" name="Rectangle 39">
              <a:extLst>
                <a:ext uri="{FF2B5EF4-FFF2-40B4-BE49-F238E27FC236}">
                  <a16:creationId xmlns:a16="http://schemas.microsoft.com/office/drawing/2014/main" id="{EA60468F-C347-94B0-E271-8D23E5A6220F}"/>
                </a:ext>
              </a:extLst>
            </p:cNvPr>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8" name="Rectangle 40">
              <a:extLst>
                <a:ext uri="{FF2B5EF4-FFF2-40B4-BE49-F238E27FC236}">
                  <a16:creationId xmlns:a16="http://schemas.microsoft.com/office/drawing/2014/main" id="{8F4D2BA1-24A4-BF8D-949D-A9207832C1D5}"/>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2" name="标题 11">
            <a:extLst>
              <a:ext uri="{FF2B5EF4-FFF2-40B4-BE49-F238E27FC236}">
                <a16:creationId xmlns:a16="http://schemas.microsoft.com/office/drawing/2014/main" id="{13414F56-8540-F3CC-FC7D-E4D11818DB67}"/>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18518993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8128</TotalTime>
  <Words>26979</Words>
  <Application>Microsoft Office PowerPoint</Application>
  <PresentationFormat>全屏显示(16:9)</PresentationFormat>
  <Paragraphs>5988</Paragraphs>
  <Slides>348</Slides>
  <Notes>112</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348</vt:i4>
      </vt:variant>
    </vt:vector>
  </HeadingPairs>
  <TitlesOfParts>
    <vt:vector size="364" baseType="lpstr">
      <vt:lpstr>Times New Roman</vt:lpstr>
      <vt:lpstr>Courier New</vt:lpstr>
      <vt:lpstr>Symbol</vt:lpstr>
      <vt:lpstr>Arial</vt:lpstr>
      <vt:lpstr>Calibri</vt:lpstr>
      <vt:lpstr>微软雅黑 Light</vt:lpstr>
      <vt:lpstr>微软雅黑</vt:lpstr>
      <vt:lpstr>Wingdings</vt:lpstr>
      <vt:lpstr>Montserrat</vt:lpstr>
      <vt:lpstr>黑体</vt:lpstr>
      <vt:lpstr>Tahoma</vt:lpstr>
      <vt:lpstr>微软雅黑</vt:lpstr>
      <vt:lpstr>宋体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PowerPoint 演示文稿</vt:lpstr>
      <vt:lpstr>4.6.4  外部网关协议 BGP</vt:lpstr>
      <vt:lpstr>BGP 发言者 (BGP speaker)</vt:lpstr>
      <vt:lpstr>eBGP 连接和 iBGP 连接</vt:lpstr>
      <vt:lpstr>IGP vs iBGP vs eBGP</vt:lpstr>
      <vt:lpstr> eBGP vs iBGP</vt:lpstr>
      <vt:lpstr> eBGP vs iBGP</vt:lpstr>
      <vt:lpstr>BGP 路由信息</vt:lpstr>
      <vt:lpstr>PowerPoint 演示文稿</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434</cp:revision>
  <dcterms:modified xsi:type="dcterms:W3CDTF">2025-11-21T01:49:40Z</dcterms:modified>
</cp:coreProperties>
</file>
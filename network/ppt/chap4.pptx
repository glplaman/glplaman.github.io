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7"/>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872" r:id="rId135"/>
    <p:sldId id="700" r:id="rId136"/>
    <p:sldId id="701" r:id="rId137"/>
    <p:sldId id="703" r:id="rId138"/>
    <p:sldId id="704" r:id="rId139"/>
    <p:sldId id="705" r:id="rId140"/>
    <p:sldId id="706" r:id="rId141"/>
    <p:sldId id="707" r:id="rId142"/>
    <p:sldId id="708" r:id="rId143"/>
    <p:sldId id="709" r:id="rId144"/>
    <p:sldId id="862" r:id="rId145"/>
    <p:sldId id="711" r:id="rId146"/>
    <p:sldId id="712" r:id="rId147"/>
    <p:sldId id="714" r:id="rId148"/>
    <p:sldId id="715" r:id="rId149"/>
    <p:sldId id="716" r:id="rId150"/>
    <p:sldId id="717" r:id="rId151"/>
    <p:sldId id="718" r:id="rId152"/>
    <p:sldId id="719" r:id="rId153"/>
    <p:sldId id="720" r:id="rId154"/>
    <p:sldId id="721" r:id="rId155"/>
    <p:sldId id="722" r:id="rId156"/>
    <p:sldId id="723" r:id="rId157"/>
    <p:sldId id="724" r:id="rId158"/>
    <p:sldId id="725" r:id="rId159"/>
    <p:sldId id="727" r:id="rId160"/>
    <p:sldId id="728" r:id="rId161"/>
    <p:sldId id="729" r:id="rId162"/>
    <p:sldId id="730" r:id="rId163"/>
    <p:sldId id="731" r:id="rId164"/>
    <p:sldId id="732" r:id="rId165"/>
    <p:sldId id="735" r:id="rId166"/>
    <p:sldId id="736" r:id="rId167"/>
    <p:sldId id="737" r:id="rId168"/>
    <p:sldId id="738" r:id="rId169"/>
    <p:sldId id="740" r:id="rId170"/>
    <p:sldId id="741" r:id="rId171"/>
    <p:sldId id="743" r:id="rId172"/>
    <p:sldId id="863" r:id="rId173"/>
    <p:sldId id="416" r:id="rId174"/>
    <p:sldId id="745" r:id="rId175"/>
    <p:sldId id="746" r:id="rId176"/>
    <p:sldId id="747" r:id="rId177"/>
    <p:sldId id="419" r:id="rId178"/>
    <p:sldId id="421" r:id="rId179"/>
    <p:sldId id="422" r:id="rId180"/>
    <p:sldId id="423" r:id="rId181"/>
    <p:sldId id="873" r:id="rId182"/>
    <p:sldId id="874" r:id="rId183"/>
    <p:sldId id="426" r:id="rId184"/>
    <p:sldId id="748" r:id="rId185"/>
    <p:sldId id="875" r:id="rId186"/>
    <p:sldId id="427" r:id="rId187"/>
    <p:sldId id="749" r:id="rId188"/>
    <p:sldId id="429" r:id="rId189"/>
    <p:sldId id="430" r:id="rId190"/>
    <p:sldId id="750" r:id="rId191"/>
    <p:sldId id="876" r:id="rId192"/>
    <p:sldId id="431" r:id="rId193"/>
    <p:sldId id="432" r:id="rId194"/>
    <p:sldId id="434" r:id="rId195"/>
    <p:sldId id="435" r:id="rId196"/>
    <p:sldId id="436" r:id="rId197"/>
    <p:sldId id="437" r:id="rId198"/>
    <p:sldId id="751" r:id="rId199"/>
    <p:sldId id="442" r:id="rId200"/>
    <p:sldId id="441" r:id="rId201"/>
    <p:sldId id="443" r:id="rId202"/>
    <p:sldId id="444" r:id="rId203"/>
    <p:sldId id="445" r:id="rId204"/>
    <p:sldId id="446" r:id="rId205"/>
    <p:sldId id="447" r:id="rId206"/>
    <p:sldId id="753" r:id="rId207"/>
    <p:sldId id="449" r:id="rId208"/>
    <p:sldId id="450" r:id="rId209"/>
    <p:sldId id="452" r:id="rId210"/>
    <p:sldId id="453" r:id="rId211"/>
    <p:sldId id="457" r:id="rId212"/>
    <p:sldId id="459" r:id="rId213"/>
    <p:sldId id="458" r:id="rId214"/>
    <p:sldId id="460" r:id="rId215"/>
    <p:sldId id="756" r:id="rId216"/>
    <p:sldId id="461" r:id="rId217"/>
    <p:sldId id="463" r:id="rId218"/>
    <p:sldId id="877" r:id="rId219"/>
    <p:sldId id="464" r:id="rId220"/>
    <p:sldId id="759" r:id="rId221"/>
    <p:sldId id="760" r:id="rId222"/>
    <p:sldId id="761" r:id="rId223"/>
    <p:sldId id="762" r:id="rId224"/>
    <p:sldId id="764" r:id="rId225"/>
    <p:sldId id="763" r:id="rId226"/>
    <p:sldId id="766" r:id="rId227"/>
    <p:sldId id="765" r:id="rId228"/>
    <p:sldId id="769" r:id="rId229"/>
    <p:sldId id="770" r:id="rId230"/>
    <p:sldId id="771" r:id="rId231"/>
    <p:sldId id="467" r:id="rId232"/>
    <p:sldId id="469" r:id="rId233"/>
    <p:sldId id="773" r:id="rId234"/>
    <p:sldId id="774" r:id="rId235"/>
    <p:sldId id="859" r:id="rId236"/>
    <p:sldId id="776" r:id="rId237"/>
    <p:sldId id="777" r:id="rId238"/>
    <p:sldId id="858" r:id="rId239"/>
    <p:sldId id="778" r:id="rId240"/>
    <p:sldId id="860" r:id="rId241"/>
    <p:sldId id="474" r:id="rId242"/>
    <p:sldId id="475" r:id="rId243"/>
    <p:sldId id="476" r:id="rId244"/>
    <p:sldId id="781" r:id="rId245"/>
    <p:sldId id="782" r:id="rId246"/>
    <p:sldId id="483" r:id="rId247"/>
    <p:sldId id="485" r:id="rId248"/>
    <p:sldId id="487" r:id="rId249"/>
    <p:sldId id="488" r:id="rId250"/>
    <p:sldId id="784" r:id="rId251"/>
    <p:sldId id="785" r:id="rId252"/>
    <p:sldId id="864" r:id="rId253"/>
    <p:sldId id="527" r:id="rId254"/>
    <p:sldId id="528" r:id="rId255"/>
    <p:sldId id="529" r:id="rId256"/>
    <p:sldId id="530" r:id="rId257"/>
    <p:sldId id="531" r:id="rId258"/>
    <p:sldId id="532" r:id="rId259"/>
    <p:sldId id="533" r:id="rId260"/>
    <p:sldId id="534" r:id="rId261"/>
    <p:sldId id="786" r:id="rId262"/>
    <p:sldId id="537" r:id="rId263"/>
    <p:sldId id="539" r:id="rId264"/>
    <p:sldId id="540" r:id="rId265"/>
    <p:sldId id="541" r:id="rId266"/>
    <p:sldId id="542" r:id="rId267"/>
    <p:sldId id="789" r:id="rId268"/>
    <p:sldId id="790" r:id="rId269"/>
    <p:sldId id="791" r:id="rId270"/>
    <p:sldId id="792" r:id="rId271"/>
    <p:sldId id="545" r:id="rId272"/>
    <p:sldId id="794" r:id="rId273"/>
    <p:sldId id="548" r:id="rId274"/>
    <p:sldId id="549" r:id="rId275"/>
    <p:sldId id="550" r:id="rId276"/>
    <p:sldId id="797" r:id="rId277"/>
    <p:sldId id="796" r:id="rId278"/>
    <p:sldId id="552" r:id="rId279"/>
    <p:sldId id="553" r:id="rId280"/>
    <p:sldId id="554" r:id="rId281"/>
    <p:sldId id="800" r:id="rId282"/>
    <p:sldId id="555" r:id="rId283"/>
    <p:sldId id="865" r:id="rId284"/>
    <p:sldId id="557" r:id="rId285"/>
    <p:sldId id="558" r:id="rId286"/>
    <p:sldId id="560" r:id="rId287"/>
    <p:sldId id="561" r:id="rId288"/>
    <p:sldId id="562" r:id="rId289"/>
    <p:sldId id="563" r:id="rId290"/>
    <p:sldId id="564" r:id="rId291"/>
    <p:sldId id="565" r:id="rId292"/>
    <p:sldId id="566" r:id="rId293"/>
    <p:sldId id="868" r:id="rId294"/>
    <p:sldId id="568" r:id="rId295"/>
    <p:sldId id="569" r:id="rId296"/>
    <p:sldId id="570" r:id="rId297"/>
    <p:sldId id="572" r:id="rId298"/>
    <p:sldId id="573" r:id="rId299"/>
    <p:sldId id="574" r:id="rId300"/>
    <p:sldId id="575" r:id="rId301"/>
    <p:sldId id="866" r:id="rId302"/>
    <p:sldId id="578" r:id="rId303"/>
    <p:sldId id="579" r:id="rId304"/>
    <p:sldId id="581" r:id="rId305"/>
    <p:sldId id="582" r:id="rId306"/>
    <p:sldId id="584" r:id="rId307"/>
    <p:sldId id="583" r:id="rId308"/>
    <p:sldId id="585" r:id="rId309"/>
    <p:sldId id="805" r:id="rId310"/>
    <p:sldId id="806" r:id="rId311"/>
    <p:sldId id="588" r:id="rId312"/>
    <p:sldId id="808" r:id="rId313"/>
    <p:sldId id="809" r:id="rId314"/>
    <p:sldId id="590" r:id="rId315"/>
    <p:sldId id="592" r:id="rId316"/>
    <p:sldId id="593" r:id="rId317"/>
    <p:sldId id="810" r:id="rId318"/>
    <p:sldId id="811" r:id="rId319"/>
    <p:sldId id="812" r:id="rId320"/>
    <p:sldId id="813" r:id="rId321"/>
    <p:sldId id="814" r:id="rId322"/>
    <p:sldId id="815" r:id="rId323"/>
    <p:sldId id="816" r:id="rId324"/>
    <p:sldId id="867" r:id="rId325"/>
    <p:sldId id="817" r:id="rId326"/>
    <p:sldId id="821" r:id="rId327"/>
    <p:sldId id="820" r:id="rId328"/>
    <p:sldId id="822" r:id="rId329"/>
    <p:sldId id="823" r:id="rId330"/>
    <p:sldId id="824" r:id="rId331"/>
    <p:sldId id="826" r:id="rId332"/>
    <p:sldId id="827" r:id="rId333"/>
    <p:sldId id="828" r:id="rId334"/>
    <p:sldId id="825" r:id="rId335"/>
    <p:sldId id="829" r:id="rId336"/>
    <p:sldId id="870" r:id="rId337"/>
    <p:sldId id="830" r:id="rId338"/>
    <p:sldId id="871" r:id="rId339"/>
    <p:sldId id="831" r:id="rId340"/>
    <p:sldId id="835" r:id="rId341"/>
    <p:sldId id="833" r:id="rId342"/>
    <p:sldId id="836" r:id="rId343"/>
    <p:sldId id="834" r:id="rId344"/>
    <p:sldId id="838" r:id="rId345"/>
    <p:sldId id="839" r:id="rId346"/>
  </p:sldIdLst>
  <p:sldSz cx="9144000" cy="5143500" type="screen16x9"/>
  <p:notesSz cx="6858000" cy="9144000"/>
  <p:embeddedFontLst>
    <p:embeddedFont>
      <p:font typeface="Montserrat" panose="00000500000000000000" pitchFamily="2" charset="0"/>
      <p:regular r:id="rId348"/>
    </p:embeddedFont>
    <p:embeddedFont>
      <p:font typeface="Tahoma" panose="020B0604030504040204" pitchFamily="34" charset="0"/>
      <p:regular r:id="rId349"/>
      <p:bold r:id="rId350"/>
    </p:embeddedFont>
    <p:embeddedFont>
      <p:font typeface="黑体" panose="02010609060101010101" pitchFamily="49" charset="-122"/>
      <p:regular r:id="rId351"/>
    </p:embeddedFont>
    <p:embeddedFont>
      <p:font typeface="微软雅黑" panose="020B0503020204020204" pitchFamily="34" charset="-122"/>
      <p:regular r:id="rId352"/>
      <p:bold r:id="rId353"/>
    </p:embeddedFont>
    <p:embeddedFont>
      <p:font typeface="微软雅黑" panose="020B0503020204020204" pitchFamily="34" charset="-122"/>
      <p:regular r:id="rId352"/>
      <p:bold r:id="rId353"/>
    </p:embeddedFont>
    <p:embeddedFont>
      <p:font typeface="微软雅黑 Light" panose="020B0502040204020203" pitchFamily="34" charset="-122"/>
      <p:regular r:id="rId35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varScale="1">
        <p:scale>
          <a:sx n="149" d="100"/>
          <a:sy n="149" d="100"/>
        </p:scale>
        <p:origin x="414" y="126"/>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theme" Target="theme/theme1.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1.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font" Target="fonts/font2.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font" Target="fonts/font3.fntdata"/><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4.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5.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font" Target="fonts/font6.fntdata"/><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font" Target="fonts/font7.fntdata"/><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presProps" Target="presProps.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viewProps" Target="viewProps.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notesMaster" Target="notesMasters/notesMaster1.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tableStyles" Target="tableStyles.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251" Type="http://schemas.openxmlformats.org/officeDocument/2006/relationships/slide" Target="slides/slide250.xml"/></Relationships>
</file>

<file path=ppt/diagrams/_rels/data12.xml.rels><?xml version="1.0" encoding="UTF-8" standalone="yes"?>
<Relationships xmlns="http://schemas.openxmlformats.org/package/2006/relationships"><Relationship Id="rId1" Type="http://schemas.openxmlformats.org/officeDocument/2006/relationships/image" Target="../media/image63.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63.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2025/11/19</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4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194</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208</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209</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275</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276</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292</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296</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304</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306</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323</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340</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342</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343</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344</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345</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5.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image" Target="../media/image36.png"/><Relationship Id="rId1" Type="http://schemas.openxmlformats.org/officeDocument/2006/relationships/slideLayout" Target="../slideLayouts/slideLayout5.xml"/><Relationship Id="rId6" Type="http://schemas.openxmlformats.org/officeDocument/2006/relationships/image" Target="../media/image40.png"/><Relationship Id="rId5" Type="http://schemas.openxmlformats.org/officeDocument/2006/relationships/image" Target="../media/image39.svg"/><Relationship Id="rId4" Type="http://schemas.openxmlformats.org/officeDocument/2006/relationships/image" Target="../media/image38.pn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33.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52.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5.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45.svg"/><Relationship Id="rId4" Type="http://schemas.openxmlformats.org/officeDocument/2006/relationships/image" Target="../media/image44.png"/></Relationships>
</file>

<file path=ppt/slides/_rels/slide263.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22.wmf"/><Relationship Id="rId7" Type="http://schemas.openxmlformats.org/officeDocument/2006/relationships/image" Target="../media/image49.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47.svg"/><Relationship Id="rId4" Type="http://schemas.openxmlformats.org/officeDocument/2006/relationships/image" Target="../media/image46.png"/><Relationship Id="rId9" Type="http://schemas.openxmlformats.org/officeDocument/2006/relationships/image" Target="../media/image51.sv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9.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0.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55.wmf"/></Relationships>
</file>

<file path=ppt/slides/_rels/slide291.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7.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55.wmf"/></Relationships>
</file>

<file path=ppt/slides/_rels/slide29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55.wmf"/></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Layout" Target="../slideLayouts/slideLayout1.xml"/></Relationships>
</file>

<file path=ppt/slides/_rels/slide302.xml.rels><?xml version="1.0" encoding="UTF-8" standalone="yes"?>
<Relationships xmlns="http://schemas.openxmlformats.org/package/2006/relationships"><Relationship Id="rId2" Type="http://schemas.openxmlformats.org/officeDocument/2006/relationships/image" Target="../media/image59.wmf"/><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9.wmf"/></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3.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9.wmf"/></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1.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6.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0.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62.wmf"/></Relationships>
</file>

<file path=ppt/slides/_rels/slide3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1.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42.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4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255913941"/>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Application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Transport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Courier New" panose="02070309020205020404" pitchFamily="49" charset="0"/>
                        </a:rPr>
                        <a:t>ICMP</a:t>
                      </a:r>
                      <a:endParaRPr lang="zh-CN" altLang="en-US" sz="1200" kern="1200" dirty="0">
                        <a:solidFill>
                          <a:schemeClr val="tx1"/>
                        </a:solidFill>
                        <a:latin typeface="Montserrat" panose="00000500000000000000" pitchFamily="2" charset="0"/>
                        <a:ea typeface="+mn-ea"/>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Courier New" panose="02070309020205020404" pitchFamily="49" charset="0"/>
                        </a:rPr>
                        <a:t>IGMP</a:t>
                      </a:r>
                      <a:endParaRPr lang="zh-CN" altLang="en-US" sz="1200" dirty="0">
                        <a:solidFill>
                          <a:schemeClr val="bg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IP</a:t>
                      </a: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Courier New" panose="02070309020205020404" pitchFamily="49" charset="0"/>
                        </a:rPr>
                        <a:t>ARP</a:t>
                      </a:r>
                      <a:endParaRPr lang="zh-CN" altLang="en-US" sz="120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Network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Link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MAC</a:t>
                      </a: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Physical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900000"/>
            <a:ext cx="8172000" cy="37035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486000" y="550723"/>
            <a:ext cx="8172000" cy="338554"/>
          </a:xfrm>
        </p:spPr>
        <p:txBody>
          <a:bodyPr/>
          <a:lstStyle/>
          <a:p>
            <a:r>
              <a:rPr lang="zh-CN" altLang="en-US" dirty="0"/>
              <a:t>自治系统和内部网关协议、外部网关协议 </a:t>
            </a:r>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NET1</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NET2</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NET3</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NET4</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02C59F20-D55E-B6B9-69AE-33DCC7CF4DAB}"/>
              </a:ext>
            </a:extLst>
          </p:cNvPr>
          <p:cNvSpPr/>
          <p:nvPr/>
        </p:nvSpPr>
        <p:spPr>
          <a:xfrm>
            <a:off x="1969478" y="178403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 name="云形 4">
            <a:extLst>
              <a:ext uri="{FF2B5EF4-FFF2-40B4-BE49-F238E27FC236}">
                <a16:creationId xmlns:a16="http://schemas.microsoft.com/office/drawing/2014/main" id="{93397EF6-49D9-8CFF-95C6-AB54158836FB}"/>
              </a:ext>
            </a:extLst>
          </p:cNvPr>
          <p:cNvSpPr/>
          <p:nvPr/>
        </p:nvSpPr>
        <p:spPr>
          <a:xfrm>
            <a:off x="3509827" y="178403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22618A26-F7D6-A556-454A-8DE1F8F191FB}"/>
              </a:ext>
            </a:extLst>
          </p:cNvPr>
          <p:cNvSpPr/>
          <p:nvPr/>
        </p:nvSpPr>
        <p:spPr>
          <a:xfrm>
            <a:off x="2931372" y="2670892"/>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0223ECA3-0DA1-565E-B437-6098F502BFE1}"/>
              </a:ext>
            </a:extLst>
          </p:cNvPr>
          <p:cNvGrpSpPr/>
          <p:nvPr/>
        </p:nvGrpSpPr>
        <p:grpSpPr>
          <a:xfrm>
            <a:off x="2515109" y="1881725"/>
            <a:ext cx="351378" cy="413459"/>
            <a:chOff x="2453114" y="1837372"/>
            <a:chExt cx="351378" cy="413459"/>
          </a:xfrm>
        </p:grpSpPr>
        <p:pic>
          <p:nvPicPr>
            <p:cNvPr id="7" name="Picture 49">
              <a:extLst>
                <a:ext uri="{FF2B5EF4-FFF2-40B4-BE49-F238E27FC236}">
                  <a16:creationId xmlns:a16="http://schemas.microsoft.com/office/drawing/2014/main" id="{9EBB0494-B587-3FEB-D007-AD0265766F8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8" name="Text Box 39">
              <a:extLst>
                <a:ext uri="{FF2B5EF4-FFF2-40B4-BE49-F238E27FC236}">
                  <a16:creationId xmlns:a16="http://schemas.microsoft.com/office/drawing/2014/main" id="{C39E082C-8D4A-90B5-43B7-632656E6D382}"/>
                </a:ext>
              </a:extLst>
            </p:cNvPr>
            <p:cNvSpPr txBox="1">
              <a:spLocks noChangeArrowheads="1"/>
            </p:cNvSpPr>
            <p:nvPr/>
          </p:nvSpPr>
          <p:spPr bwMode="auto">
            <a:xfrm>
              <a:off x="2453114" y="1837372"/>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R1</a:t>
              </a:r>
              <a:endParaRPr kumimoji="1" lang="zh-CN" altLang="en-US" sz="1200" dirty="0">
                <a:latin typeface="Montserrat" panose="00000500000000000000" pitchFamily="2" charset="0"/>
                <a:ea typeface="微软雅黑 Light" panose="020B0502040204020203" pitchFamily="34" charset="-122"/>
              </a:endParaRPr>
            </a:p>
          </p:txBody>
        </p:sp>
      </p:grpSp>
      <p:sp>
        <p:nvSpPr>
          <p:cNvPr id="10" name="Text Box 39">
            <a:extLst>
              <a:ext uri="{FF2B5EF4-FFF2-40B4-BE49-F238E27FC236}">
                <a16:creationId xmlns:a16="http://schemas.microsoft.com/office/drawing/2014/main" id="{C6C181AE-5B7E-9096-D0EB-44AFFA3D2FD8}"/>
              </a:ext>
            </a:extLst>
          </p:cNvPr>
          <p:cNvSpPr txBox="1">
            <a:spLocks noChangeArrowheads="1"/>
          </p:cNvSpPr>
          <p:nvPr/>
        </p:nvSpPr>
        <p:spPr bwMode="auto">
          <a:xfrm>
            <a:off x="1930835" y="2018185"/>
            <a:ext cx="6367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1</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39">
            <a:extLst>
              <a:ext uri="{FF2B5EF4-FFF2-40B4-BE49-F238E27FC236}">
                <a16:creationId xmlns:a16="http://schemas.microsoft.com/office/drawing/2014/main" id="{6F97C0D3-9366-1E44-91B7-26E28BCB755A}"/>
              </a:ext>
            </a:extLst>
          </p:cNvPr>
          <p:cNvSpPr txBox="1">
            <a:spLocks noChangeArrowheads="1"/>
          </p:cNvSpPr>
          <p:nvPr/>
        </p:nvSpPr>
        <p:spPr bwMode="auto">
          <a:xfrm>
            <a:off x="3897189" y="1558195"/>
            <a:ext cx="6832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0</a:t>
            </a:r>
            <a:endParaRPr kumimoji="1" lang="zh-CN" altLang="en-US" sz="1200" dirty="0">
              <a:latin typeface="Montserrat" panose="00000500000000000000" pitchFamily="2" charset="0"/>
              <a:ea typeface="微软雅黑 Light" panose="020B0502040204020203" pitchFamily="34" charset="-122"/>
            </a:endParaRPr>
          </a:p>
        </p:txBody>
      </p:sp>
      <p:grpSp>
        <p:nvGrpSpPr>
          <p:cNvPr id="13" name="组合 12">
            <a:extLst>
              <a:ext uri="{FF2B5EF4-FFF2-40B4-BE49-F238E27FC236}">
                <a16:creationId xmlns:a16="http://schemas.microsoft.com/office/drawing/2014/main" id="{9A2BD5F7-7CE7-E26D-1AB0-25C9AFF0FE83}"/>
              </a:ext>
            </a:extLst>
          </p:cNvPr>
          <p:cNvGrpSpPr/>
          <p:nvPr/>
        </p:nvGrpSpPr>
        <p:grpSpPr>
          <a:xfrm>
            <a:off x="3315259" y="1881386"/>
            <a:ext cx="383439" cy="413459"/>
            <a:chOff x="2437084" y="1837372"/>
            <a:chExt cx="383439" cy="413459"/>
          </a:xfrm>
        </p:grpSpPr>
        <p:pic>
          <p:nvPicPr>
            <p:cNvPr id="14" name="Picture 49">
              <a:extLst>
                <a:ext uri="{FF2B5EF4-FFF2-40B4-BE49-F238E27FC236}">
                  <a16:creationId xmlns:a16="http://schemas.microsoft.com/office/drawing/2014/main" id="{3240F06C-C5AD-11E0-0022-FA87F04184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39">
              <a:extLst>
                <a:ext uri="{FF2B5EF4-FFF2-40B4-BE49-F238E27FC236}">
                  <a16:creationId xmlns:a16="http://schemas.microsoft.com/office/drawing/2014/main" id="{010CBA7C-2F41-A8A4-ED70-3B898BA5B440}"/>
                </a:ext>
              </a:extLst>
            </p:cNvPr>
            <p:cNvSpPr txBox="1">
              <a:spLocks noChangeArrowheads="1"/>
            </p:cNvSpPr>
            <p:nvPr/>
          </p:nvSpPr>
          <p:spPr bwMode="auto">
            <a:xfrm>
              <a:off x="2437084" y="1837372"/>
              <a:ext cx="38343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R2</a:t>
              </a:r>
              <a:endParaRPr kumimoji="1" lang="zh-CN" altLang="en-US" sz="1200" dirty="0">
                <a:latin typeface="Montserrat" panose="00000500000000000000" pitchFamily="2" charset="0"/>
                <a:ea typeface="微软雅黑 Light" panose="020B0502040204020203" pitchFamily="34" charset="-122"/>
              </a:endParaRPr>
            </a:p>
          </p:txBody>
        </p:sp>
      </p:grpSp>
      <p:grpSp>
        <p:nvGrpSpPr>
          <p:cNvPr id="16" name="组合 15">
            <a:extLst>
              <a:ext uri="{FF2B5EF4-FFF2-40B4-BE49-F238E27FC236}">
                <a16:creationId xmlns:a16="http://schemas.microsoft.com/office/drawing/2014/main" id="{1E81FD7A-5EA2-F594-F8F9-36AB9B04DB56}"/>
              </a:ext>
            </a:extLst>
          </p:cNvPr>
          <p:cNvGrpSpPr/>
          <p:nvPr/>
        </p:nvGrpSpPr>
        <p:grpSpPr>
          <a:xfrm>
            <a:off x="3856953" y="2365020"/>
            <a:ext cx="381836" cy="413459"/>
            <a:chOff x="2437885" y="1837372"/>
            <a:chExt cx="381836" cy="413459"/>
          </a:xfrm>
        </p:grpSpPr>
        <p:pic>
          <p:nvPicPr>
            <p:cNvPr id="17" name="Picture 49">
              <a:extLst>
                <a:ext uri="{FF2B5EF4-FFF2-40B4-BE49-F238E27FC236}">
                  <a16:creationId xmlns:a16="http://schemas.microsoft.com/office/drawing/2014/main" id="{5C01E194-8B44-EA24-BC21-AC5990025F8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39">
              <a:extLst>
                <a:ext uri="{FF2B5EF4-FFF2-40B4-BE49-F238E27FC236}">
                  <a16:creationId xmlns:a16="http://schemas.microsoft.com/office/drawing/2014/main" id="{163A7991-F7A1-9DE2-2AA7-6A5947BF8B86}"/>
                </a:ext>
              </a:extLst>
            </p:cNvPr>
            <p:cNvSpPr txBox="1">
              <a:spLocks noChangeArrowheads="1"/>
            </p:cNvSpPr>
            <p:nvPr/>
          </p:nvSpPr>
          <p:spPr bwMode="auto">
            <a:xfrm>
              <a:off x="2437885" y="1837372"/>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R3</a:t>
              </a:r>
              <a:endParaRPr kumimoji="1" lang="zh-CN" altLang="en-US" sz="12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6643037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6915</TotalTime>
  <Words>26910</Words>
  <Application>Microsoft Office PowerPoint</Application>
  <PresentationFormat>全屏显示(16:9)</PresentationFormat>
  <Paragraphs>5941</Paragraphs>
  <Slides>345</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345</vt:i4>
      </vt:variant>
    </vt:vector>
  </HeadingPairs>
  <TitlesOfParts>
    <vt:vector size="361" baseType="lpstr">
      <vt:lpstr>微软雅黑</vt:lpstr>
      <vt:lpstr>Tahoma</vt:lpstr>
      <vt:lpstr>宋体</vt:lpstr>
      <vt:lpstr>Times New Roman</vt:lpstr>
      <vt:lpstr>Montserrat</vt:lpstr>
      <vt:lpstr>Symbol</vt:lpstr>
      <vt:lpstr>Courier New</vt:lpstr>
      <vt:lpstr>Arial</vt:lpstr>
      <vt:lpstr>Calibri</vt:lpstr>
      <vt:lpstr>微软雅黑 Light</vt:lpstr>
      <vt:lpstr>Wingdings</vt:lpstr>
      <vt:lpstr>微软雅黑</vt:lpstr>
      <vt:lpstr>黑体</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PowerPoint 演示文稿</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428</cp:revision>
  <dcterms:modified xsi:type="dcterms:W3CDTF">2025-11-19T01:23:46Z</dcterms:modified>
</cp:coreProperties>
</file>
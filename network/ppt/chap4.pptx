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45"/>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872" r:id="rId135"/>
    <p:sldId id="700" r:id="rId136"/>
    <p:sldId id="701" r:id="rId137"/>
    <p:sldId id="703" r:id="rId138"/>
    <p:sldId id="704" r:id="rId139"/>
    <p:sldId id="705" r:id="rId140"/>
    <p:sldId id="706" r:id="rId141"/>
    <p:sldId id="707" r:id="rId142"/>
    <p:sldId id="708" r:id="rId143"/>
    <p:sldId id="709" r:id="rId144"/>
    <p:sldId id="862" r:id="rId145"/>
    <p:sldId id="711" r:id="rId146"/>
    <p:sldId id="712" r:id="rId147"/>
    <p:sldId id="714" r:id="rId148"/>
    <p:sldId id="715" r:id="rId149"/>
    <p:sldId id="716" r:id="rId150"/>
    <p:sldId id="717" r:id="rId151"/>
    <p:sldId id="718" r:id="rId152"/>
    <p:sldId id="719" r:id="rId153"/>
    <p:sldId id="720" r:id="rId154"/>
    <p:sldId id="721" r:id="rId155"/>
    <p:sldId id="722" r:id="rId156"/>
    <p:sldId id="723" r:id="rId157"/>
    <p:sldId id="724" r:id="rId158"/>
    <p:sldId id="725" r:id="rId159"/>
    <p:sldId id="727" r:id="rId160"/>
    <p:sldId id="728" r:id="rId161"/>
    <p:sldId id="729" r:id="rId162"/>
    <p:sldId id="730" r:id="rId163"/>
    <p:sldId id="731" r:id="rId164"/>
    <p:sldId id="732" r:id="rId165"/>
    <p:sldId id="735" r:id="rId166"/>
    <p:sldId id="736" r:id="rId167"/>
    <p:sldId id="737" r:id="rId168"/>
    <p:sldId id="738" r:id="rId169"/>
    <p:sldId id="740" r:id="rId170"/>
    <p:sldId id="741" r:id="rId171"/>
    <p:sldId id="743" r:id="rId172"/>
    <p:sldId id="863" r:id="rId173"/>
    <p:sldId id="416" r:id="rId174"/>
    <p:sldId id="745" r:id="rId175"/>
    <p:sldId id="746" r:id="rId176"/>
    <p:sldId id="747" r:id="rId177"/>
    <p:sldId id="419" r:id="rId178"/>
    <p:sldId id="421" r:id="rId179"/>
    <p:sldId id="422" r:id="rId180"/>
    <p:sldId id="423" r:id="rId181"/>
    <p:sldId id="873" r:id="rId182"/>
    <p:sldId id="874" r:id="rId183"/>
    <p:sldId id="426" r:id="rId184"/>
    <p:sldId id="748" r:id="rId185"/>
    <p:sldId id="875" r:id="rId186"/>
    <p:sldId id="427" r:id="rId187"/>
    <p:sldId id="749" r:id="rId188"/>
    <p:sldId id="429" r:id="rId189"/>
    <p:sldId id="430" r:id="rId190"/>
    <p:sldId id="750" r:id="rId191"/>
    <p:sldId id="431" r:id="rId192"/>
    <p:sldId id="432" r:id="rId193"/>
    <p:sldId id="434" r:id="rId194"/>
    <p:sldId id="435" r:id="rId195"/>
    <p:sldId id="436" r:id="rId196"/>
    <p:sldId id="437" r:id="rId197"/>
    <p:sldId id="751" r:id="rId198"/>
    <p:sldId id="442" r:id="rId199"/>
    <p:sldId id="441" r:id="rId200"/>
    <p:sldId id="443" r:id="rId201"/>
    <p:sldId id="444" r:id="rId202"/>
    <p:sldId id="445" r:id="rId203"/>
    <p:sldId id="446" r:id="rId204"/>
    <p:sldId id="447" r:id="rId205"/>
    <p:sldId id="753" r:id="rId206"/>
    <p:sldId id="449" r:id="rId207"/>
    <p:sldId id="450" r:id="rId208"/>
    <p:sldId id="452" r:id="rId209"/>
    <p:sldId id="453" r:id="rId210"/>
    <p:sldId id="457" r:id="rId211"/>
    <p:sldId id="459" r:id="rId212"/>
    <p:sldId id="458" r:id="rId213"/>
    <p:sldId id="460" r:id="rId214"/>
    <p:sldId id="756" r:id="rId215"/>
    <p:sldId id="461" r:id="rId216"/>
    <p:sldId id="463" r:id="rId217"/>
    <p:sldId id="464" r:id="rId218"/>
    <p:sldId id="759" r:id="rId219"/>
    <p:sldId id="760" r:id="rId220"/>
    <p:sldId id="761" r:id="rId221"/>
    <p:sldId id="762" r:id="rId222"/>
    <p:sldId id="764" r:id="rId223"/>
    <p:sldId id="763" r:id="rId224"/>
    <p:sldId id="766" r:id="rId225"/>
    <p:sldId id="765" r:id="rId226"/>
    <p:sldId id="769" r:id="rId227"/>
    <p:sldId id="770" r:id="rId228"/>
    <p:sldId id="771" r:id="rId229"/>
    <p:sldId id="467" r:id="rId230"/>
    <p:sldId id="469" r:id="rId231"/>
    <p:sldId id="773" r:id="rId232"/>
    <p:sldId id="774" r:id="rId233"/>
    <p:sldId id="859" r:id="rId234"/>
    <p:sldId id="776" r:id="rId235"/>
    <p:sldId id="777" r:id="rId236"/>
    <p:sldId id="858" r:id="rId237"/>
    <p:sldId id="778" r:id="rId238"/>
    <p:sldId id="860" r:id="rId239"/>
    <p:sldId id="474" r:id="rId240"/>
    <p:sldId id="475" r:id="rId241"/>
    <p:sldId id="476" r:id="rId242"/>
    <p:sldId id="781" r:id="rId243"/>
    <p:sldId id="782" r:id="rId244"/>
    <p:sldId id="483" r:id="rId245"/>
    <p:sldId id="485" r:id="rId246"/>
    <p:sldId id="487" r:id="rId247"/>
    <p:sldId id="488" r:id="rId248"/>
    <p:sldId id="784" r:id="rId249"/>
    <p:sldId id="785" r:id="rId250"/>
    <p:sldId id="864" r:id="rId251"/>
    <p:sldId id="527" r:id="rId252"/>
    <p:sldId id="528" r:id="rId253"/>
    <p:sldId id="529" r:id="rId254"/>
    <p:sldId id="530" r:id="rId255"/>
    <p:sldId id="531" r:id="rId256"/>
    <p:sldId id="532" r:id="rId257"/>
    <p:sldId id="533" r:id="rId258"/>
    <p:sldId id="534" r:id="rId259"/>
    <p:sldId id="786" r:id="rId260"/>
    <p:sldId id="537" r:id="rId261"/>
    <p:sldId id="539" r:id="rId262"/>
    <p:sldId id="540" r:id="rId263"/>
    <p:sldId id="541" r:id="rId264"/>
    <p:sldId id="542" r:id="rId265"/>
    <p:sldId id="789" r:id="rId266"/>
    <p:sldId id="790" r:id="rId267"/>
    <p:sldId id="791" r:id="rId268"/>
    <p:sldId id="792" r:id="rId269"/>
    <p:sldId id="545" r:id="rId270"/>
    <p:sldId id="794" r:id="rId271"/>
    <p:sldId id="548" r:id="rId272"/>
    <p:sldId id="549" r:id="rId273"/>
    <p:sldId id="550" r:id="rId274"/>
    <p:sldId id="797" r:id="rId275"/>
    <p:sldId id="796" r:id="rId276"/>
    <p:sldId id="552" r:id="rId277"/>
    <p:sldId id="553" r:id="rId278"/>
    <p:sldId id="554" r:id="rId279"/>
    <p:sldId id="800" r:id="rId280"/>
    <p:sldId id="555" r:id="rId281"/>
    <p:sldId id="865" r:id="rId282"/>
    <p:sldId id="557" r:id="rId283"/>
    <p:sldId id="558" r:id="rId284"/>
    <p:sldId id="560" r:id="rId285"/>
    <p:sldId id="561" r:id="rId286"/>
    <p:sldId id="562" r:id="rId287"/>
    <p:sldId id="563" r:id="rId288"/>
    <p:sldId id="564" r:id="rId289"/>
    <p:sldId id="565" r:id="rId290"/>
    <p:sldId id="566" r:id="rId291"/>
    <p:sldId id="868" r:id="rId292"/>
    <p:sldId id="568" r:id="rId293"/>
    <p:sldId id="569" r:id="rId294"/>
    <p:sldId id="570" r:id="rId295"/>
    <p:sldId id="572" r:id="rId296"/>
    <p:sldId id="573" r:id="rId297"/>
    <p:sldId id="574" r:id="rId298"/>
    <p:sldId id="575" r:id="rId299"/>
    <p:sldId id="866" r:id="rId300"/>
    <p:sldId id="578" r:id="rId301"/>
    <p:sldId id="579" r:id="rId302"/>
    <p:sldId id="581" r:id="rId303"/>
    <p:sldId id="582" r:id="rId304"/>
    <p:sldId id="584" r:id="rId305"/>
    <p:sldId id="583" r:id="rId306"/>
    <p:sldId id="585" r:id="rId307"/>
    <p:sldId id="805" r:id="rId308"/>
    <p:sldId id="806" r:id="rId309"/>
    <p:sldId id="588" r:id="rId310"/>
    <p:sldId id="808" r:id="rId311"/>
    <p:sldId id="809" r:id="rId312"/>
    <p:sldId id="590" r:id="rId313"/>
    <p:sldId id="592" r:id="rId314"/>
    <p:sldId id="593" r:id="rId315"/>
    <p:sldId id="810" r:id="rId316"/>
    <p:sldId id="811" r:id="rId317"/>
    <p:sldId id="812" r:id="rId318"/>
    <p:sldId id="813" r:id="rId319"/>
    <p:sldId id="814" r:id="rId320"/>
    <p:sldId id="815" r:id="rId321"/>
    <p:sldId id="816" r:id="rId322"/>
    <p:sldId id="867" r:id="rId323"/>
    <p:sldId id="817" r:id="rId324"/>
    <p:sldId id="821" r:id="rId325"/>
    <p:sldId id="820" r:id="rId326"/>
    <p:sldId id="822" r:id="rId327"/>
    <p:sldId id="823" r:id="rId328"/>
    <p:sldId id="824" r:id="rId329"/>
    <p:sldId id="826" r:id="rId330"/>
    <p:sldId id="827" r:id="rId331"/>
    <p:sldId id="828" r:id="rId332"/>
    <p:sldId id="825" r:id="rId333"/>
    <p:sldId id="829" r:id="rId334"/>
    <p:sldId id="870" r:id="rId335"/>
    <p:sldId id="830" r:id="rId336"/>
    <p:sldId id="871" r:id="rId337"/>
    <p:sldId id="831" r:id="rId338"/>
    <p:sldId id="835" r:id="rId339"/>
    <p:sldId id="833" r:id="rId340"/>
    <p:sldId id="836" r:id="rId341"/>
    <p:sldId id="834" r:id="rId342"/>
    <p:sldId id="838" r:id="rId343"/>
    <p:sldId id="839" r:id="rId344"/>
  </p:sldIdLst>
  <p:sldSz cx="9144000" cy="5143500" type="screen16x9"/>
  <p:notesSz cx="6858000" cy="9144000"/>
  <p:embeddedFontLst>
    <p:embeddedFont>
      <p:font typeface="Montserrat" panose="00000500000000000000" pitchFamily="2" charset="0"/>
      <p:regular r:id="rId346"/>
    </p:embeddedFont>
    <p:embeddedFont>
      <p:font typeface="Tahoma" panose="020B0604030504040204" pitchFamily="34" charset="0"/>
      <p:regular r:id="rId347"/>
      <p:bold r:id="rId348"/>
    </p:embeddedFont>
    <p:embeddedFont>
      <p:font typeface="黑体" panose="02010609060101010101" pitchFamily="49" charset="-122"/>
      <p:regular r:id="rId349"/>
    </p:embeddedFont>
    <p:embeddedFont>
      <p:font typeface="微软雅黑" panose="020B0503020204020204" pitchFamily="34" charset="-122"/>
      <p:regular r:id="rId350"/>
      <p:bold r:id="rId351"/>
    </p:embeddedFont>
    <p:embeddedFont>
      <p:font typeface="微软雅黑" panose="020B0503020204020204" pitchFamily="34" charset="-122"/>
      <p:regular r:id="rId350"/>
      <p:bold r:id="rId351"/>
    </p:embeddedFont>
    <p:embeddedFont>
      <p:font typeface="微软雅黑 Light" panose="020B0502040204020203" pitchFamily="34" charset="-122"/>
      <p:regular r:id="rId352"/>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00B2FD"/>
    <a:srgbClr val="FFFFFF"/>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40" d="100"/>
          <a:sy n="140" d="100"/>
        </p:scale>
        <p:origin x="684" y="276"/>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font" Target="fonts/font1.fntdata"/><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font" Target="fonts/font3.fntdata"/><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font" Target="fonts/font4.fntdata"/><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font" Target="fonts/font5.fntdata"/><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font" Target="fonts/font6.fntdata"/><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slide" Target="slides/slide340.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font" Target="fonts/font7.fntdata"/><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slide" Target="slides/slide341.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353" Type="http://schemas.openxmlformats.org/officeDocument/2006/relationships/presProps" Target="presProps.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viewProps" Target="viewProps.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theme" Target="theme/theme1.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notesMaster" Target="notesMasters/notesMaster1.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tableStyles" Target="tableStyles.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font" Target="fonts/font2.fntdata"/><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s>
</file>

<file path=ppt/diagrams/_rels/data12.xml.rels><?xml version="1.0" encoding="UTF-8" standalone="yes"?>
<Relationships xmlns="http://schemas.openxmlformats.org/package/2006/relationships"><Relationship Id="rId1" Type="http://schemas.openxmlformats.org/officeDocument/2006/relationships/image" Target="../media/image57.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57.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en-US" sz="1400" b="0" i="0" kern="1200" baseline="0" dirty="0">
              <a:latin typeface="Montserrat" panose="00000500000000000000" pitchFamily="2" charset="0"/>
              <a:ea typeface="微软雅黑 Light" panose="020B0502040204020203" pitchFamily="34" charset="-122"/>
            </a:rPr>
            <a:t>数据层面</a:t>
          </a: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en-US" sz="1400" b="0" i="0" kern="1200" baseline="0" dirty="0">
              <a:latin typeface="Montserrat" panose="00000500000000000000" pitchFamily="2" charset="0"/>
              <a:ea typeface="微软雅黑 Light" panose="020B0502040204020203" pitchFamily="34" charset="-122"/>
            </a:rPr>
            <a:t>路由器根据本路由器生成的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en-US"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en-US" sz="1400" b="0" i="0" kern="1200" baseline="0" dirty="0">
              <a:latin typeface="Montserrat" panose="00000500000000000000" pitchFamily="2" charset="0"/>
              <a:ea typeface="微软雅黑 Light" panose="020B0502040204020203" pitchFamily="34" charset="-122"/>
            </a:rPr>
            <a:t>出去。</a:t>
          </a: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2025/11/13</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4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4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4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137</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158</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178</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191</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192</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207</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208</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273</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274</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290</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294</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302</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304</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321</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338</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340</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341</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342</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343</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 Id="rId4" Type="http://schemas.openxmlformats.org/officeDocument/2006/relationships/image" Target="../media/image25.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0.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30.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6.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8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0.wmf"/></Relationships>
</file>

<file path=ppt/slides/_rels/slide18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10.wmf"/><Relationship Id="rId4" Type="http://schemas.openxmlformats.org/officeDocument/2006/relationships/image" Target="../media/image35.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2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31.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3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50.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7.png"/><Relationship Id="rId1" Type="http://schemas.openxmlformats.org/officeDocument/2006/relationships/slideLayout" Target="../slideLayouts/slideLayout3.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22.wmf"/></Relationships>
</file>

<file path=ppt/slides/_rels/slide25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7.png"/><Relationship Id="rId1" Type="http://schemas.openxmlformats.org/officeDocument/2006/relationships/slideLayout" Target="../slideLayouts/slideLayout3.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22.wmf"/></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10.wmf"/><Relationship Id="rId1" Type="http://schemas.openxmlformats.org/officeDocument/2006/relationships/slideLayout" Target="../slideLayouts/slideLayout3.xml"/><Relationship Id="rId5" Type="http://schemas.openxmlformats.org/officeDocument/2006/relationships/image" Target="../media/image39.svg"/><Relationship Id="rId4" Type="http://schemas.openxmlformats.org/officeDocument/2006/relationships/image" Target="../media/image38.png"/></Relationships>
</file>

<file path=ppt/slides/_rels/slide261.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22.wmf"/><Relationship Id="rId7" Type="http://schemas.openxmlformats.org/officeDocument/2006/relationships/image" Target="../media/image43.svg"/><Relationship Id="rId2" Type="http://schemas.openxmlformats.org/officeDocument/2006/relationships/image" Target="../media/image10.wmf"/><Relationship Id="rId1" Type="http://schemas.openxmlformats.org/officeDocument/2006/relationships/slideLayout" Target="../slideLayouts/slideLayout3.xml"/><Relationship Id="rId6" Type="http://schemas.openxmlformats.org/officeDocument/2006/relationships/image" Target="../media/image42.png"/><Relationship Id="rId5" Type="http://schemas.openxmlformats.org/officeDocument/2006/relationships/image" Target="../media/image41.svg"/><Relationship Id="rId4" Type="http://schemas.openxmlformats.org/officeDocument/2006/relationships/image" Target="../media/image40.png"/><Relationship Id="rId9" Type="http://schemas.openxmlformats.org/officeDocument/2006/relationships/image" Target="../media/image45.sv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image" Target="../media/image46.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7.x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image" Target="../media/image46.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8.x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image" Target="../media/image46.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3" Type="http://schemas.openxmlformats.org/officeDocument/2006/relationships/image" Target="../media/image48.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3" Type="http://schemas.openxmlformats.org/officeDocument/2006/relationships/image" Target="../media/image48.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2" Type="http://schemas.openxmlformats.org/officeDocument/2006/relationships/image" Target="../media/image48.wmf"/><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7.xml.rels><?xml version="1.0" encoding="UTF-8" standalone="yes"?>
<Relationships xmlns="http://schemas.openxmlformats.org/package/2006/relationships"><Relationship Id="rId3" Type="http://schemas.openxmlformats.org/officeDocument/2006/relationships/image" Target="../media/image49.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2" Type="http://schemas.openxmlformats.org/officeDocument/2006/relationships/image" Target="../media/image50.jpeg"/><Relationship Id="rId1" Type="http://schemas.openxmlformats.org/officeDocument/2006/relationships/slideLayout" Target="../slideLayouts/slideLayout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51.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49.wmf"/></Relationships>
</file>

<file path=ppt/slides/_rels/slide289.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51.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49.wmf"/></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91.xml.rels><?xml version="1.0" encoding="UTF-8" standalone="yes"?>
<Relationships xmlns="http://schemas.openxmlformats.org/package/2006/relationships"><Relationship Id="rId2" Type="http://schemas.openxmlformats.org/officeDocument/2006/relationships/image" Target="../media/image50.jpeg"/><Relationship Id="rId1" Type="http://schemas.openxmlformats.org/officeDocument/2006/relationships/slideLayout" Target="../slideLayouts/slideLayout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49.wmf"/></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2" Type="http://schemas.openxmlformats.org/officeDocument/2006/relationships/image" Target="../media/image52.jpg"/><Relationship Id="rId1" Type="http://schemas.openxmlformats.org/officeDocument/2006/relationships/slideLayout" Target="../slideLayouts/slideLayout1.xml"/></Relationships>
</file>

<file path=ppt/slides/_rels/slide300.xml.rels><?xml version="1.0" encoding="UTF-8" standalone="yes"?>
<Relationships xmlns="http://schemas.openxmlformats.org/package/2006/relationships"><Relationship Id="rId2" Type="http://schemas.openxmlformats.org/officeDocument/2006/relationships/image" Target="../media/image53.wmf"/><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51.png"/><Relationship Id="rId4" Type="http://schemas.openxmlformats.org/officeDocument/2006/relationships/image" Target="../media/image53.wmf"/></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1.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1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53.wmf"/></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1.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22.xml.rels><?xml version="1.0" encoding="UTF-8" standalone="yes"?>
<Relationships xmlns="http://schemas.openxmlformats.org/package/2006/relationships"><Relationship Id="rId2" Type="http://schemas.openxmlformats.org/officeDocument/2006/relationships/image" Target="../media/image54.jpeg"/><Relationship Id="rId1" Type="http://schemas.openxmlformats.org/officeDocument/2006/relationships/slideLayout" Target="../slideLayouts/slideLayout1.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8.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image" Target="../media/image51.png"/><Relationship Id="rId1" Type="http://schemas.openxmlformats.org/officeDocument/2006/relationships/slideLayout" Target="../slideLayouts/slideLayout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56.wmf"/></Relationships>
</file>

<file path=ppt/slides/_rels/slide3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56.wmf"/></Relationships>
</file>

<file path=ppt/slides/_rels/slide33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56.wmf"/></Relationships>
</file>

<file path=ppt/slides/_rels/slide33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56.wmf"/></Relationships>
</file>

<file path=ppt/slides/_rels/slide33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56.wmf"/></Relationships>
</file>

<file path=ppt/slides/_rels/slide33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56.wmf"/></Relationships>
</file>

<file path=ppt/slides/_rels/slide33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56.wmf"/></Relationships>
</file>

<file path=ppt/slides/_rels/slide339.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40.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41.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486000" y="550723"/>
            <a:ext cx="8172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900000"/>
            <a:ext cx="8172000" cy="37035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900000"/>
            <a:ext cx="8172000" cy="37035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485775" y="550863"/>
            <a:ext cx="8172450" cy="338137"/>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900000"/>
            <a:ext cx="8172000" cy="37035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486000" y="550723"/>
            <a:ext cx="8172000" cy="338554"/>
          </a:xfrm>
        </p:spPr>
        <p:txBody>
          <a:bodyPr/>
          <a:lstStyle/>
          <a:p>
            <a:r>
              <a:rPr lang="en-US" altLang="zh-CN" dirty="0"/>
              <a:t>4.2  </a:t>
            </a:r>
            <a:r>
              <a:rPr lang="zh-CN" altLang="en-US" dirty="0"/>
              <a:t>网际协议 </a:t>
            </a:r>
            <a:r>
              <a:rPr lang="en-US" altLang="zh-CN" dirty="0"/>
              <a:t>IP </a:t>
            </a:r>
            <a:endParaRPr lang="zh-CN" altLang="en-US" dirty="0"/>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486000" y="550723"/>
            <a:ext cx="8172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900000"/>
            <a:ext cx="8172000" cy="37035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486000" y="550723"/>
            <a:ext cx="8172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486000" y="550723"/>
            <a:ext cx="8172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486000" y="550723"/>
            <a:ext cx="8172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486000" y="550723"/>
            <a:ext cx="8172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486000" y="550723"/>
            <a:ext cx="8172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486000" y="550723"/>
            <a:ext cx="8172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900000"/>
            <a:ext cx="8172000" cy="37035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1"/>
          </p:nvPr>
        </p:nvSpPr>
        <p:spPr>
          <a:xfrm>
            <a:off x="486000" y="900000"/>
            <a:ext cx="8172000" cy="3703500"/>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1"/>
          </p:nvPr>
        </p:nvSpPr>
        <p:spPr>
          <a:xfrm>
            <a:off x="486000" y="900000"/>
            <a:ext cx="8172000" cy="3703500"/>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736804"/>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Transport layer</a:t>
            </a:r>
            <a:endParaRPr kumimoji="1" lang="zh-CN" altLang="en-US" sz="1200" dirty="0">
              <a:latin typeface="Montserrat" panose="00000500000000000000" pitchFamily="2" charset="0"/>
              <a:ea typeface="微软雅黑 Light" panose="020B0502040204020203" pitchFamily="34" charset="-122"/>
            </a:endParaRPr>
          </a:p>
        </p:txBody>
      </p:sp>
      <p:sp>
        <p:nvSpPr>
          <p:cNvPr id="62" name="Rectangle 5"/>
          <p:cNvSpPr>
            <a:spLocks noChangeArrowheads="1"/>
          </p:cNvSpPr>
          <p:nvPr/>
        </p:nvSpPr>
        <p:spPr bwMode="auto">
          <a:xfrm>
            <a:off x="1773858" y="3189021"/>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Network layer</a:t>
            </a:r>
            <a:endParaRPr kumimoji="1" lang="zh-CN" altLang="en-US" sz="1200" dirty="0">
              <a:latin typeface="Montserrat" panose="00000500000000000000" pitchFamily="2" charset="0"/>
              <a:ea typeface="微软雅黑 Light" panose="020B0502040204020203" pitchFamily="34" charset="-122"/>
            </a:endParaRPr>
          </a:p>
        </p:txBody>
      </p:sp>
      <p:sp>
        <p:nvSpPr>
          <p:cNvPr id="63" name="Rectangle 11"/>
          <p:cNvSpPr>
            <a:spLocks noChangeArrowheads="1"/>
          </p:cNvSpPr>
          <p:nvPr/>
        </p:nvSpPr>
        <p:spPr bwMode="auto">
          <a:xfrm>
            <a:off x="3161201" y="3783524"/>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3199566" y="3790715"/>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4023039" y="3783524"/>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3221239" y="3796159"/>
            <a:ext cx="7521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Header</a:t>
            </a:r>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69" name="Rectangle 13"/>
          <p:cNvSpPr>
            <a:spLocks noChangeArrowheads="1"/>
          </p:cNvSpPr>
          <p:nvPr/>
        </p:nvSpPr>
        <p:spPr bwMode="auto">
          <a:xfrm>
            <a:off x="4828347" y="2885768"/>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690185" y="2885768"/>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73" name="Rectangle 17"/>
          <p:cNvSpPr>
            <a:spLocks noChangeArrowheads="1"/>
          </p:cNvSpPr>
          <p:nvPr/>
        </p:nvSpPr>
        <p:spPr bwMode="auto">
          <a:xfrm>
            <a:off x="3390526" y="326975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4195834"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586157"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84" name="Text Box 31"/>
          <p:cNvSpPr txBox="1">
            <a:spLocks noChangeArrowheads="1"/>
          </p:cNvSpPr>
          <p:nvPr/>
        </p:nvSpPr>
        <p:spPr bwMode="auto">
          <a:xfrm>
            <a:off x="4616632" y="3796159"/>
            <a:ext cx="55656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Data</a:t>
            </a:r>
            <a:endParaRPr kumimoji="1" lang="zh-CN" altLang="en-US" sz="1200" dirty="0">
              <a:latin typeface="Montserrat" panose="00000500000000000000" pitchFamily="2" charset="0"/>
              <a:ea typeface="微软雅黑 Light" panose="020B0502040204020203" pitchFamily="34" charset="-122"/>
            </a:endParaRPr>
          </a:p>
        </p:txBody>
      </p:sp>
      <p:sp>
        <p:nvSpPr>
          <p:cNvPr id="85" name="Line 32"/>
          <p:cNvSpPr>
            <a:spLocks noChangeShapeType="1"/>
          </p:cNvSpPr>
          <p:nvPr/>
        </p:nvSpPr>
        <p:spPr bwMode="auto">
          <a:xfrm>
            <a:off x="3161201" y="4274038"/>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654486" y="4135539"/>
            <a:ext cx="912429" cy="276999"/>
          </a:xfrm>
          <a:prstGeom prst="rect">
            <a:avLst/>
          </a:prstGeom>
          <a:solidFill>
            <a:schemeClr val="bg1"/>
          </a:solidFill>
          <a:ln>
            <a:noFill/>
          </a:ln>
          <a:effec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IP packet</a:t>
            </a:r>
            <a:endParaRPr kumimoji="1" lang="zh-CN" altLang="en-US" sz="1200" dirty="0">
              <a:latin typeface="Montserrat" panose="00000500000000000000" pitchFamily="2" charset="0"/>
              <a:ea typeface="微软雅黑 Light" panose="020B0502040204020203" pitchFamily="34" charset="-122"/>
            </a:endParaRP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735582" y="3486364"/>
            <a:ext cx="1159332"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540356" y="3486364"/>
            <a:ext cx="354558"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endCxn id="69" idx="2"/>
          </p:cNvCxnSpPr>
          <p:nvPr/>
        </p:nvCxnSpPr>
        <p:spPr>
          <a:xfrm flipV="1">
            <a:off x="4892249" y="3102376"/>
            <a:ext cx="280620" cy="681148"/>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894914" y="3102376"/>
            <a:ext cx="1140327"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894914" y="3486364"/>
            <a:ext cx="2035765"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4">
            <a:extLst>
              <a:ext uri="{FF2B5EF4-FFF2-40B4-BE49-F238E27FC236}">
                <a16:creationId xmlns:a16="http://schemas.microsoft.com/office/drawing/2014/main" id="{320F1867-4216-F9A6-8083-AEC06E3D4A22}"/>
              </a:ext>
            </a:extLst>
          </p:cNvPr>
          <p:cNvSpPr>
            <a:spLocks noChangeArrowheads="1"/>
          </p:cNvSpPr>
          <p:nvPr/>
        </p:nvSpPr>
        <p:spPr bwMode="auto">
          <a:xfrm>
            <a:off x="1773858" y="2280648"/>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Application layer</a:t>
            </a:r>
            <a:endParaRPr kumimoji="1" lang="zh-CN" altLang="en-US" sz="1200" dirty="0">
              <a:latin typeface="Montserrat" panose="00000500000000000000" pitchFamily="2" charset="0"/>
              <a:ea typeface="微软雅黑 Light" panose="020B0502040204020203" pitchFamily="34" charset="-122"/>
            </a:endParaRPr>
          </a:p>
        </p:txBody>
      </p:sp>
      <p:sp>
        <p:nvSpPr>
          <p:cNvPr id="3" name="Rectangle 13">
            <a:extLst>
              <a:ext uri="{FF2B5EF4-FFF2-40B4-BE49-F238E27FC236}">
                <a16:creationId xmlns:a16="http://schemas.microsoft.com/office/drawing/2014/main" id="{06DA3490-E6E7-1A6C-5326-9D5EA557DB09}"/>
              </a:ext>
            </a:extLst>
          </p:cNvPr>
          <p:cNvSpPr>
            <a:spLocks noChangeArrowheads="1"/>
          </p:cNvSpPr>
          <p:nvPr/>
        </p:nvSpPr>
        <p:spPr bwMode="auto">
          <a:xfrm>
            <a:off x="5691253" y="2406531"/>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8" name="直接箭头连接符 7">
            <a:extLst>
              <a:ext uri="{FF2B5EF4-FFF2-40B4-BE49-F238E27FC236}">
                <a16:creationId xmlns:a16="http://schemas.microsoft.com/office/drawing/2014/main" id="{39CD83D3-D511-82D5-6C18-FACE0C6DBE1F}"/>
              </a:ext>
            </a:extLst>
          </p:cNvPr>
          <p:cNvCxnSpPr>
            <a:cxnSpLocks/>
            <a:stCxn id="71" idx="0"/>
            <a:endCxn id="3" idx="2"/>
          </p:cNvCxnSpPr>
          <p:nvPr/>
        </p:nvCxnSpPr>
        <p:spPr>
          <a:xfrm flipV="1">
            <a:off x="6035241" y="2623139"/>
            <a:ext cx="534" cy="26262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92080F4D-DB8D-5AD2-7717-250BFDEDB452}"/>
              </a:ext>
            </a:extLst>
          </p:cNvPr>
          <p:cNvGraphicFramePr>
            <a:graphicFrameLocks noGrp="1"/>
          </p:cNvGraphicFramePr>
          <p:nvPr>
            <p:extLst>
              <p:ext uri="{D42A27DB-BD31-4B8C-83A1-F6EECF244321}">
                <p14:modId xmlns:p14="http://schemas.microsoft.com/office/powerpoint/2010/main" val="2255913941"/>
              </p:ext>
            </p:extLst>
          </p:nvPr>
        </p:nvGraphicFramePr>
        <p:xfrm>
          <a:off x="2032000" y="719667"/>
          <a:ext cx="4788000" cy="3348360"/>
        </p:xfrm>
        <a:graphic>
          <a:graphicData uri="http://schemas.openxmlformats.org/drawingml/2006/table">
            <a:tbl>
              <a:tblPr firstRow="1" bandRow="1">
                <a:tableStyleId>{5C22544A-7EE6-4342-B048-85BDC9FD1C3A}</a:tableStyleId>
              </a:tblPr>
              <a:tblGrid>
                <a:gridCol w="369753">
                  <a:extLst>
                    <a:ext uri="{9D8B030D-6E8A-4147-A177-3AD203B41FA5}">
                      <a16:colId xmlns:a16="http://schemas.microsoft.com/office/drawing/2014/main" val="1298098468"/>
                    </a:ext>
                  </a:extLst>
                </a:gridCol>
                <a:gridCol w="680682">
                  <a:extLst>
                    <a:ext uri="{9D8B030D-6E8A-4147-A177-3AD203B41FA5}">
                      <a16:colId xmlns:a16="http://schemas.microsoft.com/office/drawing/2014/main" val="3786676652"/>
                    </a:ext>
                  </a:extLst>
                </a:gridCol>
                <a:gridCol w="745065">
                  <a:extLst>
                    <a:ext uri="{9D8B030D-6E8A-4147-A177-3AD203B41FA5}">
                      <a16:colId xmlns:a16="http://schemas.microsoft.com/office/drawing/2014/main" val="3092522330"/>
                    </a:ext>
                  </a:extLst>
                </a:gridCol>
                <a:gridCol w="598500">
                  <a:extLst>
                    <a:ext uri="{9D8B030D-6E8A-4147-A177-3AD203B41FA5}">
                      <a16:colId xmlns:a16="http://schemas.microsoft.com/office/drawing/2014/main" val="4237102363"/>
                    </a:ext>
                  </a:extLst>
                </a:gridCol>
                <a:gridCol w="598500">
                  <a:extLst>
                    <a:ext uri="{9D8B030D-6E8A-4147-A177-3AD203B41FA5}">
                      <a16:colId xmlns:a16="http://schemas.microsoft.com/office/drawing/2014/main" val="1546270910"/>
                    </a:ext>
                  </a:extLst>
                </a:gridCol>
                <a:gridCol w="598500">
                  <a:extLst>
                    <a:ext uri="{9D8B030D-6E8A-4147-A177-3AD203B41FA5}">
                      <a16:colId xmlns:a16="http://schemas.microsoft.com/office/drawing/2014/main" val="1773478025"/>
                    </a:ext>
                  </a:extLst>
                </a:gridCol>
                <a:gridCol w="598500">
                  <a:extLst>
                    <a:ext uri="{9D8B030D-6E8A-4147-A177-3AD203B41FA5}">
                      <a16:colId xmlns:a16="http://schemas.microsoft.com/office/drawing/2014/main" val="4005713678"/>
                    </a:ext>
                  </a:extLst>
                </a:gridCol>
                <a:gridCol w="598500">
                  <a:extLst>
                    <a:ext uri="{9D8B030D-6E8A-4147-A177-3AD203B41FA5}">
                      <a16:colId xmlns:a16="http://schemas.microsoft.com/office/drawing/2014/main" val="794738505"/>
                    </a:ext>
                  </a:extLst>
                </a:gridCol>
              </a:tblGrid>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Application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880760125"/>
                  </a:ext>
                </a:extLst>
              </a:tr>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Transport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4759638"/>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84229006"/>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ctr" defTabSz="914400" rtl="0" eaLnBrk="1" latinLnBrk="0" hangingPunct="1">
                        <a:lnSpc>
                          <a:spcPct val="150000"/>
                        </a:lnSpc>
                      </a:pPr>
                      <a:r>
                        <a:rPr lang="en-US" altLang="zh-CN" sz="1200" kern="1200" dirty="0">
                          <a:solidFill>
                            <a:schemeClr val="tx1"/>
                          </a:solidFill>
                          <a:latin typeface="Montserrat" panose="00000500000000000000" pitchFamily="2" charset="0"/>
                          <a:ea typeface="+mn-ea"/>
                          <a:cs typeface="Courier New" panose="02070309020205020404" pitchFamily="49" charset="0"/>
                        </a:rPr>
                        <a:t>ICMP</a:t>
                      </a:r>
                      <a:endParaRPr lang="zh-CN" altLang="en-US" sz="1200" kern="1200" dirty="0">
                        <a:solidFill>
                          <a:schemeClr val="tx1"/>
                        </a:solidFill>
                        <a:latin typeface="Montserrat" panose="00000500000000000000" pitchFamily="2" charset="0"/>
                        <a:ea typeface="+mn-ea"/>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solidFill>
                            <a:schemeClr val="bg1"/>
                          </a:solidFill>
                          <a:latin typeface="Montserrat" panose="00000500000000000000" pitchFamily="2" charset="0"/>
                          <a:cs typeface="Courier New" panose="02070309020205020404" pitchFamily="49" charset="0"/>
                        </a:rPr>
                        <a:t>IGMP</a:t>
                      </a:r>
                      <a:endParaRPr lang="zh-CN" altLang="en-US" sz="1200" dirty="0">
                        <a:solidFill>
                          <a:schemeClr val="bg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992608700"/>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IP</a:t>
                      </a: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713461082"/>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668549254"/>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tc>
                  <a:txBody>
                    <a:bodyPr/>
                    <a:lstStyle/>
                    <a:p>
                      <a:pPr algn="ctr">
                        <a:lnSpc>
                          <a:spcPct val="150000"/>
                        </a:lnSpc>
                      </a:pPr>
                      <a:r>
                        <a:rPr lang="en-US" altLang="zh-CN" sz="1200" dirty="0">
                          <a:solidFill>
                            <a:schemeClr val="tx1"/>
                          </a:solidFill>
                          <a:latin typeface="Montserrat" panose="00000500000000000000" pitchFamily="2" charset="0"/>
                          <a:cs typeface="Courier New" panose="02070309020205020404" pitchFamily="49" charset="0"/>
                        </a:rPr>
                        <a:t>ARP</a:t>
                      </a:r>
                      <a:endParaRPr lang="zh-CN" altLang="en-US" sz="120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912501089"/>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Network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B w="9525" cap="flat" cmpd="sng" algn="ctr">
                      <a:solidFill>
                        <a:schemeClr val="tx1"/>
                      </a:solidFill>
                      <a:prstDash val="solid"/>
                      <a:round/>
                      <a:headEnd type="none" w="med" len="med"/>
                      <a:tailEnd type="none" w="med" len="med"/>
                    </a:lnB>
                    <a:noFill/>
                  </a:tcPr>
                </a:tc>
                <a:tc hMerge="1">
                  <a:txBody>
                    <a:bodyPr/>
                    <a:lstStyle/>
                    <a:p>
                      <a:endParaRPr dirty="0"/>
                    </a:p>
                  </a:txBody>
                  <a:tcPr anchor="ctr">
                    <a:lnB w="6350"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Courier New" panose="02070309020205020404" pitchFamily="49" charset="0"/>
                        <a:cs typeface="Courier New" panose="02070309020205020404" pitchFamily="49" charset="0"/>
                      </a:endParaRPr>
                    </a:p>
                  </a:txBody>
                  <a:tcP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2924307"/>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Link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dirty="0"/>
                    </a:p>
                  </a:txBody>
                  <a:tcPr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endParaRPr lang="zh-CN" altLang="en-US"/>
                    </a:p>
                  </a:txBody>
                  <a:tcPr>
                    <a:lnT w="6350" cap="flat" cmpd="sng" algn="ctr">
                      <a:solidFill>
                        <a:schemeClr val="tx1"/>
                      </a:solidFill>
                      <a:prstDash val="solid"/>
                      <a:round/>
                      <a:headEnd type="none" w="med" len="med"/>
                      <a:tailEnd type="none" w="med" len="med"/>
                    </a:lnT>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MAC</a:t>
                      </a: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0002304"/>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Physical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2523587"/>
                  </a:ext>
                </a:extLst>
              </a:tr>
            </a:tbl>
          </a:graphicData>
        </a:graphic>
      </p:graphicFrame>
      <p:cxnSp>
        <p:nvCxnSpPr>
          <p:cNvPr id="5" name="直接箭头连接符 4">
            <a:extLst>
              <a:ext uri="{FF2B5EF4-FFF2-40B4-BE49-F238E27FC236}">
                <a16:creationId xmlns:a16="http://schemas.microsoft.com/office/drawing/2014/main" id="{8312F5A9-860E-6E6B-D074-38976FC71D4F}"/>
              </a:ext>
            </a:extLst>
          </p:cNvPr>
          <p:cNvCxnSpPr/>
          <p:nvPr/>
        </p:nvCxnSpPr>
        <p:spPr>
          <a:xfrm>
            <a:off x="5994400" y="3081881"/>
            <a:ext cx="0" cy="360000"/>
          </a:xfrm>
          <a:prstGeom prst="straightConnector1">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连接符: 肘形 5">
            <a:extLst>
              <a:ext uri="{FF2B5EF4-FFF2-40B4-BE49-F238E27FC236}">
                <a16:creationId xmlns:a16="http://schemas.microsoft.com/office/drawing/2014/main" id="{1D70025C-26E1-B87B-BCED-4DEB9E9E3053}"/>
              </a:ext>
            </a:extLst>
          </p:cNvPr>
          <p:cNvCxnSpPr/>
          <p:nvPr/>
        </p:nvCxnSpPr>
        <p:spPr>
          <a:xfrm rot="16200000" flipH="1">
            <a:off x="5218785" y="1901729"/>
            <a:ext cx="432000" cy="1116000"/>
          </a:xfrm>
          <a:prstGeom prst="bentConnector3">
            <a:avLst>
              <a:gd name="adj1" fmla="val 346"/>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72483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sp>
        <p:nvSpPr>
          <p:cNvPr id="8" name="Text Box 7"/>
          <p:cNvSpPr txBox="1">
            <a:spLocks noChangeArrowheads="1"/>
          </p:cNvSpPr>
          <p:nvPr/>
        </p:nvSpPr>
        <p:spPr bwMode="auto">
          <a:xfrm>
            <a:off x="2117966" y="168807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R1</a:t>
            </a:r>
          </a:p>
        </p:txBody>
      </p:sp>
      <p:sp>
        <p:nvSpPr>
          <p:cNvPr id="94" name="Rectangle 9"/>
          <p:cNvSpPr>
            <a:spLocks noChangeArrowheads="1"/>
          </p:cNvSpPr>
          <p:nvPr/>
        </p:nvSpPr>
        <p:spPr bwMode="auto">
          <a:xfrm>
            <a:off x="86252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236736"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412835" y="3460231"/>
            <a:ext cx="356394" cy="205957"/>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118327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1076359" y="3299047"/>
            <a:ext cx="267295" cy="10745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450573" y="3030408"/>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236736" y="3084136"/>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236736" y="3406503"/>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397114" y="3675142"/>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985163" y="3567686"/>
            <a:ext cx="427672"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557491" y="340650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77132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397114" y="3084136"/>
            <a:ext cx="213836"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397114" y="3191592"/>
            <a:ext cx="267295" cy="10745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771327" y="3352775"/>
            <a:ext cx="267295"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931704" y="3084136"/>
            <a:ext cx="427672" cy="53727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2038622" y="3299047"/>
            <a:ext cx="267295" cy="10745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412835" y="3084136"/>
            <a:ext cx="160377" cy="376095"/>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2252458" y="3640443"/>
            <a:ext cx="3962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R4</a:t>
            </a:r>
          </a:p>
        </p:txBody>
      </p:sp>
      <p:sp>
        <p:nvSpPr>
          <p:cNvPr id="98" name="Oval 16"/>
          <p:cNvSpPr>
            <a:spLocks noChangeArrowheads="1"/>
          </p:cNvSpPr>
          <p:nvPr/>
        </p:nvSpPr>
        <p:spPr bwMode="auto">
          <a:xfrm>
            <a:off x="2252458"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9" name="Rectangle 43"/>
          <p:cNvSpPr>
            <a:spLocks noChangeArrowheads="1"/>
          </p:cNvSpPr>
          <p:nvPr/>
        </p:nvSpPr>
        <p:spPr bwMode="auto">
          <a:xfrm>
            <a:off x="339301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5103703" y="329904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767226" y="3084136"/>
            <a:ext cx="481131"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820685" y="3728870"/>
            <a:ext cx="641509"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622571" y="3621414"/>
            <a:ext cx="320754"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462194"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4034522" y="3675142"/>
            <a:ext cx="267295" cy="10745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5050244" y="3406503"/>
            <a:ext cx="160377" cy="161183"/>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713767" y="3179279"/>
            <a:ext cx="615893" cy="5495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836407" y="3567686"/>
            <a:ext cx="267295" cy="10745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569112" y="3137864"/>
            <a:ext cx="534591"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3" name="Text Box 66"/>
          <p:cNvSpPr txBox="1">
            <a:spLocks noChangeArrowheads="1"/>
          </p:cNvSpPr>
          <p:nvPr/>
        </p:nvSpPr>
        <p:spPr bwMode="auto">
          <a:xfrm>
            <a:off x="4569112" y="2834526"/>
            <a:ext cx="3818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R3</a:t>
            </a:r>
          </a:p>
        </p:txBody>
      </p:sp>
      <p:sp>
        <p:nvSpPr>
          <p:cNvPr id="70" name="Oval 44"/>
          <p:cNvSpPr>
            <a:spLocks noChangeArrowheads="1"/>
          </p:cNvSpPr>
          <p:nvPr/>
        </p:nvSpPr>
        <p:spPr bwMode="auto">
          <a:xfrm>
            <a:off x="3553390" y="3030408"/>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606849"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6" name="Rectangle 69"/>
          <p:cNvSpPr>
            <a:spLocks noChangeArrowheads="1"/>
          </p:cNvSpPr>
          <p:nvPr/>
        </p:nvSpPr>
        <p:spPr bwMode="auto">
          <a:xfrm>
            <a:off x="86252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236736" y="1526029"/>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9" name="Oval 75"/>
          <p:cNvSpPr>
            <a:spLocks noChangeArrowheads="1"/>
          </p:cNvSpPr>
          <p:nvPr/>
        </p:nvSpPr>
        <p:spPr bwMode="auto">
          <a:xfrm>
            <a:off x="1183277" y="217076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412835" y="206330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1076359" y="1848396"/>
            <a:ext cx="267295" cy="10745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771327" y="2224491"/>
            <a:ext cx="267295" cy="10745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450573" y="1579757"/>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236736" y="1633484"/>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236736" y="1955852"/>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397114" y="2224491"/>
            <a:ext cx="374213" cy="5372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2038622" y="2117035"/>
            <a:ext cx="374213" cy="16118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519754" y="1687212"/>
            <a:ext cx="0" cy="376095"/>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862523"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6" name="Rectangle 93"/>
          <p:cNvSpPr>
            <a:spLocks noChangeArrowheads="1"/>
          </p:cNvSpPr>
          <p:nvPr/>
        </p:nvSpPr>
        <p:spPr bwMode="auto">
          <a:xfrm>
            <a:off x="339301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606849" y="174094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5103703"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569112" y="1579757"/>
            <a:ext cx="588050" cy="64473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767226" y="1526029"/>
            <a:ext cx="694968" cy="268639"/>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5157162" y="1579757"/>
            <a:ext cx="53459"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927604" y="2278219"/>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408735" y="1526029"/>
            <a:ext cx="694968"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658211" y="1794668"/>
            <a:ext cx="267295" cy="10745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713767" y="1848396"/>
            <a:ext cx="0"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408735"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5050244"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981063" y="1579757"/>
            <a:ext cx="267295" cy="10745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5050244" y="1794668"/>
            <a:ext cx="267295" cy="10745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858552" y="192115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R2</a:t>
            </a:r>
          </a:p>
        </p:txBody>
      </p:sp>
      <p:sp>
        <p:nvSpPr>
          <p:cNvPr id="18" name="Oval 95"/>
          <p:cNvSpPr>
            <a:spLocks noChangeArrowheads="1"/>
          </p:cNvSpPr>
          <p:nvPr/>
        </p:nvSpPr>
        <p:spPr bwMode="auto">
          <a:xfrm>
            <a:off x="4248358"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Line 123"/>
          <p:cNvSpPr>
            <a:spLocks noChangeShapeType="1"/>
          </p:cNvSpPr>
          <p:nvPr/>
        </p:nvSpPr>
        <p:spPr bwMode="auto">
          <a:xfrm>
            <a:off x="2656741" y="161713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0352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4569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
        <p:nvSpPr>
          <p:cNvPr id="5" name="Text Box 91">
            <a:extLst>
              <a:ext uri="{FF2B5EF4-FFF2-40B4-BE49-F238E27FC236}">
                <a16:creationId xmlns:a16="http://schemas.microsoft.com/office/drawing/2014/main" id="{8FB1C699-EB4B-D8D5-63B5-F77F3E018342}"/>
              </a:ext>
            </a:extLst>
          </p:cNvPr>
          <p:cNvSpPr txBox="1">
            <a:spLocks noChangeArrowheads="1"/>
          </p:cNvSpPr>
          <p:nvPr/>
        </p:nvSpPr>
        <p:spPr bwMode="auto">
          <a:xfrm>
            <a:off x="5088066"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6" name="Text Box 91">
            <a:extLst>
              <a:ext uri="{FF2B5EF4-FFF2-40B4-BE49-F238E27FC236}">
                <a16:creationId xmlns:a16="http://schemas.microsoft.com/office/drawing/2014/main" id="{0494D937-DEF0-EBA4-8E03-7DAFA8FE71C9}"/>
              </a:ext>
            </a:extLst>
          </p:cNvPr>
          <p:cNvSpPr txBox="1">
            <a:spLocks noChangeArrowheads="1"/>
          </p:cNvSpPr>
          <p:nvPr/>
        </p:nvSpPr>
        <p:spPr bwMode="auto">
          <a:xfrm>
            <a:off x="5088066"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29" name="Text Box 91">
            <a:extLst>
              <a:ext uri="{FF2B5EF4-FFF2-40B4-BE49-F238E27FC236}">
                <a16:creationId xmlns:a16="http://schemas.microsoft.com/office/drawing/2014/main" id="{100E59C7-3637-6AB4-68D8-85AA1BD63A34}"/>
              </a:ext>
            </a:extLst>
          </p:cNvPr>
          <p:cNvSpPr txBox="1">
            <a:spLocks noChangeArrowheads="1"/>
          </p:cNvSpPr>
          <p:nvPr/>
        </p:nvSpPr>
        <p:spPr bwMode="auto">
          <a:xfrm>
            <a:off x="862523"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pic>
        <p:nvPicPr>
          <p:cNvPr id="130" name="Picture 35">
            <a:extLst>
              <a:ext uri="{FF2B5EF4-FFF2-40B4-BE49-F238E27FC236}">
                <a16:creationId xmlns:a16="http://schemas.microsoft.com/office/drawing/2014/main" id="{D9118026-6CA8-B584-DC74-951F8A83E78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5384" y="2981001"/>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35">
            <a:extLst>
              <a:ext uri="{FF2B5EF4-FFF2-40B4-BE49-F238E27FC236}">
                <a16:creationId xmlns:a16="http://schemas.microsoft.com/office/drawing/2014/main" id="{C13754FF-37C2-6104-9A9B-17798064AD7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1724" y="211703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35">
            <a:extLst>
              <a:ext uri="{FF2B5EF4-FFF2-40B4-BE49-F238E27FC236}">
                <a16:creationId xmlns:a16="http://schemas.microsoft.com/office/drawing/2014/main" id="{9F9B702A-CE94-08A2-F5DD-15D4B4D1FC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48273" y="145370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9B176AB4-FC43-CB74-8044-A09097EB3579}"/>
              </a:ext>
            </a:extLst>
          </p:cNvPr>
          <p:cNvSpPr>
            <a:spLocks noGrp="1"/>
          </p:cNvSpPr>
          <p:nvPr>
            <p:ph sz="quarter" idx="11"/>
          </p:nvPr>
        </p:nvSpPr>
        <p:spPr>
          <a:xfrm>
            <a:off x="486000" y="900000"/>
            <a:ext cx="8172000" cy="3703500"/>
          </a:xfrm>
        </p:spPr>
        <p:txBody>
          <a:bodyPr/>
          <a:lstStyle/>
          <a:p>
            <a:r>
              <a:rPr lang="zh-CN" altLang="en-US" dirty="0"/>
              <a:t>自治系统之间的路由选择也叫做域间路由选择 </a:t>
            </a:r>
            <a:r>
              <a:rPr lang="en-US" altLang="zh-CN" dirty="0"/>
              <a:t>(interdomain routing)</a:t>
            </a:r>
            <a:r>
              <a:rPr lang="zh-CN" altLang="en-US" dirty="0"/>
              <a:t>。</a:t>
            </a:r>
            <a:endParaRPr lang="en-US" altLang="zh-CN" dirty="0"/>
          </a:p>
          <a:p>
            <a:r>
              <a:rPr lang="zh-CN" altLang="en-US" dirty="0"/>
              <a:t>自治系统内部的路由选择叫做域内路由选择 </a:t>
            </a:r>
            <a:r>
              <a:rPr lang="en-US" altLang="zh-CN" dirty="0"/>
              <a:t>(intradomain routing) </a:t>
            </a:r>
            <a:r>
              <a:rPr lang="zh-CN" altLang="en-US" dirty="0"/>
              <a:t>。</a:t>
            </a:r>
          </a:p>
          <a:p>
            <a:endParaRPr lang="zh-CN" altLang="en-US" dirty="0"/>
          </a:p>
        </p:txBody>
      </p:sp>
      <p:sp>
        <p:nvSpPr>
          <p:cNvPr id="2" name="标题 1">
            <a:extLst>
              <a:ext uri="{FF2B5EF4-FFF2-40B4-BE49-F238E27FC236}">
                <a16:creationId xmlns:a16="http://schemas.microsoft.com/office/drawing/2014/main" id="{044A8B83-9C6B-DC06-BB67-70AD823E6781}"/>
              </a:ext>
            </a:extLst>
          </p:cNvPr>
          <p:cNvSpPr>
            <a:spLocks noGrp="1"/>
          </p:cNvSpPr>
          <p:nvPr>
            <p:ph type="title"/>
          </p:nvPr>
        </p:nvSpPr>
        <p:spPr>
          <a:xfrm>
            <a:off x="486000" y="550723"/>
            <a:ext cx="8172000" cy="338554"/>
          </a:xfrm>
        </p:spPr>
        <p:txBody>
          <a:bodyPr/>
          <a:lstStyle/>
          <a:p>
            <a:r>
              <a:rPr lang="zh-CN" altLang="en-US" dirty="0"/>
              <a:t>自治系统和内部网关协议、外部网关协议 </a:t>
            </a:r>
          </a:p>
        </p:txBody>
      </p:sp>
      <p:sp>
        <p:nvSpPr>
          <p:cNvPr id="38" name="云形 37">
            <a:extLst>
              <a:ext uri="{FF2B5EF4-FFF2-40B4-BE49-F238E27FC236}">
                <a16:creationId xmlns:a16="http://schemas.microsoft.com/office/drawing/2014/main" id="{C30589A2-81E8-CBFB-D135-214A864B9B6A}"/>
              </a:ext>
            </a:extLst>
          </p:cNvPr>
          <p:cNvSpPr/>
          <p:nvPr/>
        </p:nvSpPr>
        <p:spPr>
          <a:xfrm>
            <a:off x="5211164" y="3212343"/>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sp>
        <p:nvSpPr>
          <p:cNvPr id="39" name="云形 38">
            <a:extLst>
              <a:ext uri="{FF2B5EF4-FFF2-40B4-BE49-F238E27FC236}">
                <a16:creationId xmlns:a16="http://schemas.microsoft.com/office/drawing/2014/main" id="{2D4D3E49-1345-EA78-B2A7-6916FDA4D46B}"/>
              </a:ext>
            </a:extLst>
          </p:cNvPr>
          <p:cNvSpPr/>
          <p:nvPr/>
        </p:nvSpPr>
        <p:spPr>
          <a:xfrm>
            <a:off x="1796163" y="3210257"/>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0" name="Picture 179">
            <a:extLst>
              <a:ext uri="{FF2B5EF4-FFF2-40B4-BE49-F238E27FC236}">
                <a16:creationId xmlns:a16="http://schemas.microsoft.com/office/drawing/2014/main" id="{08C1808B-A2E6-C89B-962A-62F1C9A874D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719585"/>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180">
            <a:extLst>
              <a:ext uri="{FF2B5EF4-FFF2-40B4-BE49-F238E27FC236}">
                <a16:creationId xmlns:a16="http://schemas.microsoft.com/office/drawing/2014/main" id="{071A68EF-3A41-1080-6D0A-EDDE5C59A67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686205"/>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2" name="直接连接符 41">
            <a:extLst>
              <a:ext uri="{FF2B5EF4-FFF2-40B4-BE49-F238E27FC236}">
                <a16:creationId xmlns:a16="http://schemas.microsoft.com/office/drawing/2014/main" id="{2B94EDF8-558A-B252-3315-3D3A966CEFD9}"/>
              </a:ext>
            </a:extLst>
          </p:cNvPr>
          <p:cNvCxnSpPr>
            <a:stCxn id="40" idx="3"/>
            <a:endCxn id="41" idx="1"/>
          </p:cNvCxnSpPr>
          <p:nvPr/>
        </p:nvCxnSpPr>
        <p:spPr>
          <a:xfrm flipV="1">
            <a:off x="3845193" y="3851049"/>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云形 42">
            <a:extLst>
              <a:ext uri="{FF2B5EF4-FFF2-40B4-BE49-F238E27FC236}">
                <a16:creationId xmlns:a16="http://schemas.microsoft.com/office/drawing/2014/main" id="{69E9C865-75E1-9436-0B76-B0F86E8B4B12}"/>
              </a:ext>
            </a:extLst>
          </p:cNvPr>
          <p:cNvSpPr/>
          <p:nvPr/>
        </p:nvSpPr>
        <p:spPr>
          <a:xfrm>
            <a:off x="3468441" y="1808285"/>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4" name="Picture 179">
            <a:extLst>
              <a:ext uri="{FF2B5EF4-FFF2-40B4-BE49-F238E27FC236}">
                <a16:creationId xmlns:a16="http://schemas.microsoft.com/office/drawing/2014/main" id="{4A55CA49-733E-FDDB-603C-ED9DE2D36E4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971362"/>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5" name="直接连接符 44">
            <a:extLst>
              <a:ext uri="{FF2B5EF4-FFF2-40B4-BE49-F238E27FC236}">
                <a16:creationId xmlns:a16="http://schemas.microsoft.com/office/drawing/2014/main" id="{93F97166-C92D-E06A-C4AB-BF1AFBBAF844}"/>
              </a:ext>
            </a:extLst>
          </p:cNvPr>
          <p:cNvCxnSpPr>
            <a:cxnSpLocks/>
            <a:stCxn id="40" idx="0"/>
            <a:endCxn id="44" idx="1"/>
          </p:cNvCxnSpPr>
          <p:nvPr/>
        </p:nvCxnSpPr>
        <p:spPr>
          <a:xfrm flipV="1">
            <a:off x="3583611" y="3135045"/>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089E5F0A-B682-F673-297C-F606AB5D9295}"/>
              </a:ext>
            </a:extLst>
          </p:cNvPr>
          <p:cNvCxnSpPr>
            <a:cxnSpLocks/>
            <a:stCxn id="44" idx="3"/>
            <a:endCxn id="41" idx="0"/>
          </p:cNvCxnSpPr>
          <p:nvPr/>
        </p:nvCxnSpPr>
        <p:spPr>
          <a:xfrm>
            <a:off x="4692064" y="3135045"/>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云形 3">
            <a:extLst>
              <a:ext uri="{FF2B5EF4-FFF2-40B4-BE49-F238E27FC236}">
                <a16:creationId xmlns:a16="http://schemas.microsoft.com/office/drawing/2014/main" id="{5B27824E-0ACA-ECDE-20AC-B8472369210E}"/>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EB72E4C-E417-2FB1-B1BB-C12588A10815}"/>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4F914A0F-A482-30AF-0E8B-A85F376AD01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5BAC143C-F78F-03B5-00AD-50591848ECB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BE5FE92B-2D7D-3BF4-D5B7-AC6018EE4758}"/>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BD8CC20F-4AED-A61E-A341-05F11AEF1E82}"/>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616D5089-5133-F709-E989-206FB4B3E50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45F1093F-722F-6945-862D-609F2DC012F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49A112B1-3C96-DCBB-B6DD-851D80124E97}"/>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C40BD3D6-A9DE-6E9E-B314-DE3909738624}"/>
              </a:ext>
            </a:extLst>
          </p:cNvPr>
          <p:cNvSpPr txBox="1"/>
          <p:nvPr/>
        </p:nvSpPr>
        <p:spPr>
          <a:xfrm>
            <a:off x="3517048" y="2666901"/>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DD65EAE2-5879-7239-E5A1-0729DB6EE668}"/>
              </a:ext>
            </a:extLst>
          </p:cNvPr>
          <p:cNvSpPr txBox="1"/>
          <p:nvPr/>
        </p:nvSpPr>
        <p:spPr>
          <a:xfrm>
            <a:off x="4129305" y="3441725"/>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BFFDD7B0-EBA6-303B-21E4-3261FEDE7046}"/>
              </a:ext>
            </a:extLst>
          </p:cNvPr>
          <p:cNvSpPr txBox="1"/>
          <p:nvPr/>
        </p:nvSpPr>
        <p:spPr>
          <a:xfrm>
            <a:off x="4577358" y="2943900"/>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931634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792D5-9079-4ED8-6B4C-96B9109262B9}"/>
            </a:ext>
          </a:extLst>
        </p:cNvPr>
        <p:cNvGrpSpPr/>
        <p:nvPr/>
      </p:nvGrpSpPr>
      <p:grpSpPr>
        <a:xfrm>
          <a:off x="0" y="0"/>
          <a:ext cx="0" cy="0"/>
          <a:chOff x="0" y="0"/>
          <a:chExt cx="0" cy="0"/>
        </a:xfrm>
      </p:grpSpPr>
      <p:sp>
        <p:nvSpPr>
          <p:cNvPr id="4" name="云形 3">
            <a:extLst>
              <a:ext uri="{FF2B5EF4-FFF2-40B4-BE49-F238E27FC236}">
                <a16:creationId xmlns:a16="http://schemas.microsoft.com/office/drawing/2014/main" id="{9BD6116D-E150-834A-4039-8F465C4D3563}"/>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5120372-C374-2DD9-E15E-6D504EF8BBA1}"/>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OSPF</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14777A4C-E97E-735B-A88B-B9DE69B3BD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37218CBA-A635-CCD6-9F67-8B7C82E7CAE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EB52806A-2179-0EE7-F00B-098C94D1D233}"/>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273D0585-892B-A1A6-39B9-9C0A62DF74B8}"/>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F22EC365-53F0-7208-050F-300521BB2B0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FC9A42B2-9893-DDDD-448D-E42085D6682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CC2FAD1C-7F56-0C83-4BE8-6067A89BD6AF}"/>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B2F82F8-BD86-55B1-303C-6A7CC55DEDB1}"/>
              </a:ext>
            </a:extLst>
          </p:cNvPr>
          <p:cNvSpPr txBox="1"/>
          <p:nvPr/>
        </p:nvSpPr>
        <p:spPr>
          <a:xfrm>
            <a:off x="3510636" y="2666901"/>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A7151968-0260-0E21-5849-AF85023D1E28}"/>
              </a:ext>
            </a:extLst>
          </p:cNvPr>
          <p:cNvSpPr txBox="1"/>
          <p:nvPr/>
        </p:nvSpPr>
        <p:spPr>
          <a:xfrm>
            <a:off x="4122893" y="3441725"/>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90DE416F-F8F0-6690-75D0-C19F0FD143E5}"/>
              </a:ext>
            </a:extLst>
          </p:cNvPr>
          <p:cNvSpPr txBox="1"/>
          <p:nvPr/>
        </p:nvSpPr>
        <p:spPr>
          <a:xfrm>
            <a:off x="4570946" y="2943900"/>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26913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6A4DAA75-B0C1-823B-7171-0BDEE4D7A5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1487962"/>
            <a:ext cx="528750" cy="360000"/>
          </a:xfrm>
          <a:prstGeom prst="rect">
            <a:avLst/>
          </a:prstGeom>
        </p:spPr>
      </p:pic>
      <p:sp>
        <p:nvSpPr>
          <p:cNvPr id="5" name="云形 4">
            <a:extLst>
              <a:ext uri="{FF2B5EF4-FFF2-40B4-BE49-F238E27FC236}">
                <a16:creationId xmlns:a16="http://schemas.microsoft.com/office/drawing/2014/main" id="{AF3B0B92-54A5-58B7-94A7-E2B3992289BF}"/>
              </a:ext>
            </a:extLst>
          </p:cNvPr>
          <p:cNvSpPr/>
          <p:nvPr/>
        </p:nvSpPr>
        <p:spPr>
          <a:xfrm>
            <a:off x="2112348"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NET1</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sp>
        <p:nvSpPr>
          <p:cNvPr id="6" name="云形 5">
            <a:extLst>
              <a:ext uri="{FF2B5EF4-FFF2-40B4-BE49-F238E27FC236}">
                <a16:creationId xmlns:a16="http://schemas.microsoft.com/office/drawing/2014/main" id="{BC7B3D3F-8A7F-C352-EB23-1AABA3B549EB}"/>
              </a:ext>
            </a:extLst>
          </p:cNvPr>
          <p:cNvSpPr/>
          <p:nvPr/>
        </p:nvSpPr>
        <p:spPr>
          <a:xfrm>
            <a:off x="5907106"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NET2</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7" name="图片 6">
            <a:extLst>
              <a:ext uri="{FF2B5EF4-FFF2-40B4-BE49-F238E27FC236}">
                <a16:creationId xmlns:a16="http://schemas.microsoft.com/office/drawing/2014/main" id="{C15A005D-A06F-0977-740A-A955BDD6FC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2732300"/>
            <a:ext cx="528750" cy="360000"/>
          </a:xfrm>
          <a:prstGeom prst="rect">
            <a:avLst/>
          </a:prstGeom>
        </p:spPr>
      </p:pic>
      <p:sp>
        <p:nvSpPr>
          <p:cNvPr id="8" name="云形 7">
            <a:extLst>
              <a:ext uri="{FF2B5EF4-FFF2-40B4-BE49-F238E27FC236}">
                <a16:creationId xmlns:a16="http://schemas.microsoft.com/office/drawing/2014/main" id="{24A99EE5-234B-D421-6EC3-08A7272050E4}"/>
              </a:ext>
            </a:extLst>
          </p:cNvPr>
          <p:cNvSpPr/>
          <p:nvPr/>
        </p:nvSpPr>
        <p:spPr>
          <a:xfrm>
            <a:off x="2578049" y="2912300"/>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NET3</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9" name="图片 8">
            <a:extLst>
              <a:ext uri="{FF2B5EF4-FFF2-40B4-BE49-F238E27FC236}">
                <a16:creationId xmlns:a16="http://schemas.microsoft.com/office/drawing/2014/main" id="{401FB74C-FF46-E067-A113-D8C0BCF609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12371" y="3873625"/>
            <a:ext cx="528750" cy="360000"/>
          </a:xfrm>
          <a:prstGeom prst="rect">
            <a:avLst/>
          </a:prstGeom>
        </p:spPr>
      </p:pic>
      <p:cxnSp>
        <p:nvCxnSpPr>
          <p:cNvPr id="10" name="直接连接符 9">
            <a:extLst>
              <a:ext uri="{FF2B5EF4-FFF2-40B4-BE49-F238E27FC236}">
                <a16:creationId xmlns:a16="http://schemas.microsoft.com/office/drawing/2014/main" id="{AB320C23-BEE5-2C7B-4661-8C8C9AF9B8D4}"/>
              </a:ext>
            </a:extLst>
          </p:cNvPr>
          <p:cNvCxnSpPr>
            <a:stCxn id="5" idx="0"/>
            <a:endCxn id="4" idx="1"/>
          </p:cNvCxnSpPr>
          <p:nvPr/>
        </p:nvCxnSpPr>
        <p:spPr>
          <a:xfrm>
            <a:off x="3075068" y="1667962"/>
            <a:ext cx="1101678"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CE896C29-D1AA-D3FC-9225-C55140C1E24B}"/>
              </a:ext>
            </a:extLst>
          </p:cNvPr>
          <p:cNvCxnSpPr>
            <a:stCxn id="4" idx="3"/>
            <a:endCxn id="6" idx="2"/>
          </p:cNvCxnSpPr>
          <p:nvPr/>
        </p:nvCxnSpPr>
        <p:spPr>
          <a:xfrm>
            <a:off x="4705496" y="1667962"/>
            <a:ext cx="1204599"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EF5929A-A639-6439-743C-73BA72EB750A}"/>
              </a:ext>
            </a:extLst>
          </p:cNvPr>
          <p:cNvCxnSpPr>
            <a:stCxn id="6" idx="1"/>
            <a:endCxn id="7" idx="3"/>
          </p:cNvCxnSpPr>
          <p:nvPr/>
        </p:nvCxnSpPr>
        <p:spPr>
          <a:xfrm flipH="1">
            <a:off x="4705496" y="2001389"/>
            <a:ext cx="1683372" cy="910911"/>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CF7EA39C-AB19-0999-940C-81E8A852204D}"/>
              </a:ext>
            </a:extLst>
          </p:cNvPr>
          <p:cNvCxnSpPr>
            <a:stCxn id="7" idx="1"/>
            <a:endCxn id="8" idx="0"/>
          </p:cNvCxnSpPr>
          <p:nvPr/>
        </p:nvCxnSpPr>
        <p:spPr>
          <a:xfrm flipH="1">
            <a:off x="3540769" y="2912300"/>
            <a:ext cx="635977" cy="33414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B07404F1-EC71-4611-0CD4-4B8767783C2A}"/>
              </a:ext>
            </a:extLst>
          </p:cNvPr>
          <p:cNvCxnSpPr>
            <a:stCxn id="8" idx="1"/>
            <a:endCxn id="9" idx="1"/>
          </p:cNvCxnSpPr>
          <p:nvPr/>
        </p:nvCxnSpPr>
        <p:spPr>
          <a:xfrm>
            <a:off x="3059811" y="3579867"/>
            <a:ext cx="852560" cy="47375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云形 14">
            <a:extLst>
              <a:ext uri="{FF2B5EF4-FFF2-40B4-BE49-F238E27FC236}">
                <a16:creationId xmlns:a16="http://schemas.microsoft.com/office/drawing/2014/main" id="{04837FC9-8F7C-9EDF-6FC7-2E4F1C3AFBD6}"/>
              </a:ext>
            </a:extLst>
          </p:cNvPr>
          <p:cNvSpPr/>
          <p:nvPr/>
        </p:nvSpPr>
        <p:spPr>
          <a:xfrm>
            <a:off x="5473136" y="3719485"/>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NET4</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cxnSp>
        <p:nvCxnSpPr>
          <p:cNvPr id="16" name="直接连接符 15">
            <a:extLst>
              <a:ext uri="{FF2B5EF4-FFF2-40B4-BE49-F238E27FC236}">
                <a16:creationId xmlns:a16="http://schemas.microsoft.com/office/drawing/2014/main" id="{94512E90-07F6-C6D4-17ED-1EC4D9CDB140}"/>
              </a:ext>
            </a:extLst>
          </p:cNvPr>
          <p:cNvCxnSpPr>
            <a:stCxn id="9" idx="3"/>
            <a:endCxn id="15" idx="2"/>
          </p:cNvCxnSpPr>
          <p:nvPr/>
        </p:nvCxnSpPr>
        <p:spPr>
          <a:xfrm>
            <a:off x="4441121" y="4053625"/>
            <a:ext cx="1035004"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DB514E26-07C3-C238-C576-F96ECC8DC2E0}"/>
              </a:ext>
            </a:extLst>
          </p:cNvPr>
          <p:cNvSpPr txBox="1"/>
          <p:nvPr/>
        </p:nvSpPr>
        <p:spPr>
          <a:xfrm>
            <a:off x="4262849" y="1193800"/>
            <a:ext cx="348172"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R1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140838B6-EDE8-8A4A-B90F-5F6FC9F4CC6B}"/>
              </a:ext>
            </a:extLst>
          </p:cNvPr>
          <p:cNvSpPr txBox="1"/>
          <p:nvPr/>
        </p:nvSpPr>
        <p:spPr>
          <a:xfrm>
            <a:off x="4245947" y="2466108"/>
            <a:ext cx="380232"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R2</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9" name="文本框 18">
            <a:extLst>
              <a:ext uri="{FF2B5EF4-FFF2-40B4-BE49-F238E27FC236}">
                <a16:creationId xmlns:a16="http://schemas.microsoft.com/office/drawing/2014/main" id="{27AFE0ED-384E-CAFA-FB2E-A018A1DCAA5D}"/>
              </a:ext>
            </a:extLst>
          </p:cNvPr>
          <p:cNvSpPr txBox="1"/>
          <p:nvPr/>
        </p:nvSpPr>
        <p:spPr>
          <a:xfrm>
            <a:off x="3987431" y="3587169"/>
            <a:ext cx="378630"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R3</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4DE8BF3A-6604-3799-8F10-F654F394945D}"/>
              </a:ext>
            </a:extLst>
          </p:cNvPr>
          <p:cNvCxnSpPr>
            <a:cxnSpLocks/>
            <a:stCxn id="17" idx="1"/>
          </p:cNvCxnSpPr>
          <p:nvPr/>
        </p:nvCxnSpPr>
        <p:spPr>
          <a:xfrm flipH="1">
            <a:off x="3212028" y="1332300"/>
            <a:ext cx="1050821" cy="152819"/>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CB574AC-AD43-5E6D-4A58-81A34930537F}"/>
              </a:ext>
            </a:extLst>
          </p:cNvPr>
          <p:cNvCxnSpPr>
            <a:cxnSpLocks/>
            <a:stCxn id="17" idx="3"/>
          </p:cNvCxnSpPr>
          <p:nvPr/>
        </p:nvCxnSpPr>
        <p:spPr>
          <a:xfrm>
            <a:off x="4611021" y="1332300"/>
            <a:ext cx="1201610" cy="13115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7D123468-3939-51D9-CB7A-59ECECD050D6}"/>
              </a:ext>
            </a:extLst>
          </p:cNvPr>
          <p:cNvCxnSpPr>
            <a:cxnSpLocks/>
            <a:stCxn id="4" idx="2"/>
          </p:cNvCxnSpPr>
          <p:nvPr/>
        </p:nvCxnSpPr>
        <p:spPr>
          <a:xfrm flipH="1">
            <a:off x="3451151" y="1847962"/>
            <a:ext cx="989970" cy="96676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41726403-D855-1430-9518-7900E447F74B}"/>
              </a:ext>
            </a:extLst>
          </p:cNvPr>
          <p:cNvCxnSpPr>
            <a:stCxn id="4" idx="2"/>
            <a:endCxn id="15" idx="3"/>
          </p:cNvCxnSpPr>
          <p:nvPr/>
        </p:nvCxnSpPr>
        <p:spPr>
          <a:xfrm>
            <a:off x="4441121" y="1847962"/>
            <a:ext cx="1513777" cy="190973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E0B6C5C-BB92-D633-E44A-3D8D6DE2DB44}"/>
              </a:ext>
            </a:extLst>
          </p:cNvPr>
          <p:cNvSpPr txBox="1"/>
          <p:nvPr/>
        </p:nvSpPr>
        <p:spPr>
          <a:xfrm>
            <a:off x="3360461" y="937635"/>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5" name="文本框 24">
            <a:extLst>
              <a:ext uri="{FF2B5EF4-FFF2-40B4-BE49-F238E27FC236}">
                <a16:creationId xmlns:a16="http://schemas.microsoft.com/office/drawing/2014/main" id="{09C2204C-B20F-3D35-974F-F89579C07885}"/>
              </a:ext>
            </a:extLst>
          </p:cNvPr>
          <p:cNvSpPr txBox="1"/>
          <p:nvPr/>
        </p:nvSpPr>
        <p:spPr>
          <a:xfrm>
            <a:off x="5006270" y="925403"/>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6" name="文本框 25">
            <a:extLst>
              <a:ext uri="{FF2B5EF4-FFF2-40B4-BE49-F238E27FC236}">
                <a16:creationId xmlns:a16="http://schemas.microsoft.com/office/drawing/2014/main" id="{7F368183-F028-BEA7-A95F-1FFC980423F2}"/>
              </a:ext>
            </a:extLst>
          </p:cNvPr>
          <p:cNvSpPr txBox="1"/>
          <p:nvPr/>
        </p:nvSpPr>
        <p:spPr>
          <a:xfrm>
            <a:off x="3232177" y="2448015"/>
            <a:ext cx="322524" cy="276999"/>
          </a:xfrm>
          <a:prstGeom prst="rect">
            <a:avLst/>
          </a:prstGeom>
          <a:noFill/>
        </p:spPr>
        <p:txBody>
          <a:bodyPr wrap="squar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2</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7" name="文本框 26">
            <a:extLst>
              <a:ext uri="{FF2B5EF4-FFF2-40B4-BE49-F238E27FC236}">
                <a16:creationId xmlns:a16="http://schemas.microsoft.com/office/drawing/2014/main" id="{09B8C552-3B20-ED21-854C-7E19161311B4}"/>
              </a:ext>
            </a:extLst>
          </p:cNvPr>
          <p:cNvSpPr txBox="1"/>
          <p:nvPr/>
        </p:nvSpPr>
        <p:spPr>
          <a:xfrm>
            <a:off x="5356031" y="3352486"/>
            <a:ext cx="277640"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3</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781963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649830595"/>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35594007"/>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4" name="云形 3">
            <a:extLst>
              <a:ext uri="{FF2B5EF4-FFF2-40B4-BE49-F238E27FC236}">
                <a16:creationId xmlns:a16="http://schemas.microsoft.com/office/drawing/2014/main" id="{97C8CB96-5C77-F62B-56DD-408B260BB4A6}"/>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D8820B3A-CA46-F49E-645B-9E9C1176E83A}"/>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3" name="云形 52">
            <a:extLst>
              <a:ext uri="{FF2B5EF4-FFF2-40B4-BE49-F238E27FC236}">
                <a16:creationId xmlns:a16="http://schemas.microsoft.com/office/drawing/2014/main" id="{7BAC82BE-22D4-5197-E48E-D416DF6C279C}"/>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55" name="直接连接符 54">
            <a:extLst>
              <a:ext uri="{FF2B5EF4-FFF2-40B4-BE49-F238E27FC236}">
                <a16:creationId xmlns:a16="http://schemas.microsoft.com/office/drawing/2014/main" id="{A3162DE1-BA45-5C6B-1046-D536B5A66FDB}"/>
              </a:ext>
            </a:extLst>
          </p:cNvPr>
          <p:cNvCxnSpPr>
            <a:stCxn id="4" idx="0"/>
            <a:endCxn id="6"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1D4EEF64-B9B7-F2EB-6650-F88F75AA1F90}"/>
              </a:ext>
            </a:extLst>
          </p:cNvPr>
          <p:cNvCxnSpPr>
            <a:stCxn id="6" idx="3"/>
            <a:endCxn id="5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0A97094-EB52-73A1-21EB-8E4BE7F014C5}"/>
              </a:ext>
            </a:extLst>
          </p:cNvPr>
          <p:cNvCxnSpPr>
            <a:stCxn id="52" idx="0"/>
            <a:endCxn id="9"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73300B92-EA6D-F89A-286A-FE22530E9172}"/>
              </a:ext>
            </a:extLst>
          </p:cNvPr>
          <p:cNvCxnSpPr>
            <a:stCxn id="53" idx="2"/>
            <a:endCxn id="9"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329254"/>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pic>
        <p:nvPicPr>
          <p:cNvPr id="15" name="Picture 3">
            <a:extLst>
              <a:ext uri="{FF2B5EF4-FFF2-40B4-BE49-F238E27FC236}">
                <a16:creationId xmlns:a16="http://schemas.microsoft.com/office/drawing/2014/main" id="{095DACD3-50CF-8D86-D76C-7A9B1E68CEE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6C410459-D8AF-4594-88AA-C8105427234F}"/>
              </a:ext>
            </a:extLst>
          </p:cNvPr>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063914FB-6962-5832-6FCB-BC03976C43B5}"/>
              </a:ext>
            </a:extLst>
          </p:cNvPr>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0612E2BF-A862-D213-3FA2-7408D88589B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云形 20">
            <a:extLst>
              <a:ext uri="{FF2B5EF4-FFF2-40B4-BE49-F238E27FC236}">
                <a16:creationId xmlns:a16="http://schemas.microsoft.com/office/drawing/2014/main" id="{93C01018-2652-C00B-D6DD-031CE2CD7359}"/>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3F1FE95B-5544-EF3F-2B80-E0628E38CC43}"/>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7DFB2D4B-5011-F10C-9AA9-00481E0851AB}"/>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FD51359A-F44B-2DEC-FB16-30B5867A1614}"/>
              </a:ext>
            </a:extLst>
          </p:cNvPr>
          <p:cNvCxnSpPr>
            <a:stCxn id="21" idx="0"/>
            <a:endCxn id="15"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250ADA94-5C0B-8779-E390-04BBC05B3D0F}"/>
              </a:ext>
            </a:extLst>
          </p:cNvPr>
          <p:cNvCxnSpPr>
            <a:stCxn id="15" idx="3"/>
            <a:endCxn id="2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12BC323-22A6-E459-E3F1-A8CBC49448B7}"/>
              </a:ext>
            </a:extLst>
          </p:cNvPr>
          <p:cNvCxnSpPr>
            <a:stCxn id="22" idx="0"/>
            <a:endCxn id="18"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71E3A2F-6AFD-3D87-59A8-CF7FDE767E6F}"/>
              </a:ext>
            </a:extLst>
          </p:cNvPr>
          <p:cNvCxnSpPr>
            <a:stCxn id="23" idx="2"/>
            <a:endCxn id="18"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pic>
        <p:nvPicPr>
          <p:cNvPr id="28" name="Picture 3">
            <a:extLst>
              <a:ext uri="{FF2B5EF4-FFF2-40B4-BE49-F238E27FC236}">
                <a16:creationId xmlns:a16="http://schemas.microsoft.com/office/drawing/2014/main" id="{8C7751AB-0C76-6136-8E6A-20DB7A38359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2714539"/>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Text Box 4">
            <a:extLst>
              <a:ext uri="{FF2B5EF4-FFF2-40B4-BE49-F238E27FC236}">
                <a16:creationId xmlns:a16="http://schemas.microsoft.com/office/drawing/2014/main" id="{6C8133D3-2EAE-E541-B860-A00791E330AD}"/>
              </a:ext>
            </a:extLst>
          </p:cNvPr>
          <p:cNvSpPr txBox="1">
            <a:spLocks noChangeArrowheads="1"/>
          </p:cNvSpPr>
          <p:nvPr/>
        </p:nvSpPr>
        <p:spPr bwMode="auto">
          <a:xfrm>
            <a:off x="5494037" y="2842667"/>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30" name="Text Box 5">
            <a:extLst>
              <a:ext uri="{FF2B5EF4-FFF2-40B4-BE49-F238E27FC236}">
                <a16:creationId xmlns:a16="http://schemas.microsoft.com/office/drawing/2014/main" id="{B1665850-441D-91BD-8DC0-71032E49BB30}"/>
              </a:ext>
            </a:extLst>
          </p:cNvPr>
          <p:cNvSpPr txBox="1">
            <a:spLocks noChangeArrowheads="1"/>
          </p:cNvSpPr>
          <p:nvPr/>
        </p:nvSpPr>
        <p:spPr bwMode="auto">
          <a:xfrm>
            <a:off x="2983356" y="2842667"/>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31" name="Picture 6">
            <a:extLst>
              <a:ext uri="{FF2B5EF4-FFF2-40B4-BE49-F238E27FC236}">
                <a16:creationId xmlns:a16="http://schemas.microsoft.com/office/drawing/2014/main" id="{FE385C5A-6AC3-ADDA-B35F-E2C8E7A349F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2714539"/>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32" name="表格 31">
            <a:extLst>
              <a:ext uri="{FF2B5EF4-FFF2-40B4-BE49-F238E27FC236}">
                <a16:creationId xmlns:a16="http://schemas.microsoft.com/office/drawing/2014/main" id="{3CFBA5F1-35AD-47AE-F0DA-BA3CF933798B}"/>
              </a:ext>
            </a:extLst>
          </p:cNvPr>
          <p:cNvGraphicFramePr>
            <a:graphicFrameLocks noGrp="1"/>
          </p:cNvGraphicFramePr>
          <p:nvPr>
            <p:extLst>
              <p:ext uri="{D42A27DB-BD31-4B8C-83A1-F6EECF244321}">
                <p14:modId xmlns:p14="http://schemas.microsoft.com/office/powerpoint/2010/main" val="796641718"/>
              </p:ext>
            </p:extLst>
          </p:nvPr>
        </p:nvGraphicFramePr>
        <p:xfrm>
          <a:off x="2435301" y="321713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3" name="表格 32">
            <a:extLst>
              <a:ext uri="{FF2B5EF4-FFF2-40B4-BE49-F238E27FC236}">
                <a16:creationId xmlns:a16="http://schemas.microsoft.com/office/drawing/2014/main" id="{13D1222C-C1AE-E213-E7CF-D9E6A7906E18}"/>
              </a:ext>
            </a:extLst>
          </p:cNvPr>
          <p:cNvGraphicFramePr>
            <a:graphicFrameLocks noGrp="1"/>
          </p:cNvGraphicFramePr>
          <p:nvPr>
            <p:extLst>
              <p:ext uri="{D42A27DB-BD31-4B8C-83A1-F6EECF244321}">
                <p14:modId xmlns:p14="http://schemas.microsoft.com/office/powerpoint/2010/main" val="2493577661"/>
              </p:ext>
            </p:extLst>
          </p:nvPr>
        </p:nvGraphicFramePr>
        <p:xfrm>
          <a:off x="4959608" y="3210942"/>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34" name="云形 33">
            <a:extLst>
              <a:ext uri="{FF2B5EF4-FFF2-40B4-BE49-F238E27FC236}">
                <a16:creationId xmlns:a16="http://schemas.microsoft.com/office/drawing/2014/main" id="{4F676FB7-0589-B258-3F58-1269D55EA31D}"/>
              </a:ext>
            </a:extLst>
          </p:cNvPr>
          <p:cNvSpPr/>
          <p:nvPr/>
        </p:nvSpPr>
        <p:spPr>
          <a:xfrm>
            <a:off x="1357474" y="2418962"/>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35" name="云形 34">
            <a:extLst>
              <a:ext uri="{FF2B5EF4-FFF2-40B4-BE49-F238E27FC236}">
                <a16:creationId xmlns:a16="http://schemas.microsoft.com/office/drawing/2014/main" id="{9916285C-87CF-C51A-7AC2-81FC15C67139}"/>
              </a:ext>
            </a:extLst>
          </p:cNvPr>
          <p:cNvSpPr/>
          <p:nvPr/>
        </p:nvSpPr>
        <p:spPr>
          <a:xfrm>
            <a:off x="3881780"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36" name="云形 35">
            <a:extLst>
              <a:ext uri="{FF2B5EF4-FFF2-40B4-BE49-F238E27FC236}">
                <a16:creationId xmlns:a16="http://schemas.microsoft.com/office/drawing/2014/main" id="{250F636E-56B1-FD72-0B97-F1442F4863BC}"/>
              </a:ext>
            </a:extLst>
          </p:cNvPr>
          <p:cNvSpPr/>
          <p:nvPr/>
        </p:nvSpPr>
        <p:spPr>
          <a:xfrm>
            <a:off x="6406086"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37" name="直接连接符 36">
            <a:extLst>
              <a:ext uri="{FF2B5EF4-FFF2-40B4-BE49-F238E27FC236}">
                <a16:creationId xmlns:a16="http://schemas.microsoft.com/office/drawing/2014/main" id="{B1C0BAED-B66B-C9B2-A4EE-F3D5E3FD9348}"/>
              </a:ext>
            </a:extLst>
          </p:cNvPr>
          <p:cNvCxnSpPr>
            <a:stCxn id="34" idx="0"/>
            <a:endCxn id="28" idx="1"/>
          </p:cNvCxnSpPr>
          <p:nvPr/>
        </p:nvCxnSpPr>
        <p:spPr>
          <a:xfrm>
            <a:off x="2427930" y="2818158"/>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ADEFB774-9C9F-CEE3-2E6E-105529A94CAE}"/>
              </a:ext>
            </a:extLst>
          </p:cNvPr>
          <p:cNvCxnSpPr>
            <a:stCxn id="28" idx="3"/>
            <a:endCxn id="35" idx="2"/>
          </p:cNvCxnSpPr>
          <p:nvPr/>
        </p:nvCxnSpPr>
        <p:spPr>
          <a:xfrm>
            <a:off x="3396936" y="2818158"/>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EDCBF360-0852-C021-EB80-0407232C1031}"/>
              </a:ext>
            </a:extLst>
          </p:cNvPr>
          <p:cNvCxnSpPr>
            <a:stCxn id="35" idx="0"/>
            <a:endCxn id="31" idx="1"/>
          </p:cNvCxnSpPr>
          <p:nvPr/>
        </p:nvCxnSpPr>
        <p:spPr>
          <a:xfrm>
            <a:off x="4952236" y="2818158"/>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3F22F87-A0FB-8088-DB2D-6B37AEE638D1}"/>
              </a:ext>
            </a:extLst>
          </p:cNvPr>
          <p:cNvCxnSpPr>
            <a:stCxn id="36" idx="2"/>
            <a:endCxn id="31" idx="3"/>
          </p:cNvCxnSpPr>
          <p:nvPr/>
        </p:nvCxnSpPr>
        <p:spPr>
          <a:xfrm flipH="1">
            <a:off x="5921769" y="2818158"/>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01" name="表格 100">
            <a:extLst>
              <a:ext uri="{FF2B5EF4-FFF2-40B4-BE49-F238E27FC236}">
                <a16:creationId xmlns:a16="http://schemas.microsoft.com/office/drawing/2014/main" id="{1479F180-F725-460B-23A0-54B1F36ACAF8}"/>
              </a:ext>
            </a:extLst>
          </p:cNvPr>
          <p:cNvGraphicFramePr>
            <a:graphicFrameLocks noGrp="1"/>
          </p:cNvGraphicFramePr>
          <p:nvPr>
            <p:extLst>
              <p:ext uri="{D42A27DB-BD31-4B8C-83A1-F6EECF244321}">
                <p14:modId xmlns:p14="http://schemas.microsoft.com/office/powerpoint/2010/main" val="4077933124"/>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02" name="表格 101">
            <a:extLst>
              <a:ext uri="{FF2B5EF4-FFF2-40B4-BE49-F238E27FC236}">
                <a16:creationId xmlns:a16="http://schemas.microsoft.com/office/drawing/2014/main" id="{7774D4D5-2E80-379E-1174-6CBD5E702A9A}"/>
              </a:ext>
            </a:extLst>
          </p:cNvPr>
          <p:cNvGraphicFramePr>
            <a:graphicFrameLocks noGrp="1"/>
          </p:cNvGraphicFramePr>
          <p:nvPr>
            <p:extLst>
              <p:ext uri="{D42A27DB-BD31-4B8C-83A1-F6EECF244321}">
                <p14:modId xmlns:p14="http://schemas.microsoft.com/office/powerpoint/2010/main" val="1264466476"/>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127252"/>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353337059"/>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15" name="Picture 3">
            <a:extLst>
              <a:ext uri="{FF2B5EF4-FFF2-40B4-BE49-F238E27FC236}">
                <a16:creationId xmlns:a16="http://schemas.microsoft.com/office/drawing/2014/main" id="{81B02CF3-872D-0609-EC5A-4EAD69A16A9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733E5E03-E9D5-1259-803E-D2744DA9F160}"/>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1D53B3C4-B8E1-EB57-5F35-AEDA216C976C}"/>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FBF98E4D-4B09-8A45-389F-A69C7EDDCEF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9" name="表格 18">
            <a:extLst>
              <a:ext uri="{FF2B5EF4-FFF2-40B4-BE49-F238E27FC236}">
                <a16:creationId xmlns:a16="http://schemas.microsoft.com/office/drawing/2014/main" id="{2EC832C3-B7FE-6568-0680-BBA6972BA25E}"/>
              </a:ext>
            </a:extLst>
          </p:cNvPr>
          <p:cNvGraphicFramePr>
            <a:graphicFrameLocks noGrp="1"/>
          </p:cNvGraphicFramePr>
          <p:nvPr>
            <p:extLst>
              <p:ext uri="{D42A27DB-BD31-4B8C-83A1-F6EECF244321}">
                <p14:modId xmlns:p14="http://schemas.microsoft.com/office/powerpoint/2010/main" val="848647282"/>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0" name="表格 19">
            <a:extLst>
              <a:ext uri="{FF2B5EF4-FFF2-40B4-BE49-F238E27FC236}">
                <a16:creationId xmlns:a16="http://schemas.microsoft.com/office/drawing/2014/main" id="{4745D22A-E514-06D2-9E05-F49920749EDB}"/>
              </a:ext>
            </a:extLst>
          </p:cNvPr>
          <p:cNvGraphicFramePr>
            <a:graphicFrameLocks noGrp="1"/>
          </p:cNvGraphicFramePr>
          <p:nvPr>
            <p:extLst>
              <p:ext uri="{D42A27DB-BD31-4B8C-83A1-F6EECF244321}">
                <p14:modId xmlns:p14="http://schemas.microsoft.com/office/powerpoint/2010/main" val="126396451"/>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21" name="云形 20">
            <a:extLst>
              <a:ext uri="{FF2B5EF4-FFF2-40B4-BE49-F238E27FC236}">
                <a16:creationId xmlns:a16="http://schemas.microsoft.com/office/drawing/2014/main" id="{B00EDA73-82C3-A7DC-B1ED-6424934A63E7}"/>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C05EDA8B-3904-EE00-20B0-FD559D3F1151}"/>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0B431E3D-19FF-F95E-DF10-C8E0C0940F99}"/>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482CA3D2-A5C5-B30F-197A-6A067854E8EA}"/>
              </a:ext>
            </a:extLst>
          </p:cNvPr>
          <p:cNvCxnSpPr>
            <a:stCxn id="21" idx="0"/>
            <a:endCxn id="15"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6712CF49-0CEA-D260-A380-AFA18719042D}"/>
              </a:ext>
            </a:extLst>
          </p:cNvPr>
          <p:cNvCxnSpPr>
            <a:stCxn id="15" idx="3"/>
            <a:endCxn id="22"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D585437A-FAE8-A2B4-09F4-82BF8FB9ABE6}"/>
              </a:ext>
            </a:extLst>
          </p:cNvPr>
          <p:cNvCxnSpPr>
            <a:stCxn id="22" idx="0"/>
            <a:endCxn id="18"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5FC220A3-6F94-7C42-F22A-787034B4F0F6}"/>
              </a:ext>
            </a:extLst>
          </p:cNvPr>
          <p:cNvCxnSpPr>
            <a:stCxn id="23" idx="2"/>
            <a:endCxn id="18"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箭头: 下 27">
            <a:extLst>
              <a:ext uri="{FF2B5EF4-FFF2-40B4-BE49-F238E27FC236}">
                <a16:creationId xmlns:a16="http://schemas.microsoft.com/office/drawing/2014/main" id="{60D8C2AB-BCDB-1B5D-895A-762727160538}"/>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098540"/>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3146908869"/>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3EBF9939-5830-C048-F49C-9A1217E18D47}"/>
              </a:ext>
            </a:extLst>
          </p:cNvPr>
          <p:cNvGraphicFramePr>
            <a:graphicFrameLocks noGrp="1"/>
          </p:cNvGraphicFramePr>
          <p:nvPr>
            <p:extLst>
              <p:ext uri="{D42A27DB-BD31-4B8C-83A1-F6EECF244321}">
                <p14:modId xmlns:p14="http://schemas.microsoft.com/office/powerpoint/2010/main" val="1403688212"/>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4" name="Picture 3">
            <a:extLst>
              <a:ext uri="{FF2B5EF4-FFF2-40B4-BE49-F238E27FC236}">
                <a16:creationId xmlns:a16="http://schemas.microsoft.com/office/drawing/2014/main" id="{4FED6B82-3D9B-3205-BB5F-8A70166B4B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 name="Text Box 4">
            <a:extLst>
              <a:ext uri="{FF2B5EF4-FFF2-40B4-BE49-F238E27FC236}">
                <a16:creationId xmlns:a16="http://schemas.microsoft.com/office/drawing/2014/main" id="{2C923FA6-2849-3EA9-1586-5A496FCAF244}"/>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6" name="Text Box 5">
            <a:extLst>
              <a:ext uri="{FF2B5EF4-FFF2-40B4-BE49-F238E27FC236}">
                <a16:creationId xmlns:a16="http://schemas.microsoft.com/office/drawing/2014/main" id="{5D58C55F-268F-6A42-D01E-89C31C7EF52B}"/>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7" name="Picture 6">
            <a:extLst>
              <a:ext uri="{FF2B5EF4-FFF2-40B4-BE49-F238E27FC236}">
                <a16:creationId xmlns:a16="http://schemas.microsoft.com/office/drawing/2014/main" id="{B9B4DB82-B2E0-A8D8-9B9D-7D2771E85D4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8" name="表格 7">
            <a:extLst>
              <a:ext uri="{FF2B5EF4-FFF2-40B4-BE49-F238E27FC236}">
                <a16:creationId xmlns:a16="http://schemas.microsoft.com/office/drawing/2014/main" id="{2603E7D6-256C-1ADD-B192-351593B486B3}"/>
              </a:ext>
            </a:extLst>
          </p:cNvPr>
          <p:cNvGraphicFramePr>
            <a:graphicFrameLocks noGrp="1"/>
          </p:cNvGraphicFramePr>
          <p:nvPr>
            <p:extLst>
              <p:ext uri="{D42A27DB-BD31-4B8C-83A1-F6EECF244321}">
                <p14:modId xmlns:p14="http://schemas.microsoft.com/office/powerpoint/2010/main" val="398599162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9" name="表格 8">
            <a:extLst>
              <a:ext uri="{FF2B5EF4-FFF2-40B4-BE49-F238E27FC236}">
                <a16:creationId xmlns:a16="http://schemas.microsoft.com/office/drawing/2014/main" id="{36550E3A-B3A6-5C8D-8207-82C0C6E3C774}"/>
              </a:ext>
            </a:extLst>
          </p:cNvPr>
          <p:cNvGraphicFramePr>
            <a:graphicFrameLocks noGrp="1"/>
          </p:cNvGraphicFramePr>
          <p:nvPr>
            <p:extLst>
              <p:ext uri="{D42A27DB-BD31-4B8C-83A1-F6EECF244321}">
                <p14:modId xmlns:p14="http://schemas.microsoft.com/office/powerpoint/2010/main" val="180328420"/>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10" name="云形 9">
            <a:extLst>
              <a:ext uri="{FF2B5EF4-FFF2-40B4-BE49-F238E27FC236}">
                <a16:creationId xmlns:a16="http://schemas.microsoft.com/office/drawing/2014/main" id="{7D6D8D2E-0628-465D-167A-096765028DB6}"/>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1" name="云形 10">
            <a:extLst>
              <a:ext uri="{FF2B5EF4-FFF2-40B4-BE49-F238E27FC236}">
                <a16:creationId xmlns:a16="http://schemas.microsoft.com/office/drawing/2014/main" id="{5C088698-F7B3-6F09-3B60-74AC1C93243F}"/>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2" name="云形 11">
            <a:extLst>
              <a:ext uri="{FF2B5EF4-FFF2-40B4-BE49-F238E27FC236}">
                <a16:creationId xmlns:a16="http://schemas.microsoft.com/office/drawing/2014/main" id="{8A1568F7-217D-73F1-A051-EB22248651B7}"/>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94712EC4-6CB3-DB69-A6E8-699534EBCE4C}"/>
              </a:ext>
            </a:extLst>
          </p:cNvPr>
          <p:cNvCxnSpPr>
            <a:stCxn id="10" idx="0"/>
            <a:endCxn id="4"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14DB5CA8-8F54-7EC2-ABFB-5EBB6F584A71}"/>
              </a:ext>
            </a:extLst>
          </p:cNvPr>
          <p:cNvCxnSpPr>
            <a:stCxn id="4" idx="3"/>
            <a:endCxn id="11"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A2953314-7BD8-BA40-85CA-A376E6377354}"/>
              </a:ext>
            </a:extLst>
          </p:cNvPr>
          <p:cNvCxnSpPr>
            <a:stCxn id="11" idx="0"/>
            <a:endCxn id="7"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AA0B7153-687B-91B2-D8BE-6BA4CE9402EB}"/>
              </a:ext>
            </a:extLst>
          </p:cNvPr>
          <p:cNvCxnSpPr>
            <a:stCxn id="12" idx="2"/>
            <a:endCxn id="7"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箭头: 下 16">
            <a:extLst>
              <a:ext uri="{FF2B5EF4-FFF2-40B4-BE49-F238E27FC236}">
                <a16:creationId xmlns:a16="http://schemas.microsoft.com/office/drawing/2014/main" id="{8893747B-B552-6F83-1A82-36CB4D0FC1DC}"/>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8" name="箭头: 下 17">
            <a:extLst>
              <a:ext uri="{FF2B5EF4-FFF2-40B4-BE49-F238E27FC236}">
                <a16:creationId xmlns:a16="http://schemas.microsoft.com/office/drawing/2014/main" id="{CD90B235-DEB5-5C72-32BE-C0862D116850}"/>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582499"/>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这样不断更新下去</a:t>
            </a:r>
            <a:endParaRPr lang="en-US" altLang="zh-CN" dirty="0"/>
          </a:p>
          <a:p>
            <a:pPr algn="just"/>
            <a:r>
              <a:rPr lang="zh-CN" altLang="en-US" dirty="0"/>
              <a:t>直到 </a:t>
            </a:r>
            <a:r>
              <a:rPr lang="en-US" altLang="zh-CN" dirty="0"/>
              <a:t>R1 </a:t>
            </a:r>
            <a:r>
              <a:rPr lang="zh-CN" altLang="en-US" dirty="0"/>
              <a:t>和 </a:t>
            </a:r>
            <a:r>
              <a:rPr lang="en-US" altLang="zh-CN" dirty="0"/>
              <a:t>R2 </a:t>
            </a:r>
            <a:r>
              <a:rPr lang="zh-CN" altLang="en-US" dirty="0"/>
              <a:t>到网 </a:t>
            </a:r>
            <a:r>
              <a:rPr lang="en-US" altLang="zh-CN" dirty="0"/>
              <a:t>1 </a:t>
            </a:r>
            <a:r>
              <a:rPr lang="zh-CN" altLang="en-US" dirty="0"/>
              <a:t>的距离都增大到 </a:t>
            </a:r>
            <a:r>
              <a:rPr lang="en-US" altLang="zh-CN" dirty="0"/>
              <a:t>16 </a:t>
            </a:r>
            <a:r>
              <a:rPr lang="zh-CN" altLang="en-US" dirty="0"/>
              <a:t>时，</a:t>
            </a:r>
            <a:r>
              <a:rPr lang="en-US" altLang="zh-CN" dirty="0"/>
              <a:t> R1 </a:t>
            </a:r>
            <a:r>
              <a:rPr lang="zh-CN" altLang="en-US" dirty="0"/>
              <a:t>和 </a:t>
            </a:r>
            <a:r>
              <a:rPr lang="en-US" altLang="zh-CN" dirty="0"/>
              <a:t>R2 </a:t>
            </a:r>
            <a:r>
              <a:rPr lang="zh-CN" altLang="en-US" dirty="0"/>
              <a:t>才知道网 </a:t>
            </a:r>
            <a:r>
              <a:rPr lang="en-US" altLang="zh-CN" dirty="0"/>
              <a:t>1 </a:t>
            </a:r>
            <a:r>
              <a:rPr lang="zh-CN" altLang="en-US" dirty="0"/>
              <a:t>是不可达的</a:t>
            </a:r>
          </a:p>
        </p:txBody>
      </p:sp>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1571464867"/>
              </p:ext>
            </p:extLst>
          </p:nvPr>
        </p:nvGraphicFramePr>
        <p:xfrm>
          <a:off x="2435301" y="345072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2053153838"/>
              </p:ext>
            </p:extLst>
          </p:nvPr>
        </p:nvGraphicFramePr>
        <p:xfrm>
          <a:off x="4959608" y="3450726"/>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3327215587"/>
              </p:ext>
            </p:extLst>
          </p:nvPr>
        </p:nvGraphicFramePr>
        <p:xfrm>
          <a:off x="2435301"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3121030129"/>
              </p:ext>
            </p:extLst>
          </p:nvPr>
        </p:nvGraphicFramePr>
        <p:xfrm>
          <a:off x="4959608"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1" name="表格 50">
            <a:extLst>
              <a:ext uri="{FF2B5EF4-FFF2-40B4-BE49-F238E27FC236}">
                <a16:creationId xmlns:a16="http://schemas.microsoft.com/office/drawing/2014/main" id="{F3D3395C-A1BE-48EF-F8E1-DCEF8AE1DB8D}"/>
              </a:ext>
            </a:extLst>
          </p:cNvPr>
          <p:cNvGraphicFramePr>
            <a:graphicFrameLocks noGrp="1"/>
          </p:cNvGraphicFramePr>
          <p:nvPr>
            <p:extLst>
              <p:ext uri="{D42A27DB-BD31-4B8C-83A1-F6EECF244321}">
                <p14:modId xmlns:p14="http://schemas.microsoft.com/office/powerpoint/2010/main" val="1919060845"/>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2" name="表格 51">
            <a:extLst>
              <a:ext uri="{FF2B5EF4-FFF2-40B4-BE49-F238E27FC236}">
                <a16:creationId xmlns:a16="http://schemas.microsoft.com/office/drawing/2014/main" id="{93180D09-716C-9C03-0B4A-6732A84971A9}"/>
              </a:ext>
            </a:extLst>
          </p:cNvPr>
          <p:cNvGraphicFramePr>
            <a:graphicFrameLocks noGrp="1"/>
          </p:cNvGraphicFramePr>
          <p:nvPr>
            <p:extLst>
              <p:ext uri="{D42A27DB-BD31-4B8C-83A1-F6EECF244321}">
                <p14:modId xmlns:p14="http://schemas.microsoft.com/office/powerpoint/2010/main" val="3700410273"/>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3" name="Picture 3">
            <a:extLst>
              <a:ext uri="{FF2B5EF4-FFF2-40B4-BE49-F238E27FC236}">
                <a16:creationId xmlns:a16="http://schemas.microsoft.com/office/drawing/2014/main" id="{92F8555D-5AB4-3802-60E6-62B54EBEB87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4" name="Text Box 4">
            <a:extLst>
              <a:ext uri="{FF2B5EF4-FFF2-40B4-BE49-F238E27FC236}">
                <a16:creationId xmlns:a16="http://schemas.microsoft.com/office/drawing/2014/main" id="{1C58F219-1AB6-8D4A-720D-7632016717CA}"/>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55" name="Text Box 5">
            <a:extLst>
              <a:ext uri="{FF2B5EF4-FFF2-40B4-BE49-F238E27FC236}">
                <a16:creationId xmlns:a16="http://schemas.microsoft.com/office/drawing/2014/main" id="{7841794B-C1C7-F9F2-95DF-FE6C28B64926}"/>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56" name="Picture 6">
            <a:extLst>
              <a:ext uri="{FF2B5EF4-FFF2-40B4-BE49-F238E27FC236}">
                <a16:creationId xmlns:a16="http://schemas.microsoft.com/office/drawing/2014/main" id="{B6BF332E-1E60-7DD8-D5CC-051B5D57AD6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57" name="表格 56">
            <a:extLst>
              <a:ext uri="{FF2B5EF4-FFF2-40B4-BE49-F238E27FC236}">
                <a16:creationId xmlns:a16="http://schemas.microsoft.com/office/drawing/2014/main" id="{58917232-26CD-C770-A376-FD05EB30AB28}"/>
              </a:ext>
            </a:extLst>
          </p:cNvPr>
          <p:cNvGraphicFramePr>
            <a:graphicFrameLocks noGrp="1"/>
          </p:cNvGraphicFramePr>
          <p:nvPr>
            <p:extLst>
              <p:ext uri="{D42A27DB-BD31-4B8C-83A1-F6EECF244321}">
                <p14:modId xmlns:p14="http://schemas.microsoft.com/office/powerpoint/2010/main" val="176527728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8" name="表格 57">
            <a:extLst>
              <a:ext uri="{FF2B5EF4-FFF2-40B4-BE49-F238E27FC236}">
                <a16:creationId xmlns:a16="http://schemas.microsoft.com/office/drawing/2014/main" id="{3A2CEF91-5998-9203-1A7E-4ED422F26C78}"/>
              </a:ext>
            </a:extLst>
          </p:cNvPr>
          <p:cNvGraphicFramePr>
            <a:graphicFrameLocks noGrp="1"/>
          </p:cNvGraphicFramePr>
          <p:nvPr>
            <p:extLst>
              <p:ext uri="{D42A27DB-BD31-4B8C-83A1-F6EECF244321}">
                <p14:modId xmlns:p14="http://schemas.microsoft.com/office/powerpoint/2010/main" val="3770801955"/>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59" name="云形 58">
            <a:extLst>
              <a:ext uri="{FF2B5EF4-FFF2-40B4-BE49-F238E27FC236}">
                <a16:creationId xmlns:a16="http://schemas.microsoft.com/office/drawing/2014/main" id="{B1DE2505-351C-36A8-5838-D87AC17C2AB4}"/>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60" name="云形 59">
            <a:extLst>
              <a:ext uri="{FF2B5EF4-FFF2-40B4-BE49-F238E27FC236}">
                <a16:creationId xmlns:a16="http://schemas.microsoft.com/office/drawing/2014/main" id="{49471CF1-5D01-AB40-8DB8-DDDD183A985B}"/>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1" name="云形 60">
            <a:extLst>
              <a:ext uri="{FF2B5EF4-FFF2-40B4-BE49-F238E27FC236}">
                <a16:creationId xmlns:a16="http://schemas.microsoft.com/office/drawing/2014/main" id="{DB802908-EED0-4B77-CB60-62875668F11F}"/>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62" name="直接连接符 61">
            <a:extLst>
              <a:ext uri="{FF2B5EF4-FFF2-40B4-BE49-F238E27FC236}">
                <a16:creationId xmlns:a16="http://schemas.microsoft.com/office/drawing/2014/main" id="{168A6FA0-477B-3966-B131-A00618875F83}"/>
              </a:ext>
            </a:extLst>
          </p:cNvPr>
          <p:cNvCxnSpPr>
            <a:stCxn id="59" idx="0"/>
            <a:endCxn id="53"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B90E5516-ABCA-ECFC-5880-48EFB74A63FB}"/>
              </a:ext>
            </a:extLst>
          </p:cNvPr>
          <p:cNvCxnSpPr>
            <a:stCxn id="53" idx="3"/>
            <a:endCxn id="60"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9E50BC4-DCD9-7CB3-FBEB-D57CD5DF7023}"/>
              </a:ext>
            </a:extLst>
          </p:cNvPr>
          <p:cNvCxnSpPr>
            <a:stCxn id="60" idx="0"/>
            <a:endCxn id="56"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CEE9B9C3-596E-8DC6-257B-D15615D5D153}"/>
              </a:ext>
            </a:extLst>
          </p:cNvPr>
          <p:cNvCxnSpPr>
            <a:stCxn id="61" idx="2"/>
            <a:endCxn id="56"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箭头: 下 65">
            <a:extLst>
              <a:ext uri="{FF2B5EF4-FFF2-40B4-BE49-F238E27FC236}">
                <a16:creationId xmlns:a16="http://schemas.microsoft.com/office/drawing/2014/main" id="{BEA33C03-259D-9372-272E-EFA7B1DA61D5}"/>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7" name="箭头: 下 66">
            <a:extLst>
              <a:ext uri="{FF2B5EF4-FFF2-40B4-BE49-F238E27FC236}">
                <a16:creationId xmlns:a16="http://schemas.microsoft.com/office/drawing/2014/main" id="{6488F2C0-1693-4A57-E48B-358194A0218C}"/>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8" name="箭头: 下 67">
            <a:extLst>
              <a:ext uri="{FF2B5EF4-FFF2-40B4-BE49-F238E27FC236}">
                <a16:creationId xmlns:a16="http://schemas.microsoft.com/office/drawing/2014/main" id="{B6538B7C-13DC-8EF3-C1CD-8DE2741766FD}"/>
              </a:ext>
            </a:extLst>
          </p:cNvPr>
          <p:cNvSpPr/>
          <p:nvPr/>
        </p:nvSpPr>
        <p:spPr>
          <a:xfrm>
            <a:off x="3093886"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9" name="箭头: 下 68">
            <a:extLst>
              <a:ext uri="{FF2B5EF4-FFF2-40B4-BE49-F238E27FC236}">
                <a16:creationId xmlns:a16="http://schemas.microsoft.com/office/drawing/2014/main" id="{6FD2C035-75B6-00FA-15DD-B5814296DB0C}"/>
              </a:ext>
            </a:extLst>
          </p:cNvPr>
          <p:cNvSpPr/>
          <p:nvPr/>
        </p:nvSpPr>
        <p:spPr>
          <a:xfrm>
            <a:off x="3093623" y="379431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0" name="箭头: 下 69">
            <a:extLst>
              <a:ext uri="{FF2B5EF4-FFF2-40B4-BE49-F238E27FC236}">
                <a16:creationId xmlns:a16="http://schemas.microsoft.com/office/drawing/2014/main" id="{C6254E24-D5DA-536A-255B-8363D9A9252F}"/>
              </a:ext>
            </a:extLst>
          </p:cNvPr>
          <p:cNvSpPr/>
          <p:nvPr/>
        </p:nvSpPr>
        <p:spPr>
          <a:xfrm>
            <a:off x="5618193"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1" name="箭头: 下 70">
            <a:extLst>
              <a:ext uri="{FF2B5EF4-FFF2-40B4-BE49-F238E27FC236}">
                <a16:creationId xmlns:a16="http://schemas.microsoft.com/office/drawing/2014/main" id="{1CC1DB7C-0666-6353-DFD9-C767A8B092E6}"/>
              </a:ext>
            </a:extLst>
          </p:cNvPr>
          <p:cNvSpPr/>
          <p:nvPr/>
        </p:nvSpPr>
        <p:spPr>
          <a:xfrm>
            <a:off x="5618193" y="3788128"/>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3" name="Line 155">
            <a:extLst>
              <a:ext uri="{FF2B5EF4-FFF2-40B4-BE49-F238E27FC236}">
                <a16:creationId xmlns:a16="http://schemas.microsoft.com/office/drawing/2014/main" id="{4C18F1E2-CC4E-8C71-4022-19C16990B14C}"/>
              </a:ext>
            </a:extLst>
          </p:cNvPr>
          <p:cNvSpPr>
            <a:spLocks noChangeShapeType="1"/>
          </p:cNvSpPr>
          <p:nvPr/>
        </p:nvSpPr>
        <p:spPr bwMode="auto">
          <a:xfrm flipV="1">
            <a:off x="3705815" y="2982247"/>
            <a:ext cx="1732370" cy="18145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2770359"/>
            <a:ext cx="1157263" cy="714104"/>
            <a:chOff x="912" y="768"/>
            <a:chExt cx="2400" cy="1584"/>
          </a:xfrm>
          <a:solidFill>
            <a:schemeClr val="bg2"/>
          </a:solidFill>
          <a:effectLst>
            <a:outerShdw blurRad="50800" dist="38100" dir="2700000" algn="tl" rotWithShape="0">
              <a:prstClr val="black">
                <a:alpha val="40000"/>
              </a:prstClr>
            </a:outerShdw>
          </a:effectLst>
        </p:grpSpPr>
        <p:sp>
          <p:nvSpPr>
            <p:cNvPr id="5"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5"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6"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17"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8"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7"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50" name="任意多边形: 形状 49">
            <a:extLst>
              <a:ext uri="{FF2B5EF4-FFF2-40B4-BE49-F238E27FC236}">
                <a16:creationId xmlns:a16="http://schemas.microsoft.com/office/drawing/2014/main" id="{62B7A8A0-5C2F-A914-21E6-A66577337C61}"/>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4035299"/>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54" name="云形 53">
            <a:extLst>
              <a:ext uri="{FF2B5EF4-FFF2-40B4-BE49-F238E27FC236}">
                <a16:creationId xmlns:a16="http://schemas.microsoft.com/office/drawing/2014/main" id="{D9818E91-3D52-B35B-F267-A488D1C6DFA6}"/>
              </a:ext>
            </a:extLst>
          </p:cNvPr>
          <p:cNvSpPr/>
          <p:nvPr/>
        </p:nvSpPr>
        <p:spPr>
          <a:xfrm>
            <a:off x="6003360" y="3039140"/>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
        <p:nvSpPr>
          <p:cNvPr id="56"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41824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7"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282753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360001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9"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289159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230" y="286232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198630" y="25717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55" name="Picture 52">
            <a:extLst>
              <a:ext uri="{FF2B5EF4-FFF2-40B4-BE49-F238E27FC236}">
                <a16:creationId xmlns:a16="http://schemas.microsoft.com/office/drawing/2014/main" id="{2DC7A4AD-77C6-7602-8517-82704181771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167CE67A-9568-26C9-6C72-5ED28690525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037174">
            <a:off x="4438595" y="267381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21201464">
            <a:off x="4213560" y="2638881"/>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eBGP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3292678"/>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3295728"/>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205046" y="3584824"/>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3452458"/>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9349" y="3673222"/>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3436031"/>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3"/>
          <p:cNvSpPr>
            <a:spLocks noChangeArrowheads="1"/>
          </p:cNvSpPr>
          <p:nvPr/>
        </p:nvSpPr>
        <p:spPr bwMode="auto">
          <a:xfrm>
            <a:off x="3185386" y="1162175"/>
            <a:ext cx="1612970" cy="991284"/>
          </a:xfrm>
          <a:prstGeom prst="rect">
            <a:avLst/>
          </a:prstGeom>
          <a:noFill/>
          <a:ln w="19050">
            <a:solidFill>
              <a:schemeClr val="tx1"/>
            </a:solidFill>
            <a:miter lim="800000"/>
            <a:headEnd/>
            <a:tailEnd/>
          </a:ln>
          <a:effectLst/>
        </p:spPr>
        <p:txBody>
          <a:bodyPr wrap="none" anchor="ctr"/>
          <a:lstStyle/>
          <a:p>
            <a:pPr algn="ctr"/>
            <a:endParaRPr kumimoji="1" lang="zh-CN" altLang="zh-CN" sz="1200">
              <a:solidFill>
                <a:srgbClr val="0000CC"/>
              </a:solidFill>
              <a:latin typeface="Montserrat" panose="00000500000000000000" pitchFamily="2" charset="0"/>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路由选择、管理</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控制层面</a:t>
            </a:r>
            <a:r>
              <a:rPr kumimoji="1" lang="zh-CN" altLang="en-US" sz="1200" dirty="0">
                <a:solidFill>
                  <a:srgbClr val="0000CC"/>
                </a:solidFill>
                <a:latin typeface="Montserrat" panose="00000500000000000000" pitchFamily="2" charset="0"/>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Montserrat" panose="00000500000000000000" pitchFamily="2" charset="0"/>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9525">
            <a:solidFill>
              <a:schemeClr val="tx1"/>
            </a:solidFill>
            <a:miter lim="800000"/>
            <a:headEnd/>
            <a:tailEnd/>
          </a:ln>
          <a:effectLst/>
        </p:spPr>
        <p:txBody>
          <a:bodyPr wrap="none" anchor="ctr"/>
          <a:lstStyle/>
          <a:p>
            <a:pPr algn="ctr"/>
            <a:r>
              <a:rPr kumimoji="1" lang="zh-CN" altLang="en-US" sz="1200">
                <a:latin typeface="Montserrat" panose="00000500000000000000" pitchFamily="2" charset="0"/>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noFill/>
          <a:ln w="6350" cmpd="sng">
            <a:solidFill>
              <a:schemeClr val="tx1"/>
            </a:solidFill>
            <a:prstDash val="solid"/>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2" name="Text Box 17"/>
          <p:cNvSpPr txBox="1">
            <a:spLocks noChangeArrowheads="1"/>
          </p:cNvSpPr>
          <p:nvPr/>
        </p:nvSpPr>
        <p:spPr bwMode="auto">
          <a:xfrm>
            <a:off x="1908719"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noFill/>
          <a:ln w="190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kumimoji="1" lang="zh-CN" altLang="en-US" sz="1200" dirty="0">
                <a:latin typeface="微软雅黑 Light" panose="020B0502040204020203" pitchFamily="34" charset="-122"/>
                <a:ea typeface="微软雅黑 Light" panose="020B0502040204020203" pitchFamily="34" charset="-122"/>
              </a:rPr>
              <a:t>交换结构</a:t>
            </a:r>
          </a:p>
        </p:txBody>
      </p:sp>
      <p:sp>
        <p:nvSpPr>
          <p:cNvPr id="30" name="Rectangle 25"/>
          <p:cNvSpPr>
            <a:spLocks noChangeArrowheads="1"/>
          </p:cNvSpPr>
          <p:nvPr/>
        </p:nvSpPr>
        <p:spPr bwMode="auto">
          <a:xfrm flipH="1">
            <a:off x="4902969" y="2600726"/>
            <a:ext cx="1558529" cy="450314"/>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1" name="Text Box 36"/>
          <p:cNvSpPr txBox="1">
            <a:spLocks noChangeArrowheads="1"/>
          </p:cNvSpPr>
          <p:nvPr/>
        </p:nvSpPr>
        <p:spPr bwMode="auto">
          <a:xfrm>
            <a:off x="1908719"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分组转发</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数据层面</a:t>
            </a:r>
            <a:r>
              <a:rPr kumimoji="1" lang="zh-CN" altLang="en-US" sz="1200" dirty="0">
                <a:solidFill>
                  <a:srgbClr val="0000CC"/>
                </a:solidFill>
                <a:latin typeface="Montserrat" panose="00000500000000000000" pitchFamily="2" charset="0"/>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输出端口</a:t>
            </a:r>
          </a:p>
        </p:txBody>
      </p:sp>
      <p:sp>
        <p:nvSpPr>
          <p:cNvPr id="50" name="Text Box 45"/>
          <p:cNvSpPr txBox="1">
            <a:spLocks noChangeArrowheads="1"/>
          </p:cNvSpPr>
          <p:nvPr/>
        </p:nvSpPr>
        <p:spPr bwMode="auto">
          <a:xfrm rot="5400000">
            <a:off x="2166802"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a:t>
            </a:r>
          </a:p>
        </p:txBody>
      </p:sp>
      <p:sp>
        <p:nvSpPr>
          <p:cNvPr id="51" name="Text Box 46"/>
          <p:cNvSpPr txBox="1">
            <a:spLocks noChangeArrowheads="1"/>
          </p:cNvSpPr>
          <p:nvPr/>
        </p:nvSpPr>
        <p:spPr bwMode="auto">
          <a:xfrm rot="5400000">
            <a:off x="5575237"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ysClr val="windowText" lastClr="000000"/>
                </a:solidFill>
                <a:latin typeface="Montserrat" panose="00000500000000000000" pitchFamily="2" charset="0"/>
                <a:ea typeface="微软雅黑 Light" panose="020B0502040204020203" pitchFamily="34" charset="-122"/>
              </a:rPr>
              <a:t>…</a:t>
            </a:r>
          </a:p>
        </p:txBody>
      </p:sp>
      <p:sp>
        <p:nvSpPr>
          <p:cNvPr id="54" name="Rectangle 49"/>
          <p:cNvSpPr>
            <a:spLocks noChangeArrowheads="1"/>
          </p:cNvSpPr>
          <p:nvPr/>
        </p:nvSpPr>
        <p:spPr bwMode="auto">
          <a:xfrm>
            <a:off x="6043044"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dirty="0">
                <a:latin typeface="Montserrat" panose="00000500000000000000" pitchFamily="2" charset="0"/>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4" name="AutoShape 4"/>
          <p:cNvSpPr>
            <a:spLocks noChangeArrowheads="1"/>
          </p:cNvSpPr>
          <p:nvPr/>
        </p:nvSpPr>
        <p:spPr bwMode="auto">
          <a:xfrm>
            <a:off x="3883871" y="2197648"/>
            <a:ext cx="216000" cy="360000"/>
          </a:xfrm>
          <a:prstGeom prst="upDownArrow">
            <a:avLst>
              <a:gd name="adj1" fmla="val 50000"/>
              <a:gd name="adj2" fmla="val 34178"/>
            </a:avLst>
          </a:prstGeom>
          <a:solidFill>
            <a:srgbClr val="00B2FD"/>
          </a:solidFill>
          <a:ln w="28575">
            <a:no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路由选择部分</a:t>
            </a:r>
            <a:endParaRPr lang="en-US" altLang="zh-CN" sz="1200" dirty="0">
              <a:latin typeface="Montserrat" panose="00000500000000000000" pitchFamily="2" charset="0"/>
              <a:ea typeface="微软雅黑" panose="020B0503020204020204" pitchFamily="34" charset="-122"/>
            </a:endParaRPr>
          </a:p>
        </p:txBody>
      </p:sp>
      <p:sp>
        <p:nvSpPr>
          <p:cNvPr id="69" name="矩形 68"/>
          <p:cNvSpPr/>
          <p:nvPr/>
        </p:nvSpPr>
        <p:spPr>
          <a:xfrm>
            <a:off x="7013806" y="2501155"/>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sp>
        <p:nvSpPr>
          <p:cNvPr id="23" name="Text Box 67"/>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6" name="Line 77"/>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Line 52"/>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Line 53"/>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0" name="Line 54"/>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55"/>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56"/>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57"/>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58"/>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AutoShape 60"/>
          <p:cNvSpPr>
            <a:spLocks noChangeArrowheads="1"/>
          </p:cNvSpPr>
          <p:nvPr/>
        </p:nvSpPr>
        <p:spPr bwMode="auto">
          <a:xfrm rot="5400000">
            <a:off x="3893591"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17" name="AutoShape 61"/>
          <p:cNvSpPr>
            <a:spLocks noChangeArrowheads="1"/>
          </p:cNvSpPr>
          <p:nvPr/>
        </p:nvSpPr>
        <p:spPr bwMode="auto">
          <a:xfrm rot="8740270">
            <a:off x="3196816"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0" name="Text Box 64"/>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 name="Text Box 65"/>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2" name="Text Box 66"/>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4456265"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32" name="Line 76"/>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3" name="Line 78"/>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79"/>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5" name="Line 80"/>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6" name="Line 81"/>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2" name="Text Box 88"/>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3" name="Text Box 89"/>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44" name="Text Box 90"/>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5" name="Text Box 91"/>
          <p:cNvSpPr txBox="1">
            <a:spLocks noChangeArrowheads="1"/>
          </p:cNvSpPr>
          <p:nvPr/>
        </p:nvSpPr>
        <p:spPr bwMode="auto">
          <a:xfrm>
            <a:off x="3125350" y="329116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6" name="Text Box 92"/>
          <p:cNvSpPr txBox="1">
            <a:spLocks noChangeArrowheads="1"/>
          </p:cNvSpPr>
          <p:nvPr/>
        </p:nvSpPr>
        <p:spPr bwMode="auto">
          <a:xfrm>
            <a:off x="4171572" y="3258724"/>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7" name="Text Box 93"/>
          <p:cNvSpPr txBox="1">
            <a:spLocks noChangeArrowheads="1"/>
          </p:cNvSpPr>
          <p:nvPr/>
        </p:nvSpPr>
        <p:spPr bwMode="auto">
          <a:xfrm>
            <a:off x="5411104" y="321005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8" name="Text Box 94"/>
          <p:cNvSpPr txBox="1">
            <a:spLocks noChangeArrowheads="1"/>
          </p:cNvSpPr>
          <p:nvPr/>
        </p:nvSpPr>
        <p:spPr bwMode="auto">
          <a:xfrm>
            <a:off x="4756188" y="2376255"/>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9" name="Text Box 95"/>
          <p:cNvSpPr txBox="1">
            <a:spLocks noChangeArrowheads="1"/>
          </p:cNvSpPr>
          <p:nvPr/>
        </p:nvSpPr>
        <p:spPr bwMode="auto">
          <a:xfrm>
            <a:off x="4197346" y="2751519"/>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0" name="Text Box 96"/>
          <p:cNvSpPr txBox="1">
            <a:spLocks noChangeArrowheads="1"/>
          </p:cNvSpPr>
          <p:nvPr/>
        </p:nvSpPr>
        <p:spPr bwMode="auto">
          <a:xfrm>
            <a:off x="2767582" y="2376255"/>
            <a:ext cx="503663"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1" name="Text Box 97"/>
          <p:cNvSpPr txBox="1">
            <a:spLocks noChangeArrowheads="1"/>
          </p:cNvSpPr>
          <p:nvPr/>
        </p:nvSpPr>
        <p:spPr bwMode="auto">
          <a:xfrm>
            <a:off x="4241866" y="1854989"/>
            <a:ext cx="51007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90 </a:t>
            </a:r>
            <a:r>
              <a:rPr kumimoji="1" lang="zh-CN" altLang="en-US" sz="1000" dirty="0">
                <a:latin typeface="Montserrat" panose="00000500000000000000" pitchFamily="2" charset="0"/>
                <a:ea typeface="微软雅黑 Light" panose="020B0502040204020203" pitchFamily="34" charset="-122"/>
              </a:rPr>
              <a:t>个</a:t>
            </a:r>
          </a:p>
        </p:txBody>
      </p:sp>
      <p:sp>
        <p:nvSpPr>
          <p:cNvPr id="52" name="AutoShape 99"/>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3" name="AutoShape 100"/>
          <p:cNvSpPr>
            <a:spLocks noChangeArrowheads="1"/>
          </p:cNvSpPr>
          <p:nvPr/>
        </p:nvSpPr>
        <p:spPr bwMode="auto">
          <a:xfrm rot="5400000">
            <a:off x="4028863"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4" name="AutoShape 101"/>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5" name="AutoShape 102"/>
          <p:cNvSpPr>
            <a:spLocks noChangeArrowheads="1"/>
          </p:cNvSpPr>
          <p:nvPr/>
        </p:nvSpPr>
        <p:spPr bwMode="auto">
          <a:xfrm rot="1858546">
            <a:off x="4616772"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56" name="Group 103"/>
          <p:cNvGrpSpPr>
            <a:grpSpLocks/>
          </p:cNvGrpSpPr>
          <p:nvPr/>
        </p:nvGrpSpPr>
        <p:grpSpPr bwMode="auto">
          <a:xfrm>
            <a:off x="5206077"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sp>
        <p:nvSpPr>
          <p:cNvPr id="57" name="AutoShape 107"/>
          <p:cNvSpPr>
            <a:spLocks noChangeArrowheads="1"/>
          </p:cNvSpPr>
          <p:nvPr/>
        </p:nvSpPr>
        <p:spPr bwMode="auto">
          <a:xfrm rot="5400000">
            <a:off x="4096229"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8" name="AutoShape 108"/>
          <p:cNvSpPr>
            <a:spLocks noChangeArrowheads="1"/>
          </p:cNvSpPr>
          <p:nvPr/>
        </p:nvSpPr>
        <p:spPr bwMode="auto">
          <a:xfrm rot="5400000">
            <a:off x="4163595"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9" name="AutoShape 109"/>
          <p:cNvSpPr>
            <a:spLocks noChangeArrowheads="1"/>
          </p:cNvSpPr>
          <p:nvPr/>
        </p:nvSpPr>
        <p:spPr bwMode="auto">
          <a:xfrm rot="5400000">
            <a:off x="4229789"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0" name="AutoShape 110"/>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1" name="AutoShape 111"/>
          <p:cNvSpPr>
            <a:spLocks noChangeArrowheads="1"/>
          </p:cNvSpPr>
          <p:nvPr/>
        </p:nvSpPr>
        <p:spPr bwMode="auto">
          <a:xfrm rot="8740270">
            <a:off x="3071457"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62" name="Group 112"/>
          <p:cNvGrpSpPr>
            <a:grpSpLocks/>
          </p:cNvGrpSpPr>
          <p:nvPr/>
        </p:nvGrpSpPr>
        <p:grpSpPr bwMode="auto">
          <a:xfrm>
            <a:off x="3963030"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3" name="Group 116"/>
          <p:cNvGrpSpPr>
            <a:grpSpLocks/>
          </p:cNvGrpSpPr>
          <p:nvPr/>
        </p:nvGrpSpPr>
        <p:grpSpPr bwMode="auto">
          <a:xfrm>
            <a:off x="2895721"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4" name="Group 120"/>
          <p:cNvGrpSpPr>
            <a:grpSpLocks/>
          </p:cNvGrpSpPr>
          <p:nvPr/>
        </p:nvGrpSpPr>
        <p:grpSpPr bwMode="auto">
          <a:xfrm>
            <a:off x="3963030"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cxnSp>
        <p:nvCxnSpPr>
          <p:cNvPr id="87" name="直接连接符 86"/>
          <p:cNvCxnSpPr>
            <a:stCxn id="9" idx="1"/>
            <a:endCxn id="85"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 name="图形 29" descr="计算机">
            <a:extLst>
              <a:ext uri="{FF2B5EF4-FFF2-40B4-BE49-F238E27FC236}">
                <a16:creationId xmlns:a16="http://schemas.microsoft.com/office/drawing/2014/main" id="{6982C65B-8D62-9478-5D49-B7DC3AFA970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37" name="图形 36" descr="计算机">
            <a:extLst>
              <a:ext uri="{FF2B5EF4-FFF2-40B4-BE49-F238E27FC236}">
                <a16:creationId xmlns:a16="http://schemas.microsoft.com/office/drawing/2014/main" id="{435D1DF9-8E61-F07C-46F0-AE99866AC19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38" name="图形 37" descr="计算机">
            <a:extLst>
              <a:ext uri="{FF2B5EF4-FFF2-40B4-BE49-F238E27FC236}">
                <a16:creationId xmlns:a16="http://schemas.microsoft.com/office/drawing/2014/main" id="{4FCF3D8C-15A6-4D01-66C8-DFAF1697A05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39" name="图形 38" descr="计算机">
            <a:extLst>
              <a:ext uri="{FF2B5EF4-FFF2-40B4-BE49-F238E27FC236}">
                <a16:creationId xmlns:a16="http://schemas.microsoft.com/office/drawing/2014/main" id="{C4E52E9E-C39F-F58B-CECD-BAD4EC0E7A5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40" name="图形 39" descr="计算机">
            <a:extLst>
              <a:ext uri="{FF2B5EF4-FFF2-40B4-BE49-F238E27FC236}">
                <a16:creationId xmlns:a16="http://schemas.microsoft.com/office/drawing/2014/main" id="{69280483-35FC-AA79-9810-508EA379F5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41" name="图形 40" descr="计算机">
            <a:extLst>
              <a:ext uri="{FF2B5EF4-FFF2-40B4-BE49-F238E27FC236}">
                <a16:creationId xmlns:a16="http://schemas.microsoft.com/office/drawing/2014/main" id="{3FD07D30-CA3B-B530-3041-CDE9E823A5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sp>
        <p:nvSpPr>
          <p:cNvPr id="201" name="Text Box 67">
            <a:extLst>
              <a:ext uri="{FF2B5EF4-FFF2-40B4-BE49-F238E27FC236}">
                <a16:creationId xmlns:a16="http://schemas.microsoft.com/office/drawing/2014/main" id="{A143D35B-0317-6488-6682-4FAAFC15E918}"/>
              </a:ext>
            </a:extLst>
          </p:cNvPr>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202" name="图片 201">
            <a:extLst>
              <a:ext uri="{FF2B5EF4-FFF2-40B4-BE49-F238E27FC236}">
                <a16:creationId xmlns:a16="http://schemas.microsoft.com/office/drawing/2014/main" id="{851C7A6E-CA61-69E3-C76F-FC1F0FA216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203" name="Line 77">
            <a:extLst>
              <a:ext uri="{FF2B5EF4-FFF2-40B4-BE49-F238E27FC236}">
                <a16:creationId xmlns:a16="http://schemas.microsoft.com/office/drawing/2014/main" id="{263CD484-7E7B-A5DB-D093-49269EE652F9}"/>
              </a:ext>
            </a:extLst>
          </p:cNvPr>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4" name="Line 52">
            <a:extLst>
              <a:ext uri="{FF2B5EF4-FFF2-40B4-BE49-F238E27FC236}">
                <a16:creationId xmlns:a16="http://schemas.microsoft.com/office/drawing/2014/main" id="{F7E4824C-E538-8930-3C87-56763B9B477D}"/>
              </a:ext>
            </a:extLst>
          </p:cNvPr>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5" name="Line 53">
            <a:extLst>
              <a:ext uri="{FF2B5EF4-FFF2-40B4-BE49-F238E27FC236}">
                <a16:creationId xmlns:a16="http://schemas.microsoft.com/office/drawing/2014/main" id="{E30DAD18-0C9C-A252-7091-649B6DB3D9AD}"/>
              </a:ext>
            </a:extLst>
          </p:cNvPr>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6" name="Line 54">
            <a:extLst>
              <a:ext uri="{FF2B5EF4-FFF2-40B4-BE49-F238E27FC236}">
                <a16:creationId xmlns:a16="http://schemas.microsoft.com/office/drawing/2014/main" id="{5B4A71ED-CEB5-3355-7058-48C12CD17848}"/>
              </a:ext>
            </a:extLst>
          </p:cNvPr>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7" name="Line 55">
            <a:extLst>
              <a:ext uri="{FF2B5EF4-FFF2-40B4-BE49-F238E27FC236}">
                <a16:creationId xmlns:a16="http://schemas.microsoft.com/office/drawing/2014/main" id="{A72C2B06-5C44-1CBF-3F30-0F63DCD2F2A5}"/>
              </a:ext>
            </a:extLst>
          </p:cNvPr>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8" name="Line 56">
            <a:extLst>
              <a:ext uri="{FF2B5EF4-FFF2-40B4-BE49-F238E27FC236}">
                <a16:creationId xmlns:a16="http://schemas.microsoft.com/office/drawing/2014/main" id="{3B82DD06-01FC-9D2C-7935-A4F511C7EB60}"/>
              </a:ext>
            </a:extLst>
          </p:cNvPr>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9" name="Line 57">
            <a:extLst>
              <a:ext uri="{FF2B5EF4-FFF2-40B4-BE49-F238E27FC236}">
                <a16:creationId xmlns:a16="http://schemas.microsoft.com/office/drawing/2014/main" id="{D978C604-906F-0C4C-AE79-582763CC57A3}"/>
              </a:ext>
            </a:extLst>
          </p:cNvPr>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10" name="Line 58">
            <a:extLst>
              <a:ext uri="{FF2B5EF4-FFF2-40B4-BE49-F238E27FC236}">
                <a16:creationId xmlns:a16="http://schemas.microsoft.com/office/drawing/2014/main" id="{2A768290-5195-693D-E3DE-202570A5A6BE}"/>
              </a:ext>
            </a:extLst>
          </p:cNvPr>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pic>
        <p:nvPicPr>
          <p:cNvPr id="213" name="Picture 62">
            <a:extLst>
              <a:ext uri="{FF2B5EF4-FFF2-40B4-BE49-F238E27FC236}">
                <a16:creationId xmlns:a16="http://schemas.microsoft.com/office/drawing/2014/main" id="{18CF71C4-8681-0345-4E39-BA2DE2BEB017}"/>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4" name="Text Box 63">
            <a:extLst>
              <a:ext uri="{FF2B5EF4-FFF2-40B4-BE49-F238E27FC236}">
                <a16:creationId xmlns:a16="http://schemas.microsoft.com/office/drawing/2014/main" id="{06E27D2F-D198-C518-3A2F-F7E66720C513}"/>
              </a:ext>
            </a:extLst>
          </p:cNvPr>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15" name="Text Box 64">
            <a:extLst>
              <a:ext uri="{FF2B5EF4-FFF2-40B4-BE49-F238E27FC236}">
                <a16:creationId xmlns:a16="http://schemas.microsoft.com/office/drawing/2014/main" id="{B61C323E-EE6E-4B58-AFEB-7358D7C21628}"/>
              </a:ext>
            </a:extLst>
          </p:cNvPr>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6" name="Text Box 65">
            <a:extLst>
              <a:ext uri="{FF2B5EF4-FFF2-40B4-BE49-F238E27FC236}">
                <a16:creationId xmlns:a16="http://schemas.microsoft.com/office/drawing/2014/main" id="{F66C00F7-2837-B77F-76D1-A2AE34A8339F}"/>
              </a:ext>
            </a:extLst>
          </p:cNvPr>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17" name="Text Box 66">
            <a:extLst>
              <a:ext uri="{FF2B5EF4-FFF2-40B4-BE49-F238E27FC236}">
                <a16:creationId xmlns:a16="http://schemas.microsoft.com/office/drawing/2014/main" id="{E70960BA-F9F1-F5BE-1D12-303C96574B94}"/>
              </a:ext>
            </a:extLst>
          </p:cNvPr>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18" name="Picture 68">
            <a:extLst>
              <a:ext uri="{FF2B5EF4-FFF2-40B4-BE49-F238E27FC236}">
                <a16:creationId xmlns:a16="http://schemas.microsoft.com/office/drawing/2014/main" id="{2AE95307-8E8D-0C62-18EB-4DA2A75438F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9" name="Picture 69">
            <a:extLst>
              <a:ext uri="{FF2B5EF4-FFF2-40B4-BE49-F238E27FC236}">
                <a16:creationId xmlns:a16="http://schemas.microsoft.com/office/drawing/2014/main" id="{A06F644F-AB99-D3E4-F040-A2927DA979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0" name="Picture 70">
            <a:extLst>
              <a:ext uri="{FF2B5EF4-FFF2-40B4-BE49-F238E27FC236}">
                <a16:creationId xmlns:a16="http://schemas.microsoft.com/office/drawing/2014/main" id="{2252C483-C1DB-9035-C631-F6584177589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2" name="Line 76">
            <a:extLst>
              <a:ext uri="{FF2B5EF4-FFF2-40B4-BE49-F238E27FC236}">
                <a16:creationId xmlns:a16="http://schemas.microsoft.com/office/drawing/2014/main" id="{5A2DE96D-9CE9-52AB-B31F-181408869136}"/>
              </a:ext>
            </a:extLst>
          </p:cNvPr>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3" name="Line 78">
            <a:extLst>
              <a:ext uri="{FF2B5EF4-FFF2-40B4-BE49-F238E27FC236}">
                <a16:creationId xmlns:a16="http://schemas.microsoft.com/office/drawing/2014/main" id="{518F0BE6-B134-B211-C96D-E63F7E5ABAEC}"/>
              </a:ext>
            </a:extLst>
          </p:cNvPr>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4" name="Line 79">
            <a:extLst>
              <a:ext uri="{FF2B5EF4-FFF2-40B4-BE49-F238E27FC236}">
                <a16:creationId xmlns:a16="http://schemas.microsoft.com/office/drawing/2014/main" id="{85FE141E-212C-1DDA-6C92-08DC41010E79}"/>
              </a:ext>
            </a:extLst>
          </p:cNvPr>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5" name="Line 80">
            <a:extLst>
              <a:ext uri="{FF2B5EF4-FFF2-40B4-BE49-F238E27FC236}">
                <a16:creationId xmlns:a16="http://schemas.microsoft.com/office/drawing/2014/main" id="{16255F77-985F-15A6-8227-4844595B20D4}"/>
              </a:ext>
            </a:extLst>
          </p:cNvPr>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6" name="Line 81">
            <a:extLst>
              <a:ext uri="{FF2B5EF4-FFF2-40B4-BE49-F238E27FC236}">
                <a16:creationId xmlns:a16="http://schemas.microsoft.com/office/drawing/2014/main" id="{AB39FDE5-B19D-D920-F606-A90A748662B7}"/>
              </a:ext>
            </a:extLst>
          </p:cNvPr>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7" name="Text Box 88">
            <a:extLst>
              <a:ext uri="{FF2B5EF4-FFF2-40B4-BE49-F238E27FC236}">
                <a16:creationId xmlns:a16="http://schemas.microsoft.com/office/drawing/2014/main" id="{3095D966-C6EF-A054-3114-45A6F32A7ED4}"/>
              </a:ext>
            </a:extLst>
          </p:cNvPr>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28" name="Text Box 89">
            <a:extLst>
              <a:ext uri="{FF2B5EF4-FFF2-40B4-BE49-F238E27FC236}">
                <a16:creationId xmlns:a16="http://schemas.microsoft.com/office/drawing/2014/main" id="{83FA389A-58A6-FA14-19AB-FC8D291373FD}"/>
              </a:ext>
            </a:extLst>
          </p:cNvPr>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229" name="Text Box 90">
            <a:extLst>
              <a:ext uri="{FF2B5EF4-FFF2-40B4-BE49-F238E27FC236}">
                <a16:creationId xmlns:a16="http://schemas.microsoft.com/office/drawing/2014/main" id="{DCDEB9A6-CABD-AD80-9F88-B6B955FFA0CF}"/>
              </a:ext>
            </a:extLst>
          </p:cNvPr>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30" name="Text Box 91">
            <a:extLst>
              <a:ext uri="{FF2B5EF4-FFF2-40B4-BE49-F238E27FC236}">
                <a16:creationId xmlns:a16="http://schemas.microsoft.com/office/drawing/2014/main" id="{B00DD171-415C-89CB-7346-6176E61C4C3D}"/>
              </a:ext>
            </a:extLst>
          </p:cNvPr>
          <p:cNvSpPr txBox="1">
            <a:spLocks noChangeArrowheads="1"/>
          </p:cNvSpPr>
          <p:nvPr/>
        </p:nvSpPr>
        <p:spPr bwMode="auto">
          <a:xfrm>
            <a:off x="3125350" y="329116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1" name="Text Box 92">
            <a:extLst>
              <a:ext uri="{FF2B5EF4-FFF2-40B4-BE49-F238E27FC236}">
                <a16:creationId xmlns:a16="http://schemas.microsoft.com/office/drawing/2014/main" id="{56FFC047-C82E-6E65-AED1-6D009AD76FBD}"/>
              </a:ext>
            </a:extLst>
          </p:cNvPr>
          <p:cNvSpPr txBox="1">
            <a:spLocks noChangeArrowheads="1"/>
          </p:cNvSpPr>
          <p:nvPr/>
        </p:nvSpPr>
        <p:spPr bwMode="auto">
          <a:xfrm>
            <a:off x="4171572" y="3258724"/>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2" name="Text Box 93">
            <a:extLst>
              <a:ext uri="{FF2B5EF4-FFF2-40B4-BE49-F238E27FC236}">
                <a16:creationId xmlns:a16="http://schemas.microsoft.com/office/drawing/2014/main" id="{7BE05ADA-129D-C071-321D-09047F772D97}"/>
              </a:ext>
            </a:extLst>
          </p:cNvPr>
          <p:cNvSpPr txBox="1">
            <a:spLocks noChangeArrowheads="1"/>
          </p:cNvSpPr>
          <p:nvPr/>
        </p:nvSpPr>
        <p:spPr bwMode="auto">
          <a:xfrm>
            <a:off x="5411104" y="321005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3" name="Text Box 94">
            <a:extLst>
              <a:ext uri="{FF2B5EF4-FFF2-40B4-BE49-F238E27FC236}">
                <a16:creationId xmlns:a16="http://schemas.microsoft.com/office/drawing/2014/main" id="{B21C3A4C-716D-64FA-4287-823DFF0D8F79}"/>
              </a:ext>
            </a:extLst>
          </p:cNvPr>
          <p:cNvSpPr txBox="1">
            <a:spLocks noChangeArrowheads="1"/>
          </p:cNvSpPr>
          <p:nvPr/>
        </p:nvSpPr>
        <p:spPr bwMode="auto">
          <a:xfrm>
            <a:off x="4756188"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4" name="Text Box 95">
            <a:extLst>
              <a:ext uri="{FF2B5EF4-FFF2-40B4-BE49-F238E27FC236}">
                <a16:creationId xmlns:a16="http://schemas.microsoft.com/office/drawing/2014/main" id="{4322B7CF-430E-1D93-E75C-EC8814A44C80}"/>
              </a:ext>
            </a:extLst>
          </p:cNvPr>
          <p:cNvSpPr txBox="1">
            <a:spLocks noChangeArrowheads="1"/>
          </p:cNvSpPr>
          <p:nvPr/>
        </p:nvSpPr>
        <p:spPr bwMode="auto">
          <a:xfrm>
            <a:off x="4197346" y="275151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5" name="Text Box 96">
            <a:extLst>
              <a:ext uri="{FF2B5EF4-FFF2-40B4-BE49-F238E27FC236}">
                <a16:creationId xmlns:a16="http://schemas.microsoft.com/office/drawing/2014/main" id="{56836884-3DA0-60D5-92F5-EFDF3F8E7D78}"/>
              </a:ext>
            </a:extLst>
          </p:cNvPr>
          <p:cNvSpPr txBox="1">
            <a:spLocks noChangeArrowheads="1"/>
          </p:cNvSpPr>
          <p:nvPr/>
        </p:nvSpPr>
        <p:spPr bwMode="auto">
          <a:xfrm>
            <a:off x="2822885"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6" name="Text Box 97">
            <a:extLst>
              <a:ext uri="{FF2B5EF4-FFF2-40B4-BE49-F238E27FC236}">
                <a16:creationId xmlns:a16="http://schemas.microsoft.com/office/drawing/2014/main" id="{827FF824-7731-025B-3A87-56286127443E}"/>
              </a:ext>
            </a:extLst>
          </p:cNvPr>
          <p:cNvSpPr txBox="1">
            <a:spLocks noChangeArrowheads="1"/>
          </p:cNvSpPr>
          <p:nvPr/>
        </p:nvSpPr>
        <p:spPr bwMode="auto">
          <a:xfrm>
            <a:off x="4241866" y="185498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7" name="AutoShape 99">
            <a:extLst>
              <a:ext uri="{FF2B5EF4-FFF2-40B4-BE49-F238E27FC236}">
                <a16:creationId xmlns:a16="http://schemas.microsoft.com/office/drawing/2014/main" id="{937893B8-4F65-CB48-333C-655B1FFB8BD6}"/>
              </a:ext>
            </a:extLst>
          </p:cNvPr>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39" name="AutoShape 101">
            <a:extLst>
              <a:ext uri="{FF2B5EF4-FFF2-40B4-BE49-F238E27FC236}">
                <a16:creationId xmlns:a16="http://schemas.microsoft.com/office/drawing/2014/main" id="{BE478254-DF67-21E5-8E8E-9240EF3D0EBB}"/>
              </a:ext>
            </a:extLst>
          </p:cNvPr>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2" name="AutoShape 104">
            <a:extLst>
              <a:ext uri="{FF2B5EF4-FFF2-40B4-BE49-F238E27FC236}">
                <a16:creationId xmlns:a16="http://schemas.microsoft.com/office/drawing/2014/main" id="{D413B726-B3A0-77D2-AAB0-5110B6A3D2EB}"/>
              </a:ext>
            </a:extLst>
          </p:cNvPr>
          <p:cNvSpPr>
            <a:spLocks noChangeArrowheads="1"/>
          </p:cNvSpPr>
          <p:nvPr/>
        </p:nvSpPr>
        <p:spPr bwMode="auto">
          <a:xfrm rot="5400000">
            <a:off x="5107324" y="3367229"/>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8" name="AutoShape 110">
            <a:extLst>
              <a:ext uri="{FF2B5EF4-FFF2-40B4-BE49-F238E27FC236}">
                <a16:creationId xmlns:a16="http://schemas.microsoft.com/office/drawing/2014/main" id="{71907BBB-B16E-4FBE-7CBF-4C23CC109B28}"/>
              </a:ext>
            </a:extLst>
          </p:cNvPr>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2" name="AutoShape 114">
            <a:extLst>
              <a:ext uri="{FF2B5EF4-FFF2-40B4-BE49-F238E27FC236}">
                <a16:creationId xmlns:a16="http://schemas.microsoft.com/office/drawing/2014/main" id="{7093142C-7ED9-D23B-18FE-3B31CFE1CEB3}"/>
              </a:ext>
            </a:extLst>
          </p:cNvPr>
          <p:cNvSpPr>
            <a:spLocks noChangeArrowheads="1"/>
          </p:cNvSpPr>
          <p:nvPr/>
        </p:nvSpPr>
        <p:spPr bwMode="auto">
          <a:xfrm rot="5400000">
            <a:off x="3943291" y="3407879"/>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5" name="AutoShape 117">
            <a:extLst>
              <a:ext uri="{FF2B5EF4-FFF2-40B4-BE49-F238E27FC236}">
                <a16:creationId xmlns:a16="http://schemas.microsoft.com/office/drawing/2014/main" id="{D9F3F2F2-AF5A-B5E1-BD84-2003F84FFA86}"/>
              </a:ext>
            </a:extLst>
          </p:cNvPr>
          <p:cNvSpPr>
            <a:spLocks noChangeArrowheads="1"/>
          </p:cNvSpPr>
          <p:nvPr/>
        </p:nvSpPr>
        <p:spPr bwMode="auto">
          <a:xfrm rot="5400000">
            <a:off x="2797251" y="3403718"/>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60" name="AutoShape 122">
            <a:extLst>
              <a:ext uri="{FF2B5EF4-FFF2-40B4-BE49-F238E27FC236}">
                <a16:creationId xmlns:a16="http://schemas.microsoft.com/office/drawing/2014/main" id="{112DCF25-7F32-534A-4044-9D0D5C1BEEF9}"/>
              </a:ext>
            </a:extLst>
          </p:cNvPr>
          <p:cNvSpPr>
            <a:spLocks noChangeArrowheads="1"/>
          </p:cNvSpPr>
          <p:nvPr/>
        </p:nvSpPr>
        <p:spPr bwMode="auto">
          <a:xfrm rot="5400000">
            <a:off x="3943291" y="2776307"/>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cxnSp>
        <p:nvCxnSpPr>
          <p:cNvPr id="262" name="直接连接符 261">
            <a:extLst>
              <a:ext uri="{FF2B5EF4-FFF2-40B4-BE49-F238E27FC236}">
                <a16:creationId xmlns:a16="http://schemas.microsoft.com/office/drawing/2014/main" id="{DB86C95B-9CBD-C111-D3EC-DCE5A68B5185}"/>
              </a:ext>
            </a:extLst>
          </p:cNvPr>
          <p:cNvCxnSpPr>
            <a:stCxn id="205" idx="1"/>
            <a:endCxn id="202"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63" name="Picture 58">
            <a:extLst>
              <a:ext uri="{FF2B5EF4-FFF2-40B4-BE49-F238E27FC236}">
                <a16:creationId xmlns:a16="http://schemas.microsoft.com/office/drawing/2014/main" id="{B45A5C6C-635E-2902-8DF3-DE29B8979CCF}"/>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58">
            <a:extLst>
              <a:ext uri="{FF2B5EF4-FFF2-40B4-BE49-F238E27FC236}">
                <a16:creationId xmlns:a16="http://schemas.microsoft.com/office/drawing/2014/main" id="{31853B77-5BEB-0663-298B-A94F20E58F93}"/>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5" name="Picture 58">
            <a:extLst>
              <a:ext uri="{FF2B5EF4-FFF2-40B4-BE49-F238E27FC236}">
                <a16:creationId xmlns:a16="http://schemas.microsoft.com/office/drawing/2014/main" id="{F564FA17-3F9F-B259-757A-2EBD437BF33B}"/>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6" name="图形 265" descr="计算机">
            <a:extLst>
              <a:ext uri="{FF2B5EF4-FFF2-40B4-BE49-F238E27FC236}">
                <a16:creationId xmlns:a16="http://schemas.microsoft.com/office/drawing/2014/main" id="{282BA848-C395-8498-4562-B35C57F1147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267" name="图形 266" descr="计算机">
            <a:extLst>
              <a:ext uri="{FF2B5EF4-FFF2-40B4-BE49-F238E27FC236}">
                <a16:creationId xmlns:a16="http://schemas.microsoft.com/office/drawing/2014/main" id="{FE024FC2-B788-79C0-80BE-3794332614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268" name="图形 267" descr="计算机">
            <a:extLst>
              <a:ext uri="{FF2B5EF4-FFF2-40B4-BE49-F238E27FC236}">
                <a16:creationId xmlns:a16="http://schemas.microsoft.com/office/drawing/2014/main" id="{D23D331A-2CA2-6947-B8FC-6B24A64F64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269" name="图形 268" descr="计算机">
            <a:extLst>
              <a:ext uri="{FF2B5EF4-FFF2-40B4-BE49-F238E27FC236}">
                <a16:creationId xmlns:a16="http://schemas.microsoft.com/office/drawing/2014/main" id="{DC905C16-7DD4-86CF-BF15-8BA10B76F15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270" name="图形 269" descr="计算机">
            <a:extLst>
              <a:ext uri="{FF2B5EF4-FFF2-40B4-BE49-F238E27FC236}">
                <a16:creationId xmlns:a16="http://schemas.microsoft.com/office/drawing/2014/main" id="{30901681-C1AF-A287-D3D2-84D7FC6696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271" name="图形 270" descr="计算机">
            <a:extLst>
              <a:ext uri="{FF2B5EF4-FFF2-40B4-BE49-F238E27FC236}">
                <a16:creationId xmlns:a16="http://schemas.microsoft.com/office/drawing/2014/main" id="{720E6644-6A70-02A4-E1DA-C1A6BA5EC0F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sp>
        <p:nvSpPr>
          <p:cNvPr id="88" name="Line 47"/>
          <p:cNvSpPr>
            <a:spLocks noChangeShapeType="1"/>
          </p:cNvSpPr>
          <p:nvPr/>
        </p:nvSpPr>
        <p:spPr bwMode="auto">
          <a:xfrm>
            <a:off x="4358868" y="3649339"/>
            <a:ext cx="0" cy="3697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9" name="Line 46"/>
          <p:cNvSpPr>
            <a:spLocks noChangeShapeType="1"/>
          </p:cNvSpPr>
          <p:nvPr/>
        </p:nvSpPr>
        <p:spPr bwMode="auto">
          <a:xfrm flipV="1">
            <a:off x="2264936" y="3347210"/>
            <a:ext cx="278251" cy="4141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0" name="Line 45"/>
          <p:cNvSpPr>
            <a:spLocks noChangeShapeType="1"/>
          </p:cNvSpPr>
          <p:nvPr/>
        </p:nvSpPr>
        <p:spPr bwMode="auto">
          <a:xfrm>
            <a:off x="2264936" y="3020584"/>
            <a:ext cx="289791" cy="3172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1" name="Line 44"/>
          <p:cNvSpPr>
            <a:spLocks noChangeShapeType="1"/>
          </p:cNvSpPr>
          <p:nvPr/>
        </p:nvSpPr>
        <p:spPr bwMode="auto">
          <a:xfrm>
            <a:off x="4358868" y="2543477"/>
            <a:ext cx="0" cy="3709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2" name="Line 43"/>
          <p:cNvSpPr>
            <a:spLocks noChangeShapeType="1"/>
          </p:cNvSpPr>
          <p:nvPr/>
        </p:nvSpPr>
        <p:spPr bwMode="auto">
          <a:xfrm>
            <a:off x="5114119" y="3337877"/>
            <a:ext cx="98990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3" name="Line 42"/>
          <p:cNvSpPr>
            <a:spLocks noChangeShapeType="1"/>
          </p:cNvSpPr>
          <p:nvPr/>
        </p:nvSpPr>
        <p:spPr bwMode="auto">
          <a:xfrm>
            <a:off x="2671412" y="3337877"/>
            <a:ext cx="93092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4" name="Line 37"/>
          <p:cNvSpPr>
            <a:spLocks noChangeShapeType="1"/>
          </p:cNvSpPr>
          <p:nvPr/>
        </p:nvSpPr>
        <p:spPr bwMode="auto">
          <a:xfrm>
            <a:off x="6161727" y="3390370"/>
            <a:ext cx="348775" cy="42344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5" name="Line 36"/>
          <p:cNvSpPr>
            <a:spLocks noChangeShapeType="1"/>
          </p:cNvSpPr>
          <p:nvPr/>
        </p:nvSpPr>
        <p:spPr bwMode="auto">
          <a:xfrm flipV="1">
            <a:off x="6161727" y="3073077"/>
            <a:ext cx="29107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6" name="Line 31"/>
          <p:cNvSpPr>
            <a:spLocks noChangeShapeType="1"/>
          </p:cNvSpPr>
          <p:nvPr/>
        </p:nvSpPr>
        <p:spPr bwMode="auto">
          <a:xfrm flipV="1">
            <a:off x="4474272" y="2226183"/>
            <a:ext cx="348775"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7" name="Line 30"/>
          <p:cNvSpPr>
            <a:spLocks noChangeShapeType="1"/>
          </p:cNvSpPr>
          <p:nvPr/>
        </p:nvSpPr>
        <p:spPr bwMode="auto">
          <a:xfrm flipH="1" flipV="1">
            <a:off x="3776722" y="2226183"/>
            <a:ext cx="52316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2612302"/>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0" name="Text Box 7"/>
          <p:cNvSpPr txBox="1">
            <a:spLocks noChangeArrowheads="1"/>
          </p:cNvSpPr>
          <p:nvPr/>
        </p:nvSpPr>
        <p:spPr bwMode="auto">
          <a:xfrm>
            <a:off x="4785771" y="1871560"/>
            <a:ext cx="1079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128.56.24.34</a:t>
            </a:r>
          </a:p>
        </p:txBody>
      </p:sp>
      <p:sp>
        <p:nvSpPr>
          <p:cNvPr id="101" name="Text Box 8"/>
          <p:cNvSpPr txBox="1">
            <a:spLocks noChangeArrowheads="1"/>
          </p:cNvSpPr>
          <p:nvPr/>
        </p:nvSpPr>
        <p:spPr bwMode="auto">
          <a:xfrm>
            <a:off x="1904391" y="2556625"/>
            <a:ext cx="10567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135.27.74.52</a:t>
            </a:r>
          </a:p>
        </p:txBody>
      </p:sp>
      <p:sp>
        <p:nvSpPr>
          <p:cNvPr id="102" name="Text Box 9"/>
          <p:cNvSpPr txBox="1">
            <a:spLocks noChangeArrowheads="1"/>
          </p:cNvSpPr>
          <p:nvPr/>
        </p:nvSpPr>
        <p:spPr bwMode="auto">
          <a:xfrm>
            <a:off x="6393921" y="2543476"/>
            <a:ext cx="100700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130.12.14.56</a:t>
            </a:r>
          </a:p>
        </p:txBody>
      </p:sp>
      <p:sp>
        <p:nvSpPr>
          <p:cNvPr id="103" name="Text Box 10"/>
          <p:cNvSpPr txBox="1">
            <a:spLocks noChangeArrowheads="1"/>
          </p:cNvSpPr>
          <p:nvPr/>
        </p:nvSpPr>
        <p:spPr bwMode="auto">
          <a:xfrm>
            <a:off x="6416055" y="3484326"/>
            <a:ext cx="101502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130.12.14.43</a:t>
            </a:r>
          </a:p>
        </p:txBody>
      </p:sp>
      <p:sp>
        <p:nvSpPr>
          <p:cNvPr id="109" name="Line 32"/>
          <p:cNvSpPr>
            <a:spLocks noChangeShapeType="1"/>
          </p:cNvSpPr>
          <p:nvPr/>
        </p:nvSpPr>
        <p:spPr bwMode="auto">
          <a:xfrm flipV="1">
            <a:off x="3893407" y="4078618"/>
            <a:ext cx="406477"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11" name="Line 34"/>
          <p:cNvSpPr>
            <a:spLocks noChangeShapeType="1"/>
          </p:cNvSpPr>
          <p:nvPr/>
        </p:nvSpPr>
        <p:spPr bwMode="auto">
          <a:xfrm flipH="1" flipV="1">
            <a:off x="4416569" y="4078618"/>
            <a:ext cx="465461"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4177" y="3231724"/>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3720497"/>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4784" y="3232891"/>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任意多边形: 形状 5">
            <a:extLst>
              <a:ext uri="{FF2B5EF4-FFF2-40B4-BE49-F238E27FC236}">
                <a16:creationId xmlns:a16="http://schemas.microsoft.com/office/drawing/2014/main" id="{1DD3A854-D924-6DA5-EABA-1F1EA3DE3C9B}"/>
              </a:ext>
            </a:extLst>
          </p:cNvPr>
          <p:cNvSpPr>
            <a:spLocks noChangeArrowheads="1"/>
          </p:cNvSpPr>
          <p:nvPr/>
        </p:nvSpPr>
        <p:spPr bwMode="auto">
          <a:xfrm>
            <a:off x="3551951" y="2966257"/>
            <a:ext cx="1676339" cy="726244"/>
          </a:xfrm>
          <a:custGeom>
            <a:avLst/>
            <a:gdLst>
              <a:gd name="connsiteX0" fmla="*/ 939691 w 1676339"/>
              <a:gd name="connsiteY0" fmla="*/ 0 h 726244"/>
              <a:gd name="connsiteX1" fmla="*/ 1272111 w 1676339"/>
              <a:gd name="connsiteY1" fmla="*/ 89540 h 726244"/>
              <a:gd name="connsiteX2" fmla="*/ 1273760 w 1676339"/>
              <a:gd name="connsiteY2" fmla="*/ 92859 h 726244"/>
              <a:gd name="connsiteX3" fmla="*/ 1330673 w 1676339"/>
              <a:gd name="connsiteY3" fmla="*/ 87916 h 726244"/>
              <a:gd name="connsiteX4" fmla="*/ 1594841 w 1676339"/>
              <a:gd name="connsiteY4" fmla="*/ 201553 h 726244"/>
              <a:gd name="connsiteX5" fmla="*/ 1574081 w 1676339"/>
              <a:gd name="connsiteY5" fmla="*/ 245786 h 726244"/>
              <a:gd name="connsiteX6" fmla="*/ 1549818 w 1676339"/>
              <a:gd name="connsiteY6" fmla="*/ 261266 h 726244"/>
              <a:gd name="connsiteX7" fmla="*/ 1598966 w 1676339"/>
              <a:gd name="connsiteY7" fmla="*/ 275521 h 726244"/>
              <a:gd name="connsiteX8" fmla="*/ 1676339 w 1676339"/>
              <a:gd name="connsiteY8" fmla="*/ 355874 h 726244"/>
              <a:gd name="connsiteX9" fmla="*/ 1655579 w 1676339"/>
              <a:gd name="connsiteY9" fmla="*/ 400107 h 726244"/>
              <a:gd name="connsiteX10" fmla="*/ 1609770 w 1676339"/>
              <a:gd name="connsiteY10" fmla="*/ 429335 h 726244"/>
              <a:gd name="connsiteX11" fmla="*/ 1625052 w 1676339"/>
              <a:gd name="connsiteY11" fmla="*/ 484007 h 726244"/>
              <a:gd name="connsiteX12" fmla="*/ 1360884 w 1676339"/>
              <a:gd name="connsiteY12" fmla="*/ 674804 h 726244"/>
              <a:gd name="connsiteX13" fmla="*/ 1307645 w 1676339"/>
              <a:gd name="connsiteY13" fmla="*/ 670928 h 726244"/>
              <a:gd name="connsiteX14" fmla="*/ 1271253 w 1676339"/>
              <a:gd name="connsiteY14" fmla="*/ 662769 h 726244"/>
              <a:gd name="connsiteX15" fmla="*/ 1237417 w 1676339"/>
              <a:gd name="connsiteY15" fmla="*/ 681113 h 726244"/>
              <a:gd name="connsiteX16" fmla="*/ 939340 w 1676339"/>
              <a:gd name="connsiteY16" fmla="*/ 726244 h 726244"/>
              <a:gd name="connsiteX17" fmla="*/ 550923 w 1676339"/>
              <a:gd name="connsiteY17" fmla="*/ 632135 h 726244"/>
              <a:gd name="connsiteX18" fmla="*/ 532600 w 1676339"/>
              <a:gd name="connsiteY18" fmla="*/ 610559 h 726244"/>
              <a:gd name="connsiteX19" fmla="*/ 499688 w 1676339"/>
              <a:gd name="connsiteY19" fmla="*/ 620758 h 726244"/>
              <a:gd name="connsiteX20" fmla="*/ 390982 w 1676339"/>
              <a:gd name="connsiteY20" fmla="*/ 630846 h 726244"/>
              <a:gd name="connsiteX21" fmla="*/ 111709 w 1676339"/>
              <a:gd name="connsiteY21" fmla="*/ 502479 h 726244"/>
              <a:gd name="connsiteX22" fmla="*/ 117179 w 1676339"/>
              <a:gd name="connsiteY22" fmla="*/ 490025 h 726244"/>
              <a:gd name="connsiteX23" fmla="*/ 111566 w 1676339"/>
              <a:gd name="connsiteY23" fmla="*/ 489298 h 726244"/>
              <a:gd name="connsiteX24" fmla="*/ 0 w 1676339"/>
              <a:gd name="connsiteY24" fmla="*/ 381360 h 726244"/>
              <a:gd name="connsiteX25" fmla="*/ 182669 w 1676339"/>
              <a:gd name="connsiteY25" fmla="*/ 264216 h 726244"/>
              <a:gd name="connsiteX26" fmla="*/ 186910 w 1676339"/>
              <a:gd name="connsiteY26" fmla="*/ 264765 h 726244"/>
              <a:gd name="connsiteX27" fmla="*/ 172833 w 1676339"/>
              <a:gd name="connsiteY27" fmla="*/ 227507 h 726244"/>
              <a:gd name="connsiteX28" fmla="*/ 447188 w 1676339"/>
              <a:gd name="connsiteY28" fmla="*/ 80902 h 726244"/>
              <a:gd name="connsiteX29" fmla="*/ 553979 w 1676339"/>
              <a:gd name="connsiteY29" fmla="*/ 92423 h 726244"/>
              <a:gd name="connsiteX30" fmla="*/ 597966 w 1676339"/>
              <a:gd name="connsiteY30" fmla="*/ 108270 h 726244"/>
              <a:gd name="connsiteX31" fmla="*/ 607271 w 1676339"/>
              <a:gd name="connsiteY31" fmla="*/ 89540 h 726244"/>
              <a:gd name="connsiteX32" fmla="*/ 939691 w 1676339"/>
              <a:gd name="connsiteY32" fmla="*/ 0 h 726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676339" h="726244">
                <a:moveTo>
                  <a:pt x="939691" y="0"/>
                </a:moveTo>
                <a:cubicBezTo>
                  <a:pt x="1089127" y="0"/>
                  <a:pt x="1217343" y="36921"/>
                  <a:pt x="1272111" y="89540"/>
                </a:cubicBezTo>
                <a:lnTo>
                  <a:pt x="1273760" y="92859"/>
                </a:lnTo>
                <a:lnTo>
                  <a:pt x="1330673" y="87916"/>
                </a:lnTo>
                <a:cubicBezTo>
                  <a:pt x="1476569" y="87916"/>
                  <a:pt x="1594841" y="138793"/>
                  <a:pt x="1594841" y="201553"/>
                </a:cubicBezTo>
                <a:cubicBezTo>
                  <a:pt x="1594841" y="217243"/>
                  <a:pt x="1587449" y="232190"/>
                  <a:pt x="1574081" y="245786"/>
                </a:cubicBezTo>
                <a:lnTo>
                  <a:pt x="1549818" y="261266"/>
                </a:lnTo>
                <a:lnTo>
                  <a:pt x="1598966" y="275521"/>
                </a:lnTo>
                <a:cubicBezTo>
                  <a:pt x="1646771" y="296085"/>
                  <a:pt x="1676339" y="324494"/>
                  <a:pt x="1676339" y="355874"/>
                </a:cubicBezTo>
                <a:cubicBezTo>
                  <a:pt x="1676339" y="371564"/>
                  <a:pt x="1668947" y="386511"/>
                  <a:pt x="1655579" y="400107"/>
                </a:cubicBezTo>
                <a:lnTo>
                  <a:pt x="1609770" y="429335"/>
                </a:lnTo>
                <a:lnTo>
                  <a:pt x="1625052" y="484007"/>
                </a:lnTo>
                <a:cubicBezTo>
                  <a:pt x="1625052" y="589381"/>
                  <a:pt x="1506780" y="674804"/>
                  <a:pt x="1360884" y="674804"/>
                </a:cubicBezTo>
                <a:cubicBezTo>
                  <a:pt x="1342647" y="674804"/>
                  <a:pt x="1324842" y="673469"/>
                  <a:pt x="1307645" y="670928"/>
                </a:cubicBezTo>
                <a:lnTo>
                  <a:pt x="1271253" y="662769"/>
                </a:lnTo>
                <a:lnTo>
                  <a:pt x="1237417" y="681113"/>
                </a:lnTo>
                <a:cubicBezTo>
                  <a:pt x="1161132" y="708997"/>
                  <a:pt x="1055746" y="726244"/>
                  <a:pt x="939340" y="726244"/>
                </a:cubicBezTo>
                <a:cubicBezTo>
                  <a:pt x="764731" y="726244"/>
                  <a:pt x="614917" y="687439"/>
                  <a:pt x="550923" y="632135"/>
                </a:cubicBezTo>
                <a:lnTo>
                  <a:pt x="532600" y="610559"/>
                </a:lnTo>
                <a:lnTo>
                  <a:pt x="499688" y="620758"/>
                </a:lnTo>
                <a:cubicBezTo>
                  <a:pt x="466276" y="627254"/>
                  <a:pt x="429542" y="630846"/>
                  <a:pt x="390982" y="630846"/>
                </a:cubicBezTo>
                <a:cubicBezTo>
                  <a:pt x="236744" y="630846"/>
                  <a:pt x="111709" y="573374"/>
                  <a:pt x="111709" y="502479"/>
                </a:cubicBezTo>
                <a:lnTo>
                  <a:pt x="117179" y="490025"/>
                </a:lnTo>
                <a:lnTo>
                  <a:pt x="111566" y="489298"/>
                </a:lnTo>
                <a:cubicBezTo>
                  <a:pt x="46004" y="471515"/>
                  <a:pt x="0" y="429883"/>
                  <a:pt x="0" y="381360"/>
                </a:cubicBezTo>
                <a:cubicBezTo>
                  <a:pt x="0" y="316663"/>
                  <a:pt x="81784" y="264216"/>
                  <a:pt x="182669" y="264216"/>
                </a:cubicBezTo>
                <a:lnTo>
                  <a:pt x="186910" y="264765"/>
                </a:lnTo>
                <a:lnTo>
                  <a:pt x="172833" y="227507"/>
                </a:lnTo>
                <a:cubicBezTo>
                  <a:pt x="172833" y="146539"/>
                  <a:pt x="295666" y="80902"/>
                  <a:pt x="447188" y="80902"/>
                </a:cubicBezTo>
                <a:cubicBezTo>
                  <a:pt x="485069" y="80902"/>
                  <a:pt x="521156" y="85004"/>
                  <a:pt x="553979" y="92423"/>
                </a:cubicBezTo>
                <a:lnTo>
                  <a:pt x="597966" y="108270"/>
                </a:lnTo>
                <a:lnTo>
                  <a:pt x="607271" y="89540"/>
                </a:lnTo>
                <a:cubicBezTo>
                  <a:pt x="662039" y="36921"/>
                  <a:pt x="790255" y="0"/>
                  <a:pt x="939691" y="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wrap="square" anchor="ctr" anchorCtr="0">
            <a:no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多播组</a:t>
            </a:r>
          </a:p>
          <a:p>
            <a:pPr algn="ctr" eaLnBrk="1" hangingPunct="1"/>
            <a:r>
              <a:rPr lang="en-US" altLang="zh-CN" sz="1200" dirty="0">
                <a:solidFill>
                  <a:schemeClr val="bg1"/>
                </a:solidFill>
                <a:latin typeface="Montserrat" panose="00000500000000000000" pitchFamily="2" charset="0"/>
                <a:ea typeface="微软雅黑 Light" panose="020B0502040204020203" pitchFamily="34" charset="-122"/>
              </a:rPr>
              <a:t>226.15.37.123</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37" name="Text Box 74"/>
          <p:cNvSpPr txBox="1">
            <a:spLocks noChangeArrowheads="1"/>
          </p:cNvSpPr>
          <p:nvPr/>
        </p:nvSpPr>
        <p:spPr bwMode="auto">
          <a:xfrm>
            <a:off x="2613710" y="2914430"/>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8" name="Text Box 77"/>
          <p:cNvSpPr txBox="1">
            <a:spLocks noChangeArrowheads="1"/>
          </p:cNvSpPr>
          <p:nvPr/>
        </p:nvSpPr>
        <p:spPr bwMode="auto">
          <a:xfrm>
            <a:off x="5667537" y="290091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9" name="Text Box 78"/>
          <p:cNvSpPr txBox="1">
            <a:spLocks noChangeArrowheads="1"/>
          </p:cNvSpPr>
          <p:nvPr/>
        </p:nvSpPr>
        <p:spPr bwMode="auto">
          <a:xfrm>
            <a:off x="4580699" y="242099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0" name="Text Box 79"/>
          <p:cNvSpPr txBox="1">
            <a:spLocks noChangeArrowheads="1"/>
          </p:cNvSpPr>
          <p:nvPr/>
        </p:nvSpPr>
        <p:spPr bwMode="auto">
          <a:xfrm>
            <a:off x="5605226" y="3559517"/>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1" name="Text Box 81"/>
          <p:cNvSpPr txBox="1">
            <a:spLocks noChangeArrowheads="1"/>
          </p:cNvSpPr>
          <p:nvPr/>
        </p:nvSpPr>
        <p:spPr bwMode="auto">
          <a:xfrm>
            <a:off x="3879758" y="2543477"/>
            <a:ext cx="332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1</a:t>
            </a:r>
          </a:p>
        </p:txBody>
      </p:sp>
      <p:sp>
        <p:nvSpPr>
          <p:cNvPr id="142" name="Text Box 82"/>
          <p:cNvSpPr txBox="1">
            <a:spLocks noChangeArrowheads="1"/>
          </p:cNvSpPr>
          <p:nvPr/>
        </p:nvSpPr>
        <p:spPr bwMode="auto">
          <a:xfrm>
            <a:off x="3855397" y="3672669"/>
            <a:ext cx="3626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r>
              <a:rPr lang="en-US" altLang="zh-CN" sz="1200" b="1" baseline="-25000" dirty="0">
                <a:latin typeface="Montserrat" panose="00000500000000000000" pitchFamily="2" charset="0"/>
                <a:ea typeface="微软雅黑 Light" panose="020B0502040204020203" pitchFamily="34" charset="-122"/>
              </a:rPr>
              <a:t>4</a:t>
            </a:r>
          </a:p>
        </p:txBody>
      </p:sp>
      <p:sp>
        <p:nvSpPr>
          <p:cNvPr id="143" name="Text Box 83"/>
          <p:cNvSpPr txBox="1">
            <a:spLocks noChangeArrowheads="1"/>
          </p:cNvSpPr>
          <p:nvPr/>
        </p:nvSpPr>
        <p:spPr bwMode="auto">
          <a:xfrm>
            <a:off x="5251778" y="3038081"/>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3</a:t>
            </a:r>
          </a:p>
        </p:txBody>
      </p:sp>
      <p:sp>
        <p:nvSpPr>
          <p:cNvPr id="144" name="Text Box 84"/>
          <p:cNvSpPr txBox="1">
            <a:spLocks noChangeArrowheads="1"/>
          </p:cNvSpPr>
          <p:nvPr/>
        </p:nvSpPr>
        <p:spPr bwMode="auto">
          <a:xfrm>
            <a:off x="3216830" y="3090575"/>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2</a:t>
            </a:r>
          </a:p>
        </p:txBody>
      </p:sp>
      <p:pic>
        <p:nvPicPr>
          <p:cNvPr id="15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3972" y="2440822"/>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52718" y="3285384"/>
            <a:ext cx="323129"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4738" y="3987629"/>
            <a:ext cx="321847"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662" y="3288884"/>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p:nvPr/>
        </p:nvCxnSpPr>
        <p:spPr>
          <a:xfrm flipV="1">
            <a:off x="4491648" y="2302008"/>
            <a:ext cx="407759" cy="310294"/>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5861678" y="2996087"/>
            <a:ext cx="510340" cy="302129"/>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a:off x="2408549" y="2981278"/>
            <a:ext cx="496235" cy="304106"/>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5851420" y="3455696"/>
            <a:ext cx="525727" cy="306795"/>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pic>
        <p:nvPicPr>
          <p:cNvPr id="15" name="图形 14" descr="计算机">
            <a:extLst>
              <a:ext uri="{FF2B5EF4-FFF2-40B4-BE49-F238E27FC236}">
                <a16:creationId xmlns:a16="http://schemas.microsoft.com/office/drawing/2014/main" id="{F0794DA7-E2D0-5E8F-642E-EBAFB737F61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3339" y="3609093"/>
            <a:ext cx="360000" cy="360000"/>
          </a:xfrm>
          <a:prstGeom prst="rect">
            <a:avLst/>
          </a:prstGeom>
        </p:spPr>
      </p:pic>
      <p:pic>
        <p:nvPicPr>
          <p:cNvPr id="16" name="图形 15" descr="计算机">
            <a:extLst>
              <a:ext uri="{FF2B5EF4-FFF2-40B4-BE49-F238E27FC236}">
                <a16:creationId xmlns:a16="http://schemas.microsoft.com/office/drawing/2014/main" id="{2FB32CDD-7321-C6CC-D19C-1C2F6D7BE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2319" y="2773331"/>
            <a:ext cx="360000" cy="360000"/>
          </a:xfrm>
          <a:prstGeom prst="rect">
            <a:avLst/>
          </a:prstGeom>
        </p:spPr>
      </p:pic>
      <p:pic>
        <p:nvPicPr>
          <p:cNvPr id="18" name="图形 17" descr="计算机">
            <a:extLst>
              <a:ext uri="{FF2B5EF4-FFF2-40B4-BE49-F238E27FC236}">
                <a16:creationId xmlns:a16="http://schemas.microsoft.com/office/drawing/2014/main" id="{23B56E08-C2E9-CACA-8552-537F60DE5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86150" y="3738641"/>
            <a:ext cx="360000" cy="360000"/>
          </a:xfrm>
          <a:prstGeom prst="rect">
            <a:avLst/>
          </a:prstGeom>
        </p:spPr>
      </p:pic>
      <p:pic>
        <p:nvPicPr>
          <p:cNvPr id="19" name="图形 18" descr="计算机">
            <a:extLst>
              <a:ext uri="{FF2B5EF4-FFF2-40B4-BE49-F238E27FC236}">
                <a16:creationId xmlns:a16="http://schemas.microsoft.com/office/drawing/2014/main" id="{17BCDD9B-A378-20F3-4723-6AD4DD3A1E1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47916" y="2798055"/>
            <a:ext cx="360000" cy="360000"/>
          </a:xfrm>
          <a:prstGeom prst="rect">
            <a:avLst/>
          </a:prstGeom>
        </p:spPr>
      </p:pic>
      <p:pic>
        <p:nvPicPr>
          <p:cNvPr id="20" name="图形 19" descr="计算机">
            <a:extLst>
              <a:ext uri="{FF2B5EF4-FFF2-40B4-BE49-F238E27FC236}">
                <a16:creationId xmlns:a16="http://schemas.microsoft.com/office/drawing/2014/main" id="{D8CBC588-32DC-1221-ED86-765CB299FEF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85771" y="4247882"/>
            <a:ext cx="360000" cy="360000"/>
          </a:xfrm>
          <a:prstGeom prst="rect">
            <a:avLst/>
          </a:prstGeom>
        </p:spPr>
      </p:pic>
      <p:pic>
        <p:nvPicPr>
          <p:cNvPr id="21" name="图形 20" descr="计算机">
            <a:extLst>
              <a:ext uri="{FF2B5EF4-FFF2-40B4-BE49-F238E27FC236}">
                <a16:creationId xmlns:a16="http://schemas.microsoft.com/office/drawing/2014/main" id="{68E52E64-0B4F-B791-2A2A-90FE6F4B21D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62260" y="4247882"/>
            <a:ext cx="360000" cy="360000"/>
          </a:xfrm>
          <a:prstGeom prst="rect">
            <a:avLst/>
          </a:prstGeom>
        </p:spPr>
      </p:pic>
      <p:pic>
        <p:nvPicPr>
          <p:cNvPr id="22" name="图形 21" descr="计算机">
            <a:extLst>
              <a:ext uri="{FF2B5EF4-FFF2-40B4-BE49-F238E27FC236}">
                <a16:creationId xmlns:a16="http://schemas.microsoft.com/office/drawing/2014/main" id="{36514CB8-7773-1B68-C99D-ADCD36B109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40423" y="2047882"/>
            <a:ext cx="360000" cy="360000"/>
          </a:xfrm>
          <a:prstGeom prst="rect">
            <a:avLst/>
          </a:prstGeom>
        </p:spPr>
      </p:pic>
      <p:pic>
        <p:nvPicPr>
          <p:cNvPr id="23" name="图形 22" descr="计算机">
            <a:extLst>
              <a:ext uri="{FF2B5EF4-FFF2-40B4-BE49-F238E27FC236}">
                <a16:creationId xmlns:a16="http://schemas.microsoft.com/office/drawing/2014/main" id="{C2A9C8F0-11AF-19C4-BFCE-D0B9950FD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9536" y="1951694"/>
            <a:ext cx="360000" cy="360000"/>
          </a:xfrm>
          <a:prstGeom prst="rect">
            <a:avLst/>
          </a:prstGeom>
        </p:spPr>
      </p:pic>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
        <p:nvSpPr>
          <p:cNvPr id="52" name="Line 19"/>
          <p:cNvSpPr>
            <a:spLocks noChangeShapeType="1"/>
          </p:cNvSpPr>
          <p:nvPr/>
        </p:nvSpPr>
        <p:spPr bwMode="auto">
          <a:xfrm>
            <a:off x="5477598" y="3244820"/>
            <a:ext cx="613405" cy="593367"/>
          </a:xfrm>
          <a:prstGeom prst="line">
            <a:avLst/>
          </a:prstGeom>
          <a:ln w="12700">
            <a:solidFill>
              <a:schemeClr val="tx1"/>
            </a:solidFill>
          </a:ln>
          <a:extLst>
            <a:ext uri="{909E8E84-426E-40DD-AFC4-6F175D3DCCD1}">
              <a14:hiddenFill xmlns:a14="http://schemas.microsoft.com/office/drawing/2010/main">
                <a:noFill/>
              </a14:hiddenFill>
            </a:ext>
          </a:extLst>
        </p:spPr>
        <p:style>
          <a:lnRef idx="1">
            <a:schemeClr val="accent1"/>
          </a:lnRef>
          <a:fillRef idx="0">
            <a:schemeClr val="accent1"/>
          </a:fillRef>
          <a:effectRef idx="0">
            <a:schemeClr val="accent1"/>
          </a:effectRef>
          <a:fontRef idx="minor">
            <a:schemeClr val="tx1"/>
          </a:fontRef>
        </p:style>
        <p:txBody>
          <a:bodyPr/>
          <a:lstStyle/>
          <a:p>
            <a:endParaRPr lang="zh-CN" altLang="en-US" sz="1200">
              <a:latin typeface="Montserrat" panose="00000500000000000000" pitchFamily="2" charset="0"/>
              <a:ea typeface="微软雅黑 Light" panose="020B0502040204020203" pitchFamily="34" charset="-122"/>
            </a:endParaRPr>
          </a:p>
        </p:txBody>
      </p:sp>
      <p:sp>
        <p:nvSpPr>
          <p:cNvPr id="54" name="Line 23"/>
          <p:cNvSpPr>
            <a:spLocks noChangeShapeType="1"/>
          </p:cNvSpPr>
          <p:nvPr/>
        </p:nvSpPr>
        <p:spPr bwMode="auto">
          <a:xfrm flipH="1">
            <a:off x="3713425" y="2483520"/>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21"/>
          <p:cNvSpPr>
            <a:spLocks noChangeShapeType="1"/>
          </p:cNvSpPr>
          <p:nvPr/>
        </p:nvSpPr>
        <p:spPr bwMode="auto">
          <a:xfrm>
            <a:off x="6765242" y="3668388"/>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62"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83609" y="3076886"/>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6" name="Text Box 32"/>
          <p:cNvSpPr txBox="1">
            <a:spLocks noChangeArrowheads="1"/>
          </p:cNvSpPr>
          <p:nvPr/>
        </p:nvSpPr>
        <p:spPr bwMode="auto">
          <a:xfrm>
            <a:off x="4519701" y="2399554"/>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A</a:t>
            </a:r>
          </a:p>
        </p:txBody>
      </p:sp>
      <p:sp>
        <p:nvSpPr>
          <p:cNvPr id="67" name="Text Box 33"/>
          <p:cNvSpPr txBox="1">
            <a:spLocks noChangeArrowheads="1"/>
          </p:cNvSpPr>
          <p:nvPr/>
        </p:nvSpPr>
        <p:spPr bwMode="auto">
          <a:xfrm>
            <a:off x="3995195" y="3445920"/>
            <a:ext cx="3000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B</a:t>
            </a:r>
          </a:p>
        </p:txBody>
      </p:sp>
      <p:sp>
        <p:nvSpPr>
          <p:cNvPr id="68" name="Text Box 34"/>
          <p:cNvSpPr txBox="1">
            <a:spLocks noChangeArrowheads="1"/>
          </p:cNvSpPr>
          <p:nvPr/>
        </p:nvSpPr>
        <p:spPr bwMode="auto">
          <a:xfrm>
            <a:off x="4700006" y="3614750"/>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C</a:t>
            </a:r>
          </a:p>
        </p:txBody>
      </p:sp>
      <p:sp>
        <p:nvSpPr>
          <p:cNvPr id="69" name="Text Box 35"/>
          <p:cNvSpPr txBox="1">
            <a:spLocks noChangeArrowheads="1"/>
          </p:cNvSpPr>
          <p:nvPr/>
        </p:nvSpPr>
        <p:spPr bwMode="auto">
          <a:xfrm>
            <a:off x="6305333" y="3796686"/>
            <a:ext cx="311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D</a:t>
            </a:r>
          </a:p>
        </p:txBody>
      </p:sp>
      <p:sp>
        <p:nvSpPr>
          <p:cNvPr id="70" name="Text Box 36"/>
          <p:cNvSpPr txBox="1">
            <a:spLocks noChangeArrowheads="1"/>
          </p:cNvSpPr>
          <p:nvPr/>
        </p:nvSpPr>
        <p:spPr bwMode="auto">
          <a:xfrm>
            <a:off x="6801180" y="3333905"/>
            <a:ext cx="2872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E</a:t>
            </a:r>
          </a:p>
        </p:txBody>
      </p:sp>
      <p:sp>
        <p:nvSpPr>
          <p:cNvPr id="71" name="Text Box 37"/>
          <p:cNvSpPr txBox="1">
            <a:spLocks noChangeArrowheads="1"/>
          </p:cNvSpPr>
          <p:nvPr/>
        </p:nvSpPr>
        <p:spPr bwMode="auto">
          <a:xfrm>
            <a:off x="1826462" y="3132442"/>
            <a:ext cx="303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G</a:t>
            </a:r>
          </a:p>
        </p:txBody>
      </p:sp>
      <p:sp>
        <p:nvSpPr>
          <p:cNvPr id="72" name="Text Box 38"/>
          <p:cNvSpPr txBox="1">
            <a:spLocks noChangeArrowheads="1"/>
          </p:cNvSpPr>
          <p:nvPr/>
        </p:nvSpPr>
        <p:spPr bwMode="auto">
          <a:xfrm>
            <a:off x="2584188" y="3636031"/>
            <a:ext cx="2824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F</a:t>
            </a:r>
          </a:p>
        </p:txBody>
      </p:sp>
      <p:sp>
        <p:nvSpPr>
          <p:cNvPr id="73" name="Text Box 39"/>
          <p:cNvSpPr txBox="1">
            <a:spLocks noChangeArrowheads="1"/>
          </p:cNvSpPr>
          <p:nvPr/>
        </p:nvSpPr>
        <p:spPr bwMode="auto">
          <a:xfrm>
            <a:off x="3639910" y="2120251"/>
            <a:ext cx="3433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1</a:t>
            </a:r>
          </a:p>
        </p:txBody>
      </p:sp>
      <p:sp>
        <p:nvSpPr>
          <p:cNvPr id="74" name="Text Box 41"/>
          <p:cNvSpPr txBox="1">
            <a:spLocks noChangeArrowheads="1"/>
          </p:cNvSpPr>
          <p:nvPr/>
        </p:nvSpPr>
        <p:spPr bwMode="auto">
          <a:xfrm>
            <a:off x="2504778" y="269810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3</a:t>
            </a:r>
          </a:p>
        </p:txBody>
      </p:sp>
      <p:sp>
        <p:nvSpPr>
          <p:cNvPr id="75" name="Text Box 43"/>
          <p:cNvSpPr txBox="1">
            <a:spLocks noChangeArrowheads="1"/>
          </p:cNvSpPr>
          <p:nvPr/>
        </p:nvSpPr>
        <p:spPr bwMode="auto">
          <a:xfrm>
            <a:off x="3451502" y="2829928"/>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endParaRPr lang="en-US" altLang="zh-CN" sz="1200" b="1" baseline="-25000" dirty="0">
              <a:latin typeface="Montserrat" panose="00000500000000000000" pitchFamily="2" charset="0"/>
              <a:ea typeface="微软雅黑 Light" panose="020B0502040204020203" pitchFamily="34" charset="-122"/>
            </a:endParaRPr>
          </a:p>
        </p:txBody>
      </p:sp>
      <p:pic>
        <p:nvPicPr>
          <p:cNvPr id="78"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4958" y="3116072"/>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4162" y="307688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7267" y="2421945"/>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664472" y="28785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2</a:t>
            </a:r>
          </a:p>
        </p:txBody>
      </p:sp>
      <p:sp>
        <p:nvSpPr>
          <p:cNvPr id="94" name="椭圆 93"/>
          <p:cNvSpPr/>
          <p:nvPr/>
        </p:nvSpPr>
        <p:spPr>
          <a:xfrm rot="1662349">
            <a:off x="1771820" y="2727958"/>
            <a:ext cx="1769243" cy="1438633"/>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5" name="椭圆 94"/>
          <p:cNvSpPr/>
          <p:nvPr/>
        </p:nvSpPr>
        <p:spPr>
          <a:xfrm>
            <a:off x="3177751" y="2063685"/>
            <a:ext cx="1762483" cy="843402"/>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8" name="椭圆 97"/>
          <p:cNvSpPr/>
          <p:nvPr/>
        </p:nvSpPr>
        <p:spPr>
          <a:xfrm>
            <a:off x="3943240" y="2907087"/>
            <a:ext cx="3296840" cy="1490879"/>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pic>
        <p:nvPicPr>
          <p:cNvPr id="6" name="图形 5" descr="计算机">
            <a:extLst>
              <a:ext uri="{FF2B5EF4-FFF2-40B4-BE49-F238E27FC236}">
                <a16:creationId xmlns:a16="http://schemas.microsoft.com/office/drawing/2014/main" id="{D52E9153-0CD9-79D9-1084-1FBACC894C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1166" y="2408917"/>
            <a:ext cx="360000" cy="360000"/>
          </a:xfrm>
          <a:prstGeom prst="rect">
            <a:avLst/>
          </a:prstGeom>
        </p:spPr>
      </p:pic>
      <p:cxnSp>
        <p:nvCxnSpPr>
          <p:cNvPr id="8" name="直接连接符 7">
            <a:extLst>
              <a:ext uri="{FF2B5EF4-FFF2-40B4-BE49-F238E27FC236}">
                <a16:creationId xmlns:a16="http://schemas.microsoft.com/office/drawing/2014/main" id="{15CE3BBC-16A0-100E-8715-BE024A4CF708}"/>
              </a:ext>
            </a:extLst>
          </p:cNvPr>
          <p:cNvCxnSpPr>
            <a:stCxn id="91" idx="3"/>
            <a:endCxn id="6" idx="1"/>
          </p:cNvCxnSpPr>
          <p:nvPr/>
        </p:nvCxnSpPr>
        <p:spPr>
          <a:xfrm>
            <a:off x="3931411" y="2518973"/>
            <a:ext cx="279755" cy="699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图形 8" descr="计算机">
            <a:extLst>
              <a:ext uri="{FF2B5EF4-FFF2-40B4-BE49-F238E27FC236}">
                <a16:creationId xmlns:a16="http://schemas.microsoft.com/office/drawing/2014/main" id="{CB3363A8-E803-0937-A246-1604F910086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28426" y="3598868"/>
            <a:ext cx="360000" cy="360000"/>
          </a:xfrm>
          <a:prstGeom prst="rect">
            <a:avLst/>
          </a:prstGeom>
        </p:spPr>
      </p:pic>
      <p:pic>
        <p:nvPicPr>
          <p:cNvPr id="10" name="图形 9" descr="计算机">
            <a:extLst>
              <a:ext uri="{FF2B5EF4-FFF2-40B4-BE49-F238E27FC236}">
                <a16:creationId xmlns:a16="http://schemas.microsoft.com/office/drawing/2014/main" id="{0D1270CE-40B1-B025-ED42-A8C468DC6C1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069780" y="3101829"/>
            <a:ext cx="360000" cy="360000"/>
          </a:xfrm>
          <a:prstGeom prst="rect">
            <a:avLst/>
          </a:prstGeom>
        </p:spPr>
      </p:pic>
      <p:pic>
        <p:nvPicPr>
          <p:cNvPr id="11" name="图形 10" descr="计算机">
            <a:extLst>
              <a:ext uri="{FF2B5EF4-FFF2-40B4-BE49-F238E27FC236}">
                <a16:creationId xmlns:a16="http://schemas.microsoft.com/office/drawing/2014/main" id="{94CEDD56-A60F-B3A2-A1A9-B48BACFA24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38462" y="3389849"/>
            <a:ext cx="360000" cy="360000"/>
          </a:xfrm>
          <a:prstGeom prst="rect">
            <a:avLst/>
          </a:prstGeom>
        </p:spPr>
      </p:pic>
      <p:pic>
        <p:nvPicPr>
          <p:cNvPr id="12" name="图形 11" descr="计算机">
            <a:extLst>
              <a:ext uri="{FF2B5EF4-FFF2-40B4-BE49-F238E27FC236}">
                <a16:creationId xmlns:a16="http://schemas.microsoft.com/office/drawing/2014/main" id="{803E5EC3-177A-4F3C-BF10-E252D2ED77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42783" y="3557427"/>
            <a:ext cx="360000" cy="360000"/>
          </a:xfrm>
          <a:prstGeom prst="rect">
            <a:avLst/>
          </a:prstGeom>
        </p:spPr>
      </p:pic>
      <p:pic>
        <p:nvPicPr>
          <p:cNvPr id="13" name="图形 12" descr="计算机">
            <a:extLst>
              <a:ext uri="{FF2B5EF4-FFF2-40B4-BE49-F238E27FC236}">
                <a16:creationId xmlns:a16="http://schemas.microsoft.com/office/drawing/2014/main" id="{F088BAD1-F525-05AD-8FE3-D8BE1D5BEA2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87045" y="3755186"/>
            <a:ext cx="360000" cy="360000"/>
          </a:xfrm>
          <a:prstGeom prst="rect">
            <a:avLst/>
          </a:prstGeom>
        </p:spPr>
      </p:pic>
      <p:pic>
        <p:nvPicPr>
          <p:cNvPr id="14" name="图形 13" descr="计算机">
            <a:extLst>
              <a:ext uri="{FF2B5EF4-FFF2-40B4-BE49-F238E27FC236}">
                <a16:creationId xmlns:a16="http://schemas.microsoft.com/office/drawing/2014/main" id="{2F65BFAC-3221-D817-905A-5248BCA59D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49090" y="3255912"/>
            <a:ext cx="360000" cy="360000"/>
          </a:xfrm>
          <a:prstGeom prst="rect">
            <a:avLst/>
          </a:prstGeom>
        </p:spPr>
      </p:pic>
      <p:sp>
        <p:nvSpPr>
          <p:cNvPr id="16" name="文本框 15">
            <a:extLst>
              <a:ext uri="{FF2B5EF4-FFF2-40B4-BE49-F238E27FC236}">
                <a16:creationId xmlns:a16="http://schemas.microsoft.com/office/drawing/2014/main" id="{963EC445-8BD2-D39B-6A34-0BB678B231F4}"/>
              </a:ext>
            </a:extLst>
          </p:cNvPr>
          <p:cNvSpPr txBox="1"/>
          <p:nvPr/>
        </p:nvSpPr>
        <p:spPr>
          <a:xfrm>
            <a:off x="7240080" y="1433655"/>
            <a:ext cx="147348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00B050"/>
                </a:solidFill>
              </a:rPr>
              <a:t>多播组 </a:t>
            </a:r>
            <a:r>
              <a:rPr lang="en-US" altLang="zh-CN" dirty="0">
                <a:solidFill>
                  <a:srgbClr val="00B050"/>
                </a:solidFill>
              </a:rPr>
              <a:t>M1(A, B, C)</a:t>
            </a:r>
            <a:endParaRPr lang="zh-CN" altLang="en-US" dirty="0">
              <a:solidFill>
                <a:srgbClr val="00B050"/>
              </a:solidFill>
            </a:endParaRPr>
          </a:p>
        </p:txBody>
      </p:sp>
      <p:sp>
        <p:nvSpPr>
          <p:cNvPr id="18" name="文本框 17">
            <a:extLst>
              <a:ext uri="{FF2B5EF4-FFF2-40B4-BE49-F238E27FC236}">
                <a16:creationId xmlns:a16="http://schemas.microsoft.com/office/drawing/2014/main" id="{4583017B-B12B-7D42-5C81-8B2D85D03F36}"/>
              </a:ext>
            </a:extLst>
          </p:cNvPr>
          <p:cNvSpPr txBox="1"/>
          <p:nvPr/>
        </p:nvSpPr>
        <p:spPr>
          <a:xfrm>
            <a:off x="7240080" y="1183246"/>
            <a:ext cx="149592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solidFill>
                  <a:srgbClr val="00B050"/>
                </a:solidFill>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E46C0A"/>
                </a:solidFill>
              </a:rPr>
              <a:t>多播组 </a:t>
            </a:r>
            <a:r>
              <a:rPr lang="en-US" altLang="zh-CN" dirty="0">
                <a:solidFill>
                  <a:srgbClr val="E46C0A"/>
                </a:solidFill>
              </a:rPr>
              <a:t>M2(D, E, F)</a:t>
            </a:r>
          </a:p>
        </p:txBody>
      </p:sp>
      <p:cxnSp>
        <p:nvCxnSpPr>
          <p:cNvPr id="20" name="直接连接符 19">
            <a:extLst>
              <a:ext uri="{FF2B5EF4-FFF2-40B4-BE49-F238E27FC236}">
                <a16:creationId xmlns:a16="http://schemas.microsoft.com/office/drawing/2014/main" id="{8DFFE349-C80E-1885-2444-C5AB1E487DAD}"/>
              </a:ext>
            </a:extLst>
          </p:cNvPr>
          <p:cNvCxnSpPr>
            <a:stCxn id="90" idx="1"/>
            <a:endCxn id="10" idx="3"/>
          </p:cNvCxnSpPr>
          <p:nvPr/>
        </p:nvCxnSpPr>
        <p:spPr>
          <a:xfrm flipH="1">
            <a:off x="2429780" y="3173914"/>
            <a:ext cx="364382" cy="1079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6ED5E3F-09AA-2627-DB3B-7905B677B75A}"/>
              </a:ext>
            </a:extLst>
          </p:cNvPr>
          <p:cNvCxnSpPr>
            <a:stCxn id="62" idx="3"/>
            <a:endCxn id="78" idx="1"/>
          </p:cNvCxnSpPr>
          <p:nvPr/>
        </p:nvCxnSpPr>
        <p:spPr>
          <a:xfrm flipV="1">
            <a:off x="3956759" y="3213100"/>
            <a:ext cx="1328199" cy="177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27B4B23-8EB5-F9D1-AFF9-C5C9719C0BA3}"/>
              </a:ext>
            </a:extLst>
          </p:cNvPr>
          <p:cNvCxnSpPr>
            <a:cxnSpLocks/>
            <a:endCxn id="11" idx="3"/>
          </p:cNvCxnSpPr>
          <p:nvPr/>
        </p:nvCxnSpPr>
        <p:spPr>
          <a:xfrm flipH="1">
            <a:off x="4598462" y="3327854"/>
            <a:ext cx="675829" cy="2419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BF5B8CC-862A-306D-E71E-3717EFA4D201}"/>
              </a:ext>
            </a:extLst>
          </p:cNvPr>
          <p:cNvCxnSpPr>
            <a:endCxn id="78" idx="2"/>
          </p:cNvCxnSpPr>
          <p:nvPr/>
        </p:nvCxnSpPr>
        <p:spPr>
          <a:xfrm flipV="1">
            <a:off x="5131558" y="3310128"/>
            <a:ext cx="365472" cy="25972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04C9E1E2-35AE-2EB8-A86F-919FAB9B7305}"/>
              </a:ext>
            </a:extLst>
          </p:cNvPr>
          <p:cNvCxnSpPr>
            <a:stCxn id="90" idx="2"/>
            <a:endCxn id="9" idx="0"/>
          </p:cNvCxnSpPr>
          <p:nvPr/>
        </p:nvCxnSpPr>
        <p:spPr>
          <a:xfrm>
            <a:off x="3006234" y="3270942"/>
            <a:ext cx="2192" cy="3279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6D16168D-4762-77D6-523B-3D9E85AE6D13}"/>
              </a:ext>
            </a:extLst>
          </p:cNvPr>
          <p:cNvCxnSpPr>
            <a:stCxn id="78" idx="3"/>
            <a:endCxn id="14" idx="1"/>
          </p:cNvCxnSpPr>
          <p:nvPr/>
        </p:nvCxnSpPr>
        <p:spPr>
          <a:xfrm>
            <a:off x="5709102" y="3213100"/>
            <a:ext cx="739988" cy="2228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ABB41313-6151-FF40-6608-67FAAD9D32C1}"/>
              </a:ext>
            </a:extLst>
          </p:cNvPr>
          <p:cNvCxnSpPr>
            <a:stCxn id="90" idx="3"/>
            <a:endCxn id="62" idx="1"/>
          </p:cNvCxnSpPr>
          <p:nvPr/>
        </p:nvCxnSpPr>
        <p:spPr>
          <a:xfrm>
            <a:off x="3218306" y="3173914"/>
            <a:ext cx="265303" cy="569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3986072" y="2352892"/>
            <a:ext cx="8114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Internet</a:t>
            </a:r>
            <a:endParaRPr kumimoji="1" lang="zh-CN" altLang="en-US" sz="1200" dirty="0">
              <a:latin typeface="Montserrat" panose="00000500000000000000" pitchFamily="2" charset="0"/>
              <a:ea typeface="微软雅黑"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3841000" y="2059081"/>
            <a:ext cx="11015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pitchFamily="34" charset="-122"/>
              </a:rPr>
              <a:t>Tunneling</a:t>
            </a:r>
            <a:endParaRPr kumimoji="1" lang="zh-CN" altLang="en-US" sz="1400" dirty="0">
              <a:solidFill>
                <a:schemeClr val="bg1"/>
              </a:solidFill>
              <a:latin typeface="Montserrat" panose="00000500000000000000" pitchFamily="2" charset="0"/>
              <a:ea typeface="微软雅黑"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944508" y="1689456"/>
            <a:ext cx="3011885" cy="471940"/>
            <a:chOff x="1391" y="1348"/>
            <a:chExt cx="2757" cy="468"/>
          </a:xfrm>
        </p:grpSpPr>
        <p:sp>
          <p:nvSpPr>
            <p:cNvPr id="63" name="Text Box 61"/>
            <p:cNvSpPr txBox="1">
              <a:spLocks noChangeArrowheads="1"/>
            </p:cNvSpPr>
            <p:nvPr/>
          </p:nvSpPr>
          <p:spPr bwMode="auto">
            <a:xfrm>
              <a:off x="1391" y="1348"/>
              <a:ext cx="76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79" y="1367"/>
              <a:ext cx="869"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629850" y="1809875"/>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872467" y="1830724"/>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3073297" y="1980341"/>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2027092"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621879" y="1403948"/>
            <a:ext cx="6209709" cy="405927"/>
          </a:xfrm>
          <a:prstGeom prst="rect">
            <a:avLst/>
          </a:prstGeom>
          <a:noFill/>
          <a:ln w="9525">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502616"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6095155" y="1403948"/>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279825"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228181" y="1468412"/>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772109" y="1468412"/>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576199" y="146841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6044670" y="1468412"/>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621879" y="1142751"/>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873131" y="2700172"/>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621879" y="1820913"/>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771625" y="2713345"/>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870756" y="2964991"/>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821662" y="2733480"/>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785701" y="2296744"/>
            <a:ext cx="1086766" cy="372816"/>
          </a:xfrm>
          <a:prstGeom prst="rect">
            <a:avLst/>
          </a:prstGeom>
          <a:solidFill>
            <a:srgbClr val="E46C0A"/>
          </a:solidFill>
          <a:ln w="9525">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873131" y="2296744"/>
            <a:ext cx="703418" cy="372816"/>
          </a:xfrm>
          <a:prstGeom prst="rect">
            <a:avLst/>
          </a:prstGeom>
          <a:noFill/>
          <a:ln w="9525">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576549" y="2296744"/>
            <a:ext cx="2195075" cy="372816"/>
          </a:xfrm>
          <a:prstGeom prst="rect">
            <a:avLst/>
          </a:prstGeom>
          <a:noFill/>
          <a:ln w="9525">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771625"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486000" y="550723"/>
            <a:ext cx="8172000" cy="338554"/>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1"/>
          </p:nvPr>
        </p:nvSpPr>
        <p:spPr>
          <a:xfrm>
            <a:off x="486000" y="900000"/>
            <a:ext cx="8172000" cy="3703500"/>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6350">
          <a:solidFill>
            <a:schemeClr val="tx1"/>
          </a:solidFill>
        </a:ln>
      </a:spPr>
      <a:bodyPr rtlCol="0" anchor="ctr"/>
      <a:lstStyle>
        <a:defPPr algn="ctr">
          <a:defRPr sz="1200" dirty="0" smtClean="0">
            <a:solidFill>
              <a:schemeClr val="tx1"/>
            </a:solidFill>
            <a:latin typeface="Montserrat" panose="00000500000000000000" pitchFamily="2" charset="0"/>
            <a:ea typeface="微软雅黑 Light" panose="020B0502040204020203" pitchFamily="34" charset="-122"/>
          </a:defRPr>
        </a:defPPr>
      </a:lstStyle>
      <a:style>
        <a:lnRef idx="2">
          <a:schemeClr val="accent1">
            <a:shade val="15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ctr">
          <a:defRPr sz="1200" dirty="0" smtClean="0">
            <a:latin typeface="Montserrat" panose="00000500000000000000" pitchFamily="2" charset="0"/>
            <a:ea typeface="微软雅黑 Light" panose="020B0502040204020203" pitchFamily="34" charset="-122"/>
          </a:defRPr>
        </a:defPPr>
      </a:lstStyle>
    </a:tx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6887</TotalTime>
  <Words>26890</Words>
  <Application>Microsoft Office PowerPoint</Application>
  <PresentationFormat>全屏显示(16:9)</PresentationFormat>
  <Paragraphs>5929</Paragraphs>
  <Slides>343</Slides>
  <Notes>111</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343</vt:i4>
      </vt:variant>
    </vt:vector>
  </HeadingPairs>
  <TitlesOfParts>
    <vt:vector size="359" baseType="lpstr">
      <vt:lpstr>Courier New</vt:lpstr>
      <vt:lpstr>Symbol</vt:lpstr>
      <vt:lpstr>Arial</vt:lpstr>
      <vt:lpstr>Calibri</vt:lpstr>
      <vt:lpstr>Wingdings</vt:lpstr>
      <vt:lpstr>微软雅黑</vt:lpstr>
      <vt:lpstr>黑体</vt:lpstr>
      <vt:lpstr>Montserrat</vt:lpstr>
      <vt:lpstr>Tahoma</vt:lpstr>
      <vt:lpstr>微软雅黑</vt:lpstr>
      <vt:lpstr>微软雅黑 Light</vt:lpstr>
      <vt:lpstr>宋体</vt:lpstr>
      <vt:lpstr>Times New Roman</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PowerPoint 演示文稿</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自治系统和内部网关协议、外部网关协议 </vt:lpstr>
      <vt:lpstr>PowerPoint 演示文稿</vt:lpstr>
      <vt:lpstr>PowerPoint 演示文稿</vt:lpstr>
      <vt:lpstr>4.6.2  内部网关协议 RIP</vt:lpstr>
      <vt:lpstr>1. 协议 RIP 的工作原理</vt:lpstr>
      <vt:lpstr>PowerPoint 演示文稿</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423</cp:revision>
  <dcterms:modified xsi:type="dcterms:W3CDTF">2025-11-13T14:09:36Z</dcterms:modified>
</cp:coreProperties>
</file>
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1"/>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700" r:id="rId135"/>
    <p:sldId id="701" r:id="rId136"/>
    <p:sldId id="703" r:id="rId137"/>
    <p:sldId id="704" r:id="rId138"/>
    <p:sldId id="705" r:id="rId139"/>
    <p:sldId id="706" r:id="rId140"/>
    <p:sldId id="707" r:id="rId141"/>
    <p:sldId id="708" r:id="rId142"/>
    <p:sldId id="709" r:id="rId143"/>
    <p:sldId id="862" r:id="rId144"/>
    <p:sldId id="711" r:id="rId145"/>
    <p:sldId id="712" r:id="rId146"/>
    <p:sldId id="714" r:id="rId147"/>
    <p:sldId id="715" r:id="rId148"/>
    <p:sldId id="716" r:id="rId149"/>
    <p:sldId id="717" r:id="rId150"/>
    <p:sldId id="718" r:id="rId151"/>
    <p:sldId id="719" r:id="rId152"/>
    <p:sldId id="720" r:id="rId153"/>
    <p:sldId id="721" r:id="rId154"/>
    <p:sldId id="722" r:id="rId155"/>
    <p:sldId id="723" r:id="rId156"/>
    <p:sldId id="724" r:id="rId157"/>
    <p:sldId id="725" r:id="rId158"/>
    <p:sldId id="727" r:id="rId159"/>
    <p:sldId id="728" r:id="rId160"/>
    <p:sldId id="729" r:id="rId161"/>
    <p:sldId id="730" r:id="rId162"/>
    <p:sldId id="731" r:id="rId163"/>
    <p:sldId id="732" r:id="rId164"/>
    <p:sldId id="735" r:id="rId165"/>
    <p:sldId id="736" r:id="rId166"/>
    <p:sldId id="737" r:id="rId167"/>
    <p:sldId id="738" r:id="rId168"/>
    <p:sldId id="740" r:id="rId169"/>
    <p:sldId id="741" r:id="rId170"/>
    <p:sldId id="743" r:id="rId171"/>
    <p:sldId id="863" r:id="rId172"/>
    <p:sldId id="416" r:id="rId173"/>
    <p:sldId id="745" r:id="rId174"/>
    <p:sldId id="746" r:id="rId175"/>
    <p:sldId id="747" r:id="rId176"/>
    <p:sldId id="419" r:id="rId177"/>
    <p:sldId id="421" r:id="rId178"/>
    <p:sldId id="422" r:id="rId179"/>
    <p:sldId id="423" r:id="rId180"/>
    <p:sldId id="426" r:id="rId181"/>
    <p:sldId id="748" r:id="rId182"/>
    <p:sldId id="427" r:id="rId183"/>
    <p:sldId id="749" r:id="rId184"/>
    <p:sldId id="429" r:id="rId185"/>
    <p:sldId id="430" r:id="rId186"/>
    <p:sldId id="750" r:id="rId187"/>
    <p:sldId id="431" r:id="rId188"/>
    <p:sldId id="432" r:id="rId189"/>
    <p:sldId id="434" r:id="rId190"/>
    <p:sldId id="435" r:id="rId191"/>
    <p:sldId id="436" r:id="rId192"/>
    <p:sldId id="437" r:id="rId193"/>
    <p:sldId id="751" r:id="rId194"/>
    <p:sldId id="442" r:id="rId195"/>
    <p:sldId id="441" r:id="rId196"/>
    <p:sldId id="443" r:id="rId197"/>
    <p:sldId id="444" r:id="rId198"/>
    <p:sldId id="445" r:id="rId199"/>
    <p:sldId id="446" r:id="rId200"/>
    <p:sldId id="447" r:id="rId201"/>
    <p:sldId id="753" r:id="rId202"/>
    <p:sldId id="449" r:id="rId203"/>
    <p:sldId id="450" r:id="rId204"/>
    <p:sldId id="452" r:id="rId205"/>
    <p:sldId id="453" r:id="rId206"/>
    <p:sldId id="457" r:id="rId207"/>
    <p:sldId id="459" r:id="rId208"/>
    <p:sldId id="458" r:id="rId209"/>
    <p:sldId id="460" r:id="rId210"/>
    <p:sldId id="756" r:id="rId211"/>
    <p:sldId id="461" r:id="rId212"/>
    <p:sldId id="463" r:id="rId213"/>
    <p:sldId id="464" r:id="rId214"/>
    <p:sldId id="759"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9" r:id="rId230"/>
    <p:sldId id="776" r:id="rId231"/>
    <p:sldId id="777" r:id="rId232"/>
    <p:sldId id="858" r:id="rId233"/>
    <p:sldId id="778" r:id="rId234"/>
    <p:sldId id="860"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868" r:id="rId288"/>
    <p:sldId id="568" r:id="rId289"/>
    <p:sldId id="569" r:id="rId290"/>
    <p:sldId id="570" r:id="rId291"/>
    <p:sldId id="572" r:id="rId292"/>
    <p:sldId id="573" r:id="rId293"/>
    <p:sldId id="574" r:id="rId294"/>
    <p:sldId id="575" r:id="rId295"/>
    <p:sldId id="866" r:id="rId296"/>
    <p:sldId id="578" r:id="rId297"/>
    <p:sldId id="579" r:id="rId298"/>
    <p:sldId id="581" r:id="rId299"/>
    <p:sldId id="582" r:id="rId300"/>
    <p:sldId id="584" r:id="rId301"/>
    <p:sldId id="583" r:id="rId302"/>
    <p:sldId id="585" r:id="rId303"/>
    <p:sldId id="805" r:id="rId304"/>
    <p:sldId id="806" r:id="rId305"/>
    <p:sldId id="588" r:id="rId306"/>
    <p:sldId id="808" r:id="rId307"/>
    <p:sldId id="809" r:id="rId308"/>
    <p:sldId id="590" r:id="rId309"/>
    <p:sldId id="592" r:id="rId310"/>
    <p:sldId id="593" r:id="rId311"/>
    <p:sldId id="810" r:id="rId312"/>
    <p:sldId id="811" r:id="rId313"/>
    <p:sldId id="812" r:id="rId314"/>
    <p:sldId id="813" r:id="rId315"/>
    <p:sldId id="814" r:id="rId316"/>
    <p:sldId id="815" r:id="rId317"/>
    <p:sldId id="816" r:id="rId318"/>
    <p:sldId id="867" r:id="rId319"/>
    <p:sldId id="817" r:id="rId320"/>
    <p:sldId id="821" r:id="rId321"/>
    <p:sldId id="820" r:id="rId322"/>
    <p:sldId id="822" r:id="rId323"/>
    <p:sldId id="823" r:id="rId324"/>
    <p:sldId id="824" r:id="rId325"/>
    <p:sldId id="826" r:id="rId326"/>
    <p:sldId id="827" r:id="rId327"/>
    <p:sldId id="828" r:id="rId328"/>
    <p:sldId id="825" r:id="rId329"/>
    <p:sldId id="829" r:id="rId330"/>
    <p:sldId id="870" r:id="rId331"/>
    <p:sldId id="830" r:id="rId332"/>
    <p:sldId id="871" r:id="rId333"/>
    <p:sldId id="831" r:id="rId334"/>
    <p:sldId id="835" r:id="rId335"/>
    <p:sldId id="833" r:id="rId336"/>
    <p:sldId id="836" r:id="rId337"/>
    <p:sldId id="834" r:id="rId338"/>
    <p:sldId id="838" r:id="rId339"/>
    <p:sldId id="839" r:id="rId340"/>
  </p:sldIdLst>
  <p:sldSz cx="9144000" cy="5143500" type="screen16x9"/>
  <p:notesSz cx="6858000" cy="9144000"/>
  <p:embeddedFontLst>
    <p:embeddedFont>
      <p:font typeface="Montserrat" panose="00000500000000000000" pitchFamily="2" charset="0"/>
      <p:regular r:id="rId342"/>
    </p:embeddedFont>
    <p:embeddedFont>
      <p:font typeface="Tahoma" panose="020B0604030504040204" pitchFamily="34" charset="0"/>
      <p:regular r:id="rId343"/>
      <p:bold r:id="rId344"/>
    </p:embeddedFont>
    <p:embeddedFont>
      <p:font typeface="黑体" panose="02010609060101010101" pitchFamily="49" charset="-122"/>
      <p:regular r:id="rId345"/>
    </p:embeddedFont>
    <p:embeddedFont>
      <p:font typeface="微软雅黑" panose="020B0503020204020204" pitchFamily="34" charset="-122"/>
      <p:regular r:id="rId346"/>
      <p:bold r:id="rId347"/>
    </p:embeddedFont>
    <p:embeddedFont>
      <p:font typeface="微软雅黑" panose="020B0503020204020204" pitchFamily="34" charset="-122"/>
      <p:regular r:id="rId346"/>
      <p:bold r:id="rId347"/>
    </p:embeddedFont>
    <p:embeddedFont>
      <p:font typeface="微软雅黑 Light" panose="020B0502040204020203" pitchFamily="34" charset="-122"/>
      <p:regular r:id="rId3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086"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5.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7.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presProps" Target="pres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viewProps" Target="viewProp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theme" Target="theme/theme1.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notesMaster" Target="notesMasters/notesMaster1.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1.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2.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4.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6.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56.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56.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2025/11/10</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189</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300</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317</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338</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22.wmf"/></Relationships>
</file>

<file path=ppt/slides/_rels/slide24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22.wmf"/></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38.svg"/><Relationship Id="rId4" Type="http://schemas.openxmlformats.org/officeDocument/2006/relationships/image" Target="../media/image37.png"/></Relationships>
</file>

<file path=ppt/slides/_rels/slide25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22.wmf"/><Relationship Id="rId7" Type="http://schemas.openxmlformats.org/officeDocument/2006/relationships/image" Target="../media/image42.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 Id="rId9" Type="http://schemas.openxmlformats.org/officeDocument/2006/relationships/image" Target="../media/image44.sv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image" Target="../media/image47.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8.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0.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8.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8.wmf"/></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52.wmf"/></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2.wmf"/></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55.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092019"/>
            <a:ext cx="5806747"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62" name="Rectangle 5"/>
          <p:cNvSpPr>
            <a:spLocks noChangeArrowheads="1"/>
          </p:cNvSpPr>
          <p:nvPr/>
        </p:nvSpPr>
        <p:spPr bwMode="auto">
          <a:xfrm>
            <a:off x="1773858" y="2690259"/>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3" name="Rectangle 11"/>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69" name="Rectangle 13"/>
          <p:cNvSpPr>
            <a:spLocks noChangeArrowheads="1"/>
          </p:cNvSpPr>
          <p:nvPr/>
        </p:nvSpPr>
        <p:spPr bwMode="auto">
          <a:xfrm>
            <a:off x="4419107" y="238700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73" name="Rectangle 17"/>
          <p:cNvSpPr>
            <a:spLocks noChangeArrowheads="1"/>
          </p:cNvSpPr>
          <p:nvPr/>
        </p:nvSpPr>
        <p:spPr bwMode="auto">
          <a:xfrm>
            <a:off x="2981286" y="2770994"/>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3786594" y="2770994"/>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176917" y="2770994"/>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84" name="Text Box 31"/>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85" name="Line 32"/>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326342" y="2987602"/>
            <a:ext cx="1350891"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131116" y="2987602"/>
            <a:ext cx="546117"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stCxn id="63" idx="0"/>
            <a:endCxn id="69" idx="2"/>
          </p:cNvCxnSpPr>
          <p:nvPr/>
        </p:nvCxnSpPr>
        <p:spPr>
          <a:xfrm flipV="1">
            <a:off x="4677233" y="2603614"/>
            <a:ext cx="86396" cy="681148"/>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677233" y="2987602"/>
            <a:ext cx="1844206"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0" name="Picture 200" descr="jisuanji">
            <a:extLst>
              <a:ext uri="{FF2B5EF4-FFF2-40B4-BE49-F238E27FC236}">
                <a16:creationId xmlns:a16="http://schemas.microsoft.com/office/drawing/2014/main" id="{5B366E7C-6CCF-3822-4C77-DDC69AA93AD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5417" y="2432635"/>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6713</TotalTime>
  <Words>26922</Words>
  <Application>Microsoft Office PowerPoint</Application>
  <PresentationFormat>全屏显示(16:9)</PresentationFormat>
  <Paragraphs>5936</Paragraphs>
  <Slides>339</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339</vt:i4>
      </vt:variant>
    </vt:vector>
  </HeadingPairs>
  <TitlesOfParts>
    <vt:vector size="355" baseType="lpstr">
      <vt:lpstr>Wingdings</vt:lpstr>
      <vt:lpstr>微软雅黑</vt:lpstr>
      <vt:lpstr>黑体</vt:lpstr>
      <vt:lpstr>微软雅黑 Light</vt:lpstr>
      <vt:lpstr>微软雅黑</vt:lpstr>
      <vt:lpstr>Tahoma</vt:lpstr>
      <vt:lpstr>宋体</vt:lpstr>
      <vt:lpstr>Times New Roman</vt:lpstr>
      <vt:lpstr>Montserrat</vt:lpstr>
      <vt:lpstr>Symbol</vt:lpstr>
      <vt:lpstr>Courier New</vt:lpstr>
      <vt:lpstr>Arial</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412</cp:revision>
  <dcterms:modified xsi:type="dcterms:W3CDTF">2025-11-10T07:11:21Z</dcterms:modified>
</cp:coreProperties>
</file>